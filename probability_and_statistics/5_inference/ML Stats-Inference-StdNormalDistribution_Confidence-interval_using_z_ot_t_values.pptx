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1" r:id="rId3"/>
    <p:sldId id="270" r:id="rId4"/>
    <p:sldId id="271" r:id="rId5"/>
    <p:sldId id="262" r:id="rId6"/>
    <p:sldId id="269" r:id="rId7"/>
    <p:sldId id="263" r:id="rId8"/>
    <p:sldId id="258" r:id="rId9"/>
    <p:sldId id="259" r:id="rId10"/>
    <p:sldId id="257" r:id="rId11"/>
    <p:sldId id="272" r:id="rId12"/>
    <p:sldId id="260" r:id="rId13"/>
    <p:sldId id="273" r:id="rId14"/>
    <p:sldId id="264" r:id="rId15"/>
    <p:sldId id="265" r:id="rId16"/>
    <p:sldId id="268" r:id="rId17"/>
    <p:sldId id="267" r:id="rId18"/>
    <p:sldId id="274" r:id="rId19"/>
    <p:sldId id="266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1:51:18.4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1863 285 24504,'-1'11'0,"-1"0"0,-1 0 0,-2 1 0,-2-1 0,-1 0 0,-1-1 0,-2 1 0,-1 0 0,-1-1 0,-2 0 0,-1 0 0,-1 0 0,-1 0 0,-2-1 0,-1 1 0,-1-2 0,-1 1 0,-1-1 0,-2 1 0,0-2 0,-2 1 0,0-1 0,-1 0 0,-1-1 0,-1 0 0,0 0 0,-2-1 0,0 0 0,0-1 0,-1 0 0,-1 0 0,0-1 0,0 0 0,-1 0 0,0-2 0,0 1 0,0-1 0,-1 0 0,1-1 0,-1 0 0,0-1 0,1 0 0,0-1 0,0 1 0,0-2 0,1 0 0,0 0 0,0-1 0,1 0 0,1 0 0,0-1 0,0 0 0,2-1 0,0 0 0,1 0 0,1-1 0,1 0 0,0-1 0,2 1 0,0-2 0,2 1 0,1-1 0,1 1 0,1-2 0,1 1 0,2-1 0,1 0 0,1 0 0,1 0 0,2 0 0,1-1 0,1 0 0,2 1 0,1-1 0,1 0 0,2-1 0,2 1 0,1 0 0,1 0 0,2 0 0,1 0 0,1 0 0,2-1 0,2 1 0,1 0 0,1 1 0,2-1 0,1 0 0,1 1 0,2 0 0,1 0 0,1 0 0,1 0 0,2 1 0,1-1 0,1 2 0,1-1 0,1 1 0,2-1 0,0 2 0,2-1 0,0 1 0,1 0 0,1 1 0,1 0 0,0 0 0,2 1 0,0 0 0,0 1 0,1 0 0,1 0 0,0 1 0,0 0 0,1 0 0,0 2 0,0-1 0,0 1 0,1 0 0,0 1 0,-1 0 0,1 1 0,-1 0 0,0 1 0,0-1 0,0 2 0,-1 0 0,0 0 0,0 1 0,-1 0 0,-1 0 0,0 1 0,0 0 0,-2 1 0,0 0 0,-1 0 0,-1 1 0,-1 0 0,0 1 0,-2-1 0,0 2 0,-2-1 0,-1 1 0,-1-1 0,-1 2 0,-1-1 0,-2 1 0,-1 0 0,-1 0 0,-1 0 0,-2 0 0,-1 1 0,-1 0 0,-2-1 0,-1 1 0,-1 0 0,-2 1 0,-2-1 0,-1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1:51:37.6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668 83 24575,'0'-2'0,"-1"1"0,1-1 0,-1 1 0,1 0 0,-1-1 0,1 1 0,-1 0 0,0-1 0,0 1 0,0 0 0,0 0 0,0 0 0,0 0 0,0 0 0,0 0 0,0 0 0,-1 0 0,1 0 0,0 1 0,-1-1 0,1 0 0,-3 0 0,-32-12 0,36 13 0,-38-7 0,-1 2 0,1 1 0,-1 2 0,0 1 0,-59 8 0,89-5 0,0 0 0,1 0 0,-1 1 0,1 0 0,0 0 0,-1 1 0,2 0 0,-1 1 0,0 0 0,1 0 0,-9 8 0,7-5 0,-1-1 0,0 0 0,0-1 0,-1 0 0,-21 8 0,24-11 0,1 0 0,0 1 0,0-1 0,0 2 0,0-1 0,1 1 0,-1 0 0,1 0 0,0 1 0,1-1 0,-1 1 0,1 1 0,1-1 0,-1 1 0,1 0 0,0 0 0,0 0 0,1 0 0,0 1 0,-3 11 0,3-9 0,1 1 0,-1-1 0,2 1 0,0-1 0,0 1 0,1 0 0,0-1 0,1 1 0,0-1 0,1 1 0,0-1 0,0 1 0,1-1 0,1 0 0,6 13 0,-8-19 0,1 0 0,0 0 0,0 0 0,0 0 0,1-1 0,-1 0 0,1 1 0,0-1 0,0-1 0,0 1 0,0 0 0,0-1 0,1 0 0,-1 0 0,1 0 0,-1-1 0,1 0 0,0 1 0,0-2 0,7 2 0,11-1 0,1 0 0,0-1 0,25-4 0,4 0 0,106 5 0,78-3 0,-233 2 0,0 0 0,0-1 0,0 0 0,0 0 0,0 0 0,0 0 0,0 0 0,0-1 0,-1 0 0,1 0 0,0 0 0,-1 0 0,0 0 0,1-1 0,-1 0 0,0 1 0,0-1 0,-1 0 0,1 0 0,-1-1 0,1 1 0,-1 0 0,0-1 0,0 0 0,2-7 0,1-5 0,0-1 0,-1 0 0,-2 0 0,3-33 0,-4 35 0,0 3 0,0 1 0,-1-1 0,0 0 0,-1 0 0,0 0 0,-1 0 0,-3-11 0,2 16 0,1 0 0,-1 1 0,-1 0 0,1-1 0,-1 1 0,-1 0 0,1 1 0,-1-1 0,0 1 0,0 0 0,0 0 0,-11-7 0,-5-1-35,-1 0-1,0 1 0,-1 1 1,0 2-1,-28-9 0,8 3-1115,12 3-5675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1:51:47.7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1076 210 24507,'0'8'0,"-2"0"0,0 1 0,-1-1 0,0 0 0,-2 0 0,0 0 0,-1 0 0,-1 0 0,-1-1 0,0 1 0,-2-1 0,0 1 0,0-1 0,-2 0 0,0-1 0,0 1 0,-2-1 0,0 1 0,-1-2 0,0 1 0,-1 0 0,0-1 0,-1 0 0,0 0 0,-1-1 0,0 0 0,-1 0 0,0 0 0,0-1 0,-1 0 0,0 0 0,0-1 0,0 0 0,-1 0 0,0-1 0,0 1 0,0-2 0,0 1 0,0-1 0,0 0 0,0-1 0,0 1 0,0-2 0,0 1 0,0-1 0,1 0 0,0 0 0,0-1 0,0 0 0,1 0 0,0-1 0,0 0 0,1 0 0,0 0 0,1-1 0,0 0 0,1 0 0,0-1 0,1 0 0,0 1 0,1-2 0,1 1 0,0-1 0,1 1 0,0-1 0,2 0 0,0-1 0,0 1 0,2-1 0,0 1 0,1-1 0,1 0 0,1 0 0,0 0 0,2 0 0,0 0 0,1-1 0,0 1 0,2 0 0,0 0 0,2 0 0,0-1 0,1 1 0,0 0 0,2 0 0,0 0 0,1 0 0,1 0 0,1 1 0,0-1 0,2 1 0,0-1 0,0 1 0,2 0 0,0 1 0,1-1 0,0 1 0,1-1 0,1 2 0,0-1 0,1 0 0,0 1 0,1 0 0,0 0 0,1 1 0,0 0 0,1 0 0,0 0 0,0 1 0,1 0 0,0 0 0,0 1 0,0 0 0,1 0 0,0 1 0,0-1 0,0 2 0,0-1 0,0 1 0,0 0 0,0 1 0,0-1 0,0 2 0,0-1 0,0 1 0,-1 0 0,0 0 0,0 1 0,0 0 0,-1 0 0,0 1 0,0 0 0,-1 0 0,0 0 0,-1 1 0,0 0 0,-1 0 0,0 1 0,-1 0 0,0-1 0,-1 2 0,0-1 0,-2 1 0,0-1 0,0 1 0,-2 0 0,0 1 0,0-1 0,-2 1 0,0-1 0,-1 1 0,-1 0 0,-1 0 0,0 0 0,-2 0 0,0 0 0,-1 1 0,0-1 0,-2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3:49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1 309 6805 0 0,'0'0'603'0'0,"4"0"-595"0"0,12 0-3 0 0,-11 0-1 0 0,-2 0-97 0 0,501-19 98 0 0,-99-23 44 0 0,-221 22-36 0 0,258-22-8 0 0,18-3-17 0 0,-96 39 0 0 0,-259 6 52 0 0,-19 0-41 0 0,421-10 14 0 0,-352 8-4 0 0,-8 1 7 0 0,-80-3-7 0 0,205-7 73 0 0,-183 8-63 0 0,-64 1-17 0 0,210-5 37 0 0,-59 2-5 0 0,206 0 26 0 0,143-9 60 0 0,-134-6-8 0 0,-225 14-73 0 0,420 0-15 0 0,-362 11-13 0 0,53 2 12 0 0,195 2 55 0 0,-465-9-78 0 0,734-3 116 0 0,-215-8 459 0 0,-503 11-325 0 0,-1-1-1 0 0,25-4 1 0 0,-45 5-153 0 0,39 0 486 0 0,-37-2-490 0 0,-3 2-145 0 0,-1 0-1 0 0,0 0 0 0 0,1 0 0 0 0,-1 0 1 0 0,0 0-1 0 0,0 0 0 0 0,1 0 0 0 0,-1 0 1 0 0,0 0-1 0 0,1-1 0 0 0,-1 1 0 0 0,0 0 1 0 0,0 0-1 0 0,1 0 0 0 0,-1 0 0 0 0,0 0 1 0 0,0 0-1 0 0,1-1 0 0 0,-1 1 0 0 0,0 0 1 0 0,0 0-1 0 0,0 0 0 0 0,1-1 0 0 0,-1 1 1 0 0,0 0-1 0 0,0 0 0 0 0,0 0 0 0 0,0-1 1 0 0,1 1-1 0 0,-1 0 0 0 0,0-1 0 0 0,0 1 1 0 0,0 0-1 0 0,0 0 0 0 0,0-1 1 0 0,0 1-1 0 0,1-4-468 0 0,-2-9-2937 0 0,-2-1 922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3:54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2821 5793 0 0,'0'0'-210'0'0,"0"0"4"0"0,1 1 208 0 0,-1-1-1 0 0,0 1 0 0 0,1-1 1 0 0,-1 1-1 0 0,1-1 1 0 0,-1 1-1 0 0,1-1 1 0 0,-1 0-1 0 0,1 1 0 0 0,-1-1 1 0 0,1 1-1 0 0,-1-1 1 0 0,1 0-1 0 0,-1 0 0 0 0,1 1 1 0 0,0-1-1 0 0,-1 0 1 0 0,1 0-1 0 0,0 0 0 0 0,-1 0 1 0 0,1 1-1 0 0,-1-1 1 0 0,1 0-1 0 0,1 0 0 0 0,52-6-1 0 0,67-12 28 0 0,212-34 21 0 0,-110 11 45 0 0,-172 26-74 0 0,52-13 2 0 0,175-71-1 0 0,-89 5 179 0 0,-165 81-184 0 0,-11 6-22 0 0,52-27 250 0 0,109-78 1 0 0,22-30-34 0 0,-45 7 199 0 0,-69 58-242 0 0,-60 55-43 0 0,-2-1 0 0 0,34-47 0 0 0,-14 15 53 0 0,18-25-14 0 0,-33 45-31 0 0,41-47-1 0 0,163-153-40 0 0,-126 124-11 0 0,8-30 179 0 0,-43 53-82 0 0,-19 24-79 0 0,-14 17-55 0 0,41-43-1 0 0,-41 45-21 0 0,-30 37-23 0 0,1 0 0 0 0,0 0 0 0 0,0 0 0 0 0,1 1 0 0 0,0 0 0 0 0,14-12 0 0 0,9-17-8 0 0,4-3-9 0 0,27-25-5 0 0,-49 53 19 0 0,3-4-16 0 0,1 1-1 0 0,1 0 0 0 0,0 2 1 0 0,36-21-1 0 0,-35 24 10 0 0,-1-1 1 0 0,24-18-1 0 0,-27 18 6 0 0,0 0 0 0 0,23-10 0 0 0,76-42 22 0 0,-93 50-13 0 0,5-3 7 0 0,8-7 4 0 0,-7 7-18 0 0,13-9-10 0 0,42-18-1 0 0,-71 38 12 0 0,35-18-27 0 0,0 3 0 0 0,2 1 0 0 0,0 3 0 0 0,88-17 0 0 0,273-29-9 0 0,-377 60 31 0 0,1-3-7 0 0,-29 3 14 0 0,0 0 1 0 0,0 0 0 0 0,0 1 0 0 0,0-1-1 0 0,0 1 1 0 0,0 0 0 0 0,1 0-1 0 0,4 0 1 0 0,20 0-3 0 0,165-5-8 0 0,-189 5-8 0 0,4 1 14 0 0,0 0 0 0 0,0-1 0 0 0,0 1 0 0 0,0-1 0 0 0,10-2 0 0 0,3 1 11 0 0,49 8-22 0 0,-1 3 0 0 0,78 22 0 0 0,-75-16 31 0 0,-37-7-26 0 0,262 85-4 0 0,-260-82 26 0 0,21 7-25 0 0,68 33-1 0 0,-52-19 14 0 0,226 109-5 0 0,-217-96 2 0 0,138 99 0 0 0,-86-21 37 0 0,-48-40-16 0 0,134 140-26 0 0,-134-138 6 0 0,0 2 1 0 0,2-1 15 0 0,-59-61 3 0 0,34 41-1 0 0,-43-46-7 0 0,0 0 1 0 0,29 20-1 0 0,176 142 10 0 0,-191-156-21 0 0,161 117 33 0 0,-116-93-31 0 0,2-4 1 0 0,140 60 0 0 0,-141-72 10 0 0,-33-14-23 0 0,54 18 0 0 0,-24-11 27 0 0,-49-16-5 0 0,1-1 0 0 0,41 8 0 0 0,31 7-2 0 0,3-1 5 0 0,15-2-18 0 0,2 2 61 0 0,-42-12-34 0 0,77 7 20 0 0,-78-11-22 0 0,-40-3-18 0 0,-8-1 13 0 0,-28-5-8 0 0,31 3 36 0 0,-12-3 25 0 0,-16 0-160 0 0,12-2-460 0 0,-10-7-3280 0 0,-2-5 1260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3:56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0 194 5677 0 0,'0'0'-349'0'0,"10"1"-831"0"0,66 2 1258 0 0,77-7 397 0 0,184-27 0 0 0,-26 0 43 0 0,-229 25-463 0 0,73-5 23 0 0,114-11 98 0 0,21 7-82 0 0,-153 11-76 0 0,646-27 231 0 0,-481 27 126 0 0,-236 1-49 0 0,-66 3-356 0 0,1 0 1 0 0,0 1 0 0 0,-1-1 0 0 0,1 0 0 0 0,-1 0 0 0 0,1 0-1 0 0,0-1 1 0 0,-1 1 0 0 0,1 0 0 0 0,-1 0 0 0 0,1 0 0 0 0,0 0-1 0 0,-1 0 1 0 0,1-1 0 0 0,-1 1 0 0 0,1 0 0 0 0,-1 0-1 0 0,1-1 1 0 0,-1 1 0 0 0,1-1 0 0 0,-1 1 0 0 0,1 0 0 0 0,-1-1-1 0 0,1 1 1 0 0,-1-1 0 0 0,0 1 0 0 0,1-1 0 0 0,-1 1 0 0 0,0-1-1 0 0,0 1 1 0 0,1-1 0 0 0,-1 1 0 0 0,0-2 0 0 0,0 1-139 0 0,-1 0 0 0 0,0-1 1 0 0,0 1-1 0 0,1 0 0 0 0,-1 0 1 0 0,0 0-1 0 0,0 0 0 0 0,0 0 1 0 0,-1 0-1 0 0,1 0 0 0 0,0 0 1 0 0,0 1-1 0 0,0-1 0 0 0,-1 0 1 0 0,1 1-1 0 0,-2-1 0 0 0,-20-9-1198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3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4224 0 0,'0'0'28'0'0,"1"-1"0"0"0,-1 1 0 0 0,0 0 0 0 0,0 0 0 0 0,0-1 0 0 0,1 1-1 0 0,-1 0 1 0 0,0 0 0 0 0,0 0 0 0 0,0-1 0 0 0,1 1 0 0 0,-1 0 0 0 0,0 0-1 0 0,0 0 1 0 0,1 0 0 0 0,-1-1 0 0 0,0 1 0 0 0,1 0 0 0 0,-1 0 0 0 0,0 0 0 0 0,0 0-1 0 0,1 0 1 0 0,-1 0 0 0 0,0 0 0 0 0,1 0 0 0 0,-1 0 0 0 0,0 0 0 0 0,1 0-1 0 0,-1 0 1 0 0,0 0 0 0 0,0 0 0 0 0,1 0 0 0 0,-1 0 0 0 0,0 1 0 0 0,1-1 0 0 0,-1 0-1 0 0,0 0 1 0 0,0 0 0 0 0,1 0 0 0 0,-1 0 0 0 0,0 1 0 0 0,0-1 0 0 0,1 0-1 0 0,-1 0 1 0 0,0 1 0 0 0,0-1 0 0 0,0 0 0 0 0,0 0 0 0 0,1 1 0 0 0,-1-1-1 0 0,0 0 1 0 0,0 0 0 0 0,0 1 0 0 0,6 21-155 0 0,-6-20 112 0 0,3 36-11 0 0,3 15 0 0 0,-2-6 13 0 0,-2-17-12 0 0,0 4 35 0 0,2 15-22 0 0,1-29 9 0 0,-1 0 0 0 0,0 25-1 0 0,0-10-11 0 0,27 150 38 0 0,1-14 29 0 0,1 3-2 0 0,-25-137-45 0 0,-2-12-3 0 0,17 50 1 0 0,2 15-7 0 0,19 29 26 0 0,-41-108-20 0 0,1-1 0 0 0,0 1 0 0 0,1-1 0 0 0,0 1 1 0 0,7 9-1 0 0,-10-17-4 0 0,0 1 1 0 0,-1-1-1 0 0,1 0 1 0 0,-1 1-1 0 0,0-1 1 0 0,0 0-1 0 0,0 1 1 0 0,0 4-1 0 0,5 18 12 0 0,-1-12-1 0 0,6 13-3 0 0,-2 1 0 0 0,-1-1 0 0 0,4 31 0 0 0,-11-48-4 0 0,9 26 15 0 0,-2 3-27 0 0,-7-29 8 0 0,0-1 1 0 0,1 1-1 0 0,5 13 1 0 0,7 43 8 0 0,-2 11 42 0 0,-9-36-43 0 0,-4-36-10 0 0,1 0 0 0 0,0 0-1 0 0,1 0 1 0 0,-1-1 0 0 0,1 1 0 0 0,1 5 0 0 0,-1-6 11 0 0,-2 8-15 0 0,1-9 11 0 0,-1 0 1 0 0,1 0-1 0 0,-1 0 0 0 0,1 0 1 0 0,0 0-1 0 0,0 0 0 0 0,1 0 1 0 0,-1 0-1 0 0,0 0 0 0 0,1 1 1 0 0,1 3-1 0 0,6 28-26 0 0,-2 1 35 0 0,-3 7-22 0 0,-2-41 13 0 0,1 14 6129 0 0,-55-245-3627 0 0,43 184-2295 0 0,1 8 5 0 0,-6-49 0 0 0,-4-7-69 0 0,-2-31 40 0 0,-3-50-166 0 0,10 95-11 0 0,-3-43-40 0 0,9 66 31 0 0,-1-6-2 0 0,6 49-2 0 0,0 0 0 0 0,1 0 0 0 0,-2-25 0 0 0,-2-24-16 0 0,-2 16 8 0 0,6 28 10 0 0,-1 0-1 0 0,-1 1 0 0 0,-7-19 1 0 0,9 25 8 0 0,3 9-2 0 0,-1 0 0 0 0,0-1 1 0 0,0 1-1 0 0,0 0 1 0 0,-1 0-1 0 0,1 0 1 0 0,-1-1-1 0 0,1 1 1 0 0,-1 0-1 0 0,1 0 1 0 0,-3-4-1 0 0,-30-115 69 0 0,24 88 206 0 0,-2 1-1 0 0,0 0 0 0 0,-19-33 0 0 0,-24-57 666 0 0,50 115-901 0 0,1 0 1 0 0,0 0-1 0 0,1-1 0 0 0,-3-9 0 0 0,3 7-71 0 0,1 8 22 0 0,-2 20-9489 0 0,10 18 5734 0 0,-2-17 1233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1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5873 0 0,'3'-11'1648'0'0,"-3"11"-1607"0"0,0-1 1 0 0,0 1-1 0 0,0 0 1 0 0,0-1-1 0 0,0 1 0 0 0,0-1 1 0 0,0 1-1 0 0,0-1 1 0 0,0 1-1 0 0,0-1 1 0 0,0 1-1 0 0,1 0 1 0 0,-1-1-1 0 0,0 1 1 0 0,0-1-1 0 0,0 1 0 0 0,1 0 1 0 0,-1-1-1 0 0,0 1 1 0 0,1-1-1 0 0,-1 1 1 0 0,0 0-1 0 0,1 0 1 0 0,-1-1-1 0 0,0 1 1 0 0,1 0-1 0 0,-1 0 1 0 0,1-1-1 0 0,-1 1 0 0 0,0 0 1 0 0,1 0-1 0 0,-1 0 1 0 0,1 0-1 0 0,-1-1 1 0 0,1 1-1 0 0,-1 0 1 0 0,0 0-1 0 0,1 0 1 0 0,-1 0-1 0 0,1 0 1 0 0,-1 0-1 0 0,1 0 0 0 0,-1 0 1 0 0,1 1-1 0 0,-1-1 1 0 0,1 0-1 0 0,-1 0 1 0 0,0 0-1 0 0,1 0 1 0 0,-1 1-1 0 0,1-1 1 0 0,0 1-1 0 0,3-1-388 0 0,0 0 338 0 0,16-5-6 0 0,91-25 0 0 0,205-52 25 0 0,-256 67 26 0 0,-51 13-31 0 0,-4 1-6 0 0,7-1 4 0 0,-7 2 8 0 0,21-2-33 0 0,-26 3 21 0 0,0-1 1 0 0,0 0-1 0 0,0 0 1 0 0,0 0-1 0 0,1 0 0 0 0,-1 0 1 0 0,0 0-1 0 0,0 0 0 0 0,0 0 1 0 0,0 1-1 0 0,0-1 0 0 0,1 0 1 0 0,-1 0-1 0 0,0 0 0 0 0,0 0 1 0 0,0 1-1 0 0,0-1 0 0 0,0 0 1 0 0,0 0-1 0 0,0 0 0 0 0,0 0 1 0 0,0 1-1 0 0,1-1 0 0 0,-1 0 1 0 0,0 0-1 0 0,0 0 1 0 0,0 1-1 0 0,0-1 0 0 0,0 0 1 0 0,0 0-1 0 0,0 0 0 0 0,0 1 1 0 0,-1-1-1 0 0,1 0 0 0 0,0 0 1 0 0,0 0-1 0 0,0 1 0 0 0,0-1 1 0 0,-12 16-9 0 0,-139 142-17 0 0,-158 137 12 0 0,241-234 47 0 0,66-59-26 0 0,-17 19 31 0 0,16-19-38 0 0,1-1 10 0 0,2-1-12 0 0,0 0 0 0 0,1 0 1 0 0,-1 0-1 0 0,0 0 1 0 0,0 1-1 0 0,0-1 1 0 0,0 0-1 0 0,0 0 1 0 0,0 0-1 0 0,0 0 1 0 0,1 0-1 0 0,-1 0 1 0 0,0 0-1 0 0,0 1 1 0 0,0-1-1 0 0,0 0 0 0 0,0 0 1 0 0,0 0-1 0 0,0 0 1 0 0,0 0-1 0 0,0 0 1 0 0,0 1-1 0 0,0-1 1 0 0,0 0-1 0 0,0 0 1 0 0,0 0-1 0 0,0 0 1 0 0,0 0-1 0 0,0 1 1 0 0,0-1-1 0 0,0 0 0 0 0,0 0 1 0 0,0 0-1 0 0,0 0 1 0 0,0 0-1 0 0,0 0 1 0 0,0 1-1 0 0,0-1 1 0 0,0 0-1 0 0,0 0 1 0 0,-1 0-1 0 0,1 0 1 0 0,0 0-1 0 0,0 0 1 0 0,0 0-1 0 0,0 1 0 0 0,0-1 1 0 0,0 0-1 0 0,0 0 1 0 0,0 0-1 0 0,-1 0 1 0 0,1 0-1 0 0,0 0 1 0 0,0 0-1 0 0,0 0 1 0 0,0 0-1 0 0,0 0 1 0 0,-1 0-1 0 0,1 0 1 0 0,26 0-4 0 0,-1-1 0 0 0,0-1 0 0 0,28-5 0 0 0,19-3-5 0 0,143-17 110 0 0,-212 26-84 0 0,19-2 44 0 0,-13 2-5 0 0,-7 1-95 0 0,0 0 1 0 0,-1-1-1 0 0,1 1 0 0 0,0 0 1 0 0,0 0-1 0 0,-1-1 0 0 0,1 1 1 0 0,0-1-1 0 0,0 1 0 0 0,-1-1 1 0 0,3-1-1 0 0,7-21-4483 0 0,-8 14 1881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5953 0 0,'0'0'48'0'0,"3"-1"-29"0"0,46-11-12 0 0,62-7 0 0 0,-34 6 96 0 0,-74 13-89 0 0,31-6 118 0 0,-14 2-1989 0 0,-16-1 495 0 0,-3 3 154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2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3956 0 0,'91'-14'553'0'0,"60"-14"-50"0"0,-143 27-436 0 0,-1 0 0 0 0,1 0 0 0 0,-1-1 0 0 0,0 0-1 0 0,0-1 1 0 0,7-3 0 0 0,-12 5-220 0 0,10-9-2599 0 0,-2 1 2033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52 127 3468 0 0,'-3'0'120'0'0,"-33"-2"1150"0"0,31 1-1011 0 0,3-6-32 0 0,1 6-202 0 0,1 0 0 0 0,-1 0 0 0 0,0 0 1 0 0,1 0-1 0 0,-1 0 0 0 0,1-1 1 0 0,0 1-1 0 0,-1 0 0 0 0,1 0 0 0 0,0 0 1 0 0,0 0-1 0 0,0-1 0 0 0,0 1 1 0 0,0 0-1 0 0,0 0 0 0 0,0 0 0 0 0,0-1 1 0 0,0 1-1 0 0,1 0 0 0 0,-1 0 1 0 0,0 0-1 0 0,2-2 0 0 0,4-4-11 0 0,0 2-1 0 0,1-1 0 0 0,0 1 1 0 0,0 0-1 0 0,1 0 1 0 0,-1 1-1 0 0,1 0 0 0 0,0 0 1 0 0,0 1-1 0 0,15-5 0 0 0,14-1-52 0 0,42-7-1 0 0,-54 12 23 0 0,-20 3 7 0 0,0 0-1 0 0,1 0 1 0 0,-1 1 0 0 0,1 0-1 0 0,0 0 1 0 0,-1 0 0 0 0,1 0 0 0 0,-1 1-1 0 0,1 0 1 0 0,7 3 0 0 0,-11-3 8 0 0,0 0 1 0 0,0 0-1 0 0,0 0 1 0 0,0 0-1 0 0,-1 0 1 0 0,1 1-1 0 0,0-1 1 0 0,-1 1-1 0 0,1-1 1 0 0,-1 1-1 0 0,1-1 1 0 0,-1 1-1 0 0,0 0 1 0 0,0 0-1 0 0,0 0 1 0 0,0 0-1 0 0,0 0 1 0 0,0 0-1 0 0,0 0 1 0 0,-1 0-1 0 0,1 0 1 0 0,-1 0-1 0 0,1 0 1 0 0,-1 0-1 0 0,0 0 1 0 0,0 0-1 0 0,0 3 1 0 0,-1 9 0 0 0,-1-1 1 0 0,0 0 0 0 0,0 0 0 0 0,-2 0-1 0 0,1 0 1 0 0,-2 0 0 0 0,0-1 0 0 0,0 1-1 0 0,-1-1 1 0 0,-8 12 0 0 0,-13 16 8 0 0,-43 53 0 0 0,-48 54 905 0 0,117-145-361 0 0,8-3-446 0 0,245-55 471 0 0,-206 44-450 0 0,18-5-11 0 0,-62 16-291 0 0,-1 0-106 0 0,0 1-1 0 0,1-1 1 0 0,-1 0-1 0 0,0 0 1 0 0,0 1-1 0 0,1-1 1 0 0,-1 0-1 0 0,0 0 1 0 0,0 0-1 0 0,0 0 1 0 0,0-1 0 0 0,1-1-1 0 0,0 0-174 0 0,8-6-1623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5188 0 0,'0'0'1079'0'0,"-5"1"-1115"0"0,0 1 21 0 0,1 1 0 0 0,-1 0-1 0 0,0 0 1 0 0,1 1 0 0 0,0-1 0 0 0,-1 1-1 0 0,2 0 1 0 0,-1 0 0 0 0,0 0-1 0 0,1 1 1 0 0,0-1 0 0 0,-5 9 0 0 0,7-12-1 0 0,-7 17 1968 0 0,0-14-1873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74 4948 0 0,'-15'-18'335'0'0,"11"17"-309"0"0,0 0 0 0 0,-1 0 1 0 0,1 0-1 0 0,-1 1 0 0 0,1-1 0 0 0,-1 1 0 0 0,1 0 0 0 0,-1 1 1 0 0,1-1-1 0 0,-1 1 0 0 0,1 0 0 0 0,0 0 0 0 0,-1 0 0 0 0,1 1 1 0 0,0 0-1 0 0,0-1 0 0 0,0 2 0 0 0,0-1 0 0 0,-6 5 0 0 0,1-2-32 0 0,1 1-1 0 0,1 0 0 0 0,-1 0 1 0 0,1 0-1 0 0,1 1 0 0 0,-1 0 1 0 0,1 1-1 0 0,-10 14 1 0 0,14-17-4 0 0,-4 4-5 0 0,1 0 0 0 0,0 1-1 0 0,1 0 1 0 0,0-1 0 0 0,-4 21-1 0 0,7-27 16 0 0,1 0 0 0 0,0 0 0 0 0,0-1 0 0 0,0 1 0 0 0,0 0-1 0 0,0 0 1 0 0,0-1 0 0 0,1 1 0 0 0,0 0 0 0 0,-1-1 0 0 0,1 1-1 0 0,0 0 1 0 0,0-1 0 0 0,1 1 0 0 0,-1-1 0 0 0,0 0 0 0 0,1 1-1 0 0,-1-1 1 0 0,1 0 0 0 0,0 0 0 0 0,0 0 0 0 0,0 0 0 0 0,0 0-1 0 0,0 0 1 0 0,0-1 0 0 0,1 1 0 0 0,-1-1 0 0 0,5 3 0 0 0,12 4 99 0 0,0 0 0 0 0,0-1 0 0 0,1-1 0 0 0,-1-1 0 0 0,1-1 0 0 0,0-1 0 0 0,1 0 0 0 0,-1-2 0 0 0,0 0 0 0 0,1-1 0 0 0,-1-1 0 0 0,38-8 0 0 0,-52 8-7 0 0,1 0 0 0 0,-1-1-1 0 0,0 0 1 0 0,0 0 0 0 0,0-1 0 0 0,0 0-1 0 0,-1 0 1 0 0,1 0 0 0 0,-1-1 0 0 0,1 0-1 0 0,-1 0 1 0 0,0 0 0 0 0,-1 0 0 0 0,1-1 0 0 0,-1 0-1 0 0,0 0 1 0 0,0 0 0 0 0,0 0 0 0 0,3-8-1 0 0,-5 8-53 0 0,0 1-1 0 0,0-1 1 0 0,-1 0-1 0 0,1 1 1 0 0,-1-1-1 0 0,0 0 0 0 0,0 0 1 0 0,-1 0-1 0 0,0 0 1 0 0,1 0-1 0 0,-2 0 0 0 0,1 0 1 0 0,-1 0-1 0 0,1 0 1 0 0,-1 0-1 0 0,-1 0 0 0 0,1 1 1 0 0,-1-1-1 0 0,1 0 1 0 0,-2 1-1 0 0,1-1 0 0 0,0 1 1 0 0,-1-1-1 0 0,0 1 1 0 0,0 0-1 0 0,0 0 0 0 0,0 1 1 0 0,-8-7-1 0 0,-7-4-9 0 0,-1 0 0 0 0,0 2 0 0 0,-1 0 0 0 0,0 1 0 0 0,-1 2 0 0 0,0 0 0 0 0,-30-9 0 0 0,27 10-28 0 0,-8 0-360 0 0,19 8-4876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5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90 6013 0 0,'0'0'-141'0'0,"-27"-26"231"0"0,18 18-27 0 0,0 1 0 0 0,-1 1 0 0 0,0-1 0 0 0,0 2 0 0 0,-1-1 0 0 0,0 1 0 0 0,0 1-1 0 0,0 0 1 0 0,0 1 0 0 0,0 0 0 0 0,-17-2 0 0 0,25 5-63 0 0,-31 11-6 0 0,28-10 4 0 0,0 0 0 0 0,0 1 0 0 0,1 0 0 0 0,-1 0 0 0 0,1 1 0 0 0,-8 4 0 0 0,7-3-8 0 0,0 0-1 0 0,0 1 1 0 0,1 0-1 0 0,-1 0 0 0 0,1 1 1 0 0,0-1-1 0 0,1 1 1 0 0,-1 0-1 0 0,1 1 1 0 0,0-1-1 0 0,-3 8 0 0 0,6-11 9 0 0,0-1 0 0 0,1 1-1 0 0,-1-1 1 0 0,0 1 0 0 0,1-1-1 0 0,0 1 1 0 0,-1-1 0 0 0,1 1-1 0 0,0 0 1 0 0,0-1-1 0 0,1 1 1 0 0,-1-1 0 0 0,0 1-1 0 0,1-1 1 0 0,-1 1 0 0 0,1-1-1 0 0,0 1 1 0 0,0-1-1 0 0,0 1 1 0 0,0-1 0 0 0,1 0-1 0 0,-1 0 1 0 0,1 0 0 0 0,-1 1-1 0 0,1-1 1 0 0,-1-1 0 0 0,1 1-1 0 0,0 0 1 0 0,0 0-1 0 0,0-1 1 0 0,0 1 0 0 0,1-1-1 0 0,-1 1 1 0 0,0-1 0 0 0,3 1-1 0 0,11 5 8 0 0,1 0 0 0 0,-1-1 0 0 0,1-1 0 0 0,0 0-1 0 0,28 3 1 0 0,-5-3 56 0 0,53 0-1 0 0,-87-5 12 0 0,0 0-1 0 0,0 0 0 0 0,0-1 1 0 0,1 0-1 0 0,-1 0 0 0 0,0 0 1 0 0,0-1-1 0 0,0 1 1 0 0,-1-1-1 0 0,8-4 0 0 0,-9 3 24 0 0,0 0-1 0 0,0 0 1 0 0,-1 0-1 0 0,0 0 0 0 0,1-1 1 0 0,-1 1-1 0 0,-1-1 1 0 0,1 0-1 0 0,0 0 0 0 0,-1 0 1 0 0,0 0-1 0 0,0 0 1 0 0,2-6-1 0 0,-2 3 223 0 0,0-1 0 0 0,0 0 1 0 0,-1 0-1 0 0,1-11 0 0 0,3-13 605 0 0,-4 30-797 0 0,-1 2-124 0 0,0 0-1 0 0,0 1 1 0 0,0-1-1 0 0,0 0 1 0 0,0 0 0 0 0,0 0-1 0 0,1 0 1 0 0,-1 0-1 0 0,0 0 1 0 0,0 0 0 0 0,0 0-1 0 0,0 0 1 0 0,0 0-1 0 0,1 0 1 0 0,-1 0-1 0 0,0 0 1 0 0,0 0 0 0 0,0 0-1 0 0,0 0 1 0 0,0 0-1 0 0,1 0 1 0 0,-1 0 0 0 0,0 0-1 0 0,0 0 1 0 0,0 0-1 0 0,0 0 1 0 0,0 0 0 0 0,1 0-1 0 0,-1 0 1 0 0,0 0-1 0 0,0 0 1 0 0,0 0-1 0 0,0 0 1 0 0,0 0 0 0 0,0 0-1 0 0,0-1 1 0 0,1 1-1 0 0,-1 0 1 0 0,0 0 0 0 0,0 0-1 0 0,0 0 1 0 0,0 0-1 0 0,0 0 1 0 0,0-1-1 0 0,0 1 1 0 0,0 0 0 0 0,0 0-1 0 0,0 0 1 0 0,0 0-1 0 0,0 0 1 0 0,0-1 0 0 0,0 1-1 0 0,0 0 1 0 0,0 0-1 0 0,0 0 1 0 0,0 0 0 0 0,0 0-1 0 0,0-1 1 0 0,0 1-1 0 0,0 0 1 0 0,0 0-1 0 0,0 0 1 0 0,0 0 0 0 0,0 0-1 0 0,0 0 1 0 0,0-1-1 0 0,0 1 1 0 0,8 20-25 0 0,-1 1-1 0 0,8 39 1 0 0,6 20 26 0 0,14 5-19 0 0,-22-56 15 0 0,-1 1 1 0 0,12 45 0 0 0,-23-70-153 0 0,0 0 0 0 0,0 1 0 0 0,-1-1 1 0 0,1 1-1 0 0,-1-1 0 0 0,0 0 0 0 0,-1 1 0 0 0,0 5 0 0 0,0-9-250 0 0,0 1-1 0 0,1-1 0 0 0,-1 0 1 0 0,0 1-1 0 0,0-1 1 0 0,-1 0-1 0 0,1 0 0 0 0,0 0 1 0 0,-1 0-1 0 0,1 0 1 0 0,-1 0-1 0 0,-2 2 0 0 0,-5 4-2417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8 6469 0 0,'0'0'-164'0'0,"0"0"160"0"0,0 0 0 0 0,0 0 1 0 0,-1 0-1 0 0,1 0 0 0 0,0 0 0 0 0,0 0 1 0 0,-1 0-1 0 0,1 0 0 0 0,0 0 1 0 0,0-1-1 0 0,0 1 0 0 0,-1 0 1 0 0,1 0-1 0 0,0 0 0 0 0,0 0 1 0 0,0 0-1 0 0,0 0 0 0 0,-1 0 1 0 0,1 0-1 0 0,0-1 0 0 0,0 1 0 0 0,0 0 1 0 0,0 0-1 0 0,-1 0 0 0 0,1 0 1 0 0,0-1-1 0 0,0 1 0 0 0,0 0 1 0 0,0 0-1 0 0,0 0 0 0 0,0 0 1 0 0,0-1-1 0 0,0 1 0 0 0,0 0 1 0 0,0 0-1 0 0,0 0 0 0 0,-1-1 0 0 0,1 1 1 0 0,0 0-1 0 0,0 0 0 0 0,0-1 1 0 0,0 1-1 0 0,1 0 0 0 0,-1 0 1 0 0,0 0-1 0 0,0-1 0 0 0,0 1 1 0 0,0 0-1 0 0,-45 28-18 0 0,-79 66-1 0 0,97-72 19 0 0,-252 217-132 0 0,250-218-2445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845 0 4472 0 0,'0'0'-160'0'0,"-7"3"-66"0"0,-7 3 206 0 0,0 1-1 0 0,1 1 1 0 0,0 0-1 0 0,0 0 1 0 0,-13 13-1 0 0,-64 62 223 0 0,18-16 9 0 0,-59 48 225 0 0,-196 162 329 0 0,288-242-651 0 0,28-25-214 0 0,-1 1 0 0 0,0-1 0 0 0,0-1 0 0 0,-24 14 0 0 0,34-22-1021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1100 0 3536 0 0,'0'0'-128'0'0,"-2"6"23"0"0,-10 18 154 0 0,0 0-1 0 0,-2-2 1 0 0,-25 33-1 0 0,-62 67 421 0 0,44-57-285 0 0,-271 289 854 0 0,-26-25-299 0 0,306-284-631 0 0,-47 40 210 0 0,74-76-487 0 0,4-1-3175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1306 0 3624 0 0,'0'0'31'0'0,"-79"89"1318"0"0,-374 339-715 0 0,49-59-92 0 0,130-115-227 0 0,263-244-813 0 0,1-1 0 0 0,-2-1-1 0 0,1 0 1 0 0,-1 0 0 0 0,-15 6 0 0 0,14-10-1152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8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1524 10 4716 0 0,'0'0'-90'0'0,"1"-7"30"0"0,-2 5 3 0 0,-2 7-309 0 0,-17 34 534 0 0,-3-1 0 0 0,-42 55-1 0 0,-72 73 297 0 0,-252 227 459 0 0,179-191-539 0 0,-409 451 320 0 0,570-604-4121 0 0,40-45 1569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1605 0 4884 0 0,'-5'4'-152'0'0,"-21"21"41"0"0,1 1 0 0 0,1 1 0 0 0,-24 36 0 0 0,-3 3 208 0 0,-190 210 1012 0 0,-413 365-1 0 0,198-171-510 0 0,394-405-3738 0 0,49-53 936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9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1690 5 5621 0 0,'0'0'-5'0'0,"-1"0"0"0"0,1 0 0 0 0,0 0 0 0 0,0 0 0 0 0,0 0 0 0 0,0 0 0 0 0,0 0 0 0 0,-1 0 0 0 0,1 0 0 0 0,0 0 0 0 0,0 0 0 0 0,0 0 0 0 0,0 0 0 0 0,-1 0 0 0 0,1 0 0 0 0,0 0 0 0 0,0 0 0 0 0,0 0 0 0 0,0 0 0 0 0,0 0 0 0 0,-1 0 0 0 0,1 0 0 0 0,0-1 0 0 0,0 1 0 0 0,0 0 0 0 0,0 0 0 0 0,0 0 0 0 0,0 0 0 0 0,-1 0 0 0 0,1 0 0 0 0,0 0 0 0 0,0-1 0 0 0,0 1 0 0 0,0 0 0 0 0,0 0 1 0 0,0 0-1 0 0,0 0 0 0 0,0 0 0 0 0,0-1 0 0 0,0 1 0 0 0,0 0 0 0 0,0 0 0 0 0,0 0 0 0 0,0 0 0 0 0,0 0 0 0 0,0-1 0 0 0,0 1 0 0 0,-194 200-71 0 0,93-92 122 0 0,-11 11 67 0 0,-159 161 259 0 0,-597 601 663 0 0,864-877-1059 0 0,-8 10-582 0 0,-2 0 1 0 0,0-1-1 0 0,0 0 1 0 0,-1-1-1 0 0,-31 19 1 0 0,27-24-754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0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2108 9 4216 0 0,'0'0'204'0'0,"-4"-2"-168"0"0,-17-5 31 0 0,13 12-40 0 0,-44 25 98 0 0,-91 72-1 0 0,-45 58 217 0 0,157-133-294 0 0,-373 357 662 0 0,19 22 38 0 0,135-140-308 0 0,-218 260 366 0 0,337-340-3055 0 0,119-171 427 0 0,2-6-135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2086 1 5188 0 0,'-236'247'-500'0'0,"75"-70"792"0"0,-39 35 139 0 0,-88 89 183 0 0,-162 116 157 0 0,148-142-322 0 0,-39 28-744 0 0,334-298 232 0 0,7-5 62 0 0,-11 11-731 0 0,-1-2 0 0 0,0 1 0 0 0,0-2 0 0 0,-25 13 0 0 0,21-14-638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0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2621 0 4212 0 0,'-114'94'-231'0'0,"-117"123"0"0"0,-85 124 835 0 0,301-323-581 0 0,-160 179 352 0 0,-221 238 520 0 0,-111 67 83 0 0,3-4-72 0 0,395-386-674 0 0,-85 84-650 0 0,191-193 317 0 0,-2 2-315 0 0,1 0-1 0 0,-1-1 0 0 0,0 0 0 0 0,0 0 0 0 0,-1 0 0 0 0,1-1 1 0 0,-7 3-1 0 0,2-2-1637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2518 1 5256 0 0,'0'0'-218'0'0,"-7"5"-328"0"0,-46 32 400 0 0,3 3 0 0 0,-55 56 0 0 0,-93 109 408 0 0,131-133-156 0 0,-770 769 1355 0 0,137-128-442 0 0,588-595-870 0 0,-145 143-193 0 0,238-241-159 0 0,8-8-372 0 0,-1 0-1 0 0,0-1 1 0 0,0 0-1 0 0,-1-1 0 0 0,-26 16 1 0 0,25-22-920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2537 1 4324 0 0,'0'0'-205'0'0,"-9"3"-162"0"0,-12 4 350 0 0,0 2 0 0 0,0 0-1 0 0,1 2 1 0 0,-28 18 0 0 0,-80 65 68 0 0,93-67-10 0 0,-595 518 834 0 0,40 44 152 0 0,328-322-620 0 0,-200 168 209 0 0,436-413-1042 0 0,-1-2 0 0 0,-1 0 0 0 0,-1-2 0 0 0,0-2 0 0 0,-2 0-1 0 0,-46 16 1 0 0,34-21-1418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2627 0 5124 0 0,'-11'5'-238'0'0,"0"0"0"0"0,1 1 0 0 0,0 0 0 0 0,-17 14 0 0 0,-56 46 362 0 0,47-36-190 0 0,-568 507 585 0 0,40 43 327 0 0,-392 481 530 0 0,681-732-1332 0 0,235-292-3051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2136 1 4876 0 0,'-74'60'-390'0'0,"-71"77"0"0"0,-55 78 467 0 0,57-60 64 0 0,-48 53 159 0 0,-160 161 286 0 0,-427 346 362 0 0,744-684-1667 0 0,-2-2 1 0 0,-1-1-1 0 0,-76 43 1 0 0,80-58-700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2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2491 1 4484 0 0,'-123'88'-183'0'0,"-163"154"-1"0"0,-90 128 895 0 0,25-21-16 0 0,11-48-106 0 0,53-49-162 0 0,-102 112 190 0 0,188-174-431 0 0,179-170-1017 0 0,0-2-1 0 0,-2-1 1 0 0,-32 19-1 0 0,42-27-1328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1709 1 5244 0 0,'-268'278'-498'0'0,"121"-130"538"0"0,-554 534 681 0 0,576-563-556 0 0,-210 184 384 0 0,327-296-844 0 0,0 0 1 0 0,0 0 0 0 0,-1-1-1 0 0,0-1 1 0 0,0 1 0 0 0,0-1 0 0 0,-1-1-1 0 0,1 1 1 0 0,-1-2 0 0 0,-18 5 0 0 0,13-7-834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3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1182 1 4068 0 0,'-14'17'-60'0'0,"-2"1"-1"0"0,0-2 1 0 0,0 0-1 0 0,-36 25 1 0 0,6-3 112 0 0,-262 192 483 0 0,181-141-326 0 0,-337 233 335 0 0,445-308-1232 0 0,-1-1-1 0 0,0-1 0 0 0,-27 11 0 0 0,31-17 194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0 3348 0 0,'-34'34'24'0'0,"-7"0"8"0"0,-2 5 4 0 0,-4-3-8 0 0,3 1 28 0 0,-3-4 32 0 0,7 1-8 0 0,-4 0-12 0 0,1-1 0 0 0,2-2-20 0 0,-6 0-16 0 0,1-3-48 0 0,-4-3-96 0 0,-3-2-288 0 0,0-3-752 0 0,12-9 780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3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 0 3276 0 0,'-34'31'-56'0'0,"-10"3"16"0"0,4 2 32 0 0,-10-2 60 0 0,3 2 12 0 0,0 1 4 0 0,0-1 8 0 0,1-2-16 0 0,-4 3-8 0 0,3-4-8 0 0,0-2 4 0 0,1-3 12 0 0,-1-5-64 0 0,9-9-172 0 0,10-3-416 0 0,0-8-404 0 0,10-3 924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3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0 3072 0 0,'-28'12'92'0'0,"0"-1"-4"0"0,3 0-16 0 0,-9 3-8 0 0,-1 3 40 0 0,-11 3-4 0 0,8-4-20 0 0,-5 10 16 0 0,-1-4-36 0 0,3 1-12 0 0,-2-1 20 0 0,9-5-4 0 0,2-3-32 0 0,11-3-104 0 0,-4 0-156 0 0,6-5-472 0 0,0 0-336 0 0,7-6 888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4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749 0 3012 0 0,'-25'17'96'0'0,"0"3"-40"0"0,-16 8 4 0 0,-9 0-4 0 0,0 5 48 0 0,-18 7 8 0 0,2 2 16 0 0,1 0-32 0 0,0-3-8 0 0,2 0-24 0 0,13-8-12 0 0,0 0 28 0 0,10-6-72 0 0,9-11-124 0 0,3-2-376 0 0,9-10-668 0 0,7-2 772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4:1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0 3536 0 0,'-44'23'120'0'0,"-9"2"0"0"0,-12 11-20 0 0,-1 4-16 0 0,-2-4-20 0 0,15-2 12 0 0,6-6-56 0 0,4-3-216 0 0,11-5-712 0 0,7-3-120 0 0,7-9 896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21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78 453 3452 0 0,'0'0'800'0'0,"-6"-3"-624"0"0,-17-10-4 0 0,17 9 13 0 0,5 4-147 0 0,0 0 0 0 0,0 0 0 0 0,0 0-1 0 0,0 0 1 0 0,0 0 0 0 0,0 0 0 0 0,0 0 0 0 0,0-1-1 0 0,0 1 1 0 0,0 0 0 0 0,0-1 0 0 0,0 1 0 0 0,0-1-1 0 0,0 1 1 0 0,0-1 0 0 0,0 1 0 0 0,0-1 0 0 0,0 0-1 0 0,1 1 1 0 0,-1-1 0 0 0,-1-1 0 0 0,-15-18 1496 0 0,16 18-706 0 0,1 2-819 0 0,0 0 0 0 0,0 0 0 0 0,-1 0 0 0 0,1 0 0 0 0,0 0 0 0 0,0 0 0 0 0,0 0 0 0 0,0 0 0 0 0,0 0 0 0 0,0 0 0 0 0,0 0 0 0 0,0-1 0 0 0,-1 1 0 0 0,1 0 0 0 0,0 0 0 0 0,0 0-1 0 0,0 0 1 0 0,0 0 0 0 0,0 0 0 0 0,0 0 0 0 0,0-1 0 0 0,0 1 0 0 0,0 0 0 0 0,0 0 0 0 0,0 0 0 0 0,0 0 0 0 0,0 0 0 0 0,0 0 0 0 0,0-1 0 0 0,0 1 0 0 0,0 0 0 0 0,0 0 0 0 0,0 0-1 0 0,0 0 1 0 0,0 0 0 0 0,0 0 0 0 0,0-1 0 0 0,0 1 0 0 0,0 0 0 0 0,0 0 0 0 0,0 0 0 0 0,0 0 0 0 0,1 0 0 0 0,-1 0 0 0 0,0 0 0 0 0,0 0 0 0 0,0-1 0 0 0,0 1 0 0 0,0 0 0 0 0,0 0 0 0 0,0 0-1 0 0,0 0 1 0 0,1 0 0 0 0,-1 0 0 0 0,0 0 0 0 0,0 0 0 0 0,0 0 0 0 0,0 0 0 0 0,0 0 0 0 0,1 0 0 0 0,8-10 739 0 0,-6 7-866 0 0,17-5 159 0 0,0 0 1 0 0,1 1-1 0 0,0 1 1 0 0,41-5 0 0 0,-32 5-26 0 0,450-51 97 0 0,-427 52-109 0 0,486-64 102 0 0,-166 31-46 0 0,-259 30-10 0 0,67-5-20 0 0,242-24 81 0 0,-2-14-43 0 0,1 29-43 0 0,970 19 387 0 0,-576 0-217 0 0,-293-11-128 0 0,-164 4-47 0 0,-188 3-22 0 0,684 18 39 0 0,-408 9-22 0 0,34-29 28 0 0,-373 4-40 0 0,714 35 3 0 0,-186 5 12 0 0,-503-30-17 0 0,562 23 58 0 0,-89-23 194 0 0,105 4 130 0 0,-269 2 637 0 0,-437-11-2226 0 0,-9-1 278 0 0,-23-3-486 0 0,-53-4-2393 0 0,75 7 3246 0 0,-38-4-2143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2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2927 5849 0 0,'0'0'-409'0'0,"8"9"-1958"0"0,-6-9 2386 0 0,1 1-1 0 0,-1-1 1 0 0,0 0-1 0 0,0 0 1 0 0,0 0 0 0 0,1 0-1 0 0,-1 0 1 0 0,0 0-1 0 0,0-1 1 0 0,0 1 0 0 0,0-1-1 0 0,1 1 1 0 0,3-3-1 0 0,35-14 368 0 0,-30 12-318 0 0,56-18-79 0 0,115-24 1 0 0,-33 22 26 0 0,-61 10 26 0 0,-27 6 15 0 0,0-3 0 0 0,-1-2-1 0 0,76-29 1 0 0,132-78 566 0 0,-110 48-483 0 0,-80 35-68 0 0,-68 34-25 0 0,0-1 1 0 0,-1 1-1 0 0,1-2 1 0 0,13-10 0 0 0,8-3 70 0 0,76-45 173 0 0,-61 35-192 0 0,64-31 0 0 0,179-101 367 0 0,-202 107-156 0 0,181-117 70 0 0,-203 126-214 0 0,-1-3-1 0 0,-3-2 1 0 0,71-76-1 0 0,42-51 5 0 0,207-172 114 0 0,-129 108-133 0 0,25 14-74 0 0,-266 219-75 0 0,252-171 52 0 0,-249 170-48 0 0,19-13-20 0 0,0 2-1 0 0,51-22 1 0 0,-14 10 0 0 0,-32 14 6 0 0,47-15 0 0 0,-59 23 14 0 0,84-26-13 0 0,-84 29 9 0 0,42-17 0 0 0,-4 1 0 0 0,149-42-12 0 0,-126 38 11 0 0,27 1-15 0 0,15-2 25 0 0,-42 17-39 0 0,11 2 24 0 0,-61 6-4 0 0,27 1-8 0 0,29 7 4 0 0,122 21 1 0 0,-98-9 34 0 0,413 75-107 0 0,-231-4 18 0 0,-258-75 61 0 0,90 33 4 0 0,149 73 0 0 0,-83-20-2 0 0,-37-26 47 0 0,41 19-66 0 0,-139-56 9 0 0,100 75 0 0 0,-116-77 2 0 0,123 100 18 0 0,-96-74 0 0 0,-44-38-4 0 0,-1 2 1 0 0,37 39 0 0 0,19 20 2 0 0,-21-24-6 0 0,-22-20 5 0 0,53 37 0 0 0,-52-43-15 0 0,53 53-1 0 0,-57-46 21 0 0,73 57-1 0 0,-69-62-13 0 0,16 12 0 0 0,95 65-6 0 0,-104-75 7 0 0,-38-28 6 0 0,1 1 1 0 0,0-2-1 0 0,24 13 0 0 0,69 37-9 0 0,-23-22 15 0 0,-26-12 10 0 0,5-3-23 0 0,71 20 9 0 0,-40-15 6 0 0,217 41-4 0 0,-114-36 14 0 0,-52-11 5 0 0,195 30 16 0 0,55 10-30 0 0,-157-26-28 0 0,36 7 32 0 0,210 32 10 0 0,-275-46-20 0 0,-154-21 64 0 0,-50-5-22 0 0,5 2 290 0 0,-1-1-4542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76 6033 0 0,'-13'-36'-953'0'0,"8"20"898"0"0,4 15 47 0 0,-5-22-450 0 0,9 54 424 0 0,0-12 17 0 0,-1 27-20 0 0,3 0 0 0 0,11 50 0 0 0,-8-50 38 0 0,-4-25-5 0 0,4 28 16 0 0,1-1 0 0 0,20 55 0 0 0,-14-53 14 0 0,17 96-1 0 0,-20-81-9 0 0,-11-63-16 0 0,46 282 134 0 0,-27-101-81 0 0,28 143-25 0 0,-46-304-25 0 0,42 333 106 0 0,-39-315-115 0 0,5 22-5 0 0,12 65 40 0 0,1-8-39 0 0,-14-61 24 0 0,3 10 288 0 0,-12-67-218 0 0,1 1-76 0 0,1 4 181 0 0,-1-10-1481 0 0,3-32-21 0 0,4-2 351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16 3892 0 0,'-2'-13'-58'0'0,"-2"11"-3"0"0,-8 18-9 0 0,7-8 87 0 0,-15 24-36 0 0,1 1 1 0 0,-26 63 0 0 0,1 1-1 0 0,-14 14 38 0 0,-106 195-50 0 0,127-239 64 0 0,22-37-165 0 0,-31 44 1 0 0,40-67-1139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0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783 3 2732 0 0,'0'0'18'0'0,"1"-1"0"0"0,0 1-1 0 0,0 0 1 0 0,0-1 0 0 0,0 1 0 0 0,0 0-1 0 0,0 0 1 0 0,0 0 0 0 0,0 0 0 0 0,0 0-1 0 0,0 0 1 0 0,0 0 0 0 0,0 0 0 0 0,0 0-1 0 0,0 0 1 0 0,2 1 0 0 0,-3 0-13 0 0,0-1 0 0 0,1 0 0 0 0,-1 1 0 0 0,0-1 0 0 0,0 0 0 0 0,0 1 0 0 0,0-1 0 0 0,0 0 0 0 0,1 1 0 0 0,-1-1 0 0 0,0 1 0 0 0,0-1 0 0 0,0 0 0 0 0,0 1 0 0 0,0-1 0 0 0,0 1 0 0 0,0-1 0 0 0,0 0 0 0 0,-1 1 0 0 0,1-1 0 0 0,0 1 0 0 0,0-1 0 0 0,0 0 0 0 0,0 1 0 0 0,0-1 0 0 0,-1 0 0 0 0,1 1 0 0 0,0 0 0 0 0,-27 37 83 0 0,15-23-15 0 0,-396 523 500 0 0,284-380-453 0 0,32-39-44 0 0,35-42-14 0 0,-9 13 11 0 0,66-89-154 0 0,-1 0-97 0 0,0 1 0 0 0,0 0 0 0 0,0-1-1 0 0,0 1 1 0 0,0-1 0 0 0,0 0 0 0 0,-1 1 0 0 0,1-1 0 0 0,0 0 0 0 0,-3 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845 4 2896 0 0,'13'-3'-9'0'0,"-10"3"113"0"0,-3 3-47 0 0,0 0-41 0 0,0 1 0 0 0,0-1 0 0 0,-1 0 1 0 0,1 0-1 0 0,-1 0 0 0 0,0 0 0 0 0,0 0 0 0 0,0 0 0 0 0,0 0 0 0 0,0 0 0 0 0,-1 0 0 0 0,1 0 0 0 0,-1 0 0 0 0,0-1 0 0 0,-2 4 0 0 0,-41 44 136 0 0,22-25-83 0 0,-186 208 353 0 0,-48 56-57 0 0,2 44-54 0 0,243-317-310 0 0,5-6-44 0 0,-1-1-1 0 0,1 2 0 0 0,1-1 0 0 0,-7 15 0 0 0,12-24-213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855 1 3420 0 0,'-1'3'-43'0'0,"-4"10"72"0"0,-1 0-1 0 0,0 0 1 0 0,-1 0-1 0 0,0-1 1 0 0,-15 19 0 0 0,-54 58 160 0 0,48-58-144 0 0,-337 342 494 0 0,168-179-314 0 0,81-84-71 0 0,98-96-2365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804 1 3196 0 0,'1'0'0'0'0,"-1"0"-1"0"0,0 0 0 0 0,1 0 1 0 0,-1 0-1 0 0,0 1 0 0 0,1-1 1 0 0,-1 0-1 0 0,0 0 0 0 0,0 1 1 0 0,1-1-1 0 0,-1 0 0 0 0,0 1 1 0 0,0-1-1 0 0,1 0 0 0 0,-1 0 1 0 0,0 1-1 0 0,0-1 0 0 0,0 0 1 0 0,1 1-1 0 0,-1-1 0 0 0,0 1 1 0 0,0-1-1 0 0,0 0 0 0 0,0 1 1 0 0,0-1-1 0 0,0 0 0 0 0,0 1 1 0 0,0-1-1 0 0,0 1 0 0 0,0-1 1 0 0,0 0-1 0 0,0 1 0 0 0,0-1 1 0 0,0 1-1 0 0,0-1 0 0 0,0 0 1 0 0,0 1-1 0 0,-1-1 0 0 0,1 0 1 0 0,0 1-1 0 0,-17 23 43 0 0,-34 24 94 0 0,42-40-119 0 0,-603 526 938 0 0,493-430-957 0 0,118-103-260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 3228 0 0,'0'3'-75'0'0,"-1"6"112"0"0,-1 1 0 0 0,1 0-1 0 0,-1-1 1 0 0,-1 1 0 0 0,0-1 0 0 0,-1 0 0 0 0,1 0-1 0 0,-2 0 1 0 0,1 0 0 0 0,-11 14 0 0 0,-7 8 146 0 0,-39 41 0 0 0,-8-3 55 0 0,-151 115-1 0 0,99-88-101 0 0,100-79-148 0 0,3-1-220 0 0,0 0 0 0 0,-2-2 0 0 0,-32 19 1 0 0,50-32-790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767 0 3396 0 0,'-1'3'6'0'0,"1"1"0"0"0,-1-1 0 0 0,0 0 0 0 0,0 0 0 0 0,0 0-1 0 0,-1 0 1 0 0,1 0 0 0 0,-1 0 0 0 0,1 0 0 0 0,-1-1 0 0 0,0 1 0 0 0,0-1 0 0 0,-5 5-1 0 0,-37 34 248 0 0,34-33-208 0 0,-252 190 632 0 0,44-36-384 0 0,206-152-284 0 0,-162 123 50 0 0,151-121-2577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 1 2964 0 0,'13'2'-92'0'0,"-10"-2"40"0"0,-3 1 61 0 0,0-1 0 0 0,1 0 0 0 0,-1 0 0 0 0,0 0 0 0 0,1 0 0 0 0,-1 0 0 0 0,0 1 1 0 0,0-1-1 0 0,1 0 0 0 0,-1 0 0 0 0,0 0 0 0 0,0 1 0 0 0,0-1 0 0 0,1 0 0 0 0,-1 0 0 0 0,0 1 0 0 0,0-1 0 0 0,0 0 0 0 0,0 0 0 0 0,1 1 0 0 0,-1-1 0 0 0,0 0 0 0 0,0 0 0 0 0,0 1 0 0 0,0-1 0 0 0,0 0 0 0 0,0 1 0 0 0,0-1 0 0 0,0 0 0 0 0,0 1 0 0 0,0-1 0 0 0,0 0 0 0 0,0 1 0 0 0,0-1 0 0 0,0 0 0 0 0,0 0 0 0 0,0 1 1 0 0,-1-1-1 0 0,1 0 0 0 0,0 1 0 0 0,0-1 0 0 0,0 0 0 0 0,0 0 0 0 0,0 1 0 0 0,-1-1 0 0 0,1 0 0 0 0,0 0 0 0 0,0 0 0 0 0,-1 1 0 0 0,1-1 0 0 0,-25 23 298 0 0,-1 0 1 0 0,-57 36-1 0 0,-72 31 144 0 0,73-43-254 0 0,7-2-26 0 0,-67 37-97 0 0,137-79-155 0 0,-11 2-497 0 0,15-5-282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0 3420 0 0,'-2'4'1'0'0,"-5"8"66"0"0,0 0 1 0 0,-1 0-1 0 0,0 0 0 0 0,-1-1 1 0 0,0 0-1 0 0,-1-1 0 0 0,-14 12 1 0 0,-88 61 277 0 0,65-50-234 0 0,-20 15 24 0 0,-105 79 141 0 0,131-98-1195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3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2496 0 0,'6'8'444'0'0,"-6"4"-52"0"0,-16 4-160 0 0,4-4-44 0 0,-7 2-16 0 0,-9 3-12 0 0,0 2-28 0 0,-13 6-20 0 0,-5 3 8 0 0,-1-2-172 0 0,3-1-260 0 0,7-5-672 0 0,15-9-72 0 0,3 0 868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2668 0 0,'0'0'-148'0'0,"-19"23"-76"0"0,1-15 140 0 0,-1 3-508 0 0,-3 1 40 0 0,3-4 188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93 1596 0 0,'-7'4'172'0'0,"2"-2"2391"0"0,202-50-241 0 0,101 1-2330 0 0,-295 46 16 0 0,19-2-5 0 0,-17 4 0 0 0,-3-2 3 0 0,1 1 0 0 0,-1 0-1 0 0,1 0 1 0 0,-1 0 0 0 0,1 0 0 0 0,-1 1-1 0 0,1-1 1 0 0,0 1 0 0 0,-1 0 0 0 0,5 1 0 0 0,-8 1-1 0 0,0 1 1 0 0,0-1 0 0 0,-1 0 0 0 0,1 0 0 0 0,-1 0 0 0 0,1 0 0 0 0,-1 0 0 0 0,0 0-1 0 0,0-1 1 0 0,-1 1 0 0 0,1-1 0 0 0,0 1 0 0 0,-1-1 0 0 0,0 0 0 0 0,-4 3 0 0 0,-50 34 43 0 0,53-36-44 0 0,-480 327 61 0 0,479-327-61 0 0,-3 4 7 0 0,0-1 0 0 0,0-1 1 0 0,-14 7-1 0 0,20-11-18 0 0,2-1 4 0 0,0 1 1 0 0,0-1-1 0 0,1 0 1 0 0,-1 1 0 0 0,0-1-1 0 0,0 1 1 0 0,0-1-1 0 0,0 0 1 0 0,0 1 0 0 0,1-1-1 0 0,-1 0 1 0 0,0 1-1 0 0,0-1 1 0 0,1 0 0 0 0,-1 1-1 0 0,0-1 1 0 0,0 0 0 0 0,1 0-1 0 0,-1 1 1 0 0,0-1-1 0 0,1 0 1 0 0,-1 0 0 0 0,0 1-1 0 0,1-1 1 0 0,-1 0-1 0 0,0 0 1 0 0,1 0 0 0 0,-1 0-1 0 0,1 0 1 0 0,-1 0-1 0 0,1 1 1 0 0,33-6-40 0 0,421-74 338 0 0,-417 73-286 0 0,-6 0 145 0 0,-29 6-107 0 0,-1-1-368 0 0,0 1 1 0 0,0-1-1 0 0,1 1 0 0 0,-1-1 1 0 0,0 0-1 0 0,0 0 0 0 0,0 0 1 0 0,0 0-1 0 0,2-2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6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32 104 4908 0 0,'0'0'-244'0'0,"-4"0"-293"0"0,-23 0 660 0 0,54-9-99 0 0,0 0 1 0 0,0 2-1 0 0,42-6 0 0 0,-33 7 67 0 0,62-19 1 0 0,-32 11 476 0 0,-64 13-492 0 0,1 1-51 0 0,0 0 1 0 0,0 0-1 0 0,0 0 0 0 0,1 0 1 0 0,-1-1-1 0 0,0 0 0 0 0,0 1 1 0 0,0-1-1 0 0,0 0 1 0 0,0-1-1 0 0,4-1 0 0 0,6-6-2854 0 0,-11 8 2036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7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3308 0 0,'0'0'0'0'0,"10"-3"93"0"0,202-63 511 0 0,-132 42-387 0 0,62-15-1733 0 0,-136 38 1069 0 0,12-4 44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105 211 2932 0 0,'-13'0'17'0'0,"11"0"0"0"0,-2 0 1 0 0,-4 1 328 0 0,-1-1 0 0 0,1 1 0 0 0,-1-2 0 0 0,1 1 0 0 0,0-1 0 0 0,-17-4 0 0 0,23 4-9 0 0,1 1-320 0 0,0-1 1 0 0,1 1 0 0 0,-1 0-1 0 0,1-1 1 0 0,-1 1 0 0 0,1-1 0 0 0,0 1-1 0 0,-1 0 1 0 0,1-1 0 0 0,-1 1-1 0 0,1-1 1 0 0,0 1 0 0 0,-1-1 0 0 0,1 1-1 0 0,0-1 1 0 0,0 0 0 0 0,-1 1-1 0 0,1-1 1 0 0,0 1 0 0 0,0-1 0 0 0,0 1-1 0 0,0-1 1 0 0,0 0 0 0 0,0 1-1 0 0,0-1 1 0 0,0 0 0 0 0,0 1 0 0 0,0-2-1 0 0,2-21 233 0 0,1 17-231 0 0,1 0 0 0 0,0 1 0 0 0,-1-1 0 0 0,1 1 1 0 0,1 0-1 0 0,-1 0 0 0 0,1 1 0 0 0,5-5 0 0 0,50-35 31 0 0,-26 20-33 0 0,-26 18-26 0 0,-1 0 0 0 0,1 1 0 0 0,0 0 0 0 0,1 0 0 0 0,-1 1 0 0 0,1 0 0 0 0,0 0 0 0 0,13-3 0 0 0,-18 7 0 0 0,-1-1 0 0 0,1 1 0 0 0,0 1 1 0 0,0-1-1 0 0,0 0 0 0 0,0 1 0 0 0,-1 0 0 0 0,1 0 0 0 0,0 0 0 0 0,-1 0 1 0 0,1 1-1 0 0,-1-1 0 0 0,6 4 0 0 0,-5-2 8 0 0,-1-1 1 0 0,1 1-1 0 0,-1 0 1 0 0,0 0-1 0 0,0 0 1 0 0,0 1-1 0 0,0-1 1 0 0,-1 1-1 0 0,1-1 1 0 0,-1 1-1 0 0,0 0 1 0 0,0 0-1 0 0,0 0 1 0 0,0 0-1 0 0,1 7 1 0 0,-2-4 3 0 0,0 0-1 0 0,0 0 1 0 0,-1 1 0 0 0,0-1-1 0 0,0 0 1 0 0,-1 0 0 0 0,0 1-1 0 0,-3 11 1 0 0,-2 1 8 0 0,0-1 0 0 0,-2 1 0 0 0,-1-1 0 0 0,0-1 0 0 0,-18 27 0 0 0,4-13 46 0 0,-2-2 1 0 0,-1 0-1 0 0,-58 50 0 0 0,20-17 1149 0 0,63-62-826 0 0,7-4-317 0 0,45-21 50 0 0,1 2 0 0 0,79-21 0 0 0,-41 14 13 0 0,-5 0 25 0 0,-83 28-198 0 0,14-2-7166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 6033 0 0,'0'0'-278'0'0,"-1"-3"-655"0"0,0 1 931 0 0,0 0 0 0 0,0 0 0 0 0,0 1 1 0 0,0-1-1 0 0,0 0 0 0 0,0 0 0 0 0,-1 0 0 0 0,1 1 0 0 0,-1-1 1 0 0,-1-1-1 0 0,1 2 106 0 0,-4 3-98 0 0,3-1-6 0 0,-3 2 5 0 0,-1-1 0 0 0,1 1 0 0 0,0 1 0 0 0,0-1 0 0 0,-6 6 0 0 0,11-8 2 0 0,-14 11 56 0 0,42-22 1 0 0,-21 8 494 0 0,-8 7-542 0 0,-14 25 21 0 0,16-29 141 0 0,-10 11-1817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39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299 107 5352 0 0,'0'0'-331'0'0,"-6"-8"217"0"0,4 3 243 0 0,0 0 0 0 0,0 0 0 0 0,-1 1 0 0 0,0-1 1 0 0,1 1-1 0 0,-1-1 0 0 0,-1 1 0 0 0,1 0 0 0 0,-1 0 0 0 0,1 1 0 0 0,-1-1 0 0 0,-8-5 0 0 0,4 3-73 0 0,0 0 0 0 0,-1 1 1 0 0,0 0-1 0 0,0 0 0 0 0,-16-5 0 0 0,22 9-47 0 0,-4 2-11 0 0,1-1 0 0 0,0 1 0 0 0,0 1 0 0 0,0-1 0 0 0,0 1 0 0 0,0 0 0 0 0,0 1 0 0 0,0-1 0 0 0,0 1 0 0 0,1 0 0 0 0,-1 1 0 0 0,1-1 0 0 0,-7 7 0 0 0,-1 1-24 0 0,1 1-1 0 0,0 0 1 0 0,-17 24-1 0 0,26-31 4 0 0,0 1 0 0 0,1-1-1 0 0,0 1 1 0 0,0 0 0 0 0,0 0-1 0 0,-2 11 1 0 0,3-10 6 0 0,1-4 14 0 0,1 0-1 0 0,0 0 1 0 0,0-1-1 0 0,0 1 1 0 0,1 0-1 0 0,-1-1 1 0 0,0 1-1 0 0,1 0 1 0 0,0-1-1 0 0,0 0 1 0 0,-1 1-1 0 0,1-1 1 0 0,1 0-1 0 0,-1 0 1 0 0,3 2-1 0 0,6 3 4 0 0,-1-1-1 0 0,1 0 0 0 0,1-1 1 0 0,-1 0-1 0 0,1 0 0 0 0,0-2 0 0 0,0 1 1 0 0,0-1-1 0 0,0-1 0 0 0,20 1 1 0 0,-6-2 29 0 0,-1 0 0 0 0,1-2 0 0 0,-1-1 0 0 0,32-7 0 0 0,-43 6 34 0 0,-1 0 1 0 0,0-1 0 0 0,0 0 0 0 0,-1-1-1 0 0,1 0 1 0 0,21-14 0 0 0,-28 15 31 0 0,1-1 0 0 0,-2 0 0 0 0,1 0 0 0 0,0 0 0 0 0,-1 0 0 0 0,0-1-1 0 0,-1 0 1 0 0,1 0 0 0 0,-1-1 0 0 0,0 1 0 0 0,0-1 0 0 0,-1 0 0 0 0,5-13 0 0 0,-7 18-69 0 0,0-1 0 0 0,-1 1 0 0 0,1-1 0 0 0,0 1 0 0 0,-1-1 0 0 0,1 1 0 0 0,-1-1 0 0 0,0 1 0 0 0,0-1 0 0 0,0 1-1 0 0,0-1 1 0 0,-1 1 0 0 0,1-1 0 0 0,-1 1 0 0 0,1-1 0 0 0,-1 1 0 0 0,0-1 0 0 0,0 1 0 0 0,0 0 0 0 0,0-1 0 0 0,0 1 0 0 0,0 0 0 0 0,-1 0 0 0 0,1 0 0 0 0,-1 0 0 0 0,0 0 0 0 0,0 0-1 0 0,1 0 1 0 0,-1 1 0 0 0,0-1 0 0 0,0 0 0 0 0,-1 1 0 0 0,1 0 0 0 0,0 0 0 0 0,0-1 0 0 0,-1 1 0 0 0,1 1 0 0 0,0-1 0 0 0,-1 0 0 0 0,1 0 0 0 0,-1 1 0 0 0,1 0 0 0 0,-4-1 0 0 0,-27-3-3 0 0,0 1-1 0 0,0 1 1 0 0,0 2 0 0 0,0 1 0 0 0,0 2 0 0 0,-43 8 0 0 0,48-8-384 0 0,17-2-4714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8:55:40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65 5889 0 0,'0'0'-190'0'0,"-3"-3"-184"0"0,-7-6 365 0 0,7 7 3 0 0,2 0 11 0 0,0 1-1 0 0,1 0 0 0 0,-1 0 1 0 0,0 0-1 0 0,0-1 0 0 0,0 1 1 0 0,0 0-1 0 0,0 0 0 0 0,0 0 1 0 0,-1 1-1 0 0,1-1 0 0 0,0 0 1 0 0,0 0-1 0 0,-1 1 0 0 0,1-1 1 0 0,0 0-1 0 0,-2 0 0 0 0,-23-8 89 0 0,26 8-91 0 0,-1 1-2 0 0,-9-4 20 0 0,-1 0 0 0 0,0 0 0 0 0,0 1 0 0 0,-1 1 0 0 0,1 0 0 0 0,-1 0 0 0 0,1 1 0 0 0,-22 1 0 0 0,25 0-22 0 0,1 0 0 0 0,0 0 1 0 0,0 1-1 0 0,-1 1 0 0 0,1-1 0 0 0,0 1 0 0 0,0 0 0 0 0,1 1 0 0 0,-1-1 0 0 0,0 2 0 0 0,-9 4 0 0 0,-1 3-3 0 0,9-6-4 0 0,0 0-1 0 0,0 1 0 0 0,0 0 1 0 0,0 1-1 0 0,1-1 1 0 0,0 2-1 0 0,1-1 1 0 0,-11 16-1 0 0,13-19 3 0 0,1 1 1 0 0,1-1-1 0 0,-1 1 0 0 0,1 0 1 0 0,0 0-1 0 0,0 0 0 0 0,0 0 0 0 0,1 0 1 0 0,-1 1-1 0 0,1-1 0 0 0,1 0 1 0 0,-1 1-1 0 0,1-1 0 0 0,0 1 1 0 0,0-1-1 0 0,0 0 0 0 0,2 8 0 0 0,-1-10 9 0 0,1 0-1 0 0,-1-1 1 0 0,1 1-1 0 0,0 0 1 0 0,0-1-1 0 0,0 1 1 0 0,0-1-1 0 0,0 1 1 0 0,0-1-1 0 0,1 0 1 0 0,-1 0-1 0 0,1 0 1 0 0,0 0-1 0 0,-1-1 1 0 0,1 1-1 0 0,0-1 1 0 0,0 1-1 0 0,0-1 1 0 0,0 0-1 0 0,0 0 1 0 0,0 0-1 0 0,5 0 1 0 0,6 2 12 0 0,1-1 0 0 0,-1-1 0 0 0,18 0 0 0 0,-22-1 31 0 0,1 0 1 0 0,-1-1-1 0 0,0-1 1 0 0,0 1 0 0 0,0-2-1 0 0,-1 1 1 0 0,1-1 0 0 0,0-1-1 0 0,11-6 1 0 0,-15 7 30 0 0,0-1 1 0 0,0 1-1 0 0,-1-2 1 0 0,1 1-1 0 0,-1 0 1 0 0,0-1-1 0 0,-1 0 1 0 0,1 0-1 0 0,-1-1 1 0 0,0 1-1 0 0,0-1 1 0 0,-1 0-1 0 0,1 0 1 0 0,2-7-1 0 0,27-90 1934 0 0,-29 78-1462 0 0,-4 25-540 0 0,0-1 1 0 0,0 1 0 0 0,1-1-1 0 0,-1 1 1 0 0,0-1-1 0 0,0 1 1 0 0,0-1-1 0 0,1 1 1 0 0,-1-1-1 0 0,0 1 1 0 0,0-1-1 0 0,1 1 1 0 0,-1 0-1 0 0,0-1 1 0 0,1 1 0 0 0,-1-1-1 0 0,1 1 1 0 0,-1 0-1 0 0,1-1 1 0 0,-1 1-1 0 0,0 0 1 0 0,2-1-1 0 0,-1 2-4 0 0,-1-1 0 0 0,1 1 0 0 0,0-1 0 0 0,0 0 0 0 0,-1 1 0 0 0,1 0-1 0 0,0-1 1 0 0,-1 1 0 0 0,1-1 0 0 0,-1 1 0 0 0,1 0 0 0 0,-1-1 0 0 0,1 1 0 0 0,-1 0-1 0 0,1 0 1 0 0,-1 0 0 0 0,1-1 0 0 0,-1 1 0 0 0,0 0 0 0 0,0 0 0 0 0,1 1 0 0 0,12 33-31 0 0,10 47 1 0 0,-14-48-3 0 0,23 58-1 0 0,53 72-20 0 0,-12-26 112 0 0,-62-116 80 0 0,-3-7-5880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3:58.1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461 114 24575,'-53'-20'0,"12"11"0,26 5 0,-1 1 0,1 0 0,-1 1 0,0 0 0,0 2 0,0 0 0,0 0 0,-29 6 0,31-3 0,1 0 0,0 2 0,-1-1 0,1 2 0,1 0 0,-1 0 0,1 1 0,-17 13 0,23-15 0,1 0 0,-1 0 0,2 1 0,-1-1 0,1 1 0,-1 0 0,2 1 0,-1-1 0,1 1 0,0-1 0,0 1 0,0 0 0,1 0 0,0 0 0,1 0 0,0 1 0,0-1 0,0 8 0,1-7 0,0 0 0,0 0 0,1 0 0,0 0 0,0 0 0,1 0 0,0 0 0,0 0 0,1-1 0,0 1 0,1-1 0,-1 0 0,8 11 0,-3-8 0,0-1 0,1-1 0,0 1 0,0-1 0,1-1 0,0 1 0,0-2 0,15 8 0,3 1 0,1-1 0,0-2 0,0-1 0,1-1 0,53 9 0,-40-9 0,-33-7 0,1 0 0,0-1 0,0 0 0,-1-1 0,22 0 0,175 0 0,-83 2 0,74 7 0,60-20 0,-244 10 0,0-1 0,-1 0 0,1-1 0,-1-1 0,0 0 0,1 0 0,-1-1 0,-1-1 0,1 0 0,-1-1 0,1 0 0,15-12 0,-22 13 0,-1 1 0,1-1 0,-1 0 0,0 0 0,0-1 0,-1 1 0,0-1 0,0 0 0,0 0 0,-1 0 0,1-1 0,-2 1 0,1-1 0,-1 0 0,0 0 0,0 0 0,-1 0 0,0 0 0,0 0 0,-1 0 0,1 0 0,-2-1 0,1 1 0,-1 0 0,-2-7 0,2 6 0,-1 1 0,-1 0 0,1 0 0,-1 0 0,-1 0 0,1 1 0,-1-1 0,0 1 0,0 0 0,-1 0 0,0 1 0,0-1 0,-1 1 0,1 0 0,-1 0 0,0 1 0,0-1 0,-10-4 0,-6-2 0,-1 1 0,-1 1 0,1 1 0,-32-6 0,-30-7 0,-126-15 0,121 23 0,-91-23 0,47 7 0,5 2 0,106 23-1365,2-2-5461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3:59.6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24575,'5'0'0,"5"0"0,5 4 0,5 2 0,3-1 0,2 0 0,1-6 0,-4-3-8191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4:03.7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558 79 24575,'0'-2'0,"0"-1"0,0 1 0,0 0 0,-1-1 0,1 1 0,-1 0 0,0-1 0,0 1 0,0 0 0,0 0 0,0 0 0,0 0 0,0 0 0,-1 0 0,1 0 0,-1 0 0,1 1 0,-4-4 0,0 2 0,1 0 0,-1 0 0,0 0 0,0 1 0,0-1 0,0 1 0,-10-2 0,-4 0 0,0 1 0,0 0 0,-31 1 0,18 3 0,1 1 0,0 1 0,0 2 0,0 1 0,0 1 0,1 2 0,-51 22 0,74-28 0,1 1 0,-1 0 0,1 1 0,0-1 0,0 1 0,0 0 0,1 1 0,0-1 0,0 1 0,0 0 0,1 1 0,-5 7 0,8-12 0,0 1 0,0-1 0,0 0 0,1 1 0,-1-1 0,0 0 0,1 1 0,0-1 0,0 1 0,-1-1 0,1 1 0,1-1 0,-1 1 0,0-1 0,1 0 0,-1 1 0,1-1 0,0 1 0,-1-1 0,1 0 0,0 0 0,1 1 0,-1-1 0,0 0 0,1 0 0,-1 0 0,1 0 0,-1 0 0,1-1 0,0 1 0,0 0 0,0-1 0,0 0 0,0 1 0,0-1 0,0 0 0,0 0 0,1 0 0,-1 0 0,5 1 0,21 8 0,1-2 0,0 0 0,31 3 0,14 4 0,-4 2 0,103 21 0,-121-30 0,-31-3 0,0-1 0,1-1 0,0-1 0,-1-1 0,1-1 0,0 0 0,39-8 0,-60 8 0,91-27 0,-84 23 0,0 1 0,0-1 0,-1 0 0,1-1 0,-1 0 0,0 0 0,0 0 0,-1-1 0,7-7 0,-11 11 0,-1 1 0,0-1 0,1 0 0,-1 0 0,0 0 0,0 0 0,0 0 0,0 0 0,0 0 0,-1 0 0,1 0 0,-1 0 0,1-1 0,-1 1 0,0 0 0,0 0 0,0-1 0,0 1 0,0 0 0,-1-4 0,0 2 0,0 1 0,-1-1 0,0 1 0,1 0 0,-1-1 0,0 1 0,-1 0 0,1 0 0,-1 0 0,1 1 0,-5-4 0,-2-2 0,-1 1 0,0 0 0,-1 1 0,1 0 0,-1 1 0,-20-7 0,-176-36 0,181 42 0,0 1 0,0 1 0,-1 1 0,1 1 0,-33 3 0,-51-5 0,96 0-1365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4:08.8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398 81 24575,'-28'0'0,"0"1"0,1 1 0,-51 10 0,67-9 0,0 1 0,0 0 0,0 0 0,1 1 0,-1 1 0,1-1 0,0 2 0,1-1 0,0 2 0,0-1 0,-14 16 0,9-9 0,2 1 0,0 0 0,0 0 0,1 1 0,1 1 0,-12 26 0,21-38 0,-1 0 0,0 1 0,1-1 0,0 0 0,0 1 0,1-1 0,0 0 0,0 1 0,0-1 0,0 1 0,1-1 0,0 0 0,0 1 0,0-1 0,1 0 0,0 0 0,0 0 0,0 0 0,0 0 0,1 0 0,0-1 0,0 1 0,0-1 0,1 0 0,-1 0 0,1 0 0,8 7 0,2 0 0,1 0 0,0-1 0,0-1 0,1 0 0,0-1 0,0-1 0,1 0 0,0-1 0,0-1 0,1-1 0,17 3 0,24-1 0,-1-1 0,61-5 0,-89 0 0,-18 0 0,1-2 0,-1 1 0,0-1 0,0-1 0,0 0 0,0-1 0,0 0 0,-1-1 0,1 0 0,-1-1 0,20-14 0,-26 17 0,-1-1 0,1 1 0,-1-1 0,0 0 0,0-1 0,0 1 0,0-1 0,-1 1 0,1-1 0,-2 0 0,1 0 0,0 0 0,-1-1 0,0 1 0,0-1 0,0 1 0,-1-1 0,0 0 0,0 0 0,0 1 0,-1-1 0,0 0 0,0 0 0,-1 0 0,1 1 0,-1-1 0,-2-7 0,-7-11 0,0 0 0,-2 1 0,0 0 0,-2 1 0,-1 0 0,0 1 0,-2 1 0,0 0 0,-1 1 0,-33-26 0,38 35 0,-1 0 0,0 1 0,-1 0 0,0 2 0,-1-1 0,1 2 0,-1 0 0,-1 1 0,-31-6 0,3 5 0,-1 2 0,-66 3 0,106 1-110,4 0-4,-1 0 0,1 0 0,-1 0 0,1 0 0,0 0-1,-1-1 1,1 1 0,0-1 0,-1 1 0,-3-3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4:39.1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355 106 24575,'-32'-1'0,"0"2"0,0 2 0,-40 7 0,59-6 0,1-1 0,0 1 0,0 1 0,0 0 0,0 1 0,1 0 0,0 1 0,0 0 0,1 1 0,0 0 0,-10 10 0,16-14 0,1 0 0,-1 0 0,1 0 0,-1 0 0,1 1 0,1-1 0,-1 1 0,1 0 0,-1 0 0,1 0 0,1 0 0,-1 0 0,1 0 0,0 0 0,0 1 0,0-1 0,1 0 0,0 1 0,0-1 0,0 0 0,1 1 0,0-1 0,0 0 0,0 1 0,0-1 0,1 0 0,3 7 0,0-4 0,-1 1 0,2-1 0,-1 0 0,1 0 0,0 0 0,1-1 0,0 0 0,0 0 0,1-1 0,-1 0 0,1 0 0,1-1 0,-1 0 0,12 5 0,11 3 0,0-1 0,1-1 0,0-2 0,46 6 0,-21-5 0,-30-4 0,1-2 0,37 1 0,444-6 0,-482-2 0,1 0 0,-2-2 0,1-1 0,-1-1 0,0-2 0,0 0 0,47-26 0,-66 32 0,-1-1 0,0 0 0,0 0 0,0 0 0,-1-1 0,0 1 0,0-1 0,0-1 0,0 1 0,-1-1 0,0 0 0,0 0 0,0 0 0,-1 0 0,4-11 0,-5 11 0,-1 1 0,1-1 0,-2 1 0,1-1 0,0 0 0,-1 1 0,0-1 0,-1 0 0,1 0 0,-1 1 0,0-1 0,0 0 0,-1 1 0,1-1 0,-1 1 0,-1 0 0,1 0 0,-1 0 0,-5-8 0,-8-7 0,0 0 0,-2 2 0,0 0 0,-1 0 0,-1 2 0,-1 1 0,0 0 0,-1 1 0,0 2 0,-1 0 0,0 1 0,-47-14 0,27 15 0,1 0 0,-1 3 0,-67-2 0,-134 9 0,100 3 0,112-2 0,0 2 0,-38 8 0,46-7 0,2 0-1365,2-2-5461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4:42.6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640 152 24575,'-45'-2'0,"-52"-9"0,-42-2 0,87 9 0,38 2 0,-1 1 0,1 0 0,-20 2 0,19 1 0,1 0 0,0 1 0,0 1 0,0 0 0,0 1 0,1 0 0,0 1 0,0 0 0,0 2 0,-20 14 0,28-18 0,0 0 0,0 1 0,0 0 0,1 0 0,0 0 0,0 0 0,0 1 0,1-1 0,0 1 0,0 0 0,0 0 0,1 0 0,0 0 0,0 1 0,0-1 0,1 0 0,0 1 0,0-1 0,1 1 0,-1 0 0,2-1 0,-1 1 0,1-1 0,0 1 0,3 11 0,2-2 0,0 0 0,1 0 0,0-1 0,2 0 0,0-1 0,0 0 0,1 0 0,1-1 0,0 0 0,1-1 0,1 0 0,-1-1 0,2 0 0,21 12 0,-4-3 0,1-3 0,0 0 0,1-2 0,1-2 0,64 17 0,-65-22 0,1-1 0,0-1 0,0-2 0,1-1 0,55-4 0,-79 0 0,1 0 0,-1-1 0,1 0 0,-1-1 0,0 0 0,0-1 0,0 0 0,-1-1 0,1 0 0,-1-1 0,0 0 0,0 0 0,-1-1 0,0-1 0,0 1 0,-1-1 0,0-1 0,-1 0 0,1 0 0,7-13 0,-7 9 0,-1-1 0,0 1 0,-1-1 0,0-1 0,-1 1 0,-1-1 0,0 1 0,-1-1 0,-1-1 0,1-18 0,-3 25 0,-1-1 0,0 0 0,0 1 0,-1-1 0,0 1 0,-1 0 0,0-1 0,-1 1 0,0 1 0,0-1 0,-1 0 0,0 1 0,0 0 0,-1 0 0,0 1 0,0-1 0,-8-6 0,-3-1 0,-1 0 0,0 2 0,-1 0 0,0 0 0,-24-10 0,-104-37 0,67 29 0,79 31 1,1 0 0,-1 0 0,1 0 0,-1 0 0,1 0 0,0 0 1,-1-1-1,1 1 0,-1 0 0,1 0 0,0-1 0,-1 1 0,1 0 0,0-1 0,-1 1 0,1 0 0,0-1 0,0 1 0,-1 0 0,1-1 0,0 1 0,0-1 0,0 1 0,-1 0 0,1-1 0,0 1 0,0-1 0,0 1 0,0-1 0,0 1 0,0-1 1,0 1-1,0 0 0,0-1 0,0 1 0,0-1 0,0 1 0,0-1 0,0 1 0,0-1 0,1 1 0,-1 0 0,0-1 0,0 1 0,1-1 0,-1 1 0,0 0 0,0-1 0,1 1 0,-1 0 0,0-1 0,1 1 0,-1 0 0,0-1 0,1 1 0,-1 0 0,1 0 1,-1 0-1,0-1 0,1 1 0,0 0 0,29-17-981,-27 16 530,27-13-6376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4:47.4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605 64 24575,'-35'0'0,"0"-1"0,0-1 0,-48-11 0,66 11 0,0 1 0,0 0 0,-1 1 0,1 1 0,0 1 0,0 0 0,0 1 0,1 1 0,-1 1 0,1 0 0,0 1 0,0 1 0,1 0 0,0 1 0,0 1 0,0 0 0,1 1 0,1 1 0,-19 17 0,24-18 0,-1 0 0,2 0 0,-1 0 0,1 1 0,1 0 0,0 0 0,1 1 0,0-1 0,0 1 0,2 1 0,-1-1 0,-2 25 0,5-29 0,1-1 0,0 1 0,1 0 0,0-1 0,0 1 0,1-1 0,0 0 0,0 1 0,0-1 0,1 0 0,0 0 0,1-1 0,-1 1 0,1-1 0,1 1 0,-1-1 0,1 0 0,0-1 0,1 1 0,-1-1 0,1 0 0,12 8 0,-3-4 0,0-1 0,1 0 0,0-1 0,0 0 0,1-1 0,30 6 0,3-3 0,53 3 0,-82-12 0,-1-1 0,1-1 0,-1 0 0,25-7 0,7 0 0,-37 6 0,-1 0 0,1-1 0,0-1 0,-1 0 0,0-1 0,0 0 0,-1-1 0,1-1 0,-2 0 0,1-1 0,-1 0 0,15-15 0,-21 18 0,0 0 0,-1 0 0,0-1 0,0 0 0,0 0 0,-1 0 0,0-1 0,0 1 0,-1-1 0,0 0 0,0 0 0,-1 0 0,0 0 0,0 0 0,-1-1 0,0 1 0,-1-1 0,0 1 0,0-1 0,-1 1 0,0 0 0,0-1 0,-5-13 0,2 9 0,-1 0 0,-1 1 0,0 0 0,-1 0 0,0 0 0,-1 1 0,0 0 0,-1 0 0,0 1 0,-1 0 0,0 1 0,0 0 0,-18-12 0,11 10 0,-1 1 0,0 1 0,0 0 0,-1 1 0,0 1 0,-1 1 0,1 1 0,-29-4 0,28 4-1365,4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36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3656 1 24575,'-11'8'0,"0"0"0,-1 0 0,1-1 0,-1-1 0,-1 0 0,1 0 0,-24 6 0,16-5 0,1 0 0,-24 14 0,-220 144 0,222-136 0,2 1 0,-40 39 0,25-21 0,30-24 0,0 1 0,-24 33 0,-13 14 0,-103 117 0,-131 133 0,81-108 0,86-113 0,72-52 0,-2-2 0,-2-2 0,-89 49 0,-1 1 0,100-64 0,-92 40 0,63-34 0,-329 167 0,369-187 0,-1-2 0,-1-2 0,-76 14 0,55-13 0,38-10 0,0-1 0,0-1 0,-28-1 0,27-1 0,0 1 0,-45 7 0,-117 22 0,145-24 0,-34-1-1365,54-4-5461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2.7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32 24575,'54'19'0,"-25"-15"0,1-2 0,-1-2 0,1 0 0,0-2 0,45-8 0,5-1 0,81 7 0,-114 5 0,0-2 0,79-13 0,-66 6 0,1 3 0,-1 2 0,72 6 0,-13 0 0,43 10 0,-108-6 0,60 0 0,-84-6 0,57 10 0,-56-5 0,50 1 0,-8 1 0,-60-5 0,0-1 0,0 0 0,0-1 0,0-1 0,27-2 0,35-7 0,1 4 0,106 6 0,69-4 0,-166-9 0,-53 7 0,54-3 0,1165 7 0,-572 3 0,-648-1 0,53 11 0,-53-7 0,52 3 0,0-6 0,-11 0 0,76-8 0,-148 6-27,1 0 0,-1 0-1,0 1 1,1-1 0,-1 0-1,1 0 1,-1 0 0,1 0 0,-1 0-1,1-1 1,-1 1 0,1 0-1,-1 0 1,0 0 0,1 0-1,-1 0 1,1-1 0,-1 1-1,0 0 1,1 0 0,-1-1 0,1 1-1,-1 0 1,0 0 0,1-1-1,-1 1 1,0 0 0,0-1-1,1 1 1,-1-1 0,0 1-1,0 0 1,1-1 0,-1 1 0,0-1-1,0 1 1,0-1 0,0 1-1,0 0 1,0-1 0,0 1-1,0-1 1,0 1 0,0-1-1,0 1 1,0-1 0,0 1 0,0-1-1,0 0 1,-6-10-6799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5.4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24575,'4'21'0,"17"136"0,-20-89 0,-2-58 0,1-44 0,1-12-56,0 27-206,0-1 0,-1 1 0,-2 0 1,-4-24-1,1 25-6564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7.4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30 24575,'9'0'0,"6"0"0,6 0 0,4 0 0,1 0 0,1 0 0,0 0 0,0 0 0,-1 0 0,0 0 0,0 0 0,0-4 0,-1-2 0,-4-4 0,-5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8.0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24575,'1'0'0,"-1"-1"0,1 1 0,0 0 0,-1 0 0,1-1 0,0 1 0,0 0 0,-1 0 0,1 0 0,0 0 0,0 0 0,-1 0 0,1 0 0,0 0 0,0 0 0,-1 0 0,1 0 0,0 1 0,-1-1 0,1 0 0,0 0 0,0 1 0,-1-1 0,1 1 0,-1-1 0,1 0 0,0 1 0,-1-1 0,1 1 0,-1-1 0,1 1 0,-1 0 0,1-1 0,-1 1 0,0-1 0,1 1 0,-1 0 0,0 0 0,1-1 0,-1 1 0,0 0 0,0-1 0,1 2 0,19 42 0,-16-33 0,82 202 0,-79-202-1365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8.7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24575,'5'0'0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19.9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 24575,'29'-1'0,"53"0"0,-76 1 0,-1 0 0,1 1 0,-1 0 0,1 0 0,-1 0 0,0 1 0,1 0 0,-1 0 0,0 0 0,0 1 0,8 5 0,-11-7 0,-1 1 0,0-1 0,1 1 0,-1-1 0,0 1 0,0-1 0,0 1 0,0-1 0,0 1 0,-1 0 0,1 0 0,0 0 0,-1-1 0,0 1 0,1 0 0,-1 0 0,0 0 0,0 0 0,0 0 0,0-1 0,0 1 0,0 0 0,-1 0 0,1 0 0,0 0 0,-1 0 0,0-1 0,1 1 0,-1 0 0,0 0 0,0-1 0,0 1 0,0-1 0,0 1 0,0-1 0,-1 1 0,1-1 0,0 0 0,-3 2 0,-8 9 0,0-1 0,-1-1 0,-23 15 0,20-14 0,16-11 0,-1 0 0,0 0 0,1 1 0,-1-1 0,1 1 0,-1-1 0,1 0 0,-1 1 0,0-1 0,1 1 0,0-1 0,-1 1 0,1-1 0,-1 1 0,1 0 0,0-1 0,-1 1 0,1-1 0,0 1 0,0 0 0,-1-1 0,1 1 0,0 0 0,0-1 0,0 1 0,0 1 0,15 5 0,43-6 0,-40-1 0,45 7 0,-60-7 0,0 1 0,0-1 0,0 1 0,0 0 0,0 0 0,0 0 0,0 0 0,-1 1 0,1-1 0,0 1 0,-1-1 0,1 1 0,-1 0 0,1 0 0,-1 0 0,0 1 0,3 2 0,-5-4 0,0 1 0,1 0 0,-1-1 0,0 1 0,0 0 0,0 0 0,0-1 0,0 1 0,0 0 0,-1 0 0,1-1 0,-1 1 0,1 0 0,-1-1 0,1 1 0,-1-1 0,0 1 0,0-1 0,0 1 0,0-1 0,0 1 0,0-1 0,0 0 0,0 0 0,-1 1 0,1-1 0,0 0 0,-1 0 0,1 0 0,-1-1 0,-2 2 0,-51 25 0,28-18 0,-1 0 0,-32 5 0,59-14-72,-1 1 1,0-1-1,1 0 0,-1 0 0,1 0 0,-1 0 0,1 0 0,-1-1 1,1 1-1,-1 0 0,1-1 0,-1 1 0,1-1 0,-1 0 0,1 1 1,-1-1-1,1 0 0,-2-1 0,-6-7-6754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0.6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120 0 24575,'-6'1'0,"0"-1"0,0 1 0,1 0 0,-1 1 0,0-1 0,1 1 0,-1 0 0,1 1 0,0-1 0,-1 1 0,1 0 0,0 0 0,1 1 0,-1-1 0,1 1 0,-1 0 0,1 1 0,-4 5 0,6-8 0,0 1 0,0-1 0,1 1 0,-1 0 0,1-1 0,-1 1 0,1 0 0,0 0 0,0 0 0,1 0 0,-1 0 0,1 0 0,-1 0 0,1 1 0,0-1 0,0 0 0,0 0 0,0 0 0,1 0 0,-1 0 0,1 0 0,0 0 0,0 0 0,0 0 0,0 0 0,1 0 0,-1 0 0,1-1 0,0 1 0,-1-1 0,1 1 0,0-1 0,0 0 0,1 1 0,2 1 0,2 1 0,1 0 0,0 0 0,0-1 0,0-1 0,0 1 0,0-1 0,1 0 0,0-1 0,11 2 0,-12-3 0,0 0 0,-1 1 0,0 0 0,1 0 0,-1 1 0,0 0 0,0 0 0,0 1 0,-1-1 0,1 2 0,-1-1 0,8 7 0,-13-10 0,0 0 0,0 0 0,-1 0 0,1 0 0,0-1 0,-1 1 0,1 0 0,0 0 0,-1 0 0,1 1 0,-1-1 0,0 0 0,1 0 0,-1 0 0,0 0 0,0 0 0,1 0 0,-1 1 0,0-1 0,0 0 0,0 0 0,-1 0 0,1 0 0,0 0 0,0 1 0,-1-1 0,1 0 0,-1 1 0,0 0 0,-1 0 0,0 0 0,1 0 0,-1-1 0,0 1 0,0 0 0,0-1 0,0 0 0,0 1 0,0-1 0,0 0 0,-4 1 0,-3 2 0,0-2 0,-1 1 0,1-1 0,0 0 0,-19 0 0,26-2-45,0 0-1,0 0 1,0 0-1,0 0 1,0 0-1,0 0 1,0-1-1,1 1 1,-1-1-1,0 1 1,0-1-1,0 0 1,1 0-1,-1 0 1,0 0-1,1 0 1,-1 0-1,1 0 1,-1-1-1,1 1 1,0 0-1,0-1 1,-1 1-1,1-1 0,0 1 1,0-1-1,0 0 1,1 1-1,-2-3 1,0-13-6781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1.0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21 24575,'-4'0'0,"-6"0"0,7 0 0,9 0 0,7 0 0,6 0 0,5 0 0,1 0 0,2 0 0,0 0 0,0 0 0,0 0 0,-1-4 0,0-2 0,0 1 0,-5 0-8191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30.8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0 24575,'-1'16'0,"-1"0"0,-1-1 0,-4 17 0,-5 39 0,11 100 0,-1-206 0,-1 0 0,-14-56 0,17 91-7,19 87 135,-17-77-314,0 1 0,-1-1 1,-1 0-1,0 0 0,0 0 0,-1 0 1,-3 18-1,-1-17-6640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31.5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49 24575,'-2'2'0,"0"0"0,0 0 0,1 0 0,-1 1 0,1-1 0,-1 1 0,1-1 0,0 1 0,0-1 0,0 1 0,0 0 0,1 0 0,-1-1 0,1 1 0,0 0 0,-1 0 0,1 0 0,1-1 0,-1 1 0,0 0 0,1 0 0,-1-1 0,1 1 0,0 0 0,0 0 0,0-1 0,0 1 0,0-1 0,1 1 0,-1-1 0,1 0 0,-1 1 0,1-1 0,0 0 0,0 0 0,0 0 0,3 1 0,0 3 0,0-1 0,1 0 0,0-1 0,0 1 0,0-1 0,1 0 0,0-1 0,-1 1 0,1-1 0,0-1 0,0 1 0,15 2 0,-19-5 0,0 1 0,0-1 0,0 0 0,0 1 0,0-1 0,0-1 0,0 1 0,0 0 0,0-1 0,-1 0 0,1 0 0,0 1 0,0-2 0,0 1 0,-1 0 0,1 0 0,-1-1 0,1 0 0,-1 1 0,1-1 0,-1 0 0,0 0 0,0 0 0,0-1 0,0 1 0,3-5 0,-4 4 0,-1 0 0,1-1 0,0 1 0,-1 0 0,0-1 0,0 1 0,0-1 0,0 1 0,-1 0 0,1-1 0,-1 1 0,0 0 0,1 0 0,-2-1 0,1 1 0,0 0 0,-1 0 0,1 0 0,-1 0 0,0 1 0,0-1 0,0 0 0,-4-3 0,0 0 12,0 0 0,-1 0 0,0 1-1,0 0 1,0 0 0,-1 0 0,0 1-1,0 1 1,-12-5 0,-78-20-1425,97 28 1343,-21-5-6756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0.5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24575,'12'-1'0,"1"-1"0,-1 0 0,1-1 0,-1 0 0,20-9 0,25-6 0,-25 11 0,-14 1 0,1 2 0,0 0 0,0 1 0,0 1 0,0 1 0,1 0 0,-1 2 0,0 0 0,20 4 0,27 10 0,-28-7 0,-1 1 0,0 1 0,-1 2 0,44 22 0,-4 5 0,-31-17 0,0 1 0,52 40 0,-73-46 0,-1 1 0,0 1 0,-2 1 0,33 39 0,6 17 0,-29-39 0,35 57 0,-25-28 0,3-1 0,2-2 0,3-3 0,96 93 0,-52-68 0,198 137 0,-41-74 0,-201-120 0,49 29 0,144 76 0,-125-75 0,-62-29 0,96 36 0,-69-35 0,-39-13 0,84 20 0,178 35 0,-51 5 0,35 2 0,-120-31 0,-53-18 0,123 37 0,-203-52 120,-24-8-321,-20-7-1083,-9-3-5542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3.3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24575,'-1'46'0,"-13"84"0,0-37 0,6-39 0,-15 55 0,20-95 0,1-1 0,0 0 0,1 1 0,0-1 0,1 1 0,1-1 0,0 1 0,1-1 0,0 1 0,1-1 0,1 0 0,0 0 0,0-1 0,13 24 0,-10-28-1365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4.4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24575,'1'15'0,"1"1"0,0-1 0,5 18 0,5 38 0,-10-31 0,-2 0 0,-2 1 0,-12 70 0,13-101 0,0-1 0,1 1 0,0 0 0,0 0 0,1 0 0,3 12 0,-2-13 0,-1 0 0,0 0 0,0 1 0,-1-1 0,0 0 0,0 1 0,-3 11 0,0-4 0,0 1 0,1 0 0,1-1 0,1 1 0,1 0 0,0-1 0,1 1 0,7 26 0,-9-43-32,3 9 169,-3-9-166,0-1 0,0 0-1,0 0 1,0 0-1,1 0 1,-1 0 0,0 0-1,0 0 1,0 0-1,0 0 1,1 1-1,-1-1 1,0 0 0,0 0-1,0 0 1,0 0-1,1 0 1,-1 0 0,0 0-1,0 0 1,0 0-1,0 0 1,1 0 0,-1 0-1,0 0 1,0-1-1,0 1 1,0 0 0,1 0-1,-1 0 1,0 0-1,0 0 1,0 0 0,0 0-1,0 0 1,1 0-1,-1-1 1,0 1-1,0 0 1,0 0 0,0 0-1,0 0 1,0 0-1,0-1 1,0 1 0,0 0-1,0 0 1,1 0-1,-1-1 1,7-10-6797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2.9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57 24575,'535'0'0,"-510"-1"0,0-2 0,31-6 0,-29 3 0,47-2 0,8 8 0,-33 0 0,0-1 0,72-12 0,-59 5 0,0 3 0,0 2 0,64 6 0,-7 0 0,466-3 0,-565 1 43,-1 1-1,34 8 1,31 3-1536,-63-13-5333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3.7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35 24575,'-2'0'0,"1"-1"0,0 1 0,0-1 0,0 1 0,0-1 0,0 0 0,0 0 0,0 1 0,0-1 0,0 0 0,1 0 0,-1 0 0,0 0 0,0 0 0,1 0 0,-1 0 0,1 0 0,-1 0 0,1 0 0,-1 0 0,1-1 0,0 1 0,-1 0 0,1 0 0,0 0 0,0-2 0,1-5 0,6 24 0,2 15 0,43 163 0,-52-193-30,1 2-118,-1 0 0,1 1-1,0-1 1,0 0-1,0 0 1,0 1 0,1-1-1,2 4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4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41 24575,'8'-34'0,"0"28"0,0 21 0,24 123 0,10 34 0,-42-171-24,0-1-1,0 1 1,0 0 0,1-1-1,-1 1 1,0 0 0,0-1-1,0 1 1,0-1-1,1 1 1,-1-1 0,0 1-1,0 0 1,1-1 0,-1 1-1,0-1 1,1 1-1,-1-1 1,1 0 0,-1 1-1,1-1 1,-1 1 0,1-1-1,-1 0 1,1 1-1,-1-1 1,1 0 0,-1 0-1,1 1 1,-1-1-1,1 0 1,0 0 0,-1 0-1,1 0 1,-1 0 0,1 0-1,0 0 1,-1 0-1,1 0 1,0 0 0,-1 0-1,1 0 1,-1 0 0,1 0-1,0 0 1,-1-1-1,1 1 1,-1 0 0,1 0-1,-1-1 1,1 1-1,-1-1 1,1 1 0,-1 0-1,1-1 1,9-9-6802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5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0 24575,'-4'5'0,"-6"5"0,-1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6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105 1 24575,'-38'82'0,"29"-66"0,-2 2 0,2 0 0,0 0 0,1 1 0,-8 32 0,14-46 0,1-1 0,1 1 0,-1-1 0,1 1 0,-1 0 0,1-1 0,1 1 0,-1-1 0,1 1 0,-1-1 0,1 1 0,1-1 0,-1 1 0,1-1 0,-1 0 0,1 0 0,0 0 0,1 0 0,-1 0 0,1 0 0,0 0 0,0-1 0,0 1 0,0-1 0,0 0 0,7 5 0,-1-3 0,1 1 0,-1-1 0,1-1 0,0 0 0,0 0 0,1-1 0,-1 0 0,1-1 0,-1 0 0,1 0 0,0-1 0,0-1 0,0 0 0,-1-1 0,1 0 0,0 0 0,15-4 0,-23 3 0,1 0 0,-1 1 0,0-1 0,1 0 0,-1 0 0,0-1 0,0 1 0,-1-1 0,1 1 0,0-1 0,-1 0 0,1 0 0,-1 0 0,0 0 0,0-1 0,0 1 0,-1-1 0,1 1 0,-1-1 0,2-6 0,-3 7 0,1 0 0,-1 1 0,0-1 0,0 0 0,0 1 0,-1-1 0,1 0 0,-1 1 0,1-1 0,-1 1 0,0-1 0,0 1 0,0-1 0,0 1 0,-1-1 0,1 1 0,0 0 0,-1 0 0,0 0 0,1 0 0,-1 0 0,0 0 0,0 0 0,0 0 0,-1 1 0,1-1 0,0 1 0,0 0 0,-1-1 0,-3 0 0,-13-5-273,0 0 0,-1 1 0,0 1 0,-31-3 0,28 5-6553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26.8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53 24575,'0'0'0,"0"0"0,-1 0 0,1 0 0,0 0 0,0 0 0,0 0 0,0 0 0,0 0 0,0 0 0,-1 0 0,1 0 0,0 0 0,0 0 0,0 0 0,0 0 0,0-1 0,0 1 0,-1 0 0,1 0 0,0 0 0,0 0 0,0 0 0,0 0 0,0 0 0,0 0 0,0 0 0,0-1 0,0 1 0,0 0 0,-1 0 0,1 0 0,0 0 0,0 0 0,0 0 0,0-1 0,0 1 0,0 0 0,0 0 0,0 0 0,0 0 0,0 0 0,0 0 0,0-1 0,0 1 0,0 0 0,0 0 0,0 0 0,0 0 0,0 0 0,1 0 0,-1-1 0,0 1 0,0 0 0,0 0 0,0 0 0,0 0 0,0 0 0,0 0 0,0 0 0,0-1 0,10-11 0,16-8 0,-17 17 0,0 0 0,0 1 0,0 0 0,0 0 0,1 1 0,-1 0 0,0 1 0,1 0 0,-1 0 0,1 1 0,-1 0 0,17 5 0,-23-5 0,0 0 0,1 0 0,-1 0 0,0 1 0,-1-1 0,1 1 0,0 0 0,0 0 0,-1 0 0,1 0 0,-1 0 0,0 1 0,0-1 0,1 1 0,-2-1 0,4 5 0,-4-4 0,0 1 0,0-1 0,0 1 0,-1-1 0,1 1 0,-1 0 0,0-1 0,0 1 0,0-1 0,0 1 0,-1 0 0,1-1 0,-1 1 0,0-1 0,0 1 0,0-1 0,-1 0 0,-1 5 0,-1-1 0,0 0 0,-1 0 0,0-1 0,0 1 0,0-1 0,-1 0 0,-8 6 0,9-7 0,-1 0 0,1 0 0,0 1 0,0-1 0,1 1 0,-1 1 0,-4 8 0,9-14 0,0 0 0,-1 0 0,1 0 0,0-1 0,0 1 0,0 0 0,0 0 0,0 0 0,0 0 0,0 0 0,0-1 0,0 1 0,0 0 0,0 0 0,0 0 0,1 0 0,-1-1 0,0 1 0,1 0 0,-1 0 0,1-1 0,-1 1 0,1 0 0,-1 0 0,1-1 0,-1 1 0,1-1 0,-1 1 0,1 0 0,0-1 0,0 1 0,-1-1 0,1 0 0,0 1 0,0-1 0,-1 1 0,1-1 0,0 0 0,0 0 0,0 0 0,0 1 0,-1-1 0,3 0 0,44 4 0,-39-4 0,52 3-273,1-3 0,-1-3 0,1-2 0,90-21 0,-125 18-6553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5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24575,'2'41'0,"2"-1"0,16 70 0,-11-70 0,-2 0 0,3 72 0,-9-88 45,2 0-1,5 26 1,3 28-1544,-10-56-5327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7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0 24575,'-5'4'0,"0"6"0,-5 10 0,0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7.2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1 24575,'-4'4'0,"-2"6"0,1 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8.1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719 2 24575,'-1'0'0,"1"0"0,0 0 0,0 0 0,0 0 0,0 0 0,0 0 0,0 1 0,0-1 0,0 0 0,0 0 0,0 0 0,0 0 0,0 0 0,0 0 0,0 0 0,0 0 0,0 0 0,-1 0 0,1 0 0,0 0 0,0 0 0,0 0 0,0 1 0,0-1 0,0 0 0,0 0 0,0 0 0,-1 0 0,1 0 0,0 0 0,0 0 0,0 0 0,0 0 0,0 0 0,0 0 0,0 0 0,0 0 0,-1-1 0,1 1 0,0 0 0,0 0 0,0 0 0,0 0 0,0 0 0,0 0 0,0 0 0,0 0 0,0 0 0,0 0 0,-1 0 0,1 0 0,0 0 0,0 0 0,0-1 0,0 1 0,0 0 0,0 0 0,0 0 0,0 0 0,0 0 0,0 0 0,0 0 0,0 0 0,0 0 0,0-1 0,0 1 0,0 0 0,0 0 0,-10 12 0,-8 15 0,-36 84 0,-4-2 0,-5-2 0,-90 116 0,-141 214 0,281-416 0,-24 33 0,30-47 83,2-13-1531,4-7-5378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49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728 1 24575,'-14'16'0,"0"1"0,2 0 0,-14 25 0,-13 17 0,-11 16 0,-74 148 0,78-134 0,-23 61 0,45-93 0,-45 78 0,-79 79 0,76-115 0,69-95-115,3-3 67,0 0 0,-1-1 0,1 1 0,-1 0 0,1 0 0,-1 0 0,1-1 0,-1 1-1,1 0 1,-1-1 0,1 1 0,-1-1 0,0 1 0,1-1 0,-1 1 0,0-1 0,0 1 0,1-1 0,-1 1-1,0-1 1,0 0 0,0 0 0,1 1 0,-1-1 0,-2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0.0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534 11 24575,'-2'-11'0,"-3"11"0,-12 24 0,-14 40 0,-108 216 0,73-155 0,-114 183 0,166-285 0,3-2-97,8-16-1,1 0 1,-1 0-1,0 0 1,0 0-1,0 0 1,-1-1-1,1 1 1,-1-1-1,0 0 1,-1 0-1,1 0 0,-9 4 1,-2-4-6729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1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1394 9 24575,'-1'0'0,"1"0"0,0-1 0,0 1 0,0 0 0,0 0 0,0-1 0,0 1 0,0 0 0,0 0 0,0-1 0,0 1 0,0 0 0,0 0 0,0-1 0,0 1 0,0 0 0,0 0 0,0-1 0,0 1 0,0 0 0,0 0 0,1-1 0,-1 1 0,0 0 0,0 0 0,0 0 0,0-1 0,0 1 0,1 0 0,-1 0 0,0 0 0,0 0 0,0-1 0,1 1 0,-1 0 0,0 0 0,0 0 0,1 0 0,-1 0 0,0 0 0,0 0 0,1-1 0,-1 1 0,0 0 0,0 0 0,1 0 0,-1 0 0,0 0 0,1 0 0,-1 1 0,1-1 0,-1 1 0,0 0 0,1-1 0,-1 1 0,0-1 0,1 1 0,-1-1 0,0 1 0,0 0 0,0-1 0,1 1 0,-1 0 0,0-1 0,0 1 0,0-1 0,0 1 0,0 0 0,0-1 0,0 1 0,-1 0 0,1-1 0,0 1 0,0 0 0,-1 0 0,-10 32 0,-2-1 0,-1-1 0,-1 0 0,-29 43 0,-9 16 0,-281 476 0,194-355 0,-83 104 0,117-157 0,33-44 0,5-16 0,-144 202 0,209-295-85,-1-1 0,1-1-1,-1 1 1,1 0 0,-1-1-1,0 0 1,-1 0 0,1 0-1,0 0 1,-1-1 0,1 0-1,-1 0 1,0 0 0,0 0-1,-9 1 1,-6 0-6741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2.11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1350 0 24575,'-15'42'0,"-26"54"0,5-15 0,-132 296 0,45-107 0,45-108 0,-99 152 0,-75 89 0,129-193 0,88-154 0,-2-2 0,-52 59 0,69-90 0,3-3 0,-1-1 0,-1 0 0,0-2 0,-2 0 0,-32 20 0,45-35-1365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2.9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1211 7 24575,'0'0'0,"-1"0"0,1-1 0,0 1 0,0 0 0,0-1 0,0 1 0,0 0 0,-1-1 0,1 1 0,0 0 0,0-1 0,0 1 0,-1 0 0,1 0 0,0-1 0,-1 1 0,1 0 0,0 0 0,0-1 0,-1 1 0,1 0 0,0 0 0,-1 0 0,1 0 0,-1-1 0,1 1 0,0 0 0,-1 0 0,1 0 0,0 0 0,-1 0 0,1 0 0,0 0 0,-1 0 0,1 0 0,-1 0 0,1 0 0,0 0 0,-1 1 0,1-1 0,0 0 0,-1 0 0,1 0 0,0 0 0,-1 1 0,1-1 0,0 0 0,-1 0 0,1 0 0,0 1 0,0-1 0,-1 0 0,1 1 0,0-1 0,-20 15 0,-13 32 0,-49 95 0,30-48 0,-509 875 0,376-691 0,25-40 0,69-96-1365,81-126-5461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3.7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1039 8 24575,'2'-8'0,"-4"24"0,-72 161 0,-7-3 0,-7-4 0,-174 249 0,57-145 0,105-128-14,43-59-661,-97 112-1,136-180-6150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4.4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902 1 24575,'1'0'0,"-1"1"0,1-1 0,-1 0 0,1 1 0,-1-1 0,1 1 0,-1-1 0,0 1 0,1-1 0,-1 1 0,0-1 0,1 1 0,-1 0 0,0-1 0,0 1 0,0-1 0,1 1 0,-1 0 0,0-1 0,0 1 0,0 0 0,0-1 0,0 1 0,0-1 0,0 1 0,0 0 0,-1-1 0,1 1 0,0-1 0,0 1 0,0 0 0,-1-1 0,1 1 0,0-1 0,-1 1 0,1 0 0,-11 28 0,11-28 0,-16 32 0,-2-1 0,-2-1 0,-31 40 0,12-16 0,-101 142 0,-78 114 0,176-252 0,-85 89 0,40-50 0,-37 27-1365,112-111-5461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5.1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661 0 24575,'-2'2'0,"-1"-1"0,1 1 0,-1 0 0,1 0 0,0 0 0,0 0 0,0 0 0,0 1 0,0-1 0,0 1 0,1-1 0,-1 1 0,-1 5 0,-4 3 0,-69 106 0,-23 34 0,-154 224 0,221-327 0,-65 74 0,46-71-1365,35-38-5461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5.5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484 1 24575,'1'0'0,"-1"0"0,0 0 0,0 0 0,0 0 0,0 0 0,0 0 0,1 0 0,-1 0 0,0 0 0,0 0 0,0 0 0,0 0 0,0 0 0,0 0 0,1 0 0,-1 0 0,0 1 0,0-1 0,0 0 0,0 0 0,0 0 0,0 0 0,0 0 0,0 0 0,0 0 0,0 1 0,1-1 0,-1 0 0,0 0 0,0 0 0,0 0 0,0 0 0,0 1 0,0-1 0,0 0 0,0 0 0,0 0 0,0 0 0,0 0 0,0 1 0,0-1 0,0 0 0,0 0 0,0 0 0,-1 0 0,1 0 0,0 1 0,0-1 0,0 0 0,0 0 0,0 0 0,0 0 0,0 0 0,0 0 0,-1 1 0,-8 12 0,-12 11 0,-110 128 0,-5 5 0,-19 22 0,137-164-1365,2-5-5461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6.1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384 2 24575,'11'-2'0,"-7"2"0,-5 13 0,-5 3 0,0-1 0,-1 1 0,0-1 0,-1-1 0,-1 1 0,-1-2 0,0 1 0,-15 16 0,-21 30 0,15-14-273,-3 0 0,-1-2 0,-2-2 0,-74 66 0,96-96-6553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3T12:05:56.5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173 0 24575,'-4'5'0,"-6"0"0,-2 5 0,-2 4 0,-3 1 0,-4 1 0,-2-2 0,-1 1 0,-2-2 0,5-3-8191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828AF-8D93-46A2-AD7C-E2204085079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E8DAE-520F-4E6B-BD22-478E8A6F0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6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E8DAE-520F-4E6B-BD22-478E8A6F02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91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E8DAE-520F-4E6B-BD22-478E8A6F02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691B-51AA-19F8-6E30-4AAEA6D50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55507-9CEE-99AD-E5F2-EF962322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11A8-A1A2-B4F9-702F-2F0A2FF3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4F8DB-80A1-9D1B-A740-40A9A613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FBDC8-2D8D-471A-5A90-D63FEDFA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87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BE0D-0DE4-17FD-0F69-A967741C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9FB14-1FDE-4DF4-7E2E-C9211EB2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5FBBC-BD5F-95CD-C87C-00F35203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503C9-A6CA-4730-21E3-709276289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7528-F682-B02B-E1DB-386CA976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3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878F-7FAD-5443-C4E9-A336A31A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1341D-AC17-6A03-699A-F5C033C1F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96E06-41AD-3B62-AE3F-9F7AAD632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11E73-F0C5-F777-0754-C3461F025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A09DD-D92B-7971-1E23-004C3A2B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2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26BB-CF9F-82B1-AE13-236D9BE8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1BCE-8CFD-7568-EF0D-2124886898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6206A-D065-EFF9-CF30-99669D186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F0871-B604-E80D-3F66-9B477762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5021A-5CAF-6D44-0F93-33CFD0C5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BB976-C441-06E8-E9A2-E67C1C64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6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69BB-740D-B6F0-E8B5-9E28E635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82B75-56E6-2E76-4609-5F87DD3FA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375E9-2DAC-AABB-803A-B15E4C3D1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6217F-828E-7D94-ED4D-91961566C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5517B-0D77-1C92-92E9-2F99BBAB6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EFDE70-C62B-250F-ACCF-ECDD2543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652B96-53D2-8505-4986-0249FD61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DE5C9-66C1-09F5-22B2-5BAB01E3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5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4FF9-78CD-F2ED-A063-D187EDFB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4486C-5446-68F5-CA67-80AC9FA26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469B3-2C24-4C29-35C9-BEA72A79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A83F3-E742-5FE8-3F9F-9412A09E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0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DE61B-4E02-01E8-28DF-B5C0EBB7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77C4E-DDCA-4109-1004-63035BCE0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3A58A-01A3-32B1-C09C-252BB94A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8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092E2-0E59-5B22-101F-83EC8D44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DB219-2AA8-91C0-1A03-FFDA0DC8D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56AAB-8E63-4C46-CAD8-5C68BFAC7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FD5C2-7BC4-339E-BAC9-372986F4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4E3D2-D729-8E0D-CD7D-ACD57E854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C67CF-34DE-0FFD-ABC7-40E919E0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6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4D31-041F-0900-F973-0555413F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B7C5D-A451-2D04-9296-54BD195B4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0075A-4C36-757A-0AEF-05039D39B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2216B-6C5A-1CAB-46FB-78665BE8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4470D-CB70-C387-345A-870D64888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20554-C215-7158-DAE3-1E507779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1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9C92-CD6C-A512-BF1E-202E1D87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B578C-57DE-8345-756E-2C1A4C12D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0DFD-7C48-7C82-4D36-B26BF169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FECD-EB01-3689-ADFC-A3C8F3AE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AB268-5E87-6326-9EB8-2DCE6FB1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4C92E-A299-7930-0932-8F574345D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83492-CA15-4D87-FF87-CB077307A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6398-C1A9-CA38-8A31-F38D40A1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2063-4B55-BC20-B285-5EE0925D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2D9EC-A13A-79BE-7C08-034D1614C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2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0246C-AB65-0692-3975-F13BE02CF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207CD-59AE-5385-0A54-DB2AE6EC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34FC0-82F8-5958-8659-9D214091A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0D492-DDF0-410A-91C2-2E52A7E2924F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0A80F-6C44-A84B-D57C-E50866990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A3B1C-2772-3FAB-80BD-90B862F92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8CDE3-E8B3-4698-984A-1C351E45B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96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.xml"/><Relationship Id="rId21" Type="http://schemas.openxmlformats.org/officeDocument/2006/relationships/image" Target="../media/image17.png"/><Relationship Id="rId42" Type="http://schemas.openxmlformats.org/officeDocument/2006/relationships/customXml" Target="../ink/ink24.xml"/><Relationship Id="rId47" Type="http://schemas.openxmlformats.org/officeDocument/2006/relationships/image" Target="../media/image30.png"/><Relationship Id="rId63" Type="http://schemas.openxmlformats.org/officeDocument/2006/relationships/image" Target="../media/image38.png"/><Relationship Id="rId68" Type="http://schemas.openxmlformats.org/officeDocument/2006/relationships/customXml" Target="../ink/ink37.xml"/><Relationship Id="rId84" Type="http://schemas.openxmlformats.org/officeDocument/2006/relationships/customXml" Target="../ink/ink45.xml"/><Relationship Id="rId89" Type="http://schemas.openxmlformats.org/officeDocument/2006/relationships/image" Target="../media/image51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9" Type="http://schemas.openxmlformats.org/officeDocument/2006/relationships/image" Target="../media/image21.png"/><Relationship Id="rId107" Type="http://schemas.openxmlformats.org/officeDocument/2006/relationships/image" Target="../media/image60.png"/><Relationship Id="rId11" Type="http://schemas.openxmlformats.org/officeDocument/2006/relationships/image" Target="../media/image12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25.png"/><Relationship Id="rId40" Type="http://schemas.openxmlformats.org/officeDocument/2006/relationships/customXml" Target="../ink/ink23.xml"/><Relationship Id="rId45" Type="http://schemas.openxmlformats.org/officeDocument/2006/relationships/image" Target="../media/image29.png"/><Relationship Id="rId53" Type="http://schemas.openxmlformats.org/officeDocument/2006/relationships/image" Target="../media/image33.png"/><Relationship Id="rId58" Type="http://schemas.openxmlformats.org/officeDocument/2006/relationships/customXml" Target="../ink/ink32.xml"/><Relationship Id="rId66" Type="http://schemas.openxmlformats.org/officeDocument/2006/relationships/customXml" Target="../ink/ink36.xml"/><Relationship Id="rId74" Type="http://schemas.openxmlformats.org/officeDocument/2006/relationships/customXml" Target="../ink/ink40.xml"/><Relationship Id="rId79" Type="http://schemas.openxmlformats.org/officeDocument/2006/relationships/image" Target="../media/image46.png"/><Relationship Id="rId87" Type="http://schemas.openxmlformats.org/officeDocument/2006/relationships/image" Target="../media/image50.png"/><Relationship Id="rId102" Type="http://schemas.openxmlformats.org/officeDocument/2006/relationships/customXml" Target="../ink/ink54.xml"/><Relationship Id="rId5" Type="http://schemas.openxmlformats.org/officeDocument/2006/relationships/image" Target="../media/image9.png"/><Relationship Id="rId61" Type="http://schemas.openxmlformats.org/officeDocument/2006/relationships/image" Target="../media/image37.png"/><Relationship Id="rId82" Type="http://schemas.openxmlformats.org/officeDocument/2006/relationships/customXml" Target="../ink/ink44.xml"/><Relationship Id="rId90" Type="http://schemas.openxmlformats.org/officeDocument/2006/relationships/customXml" Target="../ink/ink48.xml"/><Relationship Id="rId95" Type="http://schemas.openxmlformats.org/officeDocument/2006/relationships/image" Target="../media/image54.png"/><Relationship Id="rId19" Type="http://schemas.openxmlformats.org/officeDocument/2006/relationships/image" Target="../media/image16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20.png"/><Relationship Id="rId30" Type="http://schemas.openxmlformats.org/officeDocument/2006/relationships/customXml" Target="../ink/ink18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27.xml"/><Relationship Id="rId56" Type="http://schemas.openxmlformats.org/officeDocument/2006/relationships/customXml" Target="../ink/ink31.xml"/><Relationship Id="rId64" Type="http://schemas.openxmlformats.org/officeDocument/2006/relationships/customXml" Target="../ink/ink35.xml"/><Relationship Id="rId69" Type="http://schemas.openxmlformats.org/officeDocument/2006/relationships/image" Target="../media/image41.png"/><Relationship Id="rId77" Type="http://schemas.openxmlformats.org/officeDocument/2006/relationships/image" Target="../media/image45.png"/><Relationship Id="rId100" Type="http://schemas.openxmlformats.org/officeDocument/2006/relationships/customXml" Target="../ink/ink53.xml"/><Relationship Id="rId105" Type="http://schemas.openxmlformats.org/officeDocument/2006/relationships/image" Target="../media/image59.png"/><Relationship Id="rId8" Type="http://schemas.openxmlformats.org/officeDocument/2006/relationships/customXml" Target="../ink/ink7.xml"/><Relationship Id="rId51" Type="http://schemas.openxmlformats.org/officeDocument/2006/relationships/image" Target="../media/image32.png"/><Relationship Id="rId72" Type="http://schemas.openxmlformats.org/officeDocument/2006/relationships/customXml" Target="../ink/ink39.xml"/><Relationship Id="rId80" Type="http://schemas.openxmlformats.org/officeDocument/2006/relationships/customXml" Target="../ink/ink43.xml"/><Relationship Id="rId85" Type="http://schemas.openxmlformats.org/officeDocument/2006/relationships/image" Target="../media/image49.png"/><Relationship Id="rId93" Type="http://schemas.openxmlformats.org/officeDocument/2006/relationships/image" Target="../media/image53.png"/><Relationship Id="rId98" Type="http://schemas.openxmlformats.org/officeDocument/2006/relationships/customXml" Target="../ink/ink52.xml"/><Relationship Id="rId3" Type="http://schemas.openxmlformats.org/officeDocument/2006/relationships/image" Target="../media/image8.png"/><Relationship Id="rId12" Type="http://schemas.openxmlformats.org/officeDocument/2006/relationships/customXml" Target="../ink/ink9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59" Type="http://schemas.openxmlformats.org/officeDocument/2006/relationships/image" Target="../media/image36.png"/><Relationship Id="rId67" Type="http://schemas.openxmlformats.org/officeDocument/2006/relationships/image" Target="../media/image40.png"/><Relationship Id="rId103" Type="http://schemas.openxmlformats.org/officeDocument/2006/relationships/image" Target="../media/image58.png"/><Relationship Id="rId108" Type="http://schemas.openxmlformats.org/officeDocument/2006/relationships/customXml" Target="../ink/ink57.xml"/><Relationship Id="rId20" Type="http://schemas.openxmlformats.org/officeDocument/2006/relationships/customXml" Target="../ink/ink13.xml"/><Relationship Id="rId41" Type="http://schemas.openxmlformats.org/officeDocument/2006/relationships/image" Target="../media/image27.png"/><Relationship Id="rId54" Type="http://schemas.openxmlformats.org/officeDocument/2006/relationships/customXml" Target="../ink/ink30.xml"/><Relationship Id="rId62" Type="http://schemas.openxmlformats.org/officeDocument/2006/relationships/customXml" Target="../ink/ink34.xml"/><Relationship Id="rId70" Type="http://schemas.openxmlformats.org/officeDocument/2006/relationships/customXml" Target="../ink/ink38.xml"/><Relationship Id="rId75" Type="http://schemas.openxmlformats.org/officeDocument/2006/relationships/image" Target="../media/image44.png"/><Relationship Id="rId83" Type="http://schemas.openxmlformats.org/officeDocument/2006/relationships/image" Target="../media/image48.png"/><Relationship Id="rId88" Type="http://schemas.openxmlformats.org/officeDocument/2006/relationships/customXml" Target="../ink/ink47.xml"/><Relationship Id="rId91" Type="http://schemas.openxmlformats.org/officeDocument/2006/relationships/image" Target="../media/image52.png"/><Relationship Id="rId96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6" Type="http://schemas.openxmlformats.org/officeDocument/2006/relationships/customXml" Target="../ink/ink56.xml"/><Relationship Id="rId10" Type="http://schemas.openxmlformats.org/officeDocument/2006/relationships/customXml" Target="../ink/ink8.xml"/><Relationship Id="rId31" Type="http://schemas.openxmlformats.org/officeDocument/2006/relationships/image" Target="../media/image22.png"/><Relationship Id="rId44" Type="http://schemas.openxmlformats.org/officeDocument/2006/relationships/customXml" Target="../ink/ink25.xml"/><Relationship Id="rId52" Type="http://schemas.openxmlformats.org/officeDocument/2006/relationships/customXml" Target="../ink/ink29.xml"/><Relationship Id="rId60" Type="http://schemas.openxmlformats.org/officeDocument/2006/relationships/customXml" Target="../ink/ink33.xml"/><Relationship Id="rId65" Type="http://schemas.openxmlformats.org/officeDocument/2006/relationships/image" Target="../media/image39.png"/><Relationship Id="rId73" Type="http://schemas.openxmlformats.org/officeDocument/2006/relationships/image" Target="../media/image43.png"/><Relationship Id="rId78" Type="http://schemas.openxmlformats.org/officeDocument/2006/relationships/customXml" Target="../ink/ink42.xml"/><Relationship Id="rId81" Type="http://schemas.openxmlformats.org/officeDocument/2006/relationships/image" Target="../media/image47.png"/><Relationship Id="rId86" Type="http://schemas.openxmlformats.org/officeDocument/2006/relationships/customXml" Target="../ink/ink46.xml"/><Relationship Id="rId94" Type="http://schemas.openxmlformats.org/officeDocument/2006/relationships/customXml" Target="../ink/ink50.xml"/><Relationship Id="rId99" Type="http://schemas.openxmlformats.org/officeDocument/2006/relationships/image" Target="../media/image56.png"/><Relationship Id="rId101" Type="http://schemas.openxmlformats.org/officeDocument/2006/relationships/image" Target="../media/image57.png"/><Relationship Id="rId4" Type="http://schemas.openxmlformats.org/officeDocument/2006/relationships/customXml" Target="../ink/ink5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12.xml"/><Relationship Id="rId39" Type="http://schemas.openxmlformats.org/officeDocument/2006/relationships/image" Target="../media/image26.png"/><Relationship Id="rId109" Type="http://schemas.openxmlformats.org/officeDocument/2006/relationships/image" Target="../media/image61.png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34.png"/><Relationship Id="rId76" Type="http://schemas.openxmlformats.org/officeDocument/2006/relationships/customXml" Target="../ink/ink41.xml"/><Relationship Id="rId97" Type="http://schemas.openxmlformats.org/officeDocument/2006/relationships/image" Target="../media/image55.png"/><Relationship Id="rId104" Type="http://schemas.openxmlformats.org/officeDocument/2006/relationships/customXml" Target="../ink/ink55.xml"/><Relationship Id="rId7" Type="http://schemas.openxmlformats.org/officeDocument/2006/relationships/image" Target="../media/image10.png"/><Relationship Id="rId71" Type="http://schemas.openxmlformats.org/officeDocument/2006/relationships/image" Target="../media/image42.png"/><Relationship Id="rId92" Type="http://schemas.openxmlformats.org/officeDocument/2006/relationships/customXml" Target="../ink/ink49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customXml" Target="../ink/ink65.xml"/><Relationship Id="rId26" Type="http://schemas.openxmlformats.org/officeDocument/2006/relationships/customXml" Target="../ink/ink69.xml"/><Relationship Id="rId39" Type="http://schemas.openxmlformats.org/officeDocument/2006/relationships/image" Target="../media/image230.png"/><Relationship Id="rId21" Type="http://schemas.openxmlformats.org/officeDocument/2006/relationships/image" Target="../media/image140.png"/><Relationship Id="rId34" Type="http://schemas.openxmlformats.org/officeDocument/2006/relationships/customXml" Target="../ink/ink73.xml"/><Relationship Id="rId42" Type="http://schemas.openxmlformats.org/officeDocument/2006/relationships/customXml" Target="../ink/ink77.xml"/><Relationship Id="rId47" Type="http://schemas.openxmlformats.org/officeDocument/2006/relationships/image" Target="../media/image270.png"/><Relationship Id="rId50" Type="http://schemas.openxmlformats.org/officeDocument/2006/relationships/customXml" Target="../ink/ink81.xml"/><Relationship Id="rId55" Type="http://schemas.openxmlformats.org/officeDocument/2006/relationships/image" Target="../media/image310.png"/><Relationship Id="rId63" Type="http://schemas.openxmlformats.org/officeDocument/2006/relationships/image" Target="../media/image350.png"/><Relationship Id="rId68" Type="http://schemas.openxmlformats.org/officeDocument/2006/relationships/customXml" Target="../ink/ink90.xml"/><Relationship Id="rId76" Type="http://schemas.openxmlformats.org/officeDocument/2006/relationships/customXml" Target="../ink/ink94.xml"/><Relationship Id="rId84" Type="http://schemas.openxmlformats.org/officeDocument/2006/relationships/customXml" Target="../ink/ink98.xml"/><Relationship Id="rId89" Type="http://schemas.openxmlformats.org/officeDocument/2006/relationships/slide" Target="slide4.xml"/><Relationship Id="rId7" Type="http://schemas.openxmlformats.org/officeDocument/2006/relationships/image" Target="../media/image70.png"/><Relationship Id="rId71" Type="http://schemas.openxmlformats.org/officeDocument/2006/relationships/image" Target="../media/image390.png"/><Relationship Id="rId2" Type="http://schemas.openxmlformats.org/officeDocument/2006/relationships/image" Target="../media/image3.png"/><Relationship Id="rId16" Type="http://schemas.openxmlformats.org/officeDocument/2006/relationships/customXml" Target="../ink/ink64.xml"/><Relationship Id="rId29" Type="http://schemas.openxmlformats.org/officeDocument/2006/relationships/image" Target="../media/image180.png"/><Relationship Id="rId11" Type="http://schemas.openxmlformats.org/officeDocument/2006/relationships/image" Target="../media/image90.png"/><Relationship Id="rId24" Type="http://schemas.openxmlformats.org/officeDocument/2006/relationships/customXml" Target="../ink/ink68.xml"/><Relationship Id="rId32" Type="http://schemas.openxmlformats.org/officeDocument/2006/relationships/customXml" Target="../ink/ink72.xml"/><Relationship Id="rId37" Type="http://schemas.openxmlformats.org/officeDocument/2006/relationships/image" Target="../media/image220.png"/><Relationship Id="rId40" Type="http://schemas.openxmlformats.org/officeDocument/2006/relationships/customXml" Target="../ink/ink76.xml"/><Relationship Id="rId45" Type="http://schemas.openxmlformats.org/officeDocument/2006/relationships/image" Target="../media/image260.png"/><Relationship Id="rId53" Type="http://schemas.openxmlformats.org/officeDocument/2006/relationships/image" Target="../media/image300.png"/><Relationship Id="rId58" Type="http://schemas.openxmlformats.org/officeDocument/2006/relationships/customXml" Target="../ink/ink85.xml"/><Relationship Id="rId66" Type="http://schemas.openxmlformats.org/officeDocument/2006/relationships/customXml" Target="../ink/ink89.xml"/><Relationship Id="rId74" Type="http://schemas.openxmlformats.org/officeDocument/2006/relationships/customXml" Target="../ink/ink93.xml"/><Relationship Id="rId79" Type="http://schemas.openxmlformats.org/officeDocument/2006/relationships/image" Target="../media/image430.png"/><Relationship Id="rId87" Type="http://schemas.openxmlformats.org/officeDocument/2006/relationships/image" Target="../media/image470.png"/><Relationship Id="rId5" Type="http://schemas.openxmlformats.org/officeDocument/2006/relationships/image" Target="../media/image66.png"/><Relationship Id="rId61" Type="http://schemas.openxmlformats.org/officeDocument/2006/relationships/image" Target="../media/image340.png"/><Relationship Id="rId82" Type="http://schemas.openxmlformats.org/officeDocument/2006/relationships/customXml" Target="../ink/ink97.xml"/><Relationship Id="rId19" Type="http://schemas.openxmlformats.org/officeDocument/2006/relationships/image" Target="../media/image130.png"/><Relationship Id="rId4" Type="http://schemas.openxmlformats.org/officeDocument/2006/relationships/customXml" Target="../ink/ink58.xml"/><Relationship Id="rId9" Type="http://schemas.openxmlformats.org/officeDocument/2006/relationships/image" Target="../media/image82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170.png"/><Relationship Id="rId30" Type="http://schemas.openxmlformats.org/officeDocument/2006/relationships/customXml" Target="../ink/ink71.xml"/><Relationship Id="rId35" Type="http://schemas.openxmlformats.org/officeDocument/2006/relationships/image" Target="../media/image210.png"/><Relationship Id="rId43" Type="http://schemas.openxmlformats.org/officeDocument/2006/relationships/image" Target="../media/image250.png"/><Relationship Id="rId48" Type="http://schemas.openxmlformats.org/officeDocument/2006/relationships/customXml" Target="../ink/ink80.xml"/><Relationship Id="rId56" Type="http://schemas.openxmlformats.org/officeDocument/2006/relationships/customXml" Target="../ink/ink84.xml"/><Relationship Id="rId64" Type="http://schemas.openxmlformats.org/officeDocument/2006/relationships/customXml" Target="../ink/ink88.xml"/><Relationship Id="rId69" Type="http://schemas.openxmlformats.org/officeDocument/2006/relationships/image" Target="../media/image380.png"/><Relationship Id="rId77" Type="http://schemas.openxmlformats.org/officeDocument/2006/relationships/image" Target="../media/image420.png"/><Relationship Id="rId8" Type="http://schemas.openxmlformats.org/officeDocument/2006/relationships/customXml" Target="../ink/ink60.xml"/><Relationship Id="rId51" Type="http://schemas.openxmlformats.org/officeDocument/2006/relationships/image" Target="../media/image290.png"/><Relationship Id="rId72" Type="http://schemas.openxmlformats.org/officeDocument/2006/relationships/customXml" Target="../ink/ink92.xml"/><Relationship Id="rId80" Type="http://schemas.openxmlformats.org/officeDocument/2006/relationships/customXml" Target="../ink/ink96.xml"/><Relationship Id="rId85" Type="http://schemas.openxmlformats.org/officeDocument/2006/relationships/image" Target="../media/image460.png"/><Relationship Id="rId3" Type="http://schemas.openxmlformats.org/officeDocument/2006/relationships/image" Target="../media/image4.png"/><Relationship Id="rId12" Type="http://schemas.openxmlformats.org/officeDocument/2006/relationships/customXml" Target="../ink/ink62.xml"/><Relationship Id="rId17" Type="http://schemas.openxmlformats.org/officeDocument/2006/relationships/image" Target="../media/image120.png"/><Relationship Id="rId25" Type="http://schemas.openxmlformats.org/officeDocument/2006/relationships/image" Target="../media/image160.png"/><Relationship Id="rId33" Type="http://schemas.openxmlformats.org/officeDocument/2006/relationships/image" Target="../media/image200.png"/><Relationship Id="rId38" Type="http://schemas.openxmlformats.org/officeDocument/2006/relationships/customXml" Target="../ink/ink75.xml"/><Relationship Id="rId46" Type="http://schemas.openxmlformats.org/officeDocument/2006/relationships/customXml" Target="../ink/ink79.xml"/><Relationship Id="rId59" Type="http://schemas.openxmlformats.org/officeDocument/2006/relationships/image" Target="../media/image330.png"/><Relationship Id="rId67" Type="http://schemas.openxmlformats.org/officeDocument/2006/relationships/image" Target="../media/image370.png"/><Relationship Id="rId20" Type="http://schemas.openxmlformats.org/officeDocument/2006/relationships/customXml" Target="../ink/ink66.xml"/><Relationship Id="rId41" Type="http://schemas.openxmlformats.org/officeDocument/2006/relationships/image" Target="../media/image240.png"/><Relationship Id="rId54" Type="http://schemas.openxmlformats.org/officeDocument/2006/relationships/customXml" Target="../ink/ink83.xml"/><Relationship Id="rId62" Type="http://schemas.openxmlformats.org/officeDocument/2006/relationships/customXml" Target="../ink/ink87.xml"/><Relationship Id="rId70" Type="http://schemas.openxmlformats.org/officeDocument/2006/relationships/customXml" Target="../ink/ink91.xml"/><Relationship Id="rId75" Type="http://schemas.openxmlformats.org/officeDocument/2006/relationships/image" Target="../media/image410.png"/><Relationship Id="rId83" Type="http://schemas.openxmlformats.org/officeDocument/2006/relationships/image" Target="../media/image450.png"/><Relationship Id="rId88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5" Type="http://schemas.openxmlformats.org/officeDocument/2006/relationships/image" Target="../media/image110.png"/><Relationship Id="rId23" Type="http://schemas.openxmlformats.org/officeDocument/2006/relationships/image" Target="../media/image150.png"/><Relationship Id="rId28" Type="http://schemas.openxmlformats.org/officeDocument/2006/relationships/customXml" Target="../ink/ink70.xml"/><Relationship Id="rId36" Type="http://schemas.openxmlformats.org/officeDocument/2006/relationships/customXml" Target="../ink/ink74.xml"/><Relationship Id="rId49" Type="http://schemas.openxmlformats.org/officeDocument/2006/relationships/image" Target="../media/image280.png"/><Relationship Id="rId57" Type="http://schemas.openxmlformats.org/officeDocument/2006/relationships/image" Target="../media/image320.png"/><Relationship Id="rId10" Type="http://schemas.openxmlformats.org/officeDocument/2006/relationships/customXml" Target="../ink/ink61.xml"/><Relationship Id="rId31" Type="http://schemas.openxmlformats.org/officeDocument/2006/relationships/image" Target="../media/image190.png"/><Relationship Id="rId44" Type="http://schemas.openxmlformats.org/officeDocument/2006/relationships/customXml" Target="../ink/ink78.xml"/><Relationship Id="rId52" Type="http://schemas.openxmlformats.org/officeDocument/2006/relationships/customXml" Target="../ink/ink82.xml"/><Relationship Id="rId60" Type="http://schemas.openxmlformats.org/officeDocument/2006/relationships/customXml" Target="../ink/ink86.xml"/><Relationship Id="rId65" Type="http://schemas.openxmlformats.org/officeDocument/2006/relationships/image" Target="../media/image360.png"/><Relationship Id="rId73" Type="http://schemas.openxmlformats.org/officeDocument/2006/relationships/image" Target="../media/image400.png"/><Relationship Id="rId78" Type="http://schemas.openxmlformats.org/officeDocument/2006/relationships/customXml" Target="../ink/ink95.xml"/><Relationship Id="rId81" Type="http://schemas.openxmlformats.org/officeDocument/2006/relationships/image" Target="../media/image440.png"/><Relationship Id="rId86" Type="http://schemas.openxmlformats.org/officeDocument/2006/relationships/customXml" Target="../ink/ink9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80EA-E27A-3D49-A9B7-D67E2B96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" y="2834639"/>
            <a:ext cx="11576304" cy="67532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Standard Distribution Curve – 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170378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991A1-0D20-3B64-CEC2-554228391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92" y="170830"/>
            <a:ext cx="3565472" cy="183131"/>
          </a:xfrm>
        </p:spPr>
        <p:txBody>
          <a:bodyPr>
            <a:noAutofit/>
          </a:bodyPr>
          <a:lstStyle/>
          <a:p>
            <a:r>
              <a:rPr lang="en-US" sz="1600" b="1" dirty="0"/>
              <a:t>standard normal distribution curve (p1):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F10A83-4C6C-0E44-C4E6-642D8C09E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977" y="170829"/>
            <a:ext cx="5260558" cy="35174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F93261-4A32-A79A-F69C-85C368044635}"/>
              </a:ext>
            </a:extLst>
          </p:cNvPr>
          <p:cNvSpPr txBox="1"/>
          <p:nvPr/>
        </p:nvSpPr>
        <p:spPr>
          <a:xfrm>
            <a:off x="127812" y="81737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__Inter_e8ce0c"/>
              </a:rPr>
              <a:t>The </a:t>
            </a:r>
            <a:r>
              <a:rPr lang="en-US" b="1" i="0" dirty="0">
                <a:solidFill>
                  <a:srgbClr val="374151"/>
                </a:solidFill>
                <a:effectLst/>
                <a:latin typeface="__Inter_e8ce0c"/>
              </a:rPr>
              <a:t>standard normal distribution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e8ce0c"/>
              </a:rPr>
              <a:t> is a normal distribution with a </a:t>
            </a:r>
            <a:r>
              <a:rPr lang="en-US" b="1" i="0" dirty="0">
                <a:solidFill>
                  <a:srgbClr val="374151"/>
                </a:solidFill>
                <a:effectLst/>
                <a:latin typeface="__Inter_e8ce0c"/>
              </a:rPr>
              <a:t>mean of 0 and a standard deviation of 1.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8E9B9-BEF1-2F23-E303-B97E270A1520}"/>
              </a:ext>
            </a:extLst>
          </p:cNvPr>
          <p:cNvSpPr txBox="1"/>
          <p:nvPr/>
        </p:nvSpPr>
        <p:spPr>
          <a:xfrm>
            <a:off x="117981" y="168176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111827"/>
                </a:solidFill>
                <a:effectLst/>
                <a:latin typeface="__Inter_e8ce0c"/>
              </a:rPr>
              <a:t>Shape</a:t>
            </a:r>
            <a:r>
              <a:rPr lang="en-US" b="0" i="0" dirty="0">
                <a:solidFill>
                  <a:srgbClr val="374151"/>
                </a:solidFill>
                <a:effectLst/>
                <a:latin typeface="__Inter_e8ce0c"/>
              </a:rPr>
              <a:t>: The standard normal distribution curve is bell-shaped and symmetric about the mean. This symmetry means that the left half of the curve is a mirror image of the right half.</a:t>
            </a:r>
          </a:p>
          <a:p>
            <a:pPr>
              <a:buFont typeface="+mj-lt"/>
              <a:buAutoNum type="arabicPeriod"/>
            </a:pPr>
            <a:r>
              <a:rPr lang="en-US" b="1" i="1" dirty="0"/>
              <a:t>Empirical Rule</a:t>
            </a:r>
            <a:endParaRPr lang="en-US" b="0" i="0" dirty="0">
              <a:solidFill>
                <a:srgbClr val="374151"/>
              </a:solidFill>
              <a:effectLst/>
              <a:latin typeface="__Inter_e8ce0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68%</a:t>
            </a:r>
            <a:r>
              <a:rPr lang="en-US" dirty="0"/>
              <a:t> of data falls within </a:t>
            </a:r>
            <a:r>
              <a:rPr lang="en-US" b="1" dirty="0"/>
              <a:t>1 standard deviation (σ)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95%</a:t>
            </a:r>
            <a:r>
              <a:rPr lang="en-US" dirty="0"/>
              <a:t> within </a:t>
            </a:r>
            <a:r>
              <a:rPr lang="en-US" b="1" dirty="0"/>
              <a:t>2σ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About </a:t>
            </a:r>
            <a:r>
              <a:rPr lang="en-US" b="1" dirty="0"/>
              <a:t>99.7%</a:t>
            </a:r>
            <a:r>
              <a:rPr lang="en-US" dirty="0"/>
              <a:t> within </a:t>
            </a:r>
            <a:r>
              <a:rPr lang="en-US" b="1" dirty="0"/>
              <a:t>3σ</a:t>
            </a:r>
            <a:r>
              <a:rPr lang="en-US" dirty="0"/>
              <a:t>.</a:t>
            </a:r>
          </a:p>
          <a:p>
            <a:r>
              <a:rPr lang="en-US" b="1" dirty="0"/>
              <a:t>3. Area Under the Curve</a:t>
            </a:r>
            <a:r>
              <a:rPr lang="en-US" dirty="0"/>
              <a:t>: The total area under the standard normal distribution curve is equal to 1. The area to the left of a Z-score represents the cumulative probability of that Z-score. </a:t>
            </a:r>
          </a:p>
          <a:p>
            <a:r>
              <a:rPr lang="en-US" b="1" dirty="0"/>
              <a:t>4. Applications</a:t>
            </a:r>
            <a:r>
              <a:rPr lang="en-US" dirty="0"/>
              <a:t>: The standard normal distribution is widely used in statistics, particularly in hypothesis testing, confidence intervals, and in the calculation of probabilities for normally distributed data.</a:t>
            </a:r>
          </a:p>
          <a:p>
            <a:r>
              <a:rPr lang="en-US" b="1" dirty="0"/>
              <a:t>5. Transformation</a:t>
            </a:r>
            <a:r>
              <a:rPr lang="en-US" dirty="0"/>
              <a:t>: Any normal distribution can be transformed into a standard normal distribution using Z-scores, allowing for easier comparison and analysis.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86DB5E-8B19-E732-6FE5-68CA20441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168" y="3807069"/>
            <a:ext cx="4060722" cy="295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0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01CF-BCD2-DCC6-C302-1243EC80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A9BB55-F80F-E1B2-F701-A87F8AB96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839"/>
            <a:ext cx="5839713" cy="6558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8DFF7-7510-C582-2269-B2C83C7C9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718" y="850385"/>
            <a:ext cx="5611027" cy="59253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F7883F-E5FF-1263-B214-764511EF914C}"/>
                  </a:ext>
                </a:extLst>
              </p14:cNvPr>
              <p14:cNvContentPartPr/>
              <p14:nvPr/>
            </p14:nvContentPartPr>
            <p14:xfrm>
              <a:off x="11228184" y="4372857"/>
              <a:ext cx="671040" cy="205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F7883F-E5FF-1263-B214-764511EF91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19184" y="4363857"/>
                <a:ext cx="6886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46A89ED-374A-E3FF-7447-21135BAB01F8}"/>
                  </a:ext>
                </a:extLst>
              </p14:cNvPr>
              <p14:cNvContentPartPr/>
              <p14:nvPr/>
            </p14:nvContentPartPr>
            <p14:xfrm>
              <a:off x="6314591" y="4395128"/>
              <a:ext cx="286200" cy="179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46A89ED-374A-E3FF-7447-21135BAB01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05591" y="4386128"/>
                <a:ext cx="3038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0717DF1-E773-CFAD-C47E-1D21314B524A}"/>
                  </a:ext>
                </a:extLst>
              </p14:cNvPr>
              <p14:cNvContentPartPr/>
              <p14:nvPr/>
            </p14:nvContentPartPr>
            <p14:xfrm>
              <a:off x="11362104" y="1150005"/>
              <a:ext cx="387720" cy="151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0717DF1-E773-CFAD-C47E-1D21314B52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53104" y="1141005"/>
                <a:ext cx="405360" cy="1692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AC21C80-2214-D034-3260-518A557300B8}"/>
              </a:ext>
            </a:extLst>
          </p:cNvPr>
          <p:cNvSpPr txBox="1"/>
          <p:nvPr/>
        </p:nvSpPr>
        <p:spPr>
          <a:xfrm>
            <a:off x="-87826" y="62238"/>
            <a:ext cx="2642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Area under z = 2.09 is 0.9817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52683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3D42D-4F02-EBAD-1348-8B0CDD3E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4BBEF-0127-9000-4C2D-37557241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436417"/>
            <a:ext cx="6013703" cy="2380959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+mn-lt"/>
              </a:rPr>
              <a:t>Area under standard normal distribution curve (p1): </a:t>
            </a:r>
            <a:br>
              <a:rPr lang="en-US" sz="1800" b="1" dirty="0">
                <a:latin typeface="+mn-lt"/>
              </a:rPr>
            </a:br>
            <a:r>
              <a:rPr lang="en-US" sz="1800" b="1" dirty="0">
                <a:latin typeface="+mn-lt"/>
              </a:rPr>
              <a:t>1) </a:t>
            </a:r>
            <a:r>
              <a:rPr lang="en-US" sz="1800" dirty="0">
                <a:latin typeface="+mn-lt"/>
              </a:rPr>
              <a:t>Find the area under the standard normal distribution curve to the </a:t>
            </a:r>
            <a:r>
              <a:rPr lang="en-US" sz="1800" b="1" dirty="0">
                <a:latin typeface="+mn-lt"/>
              </a:rPr>
              <a:t>left of z= 2.09.</a:t>
            </a:r>
            <a:r>
              <a:rPr lang="en-US" sz="1800" dirty="0">
                <a:latin typeface="+mn-lt"/>
              </a:rPr>
              <a:t> 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 Answer: Using Std normal distribution table, it is  0.9817.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b="1" dirty="0">
                <a:latin typeface="+mn-lt"/>
              </a:rPr>
              <a:t>INTERPRETATION1: 98.17% represents the prob. that measured value would be  &lt; 2.09… Also written as P( z &lt; 2.09) = 0.9817  </a:t>
            </a:r>
            <a:br>
              <a:rPr lang="en-US" sz="1800" b="1" dirty="0">
                <a:latin typeface="+mn-lt"/>
              </a:rPr>
            </a:br>
            <a:br>
              <a:rPr lang="en-US" sz="1800" b="1" dirty="0">
                <a:latin typeface="+mn-lt"/>
              </a:rPr>
            </a:br>
            <a:r>
              <a:rPr lang="en-US" sz="1800" b="1" dirty="0">
                <a:latin typeface="+mn-lt"/>
              </a:rPr>
              <a:t>INTERPRETATION2: 98.17% of data has value &lt; 2.09….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69DAF-97A3-16F5-357A-9F784B44E0D9}"/>
              </a:ext>
            </a:extLst>
          </p:cNvPr>
          <p:cNvSpPr txBox="1"/>
          <p:nvPr/>
        </p:nvSpPr>
        <p:spPr>
          <a:xfrm>
            <a:off x="221639" y="3761656"/>
            <a:ext cx="69015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dirty="0"/>
            </a:br>
            <a:r>
              <a:rPr lang="en-US" sz="1800" dirty="0"/>
              <a:t>2</a:t>
            </a:r>
            <a:r>
              <a:rPr lang="en-US" sz="1800" b="1" dirty="0"/>
              <a:t>) </a:t>
            </a:r>
            <a:r>
              <a:rPr lang="en-US" sz="1800" dirty="0"/>
              <a:t>Find the area under the standard normal distribution curve to the </a:t>
            </a:r>
            <a:r>
              <a:rPr lang="en-US" sz="1800" b="1" dirty="0"/>
              <a:t>right of z= 2.09.</a:t>
            </a:r>
            <a:r>
              <a:rPr lang="en-US" sz="1800" dirty="0"/>
              <a:t>  </a:t>
            </a:r>
            <a:br>
              <a:rPr lang="en-US" sz="1800" dirty="0"/>
            </a:br>
            <a:r>
              <a:rPr lang="en-US" sz="1800" dirty="0"/>
              <a:t>Answer = </a:t>
            </a:r>
            <a:r>
              <a:rPr lang="en-US" sz="1800" b="1" dirty="0"/>
              <a:t>P( z &gt; 2.09 ) = </a:t>
            </a:r>
            <a:r>
              <a:rPr lang="en-US" sz="1800" dirty="0"/>
              <a:t>1 - 0.9817 = 0.0183…</a:t>
            </a:r>
          </a:p>
          <a:p>
            <a:endParaRPr lang="en-US" dirty="0"/>
          </a:p>
          <a:p>
            <a:r>
              <a:rPr lang="en-US" b="1" dirty="0"/>
              <a:t>INTERPRETATION1: 1.83% represents the prob. that measured value would be  &gt; 2.09… Also written as P( z &gt; 2.09) </a:t>
            </a:r>
            <a:r>
              <a:rPr lang="en-US" b="1"/>
              <a:t>= 0.0183  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INTERPRETATION2</a:t>
            </a:r>
            <a:r>
              <a:rPr lang="en-US" b="1"/>
              <a:t>: 1.83% </a:t>
            </a:r>
            <a:r>
              <a:rPr lang="en-US" b="1" dirty="0"/>
              <a:t>of data has </a:t>
            </a:r>
            <a:r>
              <a:rPr lang="en-US" b="1"/>
              <a:t>value &gt; </a:t>
            </a:r>
            <a:r>
              <a:rPr lang="en-US" b="1" dirty="0"/>
              <a:t>2.09….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8E1BCB-001F-63BE-93D5-5E3D2874F81D}"/>
                  </a:ext>
                </a:extLst>
              </p14:cNvPr>
              <p14:cNvContentPartPr/>
              <p14:nvPr/>
            </p14:nvContentPartPr>
            <p14:xfrm>
              <a:off x="7906677" y="3179896"/>
              <a:ext cx="3130920" cy="111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8E1BCB-001F-63BE-93D5-5E3D2874F8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7677" y="3170867"/>
                <a:ext cx="3148560" cy="129297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514BC0B-7303-B6AE-4AEF-930B1B006F5F}"/>
              </a:ext>
            </a:extLst>
          </p:cNvPr>
          <p:cNvGrpSpPr/>
          <p:nvPr/>
        </p:nvGrpSpPr>
        <p:grpSpPr>
          <a:xfrm>
            <a:off x="7954917" y="2108176"/>
            <a:ext cx="4070520" cy="1467360"/>
            <a:chOff x="1042053" y="2108176"/>
            <a:chExt cx="4070520" cy="14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F2374C-A20A-F820-06B1-F7C5AEDFB80A}"/>
                    </a:ext>
                  </a:extLst>
                </p14:cNvPr>
                <p14:cNvContentPartPr/>
                <p14:nvPr/>
              </p14:nvContentPartPr>
              <p14:xfrm>
                <a:off x="1133133" y="2108176"/>
                <a:ext cx="3486600" cy="101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F2374C-A20A-F820-06B1-F7C5AEDFB8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4133" y="2099536"/>
                  <a:ext cx="350424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7C2DADD-E567-7246-355E-B4D8016BECC5}"/>
                    </a:ext>
                  </a:extLst>
                </p14:cNvPr>
                <p14:cNvContentPartPr/>
                <p14:nvPr/>
              </p14:nvContentPartPr>
              <p14:xfrm>
                <a:off x="4036893" y="3130576"/>
                <a:ext cx="1075680" cy="71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7C2DADD-E567-7246-355E-B4D8016BEC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27893" y="3121576"/>
                  <a:ext cx="1093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316656-0FC7-D7DA-AA9B-6AB2D24E1541}"/>
                    </a:ext>
                  </a:extLst>
                </p14:cNvPr>
                <p14:cNvContentPartPr/>
                <p14:nvPr/>
              </p14:nvContentPartPr>
              <p14:xfrm>
                <a:off x="3645213" y="2449096"/>
                <a:ext cx="158040" cy="761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316656-0FC7-D7DA-AA9B-6AB2D24E15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36213" y="2440456"/>
                  <a:ext cx="17568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5D1165-70AF-AB68-949F-DA59EFDAA32E}"/>
                    </a:ext>
                  </a:extLst>
                </p14:cNvPr>
                <p14:cNvContentPartPr/>
                <p14:nvPr/>
              </p14:nvContentPartPr>
              <p14:xfrm>
                <a:off x="3518493" y="3370336"/>
                <a:ext cx="214200" cy="205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5D1165-70AF-AB68-949F-DA59EFDAA3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09493" y="3361336"/>
                  <a:ext cx="2318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721002-E780-B2CA-CFA1-5CB1CFA47DEB}"/>
                    </a:ext>
                  </a:extLst>
                </p14:cNvPr>
                <p14:cNvContentPartPr/>
                <p14:nvPr/>
              </p14:nvContentPartPr>
              <p14:xfrm>
                <a:off x="3784173" y="3437656"/>
                <a:ext cx="109080" cy="2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721002-E780-B2CA-CFA1-5CB1CFA47D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5533" y="3428656"/>
                  <a:ext cx="126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F313B1-5B00-4E03-C53E-D1BD5E1FF8DE}"/>
                    </a:ext>
                  </a:extLst>
                </p14:cNvPr>
                <p14:cNvContentPartPr/>
                <p14:nvPr/>
              </p14:nvContentPartPr>
              <p14:xfrm>
                <a:off x="3832413" y="3481936"/>
                <a:ext cx="117000" cy="28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F313B1-5B00-4E03-C53E-D1BD5E1FF8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23773" y="3473296"/>
                  <a:ext cx="134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F0F747-A437-BCB2-2C99-C7F084E4F48F}"/>
                    </a:ext>
                  </a:extLst>
                </p14:cNvPr>
                <p14:cNvContentPartPr/>
                <p14:nvPr/>
              </p14:nvContentPartPr>
              <p14:xfrm>
                <a:off x="4008093" y="3393016"/>
                <a:ext cx="170280" cy="177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F0F747-A437-BCB2-2C99-C7F084E4F4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99453" y="3384376"/>
                  <a:ext cx="187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18B438-A964-B539-6049-A9E4A8B3F76C}"/>
                    </a:ext>
                  </a:extLst>
                </p14:cNvPr>
                <p14:cNvContentPartPr/>
                <p14:nvPr/>
              </p14:nvContentPartPr>
              <p14:xfrm>
                <a:off x="4253253" y="3498136"/>
                <a:ext cx="28440" cy="29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18B438-A964-B539-6049-A9E4A8B3F7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44253" y="3489496"/>
                  <a:ext cx="46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70C5E23-E992-A6EF-9ED5-25C8229D9DEB}"/>
                    </a:ext>
                  </a:extLst>
                </p14:cNvPr>
                <p14:cNvContentPartPr/>
                <p14:nvPr/>
              </p14:nvContentPartPr>
              <p14:xfrm>
                <a:off x="4380693" y="3404176"/>
                <a:ext cx="163800" cy="12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70C5E23-E992-A6EF-9ED5-25C8229D9D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72053" y="3395536"/>
                  <a:ext cx="181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D97587-224D-013B-9F07-7341DEF9494B}"/>
                    </a:ext>
                  </a:extLst>
                </p14:cNvPr>
                <p14:cNvContentPartPr/>
                <p14:nvPr/>
              </p14:nvContentPartPr>
              <p14:xfrm>
                <a:off x="4618293" y="3357736"/>
                <a:ext cx="207000" cy="20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D97587-224D-013B-9F07-7341DEF949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09293" y="3349096"/>
                  <a:ext cx="224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F540FF-83FE-78F3-76FE-3106923ABC8E}"/>
                    </a:ext>
                  </a:extLst>
                </p14:cNvPr>
                <p14:cNvContentPartPr/>
                <p14:nvPr/>
              </p14:nvContentPartPr>
              <p14:xfrm>
                <a:off x="3585093" y="3031936"/>
                <a:ext cx="183960" cy="14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F540FF-83FE-78F3-76FE-3106923ABC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76453" y="3023296"/>
                  <a:ext cx="201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23E2D5B-BBC7-EC7C-AD31-C8E6D43F9598}"/>
                    </a:ext>
                  </a:extLst>
                </p14:cNvPr>
                <p14:cNvContentPartPr/>
                <p14:nvPr/>
              </p14:nvContentPartPr>
              <p14:xfrm>
                <a:off x="3446493" y="2943736"/>
                <a:ext cx="304560" cy="252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23E2D5B-BBC7-EC7C-AD31-C8E6D43F959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37853" y="2934736"/>
                  <a:ext cx="3222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0A3E24-E9DC-5471-B917-6C8534D745D7}"/>
                    </a:ext>
                  </a:extLst>
                </p14:cNvPr>
                <p14:cNvContentPartPr/>
                <p14:nvPr/>
              </p14:nvContentPartPr>
              <p14:xfrm>
                <a:off x="3306453" y="2817376"/>
                <a:ext cx="396360" cy="413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0A3E24-E9DC-5471-B917-6C8534D745D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97453" y="2808376"/>
                  <a:ext cx="414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73153C-A686-9182-26CB-E92B754CF958}"/>
                    </a:ext>
                  </a:extLst>
                </p14:cNvPr>
                <p14:cNvContentPartPr/>
                <p14:nvPr/>
              </p14:nvContentPartPr>
              <p14:xfrm>
                <a:off x="3173973" y="2735656"/>
                <a:ext cx="470520" cy="432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73153C-A686-9182-26CB-E92B754CF9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64973" y="2726656"/>
                  <a:ext cx="4881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9EC1BF9-FF29-B2DD-9591-3F20C1B9D1CF}"/>
                    </a:ext>
                  </a:extLst>
                </p14:cNvPr>
                <p14:cNvContentPartPr/>
                <p14:nvPr/>
              </p14:nvContentPartPr>
              <p14:xfrm>
                <a:off x="3059493" y="2605696"/>
                <a:ext cx="549360" cy="591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9EC1BF9-FF29-B2DD-9591-3F20C1B9D1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50493" y="2597056"/>
                  <a:ext cx="56700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42AE33-1C1B-CAD2-329E-8A315A4A0462}"/>
                    </a:ext>
                  </a:extLst>
                </p14:cNvPr>
                <p14:cNvContentPartPr/>
                <p14:nvPr/>
              </p14:nvContentPartPr>
              <p14:xfrm>
                <a:off x="3008013" y="2485096"/>
                <a:ext cx="578160" cy="60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42AE33-1C1B-CAD2-329E-8A315A4A04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9013" y="2476096"/>
                  <a:ext cx="5958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ED6144-A641-6CF2-40A5-B17ABABFBE9A}"/>
                    </a:ext>
                  </a:extLst>
                </p14:cNvPr>
                <p14:cNvContentPartPr/>
                <p14:nvPr/>
              </p14:nvContentPartPr>
              <p14:xfrm>
                <a:off x="2877693" y="2512816"/>
                <a:ext cx="608400" cy="610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ED6144-A641-6CF2-40A5-B17ABABFBE9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69053" y="2504176"/>
                  <a:ext cx="62604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EC46F76-794B-BAA9-B31B-D31C6B3E05B2}"/>
                    </a:ext>
                  </a:extLst>
                </p14:cNvPr>
                <p14:cNvContentPartPr/>
                <p14:nvPr/>
              </p14:nvContentPartPr>
              <p14:xfrm>
                <a:off x="2669973" y="2391136"/>
                <a:ext cx="758880" cy="762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EC46F76-794B-BAA9-B31B-D31C6B3E05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61333" y="2382136"/>
                  <a:ext cx="77652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37C7C1-E973-59C7-F3C7-23DA2F5589E3}"/>
                    </a:ext>
                  </a:extLst>
                </p14:cNvPr>
                <p14:cNvContentPartPr/>
                <p14:nvPr/>
              </p14:nvContentPartPr>
              <p14:xfrm>
                <a:off x="2525253" y="2395096"/>
                <a:ext cx="750960" cy="72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37C7C1-E973-59C7-F3C7-23DA2F5589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16613" y="2386456"/>
                  <a:ext cx="768600" cy="73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EE4044-01F5-84BC-B5F3-6DEFD4271303}"/>
                    </a:ext>
                  </a:extLst>
                </p14:cNvPr>
                <p14:cNvContentPartPr/>
                <p14:nvPr/>
              </p14:nvContentPartPr>
              <p14:xfrm>
                <a:off x="2394213" y="2231656"/>
                <a:ext cx="943920" cy="955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EE4044-01F5-84BC-B5F3-6DEFD42713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85213" y="2222656"/>
                  <a:ext cx="961560" cy="9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5160BA-385A-0038-0CBA-472D3DB19147}"/>
                    </a:ext>
                  </a:extLst>
                </p14:cNvPr>
                <p14:cNvContentPartPr/>
                <p14:nvPr/>
              </p14:nvContentPartPr>
              <p14:xfrm>
                <a:off x="2268573" y="2279896"/>
                <a:ext cx="906840" cy="898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5160BA-385A-0038-0CBA-472D3DB191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9573" y="2271256"/>
                  <a:ext cx="92448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8945A0A-AD61-071F-3E94-5B6808E79847}"/>
                    </a:ext>
                  </a:extLst>
                </p14:cNvPr>
                <p14:cNvContentPartPr/>
                <p14:nvPr/>
              </p14:nvContentPartPr>
              <p14:xfrm>
                <a:off x="2154093" y="2252536"/>
                <a:ext cx="913680" cy="785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8945A0A-AD61-071F-3E94-5B6808E798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145093" y="2243896"/>
                  <a:ext cx="93132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E777B71-1B07-F141-2903-47D985DCE8C4}"/>
                    </a:ext>
                  </a:extLst>
                </p14:cNvPr>
                <p14:cNvContentPartPr/>
                <p14:nvPr/>
              </p14:nvContentPartPr>
              <p14:xfrm>
                <a:off x="2050053" y="2219416"/>
                <a:ext cx="945720" cy="96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E777B71-1B07-F141-2903-47D985DCE8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41053" y="2210416"/>
                  <a:ext cx="963360" cy="9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FD3D12-174E-E927-6E6E-B2C56862BA1F}"/>
                    </a:ext>
                  </a:extLst>
                </p14:cNvPr>
                <p14:cNvContentPartPr/>
                <p14:nvPr/>
              </p14:nvContentPartPr>
              <p14:xfrm>
                <a:off x="1900293" y="2306176"/>
                <a:ext cx="768960" cy="731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FD3D12-174E-E927-6E6E-B2C56862BA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91653" y="2297536"/>
                  <a:ext cx="78660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891DF9E-D508-492B-55BF-02A54A2E6E7B}"/>
                    </a:ext>
                  </a:extLst>
                </p14:cNvPr>
                <p14:cNvContentPartPr/>
                <p14:nvPr/>
              </p14:nvContentPartPr>
              <p14:xfrm>
                <a:off x="1742253" y="2325256"/>
                <a:ext cx="896760" cy="812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891DF9E-D508-492B-55BF-02A54A2E6E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33253" y="2316616"/>
                  <a:ext cx="91440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C4C35C-42D3-2D7C-23FD-9ED700420F65}"/>
                    </a:ext>
                  </a:extLst>
                </p14:cNvPr>
                <p14:cNvContentPartPr/>
                <p14:nvPr/>
              </p14:nvContentPartPr>
              <p14:xfrm>
                <a:off x="1668093" y="2523256"/>
                <a:ext cx="615240" cy="574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C4C35C-42D3-2D7C-23FD-9ED700420F6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59453" y="2514616"/>
                  <a:ext cx="63288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4C2ABA-6275-27B2-26F3-5F4AB5275D6A}"/>
                    </a:ext>
                  </a:extLst>
                </p14:cNvPr>
                <p14:cNvContentPartPr/>
                <p14:nvPr/>
              </p14:nvContentPartPr>
              <p14:xfrm>
                <a:off x="1649013" y="2790016"/>
                <a:ext cx="425520" cy="308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4C2ABA-6275-27B2-26F3-5F4AB5275D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40373" y="2781376"/>
                  <a:ext cx="4431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2B65AD-EC8F-7BF5-F084-898FACC5092E}"/>
                    </a:ext>
                  </a:extLst>
                </p14:cNvPr>
                <p14:cNvContentPartPr/>
                <p14:nvPr/>
              </p14:nvContentPartPr>
              <p14:xfrm>
                <a:off x="1510053" y="3021496"/>
                <a:ext cx="257400" cy="174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2B65AD-EC8F-7BF5-F084-898FACC509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01053" y="3012496"/>
                  <a:ext cx="275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CE8BC98-A545-B90A-E92B-928AE1510C61}"/>
                    </a:ext>
                  </a:extLst>
                </p14:cNvPr>
                <p14:cNvContentPartPr/>
                <p14:nvPr/>
              </p14:nvContentPartPr>
              <p14:xfrm>
                <a:off x="1254093" y="3187096"/>
                <a:ext cx="253800" cy="16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CE8BC98-A545-B90A-E92B-928AE1510C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45453" y="3178096"/>
                  <a:ext cx="2714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FF83E50-43F1-3D95-6B24-CE8E2F680EB4}"/>
                    </a:ext>
                  </a:extLst>
                </p14:cNvPr>
                <p14:cNvContentPartPr/>
                <p14:nvPr/>
              </p14:nvContentPartPr>
              <p14:xfrm>
                <a:off x="1168773" y="3170896"/>
                <a:ext cx="204480" cy="9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FF83E50-43F1-3D95-6B24-CE8E2F680E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60133" y="3161896"/>
                  <a:ext cx="222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AA92D3B-1BB3-490F-5783-DDA3890B0B06}"/>
                    </a:ext>
                  </a:extLst>
                </p14:cNvPr>
                <p14:cNvContentPartPr/>
                <p14:nvPr/>
              </p14:nvContentPartPr>
              <p14:xfrm>
                <a:off x="1042053" y="3161896"/>
                <a:ext cx="269640" cy="159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AA92D3B-1BB3-490F-5783-DDA3890B0B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3413" y="3152896"/>
                  <a:ext cx="287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D976A0-596A-1566-9382-86F2196981BB}"/>
                    </a:ext>
                  </a:extLst>
                </p14:cNvPr>
                <p14:cNvContentPartPr/>
                <p14:nvPr/>
              </p14:nvContentPartPr>
              <p14:xfrm>
                <a:off x="1110453" y="3182056"/>
                <a:ext cx="185400" cy="105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D976A0-596A-1566-9382-86F2196981B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1813" y="3173056"/>
                  <a:ext cx="20304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56523A0-4C85-E06A-AE9F-0C7E444142E2}"/>
                  </a:ext>
                </a:extLst>
              </p14:cNvPr>
              <p14:cNvContentPartPr/>
              <p14:nvPr/>
            </p14:nvContentPartPr>
            <p14:xfrm>
              <a:off x="7571517" y="6215056"/>
              <a:ext cx="4463280" cy="163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56523A0-4C85-E06A-AE9F-0C7E444142E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62517" y="6206056"/>
                <a:ext cx="4480920" cy="18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3456B6A3-FB7E-66D0-831D-B57078E144AE}"/>
              </a:ext>
            </a:extLst>
          </p:cNvPr>
          <p:cNvGrpSpPr/>
          <p:nvPr/>
        </p:nvGrpSpPr>
        <p:grpSpPr>
          <a:xfrm>
            <a:off x="7607157" y="5154856"/>
            <a:ext cx="4527720" cy="1419840"/>
            <a:chOff x="1242933" y="5154856"/>
            <a:chExt cx="4527720" cy="141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87C4207-36F4-D4F5-E030-DE3FC1BF1B6F}"/>
                    </a:ext>
                  </a:extLst>
                </p14:cNvPr>
                <p14:cNvContentPartPr/>
                <p14:nvPr/>
              </p14:nvContentPartPr>
              <p14:xfrm>
                <a:off x="1242933" y="5154856"/>
                <a:ext cx="4527720" cy="1057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87C4207-36F4-D4F5-E030-DE3FC1BF1B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3933" y="5145856"/>
                  <a:ext cx="4545360" cy="10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E42431-FF4F-4670-3304-D11547218FAA}"/>
                    </a:ext>
                  </a:extLst>
                </p14:cNvPr>
                <p14:cNvContentPartPr/>
                <p14:nvPr/>
              </p14:nvContentPartPr>
              <p14:xfrm>
                <a:off x="4024293" y="5399296"/>
                <a:ext cx="146160" cy="871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E42431-FF4F-4670-3304-D11547218FA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15653" y="5390296"/>
                  <a:ext cx="163800" cy="88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E98C9F-5555-D306-FE5C-0F11296837DF}"/>
                    </a:ext>
                  </a:extLst>
                </p14:cNvPr>
                <p14:cNvContentPartPr/>
                <p14:nvPr/>
              </p14:nvContentPartPr>
              <p14:xfrm>
                <a:off x="4101693" y="5544016"/>
                <a:ext cx="172080" cy="316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E98C9F-5555-D306-FE5C-0F11296837D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93053" y="5535376"/>
                  <a:ext cx="1897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2323743-D5C3-B1BD-F2BD-EA872338E0BA}"/>
                    </a:ext>
                  </a:extLst>
                </p14:cNvPr>
                <p14:cNvContentPartPr/>
                <p14:nvPr/>
              </p14:nvContentPartPr>
              <p14:xfrm>
                <a:off x="4201773" y="5600176"/>
                <a:ext cx="289440" cy="384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2323743-D5C3-B1BD-F2BD-EA872338E0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92773" y="5591536"/>
                  <a:ext cx="3070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451ACAE-EB09-55F4-6E2F-EE520AEE0D26}"/>
                    </a:ext>
                  </a:extLst>
                </p14:cNvPr>
                <p14:cNvContentPartPr/>
                <p14:nvPr/>
              </p14:nvContentPartPr>
              <p14:xfrm>
                <a:off x="4241013" y="5738416"/>
                <a:ext cx="310320" cy="38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451ACAE-EB09-55F4-6E2F-EE520AEE0D2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32013" y="5729776"/>
                  <a:ext cx="327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01356FD-103A-21E5-0B8B-57FC0AB57C67}"/>
                    </a:ext>
                  </a:extLst>
                </p14:cNvPr>
                <p14:cNvContentPartPr/>
                <p14:nvPr/>
              </p14:nvContentPartPr>
              <p14:xfrm>
                <a:off x="4313733" y="5884936"/>
                <a:ext cx="307800" cy="327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01356FD-103A-21E5-0B8B-57FC0AB57C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5093" y="5876296"/>
                  <a:ext cx="3254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B6118C-BDE9-A95D-1443-6EB1DB387EEB}"/>
                    </a:ext>
                  </a:extLst>
                </p14:cNvPr>
                <p14:cNvContentPartPr/>
                <p14:nvPr/>
              </p14:nvContentPartPr>
              <p14:xfrm>
                <a:off x="4449813" y="5952616"/>
                <a:ext cx="291960" cy="263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B6118C-BDE9-A95D-1443-6EB1DB387E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40813" y="5943976"/>
                  <a:ext cx="3096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6B3C9C-F3AB-A3DC-F399-C72D787886F7}"/>
                    </a:ext>
                  </a:extLst>
                </p14:cNvPr>
                <p14:cNvContentPartPr/>
                <p14:nvPr/>
              </p14:nvContentPartPr>
              <p14:xfrm>
                <a:off x="4630173" y="5982856"/>
                <a:ext cx="240480" cy="24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6B3C9C-F3AB-A3DC-F399-C72D787886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21533" y="5974216"/>
                  <a:ext cx="258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3C59A23-DE36-DC5A-2113-66A1C4F328D8}"/>
                    </a:ext>
                  </a:extLst>
                </p14:cNvPr>
                <p14:cNvContentPartPr/>
                <p14:nvPr/>
              </p14:nvContentPartPr>
              <p14:xfrm>
                <a:off x="4901973" y="6017416"/>
                <a:ext cx="276480" cy="219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3C59A23-DE36-DC5A-2113-66A1C4F328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2973" y="6008416"/>
                  <a:ext cx="2941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AC890C2-6DF7-8B67-2E2C-D07A052C8765}"/>
                    </a:ext>
                  </a:extLst>
                </p14:cNvPr>
                <p14:cNvContentPartPr/>
                <p14:nvPr/>
              </p14:nvContentPartPr>
              <p14:xfrm>
                <a:off x="5114013" y="6087976"/>
                <a:ext cx="221040" cy="141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AC890C2-6DF7-8B67-2E2C-D07A052C87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05013" y="6079336"/>
                  <a:ext cx="2386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6D25C6-3C42-BBCC-EC91-C60BD458B0BA}"/>
                    </a:ext>
                  </a:extLst>
                </p14:cNvPr>
                <p14:cNvContentPartPr/>
                <p14:nvPr/>
              </p14:nvContentPartPr>
              <p14:xfrm>
                <a:off x="5307333" y="6084016"/>
                <a:ext cx="188640" cy="153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6D25C6-3C42-BBCC-EC91-C60BD458B0B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98333" y="6075016"/>
                  <a:ext cx="206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29FBA0-3D16-EF3F-E365-727FF832DC7A}"/>
                    </a:ext>
                  </a:extLst>
                </p14:cNvPr>
                <p14:cNvContentPartPr/>
                <p14:nvPr/>
              </p14:nvContentPartPr>
              <p14:xfrm>
                <a:off x="5501013" y="6143416"/>
                <a:ext cx="129240" cy="88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29FBA0-3D16-EF3F-E365-727FF832DC7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92013" y="6134776"/>
                  <a:ext cx="146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513B3B-7A37-4510-2F29-B390C679E704}"/>
                    </a:ext>
                  </a:extLst>
                </p14:cNvPr>
                <p14:cNvContentPartPr/>
                <p14:nvPr/>
              </p14:nvContentPartPr>
              <p14:xfrm>
                <a:off x="5615493" y="6199216"/>
                <a:ext cx="35280" cy="2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513B3B-7A37-4510-2F29-B390C679E7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06493" y="6190216"/>
                  <a:ext cx="52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2F09CA3-861B-4DD4-F738-95B7D6CF34BD}"/>
                    </a:ext>
                  </a:extLst>
                </p14:cNvPr>
                <p14:cNvContentPartPr/>
                <p14:nvPr/>
              </p14:nvContentPartPr>
              <p14:xfrm>
                <a:off x="3626133" y="6406216"/>
                <a:ext cx="228240" cy="168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2F09CA3-861B-4DD4-F738-95B7D6CF34B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17133" y="6397216"/>
                  <a:ext cx="245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620E1C1-68ED-08AA-D2DA-01C93E28CE79}"/>
                    </a:ext>
                  </a:extLst>
                </p14:cNvPr>
                <p14:cNvContentPartPr/>
                <p14:nvPr/>
              </p14:nvContentPartPr>
              <p14:xfrm>
                <a:off x="3927813" y="6421336"/>
                <a:ext cx="147240" cy="3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620E1C1-68ED-08AA-D2DA-01C93E28CE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19173" y="6412696"/>
                  <a:ext cx="164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DE82F36-773C-06A0-84D7-4A2ED1CAC960}"/>
                    </a:ext>
                  </a:extLst>
                </p14:cNvPr>
                <p14:cNvContentPartPr/>
                <p14:nvPr/>
              </p14:nvContentPartPr>
              <p14:xfrm>
                <a:off x="3953733" y="6458776"/>
                <a:ext cx="168840" cy="49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DE82F36-773C-06A0-84D7-4A2ED1CAC9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44733" y="6449776"/>
                  <a:ext cx="186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42038F-648F-C9F7-37EA-DED75AC3557A}"/>
                    </a:ext>
                  </a:extLst>
                </p14:cNvPr>
                <p14:cNvContentPartPr/>
                <p14:nvPr/>
              </p14:nvContentPartPr>
              <p14:xfrm>
                <a:off x="4240293" y="6366976"/>
                <a:ext cx="169200" cy="19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42038F-648F-C9F7-37EA-DED75AC3557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31653" y="6357976"/>
                  <a:ext cx="186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9208D2-6464-5D10-D962-7079DE0BD179}"/>
                    </a:ext>
                  </a:extLst>
                </p14:cNvPr>
                <p14:cNvContentPartPr/>
                <p14:nvPr/>
              </p14:nvContentPartPr>
              <p14:xfrm>
                <a:off x="4507053" y="6503056"/>
                <a:ext cx="31680" cy="27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9208D2-6464-5D10-D962-7079DE0BD1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98053" y="6494416"/>
                  <a:ext cx="493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CEF5BC9-7F8A-32A3-30F5-4600224D09E0}"/>
                    </a:ext>
                  </a:extLst>
                </p14:cNvPr>
                <p14:cNvContentPartPr/>
                <p14:nvPr/>
              </p14:nvContentPartPr>
              <p14:xfrm>
                <a:off x="4567533" y="6403336"/>
                <a:ext cx="188280" cy="93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CEF5BC9-7F8A-32A3-30F5-4600224D09E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58893" y="6394336"/>
                  <a:ext cx="205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C0EB135-7848-E84A-E6E4-D2CF87148EDF}"/>
                    </a:ext>
                  </a:extLst>
                </p14:cNvPr>
                <p14:cNvContentPartPr/>
                <p14:nvPr/>
              </p14:nvContentPartPr>
              <p14:xfrm>
                <a:off x="4849053" y="6340696"/>
                <a:ext cx="228240" cy="221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C0EB135-7848-E84A-E6E4-D2CF87148ED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40413" y="6332056"/>
                  <a:ext cx="245880" cy="23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91686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6048-A748-B430-5696-5FCDD88E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445BFF-F2D7-B522-C044-445454AC1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39" y="841854"/>
            <a:ext cx="5357073" cy="6016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4B75A-4364-6066-101C-B417CE6E2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015" y="1298448"/>
            <a:ext cx="5186730" cy="547725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4AC4BD0-88F2-F4FA-B6A6-7CAFB467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4" y="29549"/>
            <a:ext cx="8433816" cy="777515"/>
          </a:xfrm>
        </p:spPr>
        <p:txBody>
          <a:bodyPr>
            <a:noAutofit/>
          </a:bodyPr>
          <a:lstStyle/>
          <a:p>
            <a:r>
              <a:rPr lang="en-US" sz="1400" b="1" dirty="0"/>
              <a:t>Area under standard distribution curve (p1):  </a:t>
            </a:r>
            <a:r>
              <a:rPr lang="en-US" sz="1400" dirty="0"/>
              <a:t>Find the area under the standard normal distribution curve between z = 1.62 and z = -1.35.</a:t>
            </a:r>
            <a:br>
              <a:rPr lang="en-US" sz="1400" dirty="0"/>
            </a:br>
            <a:r>
              <a:rPr lang="en-US" sz="1400" dirty="0"/>
              <a:t>Answer: 0.9474 - 0.0885 = 0.8589…</a:t>
            </a:r>
            <a:r>
              <a:rPr lang="en-US" sz="1400" b="1" dirty="0"/>
              <a:t>.interpretation: P( -1.35 &lt; z &lt; 1.62 ) = 0. 8589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7308B7-164A-3447-031E-D72987633272}"/>
              </a:ext>
            </a:extLst>
          </p:cNvPr>
          <p:cNvGrpSpPr/>
          <p:nvPr/>
        </p:nvGrpSpPr>
        <p:grpSpPr>
          <a:xfrm>
            <a:off x="3326904" y="4741416"/>
            <a:ext cx="551160" cy="209160"/>
            <a:chOff x="3326904" y="4741416"/>
            <a:chExt cx="55116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FDD9D7-F703-7C6D-FDFB-301C8E77B28B}"/>
                    </a:ext>
                  </a:extLst>
                </p14:cNvPr>
                <p14:cNvContentPartPr/>
                <p14:nvPr/>
              </p14:nvContentPartPr>
              <p14:xfrm>
                <a:off x="3326904" y="4741416"/>
                <a:ext cx="551160" cy="209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FDD9D7-F703-7C6D-FDFB-301C8E77B2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8264" y="4732776"/>
                  <a:ext cx="5688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F0022F-9F81-93B1-D2D0-D5541B067A98}"/>
                    </a:ext>
                  </a:extLst>
                </p14:cNvPr>
                <p14:cNvContentPartPr/>
                <p14:nvPr/>
              </p14:nvContentPartPr>
              <p14:xfrm>
                <a:off x="3483864" y="4764096"/>
                <a:ext cx="52920" cy="7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F0022F-9F81-93B1-D2D0-D5541B067A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74864" y="4755096"/>
                  <a:ext cx="7056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0143563-130E-6ECC-263E-AC7D7199B92F}"/>
                  </a:ext>
                </a:extLst>
              </p14:cNvPr>
              <p14:cNvContentPartPr/>
              <p14:nvPr/>
            </p14:nvContentPartPr>
            <p14:xfrm>
              <a:off x="621864" y="4763016"/>
              <a:ext cx="345600" cy="12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0143563-130E-6ECC-263E-AC7D7199B9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864" y="4754376"/>
                <a:ext cx="3632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5A7C306-9752-4F7B-C051-18CF3D9F3BF5}"/>
                  </a:ext>
                </a:extLst>
              </p14:cNvPr>
              <p14:cNvContentPartPr/>
              <p14:nvPr/>
            </p14:nvContentPartPr>
            <p14:xfrm>
              <a:off x="3413664" y="1607616"/>
              <a:ext cx="270000" cy="203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5A7C306-9752-4F7B-C051-18CF3D9F3BF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05024" y="1598616"/>
                <a:ext cx="28764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F93EA50-B476-06EE-BA64-9489F0722222}"/>
                  </a:ext>
                </a:extLst>
              </p14:cNvPr>
              <p14:cNvContentPartPr/>
              <p14:nvPr/>
            </p14:nvContentPartPr>
            <p14:xfrm>
              <a:off x="7983144" y="3985416"/>
              <a:ext cx="491040" cy="193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F93EA50-B476-06EE-BA64-9489F072222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74504" y="3976776"/>
                <a:ext cx="5086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17F676-6DF7-88FE-AEF7-1DAA992F4537}"/>
                  </a:ext>
                </a:extLst>
              </p14:cNvPr>
              <p14:cNvContentPartPr/>
              <p14:nvPr/>
            </p14:nvContentPartPr>
            <p14:xfrm>
              <a:off x="6709824" y="3922776"/>
              <a:ext cx="348480" cy="253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17F676-6DF7-88FE-AEF7-1DAA992F45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00824" y="3914136"/>
                <a:ext cx="3661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F6F188E-9CAE-1D3D-952D-90BCAC3500B3}"/>
                  </a:ext>
                </a:extLst>
              </p14:cNvPr>
              <p14:cNvContentPartPr/>
              <p14:nvPr/>
            </p14:nvContentPartPr>
            <p14:xfrm>
              <a:off x="8085024" y="1540656"/>
              <a:ext cx="291600" cy="2052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F6F188E-9CAE-1D3D-952D-90BCAC3500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76024" y="1532016"/>
                <a:ext cx="3092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EF39585-2355-4519-5ED1-246C48BB56F3}"/>
                  </a:ext>
                </a:extLst>
              </p14:cNvPr>
              <p14:cNvContentPartPr/>
              <p14:nvPr/>
            </p14:nvContentPartPr>
            <p14:xfrm>
              <a:off x="8413344" y="127656"/>
              <a:ext cx="1316160" cy="8146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EF39585-2355-4519-5ED1-246C48BB56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04344" y="119016"/>
                <a:ext cx="1333800" cy="83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E90B63A7-D1AA-9721-B5FC-882AA882AD73}"/>
              </a:ext>
            </a:extLst>
          </p:cNvPr>
          <p:cNvGrpSpPr/>
          <p:nvPr/>
        </p:nvGrpSpPr>
        <p:grpSpPr>
          <a:xfrm>
            <a:off x="8585784" y="130536"/>
            <a:ext cx="2882160" cy="1185840"/>
            <a:chOff x="8585784" y="130536"/>
            <a:chExt cx="2882160" cy="11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598C39-D1FF-A2AD-42B3-13EAA9EB24BE}"/>
                    </a:ext>
                  </a:extLst>
                </p14:cNvPr>
                <p14:cNvContentPartPr/>
                <p14:nvPr/>
              </p14:nvContentPartPr>
              <p14:xfrm>
                <a:off x="8585784" y="1021896"/>
                <a:ext cx="1861560" cy="27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598C39-D1FF-A2AD-42B3-13EAA9EB24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77144" y="1012896"/>
                  <a:ext cx="1879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AEE315-91F0-6C77-A2C5-281451330299}"/>
                    </a:ext>
                  </a:extLst>
                </p14:cNvPr>
                <p14:cNvContentPartPr/>
                <p14:nvPr/>
              </p14:nvContentPartPr>
              <p14:xfrm>
                <a:off x="9033984" y="987336"/>
                <a:ext cx="10440" cy="9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AEE315-91F0-6C77-A2C5-2814513302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25344" y="978336"/>
                  <a:ext cx="28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AD19227-FB97-BAB4-C1AB-C939F9BE34BF}"/>
                    </a:ext>
                  </a:extLst>
                </p14:cNvPr>
                <p14:cNvContentPartPr/>
                <p14:nvPr/>
              </p14:nvContentPartPr>
              <p14:xfrm>
                <a:off x="8714304" y="1196136"/>
                <a:ext cx="123840" cy="10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AD19227-FB97-BAB4-C1AB-C939F9BE34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05304" y="1187136"/>
                  <a:ext cx="141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652085-6296-2377-9511-918028E4BEF9}"/>
                    </a:ext>
                  </a:extLst>
                </p14:cNvPr>
                <p14:cNvContentPartPr/>
                <p14:nvPr/>
              </p14:nvContentPartPr>
              <p14:xfrm>
                <a:off x="8878464" y="1151136"/>
                <a:ext cx="51840" cy="10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652085-6296-2377-9511-918028E4BE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69824" y="1142496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E2D7AC-4F2A-89D8-4DFC-F651BF14746E}"/>
                    </a:ext>
                  </a:extLst>
                </p14:cNvPr>
                <p14:cNvContentPartPr/>
                <p14:nvPr/>
              </p14:nvContentPartPr>
              <p14:xfrm>
                <a:off x="8979264" y="1224936"/>
                <a:ext cx="180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E2D7AC-4F2A-89D8-4DFC-F651BF1474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70264" y="1216296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291224-37BD-4CBE-CD30-63ED4E1397DB}"/>
                    </a:ext>
                  </a:extLst>
                </p14:cNvPr>
                <p14:cNvContentPartPr/>
                <p14:nvPr/>
              </p14:nvContentPartPr>
              <p14:xfrm>
                <a:off x="9042984" y="1141776"/>
                <a:ext cx="103680" cy="117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291224-37BD-4CBE-CD30-63ED4E1397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4344" y="1133136"/>
                  <a:ext cx="121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2DCA17-A9CB-3B6B-0B73-CF4617F5DFC6}"/>
                    </a:ext>
                  </a:extLst>
                </p14:cNvPr>
                <p14:cNvContentPartPr/>
                <p14:nvPr/>
              </p14:nvContentPartPr>
              <p14:xfrm>
                <a:off x="9165024" y="1124496"/>
                <a:ext cx="83160" cy="110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2DCA17-A9CB-3B6B-0B73-CF4617F5DF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56384" y="1115496"/>
                  <a:ext cx="100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043A973-BF54-77E9-0878-0861332DAB41}"/>
                    </a:ext>
                  </a:extLst>
                </p14:cNvPr>
                <p14:cNvContentPartPr/>
                <p14:nvPr/>
              </p14:nvContentPartPr>
              <p14:xfrm>
                <a:off x="9210744" y="1107936"/>
                <a:ext cx="106200" cy="7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043A973-BF54-77E9-0878-0861332DAB4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02104" y="1099296"/>
                  <a:ext cx="1238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DE572F0-02BD-AFB9-7E90-9058001553B7}"/>
                    </a:ext>
                  </a:extLst>
                </p14:cNvPr>
                <p14:cNvContentPartPr/>
                <p14:nvPr/>
              </p14:nvContentPartPr>
              <p14:xfrm>
                <a:off x="9867384" y="969336"/>
                <a:ext cx="17280" cy="128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DE572F0-02BD-AFB9-7E90-9058001553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58384" y="960336"/>
                  <a:ext cx="34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D48F291-43F7-7AA0-65A7-E17B9A9BB13A}"/>
                    </a:ext>
                  </a:extLst>
                </p14:cNvPr>
                <p14:cNvContentPartPr/>
                <p14:nvPr/>
              </p14:nvContentPartPr>
              <p14:xfrm>
                <a:off x="9858384" y="1198656"/>
                <a:ext cx="83160" cy="72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D48F291-43F7-7AA0-65A7-E17B9A9BB1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49744" y="1190016"/>
                  <a:ext cx="100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0F3EBA7-AF66-CF7A-425D-9B8158DDE6AB}"/>
                    </a:ext>
                  </a:extLst>
                </p14:cNvPr>
                <p14:cNvContentPartPr/>
                <p14:nvPr/>
              </p14:nvContentPartPr>
              <p14:xfrm>
                <a:off x="9701424" y="130536"/>
                <a:ext cx="1654560" cy="825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0F3EBA7-AF66-CF7A-425D-9B8158DDE6A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92784" y="121536"/>
                  <a:ext cx="167220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98009D-8515-5900-01DA-43D132E349EF}"/>
                    </a:ext>
                  </a:extLst>
                </p14:cNvPr>
                <p14:cNvContentPartPr/>
                <p14:nvPr/>
              </p14:nvContentPartPr>
              <p14:xfrm>
                <a:off x="8981784" y="749736"/>
                <a:ext cx="25200" cy="238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98009D-8515-5900-01DA-43D132E349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72784" y="741096"/>
                  <a:ext cx="428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C8AFB78-A0F9-0A7F-DE73-5B3D22BE8791}"/>
                    </a:ext>
                  </a:extLst>
                </p14:cNvPr>
                <p14:cNvContentPartPr/>
                <p14:nvPr/>
              </p14:nvContentPartPr>
              <p14:xfrm>
                <a:off x="9033984" y="749736"/>
                <a:ext cx="13320" cy="269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C8AFB78-A0F9-0A7F-DE73-5B3D22BE87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25344" y="741096"/>
                  <a:ext cx="309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DCCB0B-DB4D-5684-637A-14A86AD076BF}"/>
                    </a:ext>
                  </a:extLst>
                </p14:cNvPr>
                <p14:cNvContentPartPr/>
                <p14:nvPr/>
              </p14:nvContentPartPr>
              <p14:xfrm>
                <a:off x="10332504" y="1012896"/>
                <a:ext cx="812880" cy="20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DCCB0B-DB4D-5684-637A-14A86AD076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23864" y="1003896"/>
                  <a:ext cx="830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9704E3-8F6B-AAFA-810D-ED648D2775C4}"/>
                    </a:ext>
                  </a:extLst>
                </p14:cNvPr>
                <p14:cNvContentPartPr/>
                <p14:nvPr/>
              </p14:nvContentPartPr>
              <p14:xfrm>
                <a:off x="10974744" y="974736"/>
                <a:ext cx="29520" cy="99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9704E3-8F6B-AAFA-810D-ED648D2775C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66104" y="966096"/>
                  <a:ext cx="47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B2F22D7-64E8-A22F-9CB6-BFDAD540AC67}"/>
                    </a:ext>
                  </a:extLst>
                </p14:cNvPr>
                <p14:cNvContentPartPr/>
                <p14:nvPr/>
              </p14:nvContentPartPr>
              <p14:xfrm>
                <a:off x="10881144" y="1183176"/>
                <a:ext cx="48240" cy="123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2F22D7-64E8-A22F-9CB6-BFDAD540AC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72144" y="1174536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8265DA-C177-5EEC-BA81-A57C22156D01}"/>
                    </a:ext>
                  </a:extLst>
                </p14:cNvPr>
                <p14:cNvContentPartPr/>
                <p14:nvPr/>
              </p14:nvContentPartPr>
              <p14:xfrm>
                <a:off x="10990584" y="1261656"/>
                <a:ext cx="9720" cy="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8265DA-C177-5EEC-BA81-A57C22156D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981944" y="1252656"/>
                  <a:ext cx="27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76798E3-8A56-DC61-F2BD-326A689F5CEA}"/>
                    </a:ext>
                  </a:extLst>
                </p14:cNvPr>
                <p14:cNvContentPartPr/>
                <p14:nvPr/>
              </p14:nvContentPartPr>
              <p14:xfrm>
                <a:off x="11108664" y="1179216"/>
                <a:ext cx="109080" cy="137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76798E3-8A56-DC61-F2BD-326A689F5C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99664" y="1170576"/>
                  <a:ext cx="126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203ECEA-C91F-FB2D-2B85-5469E818D4ED}"/>
                    </a:ext>
                  </a:extLst>
                </p14:cNvPr>
                <p14:cNvContentPartPr/>
                <p14:nvPr/>
              </p14:nvContentPartPr>
              <p14:xfrm>
                <a:off x="11245824" y="1187856"/>
                <a:ext cx="222120" cy="9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203ECEA-C91F-FB2D-2B85-5469E818D4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36824" y="1179216"/>
                  <a:ext cx="239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CD5518-A197-2F68-4A79-51E004D824BA}"/>
                    </a:ext>
                  </a:extLst>
                </p14:cNvPr>
                <p14:cNvContentPartPr/>
                <p14:nvPr/>
              </p14:nvContentPartPr>
              <p14:xfrm>
                <a:off x="10954224" y="832176"/>
                <a:ext cx="27720" cy="209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CD5518-A197-2F68-4A79-51E004D824B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45584" y="823176"/>
                  <a:ext cx="45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EBD808-38A4-10E8-E74B-A6F65406803A}"/>
                    </a:ext>
                  </a:extLst>
                </p14:cNvPr>
                <p14:cNvContentPartPr/>
                <p14:nvPr/>
              </p14:nvContentPartPr>
              <p14:xfrm>
                <a:off x="9041544" y="850536"/>
                <a:ext cx="11160" cy="20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EBD808-38A4-10E8-E74B-A6F6540680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32904" y="841536"/>
                  <a:ext cx="28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BCADB78-72E0-654D-5784-812BE3F25ADD}"/>
                    </a:ext>
                  </a:extLst>
                </p14:cNvPr>
                <p14:cNvContentPartPr/>
                <p14:nvPr/>
              </p14:nvContentPartPr>
              <p14:xfrm>
                <a:off x="9019224" y="895896"/>
                <a:ext cx="5760" cy="9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BCADB78-72E0-654D-5784-812BE3F25A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10584" y="887256"/>
                  <a:ext cx="23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E72628-026B-68CB-ABC0-EB3733D322B0}"/>
                    </a:ext>
                  </a:extLst>
                </p14:cNvPr>
                <p14:cNvContentPartPr/>
                <p14:nvPr/>
              </p14:nvContentPartPr>
              <p14:xfrm>
                <a:off x="9004104" y="575496"/>
                <a:ext cx="258840" cy="399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E72628-026B-68CB-ABC0-EB3733D322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95464" y="566856"/>
                  <a:ext cx="27648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FFA89A1-C1B1-969F-ACEB-F3E761BE43D7}"/>
                    </a:ext>
                  </a:extLst>
                </p14:cNvPr>
                <p14:cNvContentPartPr/>
                <p14:nvPr/>
              </p14:nvContentPartPr>
              <p14:xfrm>
                <a:off x="9110664" y="566496"/>
                <a:ext cx="262080" cy="436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FFA89A1-C1B1-969F-ACEB-F3E761BE43D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101664" y="557856"/>
                  <a:ext cx="2797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D12EC5E-E44F-DCB7-0722-5F71E85D22A2}"/>
                    </a:ext>
                  </a:extLst>
                </p14:cNvPr>
                <p14:cNvContentPartPr/>
                <p14:nvPr/>
              </p14:nvContentPartPr>
              <p14:xfrm>
                <a:off x="9308304" y="324936"/>
                <a:ext cx="192600" cy="328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D12EC5E-E44F-DCB7-0722-5F71E85D22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99304" y="315936"/>
                  <a:ext cx="2102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FAFC7A-2DF5-4F35-01CA-9F4F1C305739}"/>
                    </a:ext>
                  </a:extLst>
                </p14:cNvPr>
                <p14:cNvContentPartPr/>
                <p14:nvPr/>
              </p14:nvContentPartPr>
              <p14:xfrm>
                <a:off x="9227664" y="197856"/>
                <a:ext cx="505440" cy="76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FAFC7A-2DF5-4F35-01CA-9F4F1C3057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18664" y="188856"/>
                  <a:ext cx="52308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BD7D558-8640-6C7A-F304-3512C0F94B1C}"/>
                    </a:ext>
                  </a:extLst>
                </p14:cNvPr>
                <p14:cNvContentPartPr/>
                <p14:nvPr/>
              </p14:nvContentPartPr>
              <p14:xfrm>
                <a:off x="9352944" y="228456"/>
                <a:ext cx="486000" cy="83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BD7D558-8640-6C7A-F304-3512C0F94B1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44304" y="219456"/>
                  <a:ext cx="50364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5A5A479-7B44-BC1B-D1B3-E963C38A0F14}"/>
                    </a:ext>
                  </a:extLst>
                </p14:cNvPr>
                <p14:cNvContentPartPr/>
                <p14:nvPr/>
              </p14:nvContentPartPr>
              <p14:xfrm>
                <a:off x="9604224" y="308376"/>
                <a:ext cx="435960" cy="700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A5A479-7B44-BC1B-D1B3-E963C38A0F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95584" y="299376"/>
                  <a:ext cx="453600" cy="71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0EEDAB-3366-F2B3-8435-7222E264BB74}"/>
                    </a:ext>
                  </a:extLst>
                </p14:cNvPr>
                <p14:cNvContentPartPr/>
                <p14:nvPr/>
              </p14:nvContentPartPr>
              <p14:xfrm>
                <a:off x="9803304" y="426816"/>
                <a:ext cx="375120" cy="605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0EEDAB-3366-F2B3-8435-7222E264BB7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94304" y="417816"/>
                  <a:ext cx="3927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AED25F-22B3-E120-C81E-CCE5FC67233B}"/>
                    </a:ext>
                  </a:extLst>
                </p14:cNvPr>
                <p14:cNvContentPartPr/>
                <p14:nvPr/>
              </p14:nvContentPartPr>
              <p14:xfrm>
                <a:off x="10053504" y="566496"/>
                <a:ext cx="327240" cy="441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AED25F-22B3-E120-C81E-CCE5FC67233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44864" y="557856"/>
                  <a:ext cx="3448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910C273-CFA8-1C7E-8F26-D958FE2C7D04}"/>
                    </a:ext>
                  </a:extLst>
                </p14:cNvPr>
                <p14:cNvContentPartPr/>
                <p14:nvPr/>
              </p14:nvContentPartPr>
              <p14:xfrm>
                <a:off x="10314144" y="667296"/>
                <a:ext cx="238320" cy="332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910C273-CFA8-1C7E-8F26-D958FE2C7D0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305144" y="658296"/>
                  <a:ext cx="2559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3B03607-4069-D770-A826-3A92999156DB}"/>
                    </a:ext>
                  </a:extLst>
                </p14:cNvPr>
                <p14:cNvContentPartPr/>
                <p14:nvPr/>
              </p14:nvContentPartPr>
              <p14:xfrm>
                <a:off x="10524024" y="767736"/>
                <a:ext cx="176040" cy="20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3B03607-4069-D770-A826-3A92999156D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15024" y="759096"/>
                  <a:ext cx="193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43F154-7277-D2ED-407B-1645F330458F}"/>
                    </a:ext>
                  </a:extLst>
                </p14:cNvPr>
                <p14:cNvContentPartPr/>
                <p14:nvPr/>
              </p14:nvContentPartPr>
              <p14:xfrm>
                <a:off x="10697184" y="813096"/>
                <a:ext cx="144000" cy="187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43F154-7277-D2ED-407B-1645F33045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88544" y="804096"/>
                  <a:ext cx="1616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F7BDC16-EFC4-95F8-6ECC-63FA61D3F7D7}"/>
                    </a:ext>
                  </a:extLst>
                </p14:cNvPr>
                <p14:cNvContentPartPr/>
                <p14:nvPr/>
              </p14:nvContentPartPr>
              <p14:xfrm>
                <a:off x="10855584" y="969336"/>
                <a:ext cx="62280" cy="4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F7BDC16-EFC4-95F8-6ECC-63FA61D3F7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46944" y="960336"/>
                  <a:ext cx="7992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2D68CB32-4148-FC2C-353C-EC961137F6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0274494"/>
                  </p:ext>
                </p:extLst>
              </p:nvPr>
            </p:nvGraphicFramePr>
            <p:xfrm>
              <a:off x="-1687925" y="2406017"/>
              <a:ext cx="3048000" cy="1714500"/>
            </p:xfrm>
            <a:graphic>
              <a:graphicData uri="http://schemas.microsoft.com/office/powerpoint/2016/slidezoom">
                <pslz:sldZm>
                  <pslz:sldZmObj sldId="271" cId="3291686282">
                    <pslz:zmPr id="{86EF018A-4998-49BF-9937-FCF4F970324B}" returnToParent="0" transitionDur="1000">
                      <p166:blipFill xmlns:p166="http://schemas.microsoft.com/office/powerpoint/2016/6/main">
                        <a:blip r:embed="rId8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89" action="ppaction://hlinksldjump"/>
                <a:extLst>
                  <a:ext uri="{FF2B5EF4-FFF2-40B4-BE49-F238E27FC236}">
                    <a16:creationId xmlns:a16="http://schemas.microsoft.com/office/drawing/2014/main" id="{2D68CB32-4148-FC2C-353C-EC961137F6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-1687925" y="240601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8104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85B4E-0323-E71F-FB2D-E51BF0FA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946"/>
          </a:xfrm>
        </p:spPr>
        <p:txBody>
          <a:bodyPr>
            <a:normAutofit/>
          </a:bodyPr>
          <a:lstStyle/>
          <a:p>
            <a:r>
              <a:rPr lang="en-US" sz="2800" dirty="0"/>
              <a:t>Convert a </a:t>
            </a:r>
            <a:r>
              <a:rPr lang="en-US" sz="2800" b="1" dirty="0"/>
              <a:t>normal random variable value </a:t>
            </a:r>
            <a:r>
              <a:rPr lang="en-US" sz="2800" dirty="0"/>
              <a:t>to </a:t>
            </a:r>
            <a:r>
              <a:rPr lang="en-US" sz="2800" b="1" dirty="0"/>
              <a:t>standard normal value z</a:t>
            </a:r>
            <a:r>
              <a:rPr lang="en-US" sz="2800" dirty="0"/>
              <a:t>: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A4676-1A4A-798E-4C15-4C8C8AD39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186" y="1683363"/>
            <a:ext cx="7658764" cy="38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86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88A6F-56FD-5EB7-F14A-22A2887DF905}"/>
              </a:ext>
            </a:extLst>
          </p:cNvPr>
          <p:cNvSpPr txBox="1"/>
          <p:nvPr/>
        </p:nvSpPr>
        <p:spPr>
          <a:xfrm>
            <a:off x="420624" y="213652"/>
            <a:ext cx="11055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Application of standard normal table:</a:t>
            </a:r>
          </a:p>
          <a:p>
            <a:r>
              <a:rPr lang="en-US" dirty="0"/>
              <a:t>The annual rainfall at a particular geographical location is modeled as normal random variable with a mean of  60 cm and std dev of 20 cm. What is the probability  that this year the average rainfall will be </a:t>
            </a:r>
            <a:r>
              <a:rPr lang="en-US" b="1" dirty="0"/>
              <a:t>at least </a:t>
            </a:r>
            <a:r>
              <a:rPr lang="en-US" dirty="0"/>
              <a:t>80 cm? </a:t>
            </a:r>
          </a:p>
          <a:p>
            <a:r>
              <a:rPr lang="en-US" b="1" dirty="0"/>
              <a:t>Solution: </a:t>
            </a:r>
            <a:r>
              <a:rPr lang="en-US" dirty="0"/>
              <a:t>First we convert normal RV to standard RV.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A4D9B-D2C1-7E3F-0CB0-1FDD9D336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674" y="1838631"/>
            <a:ext cx="5096326" cy="395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78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9D3518-2951-2B3C-FBE6-046F64F08EB7}"/>
              </a:ext>
            </a:extLst>
          </p:cNvPr>
          <p:cNvSpPr txBox="1"/>
          <p:nvPr/>
        </p:nvSpPr>
        <p:spPr>
          <a:xfrm>
            <a:off x="292608" y="171718"/>
            <a:ext cx="819988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confidence level </a:t>
            </a:r>
            <a:r>
              <a:rPr lang="en-US" sz="1600" dirty="0"/>
              <a:t>of an interval estimate of a parameter is the probability that the interval estimate will contain the parameter, assuming that a large number of samples are selected and that the estimation process on the same parameter is repeated.</a:t>
            </a:r>
          </a:p>
          <a:p>
            <a:endParaRPr lang="en-US" sz="1600" dirty="0"/>
          </a:p>
          <a:p>
            <a:r>
              <a:rPr lang="en-US" sz="1600" dirty="0"/>
              <a:t> A </a:t>
            </a:r>
            <a:r>
              <a:rPr lang="en-US" sz="1600" b="1" dirty="0"/>
              <a:t>confidence interval </a:t>
            </a:r>
            <a:r>
              <a:rPr lang="en-US" sz="1600" dirty="0"/>
              <a:t>is a specific interval estimate of a parameter determined by using data obtained from a sample and by using the specific confidence level of the estimate. </a:t>
            </a:r>
          </a:p>
          <a:p>
            <a:r>
              <a:rPr lang="en-US" sz="1600" dirty="0"/>
              <a:t>Three common confidence intervals: the </a:t>
            </a:r>
            <a:r>
              <a:rPr lang="en-US" sz="1600" b="1" dirty="0"/>
              <a:t>90%, the 95%, and the 99% </a:t>
            </a:r>
            <a:r>
              <a:rPr lang="en-US" sz="1600" dirty="0"/>
              <a:t>confidence intervals</a:t>
            </a:r>
          </a:p>
          <a:p>
            <a:endParaRPr lang="en-US" sz="1600" dirty="0"/>
          </a:p>
          <a:p>
            <a:r>
              <a:rPr lang="en-US" sz="1600" dirty="0"/>
              <a:t>NOTE: confidence interval is also specified as </a:t>
            </a:r>
            <a:r>
              <a:rPr lang="en-US" sz="1600" b="1" dirty="0"/>
              <a:t>100(1-</a:t>
            </a:r>
            <a:r>
              <a:rPr lang="el-GR" sz="1600" b="1" dirty="0"/>
              <a:t>α</a:t>
            </a:r>
            <a:r>
              <a:rPr lang="en-US" sz="1600" b="1" dirty="0"/>
              <a:t>)%</a:t>
            </a:r>
            <a:r>
              <a:rPr lang="en-US" sz="1600" dirty="0"/>
              <a:t>. </a:t>
            </a:r>
          </a:p>
          <a:p>
            <a:r>
              <a:rPr lang="en-US" sz="1600" dirty="0"/>
              <a:t>So, </a:t>
            </a:r>
            <a:r>
              <a:rPr lang="en-US" sz="1600" b="1" dirty="0"/>
              <a:t>100(1-</a:t>
            </a:r>
            <a:r>
              <a:rPr lang="el-GR" sz="1600" b="1" dirty="0"/>
              <a:t>α</a:t>
            </a:r>
            <a:r>
              <a:rPr lang="en-US" sz="1600" b="1" dirty="0"/>
              <a:t>) = 95 </a:t>
            </a:r>
            <a:r>
              <a:rPr lang="en-US" sz="1600" b="1" dirty="0">
                <a:sym typeface="Wingdings" panose="05000000000000000000" pitchFamily="2" charset="2"/>
              </a:rPr>
              <a:t></a:t>
            </a:r>
            <a:r>
              <a:rPr lang="en-US" sz="1600" b="1" dirty="0"/>
              <a:t> </a:t>
            </a:r>
            <a:r>
              <a:rPr lang="el-GR" sz="1600" b="1" dirty="0"/>
              <a:t>α</a:t>
            </a:r>
            <a:r>
              <a:rPr lang="en-US" sz="1600" b="1" dirty="0"/>
              <a:t>=0.05</a:t>
            </a:r>
          </a:p>
          <a:p>
            <a:endParaRPr lang="en-US" sz="1600" b="1" dirty="0"/>
          </a:p>
          <a:p>
            <a:r>
              <a:rPr lang="en-US" sz="1600" dirty="0"/>
              <a:t>Formula for the </a:t>
            </a:r>
            <a:r>
              <a:rPr lang="en-US" sz="1600" b="1" dirty="0"/>
              <a:t>Confidence Interval of the Mean for specified </a:t>
            </a:r>
            <a:r>
              <a:rPr lang="el-GR" sz="1600" b="1" dirty="0"/>
              <a:t>α</a:t>
            </a:r>
            <a:r>
              <a:rPr lang="en-US" sz="1600" b="1" dirty="0"/>
              <a:t> when </a:t>
            </a:r>
            <a:r>
              <a:rPr lang="el-GR" sz="1600" b="1" dirty="0"/>
              <a:t>σ</a:t>
            </a:r>
            <a:r>
              <a:rPr lang="en-US" sz="1600" b="1" dirty="0"/>
              <a:t> is known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65879C-BB41-9611-6D0E-E47AA5977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3547872"/>
            <a:ext cx="7627721" cy="1271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8FBCB7-A8E7-1572-41F3-FA07A3BFF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160" y="3426653"/>
            <a:ext cx="4053840" cy="22190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293779-0DDB-24CF-EF2A-9F3147990B8D}"/>
                  </a:ext>
                </a:extLst>
              </p:cNvPr>
              <p:cNvSpPr txBox="1"/>
              <p:nvPr/>
            </p:nvSpPr>
            <p:spPr>
              <a:xfrm>
                <a:off x="84581" y="5510707"/>
                <a:ext cx="7815833" cy="4791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Term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60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US" sz="1600" dirty="0"/>
                  <a:t> is called the </a:t>
                </a:r>
                <a:r>
                  <a:rPr lang="en-US" sz="1600" b="1" dirty="0"/>
                  <a:t>margin of error </a:t>
                </a:r>
                <a:r>
                  <a:rPr lang="en-US" sz="1600" dirty="0"/>
                  <a:t>(AKA maximum error of the estimate).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293779-0DDB-24CF-EF2A-9F3147990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1" y="5510707"/>
                <a:ext cx="7815833" cy="479106"/>
              </a:xfrm>
              <a:prstGeom prst="rect">
                <a:avLst/>
              </a:prstGeom>
              <a:blipFill>
                <a:blip r:embed="rId4"/>
                <a:stretch>
                  <a:fillRect l="-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EA59F09-B74F-47E1-F0D2-84D0DE58D761}"/>
              </a:ext>
            </a:extLst>
          </p:cNvPr>
          <p:cNvSpPr txBox="1"/>
          <p:nvPr/>
        </p:nvSpPr>
        <p:spPr>
          <a:xfrm>
            <a:off x="356616" y="6020092"/>
            <a:ext cx="7936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When σ is known and the sample size &gt;= 30 , or the population is normally distributed if the sample size is less than 30, the confidence interval for the mean can be found by using the z distribution.</a:t>
            </a:r>
          </a:p>
        </p:txBody>
      </p:sp>
    </p:spTree>
    <p:extLst>
      <p:ext uri="{BB962C8B-B14F-4D97-AF65-F5344CB8AC3E}">
        <p14:creationId xmlns:p14="http://schemas.microsoft.com/office/powerpoint/2010/main" val="1845334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20168-A5B2-84EA-C9BC-7CC7E7E6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r>
              <a:rPr lang="en-US" dirty="0"/>
              <a:t>How to calculate z from given </a:t>
            </a:r>
            <a:r>
              <a:rPr lang="el-GR" dirty="0"/>
              <a:t>α</a:t>
            </a:r>
            <a:r>
              <a:rPr lang="en-US" dirty="0"/>
              <a:t> 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BF188-EFE2-6A00-3DAC-2CAEDD9F88F9}"/>
              </a:ext>
            </a:extLst>
          </p:cNvPr>
          <p:cNvSpPr txBox="1"/>
          <p:nvPr/>
        </p:nvSpPr>
        <p:spPr>
          <a:xfrm>
            <a:off x="292608" y="1691640"/>
            <a:ext cx="4981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UcParenR"/>
            </a:pPr>
            <a:r>
              <a:rPr lang="en-US" dirty="0"/>
              <a:t>Easy answer: Use AI tools or use any online tool</a:t>
            </a:r>
          </a:p>
          <a:p>
            <a:pPr marL="342900" indent="-342900">
              <a:buAutoNum type="alphaUcParenR"/>
            </a:pPr>
            <a:r>
              <a:rPr lang="en-US" dirty="0"/>
              <a:t>Common ones: </a:t>
            </a:r>
            <a:r>
              <a:rPr lang="el-GR" dirty="0"/>
              <a:t>α</a:t>
            </a:r>
            <a:r>
              <a:rPr lang="en-US" dirty="0"/>
              <a:t> = 0.05 =&gt; z= TODO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2AE2D-7AD0-58C7-F42D-BFBF7D07FD86}"/>
              </a:ext>
            </a:extLst>
          </p:cNvPr>
          <p:cNvSpPr txBox="1"/>
          <p:nvPr/>
        </p:nvSpPr>
        <p:spPr>
          <a:xfrm>
            <a:off x="445008" y="2767584"/>
            <a:ext cx="3833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 Calculate Z for </a:t>
            </a:r>
            <a:r>
              <a:rPr lang="el-GR" dirty="0"/>
              <a:t>α</a:t>
            </a:r>
            <a:r>
              <a:rPr lang="en-US" dirty="0"/>
              <a:t> = 0.05: From table: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410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EA674E-8FF8-3F36-44D3-761F3F553753}"/>
              </a:ext>
            </a:extLst>
          </p:cNvPr>
          <p:cNvSpPr txBox="1"/>
          <p:nvPr/>
        </p:nvSpPr>
        <p:spPr>
          <a:xfrm>
            <a:off x="521208" y="249996"/>
            <a:ext cx="99761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1) Engineering Measurement Problem ( z- value) :</a:t>
            </a:r>
            <a:br>
              <a:rPr lang="en-US" sz="1400" dirty="0"/>
            </a:br>
            <a:r>
              <a:rPr lang="en-US" sz="1400" dirty="0"/>
              <a:t>A quality control engineer wants to estimate the average time (in days) required to </a:t>
            </a:r>
            <a:r>
              <a:rPr lang="en-US" sz="1400" b="1" dirty="0"/>
              <a:t>calibrate and certify a batch of precision measurement instruments</a:t>
            </a:r>
            <a:r>
              <a:rPr lang="en-US" sz="1400" dirty="0"/>
              <a:t> in a laboratory. A random sample of </a:t>
            </a:r>
            <a:r>
              <a:rPr lang="en-US" sz="1400" b="1" dirty="0"/>
              <a:t>50 instruments</a:t>
            </a:r>
            <a:r>
              <a:rPr lang="en-US" sz="1400" dirty="0"/>
              <a:t> showed an average calibration time of </a:t>
            </a:r>
            <a:r>
              <a:rPr lang="en-US" sz="1400" b="1" dirty="0"/>
              <a:t>54 days</a:t>
            </a:r>
            <a:r>
              <a:rPr lang="en-US" sz="1400" dirty="0"/>
              <a:t>. Assume the </a:t>
            </a:r>
            <a:r>
              <a:rPr lang="en-US" sz="1400" b="1" dirty="0"/>
              <a:t>population</a:t>
            </a:r>
            <a:r>
              <a:rPr lang="en-US" sz="1400" dirty="0"/>
              <a:t> standard deviation is </a:t>
            </a:r>
            <a:r>
              <a:rPr lang="en-US" sz="1400" b="1" dirty="0"/>
              <a:t>6.0 days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400" dirty="0"/>
              <a:t>Find the </a:t>
            </a:r>
            <a:r>
              <a:rPr lang="en-US" sz="1400" b="1" dirty="0"/>
              <a:t>best point estimate</a:t>
            </a:r>
            <a:r>
              <a:rPr lang="en-US" sz="1400" dirty="0"/>
              <a:t> of the population mean calibration time.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400" dirty="0"/>
              <a:t>Find the </a:t>
            </a:r>
            <a:r>
              <a:rPr lang="en-US" sz="1400" b="1" dirty="0"/>
              <a:t>95% confidence interval</a:t>
            </a:r>
            <a:r>
              <a:rPr lang="en-US" sz="1400" dirty="0"/>
              <a:t> for the population mean calibration time.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400" dirty="0"/>
              <a:t>Find the </a:t>
            </a:r>
            <a:r>
              <a:rPr lang="en-US" sz="1400" b="1" dirty="0"/>
              <a:t>99% confidence interval</a:t>
            </a:r>
            <a:r>
              <a:rPr lang="en-US" sz="1400" dirty="0"/>
              <a:t> for the population mean calibration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EB1FE-1A25-3C6D-4221-0741A224AF74}"/>
              </a:ext>
            </a:extLst>
          </p:cNvPr>
          <p:cNvSpPr txBox="1"/>
          <p:nvPr/>
        </p:nvSpPr>
        <p:spPr>
          <a:xfrm>
            <a:off x="139446" y="2256782"/>
            <a:ext cx="4725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A) The </a:t>
            </a:r>
            <a:r>
              <a:rPr lang="en-US" sz="1400" b="1" dirty="0"/>
              <a:t>best point</a:t>
            </a:r>
            <a:r>
              <a:rPr lang="en-US" sz="1400" dirty="0"/>
              <a:t> estimate of the population mean is </a:t>
            </a:r>
            <a:r>
              <a:rPr lang="en-US" sz="1400" b="1" dirty="0"/>
              <a:t>54 days</a:t>
            </a:r>
            <a:r>
              <a:rPr lang="en-US" sz="1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CA84D-3E53-D10A-DCAC-08F9769E70BC}"/>
              </a:ext>
            </a:extLst>
          </p:cNvPr>
          <p:cNvSpPr txBox="1"/>
          <p:nvPr/>
        </p:nvSpPr>
        <p:spPr>
          <a:xfrm>
            <a:off x="121158" y="2622542"/>
            <a:ext cx="535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B) NOTE: we use z and not t table because the sample size, n &gt; 30)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D3DF4D-B8A9-42D6-9D2F-812873D00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36" y="4165692"/>
            <a:ext cx="4271436" cy="158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6C2108-D4D3-F3B7-6954-F349B6538A87}"/>
              </a:ext>
            </a:extLst>
          </p:cNvPr>
          <p:cNvSpPr txBox="1"/>
          <p:nvPr/>
        </p:nvSpPr>
        <p:spPr>
          <a:xfrm>
            <a:off x="203454" y="5829407"/>
            <a:ext cx="53103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So, one can say with 95% confidence that the interval between 52.3 and 55.7 days does contain the population mean, based on a sample of 50.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4E500-54F0-7298-F69B-69D36CBA2669}"/>
              </a:ext>
            </a:extLst>
          </p:cNvPr>
          <p:cNvSpPr txBox="1"/>
          <p:nvPr/>
        </p:nvSpPr>
        <p:spPr>
          <a:xfrm>
            <a:off x="6582918" y="2134862"/>
            <a:ext cx="5209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C) For the 99% confidence interval (i.e.</a:t>
            </a:r>
            <a:r>
              <a:rPr lang="en-US" sz="1400" b="1" dirty="0"/>
              <a:t> </a:t>
            </a:r>
            <a:r>
              <a:rPr lang="el-GR" sz="1400" dirty="0"/>
              <a:t>α</a:t>
            </a:r>
            <a:r>
              <a:rPr lang="en-US" sz="1400" dirty="0"/>
              <a:t>=0.01). So the z (for </a:t>
            </a:r>
            <a:r>
              <a:rPr lang="el-GR" sz="1400" dirty="0"/>
              <a:t>α</a:t>
            </a:r>
            <a:r>
              <a:rPr lang="en-US" sz="1400" dirty="0"/>
              <a:t>/2 = 0.005 ) = 2.58 (using z-table)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2030D8-EAC7-1BEF-F6FB-3B19EE1E1CF6}"/>
              </a:ext>
            </a:extLst>
          </p:cNvPr>
          <p:cNvSpPr txBox="1"/>
          <p:nvPr/>
        </p:nvSpPr>
        <p:spPr>
          <a:xfrm>
            <a:off x="6394706" y="5561183"/>
            <a:ext cx="53980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So, one can say with 99% confidence that the interval between 51.811 and 56.189 days does contain the population mean, based on a sample of 50 automobiles.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2E8F97-6E84-E95D-DBF4-41856F219FB7}"/>
              </a:ext>
            </a:extLst>
          </p:cNvPr>
          <p:cNvCxnSpPr/>
          <p:nvPr/>
        </p:nvCxnSpPr>
        <p:spPr>
          <a:xfrm>
            <a:off x="5797296" y="2134862"/>
            <a:ext cx="0" cy="4320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5987401-1D2C-11C6-AC9A-E3A4F5807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113" y="3207686"/>
            <a:ext cx="5324553" cy="19573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1922EE-47D7-2F1C-C52C-4A6782013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167" y="2980051"/>
            <a:ext cx="3332336" cy="11157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EA50B5-6118-42B4-712A-9D23C8F8C47C}"/>
              </a:ext>
            </a:extLst>
          </p:cNvPr>
          <p:cNvSpPr txBox="1"/>
          <p:nvPr/>
        </p:nvSpPr>
        <p:spPr>
          <a:xfrm>
            <a:off x="7783830" y="6435590"/>
            <a:ext cx="420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(See next slide on how to solve it programmatically…</a:t>
            </a:r>
            <a:r>
              <a:rPr lang="en-US" sz="1200" dirty="0" err="1"/>
              <a:t>cont</a:t>
            </a:r>
            <a:r>
              <a:rPr lang="en-US" sz="1200" dirty="0"/>
              <a:t>….)</a:t>
            </a:r>
          </a:p>
        </p:txBody>
      </p:sp>
    </p:spTree>
    <p:extLst>
      <p:ext uri="{BB962C8B-B14F-4D97-AF65-F5344CB8AC3E}">
        <p14:creationId xmlns:p14="http://schemas.microsoft.com/office/powerpoint/2010/main" val="800488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D68A8-FAC5-2979-D7A0-1B7E551EC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098" y="204848"/>
            <a:ext cx="8357804" cy="62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26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02A7-D2BC-4A70-31DD-9E4FCD379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995"/>
          </a:xfrm>
        </p:spPr>
        <p:txBody>
          <a:bodyPr>
            <a:normAutofit/>
          </a:bodyPr>
          <a:lstStyle/>
          <a:p>
            <a:r>
              <a:rPr lang="en-US" sz="2800" dirty="0"/>
              <a:t>How large a sample is necessary to make an accurate estimate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295B1-18D4-13EA-D4CA-B53E6E781AA6}"/>
              </a:ext>
            </a:extLst>
          </p:cNvPr>
          <p:cNvSpPr txBox="1"/>
          <p:nvPr/>
        </p:nvSpPr>
        <p:spPr>
          <a:xfrm>
            <a:off x="157734" y="1222171"/>
            <a:ext cx="5410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Answer depends on three factors: the margin of error, the population standard deviation, and the degree of confidence.</a:t>
            </a:r>
          </a:p>
          <a:p>
            <a:endParaRPr lang="en-US" dirty="0"/>
          </a:p>
          <a:p>
            <a:r>
              <a:rPr lang="en-US" dirty="0"/>
              <a:t>We can derive the formula for sample size n from margin of error E as follows: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E47C3-C96B-6B1A-864E-556125D53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3" y="3154681"/>
            <a:ext cx="2798064" cy="1788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786BAB-E040-43C5-AF56-79B60145D95B}"/>
              </a:ext>
            </a:extLst>
          </p:cNvPr>
          <p:cNvSpPr txBox="1"/>
          <p:nvPr/>
        </p:nvSpPr>
        <p:spPr>
          <a:xfrm>
            <a:off x="5468112" y="1125373"/>
            <a:ext cx="64716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Example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An aerospace engineer is estimating the average fuel consumption rate of an aircraft engine during cruise conditions. For flight planning and performance certification, the engineer needs 99% confidence that the estimate is within 2 gallons per hour of the true mean consumption rate. Flight test data shows a standard deviation of 4.3 gallons per hour. How many minimum samples he needs?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CF6698-1DD3-F8D3-21BA-072AE45AC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088" y="3273756"/>
            <a:ext cx="4393258" cy="24588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AC112D2-702C-ADEA-F207-56EA9FC38739}"/>
              </a:ext>
            </a:extLst>
          </p:cNvPr>
          <p:cNvSpPr txBox="1"/>
          <p:nvPr/>
        </p:nvSpPr>
        <p:spPr>
          <a:xfrm>
            <a:off x="5568696" y="5774543"/>
            <a:ext cx="6462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be 99% confident that the estimate is within 2 units of the true mean, the engineer needs a sample of at least 32 measurements.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1E2246-C293-F965-9AFB-14B7A6FE0F5A}"/>
              </a:ext>
            </a:extLst>
          </p:cNvPr>
          <p:cNvSpPr txBox="1"/>
          <p:nvPr/>
        </p:nvSpPr>
        <p:spPr>
          <a:xfrm>
            <a:off x="7783830" y="6435590"/>
            <a:ext cx="42039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(See next slide on how to solve it programmatically…</a:t>
            </a:r>
            <a:r>
              <a:rPr lang="en-US" sz="1200" dirty="0" err="1"/>
              <a:t>cont</a:t>
            </a:r>
            <a:r>
              <a:rPr lang="en-US" sz="1200" dirty="0"/>
              <a:t>….)</a:t>
            </a:r>
          </a:p>
        </p:txBody>
      </p:sp>
    </p:spTree>
    <p:extLst>
      <p:ext uri="{BB962C8B-B14F-4D97-AF65-F5344CB8AC3E}">
        <p14:creationId xmlns:p14="http://schemas.microsoft.com/office/powerpoint/2010/main" val="3931246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B53B53-B052-3F2E-3627-5D2BC6D7CB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31" y="262029"/>
            <a:ext cx="10440655" cy="633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62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038F4F-4BDF-F00E-9668-6786A481592F}"/>
              </a:ext>
            </a:extLst>
          </p:cNvPr>
          <p:cNvSpPr txBox="1"/>
          <p:nvPr/>
        </p:nvSpPr>
        <p:spPr>
          <a:xfrm>
            <a:off x="109728" y="-6036"/>
            <a:ext cx="106984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Determining Normality:  </a:t>
            </a:r>
            <a:r>
              <a:rPr lang="en-US" sz="1400" dirty="0"/>
              <a:t>A normally shaped or bell-shaped distribution is only one of many shapes that a distribution can assume; however, it is very important since many statistical methods require that the distribution of values be normally or approximately normally shaped. </a:t>
            </a:r>
          </a:p>
          <a:p>
            <a:r>
              <a:rPr lang="en-US" sz="1400" dirty="0"/>
              <a:t>We can use following to check for normality. </a:t>
            </a:r>
          </a:p>
          <a:p>
            <a:r>
              <a:rPr lang="en-US" sz="1400" b="1" dirty="0"/>
              <a:t>Method1) </a:t>
            </a:r>
            <a:r>
              <a:rPr lang="en-US" sz="1400" dirty="0"/>
              <a:t>Draw a histogram for the data and check its shape. If the histogram is not approximately bell shaped, then the data are not normally distributed. </a:t>
            </a:r>
          </a:p>
          <a:p>
            <a:endParaRPr lang="en-US" sz="1400" dirty="0"/>
          </a:p>
          <a:p>
            <a:r>
              <a:rPr lang="en-US" sz="1400" b="1" dirty="0"/>
              <a:t>Method2) </a:t>
            </a:r>
            <a:r>
              <a:rPr lang="en-US" sz="1400" dirty="0"/>
              <a:t>Skewness can be checked by using the </a:t>
            </a:r>
            <a:r>
              <a:rPr lang="en-US" sz="1400" b="1" dirty="0"/>
              <a:t>Pearson coefficient (PC) of skewness</a:t>
            </a:r>
            <a:r>
              <a:rPr lang="en-US" sz="1400" dirty="0"/>
              <a:t> also called Pearson’s index of skewness:</a:t>
            </a:r>
          </a:p>
          <a:p>
            <a:r>
              <a:rPr lang="en-US" sz="1400" b="1" dirty="0"/>
              <a:t>Formula </a:t>
            </a:r>
            <a:r>
              <a:rPr lang="en-US" sz="1400" dirty="0"/>
              <a:t>= </a:t>
            </a:r>
            <a:r>
              <a:rPr lang="en-US" sz="1400" b="1" dirty="0"/>
              <a:t>3(Mean - Median) / Standard Deviation</a:t>
            </a:r>
          </a:p>
          <a:p>
            <a:r>
              <a:rPr lang="en-US" sz="1400" b="1" dirty="0"/>
              <a:t>If the index is greater than or equal to 1 or less than or equal to -1, it can be concluded that the data are significantly skewed</a:t>
            </a:r>
            <a:r>
              <a:rPr lang="en-US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CB0C57-7BCA-2313-4192-87FFCB6689F0}"/>
                  </a:ext>
                </a:extLst>
              </p:cNvPr>
              <p:cNvSpPr txBox="1"/>
              <p:nvPr/>
            </p:nvSpPr>
            <p:spPr>
              <a:xfrm>
                <a:off x="10904220" y="1335024"/>
                <a:ext cx="1236171" cy="418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400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  <m:r>
                                <a:rPr lang="en-US" sz="1400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1400" b="1" i="0"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𝐝𝐢𝐚𝐧</m:t>
                              </m:r>
                            </m:e>
                          </m:d>
                        </m:num>
                        <m:den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den>
                      </m:f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CB0C57-7BCA-2313-4192-87FFCB668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4220" y="1335024"/>
                <a:ext cx="1236171" cy="418513"/>
              </a:xfrm>
              <a:prstGeom prst="rect">
                <a:avLst/>
              </a:prstGeom>
              <a:blipFill>
                <a:blip r:embed="rId3"/>
                <a:stretch>
                  <a:fillRect l="-2956" t="-1449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476947A-549E-7388-AF32-A1A825A9141D}"/>
              </a:ext>
            </a:extLst>
          </p:cNvPr>
          <p:cNvSpPr txBox="1"/>
          <p:nvPr/>
        </p:nvSpPr>
        <p:spPr>
          <a:xfrm>
            <a:off x="100585" y="2496312"/>
            <a:ext cx="57058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Problem: I have 100 temp. data of a city given in sorted order. Determine if its skewed. [-8 -6 -6 -6 -5 -5 -4 -4 -4 -4 -3 -3 -3 -3 -2 -2 -2 -2 -1 -1 -1 -1 -1 -1  0  0  0  0  0  0  0  0  0  0  0  0  0  0  1  1  1  1  1  1  1  1  1  1  1  1  2  2  2  2  2  2  2  2  2  2  3  3  3  3  3  3  3  3  3  3  3  3  3  3  4  4  4  4  4  5  5  5  5  5  5  6  6  6  6  6  6  6  7  8  8  8  8  8  8  9] (Hint: Create 10 bins for histogram)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DC740-B59E-CA40-C010-486046730C7B}"/>
              </a:ext>
            </a:extLst>
          </p:cNvPr>
          <p:cNvSpPr txBox="1"/>
          <p:nvPr/>
        </p:nvSpPr>
        <p:spPr>
          <a:xfrm>
            <a:off x="64009" y="3913632"/>
            <a:ext cx="61539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Answer: Method1:</a:t>
            </a:r>
            <a:r>
              <a:rPr lang="en-US" sz="1400" dirty="0"/>
              <a:t> Since I am creating 10 bins, so size of each bin = (|-8| + 9)/10 = 1.7 . We get following bin ranges with their </a:t>
            </a:r>
            <a:r>
              <a:rPr lang="en-US" sz="1400"/>
              <a:t>corresponding counts</a:t>
            </a:r>
            <a:r>
              <a:rPr lang="en-US" sz="1400" dirty="0"/>
              <a:t>:</a:t>
            </a:r>
          </a:p>
          <a:p>
            <a:r>
              <a:rPr lang="en-US" sz="1400" dirty="0"/>
              <a:t>Bin 1: Range [-8.0, -6.3) - Count: 1</a:t>
            </a:r>
          </a:p>
          <a:p>
            <a:r>
              <a:rPr lang="en-US" sz="1400" dirty="0"/>
              <a:t>Bin 2: Range [-6.3, -4.6) - Count: 5</a:t>
            </a:r>
          </a:p>
          <a:p>
            <a:r>
              <a:rPr lang="en-US" sz="1400" dirty="0"/>
              <a:t>Bin 3: Range [-4.6, -2.9) - Count: 8</a:t>
            </a:r>
          </a:p>
          <a:p>
            <a:r>
              <a:rPr lang="en-US" sz="1400" dirty="0"/>
              <a:t>Bin 4: Range [-2.9, -1.2) - Count: 4</a:t>
            </a:r>
          </a:p>
          <a:p>
            <a:r>
              <a:rPr lang="en-US" sz="1400" dirty="0"/>
              <a:t>Bin 5: Range [-1.2, 0.5) - Count: 20</a:t>
            </a:r>
          </a:p>
          <a:p>
            <a:r>
              <a:rPr lang="en-US" sz="1400" dirty="0"/>
              <a:t>Bin 6: Range [0.5, 2.2) - Count: 22</a:t>
            </a:r>
          </a:p>
          <a:p>
            <a:r>
              <a:rPr lang="en-US" sz="1400" dirty="0"/>
              <a:t>Bin 7: Range [2.2, 3.9) - Count: 14</a:t>
            </a:r>
          </a:p>
          <a:p>
            <a:r>
              <a:rPr lang="en-US" sz="1400" dirty="0"/>
              <a:t>Bin 8: Range [3.9, 5.6) - Count: 11</a:t>
            </a:r>
          </a:p>
          <a:p>
            <a:r>
              <a:rPr lang="en-US" sz="1400" dirty="0"/>
              <a:t>Bin 9: Range [5.6, 7.3) - Count: 8</a:t>
            </a:r>
          </a:p>
          <a:p>
            <a:r>
              <a:rPr lang="en-US" sz="1400" dirty="0"/>
              <a:t>Bin 10: Range [7.3, 9.0) - Count: 7</a:t>
            </a:r>
          </a:p>
          <a:p>
            <a:r>
              <a:rPr lang="en-US" sz="1400" dirty="0"/>
              <a:t>Visually it looks like normal distribution.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762102-B35D-701A-D6AE-0D68FA977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3512" y="2496312"/>
            <a:ext cx="4867656" cy="30784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A68018-7702-AF78-8CB4-B2546B8776C7}"/>
              </a:ext>
            </a:extLst>
          </p:cNvPr>
          <p:cNvSpPr txBox="1"/>
          <p:nvPr/>
        </p:nvSpPr>
        <p:spPr>
          <a:xfrm>
            <a:off x="6532125" y="5676638"/>
            <a:ext cx="53162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Method2)</a:t>
            </a:r>
            <a:r>
              <a:rPr lang="en-US" sz="1400" dirty="0"/>
              <a:t> Here sample mean = 1.52, median = 1.5 and </a:t>
            </a:r>
            <a:r>
              <a:rPr lang="en-US" sz="1400" dirty="0" err="1"/>
              <a:t>std_dev</a:t>
            </a:r>
            <a:r>
              <a:rPr lang="en-US" sz="1400" dirty="0"/>
              <a:t> (s) = 3.59. </a:t>
            </a:r>
          </a:p>
          <a:p>
            <a:r>
              <a:rPr lang="en-US" sz="1400" dirty="0"/>
              <a:t>Using above formula, PC of skewness = 3*(1.52-1.5)/3.59 =0.016 </a:t>
            </a:r>
          </a:p>
          <a:p>
            <a:r>
              <a:rPr lang="en-US" sz="1400" dirty="0"/>
              <a:t>It is </a:t>
            </a:r>
            <a:r>
              <a:rPr lang="en-US" sz="1400" b="1" dirty="0"/>
              <a:t>not greater than or equal to 1 or less than or equal to -1, so it is normal distribution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62419-D38B-7DE0-CEB1-037A19A01F29}"/>
              </a:ext>
            </a:extLst>
          </p:cNvPr>
          <p:cNvSpPr txBox="1"/>
          <p:nvPr/>
        </p:nvSpPr>
        <p:spPr>
          <a:xfrm>
            <a:off x="10917936" y="85404"/>
            <a:ext cx="1050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confidential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58A6FE-9D97-B31C-BDD7-A1D03B375EB2}"/>
              </a:ext>
            </a:extLst>
          </p:cNvPr>
          <p:cNvCxnSpPr/>
          <p:nvPr/>
        </p:nvCxnSpPr>
        <p:spPr>
          <a:xfrm>
            <a:off x="6217921" y="2295144"/>
            <a:ext cx="0" cy="451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437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D05A9B-8664-1D90-9B74-293C0008E0F3}"/>
              </a:ext>
            </a:extLst>
          </p:cNvPr>
          <p:cNvSpPr txBox="1"/>
          <p:nvPr/>
        </p:nvSpPr>
        <p:spPr>
          <a:xfrm>
            <a:off x="210312" y="2527084"/>
            <a:ext cx="79369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σ is unknown and the sample size &gt;= 30 , or the population is normally distributed if the sample size is less than 30, the confidence interval for the mean can be found by using the t distribution.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83F02-7C85-6879-8406-028140BD0114}"/>
              </a:ext>
            </a:extLst>
          </p:cNvPr>
          <p:cNvSpPr txBox="1"/>
          <p:nvPr/>
        </p:nvSpPr>
        <p:spPr>
          <a:xfrm>
            <a:off x="221742" y="463219"/>
            <a:ext cx="7568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Formula for a Specific Confidence Interval for the Mean When σ  Is Unknown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E5337-7189-F515-051E-60099F64C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2" y="1022320"/>
            <a:ext cx="2951611" cy="10279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6B4498-EB11-D538-8007-7F5DC88A31B0}"/>
              </a:ext>
            </a:extLst>
          </p:cNvPr>
          <p:cNvSpPr txBox="1"/>
          <p:nvPr/>
        </p:nvSpPr>
        <p:spPr>
          <a:xfrm>
            <a:off x="576072" y="27432"/>
            <a:ext cx="1076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t-value</a:t>
            </a:r>
          </a:p>
        </p:txBody>
      </p:sp>
    </p:spTree>
    <p:extLst>
      <p:ext uri="{BB962C8B-B14F-4D97-AF65-F5344CB8AC3E}">
        <p14:creationId xmlns:p14="http://schemas.microsoft.com/office/powerpoint/2010/main" val="101750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091644-19F0-4CCC-4F65-309577C28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296" y="45821"/>
            <a:ext cx="5141976" cy="67382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D89387-7D0E-21D7-9FBD-464DB9B83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1103073"/>
            <a:ext cx="4412421" cy="17875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7F8EC1-5806-BFD8-18A4-78C34328F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30" y="3414961"/>
            <a:ext cx="4120262" cy="15895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6C54C7-4C3B-52CD-AB11-D714DB77B48A}"/>
              </a:ext>
            </a:extLst>
          </p:cNvPr>
          <p:cNvSpPr txBox="1"/>
          <p:nvPr/>
        </p:nvSpPr>
        <p:spPr>
          <a:xfrm>
            <a:off x="210312" y="228600"/>
            <a:ext cx="489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Steps to find t for a given alpha and sample size n</a:t>
            </a:r>
          </a:p>
        </p:txBody>
      </p:sp>
    </p:spTree>
    <p:extLst>
      <p:ext uri="{BB962C8B-B14F-4D97-AF65-F5344CB8AC3E}">
        <p14:creationId xmlns:p14="http://schemas.microsoft.com/office/powerpoint/2010/main" val="169086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E636-1CC3-1CE9-596C-1A0CFC29A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50FC26-B7AC-C09C-CA50-4B6F302F8FDD}"/>
              </a:ext>
            </a:extLst>
          </p:cNvPr>
          <p:cNvSpPr txBox="1"/>
          <p:nvPr/>
        </p:nvSpPr>
        <p:spPr>
          <a:xfrm>
            <a:off x="521208" y="249996"/>
            <a:ext cx="997610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1) Engineering Measurement Problem (t - value):</a:t>
            </a:r>
            <a:br>
              <a:rPr lang="en-US" sz="1400" dirty="0"/>
            </a:br>
            <a:r>
              <a:rPr lang="en-US" sz="1400" dirty="0"/>
              <a:t>A quality control engineer wants to estimate the average time (in days) required to </a:t>
            </a:r>
            <a:r>
              <a:rPr lang="en-US" sz="1400" b="1" dirty="0"/>
              <a:t>calibrate and certify a batch of precision measurement instruments</a:t>
            </a:r>
            <a:r>
              <a:rPr lang="en-US" sz="1400" dirty="0"/>
              <a:t> in a laboratory. A random sample of </a:t>
            </a:r>
            <a:r>
              <a:rPr lang="en-US" sz="1400" b="1" dirty="0"/>
              <a:t>24 instruments</a:t>
            </a:r>
            <a:r>
              <a:rPr lang="en-US" sz="1400" dirty="0"/>
              <a:t> showed an average calibration time of </a:t>
            </a:r>
            <a:r>
              <a:rPr lang="en-US" sz="1400" b="1" dirty="0"/>
              <a:t>54 days</a:t>
            </a:r>
            <a:r>
              <a:rPr lang="en-US" sz="1400" dirty="0"/>
              <a:t>. Assume the </a:t>
            </a:r>
            <a:r>
              <a:rPr lang="en-US" sz="1400" b="1" dirty="0"/>
              <a:t>samples</a:t>
            </a:r>
            <a:r>
              <a:rPr lang="en-US" sz="1400" dirty="0"/>
              <a:t> standard deviation is </a:t>
            </a:r>
            <a:r>
              <a:rPr lang="en-US" sz="1400" b="1" dirty="0"/>
              <a:t>6.0 days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400" dirty="0"/>
              <a:t>Find the </a:t>
            </a:r>
            <a:r>
              <a:rPr lang="en-US" sz="1400" b="1" dirty="0"/>
              <a:t>95% confidence interval</a:t>
            </a:r>
            <a:r>
              <a:rPr lang="en-US" sz="1400" dirty="0"/>
              <a:t> for the population mean calibration time.</a:t>
            </a:r>
          </a:p>
          <a:p>
            <a:pPr marL="342900" indent="-342900">
              <a:buFont typeface="+mj-lt"/>
              <a:buAutoNum type="alphaUcPeriod"/>
            </a:pPr>
            <a:r>
              <a:rPr lang="en-US" sz="1400" dirty="0"/>
              <a:t>Find the </a:t>
            </a:r>
            <a:r>
              <a:rPr lang="en-US" sz="1400" b="1" dirty="0"/>
              <a:t>99% confidence interval</a:t>
            </a:r>
            <a:r>
              <a:rPr lang="en-US" sz="1400" dirty="0"/>
              <a:t> for the population mean calibration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6A231-D066-C448-C773-90CECB6262BA}"/>
              </a:ext>
            </a:extLst>
          </p:cNvPr>
          <p:cNvSpPr txBox="1"/>
          <p:nvPr/>
        </p:nvSpPr>
        <p:spPr>
          <a:xfrm>
            <a:off x="121158" y="1698998"/>
            <a:ext cx="5356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Here we do not know </a:t>
            </a:r>
            <a:r>
              <a:rPr lang="el-GR" sz="1400" dirty="0"/>
              <a:t>σ</a:t>
            </a:r>
            <a:r>
              <a:rPr lang="en-US" sz="1400" dirty="0"/>
              <a:t>, so we replace it with s, the samples std dev.</a:t>
            </a:r>
          </a:p>
          <a:p>
            <a:r>
              <a:rPr lang="en-US" sz="1400" dirty="0"/>
              <a:t>A) NOTE: we use t and not z table because the sample size, n &lt; 30)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B39F1-2854-E2D8-FC82-3689B0F48FBE}"/>
              </a:ext>
            </a:extLst>
          </p:cNvPr>
          <p:cNvSpPr txBox="1"/>
          <p:nvPr/>
        </p:nvSpPr>
        <p:spPr>
          <a:xfrm>
            <a:off x="203454" y="5573375"/>
            <a:ext cx="53103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So, one can say with 95% confidence that the interval between 51.466 and 56.533 days does contain the population mean, based on a sample size of 24.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A2A6A7-8778-A692-8F2E-010ED3C57928}"/>
              </a:ext>
            </a:extLst>
          </p:cNvPr>
          <p:cNvSpPr txBox="1"/>
          <p:nvPr/>
        </p:nvSpPr>
        <p:spPr>
          <a:xfrm>
            <a:off x="6582918" y="2134862"/>
            <a:ext cx="5209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C) For the 99% confidence interval (i.e.</a:t>
            </a:r>
            <a:r>
              <a:rPr lang="en-US" sz="1400" b="1" dirty="0"/>
              <a:t> </a:t>
            </a:r>
            <a:r>
              <a:rPr lang="el-GR" sz="1400" dirty="0"/>
              <a:t>α</a:t>
            </a:r>
            <a:r>
              <a:rPr lang="en-US" sz="1400" dirty="0"/>
              <a:t>=0.01) use z=2.58 (from the z-table)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AFE5CB-17C3-E43D-5574-19A7C9E6604C}"/>
              </a:ext>
            </a:extLst>
          </p:cNvPr>
          <p:cNvSpPr txBox="1"/>
          <p:nvPr/>
        </p:nvSpPr>
        <p:spPr>
          <a:xfrm>
            <a:off x="6394706" y="5561183"/>
            <a:ext cx="53980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So, one can say with 99% confidence that the interval between 50.84 and 57.159 days does contain the population mean, based on a </a:t>
            </a:r>
            <a:r>
              <a:rPr lang="en-US" sz="1400"/>
              <a:t>sample size </a:t>
            </a:r>
            <a:r>
              <a:rPr lang="en-US" sz="1400" dirty="0"/>
              <a:t>of 24.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D2B526-0BB0-304F-20C6-AF3F96BED3DB}"/>
              </a:ext>
            </a:extLst>
          </p:cNvPr>
          <p:cNvCxnSpPr/>
          <p:nvPr/>
        </p:nvCxnSpPr>
        <p:spPr>
          <a:xfrm>
            <a:off x="5797296" y="2134862"/>
            <a:ext cx="0" cy="4320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6AEA498-DC12-E204-7EF8-9B212A79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048" y="2296630"/>
            <a:ext cx="3582799" cy="11433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D3FB49-AF22-D6FC-FCA9-91752B20D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08" y="3647532"/>
            <a:ext cx="4099903" cy="18075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CE4C5B-66E9-15B2-DAB8-834075B31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310" y="2980943"/>
            <a:ext cx="3982798" cy="197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91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99671-FCD1-5DCC-3423-858FA55A2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20" y="196437"/>
            <a:ext cx="7360920" cy="62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38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1A7C-1DBB-C60F-F8B1-D7F67392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BBB8AC-690F-1BB9-A3B5-E3322CCD0658}"/>
              </a:ext>
            </a:extLst>
          </p:cNvPr>
          <p:cNvSpPr txBox="1"/>
          <p:nvPr/>
        </p:nvSpPr>
        <p:spPr>
          <a:xfrm>
            <a:off x="706374" y="812030"/>
            <a:ext cx="3582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to Use the z or t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E4E19-EB38-0771-E6A8-F63304B76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1" y="1496640"/>
            <a:ext cx="4957063" cy="29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864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BEC0-6C58-7269-382E-BF208A376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How do we know if a data is normally distributed?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1C0B-EE3F-95D8-1327-4F52FE1B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notebook: </a:t>
            </a:r>
            <a:r>
              <a:rPr lang="en-US" dirty="0" err="1"/>
              <a:t>tut_ml</a:t>
            </a:r>
            <a:r>
              <a:rPr lang="en-US" dirty="0"/>
              <a:t>/</a:t>
            </a:r>
            <a:r>
              <a:rPr lang="en-US" dirty="0" err="1"/>
              <a:t>tut_statistics</a:t>
            </a:r>
            <a:r>
              <a:rPr lang="en-US" dirty="0"/>
              <a:t>/</a:t>
            </a:r>
            <a:r>
              <a:rPr lang="en-US" dirty="0" err="1"/>
              <a:t>tut_analysis_Normal_distribution_data_daily_bike_rentals.ipynb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4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1989</Words>
  <Application>Microsoft Office PowerPoint</Application>
  <PresentationFormat>Widescreen</PresentationFormat>
  <Paragraphs>95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__Inter_e8ce0c</vt:lpstr>
      <vt:lpstr>Arial</vt:lpstr>
      <vt:lpstr>Calibri</vt:lpstr>
      <vt:lpstr>Calibri Light</vt:lpstr>
      <vt:lpstr>Cambria Math</vt:lpstr>
      <vt:lpstr>Inter</vt:lpstr>
      <vt:lpstr>Wingdings</vt:lpstr>
      <vt:lpstr>Office Theme</vt:lpstr>
      <vt:lpstr>Standard Distribution Curve – Confidence Interval</vt:lpstr>
      <vt:lpstr>standard normal distribution curve (p1): </vt:lpstr>
      <vt:lpstr>PowerPoint Presentation</vt:lpstr>
      <vt:lpstr>Area under standard normal distribution curve (p1):  1) Find the area under the standard normal distribution curve to the left of z= 2.09.   Answer: Using Std normal distribution table, it is  0.9817.  INTERPRETATION1: 98.17% represents the prob. that measured value would be  &lt; 2.09… Also written as P( z &lt; 2.09) = 0.9817    INTERPRETATION2: 98.17% of data has value &lt; 2.09…. </vt:lpstr>
      <vt:lpstr>Area under standard distribution curve (p1):  Find the area under the standard normal distribution curve between z = 1.62 and z = -1.35. Answer: 0.9474 - 0.0885 = 0.8589….interpretation: P( -1.35 &lt; z &lt; 1.62 ) = 0. 8589</vt:lpstr>
      <vt:lpstr>Convert a normal random variable value to standard normal value z:</vt:lpstr>
      <vt:lpstr>PowerPoint Presentation</vt:lpstr>
      <vt:lpstr>PowerPoint Presentation</vt:lpstr>
      <vt:lpstr>How to calculate z from given α ? </vt:lpstr>
      <vt:lpstr>PowerPoint Presentation</vt:lpstr>
      <vt:lpstr>PowerPoint Presentation</vt:lpstr>
      <vt:lpstr>How large a sample is necessary to make an accurate estimate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Question: How do we know if a data is normally distributed?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71</cp:revision>
  <dcterms:created xsi:type="dcterms:W3CDTF">2025-07-23T06:40:12Z</dcterms:created>
  <dcterms:modified xsi:type="dcterms:W3CDTF">2025-10-23T12:25:03Z</dcterms:modified>
</cp:coreProperties>
</file>