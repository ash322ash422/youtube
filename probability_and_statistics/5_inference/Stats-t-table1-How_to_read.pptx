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4" r:id="rId3"/>
    <p:sldId id="268" r:id="rId4"/>
    <p:sldId id="262" r:id="rId5"/>
    <p:sldId id="266" r:id="rId6"/>
    <p:sldId id="270" r:id="rId7"/>
    <p:sldId id="271" r:id="rId8"/>
    <p:sldId id="276" r:id="rId9"/>
    <p:sldId id="272" r:id="rId10"/>
    <p:sldId id="277" r:id="rId11"/>
    <p:sldId id="273" r:id="rId12"/>
    <p:sldId id="278" r:id="rId13"/>
    <p:sldId id="269" r:id="rId14"/>
    <p:sldId id="267" r:id="rId15"/>
    <p:sldId id="25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5:24.0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978 87 24575,'-12'-2'0,"0"0"0,0 0 0,0-1 0,1-1 0,-21-9 0,3 2 0,-19-2 0,0 1 0,-1 3 0,0 2 0,-1 2 0,0 2 0,1 3 0,-72 7 0,101-4 0,-1 0 0,0 2 0,1 0 0,0 1 0,0 1 0,1 1 0,0 1 0,0 0 0,1 1 0,-20 15 0,24-15 0,1 1 0,0 0 0,0 1 0,1 0 0,1 1 0,0 0 0,1 1 0,0 0 0,1 0 0,1 1 0,0 1 0,-10 28 0,16-38 0,0 0 0,1 0 0,0-1 0,0 1 0,0 0 0,1 0 0,-1 0 0,2 0 0,-1 0 0,1 0 0,-1 0 0,2 0 0,-1-1 0,1 1 0,0 0 0,0-1 0,0 1 0,1-1 0,0 0 0,0 0 0,0 0 0,0 0 0,1 0 0,0-1 0,0 0 0,0 1 0,1-2 0,0 1 0,5 4 0,13 6 0,1-1 0,0-1 0,1-2 0,0 0 0,29 7 0,-19-6 0,-33-10 0,38 14 0,1-1 0,0-3 0,1-1 0,0-2 0,59 3 0,-74-9 0,51 9 0,-61-7 0,1 0 0,0-2 0,-1 0 0,1-1 0,0-1 0,35-4 0,101-19 0,64-13 0,-197 31 0,0-1 0,0-2 0,-1 0 0,0-1 0,-1-1 0,0 0 0,33-25 0,-47 30 0,0 0 0,0 0 0,0-1 0,0 0 0,-1 0 0,0 0 0,0 0 0,-1-1 0,0 0 0,0 0 0,0 0 0,-1 0 0,0 0 0,0 0 0,-1 0 0,0-1 0,0 1 0,-1 0 0,0-1 0,0 1 0,-1-1 0,0 1 0,0 0 0,0 0 0,-4-9 0,0 0 0,0 1 0,-1-1 0,0 1 0,-1 1 0,-1-1 0,-1 1 0,0 1 0,0 0 0,-1 0 0,-18-16 0,13 16 0,-1 2 0,0 0 0,0 1 0,-2 0 0,1 1 0,-1 1 0,0 1 0,-1 1 0,1 0 0,-31-4 0,-21-1 0,-107-2 0,168 13 0,-52-1 0,-1 2 0,-83 13 0,79-10-1365,42-7-5461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5:27.0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1030 109 24575,'-4'-1'-128,"1"0"1,-1 0-1,1-1 0,0 1 0,0-1 1,0 1-1,-1-1 0,1 0 0,-4-4 0,-12-6 436,-20-3-169,0 1-1,0 2 1,-1 2-1,-1 2 1,0 1 0,-43-1-1,47 6-138,0 1 0,0 1 0,-1 3 0,1 1 0,0 1 0,-49 15 0,66-14 0,0 1 0,0 1 0,1 1 0,0 1 0,1 0 0,0 2 0,1 0 0,0 1 0,1 0 0,0 1 0,1 1 0,-22 29 0,25-29 0,1 2 0,0-1 0,1 2 0,1-1 0,0 1 0,-11 37 0,18-45 0,0 0 0,0 0 0,1 0 0,1 0 0,-1 0 0,2 0 0,-1 1 0,2-1 0,-1 0 0,1 0 0,1 0 0,-1 0 0,2-1 0,0 1 0,5 10 0,-4-11 0,1 0 0,0-1 0,0 1 0,1-1 0,0-1 0,1 1 0,-1-1 0,1-1 0,1 1 0,-1-1 0,1-1 0,10 5 0,5 2 0,2-1 0,-1-2 0,39 10 0,-28-13 0,1-1 0,-1-2 0,0-2 0,57-5 0,-5 2 0,-48-1 0,-1-2 0,77-19 0,-68 14 0,-1-2 0,-1-2 0,0-3 0,-1-1 0,67-38 0,-93 45 0,-5 3 0,0 0 0,0-2 0,-1 1 0,0-1 0,-1-1 0,11-12 0,-21 20 0,0 0 0,1 0 0,-2-1 0,1 1 0,0 0 0,-1-1 0,1 1 0,-1-1 0,0 0 0,0 1 0,0-1 0,-1 0 0,1 0 0,-1 0 0,0 1 0,0-1 0,-1 0 0,1 0 0,-1 0 0,1 1 0,-1-1 0,0 0 0,-1 1 0,1-1 0,-1 1 0,1-1 0,-1 1 0,0 0 0,0 0 0,-1-1 0,-2-2 0,-2-2 0,0 0-1,0 0 0,-1 1 1,0 0-1,0 1 0,0-1 1,-1 2-1,0-1 0,0 1 0,-10-4 1,-14-3 34,-57-15 1,57 18-748,-49-19-1,53 15-6112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5:33.1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60 24575,'-1'0'0,"1"-1"0,0 1 0,0 0 0,0 0 0,0 0 0,-1-1 0,1 1 0,0 0 0,0 0 0,0 0 0,0-1 0,0 1 0,-1 0 0,1 0 0,0-1 0,0 1 0,0 0 0,0 0 0,0-1 0,0 1 0,0 0 0,0 0 0,0-1 0,0 1 0,0 0 0,0 0 0,0-1 0,0 1 0,0 0 0,0 0 0,0-1 0,1 1 0,-1 0 0,0 0 0,0 0 0,0-1 0,0 1 0,0 0 0,1 0 0,-1 0 0,0-1 0,0 1 0,0 0 0,16-7 0,18 0 0,66 1 0,113 7 0,-71 2 0,-90-3 0,0-2 0,82-13 0,-71 7 0,0 2 0,0 4 0,74 5 0,-13 0 0,846-3 0,-937 1 0,59 12 0,-59-8 0,56 4 0,-15-10 0,-33 0 0,-1 1 0,1 2 0,65 12 0,-59-6 0,0-3 0,0-2 0,91-6 0,-35 1 0,-50 2 0,0 3 0,60 10 0,-57-7 0,-1-1 0,59-5 0,-54 0 0,96 10 0,-76-2 0,144-4 0,8 0 0,-143 9 0,-57-7 0,52 2 0,86-9 0,78 2 0,-145 12 0,-61-7 0,62 2 0,848-9 0,-946 1-85,-1 0 0,1 0-1,0-1 1,0 1 0,-1-1-1,1-1 1,0 1 0,-1-1-1,1 0 1,-1 0 0,0 0-1,0-1 1,0 0 0,0 0-1,8-6 1,4-8-6741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6:03.9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23153,'3440'0'0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5:38.4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 24575,'4'-5'0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5:45.8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536 26 24575,'-1'-2'0,"1"1"0,-1 0 0,0 0 0,1-1 0,-1 1 0,0 0 0,0 0 0,0 0 0,0 0 0,0 0 0,0 0 0,0 0 0,0 0 0,0 0 0,0 1 0,-1-1 0,1 0 0,0 1 0,0-1 0,-1 1 0,1-1 0,0 1 0,-1 0 0,1 0 0,-1-1 0,1 1 0,-2 0 0,-41-3 0,37 3 0,0 1 0,0 1 0,0-1 0,0 1 0,0 0 0,0 0 0,0 1 0,1 0 0,0 0 0,-1 1 0,1 0 0,0 0 0,1 0 0,-1 0 0,1 1 0,0 0 0,0 1 0,0-1 0,1 1 0,0-1 0,0 1 0,0 1 0,1-1 0,-4 10 0,-3 7 0,1 1 0,2 1 0,0-1 0,2 1 0,-4 39 0,-2 15 0,5-33 0,-2 67 0,8-75 0,1 17 0,-2 0 0,-14 88 0,9-100 0,-1 59 0,5-59 0,-10 60 0,5-54 0,-1 54 0,-3 26 0,1-30 0,8-62 0,-12 60 0,8-67 0,3 1 0,0-1 0,2 35 0,1-35 0,-1 0 0,-1-1 0,-9 43 0,4-30 0,2 0 0,2 0 0,2 0 0,4 53 0,0 2 0,-1 39 0,-5 151 0,-9-198 0,6-56 0,-2 57 0,7-48 0,-2 1 0,-1-1 0,-2 0 0,-16 54 0,3 10 0,4-17 0,8-42 0,2-1 0,2 1 0,2 0 0,8 74 0,6-18 0,-6-55 0,1 66 0,-5-50 0,12 77 0,-7-83 0,3 14 0,-4-34 0,2 68 0,-12 33 0,5 116 0,11-167 0,-7-55 0,2 57 0,-10-49 0,-13 74 0,3-33 0,1-4 0,5-35 0,-3 74 0,7 9 0,5 128 0,-1-239 0,-1-1 0,1 1 0,1-1 0,1 1 0,0-1 0,1-1 0,0 1 0,1 0 0,13 19 0,-14-25 0,1 0 0,0 0 0,1-1 0,0 0 0,0-1 0,0 1 0,1-1 0,0-1 0,0 1 0,1-1 0,-1-1 0,1 1 0,0-2 0,0 1 0,11 2 0,3-2 0,2-1 0,-1-1 0,0-1 0,0-1 0,48-7 0,29 1 0,349 7 0,-419-3 0,58-10 0,-58 6 0,57-2 0,-14 8 0,-35 2 0,0-2 0,0-2 0,71-13 0,-88 10 0,-1 0 0,0-2 0,0 0 0,26-14 0,-40 17 0,0 0 0,-1-1 0,0 1 0,0-1 0,0 0 0,0-1 0,-1 0 0,0 0 0,0 0 0,-1 0 0,1-1 0,-1 1 0,-1-1 0,1 0 0,-1 0 0,2-8 0,14-46 0,-3-1 0,10-72 0,35-245 0,-45 285 0,13-60 0,-3-14 0,1 9 0,-5-8 0,-8 75 0,3-140 0,-16 187 0,11-62 0,-5 62 0,0-60 0,-8-769 0,2 850 0,1 0 0,8-30 0,2-35 0,-10-45 0,-3 76 0,2 0 0,13-83 0,-5 75 0,-4 0 0,-6-124 0,-1 69 0,2 61 0,-3 1 0,-10-64 0,-15-117 0,18 133 0,-2 26 0,6 47 0,-2-62 0,-5-59 0,0-8 0,10 115 0,-2 0 0,-22-94 0,11 64 0,5 25 0,-2 1 0,-35-91 0,34 116 0,-1 0 0,-1 1 0,-21-27 0,-14-20 0,51 71-45,-1 1-1,1 0 1,-1 0-1,1 0 1,0 0-1,-1 0 1,1 0-1,0 0 1,0-1-1,0 1 1,0 0-1,0 0 1,0 0-1,0 0 1,0-1-1,0 1 1,1 0-1,-1 0 1,0 0-1,1 0 1,-1 0-1,1 0 1,-1 0-1,1 0 0,0 0 1,-1 0-1,1 0 1,0 0-1,1-1 1,14-14-6781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6:03.9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24575,'147'13'0,"26"2"0,21-2 0,8-1 0,-161-10 0,64 10 0,-63-6 0,60 2 0,-61-8 0,0 2 0,63 10 0,-61-6 0,0-2 0,86-4 0,27 1 0,-71 12 0,-55-7 0,50 2 0,787-6 0,-420-4 0,-231-13 0,-137 7 0,165 5 0,-19 1 0,-125-10 0,-59 5 0,55 0 0,696 8 0,-757 0 0,56 11 0,-56-6 0,56 2 0,47-9 0,-25-1 0,179 20 0,-213-11 0,149-5 0,-139-4 0,100 10 0,-110-4 0,129-7 0,-45-2 0,-134 3 0,1-1 0,29-6 0,-27 3 0,46-2 0,468 7 0,-262 3 0,-253-4 0,58-10 0,-57 7 0,55-3 0,-33 7 0,11 2 0,127-17 0,-118 8 0,0 2 0,116 7 0,-66 2 0,-93-2 0,1 3 0,34 7 0,11 1 0,-36-8 0,-1 3 0,0 1 0,0 1 0,-1 3 0,0 1 0,-1 2 0,-1 1 0,0 2 0,-1 2 0,57 42 0,-72-46 0,-1 1 0,13 16 0</inkml:trace>
  <inkml:trace contextRef="#ctx0" brushRef="#br0" timeOffset="1">9314 685 24575,'-7'0'0,"-18"1"0,1-1 0,0-1 0,-1-1 0,-31-7 0,-5 0 0,-1 4 0,-1 2 0,-76 6 0,15 0 0,85-4 0,-1-1 0,-67-12 0,72 9 0,-61-2 0,63 7 0,1-3 0,-46-8 0,45 6 0,-1 1 0,1 2 0,0 1 0,-1 2 0,1 1 0,-45 9 0,-73 3 0,103-10 0,1 2 0,-66 16 0,19-2 0,43-10 0,20-4 0,0 0 0,-41 1 0,13 2 80,50-6-321,-1-1 1,1-1-1,-1 1 0,1-1 0,-19-1 0,7-4-6585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6:09.6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24575,'636'0'0,"-584"-5"-1365,-29-1-5461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6:11.9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 24575,'129'-2'0,"140"4"0,-181 11 0,-54-8 0,56 4 0,599-10 0,-659 2 0,-1 2 0,31 7 0,-30-5 0,58 4 0,-50-7 64,48 9 0,27 1-1557,-90-11-5333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7:01.8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917 135 24575,'-49'-32'0,"-5"14"0,-1 1 0,-105-17 0,133 29 0,-20-4 0,19 3 0,0 1 0,-54-3 0,66 8 0,-12 0 0,-1 0 0,-51 9 0,71-7 0,-1 1 0,0 0 0,1 0 0,-1 1 0,1 0 0,0 1 0,0 0 0,1 1 0,0-1 0,-1 2 0,-10 10 0,6-4 0,0 1 0,2 0 0,-1 0 0,2 1 0,0 1 0,1-1 0,1 2 0,-11 28 0,17-40 0,0 1 0,0-1 0,1 1 0,0-1 0,0 1 0,1 0 0,-1 0 0,1-1 0,1 1 0,-1 0 0,1 0 0,0-1 0,0 1 0,1 0 0,-1-1 0,1 1 0,0-1 0,1 0 0,-1 0 0,1 0 0,0 0 0,1 0 0,-1 0 0,1-1 0,0 0 0,0 0 0,0 0 0,1 0 0,-1 0 0,10 5 0,8 3 0,0 0 0,1-2 0,1 0 0,-1-1 0,32 6 0,125 16 0,-104-24 0,126-7 0,-84-2 0,-100 1 0,-1-1 0,1 0 0,0-1 0,-1-1 0,0 0 0,33-14 0,-42 15 0,0-1 0,1 0 0,-2 0 0,1-1 0,0 0 0,-1 0 0,0-1 0,0 0 0,-1 0 0,0 0 0,0-1 0,0 0 0,-1 0 0,0-1 0,7-12 0,-11 15 0,1 0 0,-1-1 0,0 1 0,-1-1 0,1 1 0,-1 0 0,0-1 0,-1 1 0,1 0 0,-1-1 0,0 1 0,0 0 0,-1-1 0,0 1 0,0 0 0,0 0 0,0 0 0,-1 1 0,1-1 0,-1 1 0,-1-1 0,1 1 0,-7-7 0,-6-6 0,-1 1 0,-1 1 0,0 0 0,-21-12 0,6 4-195,-1 2 0,-1 1 0,-1 2 0,-1 1 0,0 2 0,-44-12 0,59 23-6631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7:03.8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604 56 24575,'-9'-6'0,"0"1"0,0 1 0,0-1 0,0 1 0,-1 1 0,0 0 0,0 0 0,0 1 0,0 1 0,0-1 0,-14 1 0,-2 1 0,0 2 0,0 0 0,0 2 0,1 1 0,0 1 0,-1 1 0,-43 18 0,50-16 0,0 0 0,1 1 0,1 1 0,-1 0 0,2 1 0,-1 1 0,2 1 0,0 0 0,1 1 0,-18 23 0,29-33 0,0-1 0,0 1 0,1 0 0,-1 0 0,1 1 0,0-1 0,0 0 0,1 1 0,-1-1 0,1 1 0,1-1 0,-1 1 0,1 0 0,0-1 0,0 1 0,0 0 0,1-1 0,0 1 0,0-1 0,1 1 0,-1-1 0,1 1 0,0-1 0,4 6 0,-2-4 0,0 0 0,1-1 0,0 1 0,0-1 0,1 0 0,-1-1 0,1 1 0,1-1 0,-1 0 0,1-1 0,-1 0 0,1 0 0,1 0 0,-1-1 0,0 0 0,13 4 0,37 3 0,0-1 0,0-3 0,0-3 0,75-4 0,-45 0 0,-67-1 0,0 0 0,-1 0 0,0-2 0,1-1 0,-2 0 0,1-1 0,-1-1 0,1-1 0,-2 0 0,1-2 0,-2 0 0,1-1 0,-1 0 0,25-24 0,-35 29 0,-1-1 0,1 1 0,-1-1 0,0 0 0,-1-1 0,0 1 0,0-1 0,0 0 0,-1 0 0,0 0 0,3-15 0,-6 19 0,1-1 0,-1 0 0,0 0 0,0 0 0,0 1 0,-1-1 0,0 0 0,0 1 0,0-1 0,0 0 0,-1 1 0,1-1 0,-1 1 0,0 0 0,-1 0 0,1-1 0,-1 1 0,0 1 0,0-1 0,0 0 0,0 1 0,-1 0 0,-4-4 0,-19-12-114,-1 2 1,0 0-1,-1 2 0,-1 2 0,0 0 1,0 2-1,-2 1 0,1 2 0,-1 1 1,0 2-1,-60-4 0,70 9-6712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7:12.3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1 666 24575,'167'-13'0,"39"-1"0,-187 14 0,15 1 0,0-1 0,-1-2 0,1-2 0,32-7 0,-34 6 0,-1 1 0,0 1 0,60 2 0,-54 2 0,0-2 0,49-7 0,-34 2 0,99-1 0,-27 4 0,-29-10 0,-62 7 0,57-2 0,1154 9 0,-1215 0 0,1 2 0,29 7 0,-28-5 0,58 4 0,11-10 0,-35-1 0,0 3 0,102 15 0,-101-7 0,1-4 0,125-6 0,-69-1 0,-76 1 0,13 0 0,0 3 0,92 14 0,-84-7 0,0-4 0,0-2 0,72-6 0,-8 0 0,-100 4 0,1 1 0,49 10 0,-15-3 0,0-4 0,133-6 0,-72-1 0,86 16 0,8 0 0,-150-15 0,112-16 0,-89 8 0,-1 3 0,112 8 0,-56 1 0,358-3 0,-484-2 0,-1 0 0,31-7 0,31-4 0,-58 9 0,1-1 0,0-1 0,-1-2 0,0-1 0,25-12 0,-5 3 0,-20 8 0,-1-2 0,0-1 0,-1 0 0,0-2 0,-1-1 0,30-27 0,-50 39 0,0 0 0,-1 0 0,0 0 0,0-1 0,0 1 0,0-1 0,-1 0 0,0 0 0,0 0 0,0 0 0,0 0 0,-1-1 0,0 1 0,0 0 0,0-1 0,-1 1 0,0-1 0,0 1 0,0-1 0,-1 1 0,0 0 0,0-1 0,0 1 0,-1 0 0,1 0 0,-4-6 0,-2-8 0,-2 1 0,0 0 0,-1 1 0,0 0 0,-24-28 0,27 38 0,0-1 0,-1 1 0,0 0 0,0 1 0,-1 0 0,0 0 0,0 1 0,0 0 0,-1 0 0,0 1 0,1 1 0,-1 0 0,-1 0 0,-9-1 0,-15-1 0,1 1 0,-65 3 0,-855 2 0,922-3 0,-56-10 0,54 7 0,-44-3 0,6 7 0,5 1 0,-101-15 0,105 8 0,-99 1 0,98 6 0,-93-13 0,65 3 0,-1 5 0,-108 7 0,54 1 0,103-3 0,-27-1 0,1 3 0,-76 12 0,111-9 0,-53-1 0,58-3 0,0 0 0,-48 10 0,34-4 0,-58 4 0,-23 3 0,80-8 0,-54 1 0,55-6 0,-60 11 0,39-4 0,0-2 0,-129-7 0,72-1 0,-967 2 0,1050-2 0,-58-10 0,56 5 0,-56 0 0,12 8 0,42 1 0,0-2 0,0-2 0,-52-9 0,37 3 0,0 3 0,0 2 0,-74 5 0,-89-4 0,132-11 0,56 7 0,-61-2 0,50 8 0,1 1 0,-78 15 0,57-8 0,0-2 0,0-3 0,-77-6 0,14 0 0,75-2-1365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7:20.1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213 60 24575,'-2'45'0,"-10"58"0,5-57 0,0 52 0,8-20 0,20 135 0,-17-173 0,-1 1 0,-1-1 0,-3 1 0,-1-1 0,-15 75 0,6-55 0,-23 92 0,12-72 0,3 0 0,-12 130 0,20-128 0,4-42 0,-1 61 0,5-56 0,-7 47 0,4-48 0,-1 56 0,9 20 0,-4 130 0,-11-179 0,8-52 0,2 0 0,-3 30 0,7 348 0,0-377 0,1-1 0,8 37 0,-5-35 0,-1 0 0,1 27 0,-6 62 0,2 44 0,3-125 0,1-1 0,1 0 0,1 0 0,1-1 0,21 44 0,-24-60 0,1-1 0,1 0 0,0 0 0,0-1 0,1 0 0,0 0 0,1 0 0,0-1 0,0-1 0,0 0 0,1 0 0,0 0 0,1-2 0,-1 1 0,1-1 0,0-1 0,1 0 0,-1 0 0,19 3 0,17 0 0,-1-2 0,1-2 0,80-5 0,-42 0 0,-31 2 0,0-2 0,74-12 0,-62 6 0,-1 2 0,130 7 0,-71 2 0,-92-3 0,-17 1 0,-1 0 0,1-1 0,0 0 0,-1-2 0,1 1 0,-1-2 0,1 0 0,-1-1 0,0 0 0,15-8 0,-25 10 0,-1-1 0,0 0 0,0 1 0,-1-1 0,1-1 0,-1 1 0,1 0 0,-1-1 0,0 1 0,0-1 0,-1 1 0,1-1 0,-1 0 0,0 0 0,0 0 0,0 0 0,0 0 0,-1 0 0,1-5 0,0-14 0,-1 0 0,-4-30 0,1 14 0,1-20 0,3-254 0,7 263 0,1 0 0,17-52 0,12-65 0,-27 105 0,-6 34 0,0-1 0,0-37 0,-7 37 0,0 0 0,-8-33 0,4 32 0,-2-58 0,5 35 0,-12-62 0,5 44 0,-1 2 0,6 42 0,1 0 0,-1-35 0,-12-126 0,17 160 0,2 1 0,5-32 0,2-36 0,-10 26 0,-19-127 0,15 145 0,2 0 0,5-65 0,-3-62 0,-12 106 0,9 53 0,0-1 0,-1-28 0,-11-115 0,4 61 0,5 61 0,-1 0 0,-2 0 0,-2 1 0,-1 1 0,-3 0 0,-28-52 0,40 81-170,0 0-1,1 1 0,0-1 1,1-1-1,0 1 0,0 0 1,0-15-1,1-3-6655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07.4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1063 3 24575,'-1'1'0,"1"0"0,-1 0 0,1 0 0,-1 1 0,1-1 0,-1 0 0,0 0 0,1 0 0,-1 0 0,0 0 0,0 0 0,0-1 0,0 1 0,0 0 0,0 0 0,0-1 0,0 1 0,0 0 0,0-1 0,0 1 0,-1-1 0,1 1 0,0-1 0,0 0 0,0 0 0,-1 1 0,-1-1 0,-41 5 0,40-5 0,-29 0 0,0-1 0,-64-11 0,57 5 0,-54 0 0,16 5 0,-161 5 0,215 0 0,-1 1 0,0 1 0,1 1 0,0 1 0,0 2 0,-24 11 0,33-13 0,0 1 0,0 1 0,0 0 0,2 1 0,-1 0 0,1 1 0,1 1 0,0 0 0,-20 26 0,29-34 0,0 0 0,1 1 0,0-1 0,-1 1 0,1 0 0,1-1 0,-1 1 0,1 0 0,0 0 0,0 0 0,0 0 0,1 0 0,-1 0 0,1 0 0,1 1 0,-1-1 0,2 6 0,0-4 0,0 1 0,1-1 0,0 1 0,1-1 0,-1 0 0,2 0 0,-1 0 0,1-1 0,-1 0 0,8 7 0,3 2 0,0-2 0,1 1 0,1-2 0,0 0 0,0-1 0,1-1 0,33 13 0,-7-8 0,2-2 0,-1-2 0,2-2 0,64 4 0,197-9 0,-166-6 0,-93-2 0,1-1 0,84-21 0,-50 9 0,-77 15 0,0 0 0,0 0 0,-1 0 0,1-1 0,0 0 0,-1 0 0,0-1 0,0 1 0,0-1 0,0-1 0,-1 1 0,1-1 0,-1 0 0,0 0 0,-1-1 0,1 1 0,-1-1 0,0 0 0,-1 0 0,1-1 0,-1 1 0,-1-1 0,1 1 0,2-13 0,-3 9 0,0 1 0,0-1 0,-1 0 0,-1 0 0,0 0 0,0 1 0,-1-1 0,0 0 0,0 0 0,-1 1 0,-1-1 0,0 1 0,0-1 0,-1 1 0,0 0 0,0 1 0,-11-16 0,8 15 0,0 1 0,0 0 0,-1 1 0,-1 0 0,1 0 0,-1 1 0,0 0 0,-1 0 0,1 1 0,-1 0 0,-12-4 0,-2 1 0,0 1 0,0 1 0,-45-5 0,-333-13-1365,360 24-5461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11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655 56 24575,'-56'-22'0,"22"13"0,-1 1 0,1 1 0,-1 3 0,0 0 0,-41 2 0,54 3 0,0 1 0,0 0 0,1 2 0,-1 0 0,1 2 0,0 0 0,0 1 0,1 2 0,-30 15 0,42-18 0,0-1 0,0 2 0,1-1 0,0 1 0,0 0 0,0 1 0,1-1 0,0 1 0,1 0 0,0 1 0,0-1 0,1 1 0,0 0 0,0 1 0,1-1 0,0 0 0,-1 13 0,1-9 0,1 0 0,1 1 0,0-1 0,1 1 0,1-1 0,0 0 0,1 1 0,0-1 0,1 0 0,0 0 0,1 0 0,6 14 0,-3-13 0,0-1 0,1 1 0,0-1 0,0-1 0,2 1 0,0-2 0,0 1 0,1-1 0,0-1 0,1 0 0,0-1 0,0 0 0,1 0 0,0-2 0,1 1 0,0-2 0,0 0 0,23 6 0,10 1 0,1-3 0,0-2 0,0-2 0,1-2 0,0-3 0,0-1 0,63-9 0,-97 6 0,0 1 0,0-2 0,0 0 0,0-1 0,-1 0 0,0-1 0,0-1 0,0 0 0,-1-1 0,0-1 0,-1 0 0,0 0 0,0-1 0,-1-1 0,0 0 0,-1 0 0,9-14 0,-14 16 0,-1 0 0,0 0 0,0 0 0,-1-1 0,0 1 0,-1-1 0,0 0 0,0 1 0,-1-1 0,-1 0 0,0 0 0,-1-15 0,0 9 0,-1 0 0,-1 0 0,0 0 0,-1 0 0,-1 0 0,-12-27 0,11 32 0,-1 0 0,0 0 0,0 1 0,-1 0 0,0 0 0,-1 0 0,0 2 0,0-1 0,-1 1 0,0 0 0,-1 1 0,0 0 0,0 1 0,-21-9 0,5 5 0,-1 2 0,0 1 0,-1 1 0,0 1 0,-40-1 0,61 5-113,3 1 17,0 0 0,1 0-1,-1 0 1,0-1 0,1 0-1,-1 0 1,0 0 0,1-1-1,0 0 1,-1 0 0,1 0-1,-5-3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17.3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24379,'9210'0'0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23.9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71 595 24575,'-41'-14'0,"39"13"0,0 1 0,0-1 0,0 0 0,0 0 0,0 0 0,1 0 0,-1-1 0,0 1 0,1 0 0,-1-1 0,1 1 0,-1-1 0,1 1 0,0-1 0,0 0 0,0 0 0,-2-2 0,4 3 0,0-1 0,0 1 0,0 0 0,0 0 0,0 0 0,1 0 0,-1 0 0,0 0 0,0 0 0,1 0 0,-1 1 0,1-1 0,-1 0 0,0 1 0,1-1 0,-1 1 0,1-1 0,2 1 0,34-9 0,-37 9 0,44-6 0,-1 1 0,66 3 0,19-1 0,-40-9 0,-57 7 0,54-3 0,-10 5 0,77-13 0,-94 10 0,69 3 0,-77 4 0,0-3 0,67-11 0,-54 5 0,1 2 0,1 4 0,65 5 0,-6 0 0,112-13 0,-157 11 0,-63 1 0,0-2 0,0 1 0,-1-2 0,22-3 0,-18 1 0,1 2 0,0 0 0,-1 2 0,1 0 0,25 5 0,41 2 0,790-7 0,-428-2 0,-292 14 0,-103-6 0,54 0 0,-108-7 0,62-1 0,-1 3 0,77 12 0,-60-5 0,0-3 0,132-8 0,-70 0 0,-61 1 0,18 0 0,160 18 0,-190-9 0,95-3 0,-97-5 0,108 13 0,-43 0 838,68-13-7073,-78-2 4848,-64-3 6976,1-5-3796,-41 6-1859,1 1-1,0 0 1,0 1-1,0 1 1,1 0 0,-1 2-1,0 0 1,19 3-1,-17 0 67,1-2 0,-1-1 0,1 0 0,-1-1 0,39-6 0,-31 3 0,0 1 0,33 2 0,42 12 0,-50-5 0,57 1 0,448-9 0,-511-2 0,65-10 0,-28 1 0,-33 7 0,229-15 0,-166 18 0,106 5 0,-131 10 0,-55-8 0,57 4 0,-18-8 0,104-2 0,-155 0 0,-1-1 0,1-2 0,-1 0 0,0-1 0,-1-1 0,25-10 0,-34 10 0,1 0 0,-2-1 0,1 0 0,-1-1 0,0 0 0,-1-1 0,1 1 0,-2-1 0,1-1 0,-1 0 0,-1 0 0,0 0 0,0-1 0,-1 1 0,-1-1 0,1-1 0,-2 1 0,0 0 0,0-1 0,-1 0 0,0 0 0,-1 0 0,-1-20 0,1 18 0,-2 1 0,0 0 0,0-1 0,-1 1 0,-7-23 0,8 31 0,-2 0 0,1 0 0,0 0 0,-1 0 0,0 0 0,0 1 0,-1-1 0,1 1 0,-1 0 0,0 0 0,0 1 0,0-1 0,0 1 0,-1-1 0,1 1 0,-10-4 0,-3 0 42,0 1 0,-26-6-1,-8-3-1531,33 8-5336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30.6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160 1 24575,'-1'0'0,"1"0"0,-1 1 0,1-1 0,-1 1 0,1-1 0,-1 1 0,1-1 0,0 1 0,-1-1 0,1 1 0,0-1 0,-1 1 0,1 0 0,0-1 0,0 1 0,0-1 0,0 1 0,-1 0 0,1-1 0,0 1 0,0 0 0,0-1 0,0 1 0,0 0 0,0-1 0,1 1 0,-1 0 0,2 27 0,-2-20 0,18 119 0,-4-41 0,-2-28 0,0 17 0,-8-42 0,1 0 0,13 44 0,-10-45 0,-1 0 0,5 51 0,1 6 0,-8-65 0,-1-1 0,1 27 0,-4 295 0,-2-161 0,2-163 0,1-1 0,8 34 0,-5-32 0,-2 0 0,2 24 0,-4-8 0,-1-7 0,1-1 0,2 0 0,8 37 0,-5-38 0,2 50 0,5 24 0,-10-84 0,-1 0 0,0 0 0,-2 0 0,0 0 0,-1 0 0,-1 0 0,-1 0 0,-5 18 0,5-18 0,-7 73 0,9-68 0,-1-1 0,-1 1 0,-13 45 0,2-20 0,3 1 0,-7 71 0,12-76 0,2 0 0,1 53 0,4-64 0,-2 1 0,-1-1 0,-10 48 0,6-49 0,-3 57 0,-3 14 0,8-85 0,-8 50 0,-35 107 0,26-118 0,-4 9 0,3 0 0,-15 86 0,31-120 0,-3 15 0,3 1 0,-1 59 0,8-83 0,2 0 0,1-1 0,1 1 0,9 26 0,-6-21 0,9 58 0,-13-15 0,4 25 0,-7-81 0,0-1 0,-1 1 0,-1-1 0,-4 25 0,-1 21 0,3-20 0,-9 42 0,-1 3 0,-10 72 0,11-97 0,4 1 0,-1 76 0,13-71 0,4 0 0,24 100 0,-26-139 0,25 102 0,-16-77 0,-3 1 0,-2 1 0,6 108 0,-18-73 0,-18 109 0,18-170 0,1 0 0,1-1 0,1 1 0,1 0 0,9 36 0,-7-42 0,18 166 0,-16-139-682,-1 78-1,-5-106-6143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42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173 6914 24575,'-3'0'0,"1"0"0,-1 1 0,1 0 0,0-1 0,-1 1 0,1 0 0,0 0 0,-1 0 0,1 0 0,0 1 0,0-1 0,0 1 0,0-1 0,0 1 0,1 0 0,-1 0 0,0-1 0,1 1 0,-1 0 0,1 1 0,0-1 0,0 0 0,0 0 0,0 0 0,0 1 0,0-1 0,0 4 0,-4 11 0,0 0 0,-3 34 0,5-26 0,-55 255 0,37-186 0,14-49 0,3 1 0,1-1 0,4 67 0,0-56 0,-8 90 0,5-110 0,1 0 0,1 0 0,6 37 0,1 36 0,-7-76 0,-1 1 0,2-1 0,2 1 0,10 55 0,15 42 0,-23-103 0,2 50 0,-5-50 0,9 50 0,-3-31 0,-3-1 0,-2 1 0,-2 0 0,-4 48 0,0 12 0,3-83 0,1 1 0,1 0 0,10 42 0,-4-22 0,-3 1 0,-2-1 0,-1 1 0,-6 52 0,1 9 0,4-14 0,-3 104 0,-10-111 0,6-52 0,-2 58 0,9-19 0,19 119 0,-12-133 0,27 152 0,25 59 0,-34-140 0,-20-91 0,-2 0 0,-1 0 0,-5 72 0,0-30 0,0-51 0,-1 1 0,-8 33 0,0-4 0,-31 142 0,6-35 0,32-147 0,0-1 0,1 1 0,1 0 0,0 0 0,1 0 0,3 27 0,7 96 0,-4-28 0,-3-95 0,1 0 0,1 1 0,1-1 0,1-1 0,11 29 0,-14-44 0,0 1 0,1 0 0,-1-1 0,1 0 0,0 0 0,0 0 0,0 0 0,0-1 0,1 0 0,-1 0 0,1 0 0,0 0 0,0-1 0,0 1 0,0-1 0,1 0 0,-1-1 0,0 0 0,1 0 0,6 1 0,16 1 0,-1-2 0,54-3 0,-37 0 0,829 2 0,-849-2 0,-2 0 0,33-7 0,29-4 0,-72 13 0,-1-2 0,1 1 0,-1-1 0,0-1 0,0 0 0,0-1 0,-1 0 0,1 0 0,9-7 0,-15 8 0,0 0 0,-1 0 0,1-1 0,-1 0 0,0 1 0,0-1 0,0-1 0,0 1 0,-1-1 0,0 1 0,0-1 0,0 0 0,0 0 0,-1-1 0,0 1 0,0 0 0,-1-1 0,1 1 0,0-11 0,2-85 0,-5 74 0,2 0 0,1 0 0,7-40 0,-1 21 0,-3-1 0,-2 1 0,-2-1 0,-5-47 0,2-13 0,0 8 0,-16-119 0,12 163 0,3-63 0,4 70 0,-3 1 0,-10-61 0,4 39 0,2-1 0,6-132 0,3 77 0,-4 38 0,-1 8 0,4 0 0,15-103 0,-10 124 0,-2-1 0,-3-64 0,-2 62 0,12-106 0,-5 110 0,-3-2 0,-5-74 0,2-52 0,12 88 0,-7 56 0,2-55 0,-8 70 0,1 0 0,1 0 0,10-42 0,-7 41 0,-2 1 0,0-1 0,-2-39 0,-1 37 0,1 0 0,7-48 0,2 9 0,-3-1 0,-3 0 0,-6-83 0,-1 77 0,4 0 0,14-102 0,-7 108 0,-3 0 0,-5-79 0,7-91 0,-5 204 0,-1-1 0,-7-55 0,-1-12 0,7 54 0,1-7 0,-3 1 0,-13-82 0,8 82 0,2-1 0,5-108 0,2 69 0,-1 65 0,2 0 0,8-33 0,1-10 0,-3 1 0,0 12 0,0-79 0,-8-6 0,-4-140 0,-24 122 0,0-48 0,1 0 0,18 158 0,-22-76 0,-5-34 0,8 28 0,17 92 0,2-1 0,-6-77 0,13 98 0,-2 0 0,-6-26 0,5 26 0,0 0 0,-1-25 0,0-30 0,-17-80 0,11 88 0,-4-122 0,15 154 0,2 0 0,2 0 0,1 0 0,3 1 0,0 0 0,28-71 0,-19 58 0,-3 0 0,-1-1 0,10-98 0,-2 14 0,4-49 0,-17 116 0,-2 1 0,-8-122 0,0 63 0,2 112 0,1-31 0,-2 0 0,-2 0 0,-16-80 0,8 87 0,6 21 0,1 0 0,0 0 0,1-1 0,-1-23 0,1 4 0,-8-41 0,5 43 0,-1-55 0,7 28 0,1 13 0,-2 0 0,-14-86 0,9 92 0,2 0 0,2 1 0,4-53 0,-1 52 0,-1 1 0,-1-1 0,-10-50 0,3 38 0,-3-99 0,-2-25 0,6 124 0,2 0 0,3 0 0,6-81 0,19-1-1365,-21 109-5461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07.4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1063 3 24575,'-1'1'0,"1"0"0,-1 0 0,1 0 0,-1 1 0,1-1 0,-1 0 0,0 0 0,1 0 0,-1 0 0,0 0 0,0 0 0,0-1 0,0 1 0,0 0 0,0 0 0,0-1 0,0 1 0,0 0 0,0-1 0,0 1 0,-1-1 0,1 1 0,0-1 0,0 0 0,0 0 0,-1 1 0,-1-1 0,-41 5 0,40-5 0,-29 0 0,0-1 0,-64-11 0,57 5 0,-54 0 0,16 5 0,-161 5 0,215 0 0,-1 1 0,0 1 0,1 1 0,0 1 0,0 2 0,-24 11 0,33-13 0,0 1 0,0 1 0,0 0 0,2 1 0,-1 0 0,1 1 0,1 1 0,0 0 0,-20 26 0,29-34 0,0 0 0,1 1 0,0-1 0,-1 1 0,1 0 0,1-1 0,-1 1 0,1 0 0,0 0 0,0 0 0,0 0 0,1 0 0,-1 0 0,1 0 0,1 1 0,-1-1 0,2 6 0,0-4 0,0 1 0,1-1 0,0 1 0,1-1 0,-1 0 0,2 0 0,-1 0 0,1-1 0,-1 0 0,8 7 0,3 2 0,0-2 0,1 1 0,1-2 0,0 0 0,0-1 0,1-1 0,33 13 0,-7-8 0,2-2 0,-1-2 0,2-2 0,64 4 0,197-9 0,-166-6 0,-93-2 0,1-1 0,84-21 0,-50 9 0,-77 15 0,0 0 0,0 0 0,-1 0 0,1-1 0,0 0 0,-1 0 0,0-1 0,0 1 0,0-1 0,0-1 0,-1 1 0,1-1 0,-1 0 0,0 0 0,-1-1 0,1 1 0,-1-1 0,0 0 0,-1 0 0,1-1 0,-1 1 0,-1-1 0,1 1 0,2-13 0,-3 9 0,0 1 0,0-1 0,-1 0 0,-1 0 0,0 0 0,0 1 0,-1-1 0,0 0 0,0 0 0,-1 1 0,-1-1 0,0 1 0,0-1 0,-1 1 0,0 0 0,0 1 0,-11-16 0,8 15 0,0 1 0,0 0 0,-1 1 0,-1 0 0,1 0 0,-1 1 0,0 0 0,-1 0 0,1 1 0,-1 0 0,-12-4 0,-2 1 0,0 1 0,0 1 0,-45-5 0,-333-13-1365,360 24-5461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11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655 56 24575,'-56'-22'0,"22"13"0,-1 1 0,1 1 0,-1 3 0,0 0 0,-41 2 0,54 3 0,0 1 0,0 0 0,1 2 0,-1 0 0,1 2 0,0 0 0,0 1 0,1 2 0,-30 15 0,42-18 0,0-1 0,0 2 0,1-1 0,0 1 0,0 0 0,0 1 0,1-1 0,0 1 0,1 0 0,0 1 0,0-1 0,1 1 0,0 0 0,0 1 0,1-1 0,0 0 0,-1 13 0,1-9 0,1 0 0,1 1 0,0-1 0,1 1 0,1-1 0,0 0 0,1 1 0,0-1 0,1 0 0,0 0 0,1 0 0,6 14 0,-3-13 0,0-1 0,1 1 0,0-1 0,0-1 0,2 1 0,0-2 0,0 1 0,1-1 0,0-1 0,1 0 0,0-1 0,0 0 0,1 0 0,0-2 0,1 1 0,0-2 0,0 0 0,23 6 0,10 1 0,1-3 0,0-2 0,0-2 0,1-2 0,0-3 0,0-1 0,63-9 0,-97 6 0,0 1 0,0-2 0,0 0 0,0-1 0,-1 0 0,0-1 0,0-1 0,0 0 0,-1-1 0,0-1 0,-1 0 0,0 0 0,0-1 0,-1-1 0,0 0 0,-1 0 0,9-14 0,-14 16 0,-1 0 0,0 0 0,0 0 0,-1-1 0,0 1 0,-1-1 0,0 0 0,0 1 0,-1-1 0,-1 0 0,0 0 0,-1-15 0,0 9 0,-1 0 0,-1 0 0,0 0 0,-1 0 0,-1 0 0,-12-27 0,11 32 0,-1 0 0,0 0 0,0 1 0,-1 0 0,0 0 0,-1 0 0,0 2 0,0-1 0,-1 1 0,0 0 0,-1 1 0,0 0 0,0 1 0,-21-9 0,5 5 0,-1 2 0,0 1 0,-1 1 0,0 1 0,-40-1 0,61 5-113,3 1 17,0 0 0,1 0-1,-1 0 1,0-1 0,1 0-1,-1 0 1,0 0 0,1-1-1,0 0 1,-1 0 0,1 0-1,-5-3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17.3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24379,'9210'0'0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23.9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71 595 24575,'-41'-14'0,"39"13"0,0 1 0,0-1 0,0 0 0,0 0 0,0 0 0,1 0 0,-1-1 0,0 1 0,1 0 0,-1-1 0,1 1 0,-1-1 0,1 1 0,0-1 0,0 0 0,0 0 0,-2-2 0,4 3 0,0-1 0,0 1 0,0 0 0,0 0 0,0 0 0,1 0 0,-1 0 0,0 0 0,0 0 0,1 0 0,-1 1 0,1-1 0,-1 0 0,0 1 0,1-1 0,-1 1 0,1-1 0,2 1 0,34-9 0,-37 9 0,44-6 0,-1 1 0,66 3 0,19-1 0,-40-9 0,-57 7 0,54-3 0,-10 5 0,77-13 0,-94 10 0,69 3 0,-77 4 0,0-3 0,67-11 0,-54 5 0,1 2 0,1 4 0,65 5 0,-6 0 0,112-13 0,-157 11 0,-63 1 0,0-2 0,0 1 0,-1-2 0,22-3 0,-18 1 0,1 2 0,0 0 0,-1 2 0,1 0 0,25 5 0,41 2 0,790-7 0,-428-2 0,-292 14 0,-103-6 0,54 0 0,-108-7 0,62-1 0,-1 3 0,77 12 0,-60-5 0,0-3 0,132-8 0,-70 0 0,-61 1 0,18 0 0,160 18 0,-190-9 0,95-3 0,-97-5 0,108 13 0,-43 0 838,68-13-7073,-78-2 4848,-64-3 6976,1-5-3796,-41 6-1859,1 1-1,0 0 1,0 1-1,0 1 1,1 0 0,-1 2-1,0 0 1,19 3-1,-17 0 67,1-2 0,-1-1 0,1 0 0,-1-1 0,39-6 0,-31 3 0,0 1 0,33 2 0,42 12 0,-50-5 0,57 1 0,448-9 0,-511-2 0,65-10 0,-28 1 0,-33 7 0,229-15 0,-166 18 0,106 5 0,-131 10 0,-55-8 0,57 4 0,-18-8 0,104-2 0,-155 0 0,-1-1 0,1-2 0,-1 0 0,0-1 0,-1-1 0,25-10 0,-34 10 0,1 0 0,-2-1 0,1 0 0,-1-1 0,0 0 0,-1-1 0,1 1 0,-2-1 0,1-1 0,-1 0 0,-1 0 0,0 0 0,0-1 0,-1 1 0,-1-1 0,1-1 0,-2 1 0,0 0 0,0-1 0,-1 0 0,0 0 0,-1 0 0,-1-20 0,1 18 0,-2 1 0,0 0 0,0-1 0,-1 1 0,-7-23 0,8 31 0,-2 0 0,1 0 0,0 0 0,-1 0 0,0 0 0,0 1 0,-1-1 0,1 1 0,-1 0 0,0 0 0,0 1 0,0-1 0,0 1 0,-1-1 0,1 1 0,-10-4 0,-3 0 42,0 1 0,-26-6-1,-8-3-1531,33 8-5336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30.6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160 1 24575,'-1'0'0,"1"0"0,-1 1 0,1-1 0,-1 1 0,1-1 0,-1 1 0,1-1 0,0 1 0,-1-1 0,1 1 0,0-1 0,-1 1 0,1 0 0,0-1 0,0 1 0,0-1 0,0 1 0,-1 0 0,1-1 0,0 1 0,0 0 0,0-1 0,0 1 0,0 0 0,0-1 0,1 1 0,-1 0 0,2 27 0,-2-20 0,18 119 0,-4-41 0,-2-28 0,0 17 0,-8-42 0,1 0 0,13 44 0,-10-45 0,-1 0 0,5 51 0,1 6 0,-8-65 0,-1-1 0,1 27 0,-4 295 0,-2-161 0,2-163 0,1-1 0,8 34 0,-5-32 0,-2 0 0,2 24 0,-4-8 0,-1-7 0,1-1 0,2 0 0,8 37 0,-5-38 0,2 50 0,5 24 0,-10-84 0,-1 0 0,0 0 0,-2 0 0,0 0 0,-1 0 0,-1 0 0,-1 0 0,-5 18 0,5-18 0,-7 73 0,9-68 0,-1-1 0,-1 1 0,-13 45 0,2-20 0,3 1 0,-7 71 0,12-76 0,2 0 0,1 53 0,4-64 0,-2 1 0,-1-1 0,-10 48 0,6-49 0,-3 57 0,-3 14 0,8-85 0,-8 50 0,-35 107 0,26-118 0,-4 9 0,3 0 0,-15 86 0,31-120 0,-3 15 0,3 1 0,-1 59 0,8-83 0,2 0 0,1-1 0,1 1 0,9 26 0,-6-21 0,9 58 0,-13-15 0,4 25 0,-7-81 0,0-1 0,-1 1 0,-1-1 0,-4 25 0,-1 21 0,3-20 0,-9 42 0,-1 3 0,-10 72 0,11-97 0,4 1 0,-1 76 0,13-71 0,4 0 0,24 100 0,-26-139 0,25 102 0,-16-77 0,-3 1 0,-2 1 0,6 108 0,-18-73 0,-18 109 0,18-170 0,1 0 0,1-1 0,1 1 0,1 0 0,9 36 0,-7-42 0,18 166 0,-16-139-682,-1 78-1,-5-106-6143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9:48:42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173 6914 24575,'-3'0'0,"1"0"0,-1 1 0,1 0 0,0-1 0,-1 1 0,1 0 0,0 0 0,-1 0 0,1 0 0,0 1 0,0-1 0,0 1 0,0-1 0,0 1 0,1 0 0,-1 0 0,0-1 0,1 1 0,-1 0 0,1 1 0,0-1 0,0 0 0,0 0 0,0 0 0,0 1 0,0-1 0,0 4 0,-4 11 0,0 0 0,-3 34 0,5-26 0,-55 255 0,37-186 0,14-49 0,3 1 0,1-1 0,4 67 0,0-56 0,-8 90 0,5-110 0,1 0 0,1 0 0,6 37 0,1 36 0,-7-76 0,-1 1 0,2-1 0,2 1 0,10 55 0,15 42 0,-23-103 0,2 50 0,-5-50 0,9 50 0,-3-31 0,-3-1 0,-2 1 0,-2 0 0,-4 48 0,0 12 0,3-83 0,1 1 0,1 0 0,10 42 0,-4-22 0,-3 1 0,-2-1 0,-1 1 0,-6 52 0,1 9 0,4-14 0,-3 104 0,-10-111 0,6-52 0,-2 58 0,9-19 0,19 119 0,-12-133 0,27 152 0,25 59 0,-34-140 0,-20-91 0,-2 0 0,-1 0 0,-5 72 0,0-30 0,0-51 0,-1 1 0,-8 33 0,0-4 0,-31 142 0,6-35 0,32-147 0,0-1 0,1 1 0,1 0 0,0 0 0,1 0 0,3 27 0,7 96 0,-4-28 0,-3-95 0,1 0 0,1 1 0,1-1 0,1-1 0,11 29 0,-14-44 0,0 1 0,1 0 0,-1-1 0,1 0 0,0 0 0,0 0 0,0 0 0,0-1 0,1 0 0,-1 0 0,1 0 0,0 0 0,0-1 0,0 1 0,0-1 0,1 0 0,-1-1 0,0 0 0,1 0 0,6 1 0,16 1 0,-1-2 0,54-3 0,-37 0 0,829 2 0,-849-2 0,-2 0 0,33-7 0,29-4 0,-72 13 0,-1-2 0,1 1 0,-1-1 0,0-1 0,0 0 0,0-1 0,-1 0 0,1 0 0,9-7 0,-15 8 0,0 0 0,-1 0 0,1-1 0,-1 0 0,0 1 0,0-1 0,0-1 0,0 1 0,-1-1 0,0 1 0,0-1 0,0 0 0,0 0 0,-1-1 0,0 1 0,0 0 0,-1-1 0,1 1 0,0-11 0,2-85 0,-5 74 0,2 0 0,1 0 0,7-40 0,-1 21 0,-3-1 0,-2 1 0,-2-1 0,-5-47 0,2-13 0,0 8 0,-16-119 0,12 163 0,3-63 0,4 70 0,-3 1 0,-10-61 0,4 39 0,2-1 0,6-132 0,3 77 0,-4 38 0,-1 8 0,4 0 0,15-103 0,-10 124 0,-2-1 0,-3-64 0,-2 62 0,12-106 0,-5 110 0,-3-2 0,-5-74 0,2-52 0,12 88 0,-7 56 0,2-55 0,-8 70 0,1 0 0,1 0 0,10-42 0,-7 41 0,-2 1 0,0-1 0,-2-39 0,-1 37 0,1 0 0,7-48 0,2 9 0,-3-1 0,-3 0 0,-6-83 0,-1 77 0,4 0 0,14-102 0,-7 108 0,-3 0 0,-5-79 0,7-91 0,-5 204 0,-1-1 0,-7-55 0,-1-12 0,7 54 0,1-7 0,-3 1 0,-13-82 0,8 82 0,2-1 0,5-108 0,2 69 0,-1 65 0,2 0 0,8-33 0,1-10 0,-3 1 0,0 12 0,0-79 0,-8-6 0,-4-140 0,-24 122 0,0-48 0,1 0 0,18 158 0,-22-76 0,-5-34 0,8 28 0,17 92 0,2-1 0,-6-77 0,13 98 0,-2 0 0,-6-26 0,5 26 0,0 0 0,-1-25 0,0-30 0,-17-80 0,11 88 0,-4-122 0,15 154 0,2 0 0,2 0 0,1 0 0,3 1 0,0 0 0,28-71 0,-19 58 0,-3 0 0,-1-1 0,10-98 0,-2 14 0,4-49 0,-17 116 0,-2 1 0,-8-122 0,0 63 0,2 112 0,1-31 0,-2 0 0,-2 0 0,-16-80 0,8 87 0,6 21 0,1 0 0,0 0 0,1-1 0,-1-23 0,1 4 0,-8-41 0,5 43 0,-1-55 0,7 28 0,1 13 0,-2 0 0,-14-86 0,9 92 0,2 0 0,2 1 0,4-53 0,-1 52 0,-1 1 0,-1-1 0,-10-50 0,3 38 0,-3-99 0,-2-25 0,6 124 0,2 0 0,3 0 0,6-81 0,19-1-1365,-21 109-5461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7.3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1225 31 5985 0 0,'8'-10'-1036'0'0,"-9"9"1120"0"0,0-1 0 0 0,0 1 0 0 0,-1-1 0 0 0,1 1 0 0 0,0 0 0 0 0,-1 0 0 0 0,1-1 0 0 0,-1 1 0 0 0,1 0 0 0 0,-1 0 0 0 0,1 0 0 0 0,-1 0 0 0 0,0 1 0 0 0,1-1 0 0 0,-1 0 0 0 0,0 1 0 0 0,0-1 0 0 0,0 1 0 0 0,1 0 0 0 0,-1-1 0 0 0,0 1 0 0 0,-3 0 0 0 0,0 0-160 0 0,1-1 200 0 0,-25 7 38 0 0,-1 4-131 0 0,0 0 1 0 0,0 2-1 0 0,1 1 1 0 0,1 2 0 0 0,-40 26-1 0 0,-131 109 4 0 0,49-35 46 0 0,70-60 195 0 0,-112 56 1 0 0,151-89 112 0 0,0-2 0 0 0,-2-2 0 0 0,0-2 0 0 0,-87 21 0 0 0,128-37-359 0 0,-17 3 529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7.8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328 20 6237 0 0,'10'-13'-1000'0'0,"-5"6"865"0"0,-8 7 660 0 0,-79 63-3 0 0,3 2 0 0 0,-80 87 0 0 0,157-151-514 0 0,1 1 0 0 0,-1 0 0 0 0,0-1 0 0 0,1 1-1 0 0,-1 0 1 0 0,1 0 0 0 0,0 0 0 0 0,0 0 0 0 0,-1 1-1 0 0,1-1 1 0 0,1 0 0 0 0,-1 0 0 0 0,0 1 0 0 0,0-1-1 0 0,1 0 1 0 0,0 1 0 0 0,-1-1 0 0 0,1 1 0 0 0,0-1-1 0 0,0 4 1 0 0,1-3-1 0 0,0-1-1 0 0,0 0 0 0 0,0 1 1 0 0,1-1-1 0 0,-1 0 1 0 0,0 0-1 0 0,1 0 1 0 0,-1 0-1 0 0,1 0 0 0 0,0-1 1 0 0,0 1-1 0 0,0 0 1 0 0,-1-1-1 0 0,2 1 0 0 0,-1-1 1 0 0,3 2-1 0 0,11 5 16 0 0,1-2-1 0 0,-1 0 1 0 0,1-1-1 0 0,27 5 1 0 0,-28-6-11 0 0,210 41-2054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7.3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65 111 5837 0 0,'2'-3'-246'0'0,"-2"1"238"0"0,1 0 1 0 0,-1 1-1 0 0,0-1 1 0 0,1 1-1 0 0,-1-1 1 0 0,0 1-1 0 0,0-1 1 0 0,0 0-1 0 0,0 1 1 0 0,0-1-1 0 0,0 1 1 0 0,0-1-1 0 0,-1 0 1 0 0,1 1-1 0 0,-1-1 1 0 0,1 1 0 0 0,-2-3-1 0 0,-22-30 1338 0 0,17 27-866 0 0,4 6-318 0 0,1-1-1 0 0,0 0 1 0 0,0 0-1 0 0,0 0 1 0 0,0 0-1 0 0,0 0 1 0 0,0 0-1 0 0,1-1 1 0 0,-1 1-1 0 0,1 0 1 0 0,-1-1 0 0 0,1 1-1 0 0,-1-4 1 0 0,2 6-133 0 0,-6-3 17 0 0,6 4-30 0 0,0-1 1 0 0,0 0-1 0 0,0 0 0 0 0,0 0 1 0 0,0 0-1 0 0,0 0 1 0 0,0 0-1 0 0,0 0 0 0 0,0 0 1 0 0,0 0-1 0 0,0 0 0 0 0,0 0 1 0 0,0 0-1 0 0,0 0 0 0 0,0 0 1 0 0,0 1-1 0 0,0-1 0 0 0,0 0 1 0 0,0 0-1 0 0,0 0 0 0 0,0 0 1 0 0,0 0-1 0 0,-1 0 1 0 0,1 0-1 0 0,0 0 0 0 0,0 0 1 0 0,0 0-1 0 0,0 0 0 0 0,0 0 1 0 0,0 0-1 0 0,0 0 0 0 0,0 0 1 0 0,0 0-1 0 0,0 0 0 0 0,0 0 1 0 0,0 0-1 0 0,0 0 0 0 0,0 0 1 0 0,0 0-1 0 0,0 0 0 0 0,0 0 1 0 0,-1 0-1 0 0,2 1 0 0 0,67 78-13 0 0,2-4 1 0 0,4-3-1 0 0,110 83 1 0 0,-76-79 10 0 0,202 139 2 0 0,-273-187-10 0 0,-30-22 23 0 0,1 0 0 0 0,0 0 0 0 0,0 0 0 0 0,12 5 1 0 0,-11-6-353 0 0,1 0-752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8.3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24 4812 0 0,'0'0'-271'0'0,"0"-2"-26"0"0,-1 1 242 0 0,1 0 0 0 0,-1-1 0 0 0,0 1 0 0 0,1-1 0 0 0,-1 1 0 0 0,0 0 1 0 0,0 0-1 0 0,0-1 0 0 0,0 1 0 0 0,0 0 0 0 0,0 0 0 0 0,-1 0 1 0 0,1 0-1 0 0,0 0 0 0 0,0 0 0 0 0,-1 1 0 0 0,-2-2 0 0 0,-2 6 63 0 0,0 0-1 0 0,0 1 0 0 0,0 0 0 0 0,1 0 0 0 0,0 1 1 0 0,0-1-1 0 0,0 1 0 0 0,1 0 0 0 0,-1 1 1 0 0,2-1-1 0 0,-1 1 0 0 0,1-1 0 0 0,-5 14 0 0 0,3-4 45 0 0,1-1 0 0 0,1 0 0 0 0,0 1 0 0 0,1 0 0 0 0,0 28 0 0 0,5-36 2936 0 0,5-23-2723 0 0,-1-1 0 0 0,0 0 0 0 0,8-26 1 0 0,15-38 489 0 0,-28 78-752 0 0,-1 1 0 0 0,0 0 0 0 0,1 0 0 0 0,-1-1 0 0 0,1 1-1 0 0,-1 0 1 0 0,1 0 0 0 0,-1 0 0 0 0,1 0 0 0 0,0 1 0 0 0,-1-1 0 0 0,1 0-1 0 0,0 1 1 0 0,0-1 0 0 0,-1 1 0 0 0,1 0 0 0 0,0-1 0 0 0,0 1-1 0 0,2 0 1 0 0,42 1 1 0 0,-31-1-5 0 0,211 21 23 0 0,-138-5-1789 0 0,-39-14-1273 0 0,-32 0 1148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9.5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220 109 4776 0 0,'5'-5'-330'0'0,"-4"4"348"0"0,1-1-1 0 0,0 1 1 0 0,-1-1-1 0 0,0 0 1 0 0,1 1-1 0 0,-1-1 1 0 0,0 0-1 0 0,0 0 1 0 0,0 0-1 0 0,0 0 1 0 0,0 0-1 0 0,0 0 1 0 0,0 0-1 0 0,-1 0 1 0 0,1 0-1 0 0,-1-1 1 0 0,1 1-1 0 0,-1 0 1 0 0,0-3-1 0 0,-1 2 87 0 0,-1 1-58 0 0,0 0 0 0 0,-1 0 0 0 0,1 1 0 0 0,-1-1 0 0 0,0 1 0 0 0,0-1 1 0 0,1 1-1 0 0,-1 0 0 0 0,0 0 0 0 0,0 0 0 0 0,0 0 0 0 0,-4 0 0 0 0,-5 2-19 0 0,1 0 0 0 0,-1 0-1 0 0,1 1 1 0 0,0 1 0 0 0,0 0 0 0 0,0 1 0 0 0,0 0-1 0 0,1 0 1 0 0,-1 1 0 0 0,-16 10 0 0 0,23-12-27 0 0,-1 0 0 0 0,0 0 1 0 0,1 1-1 0 0,0-1 1 0 0,0 1-1 0 0,0 0 0 0 0,0 0 1 0 0,0 0-1 0 0,1 1 1 0 0,0-1-1 0 0,0 1 1 0 0,0 0-1 0 0,0 0 0 0 0,1 0 1 0 0,0 0-1 0 0,0 0 1 0 0,1 1-1 0 0,-1-1 0 0 0,1 1 1 0 0,0-1-1 0 0,0 1 1 0 0,1-1-1 0 0,0 1 0 0 0,0 6 1 0 0,1-5 3 0 0,1 0 0 0 0,0 0 0 0 0,0-1 1 0 0,0 1-1 0 0,1-1 0 0 0,0 1 0 0 0,1-1 1 0 0,-1 0-1 0 0,1 0 0 0 0,0 0 0 0 0,1-1 0 0 0,-1 0 1 0 0,1 1-1 0 0,0-2 0 0 0,0 1 0 0 0,1 0 0 0 0,-1-1 1 0 0,9 5-1 0 0,0-1 85 0 0,0 0 1 0 0,1-2-1 0 0,0 1 1 0 0,0-1-1 0 0,0-1 0 0 0,29 5 1 0 0,-37-10-17 0 0,1 1 0 0 0,-1-2 0 0 0,0 1-1 0 0,0-1 1 0 0,0 0 0 0 0,0-1 0 0 0,0 1 0 0 0,0-1 0 0 0,-1-1 0 0 0,1 1 0 0 0,-1-1 0 0 0,1 0-1 0 0,-1-1 1 0 0,0 0 0 0 0,0 0 0 0 0,0 0 0 0 0,-1 0 0 0 0,0-1 0 0 0,1 0 0 0 0,-2 0 0 0 0,1-1-1 0 0,-1 1 1 0 0,1-1 0 0 0,-1 0 0 0 0,4-9 0 0 0,-4 8 6 0 0,0-1 1 0 0,0 0-1 0 0,-1 0 1 0 0,0 0-1 0 0,-1 0 1 0 0,1 0-1 0 0,-2 0 1 0 0,1-1-1 0 0,0-12 0 0 0,-2 16-20 0 0,0 0 0 0 0,0 0-1 0 0,-1 0 1 0 0,1 1-1 0 0,-1-1 1 0 0,0 0-1 0 0,-1 0 1 0 0,1 0-1 0 0,-1 1 1 0 0,0-1 0 0 0,0 1-1 0 0,-1 0 1 0 0,1-1-1 0 0,-1 1 1 0 0,0 0-1 0 0,-4-5 1 0 0,-1 2-11 0 0,0-1 0 0 0,-1 2 1 0 0,1-1-1 0 0,-1 1 0 0 0,-1 1 1 0 0,1 0-1 0 0,-1 0 0 0 0,-14-5 0 0 0,-7 0 41 0 0,-46-7 0 0 0,17 3-55 0 0,56 14-91 0 0,-21-3-240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50.0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121 27 5593 0 0,'-38'18'364'0'0,"4"-3"62"0"0,-13 13-65 0 0,46-28-99 0 0,22-15-138 0 0,-20 15-103 0 0,0 0 1 0 0,0-1-1 0 0,0 1 1 0 0,0-1-1 0 0,0 0 1 0 0,0 1-1 0 0,0-1 1 0 0,0 0-1 0 0,0 0 1 0 0,0 1-1 0 0,-1-1 1 0 0,1 0-1 0 0,0 0 1 0 0,-1 0-1 0 0,1 0 1 0 0,-1 0-1 0 0,1 0 0 0 0,-1 0 1 0 0,1 0-1 0 0,-1 0 1 0 0,1 0-1 0 0,-1 0 1 0 0,0 0-1 0 0,0 0 1 0 0,0-1-1 0 0,0 1 1 0 0,0 0-1 0 0,0 0 1 0 0,0 0-1 0 0,0 0 1 0 0,0 0-1 0 0,0 0 1 0 0,0-1-1 0 0,-1 1 0 0 0,1 0 1 0 0,-1 0-1 0 0,1 0 1 0 0,0 0-1 0 0,-1 0 1 0 0,0 0-1 0 0,1 0 1 0 0,-1 0-1 0 0,0 0 1 0 0,1 1-1 0 0,-1-1 1 0 0,0 0-1 0 0,0 0 1 0 0,0 1-1 0 0,0-1 1 0 0,0 0-1 0 0,1 1 0 0 0,-1-1 1 0 0,0 1-1 0 0,-1-1 1 0 0,1 1-1 0 0,0-1 1 0 0,0 1-1 0 0,0 0 1 0 0,0 0-1 0 0,0-1 1 0 0,0 1-1 0 0,0 0 1 0 0,0 0-1 0 0,-1 0 1 0 0,1 0-1 0 0,0 0 1 0 0,0 1-1 0 0,-1-1 0 0 0,0-12-4027 0 0,9 1 1257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50.5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73 5913 0 0,'3'-41'-380'0'0,"-6"10"2856"0"0,3 36-2473 0 0,0 28 1 0 0,1-1 0 0 0,2 0-1 0 0,2 0 1 0 0,10 41 0 0 0,1 12 26 0 0,-13-47 169 0 0,-3-29-4019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51.2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142 44 6033 0 0,'-2'-22'-535'0'0,"-4"15"545"0"0,5 5-5 0 0,-3 2-4 0 0,0 0 1 0 0,0 1-1 0 0,0-1 0 0 0,0 1 0 0 0,0 0 0 0 0,0 0 0 0 0,1 0 1 0 0,-6 3-1 0 0,3-2 3 0 0,1 0 0 0 0,0 1 1 0 0,-1 0-1 0 0,1 0 0 0 0,0 0 1 0 0,0 0-1 0 0,1 1 0 0 0,-1 0 1 0 0,1 0-1 0 0,-1 0 0 0 0,1 0 1 0 0,1 1-1 0 0,-1-1 0 0 0,1 1 0 0 0,-1 0 1 0 0,1 0-1 0 0,1 1 0 0 0,-1-1 1 0 0,1 0-1 0 0,0 1 0 0 0,0 0 1 0 0,1-1-1 0 0,-1 1 0 0 0,1 0 1 0 0,0 0-1 0 0,1 0 0 0 0,0 0 0 0 0,0 0 1 0 0,0 0-1 0 0,0-1 0 0 0,1 1 1 0 0,0 0-1 0 0,1 0 0 0 0,-1 0 1 0 0,1-1-1 0 0,0 1 0 0 0,0-1 1 0 0,1 1-1 0 0,-1-1 0 0 0,1 0 0 0 0,0 0 1 0 0,1 0-1 0 0,-1 0 0 0 0,1-1 1 0 0,0 1-1 0 0,0-1 0 0 0,1 0 1 0 0,-1 0-1 0 0,1-1 0 0 0,0 1 1 0 0,10 4-1 0 0,-4-2 96 0 0,1 0 0 0 0,0-1 1 0 0,0-1-1 0 0,0 0 0 0 0,1-1 0 0 0,-1 0 0 0 0,1 0 1 0 0,0-2-1 0 0,0 0 0 0 0,24 0 0 0 0,-31-2-15 0 0,1 0 0 0 0,0 0 1 0 0,0-1-1 0 0,-1 0 0 0 0,1 0 0 0 0,-1 0 0 0 0,1-1 0 0 0,-1 0 0 0 0,0 0 0 0 0,0 0 0 0 0,0-1 0 0 0,0 0 1 0 0,-1 0-1 0 0,0-1 0 0 0,0 1 0 0 0,0-1 0 0 0,0 0 0 0 0,-1 0 0 0 0,0-1 0 0 0,0 0 0 0 0,0 1 0 0 0,4-10 0 0 0,-5 10 19 0 0,0-1-1 0 0,-1 0 0 0 0,0 0 1 0 0,1 0-1 0 0,-2 0 0 0 0,1 0 1 0 0,-1-1-1 0 0,0 1 0 0 0,0 0 1 0 0,-1-1-1 0 0,0 1 0 0 0,0 0 0 0 0,0-1 1 0 0,-3-10-1 0 0,1 11-57 0 0,0 1 1 0 0,0 0-1 0 0,0 0 1 0 0,-1 0-1 0 0,0 0 0 0 0,0 1 1 0 0,0-1-1 0 0,-1 1 0 0 0,1 0 1 0 0,-1 0-1 0 0,0 0 0 0 0,0 0 1 0 0,0 0-1 0 0,-1 1 1 0 0,0 0-1 0 0,1 0 0 0 0,-7-3 1 0 0,-2 0-44 0 0,0 0-1 0 0,0 1 1 0 0,0 1 0 0 0,-1 0 0 0 0,1 1 0 0 0,-1 0 0 0 0,-27-1-1 0 0,29 3-729 0 0,1 1-1 0 0,0 1 1 0 0,-1 0-1 0 0,1 0 1 0 0,-18 6-1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51.9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43 130 5901 0 0,'0'0'-358'0'0,"-26"-10"-351"0"0,10 4 4385 0 0,16 6-3663 0 0,0-1 0 0 0,0 1 0 0 0,0 0 0 0 0,-1 0 0 0 0,1 0 0 0 0,0-1 0 0 0,0 1 0 0 0,0 0 1 0 0,0 0-1 0 0,0 0 0 0 0,0-1 0 0 0,0 1 0 0 0,0 0 0 0 0,0 0 0 0 0,0 0 0 0 0,0-1 0 0 0,0 1 0 0 0,0 0 0 0 0,0 0 0 0 0,0 0 0 0 0,0-1 0 0 0,0 1 0 0 0,1 0 0 0 0,-1 0 0 0 0,0 0 0 0 0,0-1 0 0 0,0 1 0 0 0,0 0 0 0 0,0 0 0 0 0,0 0 0 0 0,1 0 1 0 0,-1-1-1 0 0,0 1 0 0 0,0 0 0 0 0,0 0 0 0 0,0 0 0 0 0,1 0 0 0 0,-1 0 0 0 0,0 0 0 0 0,0-1 0 0 0,0 1 0 0 0,0 0 0 0 0,1 0 0 0 0,-1 0 0 0 0,0 0 0 0 0,0 0 0 0 0,1 0 0 0 0,-1 0 0 0 0,0 0 0 0 0,0 0 0 0 0,0 0 0 0 0,1 0 0 0 0,-1 0 0 0 0,0 0 1 0 0,0 0-1 0 0,0 0 0 0 0,1 1 0 0 0,28-11 184 0 0,33-6-148 0 0,109-12 70 0 0,279-10-1 0 0,-444 38-114 0 0,111-3 108 0 0,-113 3-102 0 0,0-1-3 0 0,6 1-139 0 0,-7 0-5 0 0,1 0 0 0 0,-1 0 0 0 0,0 0 0 0 0,0 0 1 0 0,0 0-1 0 0,0-1 0 0 0,0 1 0 0 0,0-1 0 0 0,0 0 0 0 0,0 0 0 0 0,0 0 0 0 0,0 0 0 0 0,4-3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52.5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69 5444 0 0,'-27'3'-724'0'0,"18"-5"3124"0"0,8 1-2387 0 0,1 1-1 0 0,0-1 1 0 0,-1 1-1 0 0,1 0 1 0 0,0-1-1 0 0,0 1 1 0 0,0-1 0 0 0,-1 1-1 0 0,1-1 1 0 0,0 1-1 0 0,0-1 1 0 0,0 0-1 0 0,0 1 1 0 0,0-1 0 0 0,0 1-1 0 0,0-1 1 0 0,0 1-1 0 0,0-1 1 0 0,0 1 0 0 0,0-1-1 0 0,1 1 1 0 0,-1-1-1 0 0,0 1 1 0 0,0-1-1 0 0,0 1 1 0 0,1-1 0 0 0,-1 1-1 0 0,0-1 1 0 0,1 1-1 0 0,-1 0 1 0 0,0-1-1 0 0,1 1 1 0 0,-1-1 0 0 0,0 1-1 0 0,1 0 1 0 0,-1-1-1 0 0,1 1 1 0 0,-1 0-1 0 0,1 0 1 0 0,0-1 0 0 0,33-16 201 0 0,43-4-29 0 0,-48 16-155 0 0,-11 2-7 0 0,-1 1 1 0 0,33 0-1 0 0,-44 2-26 0 0,-1 0 1 0 0,0 1-1 0 0,1 0 0 0 0,-1 0 1 0 0,0 0-1 0 0,0 1 1 0 0,0 0-1 0 0,0 0 1 0 0,0 0-1 0 0,0 0 1 0 0,0 1-1 0 0,-1 0 1 0 0,0 0-1 0 0,5 4 1 0 0,-8-6 1 0 0,1 1 0 0 0,-1-1 0 0 0,0 0 1 0 0,0 1-1 0 0,0 0 0 0 0,0-1 1 0 0,0 1-1 0 0,0 0 0 0 0,0-1 0 0 0,-1 1 1 0 0,1 0-1 0 0,-1 0 0 0 0,1 0 0 0 0,-1-1 1 0 0,0 1-1 0 0,0 0 0 0 0,1 0 0 0 0,-1 0 1 0 0,0 0-1 0 0,-1 0 0 0 0,1 0 0 0 0,0 0 1 0 0,-1-1-1 0 0,1 1 0 0 0,-1 0 0 0 0,1 0 1 0 0,-1 0-1 0 0,0-1 0 0 0,0 1 0 0 0,-2 3 1 0 0,0 1 11 0 0,-1 0 0 0 0,0-1 1 0 0,-1 1-1 0 0,1-1 1 0 0,-1 0-1 0 0,-8 7 0 0 0,-20 13 158 0 0,-50 27-1 0 0,60-38-89 0 0,6 0 133 0 0,17-14-207 0 0,0 0-1 0 0,0 1 0 0 0,0-1 1 0 0,0 0-1 0 0,0 0 0 0 0,0 0 1 0 0,0 1-1 0 0,0-1 1 0 0,0 0-1 0 0,0 0 0 0 0,0 1 1 0 0,0-1-1 0 0,0 0 0 0 0,0 0 1 0 0,0 0-1 0 0,0 1 1 0 0,1-1-1 0 0,-1 0 0 0 0,0 0 1 0 0,0 0-1 0 0,0 1 0 0 0,0-1 1 0 0,0 0-1 0 0,1 0 1 0 0,-1 0-1 0 0,0 0 0 0 0,0 1 1 0 0,0-1-1 0 0,0 0 1 0 0,1 0-1 0 0,-1 0 0 0 0,0 0 1 0 0,0 0-1 0 0,1 0 0 0 0,-1 0 1 0 0,0 0-1 0 0,0 0 1 0 0,0 1-1 0 0,1-1 0 0 0,-1 0 1 0 0,36 1 161 0 0,-28-1-185 0 0,234-19 326 0 0,-81 3-589 0 0,-86 10-769 0 0,-27-1-2382 0 0,-30 2 640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54.1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1718 144 5853 0 0,'0'0'-460'0'0,"-28"-27"-952"0"0,10 17 1344 0 0,-1 1-1 0 0,0 0 1 0 0,-1 2 0 0 0,0 0-1 0 0,-23-4 1 0 0,-107-14 705 0 0,95 18-430 0 0,-71-9 626 0 0,-143 0 0 0 0,215 17-781 0 0,-1 3-1 0 0,1 2 1 0 0,0 2 0 0 0,1 3-1 0 0,0 2 1 0 0,0 2-1 0 0,-79 35 1 0 0,68-23-54 0 0,32-14-3 0 0,0 1 0 0 0,1 1 0 0 0,0 2 0 0 0,-39 28 0 0 0,65-41 4 0 0,-23 18-17 0 0,2 1-1 0 0,-28 29 1 0 0,47-43 13 0 0,0 0 0 0 0,0 1 0 0 0,0-1 0 0 0,1 1 0 0 0,1 0 1 0 0,0 1-1 0 0,0-1 0 0 0,1 1 0 0 0,0 0 0 0 0,-3 17 0 0 0,4-7 7 0 0,1 0-1 0 0,1 0 1 0 0,1 0-1 0 0,1 0 1 0 0,0-1-1 0 0,2 1 1 0 0,0 0-1 0 0,2-1 1 0 0,0 0-1 0 0,1 0 1 0 0,1 0-1 0 0,16 32 1 0 0,-3-9 11 0 0,1 0 0 0 0,2-1 1 0 0,2-1-1 0 0,2-2 1 0 0,1-1-1 0 0,2 0 1 0 0,69 64-1 0 0,-54-66 29 0 0,1-2 1 0 0,2-2-1 0 0,1-3 0 0 0,2-1 1 0 0,0-2-1 0 0,2-3 1 0 0,1-2-1 0 0,93 23 0 0 0,-114-36-10 0 0,232 53 306 0 0,45-16 133 0 0,-250-40-287 0 0,1-3-1 0 0,0-3 1 0 0,70-10 0 0 0,-89 5-12 0 0,0-2 1 0 0,-1-1-1 0 0,0-3 1 0 0,-1-1-1 0 0,45-22 1 0 0,-66 26-73 0 0,-1 0 1 0 0,0-2-1 0 0,-1-1 1 0 0,0 0 0 0 0,-1-1-1 0 0,-1 0 1 0 0,0-1 0 0 0,0-1-1 0 0,-2-1 1 0 0,0 0-1 0 0,0 0 1 0 0,15-30 0 0 0,-13 18 7 0 0,-2-1 0 0 0,-1 0 0 0 0,-1 0 0 0 0,-1-1 0 0 0,-2-1 0 0 0,-1 1 1 0 0,-2-1-1 0 0,-1 0 0 0 0,-1-1 0 0 0,-2-54 0 0 0,-4 68 19 0 0,0-1 0 0 0,-1 1-1 0 0,-1 0 1 0 0,-1 0 0 0 0,-1 1 0 0 0,0-1-1 0 0,-1 1 1 0 0,-12-19 0 0 0,4 13 51 0 0,-1 0 0 0 0,-1 1 0 0 0,0 0 0 0 0,-40-34 0 0 0,10 18-247 0 0,-2 1 1 0 0,-2 3-1 0 0,-1 2 0 0 0,-72-31 0 0 0,9 14-2744 0 0,35 29-3106 0 0,53 17 2847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9.5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299 48 4872 0 0,'2'-13'-758'0'0,"-4"10"769"0"0,1 0 34 0 0,-1 0 0 0 0,1 0 0 0 0,-1 1 0 0 0,0-1 1 0 0,0 1-1 0 0,0-1 0 0 0,0 1 0 0 0,0 0 0 0 0,0 0 0 0 0,-4-3 0 0 0,5 5 28 0 0,-53-1 287 0 0,43 3-350 0 0,-1 2 0 0 0,1-1-1 0 0,-1 2 1 0 0,1-1 0 0 0,1 1-1 0 0,-1 1 1 0 0,1 0-1 0 0,-1 1 1 0 0,2 0 0 0 0,-1 0-1 0 0,1 1 1 0 0,0 0-1 0 0,1 1 1 0 0,0-1 0 0 0,0 2-1 0 0,1-1 1 0 0,0 1 0 0 0,-9 17-1 0 0,12-20-13 0 0,0 0 1 0 0,0 1-1 0 0,1-1 0 0 0,0 1 1 0 0,0 0-1 0 0,1 0 0 0 0,0 0 1 0 0,0 0-1 0 0,1 0 0 0 0,0 0 1 0 0,0 1-1 0 0,1-1 0 0 0,1 12 0 0 0,0-15 17 0 0,0 1-1 0 0,0-1 0 0 0,1 0 0 0 0,-1 0 0 0 0,1 1 0 0 0,1-1 1 0 0,-1 0-1 0 0,1-1 0 0 0,-1 1 0 0 0,1 0 0 0 0,1-1 0 0 0,-1 0 1 0 0,1 1-1 0 0,-1-1 0 0 0,1-1 0 0 0,0 1 0 0 0,1-1 0 0 0,-1 1 1 0 0,1-1-1 0 0,-1 0 0 0 0,8 3 0 0 0,4 2 91 0 0,0-1-1 0 0,0-1 0 0 0,1-1 1 0 0,0 0-1 0 0,0-1 0 0 0,0 0 1 0 0,0-2-1 0 0,0 0 0 0 0,22-1 1 0 0,-27-1-40 0 0,-1-1 0 0 0,0-1-1 0 0,0 0 1 0 0,0 0 0 0 0,0-1 0 0 0,0-1 0 0 0,-1 1 0 0 0,1-2 0 0 0,-1 0 0 0 0,0 0 0 0 0,0-1 0 0 0,-1 0 0 0 0,0 0 0 0 0,0-1-1 0 0,11-11 1 0 0,-9 7 60 0 0,0 0-1 0 0,-1-1 1 0 0,-1 0 0 0 0,0-1-1 0 0,-1 1 1 0 0,0-2-1 0 0,-1 1 1 0 0,8-21-1 0 0,-13 30-81 0 0,-1 0-1 0 0,0-1 0 0 0,0 1 0 0 0,0 0 1 0 0,-1 0-1 0 0,1-1 0 0 0,-1 1 0 0 0,0 0 1 0 0,0-1-1 0 0,0 1 0 0 0,-1 0 0 0 0,0 0 1 0 0,1-1-1 0 0,-1 1 0 0 0,-1 0 0 0 0,1 0 1 0 0,-1 0-1 0 0,0 0 0 0 0,1 0 0 0 0,-2 0 0 0 0,1 1 1 0 0,0-1-1 0 0,-1 1 0 0 0,0-1 0 0 0,0 1 1 0 0,0 0-1 0 0,0 0 0 0 0,0 0 0 0 0,0 0 1 0 0,-1 1-1 0 0,0 0 0 0 0,1-1 0 0 0,-1 1 1 0 0,-6-2-1 0 0,-10-4 16 0 0,0 0-1 0 0,-1 2 1 0 0,-1 0-1 0 0,1 2 1 0 0,-1 0 0 0 0,-35-1-1 0 0,-13-3-65 0 0,67 8-52 0 0,-12-3 93 0 0,5 2-1233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0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77 0 5961 0 0,'0'0'-322'0'0,"-6"3"297"0"0,-3 1 31 0 0,1 0 0 0 0,1 1 0 0 0,-1 0 0 0 0,1 0 0 0 0,0 1 0 0 0,-8 8 1 0 0,14-14 7 0 0,-8 8-2036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0.6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98 4684 0 0,'3'-49'-228'0'0,"-3"7"2129"0"0,0 40-1422 0 0,-1 1-302 0 0,1 1-166 0 0,0 0 1 0 0,0 0-1 0 0,0 0 0 0 0,0 0 0 0 0,0 0 0 0 0,0 0 0 0 0,-1 0 1 0 0,1 0-1 0 0,0 0 0 0 0,0 0 0 0 0,0 0 0 0 0,0 0 0 0 0,0 0 1 0 0,0 0-1 0 0,0 0 0 0 0,-1 0 0 0 0,1 0 0 0 0,0 0 0 0 0,0 0 1 0 0,0 0-1 0 0,0 0 0 0 0,0 0 0 0 0,0 0 0 0 0,0-1 0 0 0,-1 1 1 0 0,1 0-1 0 0,0 0 0 0 0,0 0 0 0 0,0 0 0 0 0,0 0 0 0 0,0 0 1 0 0,0 0-1 0 0,0 0 0 0 0,0 0 0 0 0,0 0 0 0 0,0-1 0 0 0,0 1 1 0 0,0 0-1 0 0,0 0 0 0 0,-1 0 0 0 0,1 0 0 0 0,0 0 0 0 0,0 0 1 0 0,0 0-1 0 0,0-1 0 0 0,0 1 0 0 0,0 0 0 0 0,0 0 0 0 0,0 0 1 0 0,0 0-1 0 0,0 0 0 0 0,0 0 0 0 0,0-1 0 0 0,1 1 0 0 0,-4 21 3 0 0,1 0 0 0 0,2 0 0 0 0,0-1 0 0 0,1 1-1 0 0,1 0 1 0 0,6 25 0 0 0,-1 7 5 0 0,-2 72 161 0 0,-5-124-155 0 0,2 8 73 0 0,16-39-6288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1.3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93 5452 0 0,'0'0'-262'0'0,"5"-8"-22"0"0,-5 8 298 0 0,0 0-1 0 0,0 0 1 0 0,0 0-1 0 0,0 0 1 0 0,0 0-1 0 0,0 0 1 0 0,0 0-1 0 0,-1 0 1 0 0,1 0-1 0 0,0 0 1 0 0,0-1-1 0 0,0 1 1 0 0,0 0-1 0 0,0 0 1 0 0,0 0-1 0 0,0 0 1 0 0,-1 0-1 0 0,1 0 1 0 0,0 0-1 0 0,0 0 1 0 0,0 0-1 0 0,0 0 1 0 0,0 0-1 0 0,0-1 1 0 0,0 1-1 0 0,0 0 1 0 0,0 0-1 0 0,0 0 1 0 0,0 0-1 0 0,0 0 1 0 0,0 0-1 0 0,0 0 1 0 0,0-1-1 0 0,0 1 1 0 0,0 0-1 0 0,0 0 1 0 0,0 0-1 0 0,0 0 1 0 0,0 0-1 0 0,0 0 1 0 0,0 0-1 0 0,0-1 1 0 0,0 1-1 0 0,0 0 1 0 0,0 0-1 0 0,0 0 1 0 0,0 0-1 0 0,0 0 1 0 0,0 0-1 0 0,0 0 1 0 0,0-1-1 0 0,0 1 1 0 0,-7 4-4 0 0,0 1 0 0 0,0 0 0 0 0,0 0 1 0 0,0 0-1 0 0,1 1 0 0 0,0 0 0 0 0,0 0 0 0 0,0 0 0 0 0,1 1 1 0 0,0 0-1 0 0,-6 11 0 0 0,6-9-12 0 0,1 1-1 0 0,1-1 1 0 0,0 1 0 0 0,0-1-1 0 0,1 1 1 0 0,0 0 0 0 0,0 0-1 0 0,1 0 1 0 0,1 0 0 0 0,0 16-1 0 0,1-21 10 0 0,-1-1-1 0 0,1 1 1 0 0,0-1-1 0 0,0 0 0 0 0,1 1 1 0 0,-1-1-1 0 0,1 0 0 0 0,0 0 1 0 0,0 0-1 0 0,0 0 1 0 0,1 0-1 0 0,-1-1 0 0 0,1 1 1 0 0,0-1-1 0 0,0 1 0 0 0,0-1 1 0 0,0 0-1 0 0,1 0 1 0 0,-1-1-1 0 0,1 1 0 0 0,0-1 1 0 0,0 1-1 0 0,0-1 0 0 0,0-1 1 0 0,0 1-1 0 0,7 2 1 0 0,-5-2 44 0 0,1-1 1 0 0,0 1-1 0 0,0-1 1 0 0,-1 0-1 0 0,1-1 1 0 0,0 0-1 0 0,0 0 1 0 0,0 0-1 0 0,0-1 1 0 0,0 0 0 0 0,0 0-1 0 0,-1 0 1 0 0,1-1-1 0 0,7-3 1 0 0,-3 0 45 0 0,-1-1 0 0 0,0 0 1 0 0,-1 0-1 0 0,1-1 1 0 0,-1 0-1 0 0,-1-1 0 0 0,15-15 1 0 0,-16 16 19 0 0,-1 0 0 0 0,0-1 0 0 0,-1 0 0 0 0,0 0 0 0 0,0 0 0 0 0,0 0 0 0 0,-1-1 1 0 0,0 0-1 0 0,-1 0 0 0 0,0 0 0 0 0,0 0 0 0 0,1-16 0 0 0,-3 20-50 0 0,-1 0-1 0 0,0 0 1 0 0,0 0-1 0 0,-1 0 1 0 0,0-1-1 0 0,1 1 1 0 0,-2 0-1 0 0,1 0 1 0 0,-1 0-1 0 0,1 0 1 0 0,-1 1-1 0 0,-1-1 1 0 0,1 0 0 0 0,-1 1-1 0 0,1 0 1 0 0,-1-1-1 0 0,-1 1 1 0 0,1 0-1 0 0,-1 0 1 0 0,1 1-1 0 0,-1-1 1 0 0,0 1-1 0 0,0 0 1 0 0,-8-5-1 0 0,-4 0 17 0 0,0-1 0 0 0,0 2 0 0 0,-1 0 0 0 0,0 1-1 0 0,-32-7 1 0 0,-38 0-3027 0 0,82 12 1478 0 0,-20 4-3393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3.0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96 5685 0 0,'0'0'-423'0'0,"-9"1"-1093"0"0,6 0 1755 0 0,8 0 1236 0 0,174 0-1417 0 0,186-23 0 0 0,-108 4-62 0 0,251-14 342 0 0,-419 23 882 0 0,-86 9-1108 0 0,12-2 299 0 0,9 0-739 0 0,-17-12-5141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45.6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46 4836 0 0,'0'0'2737'0'0,"7"0"-2732"0"0,164-38-47 0 0,-81 30-46 0 0,-86 8 79 0 0,37 14-123 0 0,-40-13 129 0 0,1 1 1 0 0,-1-1 0 0 0,0 0-1 0 0,0 0 1 0 0,0 1 0 0 0,-1-1-1 0 0,1 0 1 0 0,0 1 0 0 0,0-1-1 0 0,-1 1 1 0 0,1-1 0 0 0,-1 1-1 0 0,1 0 1 0 0,-1-1 0 0 0,0 1-1 0 0,1-1 1 0 0,-1 1 0 0 0,0 0 0 0 0,0-1-1 0 0,0 1 1 0 0,-1 2 0 0 0,0 1 3 0 0,0-1 1 0 0,0 0-1 0 0,-1 1 1 0 0,1-1 0 0 0,-1 0-1 0 0,0 0 1 0 0,-5 7-1 0 0,-1 0 19 0 0,0-1-1 0 0,-1 0 0 0 0,0 0 0 0 0,-19 16 1 0 0,-162 104 342 0 0,190-130-357 0 0,-1 0 0 0 0,1 0 0 0 0,0 0 0 0 0,-1 0 0 0 0,1 0 0 0 0,0 0 0 0 0,-1 0 0 0 0,1 0 0 0 0,0 0 0 0 0,0 1 0 0 0,-1-1 0 0 0,1 0 1 0 0,0 0-1 0 0,-1 0 0 0 0,1 0 0 0 0,0 0 0 0 0,-1 1 0 0 0,1-1 0 0 0,0 0 0 0 0,0 0 0 0 0,-1 0 0 0 0,1 1 0 0 0,0-1 0 0 0,0 0 0 0 0,0 0 0 0 0,-1 1 0 0 0,1-1 0 0 0,0 0 0 0 0,0 1 0 0 0,0-1 0 0 0,0 0 0 0 0,0 0 0 0 0,0 1 0 0 0,0-1 0 0 0,-1 0 0 0 0,1 1 0 0 0,0-1 0 0 0,0 0 0 0 0,0 1 0 0 0,0-1 0 0 0,0 0 0 0 0,0 1 0 0 0,0-1 0 0 0,1 0 0 0 0,-1 1 0 0 0,0-1 0 0 0,0 0 0 0 0,0 1 0 0 0,0-1 0 0 0,0 0 0 0 0,23 3 79 0 0,40-10-44 0 0,-60 6-23 0 0,247-30 395 0 0,-92 11-4641 0 0,-140 17 1778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56.0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1653 255 6401 0 0,'-6'-5'-186'0'0,"0"0"0"0"0,0 1 0 0 0,0 0 1 0 0,0 0-1 0 0,-1 0 0 0 0,1 1 1 0 0,-1 0-1 0 0,0 0 0 0 0,0 0 1 0 0,0 1-1 0 0,0 0 0 0 0,-12-1 0 0 0,-15-2-80 0 0,-46-1-1 0 0,67 6 186 0 0,-142-6 533 0 0,-211 19 0 0 0,297-5-378 0 0,2 4 1 0 0,-121 36 0 0 0,145-34-43 0 0,0 3 1 0 0,1 1 0 0 0,1 3 0 0 0,1 1 0 0 0,-44 32-1 0 0,58-34-34 0 0,0 2 0 0 0,2 0 0 0 0,1 2 0 0 0,1 0 0 0 0,0 2 0 0 0,2 0 0 0 0,1 1 0 0 0,-19 37 0 0 0,27-42 1 0 0,0 1 0 0 0,2-1 0 0 0,0 2 0 0 0,1-1 0 0 0,2 1-1 0 0,1 1 1 0 0,0-1 0 0 0,2 1 0 0 0,1 0 0 0 0,0-1 0 0 0,4 41-1 0 0,3-38 9 0 0,0 0 0 0 0,2 0 0 0 0,1 0 0 0 0,1-1 0 0 0,1 0 0 0 0,2-1 0 0 0,0 0 0 0 0,2-1-1 0 0,0-1 1 0 0,26 32 0 0 0,5-1 6 0 0,2-2 1 0 0,105 88-1 0 0,-122-116 12 0 0,0-1 1 0 0,2-2 0 0 0,0-1-1 0 0,2-1 1 0 0,0-2-1 0 0,71 24 1 0 0,-55-26 73 0 0,0-3-1 0 0,1-2 1 0 0,1-2 0 0 0,81 1-1 0 0,-36-6 146 0 0,-1-5 0 0 0,1-3 0 0 0,-1-5 0 0 0,0-5 0 0 0,167-46 0 0 0,-220 44 50 0 0,0-2-1 0 0,-1-1 1 0 0,-2-3 0 0 0,0-1 0 0 0,-1-2 0 0 0,-2-1-1 0 0,0-2 1 0 0,-2-2 0 0 0,59-68 0 0 0,-72 72-118 0 0,-2-1 1 0 0,-1-2-1 0 0,-2 1 1 0 0,0-2-1 0 0,-2-1 1 0 0,-2 0-1 0 0,-1 0 1 0 0,-1-1-1 0 0,-2-1 1 0 0,-1 0 0 0 0,-1 0-1 0 0,-3 0 1 0 0,2-52-1 0 0,-7 56-70 0 0,-2-1 0 0 0,-1 0 0 0 0,-1 1 0 0 0,-1-1 0 0 0,-2 1 0 0 0,-1 1 0 0 0,-2 0-1 0 0,0 0 1 0 0,-2 1 0 0 0,-1 1 0 0 0,-2 0 0 0 0,0 1 0 0 0,-2 0 0 0 0,-25-28 0 0 0,14 22-38 0 0,-2 0-1 0 0,-1 3 1 0 0,-1 0 0 0 0,-2 2-1 0 0,-1 2 1 0 0,0 1 0 0 0,-2 2-1 0 0,-1 1 1 0 0,-61-22 0 0 0,-6 8-86 0 0,-1 4 0 0 0,-2 6 1 0 0,-122-13-1 0 0,197 35-853 0 0,1 1 1 0 0,-53 4-1 0 0,-14 7-4930 0 0,85-8 4402 0 0,-9 2-1453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1.8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588 44 3292 0 0,'8'-17'26'0'0,"-7"16"57"0"0,4-16 367 0 0,-5 8 1385 0 0,-58 107-1706 0 0,31-49-116 0 0,-34 47 0 0 0,49-81 3 0 0,0 0-1 0 0,-1-1 0 0 0,0 0 0 0 0,-1-1 0 0 0,0-1 0 0 0,-1 0 0 0 0,-18 10 1 0 0,19-14 62 0 0,-1-1 1 0 0,0-1 0 0 0,0 0-1 0 0,0-1 1 0 0,-1-1 0 0 0,0-1-1 0 0,0 0 1 0 0,0-1 0 0 0,0 0-1 0 0,0-1 1 0 0,0-1 0 0 0,-1-1-1 0 0,1 0 1 0 0,-21-5 0 0 0,34 6-64 0 0,0 0 1 0 0,-1-1-1 0 0,1 1 1 0 0,0-1-1 0 0,0 0 1 0 0,-1 0-1 0 0,1 0 1 0 0,0-1-1 0 0,0 1 1 0 0,0-1-1 0 0,0 1 1 0 0,1-1-1 0 0,-1 0 1 0 0,0 0-1 0 0,1-1 1 0 0,-1 1-1 0 0,1 0 1 0 0,0-1-1 0 0,0 1 1 0 0,0-1-1 0 0,0 0 1 0 0,0 0-1 0 0,0 0 1 0 0,1 1-1 0 0,-1-2 1 0 0,1 1-1 0 0,0 0 1 0 0,0 0-1 0 0,0 0 1 0 0,1-1-1 0 0,-1-3 1 0 0,0-1-7 0 0,2 0 0 0 0,-1 1 1 0 0,1-1-1 0 0,0 0 0 0 0,1 1 1 0 0,-1 0-1 0 0,2-1 0 0 0,-1 1 1 0 0,1 0-1 0 0,0 0 0 0 0,0 0 1 0 0,1 0-1 0 0,0 1 0 0 0,7-9 1 0 0,-9 11-17 0 0,1 1 0 0 0,0 0 0 0 0,0 0 0 0 0,0 0 1 0 0,0 1-1 0 0,1-1 0 0 0,-1 0 0 0 0,1 1 0 0 0,-1 0 0 0 0,1 0 1 0 0,0 0-1 0 0,0 1 0 0 0,0-1 0 0 0,0 1 0 0 0,0 0 0 0 0,0 0 1 0 0,0 0-1 0 0,0 1 0 0 0,1-1 0 0 0,-1 1 0 0 0,0 0 0 0 0,0 0 1 0 0,1 1-1 0 0,-1-1 0 0 0,0 1 0 0 0,5 1 0 0 0,12 4-13 0 0,-1 1 0 0 0,0 1 0 0 0,0 0 0 0 0,20 14 0 0 0,5 0 23 0 0,-5-2-13 0 0,0 1-1 0 0,-2 2 0 0 0,40 31 1 0 0,102 97-8 0 0,-180-150-151 0 0,17 14 608 0 0,-19-40-6290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2.4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13 4248 0 0,'0'0'-175'0'0,"-13"-5"591"0"0,7 2 136 0 0,9 1-10 0 0,47-1-503 0 0,0 4-1 0 0,1 1 0 0 0,96 18 1 0 0,-96-17 138 0 0,-30-3-708 0 0,-9-8-2134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2.8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1 3512 0 0,'-35'21'1148'0'0,"232"-24"-546"0"0,-140 1-399 0 0,-53 1-265 0 0,9-3-2461 0 0,-3-2 1499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3.9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270 70 3820 0 0,'2'-3'-52'0'0,"13"-23"263"0"0,-15 25-183 0 0,1-1 0 0 0,-1 1 0 0 0,0 0 0 0 0,0 0-1 0 0,0 0 1 0 0,0 0 0 0 0,0 0 0 0 0,0 0-1 0 0,-1 0 1 0 0,1 0 0 0 0,0 0 0 0 0,0 0 0 0 0,-1 0-1 0 0,1 0 1 0 0,-1 0 0 0 0,1 0 0 0 0,-1 0 0 0 0,1 0-1 0 0,-1 0 1 0 0,0 0 0 0 0,1 1 0 0 0,-1-1-1 0 0,0 0 1 0 0,0 0 0 0 0,-1 0 0 0 0,1-1 45 0 0,-43-11 415 0 0,33 13-462 0 0,-1 1-1 0 0,1 0 1 0 0,-1 1-1 0 0,1 0 1 0 0,0 1 0 0 0,0 0-1 0 0,0 0 1 0 0,0 1-1 0 0,1 1 1 0 0,-1 0 0 0 0,1 0-1 0 0,0 1 1 0 0,1 1-1 0 0,-1-1 1 0 0,1 1-1 0 0,1 1 1 0 0,-1 0 0 0 0,-7 10-1 0 0,13-15-25 0 0,0 1 0 0 0,0 0 0 0 0,0 1 0 0 0,1-1 0 0 0,0 0 0 0 0,-1 1-1 0 0,2-1 1 0 0,-1 1 0 0 0,0-1 0 0 0,1 1 0 0 0,0 0 0 0 0,0 0 0 0 0,1 0 0 0 0,-1 0 0 0 0,1-1-1 0 0,0 1 1 0 0,0 0 0 0 0,1 0 0 0 0,-1 0 0 0 0,1 0 0 0 0,0 0 0 0 0,2 6 0 0 0,2-3 9 0 0,-1 1 0 0 0,1 0 0 0 0,1-1 1 0 0,0 0-1 0 0,0-1 0 0 0,0 1 0 0 0,1-1 1 0 0,0 0-1 0 0,0 0 0 0 0,10 5 1 0 0,-1-1 78 0 0,0-2 0 0 0,0 0 1 0 0,1-1-1 0 0,0-1 1 0 0,0 0-1 0 0,1-2 1 0 0,-1 0-1 0 0,2 0 0 0 0,-1-2 1 0 0,28 2-1 0 0,-38-5 10 0 0,1 0-1 0 0,-1 0 1 0 0,0-1 0 0 0,1-1-1 0 0,-1 1 1 0 0,0-1 0 0 0,0 0-1 0 0,0-1 1 0 0,0 0-1 0 0,0-1 1 0 0,-1 1 0 0 0,1-1-1 0 0,-1-1 1 0 0,0 1-1 0 0,0-1 1 0 0,-1-1 0 0 0,11-9-1 0 0,-14 12-43 0 0,-1 0-1 0 0,1 0 1 0 0,0 0-1 0 0,-1 0 1 0 0,0-1-1 0 0,0 1 1 0 0,0 0-1 0 0,0-1 1 0 0,-1 0-1 0 0,1 1 1 0 0,-1-1-1 0 0,0 0 1 0 0,0 0-1 0 0,0 0 1 0 0,-1 0-1 0 0,1 1 1 0 0,-1-1-1 0 0,0 0 1 0 0,0 0-1 0 0,0 0 1 0 0,-1 0-1 0 0,1 0 1 0 0,-1 0-1 0 0,0 0 1 0 0,0 0-1 0 0,0 1 1 0 0,-1-1-1 0 0,1 0 1 0 0,-4-5-1 0 0,-1-2 16 0 0,0 1 0 0 0,-1-1 1 0 0,0 1-1 0 0,-1 0 0 0 0,0 1 0 0 0,-1 0 0 0 0,-17-15 0 0 0,16 17-54 0 0,0 1-1 0 0,0 1 1 0 0,-1-1-1 0 0,1 2 1 0 0,-1-1-1 0 0,0 1 1 0 0,0 1-1 0 0,-13-2 1 0 0,-1 0-35 0 0,1 2 0 0 0,-42-1-1 0 0,62 4-29 0 0,-13-2-350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4.4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6309 0 0,'0'0'1280'0'0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5.1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98 4872 0 0,'-7'-48'1125'0'0,"-9"-2"2966"0"0,4 88-4170 0 0,18 148-66 0 0,-3-90 134 0 0,-3-94 28 0 0,0 2-148 0 0,0 8 292 0 0,23-28-8205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5:35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139 47 6665 0 0,'0'0'-354'0'0,"8"-33"132"0"0,-8 32 236 0 0,0 1 0 0 0,0-1-1 0 0,0 0 1 0 0,0 1 0 0 0,-1-1-1 0 0,1 1 1 0 0,0-1 0 0 0,0 0-1 0 0,-1 1 1 0 0,1-1 0 0 0,0 1 0 0 0,-1-1-1 0 0,1 1 1 0 0,0-1 0 0 0,-1 1-1 0 0,1-1 1 0 0,-1 1 0 0 0,1 0-1 0 0,-1-1 1 0 0,1 1 0 0 0,-1 0-1 0 0,1-1 1 0 0,-1 1 0 0 0,0 0 0 0 0,1 0-1 0 0,-1-1 1 0 0,1 1 0 0 0,-1 0-1 0 0,1 0 1 0 0,-1 0 0 0 0,0 0-1 0 0,0 0 1 0 0,-25 9 154 0 0,19-4-160 0 0,1 0 0 0 0,-1 0 0 0 0,1 1 0 0 0,0 0 0 0 0,-8 9 0 0 0,6-5-11 0 0,1 1-1 0 0,0 0 0 0 0,0 1 0 0 0,1-1 0 0 0,1 1 1 0 0,0 0-1 0 0,0 1 0 0 0,-3 17 0 0 0,7-24 5 0 0,0 0-1 0 0,0 0 1 0 0,1 0-1 0 0,0 0 1 0 0,0 0-1 0 0,1 0 1 0 0,0 0-1 0 0,0 0 1 0 0,0 0-1 0 0,1-1 1 0 0,-1 1-1 0 0,2 0 1 0 0,-1-1-1 0 0,0 1 1 0 0,1-1-1 0 0,0 0 1 0 0,0 0-1 0 0,1 0 1 0 0,-1 0-1 0 0,8 7 1 0 0,-1-4 19 0 0,0 0 1 0 0,0 0-1 0 0,1-1 0 0 0,0 0 1 0 0,0-1-1 0 0,1-1 0 0 0,0 0 0 0 0,0 0 1 0 0,0-1-1 0 0,0 0 0 0 0,0-1 1 0 0,23 2-1 0 0,-21-3 71 0 0,-1-1 0 0 0,1 0 1 0 0,0-1-1 0 0,0 0 0 0 0,-1-2 0 0 0,1 1 0 0 0,-1-2 0 0 0,1 1 1 0 0,-1-2-1 0 0,0 0 0 0 0,23-10 0 0 0,-31 11-25 0 0,0 1 1 0 0,0-1-1 0 0,-1 0 1 0 0,0 0-1 0 0,1-1 0 0 0,-1 1 1 0 0,0-1-1 0 0,0 0 1 0 0,-1 0-1 0 0,1 0 0 0 0,-1 0 1 0 0,0-1-1 0 0,0 1 1 0 0,-1-1-1 0 0,1 0 0 0 0,-1 0 1 0 0,0 0-1 0 0,0 0 1 0 0,-1 0-1 0 0,1-1 0 0 0,-1 1 1 0 0,0 0-1 0 0,-1-1 1 0 0,1-9-1 0 0,-2 8 7 0 0,0 0 0 0 0,0-1 0 0 0,-1 2 0 0 0,0-1 0 0 0,-1 0 0 0 0,1 0 0 0 0,-1 1-1 0 0,0-1 1 0 0,-1 1 0 0 0,0 0 0 0 0,0 0 0 0 0,0 0 0 0 0,0 0 0 0 0,-1 1 0 0 0,0 0 0 0 0,0 0 0 0 0,-1 0 0 0 0,-8-5 0 0 0,-7-4-26 0 0,0 1 1 0 0,-1 1 0 0 0,-1 2 0 0 0,0 0-1 0 0,0 1 1 0 0,-1 1 0 0 0,0 1-1 0 0,-36-5 1 0 0,31 8-1585 0 0,-50 0 0 0 0,53 6-2374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1:46:03.4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52 416 0 0,'26'-20'2953'0'0,"-24"15"-2950"0"0,-13 25 579 0 0,8-15-579 0 0,3-6 2 0 0,1 1 1 0 0,-1 0-1 0 0,0 0 1 0 0,0 0-1 0 0,0 0 1 0 0,0 0-1 0 0,0 0 1 0 0,1 0-1 0 0,-1 0 0 0 0,0 0 1 0 0,0 0-1 0 0,0 0 1 0 0,0 0-1 0 0,1 0 1 0 0,-1 0-1 0 0,0 0 1 0 0,0 0-1 0 0,0 0 0 0 0,0 0 1 0 0,0 0-1 0 0,1 0 1 0 0,-1 0-1 0 0,0 0 1 0 0,0 0-1 0 0,0 0 1 0 0,0 0-1 0 0,1 1 0 0 0,-1-1 1 0 0,0 0-1 0 0,0 0 1 0 0,0 0-1 0 0,0 0 1 0 0,0 0-1 0 0,0 0 0 0 0,0 0 1 0 0,1 1-1 0 0,-1-1 1 0 0,0 0-1 0 0,0 0 1 0 0,0 0-1 0 0,0 0 1 0 0,0 1-1 0 0,0-1 0 0 0,0 0 1 0 0,0 0-1 0 0,0 0 1 0 0,0 0-1 0 0,0 0 1 0 0,0 1-1 0 0,0-1 1 0 0,0 0-1 0 0,0 0 0 0 0,0 0 1 0 0,0 0-1 0 0,0 1 1 0 0,0-1-1 0 0,0 0 1 0 0,0 0-1 0 0,0 0 1 0 0,0 0-1 0 0,-1 1 0 0 0,6-3 8 0 0,-4 2-8 0 0,1 0 0 0 0,-1-1 0 0 0,0 1 0 0 0,1-1 1 0 0,-1 1-1 0 0,0-1 0 0 0,1 0 0 0 0,-1 1 0 0 0,0-1 0 0 0,0 0 0 0 0,0 0 1 0 0,1 0-1 0 0,-1 0 0 0 0,0 0 0 0 0,0 0 0 0 0,0 0 0 0 0,-1 0 0 0 0,1 0 1 0 0,1-3-1 0 0,-1 3 85 0 0,7-7 287 0 0,-8 8-365 0 0,-1 0 1 0 0,1 1-1 0 0,0-1 0 0 0,0 0 1 0 0,0 0-1 0 0,-1 0 0 0 0,1 0 0 0 0,0 0 1 0 0,0 1-1 0 0,-1-1 0 0 0,1 0 1 0 0,0 0-1 0 0,0 0 0 0 0,-1 0 1 0 0,1 0-1 0 0,0 0 0 0 0,0 0 1 0 0,-1 0-1 0 0,1 0 0 0 0,0 0 1 0 0,0 0-1 0 0,-1 0 0 0 0,1 0 0 0 0,0 0 1 0 0,-1 0-1 0 0,1 0 0 0 0,0 0 1 0 0,0-1-1 0 0,-1 1 0 0 0,1 0 1 0 0,0 0-1 0 0,0 0 0 0 0,0 0 1 0 0,-1 0-1 0 0,1-1 0 0 0,0 1 1 0 0,0 0-1 0 0,0 0 0 0 0,-1 0 0 0 0,1-1 1 0 0,0 1-1 0 0,0 0 0 0 0,0 0 1 0 0,0-1-1 0 0,0 1 0 0 0,0 0 1 0 0,-1 0-1 0 0,1-1 0 0 0,0 1 1 0 0,0 0-1 0 0,0 0 0 0 0,0-1 1 0 0,0 1-1 0 0,0 0 0 0 0,0 0 0 0 0,0-1 1 0 0,0 1-1 0 0,0 0 0 0 0,0-1 1 0 0,0 1-1 0 0,0 0 0 0 0,1 0 1 0 0,-1-1-1 0 0,0 1 0 0 0,0 0 1 0 0,0 0-1 0 0,0-1 0 0 0,1 1 1 0 0,-28 7 10 0 0,20-6-8 0 0,-8 9-23 0 0,7-3 22 0 0,10-5 162 0 0,5-4-153 0 0,0-1 0 0 0,0 1 1 0 0,-1-1-1 0 0,1 0 0 0 0,-1-1 1 0 0,0 0-1 0 0,8-5 0 0 0,-13 8 53 0 0,-11-3 619 0 0,7 5-705 0 0,0 1 0 0 0,0-1 0 0 0,1 1 0 0 0,-1 0-1 0 0,0-1 1 0 0,1 1 0 0 0,-1 0 0 0 0,1 1 0 0 0,0-1 0 0 0,0 0 0 0 0,0 1 0 0 0,0-1 0 0 0,-3 6 0 0 0,4-7 20 0 0,6-3-12 0 0,18-8 10 0 0,-17 7 11 0 0,4-5 220 0 0,-10 9-244 0 0,-1 0-1 0 0,1 1 1 0 0,-1-1 0 0 0,1 0 0 0 0,0 1 0 0 0,-1-1 0 0 0,1 0 0 0 0,0 1 0 0 0,0-1-1 0 0,0 0 1 0 0,0 1 0 0 0,0-1 0 0 0,0 0 0 0 0,0 1 0 0 0,1-1 0 0 0,-1 0 0 0 0,0 1 0 0 0,1-1-1 0 0,-1 0 1 0 0,1 1 0 0 0,-1-1 0 0 0,1 0 0 0 0,0 0 0 0 0,-1 0 0 0 0,1 0 0 0 0,0 1-1 0 0,0-1 1 0 0,0 0 0 0 0,0-1 0 0 0,0 1 0 0 0,0 0 0 0 0,0 0 0 0 0,0 0 0 0 0,0 0 0 0 0,1-1-1 0 0,1 2 1 0 0,-1-2-8 0 0,21-11-14 0 0,-22 11 35 0 0,1-1 0 0 0,-1 1 0 0 0,0-1 0 0 0,0 0 0 0 0,0 1 0 0 0,0-1-1 0 0,0 0 1 0 0,0 0 0 0 0,0 0 0 0 0,0 0 0 0 0,-1 0 0 0 0,1 0 0 0 0,0 0 0 0 0,-1 0-1 0 0,1 0 1 0 0,0 0 0 0 0,-1 0 0 0 0,1 0 0 0 0,-1-1 0 0 0,0 1 0 0 0,1 0 0 0 0,-1 0-1 0 0,0 0 1 0 0,0-1 0 0 0,1 1 0 0 0,-1 0 0 0 0,0 0 0 0 0,0-1 0 0 0,-1 1 0 0 0,1 0-1 0 0,0-1 1 0 0,0 1 0 0 0,-1 0 0 0 0,1 0 0 0 0,0 0 0 0 0,-1-1 0 0 0,0 1 0 0 0,1 0-1 0 0,-1 0 1 0 0,1 0 0 0 0,-1 0 0 0 0,0 0 0 0 0,0 0 0 0 0,0 0 0 0 0,0 0 0 0 0,1 0-1 0 0,-1 1 1 0 0,0-1 0 0 0,0 0 0 0 0,-1 0 0 0 0,1 1 0 0 0,0-1 0 0 0,0 1 0 0 0,0-1-1 0 0,0 1 1 0 0,-1-1 0 0 0,1 1 0 0 0,0 0 0 0 0,0 0 0 0 0,0 0 0 0 0,-1-1 0 0 0,1 1-1 0 0,-2 1 1 0 0,-4 0-20 0 0,0 0-1 0 0,1 1 1 0 0,-1 0-1 0 0,1 1 1 0 0,0 0-1 0 0,0-1 1 0 0,0 2-1 0 0,0-1 0 0 0,0 1 1 0 0,-9 8-1 0 0,14-11-15 0 0,6-4-68 0 0,22-14 181 0 0,-11 7 789 0 0,-37 31-673 0 0,10-8-1563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F67F-1D5C-7476-BD8A-26307D605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7C689-61B0-3A19-3367-9BEDE51CE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C50CD-4E69-1523-09D6-884BAE74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8EBD9-9440-7396-4663-7E92CE0F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4B5D7-F5AE-D36D-ECF3-11736067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0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E532-F19A-773A-CBFB-0DE5AF22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BF23-7BC6-09B5-CF4F-DEDDF50A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94952-F9AE-2CAE-84D5-88373363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DCCF9-94B9-B34C-5A74-09675362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209E4-F3DB-7B62-A6AC-9B90F4F1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9468-B60C-B51F-7A41-9988CBBE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3192A-B6E0-EC97-7125-90D9EA182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879C1-1743-62FA-DC8E-7E4CAF6F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94BF-5633-53FC-4085-F153EA14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0F3F-094F-B5DE-7C7C-A00CE83A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CDA5-58EB-1B9A-A8B8-3FF2E6AA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CE15-2D33-A64A-0A8F-E8CF81EC3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73915-8F48-32FC-5F78-7037074D2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07D1A-0B01-A361-C030-7C2B1B14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0AA1B-9DED-4CAF-DE22-272C3769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19FFA-4CFA-BF3F-F2B5-BFE7EF26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CE92-15EC-6819-BE41-D963092F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FB93B-2D39-FA01-B804-DE992FA81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AC486-1EED-5E82-A1DE-F0DF6A7EF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524F7-DEC5-569D-BB91-6B9BBADB3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9758E-D499-9CE1-AF73-24A07B6CC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D71F-B246-E177-6224-059E6216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F5002A-0913-9235-103B-1FAA8D6F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78E9F-BD6B-22C5-7E39-FC6C8E3D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7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9D6A-6484-C375-A3DF-9449C869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B97F0-A833-F569-C8CC-C00C67C3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DFA7A-97C4-E804-BEEF-F52BB376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F1205-DBA9-BBC5-97D0-CA9414D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6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1A8E2-F090-64C1-4EE9-227344BC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BAC7E-4E73-8D16-8A64-AB1BD83F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72077-716A-B5CD-D556-B588416E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4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CE8D-361A-1BD9-7BA4-D74AD0BB0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BEBA0-8244-B1E9-4C6F-973F31298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5D24C-FD68-C0C2-387C-CF9C30F46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B084A-8C77-9A97-BF65-EFA2E3BE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FD712-1436-EB7C-31EA-BBDAC47E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3C43E-F7AD-681D-A280-AE360EF3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553F-DC08-495D-1703-C778F602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70C74-6D68-5AB9-FE4D-85C3ABA9B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5577E-7A0A-4F1C-4E81-90993B406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6E3A6-7152-01BF-5156-6BEB6F9B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F86E-479A-F26D-96A7-3522F2EB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F8B0A-8E3E-4AEC-77C5-D9A1EEC3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6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4064-E7A3-963C-D9E5-8063F158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69923-911C-63ED-164B-76AA526B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FADC7-8EFC-04F1-CAED-16040B30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DE1CC-F1E3-3A85-0BEB-412DC406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124F7-C2DD-3857-83A3-767DF74A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4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1427F-325C-8204-4692-5B4623A8C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7B572-5F7E-5EC4-23B0-05342387E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0179-0B36-0C0D-597B-19961344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ACB70-1761-D532-BD8C-2F5ED236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00F1-7DDD-AFDD-7DB5-B3E69D03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4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F40A1-979F-3B97-144C-8EE04F82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03D10-6468-9059-560D-1CF0382B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8E186-E56C-0599-D2F5-2ED55E2A6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38A22-B5A6-47DA-94CD-144E2EE07EA6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2413A-2D3C-5EAC-9AB6-25DBEE4B8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3B056-E6D5-7138-A52C-4AAADDC5A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87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5.xml"/><Relationship Id="rId18" Type="http://schemas.openxmlformats.org/officeDocument/2006/relationships/image" Target="../media/image16.png"/><Relationship Id="rId3" Type="http://schemas.openxmlformats.org/officeDocument/2006/relationships/image" Target="../media/image8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13.png"/><Relationship Id="rId17" Type="http://schemas.openxmlformats.org/officeDocument/2006/relationships/customXml" Target="../ink/ink7.xml"/><Relationship Id="rId2" Type="http://schemas.openxmlformats.org/officeDocument/2006/relationships/image" Target="../media/image7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image" Target="../media/image19.png"/><Relationship Id="rId10" Type="http://schemas.openxmlformats.org/officeDocument/2006/relationships/image" Target="../media/image12.png"/><Relationship Id="rId19" Type="http://schemas.openxmlformats.org/officeDocument/2006/relationships/customXml" Target="../ink/ink8.xml"/><Relationship Id="rId4" Type="http://schemas.openxmlformats.org/officeDocument/2006/relationships/image" Target="../media/image9.png"/><Relationship Id="rId9" Type="http://schemas.openxmlformats.org/officeDocument/2006/relationships/customXml" Target="../ink/ink3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customXml" Target="../ink/ink11.xml"/><Relationship Id="rId12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18.xml"/><Relationship Id="rId3" Type="http://schemas.openxmlformats.org/officeDocument/2006/relationships/image" Target="../media/image8.png"/><Relationship Id="rId7" Type="http://schemas.openxmlformats.org/officeDocument/2006/relationships/customXml" Target="../ink/ink15.xml"/><Relationship Id="rId12" Type="http://schemas.openxmlformats.org/officeDocument/2006/relationships/image" Target="../media/image30.png"/><Relationship Id="rId17" Type="http://schemas.openxmlformats.org/officeDocument/2006/relationships/image" Target="../media/image33.png"/><Relationship Id="rId2" Type="http://schemas.openxmlformats.org/officeDocument/2006/relationships/image" Target="../media/image7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29.png"/><Relationship Id="rId4" Type="http://schemas.openxmlformats.org/officeDocument/2006/relationships/image" Target="../media/image9.png"/><Relationship Id="rId9" Type="http://schemas.openxmlformats.org/officeDocument/2006/relationships/customXml" Target="../ink/ink16.xml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4.xml"/><Relationship Id="rId3" Type="http://schemas.openxmlformats.org/officeDocument/2006/relationships/image" Target="../media/image8.png"/><Relationship Id="rId7" Type="http://schemas.openxmlformats.org/officeDocument/2006/relationships/customXml" Target="../ink/ink21.xml"/><Relationship Id="rId12" Type="http://schemas.openxmlformats.org/officeDocument/2006/relationships/image" Target="../media/image30.png"/><Relationship Id="rId17" Type="http://schemas.openxmlformats.org/officeDocument/2006/relationships/image" Target="../media/image33.png"/><Relationship Id="rId2" Type="http://schemas.openxmlformats.org/officeDocument/2006/relationships/image" Target="../media/image7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23.xml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10" Type="http://schemas.openxmlformats.org/officeDocument/2006/relationships/image" Target="../media/image29.png"/><Relationship Id="rId4" Type="http://schemas.openxmlformats.org/officeDocument/2006/relationships/image" Target="../media/image9.png"/><Relationship Id="rId9" Type="http://schemas.openxmlformats.org/officeDocument/2006/relationships/customXml" Target="../ink/ink22.xml"/><Relationship Id="rId1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.xml"/><Relationship Id="rId18" Type="http://schemas.openxmlformats.org/officeDocument/2006/relationships/image" Target="../media/image43.png"/><Relationship Id="rId26" Type="http://schemas.openxmlformats.org/officeDocument/2006/relationships/image" Target="../media/image47.png"/><Relationship Id="rId39" Type="http://schemas.openxmlformats.org/officeDocument/2006/relationships/customXml" Target="../ink/ink44.xml"/><Relationship Id="rId3" Type="http://schemas.openxmlformats.org/officeDocument/2006/relationships/customXml" Target="../ink/ink26.xml"/><Relationship Id="rId21" Type="http://schemas.openxmlformats.org/officeDocument/2006/relationships/customXml" Target="../ink/ink35.xml"/><Relationship Id="rId34" Type="http://schemas.openxmlformats.org/officeDocument/2006/relationships/image" Target="../media/image51.png"/><Relationship Id="rId42" Type="http://schemas.openxmlformats.org/officeDocument/2006/relationships/image" Target="../media/image55.png"/><Relationship Id="rId47" Type="http://schemas.openxmlformats.org/officeDocument/2006/relationships/customXml" Target="../ink/ink48.xml"/><Relationship Id="rId50" Type="http://schemas.openxmlformats.org/officeDocument/2006/relationships/image" Target="../media/image59.png"/><Relationship Id="rId7" Type="http://schemas.openxmlformats.org/officeDocument/2006/relationships/customXml" Target="../ink/ink28.xml"/><Relationship Id="rId12" Type="http://schemas.openxmlformats.org/officeDocument/2006/relationships/image" Target="../media/image40.png"/><Relationship Id="rId17" Type="http://schemas.openxmlformats.org/officeDocument/2006/relationships/customXml" Target="../ink/ink33.xml"/><Relationship Id="rId25" Type="http://schemas.openxmlformats.org/officeDocument/2006/relationships/customXml" Target="../ink/ink37.xml"/><Relationship Id="rId33" Type="http://schemas.openxmlformats.org/officeDocument/2006/relationships/customXml" Target="../ink/ink41.xml"/><Relationship Id="rId38" Type="http://schemas.openxmlformats.org/officeDocument/2006/relationships/image" Target="../media/image53.png"/><Relationship Id="rId46" Type="http://schemas.openxmlformats.org/officeDocument/2006/relationships/image" Target="../media/image57.png"/><Relationship Id="rId2" Type="http://schemas.openxmlformats.org/officeDocument/2006/relationships/image" Target="../media/image1.png"/><Relationship Id="rId16" Type="http://schemas.openxmlformats.org/officeDocument/2006/relationships/image" Target="../media/image42.png"/><Relationship Id="rId20" Type="http://schemas.openxmlformats.org/officeDocument/2006/relationships/image" Target="../media/image44.png"/><Relationship Id="rId29" Type="http://schemas.openxmlformats.org/officeDocument/2006/relationships/customXml" Target="../ink/ink39.xml"/><Relationship Id="rId41" Type="http://schemas.openxmlformats.org/officeDocument/2006/relationships/customXml" Target="../ink/ink45.xml"/><Relationship Id="rId54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30.xml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37" Type="http://schemas.openxmlformats.org/officeDocument/2006/relationships/customXml" Target="../ink/ink43.xml"/><Relationship Id="rId40" Type="http://schemas.openxmlformats.org/officeDocument/2006/relationships/image" Target="../media/image54.png"/><Relationship Id="rId45" Type="http://schemas.openxmlformats.org/officeDocument/2006/relationships/customXml" Target="../ink/ink47.xml"/><Relationship Id="rId53" Type="http://schemas.openxmlformats.org/officeDocument/2006/relationships/customXml" Target="../ink/ink51.xml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28" Type="http://schemas.openxmlformats.org/officeDocument/2006/relationships/image" Target="../media/image48.png"/><Relationship Id="rId36" Type="http://schemas.openxmlformats.org/officeDocument/2006/relationships/image" Target="../media/image52.png"/><Relationship Id="rId49" Type="http://schemas.openxmlformats.org/officeDocument/2006/relationships/customXml" Target="../ink/ink49.xml"/><Relationship Id="rId10" Type="http://schemas.openxmlformats.org/officeDocument/2006/relationships/image" Target="../media/image39.png"/><Relationship Id="rId19" Type="http://schemas.openxmlformats.org/officeDocument/2006/relationships/customXml" Target="../ink/ink34.xml"/><Relationship Id="rId31" Type="http://schemas.openxmlformats.org/officeDocument/2006/relationships/customXml" Target="../ink/ink40.xml"/><Relationship Id="rId44" Type="http://schemas.openxmlformats.org/officeDocument/2006/relationships/image" Target="../media/image56.png"/><Relationship Id="rId52" Type="http://schemas.openxmlformats.org/officeDocument/2006/relationships/image" Target="../media/image60.png"/><Relationship Id="rId4" Type="http://schemas.openxmlformats.org/officeDocument/2006/relationships/image" Target="../media/image36.png"/><Relationship Id="rId9" Type="http://schemas.openxmlformats.org/officeDocument/2006/relationships/customXml" Target="../ink/ink29.xml"/><Relationship Id="rId14" Type="http://schemas.openxmlformats.org/officeDocument/2006/relationships/image" Target="../media/image41.png"/><Relationship Id="rId22" Type="http://schemas.openxmlformats.org/officeDocument/2006/relationships/image" Target="../media/image45.png"/><Relationship Id="rId27" Type="http://schemas.openxmlformats.org/officeDocument/2006/relationships/customXml" Target="../ink/ink38.xml"/><Relationship Id="rId30" Type="http://schemas.openxmlformats.org/officeDocument/2006/relationships/image" Target="../media/image49.png"/><Relationship Id="rId35" Type="http://schemas.openxmlformats.org/officeDocument/2006/relationships/customXml" Target="../ink/ink42.xml"/><Relationship Id="rId43" Type="http://schemas.openxmlformats.org/officeDocument/2006/relationships/customXml" Target="../ink/ink46.xml"/><Relationship Id="rId48" Type="http://schemas.openxmlformats.org/officeDocument/2006/relationships/image" Target="../media/image58.png"/><Relationship Id="rId8" Type="http://schemas.openxmlformats.org/officeDocument/2006/relationships/image" Target="../media/image38.png"/><Relationship Id="rId51" Type="http://schemas.openxmlformats.org/officeDocument/2006/relationships/customXml" Target="../ink/ink5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0EA8D3-6CD3-C565-64B3-C5EC3488CD03}"/>
              </a:ext>
            </a:extLst>
          </p:cNvPr>
          <p:cNvSpPr txBox="1"/>
          <p:nvPr/>
        </p:nvSpPr>
        <p:spPr>
          <a:xfrm>
            <a:off x="201168" y="1031046"/>
            <a:ext cx="11850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the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-critical value for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95% confidence interval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 = 11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samples.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DCC8F-38F0-DA5C-D19C-29BD78F699DC}"/>
              </a:ext>
            </a:extLst>
          </p:cNvPr>
          <p:cNvSpPr txBox="1"/>
          <p:nvPr/>
        </p:nvSpPr>
        <p:spPr>
          <a:xfrm>
            <a:off x="612648" y="182880"/>
            <a:ext cx="10844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T-Table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37723-C25A-6DEA-F9C3-6A784110A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815" y="3267803"/>
            <a:ext cx="5320885" cy="268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82538-4D77-07AD-1E65-CB54738A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AAB58-E497-D950-9BCA-420FC21AEE65}"/>
              </a:ext>
            </a:extLst>
          </p:cNvPr>
          <p:cNvSpPr txBox="1"/>
          <p:nvPr/>
        </p:nvSpPr>
        <p:spPr>
          <a:xfrm>
            <a:off x="201168" y="935796"/>
            <a:ext cx="118506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The population standard deviation (σ) is unknown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don’t know σ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instead estimate it using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standard deviation (s)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must use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t-distribution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the normal (z) distribution.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The sample size is small (n &lt; 30)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t-distribution is specifically designed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sample sizes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estimates of variability are less reliable and have more uncertainty.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6A917-32D2-067F-DE5A-C9B9FA211668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t-table: When Do We Choose t-distribution Over z-distribution ?</a:t>
            </a:r>
          </a:p>
        </p:txBody>
      </p:sp>
    </p:spTree>
    <p:extLst>
      <p:ext uri="{BB962C8B-B14F-4D97-AF65-F5344CB8AC3E}">
        <p14:creationId xmlns:p14="http://schemas.microsoft.com/office/powerpoint/2010/main" val="391140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0ED5-E059-CEFE-8817-87F1D7BD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59DF69-1D9B-0FB4-3D43-140D2033CA4F}"/>
              </a:ext>
            </a:extLst>
          </p:cNvPr>
          <p:cNvSpPr txBox="1"/>
          <p:nvPr/>
        </p:nvSpPr>
        <p:spPr>
          <a:xfrm>
            <a:off x="247649" y="523012"/>
            <a:ext cx="900112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need a critical t-value (tₐ or tₐ/₂) when we solving problems of following kind: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intervals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hypothesis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rejection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this  we look up the t-table critical t-value.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E8D65-AF13-D451-977C-96CCC50B9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512" y="5006765"/>
            <a:ext cx="3860839" cy="1659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4B8957-BE4C-B74E-0F9E-FD0940165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062" y="1040695"/>
            <a:ext cx="3713320" cy="1602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707AEE-06EB-D080-C230-F90476B9A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062" y="2976489"/>
            <a:ext cx="4092938" cy="16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1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602CF4-B08E-E999-55D6-8EE0CE18158E}"/>
                  </a:ext>
                </a:extLst>
              </p:cNvPr>
              <p:cNvSpPr txBox="1"/>
              <p:nvPr/>
            </p:nvSpPr>
            <p:spPr>
              <a:xfrm>
                <a:off x="438150" y="881360"/>
                <a:ext cx="11582399" cy="5719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t-table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gives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critical values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various: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Degrees of Freedom (</a:t>
                </a:r>
                <a:r>
                  <a:rPr lang="en-US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df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→ based on your sample size.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Significance levels (α)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→ based on how much risk you’re willing to accept.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Steps for finding critical values: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step1)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Find degree of freedom,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df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n-1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is sample size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Step2)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Decide on your significance level α: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often is provided as a percentage like 95% confidence (α = 1-0.95 = 0.05) or 99% confidence (α = 1-0.99 = 0.01). 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Step3)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Determine if you need a one-tailed or two-tailed test.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one-tailed test is used for directional hypotheses like “&gt;" or “&lt;". Use α.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two-tailed test is common for hypotheses like "not equal to“. For each tail, use α/2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Step4)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Locate the value in t-table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one-tailed test, use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 two-tailed test, use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f>
                          <m:fPr>
                            <m:ctrlPr>
                              <a:rPr lang="en-US" sz="2400" b="1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num>
                          <m:den>
                            <m:r>
                              <a:rPr lang="en-US" sz="2400" b="1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602CF4-B08E-E999-55D6-8EE0CE181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881360"/>
                <a:ext cx="11582399" cy="5719194"/>
              </a:xfrm>
              <a:prstGeom prst="rect">
                <a:avLst/>
              </a:prstGeom>
              <a:blipFill>
                <a:blip r:embed="rId2"/>
                <a:stretch>
                  <a:fillRect l="-474" t="-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93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4A55-C03F-C5FF-EC90-2D93DA92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B4098A-5B04-F836-EFD7-7AA398AA25C5}"/>
                  </a:ext>
                </a:extLst>
              </p:cNvPr>
              <p:cNvSpPr txBox="1"/>
              <p:nvPr/>
            </p:nvSpPr>
            <p:spPr>
              <a:xfrm>
                <a:off x="190500" y="752386"/>
                <a:ext cx="8982076" cy="4996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the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-critical value at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5% significance level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(α = 0.05)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= 11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 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Assume it is right-tailed test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Compute degrees of freedom</a:t>
                </a:r>
              </a:p>
              <a:p>
                <a:pPr>
                  <a:buNone/>
                </a:pP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df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11−1 = 10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Decide on your significance level α: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α  = 0.05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Step3) Determine if you need a one-tailed or two-tailed test.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It’s a single-tailed test: So α = 0.05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Step4) Locate the value in t-table (see next slide)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this is one-tailed test,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8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1.812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 5% significance level and 10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df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 critical t-value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+ 1.812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B4098A-5B04-F836-EFD7-7AA398AA2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752386"/>
                <a:ext cx="8982076" cy="4996048"/>
              </a:xfrm>
              <a:prstGeom prst="rect">
                <a:avLst/>
              </a:prstGeom>
              <a:blipFill>
                <a:blip r:embed="rId2"/>
                <a:stretch>
                  <a:fillRect l="-543" t="-610" b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1738FCA-BE18-B942-C770-EDF2CD626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749" y="1800225"/>
            <a:ext cx="4402751" cy="189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E96D6-D595-45E7-E12B-1268A399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67EE2E-97B8-8286-F5F7-602BB44FB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391"/>
            <a:ext cx="8239824" cy="5514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AD91EA-70E2-8A37-604E-331AF9F2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143" y="5527627"/>
            <a:ext cx="8315733" cy="1255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6B3A87-EC83-026C-A7C3-97F249DD3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" y="3105150"/>
            <a:ext cx="3567346" cy="13289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8CAC38-F86A-F66A-F530-418AEC5C88CA}"/>
              </a:ext>
            </a:extLst>
          </p:cNvPr>
          <p:cNvSpPr txBox="1"/>
          <p:nvPr/>
        </p:nvSpPr>
        <p:spPr>
          <a:xfrm>
            <a:off x="247651" y="1238250"/>
            <a:ext cx="3486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 in the t-table represents the area of the t-distribution curve towards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right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t-test value for a given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700AB7-A4DB-A5DE-3A97-53BDAEE980FF}"/>
                  </a:ext>
                </a:extLst>
              </p14:cNvPr>
              <p14:cNvContentPartPr/>
              <p14:nvPr/>
            </p14:nvContentPartPr>
            <p14:xfrm>
              <a:off x="6848775" y="254595"/>
              <a:ext cx="529560" cy="231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700AB7-A4DB-A5DE-3A97-53BDAEE980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0775" y="236955"/>
                <a:ext cx="5652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F93329-295A-55E0-DE3C-5D0A9FBFF354}"/>
                  </a:ext>
                </a:extLst>
              </p14:cNvPr>
              <p14:cNvContentPartPr/>
              <p14:nvPr/>
            </p14:nvContentPartPr>
            <p14:xfrm>
              <a:off x="3801375" y="2246835"/>
              <a:ext cx="460440" cy="250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F93329-295A-55E0-DE3C-5D0A9FBFF3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3375" y="2229195"/>
                <a:ext cx="4960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28EA32-E1A7-64A5-8BC4-EEA70239BFE5}"/>
                  </a:ext>
                </a:extLst>
              </p14:cNvPr>
              <p14:cNvContentPartPr/>
              <p14:nvPr/>
            </p14:nvContentPartPr>
            <p14:xfrm>
              <a:off x="4342095" y="2473995"/>
              <a:ext cx="2242440" cy="6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28EA32-E1A7-64A5-8BC4-EEA70239BF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24455" y="2456355"/>
                <a:ext cx="22780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9F5FB46-866C-454A-92E3-9DB975CE2392}"/>
                  </a:ext>
                </a:extLst>
              </p14:cNvPr>
              <p14:cNvContentPartPr/>
              <p14:nvPr/>
            </p14:nvContentPartPr>
            <p14:xfrm>
              <a:off x="6143535" y="2485875"/>
              <a:ext cx="123876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9F5FB46-866C-454A-92E3-9DB975CE239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25535" y="2449875"/>
                <a:ext cx="1274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303F9A-CD84-292C-E200-EE46CFC6301E}"/>
                  </a:ext>
                </a:extLst>
              </p14:cNvPr>
              <p14:cNvContentPartPr/>
              <p14:nvPr/>
            </p14:nvContentPartPr>
            <p14:xfrm>
              <a:off x="7381575" y="274395"/>
              <a:ext cx="2160" cy="1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303F9A-CD84-292C-E200-EE46CFC6301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63935" y="256395"/>
                <a:ext cx="378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D1F696B-3AAF-220E-862F-4EB503A484DC}"/>
                  </a:ext>
                </a:extLst>
              </p14:cNvPr>
              <p14:cNvContentPartPr/>
              <p14:nvPr/>
            </p14:nvContentPartPr>
            <p14:xfrm>
              <a:off x="6779295" y="266835"/>
              <a:ext cx="756360" cy="2223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D1F696B-3AAF-220E-862F-4EB503A484D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61295" y="249195"/>
                <a:ext cx="792000" cy="22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117AD0-19B8-2D04-0FCB-CED6D090D7B7}"/>
                  </a:ext>
                </a:extLst>
              </p14:cNvPr>
              <p14:cNvContentPartPr/>
              <p14:nvPr/>
            </p14:nvContentPartPr>
            <p14:xfrm>
              <a:off x="4028895" y="2247555"/>
              <a:ext cx="3429360" cy="264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117AD0-19B8-2D04-0FCB-CED6D090D7B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11255" y="2229915"/>
                <a:ext cx="34650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CECCEAE-DABD-164D-B102-23721B3EF770}"/>
                  </a:ext>
                </a:extLst>
              </p14:cNvPr>
              <p14:cNvContentPartPr/>
              <p14:nvPr/>
            </p14:nvContentPartPr>
            <p14:xfrm>
              <a:off x="4152735" y="2481915"/>
              <a:ext cx="256320" cy="4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CECCEAE-DABD-164D-B102-23721B3EF77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35095" y="2464275"/>
                <a:ext cx="291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105047F-5488-CD2B-F691-7D17F950C526}"/>
                  </a:ext>
                </a:extLst>
              </p14:cNvPr>
              <p14:cNvContentPartPr/>
              <p14:nvPr/>
            </p14:nvContentPartPr>
            <p14:xfrm>
              <a:off x="5590935" y="2485155"/>
              <a:ext cx="646920" cy="29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105047F-5488-CD2B-F691-7D17F950C52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73295" y="2467515"/>
                <a:ext cx="6825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2EE696-16B4-7D76-A0E7-E0D7F04775E2}"/>
                  </a:ext>
                </a:extLst>
              </p:cNvPr>
              <p:cNvSpPr txBox="1"/>
              <p:nvPr/>
            </p:nvSpPr>
            <p:spPr>
              <a:xfrm>
                <a:off x="171450" y="356890"/>
                <a:ext cx="3514545" cy="564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8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1.812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2EE696-16B4-7D76-A0E7-E0D7F0477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356890"/>
                <a:ext cx="3514545" cy="564065"/>
              </a:xfrm>
              <a:prstGeom prst="rect">
                <a:avLst/>
              </a:prstGeom>
              <a:blipFill>
                <a:blip r:embed="rId2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62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A13D7-46A4-3709-78D0-C5235969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626EF-8820-59D4-5499-5847FDA080A3}"/>
                  </a:ext>
                </a:extLst>
              </p:cNvPr>
              <p:cNvSpPr txBox="1"/>
              <p:nvPr/>
            </p:nvSpPr>
            <p:spPr>
              <a:xfrm>
                <a:off x="190500" y="371386"/>
                <a:ext cx="7724776" cy="5314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the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-critical value for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80% confidence interval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= 7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 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Compute degrees of freedom</a:t>
                </a:r>
              </a:p>
              <a:p>
                <a:pPr>
                  <a:buNone/>
                </a:pP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df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7−1 = 6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Decide on your significance level α: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80% confidence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α = 1-0.80 = 0.20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Step3) Determine if you need a one-tailed or two-tailed test.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is a confidence interval problem.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it is two-tailed test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α/2 = 0.10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Step4) Locate the value in t-table (see next slide)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this is two-tailed test, use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f>
                          <m:fPr>
                            <m:ctrlPr>
                              <a:rPr lang="en-US" sz="2400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num>
                          <m:den>
                            <m:r>
                              <a:rPr lang="en-US" sz="2400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ⅆ</m:t>
                        </m:r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1.44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80% confidence 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= 7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samples, the critical t-value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± 1.44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626EF-8820-59D4-5499-5847FDA08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71386"/>
                <a:ext cx="7724776" cy="5314853"/>
              </a:xfrm>
              <a:prstGeom prst="rect">
                <a:avLst/>
              </a:prstGeom>
              <a:blipFill>
                <a:blip r:embed="rId2"/>
                <a:stretch>
                  <a:fillRect l="-631" t="-688" r="-1026" b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38BC918-8891-1C34-2E58-D7E192A5D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589" y="3429000"/>
            <a:ext cx="4675412" cy="23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6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6512-2F82-E0C6-8DEA-B15C0C17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65E109-F176-6E8F-5CF3-CAF230CB0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391"/>
            <a:ext cx="8239824" cy="5514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BFF938-707D-790D-DB7D-AF98C32D4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143" y="5527627"/>
            <a:ext cx="8315733" cy="1255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9F6AFF-AAC5-7486-CF51-69F0CC44B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" y="3105150"/>
            <a:ext cx="3567346" cy="13289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893ECF-1CF1-C810-62DA-409433CE354F}"/>
              </a:ext>
            </a:extLst>
          </p:cNvPr>
          <p:cNvSpPr txBox="1"/>
          <p:nvPr/>
        </p:nvSpPr>
        <p:spPr>
          <a:xfrm>
            <a:off x="247651" y="1238250"/>
            <a:ext cx="3486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 in the t-table represents the area of the t-distribution curve towards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right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t-test value for a given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87917F-4AE6-8FCF-884E-4A70D2060F28}"/>
                  </a:ext>
                </a:extLst>
              </p14:cNvPr>
              <p14:cNvContentPartPr/>
              <p14:nvPr/>
            </p14:nvContentPartPr>
            <p14:xfrm>
              <a:off x="6308775" y="237315"/>
              <a:ext cx="392040" cy="182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87917F-4AE6-8FCF-884E-4A70D2060F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0775" y="219675"/>
                <a:ext cx="4276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B60169-D1C3-1981-D0FD-30330CED4862}"/>
                  </a:ext>
                </a:extLst>
              </p14:cNvPr>
              <p14:cNvContentPartPr/>
              <p14:nvPr/>
            </p14:nvContentPartPr>
            <p14:xfrm>
              <a:off x="3887775" y="1465995"/>
              <a:ext cx="335520" cy="173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B60169-D1C3-1981-D0FD-30330CED48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70135" y="1447995"/>
                <a:ext cx="37116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3B40A3-9168-4A2A-473C-B29F6A78DBF0}"/>
                  </a:ext>
                </a:extLst>
              </p14:cNvPr>
              <p14:cNvContentPartPr/>
              <p14:nvPr/>
            </p14:nvContentPartPr>
            <p14:xfrm>
              <a:off x="4067055" y="1446195"/>
              <a:ext cx="2745360" cy="250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3B40A3-9168-4A2A-473C-B29F6A78DBF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49415" y="1428195"/>
                <a:ext cx="278100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7B5F9E-72CA-E6AB-B1CA-F6FF8D9C4A8C}"/>
                  </a:ext>
                </a:extLst>
              </p14:cNvPr>
              <p14:cNvContentPartPr/>
              <p14:nvPr/>
            </p14:nvContentPartPr>
            <p14:xfrm>
              <a:off x="6238575" y="302475"/>
              <a:ext cx="601200" cy="136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7B5F9E-72CA-E6AB-B1CA-F6FF8D9C4A8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20575" y="284475"/>
                <a:ext cx="636840" cy="14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7A8348-1522-ED15-B4F2-2BBB28A9CDD7}"/>
                  </a:ext>
                </a:extLst>
              </p:cNvPr>
              <p:cNvSpPr txBox="1"/>
              <p:nvPr/>
            </p:nvSpPr>
            <p:spPr>
              <a:xfrm>
                <a:off x="133350" y="323416"/>
                <a:ext cx="3276600" cy="605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f>
                          <m:fPr>
                            <m:ctrlPr>
                              <a:rPr lang="en-US" sz="2400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num>
                          <m:den>
                            <m:r>
                              <a:rPr lang="en-US" sz="2400" b="1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ⅆ</m:t>
                        </m:r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400" b="1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1.44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7A8348-1522-ED15-B4F2-2BBB28A9C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" y="323416"/>
                <a:ext cx="3276600" cy="605871"/>
              </a:xfrm>
              <a:prstGeom prst="rect">
                <a:avLst/>
              </a:prstGeom>
              <a:blipFill>
                <a:blip r:embed="rId13"/>
                <a:stretch>
                  <a:fillRect t="-7071"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42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49AD-BA5C-4B37-4735-684B8666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7DF53D-9D1B-BA3C-3100-441D5F88D2A9}"/>
                  </a:ext>
                </a:extLst>
              </p:cNvPr>
              <p:cNvSpPr txBox="1"/>
              <p:nvPr/>
            </p:nvSpPr>
            <p:spPr>
              <a:xfrm>
                <a:off x="190498" y="409486"/>
                <a:ext cx="8534402" cy="6036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Find the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-critical value for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5% significance level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(α = 0.05)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= 23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 Assume it is for right-tailed test.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Compute degrees of freedom</a:t>
                </a:r>
              </a:p>
              <a:p>
                <a:pPr>
                  <a:buNone/>
                </a:pP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df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23−1 = 22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Decide on your significance level α: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α = 5%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α = 0.05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Step3) Determine if you need a one-tailed or two-tailed test.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It’s a one-tailed test (right-tail): So α = 0.05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Step4) Locate the value in t-table (see next slide)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this is two-tailed test, use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1.717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80% confidence 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= 7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samples, the critical t-value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1.717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your computed statistic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𝑐𝑎𝑙𝑐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717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you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reject the null hypothesis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7DF53D-9D1B-BA3C-3100-441D5F88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98" y="409486"/>
                <a:ext cx="8534402" cy="6036653"/>
              </a:xfrm>
              <a:prstGeom prst="rect">
                <a:avLst/>
              </a:prstGeom>
              <a:blipFill>
                <a:blip r:embed="rId2"/>
                <a:stretch>
                  <a:fillRect l="-571" t="-505" b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7D0F533-ABBD-5A5E-92FF-E8E37350A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971" y="3228975"/>
            <a:ext cx="5151829" cy="22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10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9444-3C2B-5484-8FC8-AD1D7CFC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D78C59-2A4B-E4E9-849A-56B4F9D5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391"/>
            <a:ext cx="8239824" cy="5514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0DE802-17B5-F0F6-B5FF-A30A63E70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143" y="5527627"/>
            <a:ext cx="8315733" cy="1255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09C255-F628-1993-66B5-CC741B55B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" y="3105150"/>
            <a:ext cx="3567346" cy="13289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38FCD5-7E57-ACC8-9E33-668E9E8D29CD}"/>
              </a:ext>
            </a:extLst>
          </p:cNvPr>
          <p:cNvSpPr txBox="1"/>
          <p:nvPr/>
        </p:nvSpPr>
        <p:spPr>
          <a:xfrm>
            <a:off x="247651" y="1238250"/>
            <a:ext cx="3486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 in the t-table represents the area of the t-distribution curve towards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right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t-test value for a given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C41553-92A0-1EC7-C1B2-0B6AC3A9783D}"/>
                  </a:ext>
                </a:extLst>
              </p14:cNvPr>
              <p14:cNvContentPartPr/>
              <p14:nvPr/>
            </p14:nvContentPartPr>
            <p14:xfrm>
              <a:off x="6856335" y="246675"/>
              <a:ext cx="508680" cy="192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C41553-92A0-1EC7-C1B2-0B6AC3A978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8335" y="228675"/>
                <a:ext cx="5443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95BC82-A47E-3E66-B993-3027F13EB18E}"/>
                  </a:ext>
                </a:extLst>
              </p14:cNvPr>
              <p14:cNvContentPartPr/>
              <p14:nvPr/>
            </p14:nvContentPartPr>
            <p14:xfrm>
              <a:off x="3850695" y="4713915"/>
              <a:ext cx="353520" cy="23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95BC82-A47E-3E66-B993-3027F13EB1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32695" y="4695915"/>
                <a:ext cx="3891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19543D-E661-C61E-6EC4-F1BA4AC86DE0}"/>
                  </a:ext>
                </a:extLst>
              </p14:cNvPr>
              <p14:cNvContentPartPr/>
              <p14:nvPr/>
            </p14:nvContentPartPr>
            <p14:xfrm>
              <a:off x="4086135" y="4743075"/>
              <a:ext cx="331596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19543D-E661-C61E-6EC4-F1BA4AC86D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68135" y="4707075"/>
                <a:ext cx="3351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4FC1E4-D0B1-57FA-3DFD-0C7C7A258FBC}"/>
                  </a:ext>
                </a:extLst>
              </p14:cNvPr>
              <p14:cNvContentPartPr/>
              <p14:nvPr/>
            </p14:nvContentPartPr>
            <p14:xfrm>
              <a:off x="4136895" y="4757835"/>
              <a:ext cx="3293640" cy="21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4FC1E4-D0B1-57FA-3DFD-0C7C7A258F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8895" y="4739835"/>
                <a:ext cx="33292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0C86285-D7E3-49EB-9ECB-FCDF5BDA5FF3}"/>
                  </a:ext>
                </a:extLst>
              </p14:cNvPr>
              <p14:cNvContentPartPr/>
              <p14:nvPr/>
            </p14:nvContentPartPr>
            <p14:xfrm>
              <a:off x="6790815" y="371235"/>
              <a:ext cx="132840" cy="2543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0C86285-D7E3-49EB-9ECB-FCDF5BDA5FF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73175" y="353595"/>
                <a:ext cx="168480" cy="25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F9479D-3B39-103B-FCBD-FA521E13F810}"/>
                  </a:ext>
                </a:extLst>
              </p14:cNvPr>
              <p14:cNvContentPartPr/>
              <p14:nvPr/>
            </p14:nvContentPartPr>
            <p14:xfrm>
              <a:off x="6795855" y="387795"/>
              <a:ext cx="672840" cy="453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F9479D-3B39-103B-FCBD-FA521E13F81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78215" y="369795"/>
                <a:ext cx="708480" cy="45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D89761-3EC9-F3D3-45EC-100760535DCE}"/>
                  </a:ext>
                </a:extLst>
              </p:cNvPr>
              <p:cNvSpPr txBox="1"/>
              <p:nvPr/>
            </p:nvSpPr>
            <p:spPr>
              <a:xfrm>
                <a:off x="361950" y="373721"/>
                <a:ext cx="3114675" cy="496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1.717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D89761-3EC9-F3D3-45EC-100760535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373721"/>
                <a:ext cx="3114675" cy="496674"/>
              </a:xfrm>
              <a:prstGeom prst="rect">
                <a:avLst/>
              </a:prstGeom>
              <a:blipFill>
                <a:blip r:embed="rId17"/>
                <a:stretch>
                  <a:fillRect l="-196" t="-8537" r="-2153" b="-2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437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A563-B2EF-EBAD-A6CB-4DD3262EF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2B5FDC-AB1A-8319-92DE-4EF2F36E78C2}"/>
                  </a:ext>
                </a:extLst>
              </p:cNvPr>
              <p:cNvSpPr txBox="1"/>
              <p:nvPr/>
            </p:nvSpPr>
            <p:spPr>
              <a:xfrm>
                <a:off x="190499" y="409486"/>
                <a:ext cx="7667626" cy="6036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Same problem as before but Left-tailed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the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-critical value for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5% significance level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(α = 0.05)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= 23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 Assume it is for left-tailed test.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(Everything remains same as before, except the sign.)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Compute degrees of freedom</a:t>
                </a:r>
              </a:p>
              <a:p>
                <a:pPr>
                  <a:buNone/>
                </a:pP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df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23−1 = 22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Decide on your significance level α: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α = 5%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α = 0.05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Step3) Determine if you need a one-tailed or two-tailed test.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It’s a one-tailed test (left-tail): So α = 0.05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Step4) Locate the value in t-table (see next slide)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this is two-tailed test, use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1.717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this is left-tailed, we take negative of this value: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- 1.717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80% confidence 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 = 7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samples, the critical t-value 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- 1.717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your computed statistic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𝑐𝑎𝑙𝑐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&lt;−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717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you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reject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2B5FDC-AB1A-8319-92DE-4EF2F36E7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99" y="409486"/>
                <a:ext cx="7667626" cy="6036653"/>
              </a:xfrm>
              <a:prstGeom prst="rect">
                <a:avLst/>
              </a:prstGeom>
              <a:blipFill>
                <a:blip r:embed="rId2"/>
                <a:stretch>
                  <a:fillRect l="-636" t="-505" b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34B0311-8A4B-A8DD-CFFE-C72867ED5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74" y="4133850"/>
            <a:ext cx="4252421" cy="231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6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F021-BA91-F76E-8652-632CF971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EB6763-4C79-B3E1-EB50-18B33094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391"/>
            <a:ext cx="8239824" cy="5514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82943-4E65-D247-29B5-447E948EE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143" y="5527627"/>
            <a:ext cx="8315733" cy="1255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087CD1-503C-D85C-ED38-31DA2F409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" y="3105150"/>
            <a:ext cx="3567346" cy="13289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747DD5-3274-8910-93F2-DCDB43C61A6C}"/>
              </a:ext>
            </a:extLst>
          </p:cNvPr>
          <p:cNvSpPr txBox="1"/>
          <p:nvPr/>
        </p:nvSpPr>
        <p:spPr>
          <a:xfrm>
            <a:off x="247651" y="1238250"/>
            <a:ext cx="3486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 in the t-table represents the area of the t-distribution curve towards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right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t-test value for a given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9C590A-F579-CA20-384C-69FFDED57007}"/>
                  </a:ext>
                </a:extLst>
              </p14:cNvPr>
              <p14:cNvContentPartPr/>
              <p14:nvPr/>
            </p14:nvContentPartPr>
            <p14:xfrm>
              <a:off x="6856335" y="246675"/>
              <a:ext cx="508680" cy="192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9C590A-F579-CA20-384C-69FFDED570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8335" y="228675"/>
                <a:ext cx="5443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336778-A743-0C35-3F15-EDB3FF25BB05}"/>
                  </a:ext>
                </a:extLst>
              </p14:cNvPr>
              <p14:cNvContentPartPr/>
              <p14:nvPr/>
            </p14:nvContentPartPr>
            <p14:xfrm>
              <a:off x="3850695" y="4713915"/>
              <a:ext cx="353520" cy="23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336778-A743-0C35-3F15-EDB3FF25BB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32695" y="4695915"/>
                <a:ext cx="3891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E48FC6-ECE8-D1F9-BE7C-BFF48B31DA2A}"/>
                  </a:ext>
                </a:extLst>
              </p14:cNvPr>
              <p14:cNvContentPartPr/>
              <p14:nvPr/>
            </p14:nvContentPartPr>
            <p14:xfrm>
              <a:off x="4086135" y="4743075"/>
              <a:ext cx="331596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E48FC6-ECE8-D1F9-BE7C-BFF48B31DA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68135" y="4707075"/>
                <a:ext cx="3351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4430A1-620D-0C19-8B44-0CDFEDCD9BE9}"/>
                  </a:ext>
                </a:extLst>
              </p14:cNvPr>
              <p14:cNvContentPartPr/>
              <p14:nvPr/>
            </p14:nvContentPartPr>
            <p14:xfrm>
              <a:off x="4136895" y="4757835"/>
              <a:ext cx="3293640" cy="21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4430A1-620D-0C19-8B44-0CDFEDCD9BE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8895" y="4739835"/>
                <a:ext cx="33292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4CC151-5CBA-4497-6B08-4107446C0190}"/>
                  </a:ext>
                </a:extLst>
              </p14:cNvPr>
              <p14:cNvContentPartPr/>
              <p14:nvPr/>
            </p14:nvContentPartPr>
            <p14:xfrm>
              <a:off x="6790815" y="371235"/>
              <a:ext cx="132840" cy="2543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4CC151-5CBA-4497-6B08-4107446C019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73175" y="353595"/>
                <a:ext cx="168480" cy="25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BD2637-9DE0-2560-6E61-8A572BA58FFA}"/>
                  </a:ext>
                </a:extLst>
              </p14:cNvPr>
              <p14:cNvContentPartPr/>
              <p14:nvPr/>
            </p14:nvContentPartPr>
            <p14:xfrm>
              <a:off x="6795855" y="387795"/>
              <a:ext cx="672840" cy="453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BD2637-9DE0-2560-6E61-8A572BA58FF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78215" y="369795"/>
                <a:ext cx="708480" cy="45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385640-16C7-E248-2CAD-4689A1A79BE3}"/>
                  </a:ext>
                </a:extLst>
              </p:cNvPr>
              <p:cNvSpPr txBox="1"/>
              <p:nvPr/>
            </p:nvSpPr>
            <p:spPr>
              <a:xfrm>
                <a:off x="361950" y="373721"/>
                <a:ext cx="3114675" cy="496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,ⅆ</m:t>
                        </m:r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𝟎𝟓</m:t>
                        </m:r>
                        <m:r>
                          <a:rPr lang="en-US" sz="2400" b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r>
                      <a: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1.717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385640-16C7-E248-2CAD-4689A1A79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373721"/>
                <a:ext cx="3114675" cy="496674"/>
              </a:xfrm>
              <a:prstGeom prst="rect">
                <a:avLst/>
              </a:prstGeom>
              <a:blipFill>
                <a:blip r:embed="rId17"/>
                <a:stretch>
                  <a:fillRect l="-196" t="-8537" r="-2153" b="-2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753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55518-4CE1-77AD-985C-A18E51020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633A88-B1BB-F74F-24A4-7B969A019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5968"/>
              </p:ext>
            </p:extLst>
          </p:nvPr>
        </p:nvGraphicFramePr>
        <p:xfrm>
          <a:off x="581026" y="1541939"/>
          <a:ext cx="11296650" cy="1828800"/>
        </p:xfrm>
        <a:graphic>
          <a:graphicData uri="http://schemas.openxmlformats.org/drawingml/2006/table">
            <a:tbl>
              <a:tblPr/>
              <a:tblGrid>
                <a:gridCol w="2724890">
                  <a:extLst>
                    <a:ext uri="{9D8B030D-6E8A-4147-A177-3AD203B41FA5}">
                      <a16:colId xmlns:a16="http://schemas.microsoft.com/office/drawing/2014/main" val="1367182054"/>
                    </a:ext>
                  </a:extLst>
                </a:gridCol>
                <a:gridCol w="2245636">
                  <a:extLst>
                    <a:ext uri="{9D8B030D-6E8A-4147-A177-3AD203B41FA5}">
                      <a16:colId xmlns:a16="http://schemas.microsoft.com/office/drawing/2014/main" val="1229711163"/>
                    </a:ext>
                  </a:extLst>
                </a:gridCol>
                <a:gridCol w="2231944">
                  <a:extLst>
                    <a:ext uri="{9D8B030D-6E8A-4147-A177-3AD203B41FA5}">
                      <a16:colId xmlns:a16="http://schemas.microsoft.com/office/drawing/2014/main" val="2935689673"/>
                    </a:ext>
                  </a:extLst>
                </a:gridCol>
                <a:gridCol w="4094180">
                  <a:extLst>
                    <a:ext uri="{9D8B030D-6E8A-4147-A177-3AD203B41FA5}">
                      <a16:colId xmlns:a16="http://schemas.microsoft.com/office/drawing/2014/main" val="2672787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Confidence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Two-Tailed </a:t>
                      </a:r>
                      <a:r>
                        <a:rPr lang="el-GR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One-Tailed </a:t>
                      </a:r>
                      <a:r>
                        <a:rPr lang="el-GR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Common Critical t (large </a:t>
                      </a:r>
                      <a:r>
                        <a:rPr lang="en-US" sz="2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df</a:t>
                      </a: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780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1.645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89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1.960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623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2.576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9645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D57A4B-5182-F2CE-2092-4A755DC42974}"/>
              </a:ext>
            </a:extLst>
          </p:cNvPr>
          <p:cNvSpPr txBox="1"/>
          <p:nvPr/>
        </p:nvSpPr>
        <p:spPr>
          <a:xfrm>
            <a:off x="2867025" y="552450"/>
            <a:ext cx="60016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t-values for common confidence level: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B51E6-6096-DB09-F4DA-61C03198E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138" y="3554968"/>
            <a:ext cx="6332761" cy="319825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A578AF4-6B30-390D-23A0-96E2F05AD2BC}"/>
              </a:ext>
            </a:extLst>
          </p:cNvPr>
          <p:cNvGrpSpPr/>
          <p:nvPr/>
        </p:nvGrpSpPr>
        <p:grpSpPr>
          <a:xfrm>
            <a:off x="2533815" y="5818755"/>
            <a:ext cx="560160" cy="319680"/>
            <a:chOff x="2533815" y="5818755"/>
            <a:chExt cx="56016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66FC1D-DC11-01A1-ABF5-D68A92A42C16}"/>
                    </a:ext>
                  </a:extLst>
                </p14:cNvPr>
                <p14:cNvContentPartPr/>
                <p14:nvPr/>
              </p14:nvContentPartPr>
              <p14:xfrm>
                <a:off x="2650095" y="5818755"/>
                <a:ext cx="443880" cy="235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C66FC1D-DC11-01A1-ABF5-D68A92A42C1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32455" y="5800755"/>
                  <a:ext cx="479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D03750-6225-2546-DDBA-78F9C89B6664}"/>
                    </a:ext>
                  </a:extLst>
                </p14:cNvPr>
                <p14:cNvContentPartPr/>
                <p14:nvPr/>
              </p14:nvContentPartPr>
              <p14:xfrm>
                <a:off x="2533815" y="5977515"/>
                <a:ext cx="137880" cy="160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D03750-6225-2546-DDBA-78F9C89B666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15815" y="5959515"/>
                  <a:ext cx="17352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9FD292-6256-7635-1F22-02128E838CFF}"/>
              </a:ext>
            </a:extLst>
          </p:cNvPr>
          <p:cNvGrpSpPr/>
          <p:nvPr/>
        </p:nvGrpSpPr>
        <p:grpSpPr>
          <a:xfrm>
            <a:off x="6623775" y="5778795"/>
            <a:ext cx="1238040" cy="685800"/>
            <a:chOff x="6623775" y="5778795"/>
            <a:chExt cx="1238040" cy="68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3FF9053-2856-02D7-843C-9F65FEBC00D3}"/>
                    </a:ext>
                  </a:extLst>
                </p14:cNvPr>
                <p14:cNvContentPartPr/>
                <p14:nvPr/>
              </p14:nvContentPartPr>
              <p14:xfrm>
                <a:off x="6671655" y="5811195"/>
                <a:ext cx="332280" cy="269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3FF9053-2856-02D7-843C-9F65FEBC00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53655" y="5793195"/>
                  <a:ext cx="3679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63C6FA-64AE-87F3-0042-04EBA40C1DC9}"/>
                    </a:ext>
                  </a:extLst>
                </p14:cNvPr>
                <p14:cNvContentPartPr/>
                <p14:nvPr/>
              </p14:nvContentPartPr>
              <p14:xfrm>
                <a:off x="6623775" y="5778795"/>
                <a:ext cx="196920" cy="80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63C6FA-64AE-87F3-0042-04EBA40C1D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06135" y="5761155"/>
                  <a:ext cx="232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B6A5A3-64F9-6FFE-8C74-C39B50B28F3E}"/>
                    </a:ext>
                  </a:extLst>
                </p14:cNvPr>
                <p14:cNvContentPartPr/>
                <p14:nvPr/>
              </p14:nvContentPartPr>
              <p14:xfrm>
                <a:off x="7087815" y="6020355"/>
                <a:ext cx="144360" cy="133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B6A5A3-64F9-6FFE-8C74-C39B50B28F3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70175" y="6002715"/>
                  <a:ext cx="180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B6C630D-0451-0A80-A5AD-F9659BA317EE}"/>
                    </a:ext>
                  </a:extLst>
                </p14:cNvPr>
                <p14:cNvContentPartPr/>
                <p14:nvPr/>
              </p14:nvContentPartPr>
              <p14:xfrm>
                <a:off x="7278975" y="6122235"/>
                <a:ext cx="43560" cy="31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B6C630D-0451-0A80-A5AD-F9659BA317E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61335" y="6104595"/>
                  <a:ext cx="792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CFA6AA-6FFD-8084-0582-FFF3561B6D68}"/>
                    </a:ext>
                  </a:extLst>
                </p14:cNvPr>
                <p14:cNvContentPartPr/>
                <p14:nvPr/>
              </p14:nvContentPartPr>
              <p14:xfrm>
                <a:off x="7368255" y="6021435"/>
                <a:ext cx="15840" cy="122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CFA6AA-6FFD-8084-0582-FFF3561B6D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50615" y="6003795"/>
                  <a:ext cx="51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F35947-9962-F59F-2DDC-703664646256}"/>
                    </a:ext>
                  </a:extLst>
                </p14:cNvPr>
                <p14:cNvContentPartPr/>
                <p14:nvPr/>
              </p14:nvContentPartPr>
              <p14:xfrm>
                <a:off x="7475175" y="6028995"/>
                <a:ext cx="139680" cy="111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F35947-9962-F59F-2DDC-70366464625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57535" y="6010995"/>
                  <a:ext cx="175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A1A9F2-A9AE-4A98-2C5E-6D3C992568FB}"/>
                    </a:ext>
                  </a:extLst>
                </p14:cNvPr>
                <p14:cNvContentPartPr/>
                <p14:nvPr/>
              </p14:nvContentPartPr>
              <p14:xfrm>
                <a:off x="7271055" y="6205395"/>
                <a:ext cx="326880" cy="4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A1A9F2-A9AE-4A98-2C5E-6D3C992568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53055" y="6187755"/>
                  <a:ext cx="362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E3403E-C491-842B-CC74-CDCCE7F9A30C}"/>
                    </a:ext>
                  </a:extLst>
                </p14:cNvPr>
                <p14:cNvContentPartPr/>
                <p14:nvPr/>
              </p14:nvContentPartPr>
              <p14:xfrm>
                <a:off x="7381575" y="6263355"/>
                <a:ext cx="258120" cy="8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E3403E-C491-842B-CC74-CDCCE7F9A3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63575" y="6245715"/>
                  <a:ext cx="293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4625F5-814A-5120-5E05-2C379474B298}"/>
                    </a:ext>
                  </a:extLst>
                </p14:cNvPr>
                <p14:cNvContentPartPr/>
                <p14:nvPr/>
              </p14:nvContentPartPr>
              <p14:xfrm>
                <a:off x="7001415" y="5907675"/>
                <a:ext cx="860400" cy="556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4625F5-814A-5120-5E05-2C379474B2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83415" y="5889675"/>
                  <a:ext cx="896040" cy="59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900347A-1F8C-24AA-B76E-F8481A1FE08D}"/>
              </a:ext>
            </a:extLst>
          </p:cNvPr>
          <p:cNvGrpSpPr/>
          <p:nvPr/>
        </p:nvGrpSpPr>
        <p:grpSpPr>
          <a:xfrm>
            <a:off x="1342215" y="5838195"/>
            <a:ext cx="860400" cy="641160"/>
            <a:chOff x="1342215" y="5838195"/>
            <a:chExt cx="860400" cy="64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99801A3-A757-A07D-52A6-079ABCB4F7AF}"/>
                    </a:ext>
                  </a:extLst>
                </p14:cNvPr>
                <p14:cNvContentPartPr/>
                <p14:nvPr/>
              </p14:nvContentPartPr>
              <p14:xfrm>
                <a:off x="1478655" y="6034035"/>
                <a:ext cx="192600" cy="148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99801A3-A757-A07D-52A6-079ABCB4F7A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60655" y="6016395"/>
                  <a:ext cx="228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A95D35-EFE7-B9B9-C732-9F3B464D7AE6}"/>
                    </a:ext>
                  </a:extLst>
                </p14:cNvPr>
                <p14:cNvContentPartPr/>
                <p14:nvPr/>
              </p14:nvContentPartPr>
              <p14:xfrm>
                <a:off x="1755135" y="6137355"/>
                <a:ext cx="28080" cy="19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A95D35-EFE7-B9B9-C732-9F3B464D7AE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37135" y="6119355"/>
                  <a:ext cx="637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36D2BF-1B29-AF2B-9CF9-CB55EECE0692}"/>
                    </a:ext>
                  </a:extLst>
                </p14:cNvPr>
                <p14:cNvContentPartPr/>
                <p14:nvPr/>
              </p14:nvContentPartPr>
              <p14:xfrm>
                <a:off x="1867815" y="6028995"/>
                <a:ext cx="15840" cy="12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36D2BF-1B29-AF2B-9CF9-CB55EECE069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50175" y="6010995"/>
                  <a:ext cx="51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142C37C-D06C-5CD5-9EDC-AC1E528128CF}"/>
                    </a:ext>
                  </a:extLst>
                </p14:cNvPr>
                <p14:cNvContentPartPr/>
                <p14:nvPr/>
              </p14:nvContentPartPr>
              <p14:xfrm>
                <a:off x="1935135" y="6019635"/>
                <a:ext cx="121680" cy="138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142C37C-D06C-5CD5-9EDC-AC1E528128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17495" y="6001635"/>
                  <a:ext cx="157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77AFBD-27EC-A93C-17DE-065DDACB1D63}"/>
                    </a:ext>
                  </a:extLst>
                </p14:cNvPr>
                <p14:cNvContentPartPr/>
                <p14:nvPr/>
              </p14:nvContentPartPr>
              <p14:xfrm>
                <a:off x="1580895" y="6220515"/>
                <a:ext cx="523080" cy="36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77AFBD-27EC-A93C-17DE-065DDACB1D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63255" y="6202875"/>
                  <a:ext cx="558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9F3CD1-B750-B96B-8DA8-FFEE99DD5C1C}"/>
                    </a:ext>
                  </a:extLst>
                </p14:cNvPr>
                <p14:cNvContentPartPr/>
                <p14:nvPr/>
              </p14:nvContentPartPr>
              <p14:xfrm>
                <a:off x="1788975" y="6316995"/>
                <a:ext cx="203040" cy="108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9F3CD1-B750-B96B-8DA8-FFEE99DD5C1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70975" y="6298995"/>
                  <a:ext cx="238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BB1E03-D0F9-D553-1635-585895A88C35}"/>
                    </a:ext>
                  </a:extLst>
                </p14:cNvPr>
                <p14:cNvContentPartPr/>
                <p14:nvPr/>
              </p14:nvContentPartPr>
              <p14:xfrm>
                <a:off x="1342215" y="5838195"/>
                <a:ext cx="860400" cy="641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BB1E03-D0F9-D553-1635-585895A88C3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24215" y="5820555"/>
                  <a:ext cx="896040" cy="67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97C2C9-84B6-BFAA-BB49-F5E531F066EF}"/>
              </a:ext>
            </a:extLst>
          </p:cNvPr>
          <p:cNvGrpSpPr/>
          <p:nvPr/>
        </p:nvGrpSpPr>
        <p:grpSpPr>
          <a:xfrm>
            <a:off x="608535" y="4657755"/>
            <a:ext cx="1251360" cy="192240"/>
            <a:chOff x="608535" y="4657755"/>
            <a:chExt cx="12513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566962-E048-1758-19C9-EC06FB263620}"/>
                    </a:ext>
                  </a:extLst>
                </p14:cNvPr>
                <p14:cNvContentPartPr/>
                <p14:nvPr/>
              </p14:nvContentPartPr>
              <p14:xfrm>
                <a:off x="608535" y="4657755"/>
                <a:ext cx="253800" cy="192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566962-E048-1758-19C9-EC06FB26362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0535" y="4639755"/>
                  <a:ext cx="289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7A3DC38-861D-6179-08A7-4EF282D480BE}"/>
                    </a:ext>
                  </a:extLst>
                </p14:cNvPr>
                <p14:cNvContentPartPr/>
                <p14:nvPr/>
              </p14:nvContentPartPr>
              <p14:xfrm>
                <a:off x="993015" y="4713195"/>
                <a:ext cx="138960" cy="9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7A3DC38-861D-6179-08A7-4EF282D480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5375" y="4695195"/>
                  <a:ext cx="1746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3FC16C-7971-1B20-AD52-FB1C6C828067}"/>
                    </a:ext>
                  </a:extLst>
                </p14:cNvPr>
                <p14:cNvContentPartPr/>
                <p14:nvPr/>
              </p14:nvContentPartPr>
              <p14:xfrm>
                <a:off x="1017135" y="4770435"/>
                <a:ext cx="101520" cy="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3FC16C-7971-1B20-AD52-FB1C6C82806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9495" y="4752795"/>
                  <a:ext cx="137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BB89957-A92B-7084-D061-01FAC1C6233C}"/>
                    </a:ext>
                  </a:extLst>
                </p14:cNvPr>
                <p14:cNvContentPartPr/>
                <p14:nvPr/>
              </p14:nvContentPartPr>
              <p14:xfrm>
                <a:off x="1256895" y="4672515"/>
                <a:ext cx="172080" cy="133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BB89957-A92B-7084-D061-01FAC1C6233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39255" y="4654515"/>
                  <a:ext cx="207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4722EF-5573-8F2D-33D4-A5C23B24652F}"/>
                    </a:ext>
                  </a:extLst>
                </p14:cNvPr>
                <p14:cNvContentPartPr/>
                <p14:nvPr/>
              </p14:nvContentPartPr>
              <p14:xfrm>
                <a:off x="1491615" y="4763955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4722EF-5573-8F2D-33D4-A5C23B24652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73975" y="474631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331340-DF7D-0F10-2D4E-302994F33D9A}"/>
                    </a:ext>
                  </a:extLst>
                </p14:cNvPr>
                <p14:cNvContentPartPr/>
                <p14:nvPr/>
              </p14:nvContentPartPr>
              <p14:xfrm>
                <a:off x="1572975" y="4670715"/>
                <a:ext cx="12600" cy="122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331340-DF7D-0F10-2D4E-302994F33D9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54975" y="4652715"/>
                  <a:ext cx="48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F160FF-9475-D697-C113-2A04935496D8}"/>
                    </a:ext>
                  </a:extLst>
                </p14:cNvPr>
                <p14:cNvContentPartPr/>
                <p14:nvPr/>
              </p14:nvContentPartPr>
              <p14:xfrm>
                <a:off x="1690695" y="4669635"/>
                <a:ext cx="169200" cy="136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F160FF-9475-D697-C113-2A04935496D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72695" y="4651995"/>
                  <a:ext cx="204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78343D8-8008-9CFF-49A0-93D04BD10DAF}"/>
                    </a:ext>
                  </a:extLst>
                </p14:cNvPr>
                <p14:cNvContentPartPr/>
                <p14:nvPr/>
              </p14:nvContentPartPr>
              <p14:xfrm>
                <a:off x="1464975" y="4774395"/>
                <a:ext cx="43200" cy="24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78343D8-8008-9CFF-49A0-93D04BD10D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46975" y="4756395"/>
                  <a:ext cx="78840" cy="6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192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177A-2369-ECD6-D109-15D4DCE1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EF80-1CF5-C9B3-E087-18DD4BEC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365125"/>
            <a:ext cx="11601449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14800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4F4D6-0115-F287-58B4-6491C468E9ED}"/>
              </a:ext>
            </a:extLst>
          </p:cNvPr>
          <p:cNvGraphicFramePr>
            <a:graphicFrameLocks noGrp="1"/>
          </p:cNvGraphicFramePr>
          <p:nvPr/>
        </p:nvGraphicFramePr>
        <p:xfrm>
          <a:off x="97917" y="1031367"/>
          <a:ext cx="8250935" cy="4772292"/>
        </p:xfrm>
        <a:graphic>
          <a:graphicData uri="http://schemas.openxmlformats.org/drawingml/2006/table">
            <a:tbl>
              <a:tblPr/>
              <a:tblGrid>
                <a:gridCol w="1521333">
                  <a:extLst>
                    <a:ext uri="{9D8B030D-6E8A-4147-A177-3AD203B41FA5}">
                      <a16:colId xmlns:a16="http://schemas.microsoft.com/office/drawing/2014/main" val="3793983248"/>
                    </a:ext>
                  </a:extLst>
                </a:gridCol>
                <a:gridCol w="1312658">
                  <a:extLst>
                    <a:ext uri="{9D8B030D-6E8A-4147-A177-3AD203B41FA5}">
                      <a16:colId xmlns:a16="http://schemas.microsoft.com/office/drawing/2014/main" val="3579566069"/>
                    </a:ext>
                  </a:extLst>
                </a:gridCol>
                <a:gridCol w="5416944">
                  <a:extLst>
                    <a:ext uri="{9D8B030D-6E8A-4147-A177-3AD203B41FA5}">
                      <a16:colId xmlns:a16="http://schemas.microsoft.com/office/drawing/2014/main" val="3358287707"/>
                    </a:ext>
                  </a:extLst>
                </a:gridCol>
              </a:tblGrid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α</a:t>
                      </a:r>
                      <a:endParaRPr lang="en-US" b="1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significance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Test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Critical z-value(s)</a:t>
                      </a:r>
                    </a:p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(Found from z-table)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12955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Two-tailed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+- 1.645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092678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One-tailed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±1.28 (+ for Right Tailed and – for Left Tailed)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500018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Two-tailed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±1.96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50832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One-tailed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±1.645 (+ for Right Tailed and – for Left Tailed)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315014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Two-tailed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±2.576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173062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One-tailed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±2.33 (+ for Right Tailed and – for Left Tailed)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7865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EB7AA9F-1344-27E2-11E7-4CF17D605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840" y="723899"/>
            <a:ext cx="3094960" cy="1329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76481A-C187-3F41-0444-DD768D033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840" y="2422151"/>
            <a:ext cx="3232243" cy="1757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308E6-6AC0-AAA2-A797-11C2EDF83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840" y="4844609"/>
            <a:ext cx="3232243" cy="163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32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2318</TotalTime>
  <Words>1097</Words>
  <Application>Microsoft Office PowerPoint</Application>
  <PresentationFormat>Widescreen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225</cp:revision>
  <dcterms:created xsi:type="dcterms:W3CDTF">2025-07-23T18:35:15Z</dcterms:created>
  <dcterms:modified xsi:type="dcterms:W3CDTF">2025-10-25T11:49:40Z</dcterms:modified>
</cp:coreProperties>
</file>