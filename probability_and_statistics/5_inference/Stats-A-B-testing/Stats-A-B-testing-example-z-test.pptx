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57" r:id="rId2"/>
    <p:sldId id="292" r:id="rId3"/>
    <p:sldId id="299" r:id="rId4"/>
    <p:sldId id="293" r:id="rId5"/>
    <p:sldId id="295" r:id="rId6"/>
    <p:sldId id="294" r:id="rId7"/>
    <p:sldId id="300" r:id="rId8"/>
    <p:sldId id="296" r:id="rId9"/>
    <p:sldId id="297" r:id="rId10"/>
    <p:sldId id="301" r:id="rId11"/>
    <p:sldId id="298" r:id="rId12"/>
    <p:sldId id="302" r:id="rId13"/>
    <p:sldId id="303" r:id="rId14"/>
    <p:sldId id="304" r:id="rId15"/>
    <p:sldId id="305" r:id="rId16"/>
    <p:sldId id="277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5T17:52:22.362"/>
    </inkml:context>
    <inkml:brush xml:id="br0">
      <inkml:brushProperty name="width" value="0.2" units="cm"/>
      <inkml:brushProperty name="height" value="0.2" units="cm"/>
      <inkml:brushProperty name="color" value="#FF0066"/>
    </inkml:brush>
  </inkml:definitions>
  <inkml:trace contextRef="#ctx0" brushRef="#br0">14 49 6333 0 0,'-3'-42'-14'0'0,"3"40"353"0"0,0 2-341 0 0,0 0-1 0 0,0 0 1 0 0,0-1 0 0 0,0 1-1 0 0,0 0 1 0 0,0 0 0 0 0,0 0-1 0 0,0 0 1 0 0,0 0 0 0 0,0-1-1 0 0,0 1 1 0 0,0 0-1 0 0,0 0 1 0 0,0 0 0 0 0,0 0-1 0 0,0-1 1 0 0,0 1 0 0 0,0 0-1 0 0,0 0 1 0 0,0 0 0 0 0,0 0-1 0 0,0 0 1 0 0,0 0 0 0 0,0-1-1 0 0,0 1 1 0 0,-1 0 0 0 0,1 0-1 0 0,0 0 1 0 0,0 0 0 0 0,0 0-1 0 0,0 0 1 0 0,0 0 0 0 0,0 0-1 0 0,-1-1 1 0 0,1 1 0 0 0,0 0-1 0 0,0 0 1 0 0,0 0 0 0 0,0 0-1 0 0,0 0 1 0 0,-1 0 0 0 0,1 0-1 0 0,0 0 1 0 0,0 0-1 0 0,0 0 1 0 0,0 0 0 0 0,0 0-1 0 0,-1 0 1 0 0,1 0 0 0 0,0 0-1 0 0,0 0 1 0 0,0 0 0 0 0,0 0-1 0 0,0 0 1 0 0,-1 0 0 0 0,1 1-1 0 0,0-1 1 0 0,0 0 0 0 0,0 0-1 0 0,0 0 1 0 0,0 0 0 0 0,0 0-1 0 0,-1 0 1 0 0,1 0 0 0 0,0 0-1 0 0,0 1 1 0 0,0-1 0 0 0,0 0-1 0 0,0 0 1 0 0,-2 16-19 0 0,0-1 1 0 0,1 1-1 0 0,1-1 0 0 0,1 1 1 0 0,4 29-1 0 0,25 87-44 0 0,-14-66 43 0 0,-6-21 13 0 0,41 160 53 0 0,-41-154 205 0 0,-9-50-183 0 0,1 15 546 0 0,15-45-6001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5T17:52:22.992"/>
    </inkml:context>
    <inkml:brush xml:id="br0">
      <inkml:brushProperty name="width" value="0.2" units="cm"/>
      <inkml:brushProperty name="height" value="0.2" units="cm"/>
      <inkml:brushProperty name="color" value="#FF0066"/>
    </inkml:brush>
  </inkml:definitions>
  <inkml:trace contextRef="#ctx0" brushRef="#br0">17 5 4060 0 0,'0'0'-182'0'0,"5"-5"-182"0"0,-5 6 375 0 0,0-1 0 0 0,0 0 1 0 0,0 0-1 0 0,0 0 0 0 0,0 0 0 0 0,0 0 0 0 0,0 0 68 0 0,0 0-68 0 0,0 0 0 0 0,0 0 0 0 0,0 0 0 0 0,0 0 1 0 0,0 1-1 0 0,0-1 0 0 0,1 0 0 0 0,-1 0 0 0 0,0 0 0 0 0,0 0 1 0 0,0 0-1 0 0,0 0 0 0 0,0 0 0 0 0,0 0 0 0 0,0 0 1 0 0,0 0-1 0 0,0 0 0 0 0,0 0 0 0 0,0 0 0 0 0,0 0 0 0 0,0 0 1 0 0,1 0-1 0 0,-1 0 0 0 0,0 0 0 0 0,0 0 0 0 0,0 0 1 0 0,0-1-1 0 0,-4 12-1 0 0,-15 47-84 0 0,19-56 331 0 0,5-5-207 0 0,53-39 1097 0 0,-64 46-1165 0 0,-47 31-2553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5T17:52:23.802"/>
    </inkml:context>
    <inkml:brush xml:id="br0">
      <inkml:brushProperty name="width" value="0.2" units="cm"/>
      <inkml:brushProperty name="height" value="0.2" units="cm"/>
      <inkml:brushProperty name="color" value="#FF0066"/>
    </inkml:brush>
  </inkml:definitions>
  <inkml:trace contextRef="#ctx0" brushRef="#br0">123 14 3592 0 0,'0'0'-100'0'0,"5"-10"0"0"0,-5 6 904 0 0,-9 15-800 0 0,0 0 0 0 0,1 0-1 0 0,0 0 1 0 0,1 1 0 0 0,1 0-1 0 0,-9 21 1 0 0,-26 88-82 0 0,32-92 62 0 0,5-12-1 0 0,0 1-1 0 0,1 0 1 0 0,1 0 0 0 0,0-1 0 0 0,2 1 0 0 0,0 0-1 0 0,1 0 1 0 0,0 0 0 0 0,7 26 0 0 0,-5-36 15 0 0,0-1 1 0 0,1 1 0 0 0,0-1 0 0 0,0 0 0 0 0,0 0-1 0 0,1 0 1 0 0,0-1 0 0 0,1 1 0 0 0,-1-1 0 0 0,1-1-1 0 0,1 1 1 0 0,-1-1 0 0 0,1 0 0 0 0,-1 0-1 0 0,2-1 1 0 0,-1 0 0 0 0,0 0 0 0 0,1-1 0 0 0,14 5-1 0 0,-16-6 50 0 0,1 0 0 0 0,-1 0 0 0 0,0 0 0 0 0,1-1 0 0 0,-1 0 0 0 0,1-1 0 0 0,-1 1 0 0 0,1-1 0 0 0,-1 0 0 0 0,1-1-1 0 0,-1 0 1 0 0,0 0 0 0 0,1 0 0 0 0,-1-1 0 0 0,0 0 0 0 0,0 0 0 0 0,1 0 0 0 0,-2-1 0 0 0,1 0 0 0 0,0 0 0 0 0,-1 0-1 0 0,1-1 1 0 0,-1 0 0 0 0,0 0 0 0 0,7-8 0 0 0,-9 10-5 0 0,-1-1 1 0 0,0 0-1 0 0,1 0 1 0 0,-1 0-1 0 0,0 0 0 0 0,0 0 1 0 0,-1-1-1 0 0,1 1 0 0 0,-1 0 1 0 0,0-1-1 0 0,0 0 0 0 0,0 1 1 0 0,0-1-1 0 0,0 1 0 0 0,-1-1 1 0 0,0 0-1 0 0,1 0 0 0 0,-1 1 1 0 0,-1-1-1 0 0,1 0 1 0 0,-1 1-1 0 0,1-1 0 0 0,-1 0 1 0 0,0 1-1 0 0,0-1 0 0 0,-1 1 1 0 0,1-1-1 0 0,-1 1 0 0 0,1 0 1 0 0,-1 0-1 0 0,0-1 0 0 0,0 1 1 0 0,-1 0-1 0 0,1 1 0 0 0,-1-1 1 0 0,1 0-1 0 0,-1 1 0 0 0,0 0 1 0 0,0-1-1 0 0,0 1 1 0 0,0 0-1 0 0,-1 0 0 0 0,1 1 1 0 0,0-1-1 0 0,-1 1 0 0 0,1 0 1 0 0,-1 0-1 0 0,1 0 0 0 0,-8-1 1 0 0,-119-8-1796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5T17:52:24.769"/>
    </inkml:context>
    <inkml:brush xml:id="br0">
      <inkml:brushProperty name="width" value="0.2" units="cm"/>
      <inkml:brushProperty name="height" value="0.2" units="cm"/>
      <inkml:brushProperty name="color" value="#FF0066"/>
    </inkml:brush>
  </inkml:definitions>
  <inkml:trace contextRef="#ctx0" brushRef="#br0">29 149 4164 0 0,'-2'-9'-48'0'0,"1"1"0"0"0,0 0 1 0 0,0-1-1 0 0,1 1 0 0 0,1-10 0 0 0,-1 10 264 0 0,0-1 1 0 0,0 1 0 0 0,0-1-1 0 0,-1 1 1 0 0,-2-10-1 0 0,2 17-98 0 0,-2-13 226 0 0,-4 27-311 0 0,5-8-42 0 0,0 1-1 0 0,0 0 0 0 0,1 0 1 0 0,0 0-1 0 0,0 0 0 0 0,1 7 1 0 0,2 5-8 0 0,1 1 0 0 0,0-1 1 0 0,2 0-1 0 0,0 0 0 0 0,1 0 1 0 0,10 20-1 0 0,-12-31 7 0 0,0 0 1 0 0,0 0 0 0 0,0-1-1 0 0,1 1 1 0 0,0-1-1 0 0,0 0 1 0 0,1 0 0 0 0,-1-1-1 0 0,1 1 1 0 0,1-1 0 0 0,-1-1-1 0 0,1 1 1 0 0,0-1-1 0 0,0 0 1 0 0,0-1 0 0 0,14 6-1 0 0,-18-9 15 0 0,0 1-1 0 0,0-1 1 0 0,0 0-1 0 0,0 0 1 0 0,1 0 0 0 0,-1 0-1 0 0,0 0 1 0 0,0-1-1 0 0,0 1 1 0 0,0-1-1 0 0,0 0 1 0 0,0 0-1 0 0,0 0 1 0 0,0 0 0 0 0,0-1-1 0 0,0 1 1 0 0,0-1-1 0 0,-1 0 1 0 0,1 0-1 0 0,0 0 1 0 0,-1 0-1 0 0,0 0 1 0 0,0 0 0 0 0,1-1-1 0 0,-1 1 1 0 0,-1-1-1 0 0,1 1 1 0 0,0-1-1 0 0,-1 0 1 0 0,2-3-1 0 0,3-4 18 0 0,-1 0-1 0 0,-1-1 1 0 0,1 1-1 0 0,-2-1 1 0 0,1 0-1 0 0,2-22 1 0 0,-4 14-7 0 0,2-3 221 0 0,-2 0 0 0 0,0-1-1 0 0,-2 1 1 0 0,0-1-1 0 0,-4-22 1 0 0,4 43-214 0 0,-1 8-47 0 0,-1 18 7 0 0,1 1 1 0 0,1-1 0 0 0,1 0 0 0 0,2 1 0 0 0,0-1-1 0 0,8 29 1 0 0,49 147-6 0 0,-22-76 125 0 0,-38-122-185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5T17:52:25.427"/>
    </inkml:context>
    <inkml:brush xml:id="br0">
      <inkml:brushProperty name="width" value="0.2" units="cm"/>
      <inkml:brushProperty name="height" value="0.2" units="cm"/>
      <inkml:brushProperty name="color" value="#FF0066"/>
    </inkml:brush>
  </inkml:definitions>
  <inkml:trace contextRef="#ctx0" brushRef="#br0">139 10 4596 0 0,'0'0'-237'0'0,"-3"-4"-534"0"0,2 3 751 0 0,1 1 0 0 0,-1-1 1 0 0,0 1-1 0 0,1-1 0 0 0,-1 1 0 0 0,0 0 1 0 0,0-1-1 0 0,0 1 0 0 0,1 0 0 0 0,-1 0 1 0 0,0-1-1 0 0,0 1 0 0 0,0 0 0 0 0,1 0 1 0 0,-1 0-1 0 0,0 0 0 0 0,0 0 0 0 0,0 0 1 0 0,-1 0-1 0 0,-9 4-26 0 0,0 0 0 0 0,1 1 1 0 0,0 0-1 0 0,0 0 0 0 0,0 1 0 0 0,0 0 1 0 0,-13 12-1 0 0,20-16 38 0 0,2 0 0 0 0,-1 0 0 0 0,0 0 0 0 0,0 0 0 0 0,0 0 0 0 0,1 0-1 0 0,0 0 1 0 0,-1 0 0 0 0,1 0 0 0 0,0 1 0 0 0,0-1 0 0 0,0 1 0 0 0,0-1 0 0 0,0 1 0 0 0,1-1 0 0 0,-1 1 0 0 0,1-1 0 0 0,-1 1 0 0 0,1 0 0 0 0,0-1-1 0 0,1 4 1 0 0,0-1 3 0 0,0-1-1 0 0,0 0 0 0 0,1 1 0 0 0,-1-1 1 0 0,1 0-1 0 0,0 0 0 0 0,0 0 0 0 0,1 0 0 0 0,0 0 1 0 0,-1 0-1 0 0,5 3 0 0 0,5 6 3 0 0,1-1 1 0 0,0 0-1 0 0,1-1 0 0 0,1-1 0 0 0,16 10 1 0 0,8 1-14 0 0,-24-14 12 0 0,-1 0 0 0 0,0 1 0 0 0,0 0 0 0 0,-1 1 0 0 0,0 1-1 0 0,0 0 1 0 0,-1 1 0 0 0,-1 0 0 0 0,11 14 0 0 0,-21-24 49 0 0,0 1-1 0 0,0-1 1 0 0,0 1 0 0 0,0-1 0 0 0,-1 1-1 0 0,1 0 1 0 0,0-1 0 0 0,-1 1 0 0 0,0 0-1 0 0,1 0 1 0 0,-1-1 0 0 0,0 1 0 0 0,0 0-1 0 0,0 0 1 0 0,0-1 0 0 0,0 1 0 0 0,0 0-1 0 0,-1 0 1 0 0,1-1 0 0 0,-1 1 0 0 0,1 0-1 0 0,-1 0 1 0 0,-1 1 0 0 0,0 1 46 0 0,0-1 1 0 0,-1 1-1 0 0,1-1 1 0 0,-1 0-1 0 0,0 0 0 0 0,0-1 1 0 0,0 1-1 0 0,0 0 1 0 0,-1-1-1 0 0,-3 3 0 0 0,-2 0 120 0 0,1-1 0 0 0,-1 0 0 0 0,0 0 0 0 0,0-1 0 0 0,0 0-1 0 0,-1-1 1 0 0,1 0 0 0 0,-19 2 0 0 0,26-4-286 0 0,0 0 0 0 0,0 0 0 0 0,0 1 0 0 0,0-1 0 0 0,1-1 0 0 0,-1 1 0 0 0,0 0 0 0 0,0 0 0 0 0,0-1 0 0 0,0 1 0 0 0,0-1 0 0 0,1 0 0 0 0,-1 1 0 0 0,0-1 1 0 0,0 0-1 0 0,1 0 0 0 0,-1 0 0 0 0,1 0 0 0 0,-1 0 0 0 0,1-1 0 0 0,-1 1 0 0 0,1 0 0 0 0,0-1 0 0 0,-1 1 0 0 0,1-1 0 0 0,0 1 0 0 0,0-1 0 0 0,0 0 0 0 0,0 1 0 0 0,1-1 0 0 0,-1 0 0 0 0,0 0 0 0 0,1 1 0 0 0,-1-1 0 0 0,1 0 0 0 0,0 0 0 0 0,-1 0 0 0 0,1 0 0 0 0,0 0 0 0 0,0 0 1 0 0,0 1-1 0 0,0-1 0 0 0,1-2 0 0 0,1-13-1255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5T17:52:25.661"/>
    </inkml:context>
    <inkml:brush xml:id="br0">
      <inkml:brushProperty name="width" value="0.2" units="cm"/>
      <inkml:brushProperty name="height" value="0.2" units="cm"/>
      <inkml:brushProperty name="color" value="#FF0066"/>
    </inkml:brush>
  </inkml:definitions>
  <inkml:trace contextRef="#ctx0" brushRef="#br0">25 156 4576 0 0,'0'0'-24'0'0,"-16"-2"28"0"0,7-6-8 0 0,39-11-20 0 0,-10 9 8 0 0,10-5-48 0 0,11-7-108 0 0,-3 2-96 0 0,4-2-212 0 0,-4-1-720 0 0,-5 9 728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5T17:52:26.883"/>
    </inkml:context>
    <inkml:brush xml:id="br0">
      <inkml:brushProperty name="width" value="0.2" units="cm"/>
      <inkml:brushProperty name="height" value="0.2" units="cm"/>
      <inkml:brushProperty name="color" value="#FF0066"/>
    </inkml:brush>
  </inkml:definitions>
  <inkml:trace contextRef="#ctx0" brushRef="#br0">423 16 3088 0 0,'5'-12'95'0'0,"-9"8"375"0"0,-14 11 318 0 0,10-4-1027 0 0,-1 2 242 0 0,1-1 0 0 0,-1 1 0 0 0,1 1 1 0 0,0-1-1 0 0,1 2 0 0 0,-1-1 1 0 0,1 1-1 0 0,-8 10 0 0 0,-10 8 15 0 0,-66 66-92 0 0,64-61 413 0 0,-1-1 0 0 0,-2-2 0 0 0,-35 26 1180 0 0,49-67-1246 0 0,14 13-256 0 0,0-1 1 0 0,0 1 0 0 0,0-1 0 0 0,0 1 0 0 0,1-1-1 0 0,-1 0 1 0 0,1 0 0 0 0,-1 0 0 0 0,1 0 0 0 0,0 0 0 0 0,-1 0-1 0 0,1 0 1 0 0,0-1 0 0 0,1 1 0 0 0,-1 0 0 0 0,0-1-1 0 0,1 1 1 0 0,-1-4 0 0 0,-2-8-26 0 0,1-1-1 0 0,1 1 1 0 0,0-1-1 0 0,1 1 1 0 0,1-1-1 0 0,0 0 0 0 0,6-24 1 0 0,-4 25-349 0 0,-2 19 25 0 0,0 8 334 0 0,-1-7-24 0 0,1 1-1 0 0,-1 0 0 0 0,-1 0 1 0 0,0 0-1 0 0,0 0 1 0 0,0 0-1 0 0,-4 12 0 0 0,-2 10-28 0 0,6-24 27 0 0,0 0 1 0 0,0 0-1 0 0,1 1 1 0 0,0-1-1 0 0,0 0 1 0 0,0 0-1 0 0,1 0 1 0 0,2 10-1 0 0,-3-13 21 0 0,1 0-1 0 0,0-1 0 0 0,0 1 0 0 0,1-1 0 0 0,-1 0 1 0 0,0 1-1 0 0,0-1 0 0 0,1 0 0 0 0,-1 0 0 0 0,1 1 0 0 0,-1-1 1 0 0,1 0-1 0 0,-1-1 0 0 0,1 1 0 0 0,0 0 0 0 0,-1 0 1 0 0,1-1-1 0 0,0 1 0 0 0,-1-1 0 0 0,1 1 0 0 0,0-1 0 0 0,0 0 1 0 0,0 0-1 0 0,0 1 0 0 0,-1-1 0 0 0,1-1 0 0 0,3 1 1 0 0,42-3-766 0 0,0-2 0 0 0,-1-1 1 0 0,48-15-1 0 0,-76 16-317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5T17:52:27.869"/>
    </inkml:context>
    <inkml:brush xml:id="br0">
      <inkml:brushProperty name="width" value="0.2" units="cm"/>
      <inkml:brushProperty name="height" value="0.2" units="cm"/>
      <inkml:brushProperty name="color" value="#FF0066"/>
    </inkml:brush>
  </inkml:definitions>
  <inkml:trace contextRef="#ctx0" brushRef="#br0">42 179 3804 0 0,'-4'0'16'0'0,"-30"0"297"0"0,31 0 234 0 0,10-2-527 0 0,1442-151 98 0 0,-1354 152-111 0 0,-51 1 111 0 0,64-7 0 0 0,-105 7-91 0 0,10-5-2294 0 0,-13-5 1302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5T17:52:36.781"/>
    </inkml:context>
    <inkml:brush xml:id="br0">
      <inkml:brushProperty name="width" value="0.2" units="cm"/>
      <inkml:brushProperty name="height" value="0.2" units="cm"/>
      <inkml:brushProperty name="color" value="#33CCFF"/>
    </inkml:brush>
  </inkml:definitions>
  <inkml:trace contextRef="#ctx0" brushRef="#br0">28 53 6229 0 0,'21'-51'303'0'0,"-20"50"-224"0"0,9 40-175 0 0,-4-9 91 0 0,1 1 1 0 0,1-1 0 0 0,1-1 0 0 0,2 0-1 0 0,16 32 1 0 0,-27-60 4 0 0,8 13 2265 0 0,-8-21-1133 0 0,-11-42-812 0 0,-2-11 30 0 0,-3-12-64 0 0,16 70-318 0 0,-1-4-19 0 0,0 4-24 0 0,0 5-352 0 0,1 1 415 0 0,-2 61-118 0 0,2-60 104 0 0,0 0-1 0 0,1 0 1 0 0,0 1 0 0 0,0-1-1 0 0,0 0 1 0 0,0 0 0 0 0,1 0 0 0 0,0-1-1 0 0,0 1 1 0 0,5 8 0 0 0,-1 15 188 0 0,-46-218-59 0 0,39 188-150 0 0,-1 4-189 0 0,1 0 228 0 0,-1 0-1 0 0,0 0 1 0 0,1 0 0 0 0,-1 0 0 0 0,1 0-1 0 0,0 1 1 0 0,-1-1 0 0 0,0 4 0 0 0,2 2-86 0 0,0 1 1 0 0,0-1 0 0 0,1 0 0 0 0,0 1 0 0 0,0-1 0 0 0,1 0-1 0 0,1 0 1 0 0,-1 0 0 0 0,1 0 0 0 0,6 11 0 0 0,-7-22 103 0 0,-1 0 1 0 0,0 0-1 0 0,1 0 1 0 0,-1 0-1 0 0,0 0 1 0 0,0 0-1 0 0,0 0 1 0 0,-1 0-1 0 0,1 0 1 0 0,-1 0-1 0 0,0-1 0 0 0,0 1 1 0 0,0 0-1 0 0,0 0 1 0 0,0 0-1 0 0,-1-1 1 0 0,0 1-1 0 0,1 0 1 0 0,-1 0-1 0 0,0 0 1 0 0,0 0-1 0 0,-1 0 1 0 0,1 0-1 0 0,-1 0 1 0 0,1 1-1 0 0,-4-4 0 0 0,4 4 11 0 0,-2 2-78 0 0,0 0-1 0 0,0 0 1 0 0,0 1 0 0 0,0-1-1 0 0,0 0 1 0 0,0 1 0 0 0,1 0-1 0 0,-1 0 1 0 0,0 0 0 0 0,0 0-1 0 0,0 0 1 0 0,1 0-1 0 0,-1 1 1 0 0,0-1 0 0 0,1 1-1 0 0,-1 0 1 0 0,1 0 0 0 0,0 0-1 0 0,0 0 1 0 0,0 0 0 0 0,0 0-1 0 0,0 1 1 0 0,0-1 0 0 0,0 1-1 0 0,1-1 1 0 0,0 1-1 0 0,-1 0 1 0 0,1 0 0 0 0,0-1-1 0 0,0 1 1 0 0,0 0 0 0 0,1 0-1 0 0,-2 5 1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5T17:52:37.974"/>
    </inkml:context>
    <inkml:brush xml:id="br0">
      <inkml:brushProperty name="width" value="0.2" units="cm"/>
      <inkml:brushProperty name="height" value="0.2" units="cm"/>
      <inkml:brushProperty name="color" value="#33CCFF"/>
    </inkml:brush>
  </inkml:definitions>
  <inkml:trace contextRef="#ctx0" brushRef="#br0">7 119 4784 0 0,'0'0'-386'0'0,"-4"5"-591"0"0,4-5 929 0 0,-1 1-1 0 0,1 0 1 0 0,0 0-1 0 0,-1 0 1 0 0,1-1 0 0 0,0 1-1 0 0,0 0 1 0 0,0 0-1 0 0,0 0 1 0 0,0 0-1 0 0,0-1 1 0 0,0 1-1 0 0,0 1 1 0 0,7 4-13 0 0,0 0 1 0 0,1 0-1 0 0,0-1 1 0 0,0 0-1 0 0,0-1 1 0 0,0 0 0 0 0,1 0-1 0 0,-1-1 1 0 0,16 4-1 0 0,92 19-5 0 0,-88-21 40 0 0,59 11 75 0 0,2-3 0 0 0,0-4 1 0 0,0-4-1 0 0,1-4 1 0 0,-1-4-1 0 0,124-20 1 0 0,666-116 788 0 0,-679 99-711 0 0,-135 24-84 0 0,1 3 0 0 0,1 3 0 0 0,74-2 1 0 0,-75 8 866 0 0,-63 3-1232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5T17:52:38.348"/>
    </inkml:context>
    <inkml:brush xml:id="br0">
      <inkml:brushProperty name="width" value="0.2" units="cm"/>
      <inkml:brushProperty name="height" value="0.2" units="cm"/>
      <inkml:brushProperty name="color" value="#33CCFF"/>
    </inkml:brush>
  </inkml:definitions>
  <inkml:trace contextRef="#ctx0" brushRef="#br0">44 26 3504 0 0,'-44'-26'1593'0'0,"83"35"-1588"0"0,0 1 0 0 0,0 2 0 0 0,-1 1 0 0 0,-1 2 0 0 0,0 2 0 0 0,-2 2 0 0 0,0 1 0 0 0,36 26 0 0 0,-69-45-1 0 0,0 0 1 0 0,0 0 0 0 0,-1 1 0 0 0,1-1-1 0 0,0 0 1 0 0,0 0 0 0 0,-1 1-1 0 0,1-1 1 0 0,-1 1 0 0 0,1 0-1 0 0,-1-1 1 0 0,0 1 0 0 0,0 0-1 0 0,0 0 1 0 0,0 0 0 0 0,0 0-1 0 0,0 0 1 0 0,0 0 0 0 0,-1 0-1 0 0,1 0 1 0 0,-1 0 0 0 0,1 0-1 0 0,-1 0 1 0 0,0 0 0 0 0,0 0-1 0 0,0 1 1 0 0,0-1 0 0 0,0 0 0 0 0,0 0-1 0 0,-1 0 1 0 0,1 0 0 0 0,-1 0-1 0 0,1 0 1 0 0,-1 0 0 0 0,0 0-1 0 0,-1 3 1 0 0,-3 1 17 0 0,0 0 0 0 0,0 0 0 0 0,0-1 0 0 0,-1 1 0 0 0,0-1 1 0 0,0-1-1 0 0,0 1 0 0 0,-13 6 0 0 0,-112 58-2660 0 0,121-66 1618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5T17:52:39.860"/>
    </inkml:context>
    <inkml:brush xml:id="br0">
      <inkml:brushProperty name="width" value="0.2" units="cm"/>
      <inkml:brushProperty name="height" value="0.2" units="cm"/>
      <inkml:brushProperty name="color" value="#33CCFF"/>
    </inkml:brush>
  </inkml:definitions>
  <inkml:trace contextRef="#ctx0" brushRef="#br0">20 190 3708 0 0,'0'0'4'0'0,"-19"-11"3363"0"0,19 9-3047 0 0,2-1-236 0 0,18-15-44 0 0,0 0 0 0 0,2 1 0 0 0,-1 1 0 0 0,2 1 0 0 0,0 1 0 0 0,1 1 0 0 0,0 1 0 0 0,1 2 0 0 0,0 0 0 0 0,1 1 0 0 0,31-5 0 0 0,-46 11-62 0 0,0 1 1 0 0,0 1-1 0 0,0 0 0 0 0,0 0 0 0 0,0 1 0 0 0,0 1 0 0 0,0 0 0 0 0,0 0 0 0 0,0 1 0 0 0,0 0 0 0 0,0 1 1 0 0,-1 1-1 0 0,20 8 0 0 0,-29-11 16 0 0,0 0 1 0 0,0 0-1 0 0,0 0 0 0 0,0 0 1 0 0,0 0-1 0 0,0 1 1 0 0,0-1-1 0 0,0 0 0 0 0,0 1 1 0 0,0-1-1 0 0,-1 0 1 0 0,1 1-1 0 0,-1-1 0 0 0,1 1 1 0 0,-1-1-1 0 0,1 1 1 0 0,-1-1-1 0 0,0 1 1 0 0,0-1-1 0 0,0 1 0 0 0,0 0 1 0 0,0-1-1 0 0,0 1 1 0 0,0-1-1 0 0,-1 1 0 0 0,1-1 1 0 0,0 1-1 0 0,-1-1 1 0 0,1 1-1 0 0,-1-1 0 0 0,0 2 1 0 0,-24 44-45 0 0,24-46 47 0 0,-46 65-35 0 0,-2-3 1 0 0,-92 89-1 0 0,132-143 40 0 0,0 0-1 0 0,1 0 1 0 0,1 1 0 0 0,0 0-1 0 0,-9 15 1 0 0,21-23 0 0 0,-1 0-1 0 0,1-1 1 0 0,-1 0 0 0 0,1 0-1 0 0,0-1 1 0 0,0 1 0 0 0,-1-1-1 0 0,8 0 1 0 0,-12 0-2 0 0,211-10 9 0 0,-208 10 2 0 0,12 0 116 0 0,-14 0-206 0 0,1 0 0 0 0,-1 1 0 0 0,1-1 1 0 0,-1 0-1 0 0,0 0 0 0 0,1 0 0 0 0,-1 0 0 0 0,1 0 0 0 0,-1 0 0 0 0,1 0 0 0 0,-1-1 0 0 0,0 1 0 0 0,1 0 0 0 0,1-2 1 0 0,13-13-2714 0 0,-7 7 1139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5T17:52:40.362"/>
    </inkml:context>
    <inkml:brush xml:id="br0">
      <inkml:brushProperty name="width" value="0.2" units="cm"/>
      <inkml:brushProperty name="height" value="0.2" units="cm"/>
      <inkml:brushProperty name="color" value="#33CCFF"/>
    </inkml:brush>
  </inkml:definitions>
  <inkml:trace contextRef="#ctx0" brushRef="#br0">1 11 4432 0 0,'0'0'-298'0'0,"1"6"-1003"0"0,-1-6 1298 0 0,0 1 1 0 0,1-1-1 0 0,-1 0 1 0 0,0 1 0 0 0,0-1-1 0 0,1 0 1 0 0,-1 0-1 0 0,0 1 1 0 0,1-1 0 0 0,-1 0-1 0 0,0 0 1 0 0,1 1 0 0 0,58-16 270 0 0,-57 15-174 0 0,19-6 802 0 0,-41 33-744 0 0,19-26-92 0 0,-8 11 333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5T17:52:41.133"/>
    </inkml:context>
    <inkml:brush xml:id="br0">
      <inkml:brushProperty name="width" value="0.2" units="cm"/>
      <inkml:brushProperty name="height" value="0.2" units="cm"/>
      <inkml:brushProperty name="color" value="#33CCFF"/>
    </inkml:brush>
  </inkml:definitions>
  <inkml:trace contextRef="#ctx0" brushRef="#br0">151 55 2792 0 0,'0'0'-83'0'0,"10"-15"113"0"0,-6 5 339 0 0,-8 8 309 0 0,-8 9-676 0 0,0 0 0 0 0,1 1 1 0 0,0 1-1 0 0,0 0 0 0 0,1 0 0 0 0,0 1 0 0 0,0 1 0 0 0,1-1 0 0 0,1 1 0 0 0,0 1 0 0 0,0 0 0 0 0,1 0 0 0 0,1 0 0 0 0,0 1 0 0 0,0 0 0 0 0,2 0 1 0 0,-1 0-1 0 0,-2 16 0 0 0,7-25 1 0 0,1-1 0 0 0,-1 1 1 0 0,0 0-1 0 0,1 0 0 0 0,0 0 1 0 0,0 0-1 0 0,0-1 1 0 0,0 1-1 0 0,0 0 0 0 0,1-1 1 0 0,0 1-1 0 0,0-1 0 0 0,0 0 1 0 0,0 0-1 0 0,0 1 0 0 0,1-1 1 0 0,-1-1-1 0 0,1 1 1 0 0,0 0-1 0 0,0-1 0 0 0,0 1 1 0 0,0-1-1 0 0,0 0 0 0 0,1 0 1 0 0,-1 0-1 0 0,5 2 0 0 0,7 3 51 0 0,1 1 0 0 0,1-2 0 0 0,-1 0-1 0 0,25 5 1 0 0,-31-10 119 0 0,0 1 0 0 0,0-1 0 0 0,0-1 0 0 0,0 1 0 0 0,0-2 0 0 0,0 1 0 0 0,0-2 0 0 0,0 1 0 0 0,0-1 0 0 0,0-1 0 0 0,-1 0-1 0 0,1 0 1 0 0,-1-1 0 0 0,12-6 0 0 0,-15 7-59 0 0,-1 0 0 0 0,1-1 0 0 0,-1 0 0 0 0,0 0-1 0 0,0 0 1 0 0,0-1 0 0 0,0 0 0 0 0,-1 0 0 0 0,0 0-1 0 0,0 0 1 0 0,0-1 0 0 0,0 1 0 0 0,-1-1 0 0 0,0 0 0 0 0,-1 0-1 0 0,1 0 1 0 0,-1 0 0 0 0,0-1 0 0 0,-1 1 0 0 0,1-1-1 0 0,-1 1 1 0 0,0-1 0 0 0,-1-7 0 0 0,0 8-74 0 0,-1 0 0 0 0,0 0 0 0 0,-1 1 0 0 0,1-1 0 0 0,-1 1 0 0 0,0-1 0 0 0,-1 1 0 0 0,1 0 0 0 0,-1-1 0 0 0,0 1 0 0 0,0 1 0 0 0,-1-1 0 0 0,1 0 0 0 0,-1 1 0 0 0,0 0 0 0 0,0-1 0 0 0,-1 2 0 0 0,1-1 0 0 0,-1 0 0 0 0,-6-2 0 0 0,-14-10 21 0 0,0 1-1 0 0,-49-19 1 0 0,48 23-5 0 0,6 4-43 0 0,-18-11 23 0 0,36 17-58 0 0,2 1 10 0 0,-11-6-893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5T17:52:41.959"/>
    </inkml:context>
    <inkml:brush xml:id="br0">
      <inkml:brushProperty name="width" value="0.2" units="cm"/>
      <inkml:brushProperty name="height" value="0.2" units="cm"/>
      <inkml:brushProperty name="color" value="#33CCFF"/>
    </inkml:brush>
  </inkml:definitions>
  <inkml:trace contextRef="#ctx0" brushRef="#br0">0 105 5977 0 0,'1'-12'-111'0'0,"1"1"0"0"0,0-1-1 0 0,1 1 1 0 0,5-15 0 0 0,1-6 1305 0 0,-9 32-1186 0 0,0 1-1 0 0,0-1 1 0 0,0 0 0 0 0,-1 0-1 0 0,1 0 1 0 0,0 0-1 0 0,0 0 1 0 0,0 0-1 0 0,0 0 1 0 0,0 0-1 0 0,0 0 1 0 0,0 0 0 0 0,0 0-1 0 0,0 0 1 0 0,0 0-1 0 0,-1 0 1 0 0,1 0-1 0 0,0 0 1 0 0,0 0 0 0 0,0 0-1 0 0,0 0 1 0 0,0 0-1 0 0,0 0 1 0 0,0 0-1 0 0,0 0 1 0 0,-1 0 0 0 0,1 0-1 0 0,0 0 1 0 0,0 0-1 0 0,0 0 1 0 0,0 0-1 0 0,0 0 1 0 0,0 0-1 0 0,0 0 1 0 0,0 0 0 0 0,-1 0-1 0 0,1 0 1 0 0,0 0-1 0 0,0 0 1 0 0,0 0-1 0 0,0 0 1 0 0,0 0 0 0 0,0-1-1 0 0,0 1 1 0 0,0 0-1 0 0,0 0 1 0 0,0 0-1 0 0,0 0 1 0 0,-5 20 50 0 0,2 30-115 0 0,5-38 50 0 0,0 0 1 0 0,1-1-1 0 0,0 1 1 0 0,1-1-1 0 0,0 0 1 0 0,0 0-1 0 0,2-1 0 0 0,-1 1 1 0 0,1-1-1 0 0,1 0 1 0 0,-1 0-1 0 0,2-1 1 0 0,-1 0-1 0 0,1-1 1 0 0,11 10-1 0 0,-7-8 18 0 0,1 0-1 0 0,0 0 1 0 0,1-1 0 0 0,0-1-1 0 0,0 0 1 0 0,1-1-1 0 0,0-1 1 0 0,0 0-1 0 0,0-1 1 0 0,24 4 0 0 0,-36-9 0 0 0,0 1 1 0 0,0-1 0 0 0,0-1-1 0 0,0 1 1 0 0,-1 0 0 0 0,1-1 0 0 0,0 0-1 0 0,0 1 1 0 0,0-1 0 0 0,0 0-1 0 0,-1-1 1 0 0,1 1 0 0 0,0 0-1 0 0,-1-1 1 0 0,1 1 0 0 0,-1-1 0 0 0,0 0-1 0 0,1 0 1 0 0,-1 0 0 0 0,0 0-1 0 0,0 0 1 0 0,0-1 0 0 0,-1 1-1 0 0,1 0 1 0 0,0-1 0 0 0,-1 1 0 0 0,0-1-1 0 0,2-3 1 0 0,3-7 66 0 0,-1 0 0 0 0,0 0 0 0 0,-1 0-1 0 0,4-18 1 0 0,-2-5 713 0 0,-2-1-1 0 0,0-64 1 0 0,-4 99-711 0 0,-3-7-189 0 0,22 504-48 0 0,-17-469 51 0 0,4 90-212 0 0,-7-104-433 0 0,0 1 0 0 0,0 0 0 0 0,-7 22 0 0 0,3-23-1376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5DB7B8-8DFF-4674-9B53-9565D9C1515E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82BF03-B339-4E48-8C99-55C0A0134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540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82BF03-B339-4E48-8C99-55C0A013400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8321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6A61FC-8491-0A4A-119D-9E9590C3F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C98EC0-5351-1556-10C2-2D0A9A36BD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CD4BB0-2533-DC37-583F-A9AFEDD77B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CA5313-E923-9BF6-BB8C-66B44572D1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82BF03-B339-4E48-8C99-55C0A013400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3296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D4357C-7416-8466-49D8-21A27963B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4548C3-FAEE-D6B0-7582-0DE7F6BCC6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C198E3-E312-D616-C973-438F50840C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E60AF5-28DA-6410-94F7-D837D9AE6D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82BF03-B339-4E48-8C99-55C0A013400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1245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image" Target="../media/image13.png"/><Relationship Id="rId18" Type="http://schemas.openxmlformats.org/officeDocument/2006/relationships/customXml" Target="../ink/ink8.xml"/><Relationship Id="rId26" Type="http://schemas.openxmlformats.org/officeDocument/2006/relationships/customXml" Target="../ink/ink12.xml"/><Relationship Id="rId3" Type="http://schemas.openxmlformats.org/officeDocument/2006/relationships/image" Target="../media/image8.png"/><Relationship Id="rId21" Type="http://schemas.openxmlformats.org/officeDocument/2006/relationships/image" Target="../media/image17.png"/><Relationship Id="rId7" Type="http://schemas.openxmlformats.org/officeDocument/2006/relationships/image" Target="../media/image10.png"/><Relationship Id="rId12" Type="http://schemas.openxmlformats.org/officeDocument/2006/relationships/customXml" Target="../ink/ink5.xml"/><Relationship Id="rId17" Type="http://schemas.openxmlformats.org/officeDocument/2006/relationships/image" Target="../media/image15.png"/><Relationship Id="rId25" Type="http://schemas.openxmlformats.org/officeDocument/2006/relationships/image" Target="../media/image19.png"/><Relationship Id="rId33" Type="http://schemas.openxmlformats.org/officeDocument/2006/relationships/image" Target="../media/image23.png"/><Relationship Id="rId2" Type="http://schemas.openxmlformats.org/officeDocument/2006/relationships/image" Target="../media/image7.png"/><Relationship Id="rId16" Type="http://schemas.openxmlformats.org/officeDocument/2006/relationships/customXml" Target="../ink/ink7.xml"/><Relationship Id="rId20" Type="http://schemas.openxmlformats.org/officeDocument/2006/relationships/customXml" Target="../ink/ink9.xml"/><Relationship Id="rId29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11" Type="http://schemas.openxmlformats.org/officeDocument/2006/relationships/image" Target="../media/image12.png"/><Relationship Id="rId24" Type="http://schemas.openxmlformats.org/officeDocument/2006/relationships/customXml" Target="../ink/ink11.xml"/><Relationship Id="rId32" Type="http://schemas.openxmlformats.org/officeDocument/2006/relationships/customXml" Target="../ink/ink15.xml"/><Relationship Id="rId5" Type="http://schemas.openxmlformats.org/officeDocument/2006/relationships/image" Target="../media/image9.png"/><Relationship Id="rId15" Type="http://schemas.openxmlformats.org/officeDocument/2006/relationships/image" Target="../media/image14.png"/><Relationship Id="rId23" Type="http://schemas.openxmlformats.org/officeDocument/2006/relationships/image" Target="../media/image18.png"/><Relationship Id="rId28" Type="http://schemas.openxmlformats.org/officeDocument/2006/relationships/customXml" Target="../ink/ink13.xml"/><Relationship Id="rId10" Type="http://schemas.openxmlformats.org/officeDocument/2006/relationships/customXml" Target="../ink/ink4.xml"/><Relationship Id="rId19" Type="http://schemas.openxmlformats.org/officeDocument/2006/relationships/image" Target="../media/image16.png"/><Relationship Id="rId31" Type="http://schemas.openxmlformats.org/officeDocument/2006/relationships/image" Target="../media/image22.png"/><Relationship Id="rId4" Type="http://schemas.openxmlformats.org/officeDocument/2006/relationships/customXml" Target="../ink/ink1.xml"/><Relationship Id="rId9" Type="http://schemas.openxmlformats.org/officeDocument/2006/relationships/image" Target="../media/image11.png"/><Relationship Id="rId14" Type="http://schemas.openxmlformats.org/officeDocument/2006/relationships/customXml" Target="../ink/ink6.xml"/><Relationship Id="rId22" Type="http://schemas.openxmlformats.org/officeDocument/2006/relationships/customXml" Target="../ink/ink10.xml"/><Relationship Id="rId27" Type="http://schemas.openxmlformats.org/officeDocument/2006/relationships/image" Target="../media/image20.png"/><Relationship Id="rId30" Type="http://schemas.openxmlformats.org/officeDocument/2006/relationships/customXml" Target="../ink/ink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0.png"/><Relationship Id="rId4" Type="http://schemas.openxmlformats.org/officeDocument/2006/relationships/image" Target="../media/image13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F7051-67F5-C2A6-490D-03FD43804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267077"/>
            <a:ext cx="10515600" cy="805307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A/B Testing</a:t>
            </a:r>
            <a:br>
              <a:rPr lang="en-US" b="1" dirty="0"/>
            </a:br>
            <a:r>
              <a:rPr lang="en-US" b="1" dirty="0"/>
              <a:t>An example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78769E-20F3-B66F-16FE-71ECC48D8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CF31A5D-E763-8D49-56D1-C8BF4EF56628}"/>
              </a:ext>
            </a:extLst>
          </p:cNvPr>
          <p:cNvSpPr txBox="1"/>
          <p:nvPr/>
        </p:nvSpPr>
        <p:spPr>
          <a:xfrm>
            <a:off x="132588" y="70331"/>
            <a:ext cx="1176375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Scenario: Website Button Color Test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run an online learning platform and want to test: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Version A (Control):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Blue “Enroll Now” button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Version B (Variant):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Green “Enroll Now” button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Goal → Check if Version B increases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conversion rate (clicks / users) at 5% significance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882FF19-D902-9AE1-F24E-AB740BDE91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" y="2429875"/>
            <a:ext cx="7376041" cy="211347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AF73684-EF80-9823-DF7C-D7A60CAB03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" y="4725411"/>
            <a:ext cx="7376041" cy="2113479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473443B0-D519-4179-6E9A-E247B36ECBF1}"/>
              </a:ext>
            </a:extLst>
          </p:cNvPr>
          <p:cNvSpPr/>
          <p:nvPr/>
        </p:nvSpPr>
        <p:spPr>
          <a:xfrm>
            <a:off x="5698117" y="3921151"/>
            <a:ext cx="1810512" cy="47548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Enroll Now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E75A183-8BF9-45C1-D84F-D2D85223BA5B}"/>
              </a:ext>
            </a:extLst>
          </p:cNvPr>
          <p:cNvSpPr/>
          <p:nvPr/>
        </p:nvSpPr>
        <p:spPr>
          <a:xfrm>
            <a:off x="5585341" y="6268111"/>
            <a:ext cx="1810512" cy="475488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Enroll Now</a:t>
            </a:r>
          </a:p>
        </p:txBody>
      </p:sp>
    </p:spTree>
    <p:extLst>
      <p:ext uri="{BB962C8B-B14F-4D97-AF65-F5344CB8AC3E}">
        <p14:creationId xmlns:p14="http://schemas.microsoft.com/office/powerpoint/2010/main" val="3536158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205687-5F63-B1C9-B536-43FCED4BB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F68FFAA-F66F-C26C-5640-83F1289F35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2030715"/>
              </p:ext>
            </p:extLst>
          </p:nvPr>
        </p:nvGraphicFramePr>
        <p:xfrm>
          <a:off x="233172" y="898976"/>
          <a:ext cx="6851904" cy="1371600"/>
        </p:xfrm>
        <a:graphic>
          <a:graphicData uri="http://schemas.openxmlformats.org/drawingml/2006/table">
            <a:tbl>
              <a:tblPr/>
              <a:tblGrid>
                <a:gridCol w="1703832">
                  <a:extLst>
                    <a:ext uri="{9D8B030D-6E8A-4147-A177-3AD203B41FA5}">
                      <a16:colId xmlns:a16="http://schemas.microsoft.com/office/drawing/2014/main" val="1887077413"/>
                    </a:ext>
                  </a:extLst>
                </a:gridCol>
                <a:gridCol w="2130552">
                  <a:extLst>
                    <a:ext uri="{9D8B030D-6E8A-4147-A177-3AD203B41FA5}">
                      <a16:colId xmlns:a16="http://schemas.microsoft.com/office/drawing/2014/main" val="260724415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5772199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Group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Users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Conversions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38604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A (Blue)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3373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B (Green)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240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5791555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D8DE7FE3-1BD1-1440-FFB4-3FD96C9E47E0}"/>
              </a:ext>
            </a:extLst>
          </p:cNvPr>
          <p:cNvSpPr txBox="1"/>
          <p:nvPr/>
        </p:nvSpPr>
        <p:spPr>
          <a:xfrm>
            <a:off x="233172" y="255254"/>
            <a:ext cx="27203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Data Collected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00FDAC3-742D-8419-CAFF-D99973882B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" y="2365867"/>
            <a:ext cx="7376041" cy="211347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F89E1DB-C3D7-E4B2-0871-CBECD8DF66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" y="4661403"/>
            <a:ext cx="7376041" cy="2113479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70B90A8A-1132-BA24-1DAD-29D9641E4CC9}"/>
              </a:ext>
            </a:extLst>
          </p:cNvPr>
          <p:cNvSpPr/>
          <p:nvPr/>
        </p:nvSpPr>
        <p:spPr>
          <a:xfrm>
            <a:off x="5698117" y="3857143"/>
            <a:ext cx="1810512" cy="47548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Enroll Now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991C4F9-7D27-73C1-0293-FD29DB3A95C2}"/>
              </a:ext>
            </a:extLst>
          </p:cNvPr>
          <p:cNvSpPr/>
          <p:nvPr/>
        </p:nvSpPr>
        <p:spPr>
          <a:xfrm>
            <a:off x="5585341" y="6204103"/>
            <a:ext cx="1810512" cy="475488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Enroll Now</a:t>
            </a:r>
          </a:p>
        </p:txBody>
      </p:sp>
    </p:spTree>
    <p:extLst>
      <p:ext uri="{BB962C8B-B14F-4D97-AF65-F5344CB8AC3E}">
        <p14:creationId xmlns:p14="http://schemas.microsoft.com/office/powerpoint/2010/main" val="2474385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D34C1D-1C0F-3D17-FEDD-D4BD0BE89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4BDC66B-BF91-DE1F-0483-9C811CDE4644}"/>
                  </a:ext>
                </a:extLst>
              </p:cNvPr>
              <p:cNvSpPr txBox="1"/>
              <p:nvPr/>
            </p:nvSpPr>
            <p:spPr>
              <a:xfrm>
                <a:off x="384048" y="244870"/>
                <a:ext cx="10616184" cy="30469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Step 1: Define Hypotheses (Right-Tailed)</a:t>
                </a:r>
              </a:p>
              <a:p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H₀ (Null Hypothesis):  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Green button is NOT better. Nothing changed. Status Quo.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ar-AE" sz="2400" i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ar-AE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sz="24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H₁ (Alternative Hypothesis): 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Green button is better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ar-AE" sz="2400" i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ar-AE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>
                  <a:buNone/>
                </a:pPr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>
                  <a:buNone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👉 This is a </a:t>
                </a: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right-tailed test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✔️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4BDC66B-BF91-DE1F-0483-9C811CDE46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244870"/>
                <a:ext cx="10616184" cy="3046988"/>
              </a:xfrm>
              <a:prstGeom prst="rect">
                <a:avLst/>
              </a:prstGeom>
              <a:blipFill>
                <a:blip r:embed="rId2"/>
                <a:stretch>
                  <a:fillRect l="-861" t="-1600" b="-36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D8A0448C-B785-ECEB-5374-02534E9337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3385883"/>
            <a:ext cx="5826133" cy="166937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B7065B-1DF7-5733-DA52-5C1B296E1D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280" y="5149287"/>
            <a:ext cx="5835103" cy="1671949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0DC75F26-3B64-09AC-2264-F6EC1C126682}"/>
              </a:ext>
            </a:extLst>
          </p:cNvPr>
          <p:cNvSpPr/>
          <p:nvPr/>
        </p:nvSpPr>
        <p:spPr>
          <a:xfrm>
            <a:off x="4645153" y="4518753"/>
            <a:ext cx="1565028" cy="45436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Enroll Now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DD1A25F-6E7D-BEC0-20DA-D2DA5E2F7157}"/>
              </a:ext>
            </a:extLst>
          </p:cNvPr>
          <p:cNvSpPr/>
          <p:nvPr/>
        </p:nvSpPr>
        <p:spPr>
          <a:xfrm>
            <a:off x="4376928" y="6352793"/>
            <a:ext cx="1471437" cy="333489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Enroll Now</a:t>
            </a:r>
          </a:p>
        </p:txBody>
      </p:sp>
    </p:spTree>
    <p:extLst>
      <p:ext uri="{BB962C8B-B14F-4D97-AF65-F5344CB8AC3E}">
        <p14:creationId xmlns:p14="http://schemas.microsoft.com/office/powerpoint/2010/main" val="12190781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B89127-10D0-B2E8-1C57-726FC1900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9FECC15-D6BD-14A1-62B9-ADB0CF2C5BEB}"/>
                  </a:ext>
                </a:extLst>
              </p:cNvPr>
              <p:cNvSpPr txBox="1"/>
              <p:nvPr/>
            </p:nvSpPr>
            <p:spPr>
              <a:xfrm>
                <a:off x="155448" y="110646"/>
                <a:ext cx="6190488" cy="34001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Step 2: Formula (Z-test for proportions)</a:t>
                </a:r>
              </a:p>
              <a:p>
                <a:pPr>
                  <a:buNone/>
                </a:pPr>
                <a:endParaRPr lang="en-US" sz="24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sz="2400" i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ar-AE" sz="24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4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ar-AE" sz="2400" i="0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ar-AE" sz="2400" i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ar-AE" sz="24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4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ar-AE" sz="2400" i="0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ad>
                            <m:radPr>
                              <m:degHide m:val="on"/>
                              <m:ctrlPr>
                                <a:rPr lang="ar-AE" sz="24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ar-AE" sz="24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ar-AE" sz="2400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sz="2400" i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ar-AE" sz="2400" i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ar-AE" sz="2400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d>
                              <m:d>
                                <m:dPr>
                                  <m:ctrlPr>
                                    <a:rPr lang="ar-AE" sz="2400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ar-AE" sz="2400" i="1">
                                          <a:solidFill>
                                            <a:schemeClr val="accent6">
                                              <a:lumMod val="60000"/>
                                              <a:lumOff val="4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ar-AE" sz="2400" i="0">
                                          <a:solidFill>
                                            <a:schemeClr val="accent6">
                                              <a:lumMod val="60000"/>
                                              <a:lumOff val="4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ar-AE" sz="2400" i="1">
                                              <a:solidFill>
                                                <a:schemeClr val="accent6">
                                                  <a:lumMod val="60000"/>
                                                  <a:lumOff val="4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ar-AE" sz="2400" i="1">
                                              <a:solidFill>
                                                <a:schemeClr val="accent6">
                                                  <a:lumMod val="60000"/>
                                                  <a:lumOff val="4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  <m:sub>
                                          <m:r>
                                            <a:rPr lang="ar-AE" sz="2400" i="0">
                                              <a:solidFill>
                                                <a:schemeClr val="accent6">
                                                  <a:lumMod val="60000"/>
                                                  <a:lumOff val="4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den>
                                  </m:f>
                                  <m:r>
                                    <a:rPr lang="ar-AE" sz="2400" i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ar-AE" sz="2400" i="1">
                                          <a:solidFill>
                                            <a:schemeClr val="accent6">
                                              <a:lumMod val="60000"/>
                                              <a:lumOff val="4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ar-AE" sz="2400" i="0">
                                          <a:solidFill>
                                            <a:schemeClr val="accent6">
                                              <a:lumMod val="60000"/>
                                              <a:lumOff val="4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ar-AE" sz="2400" i="1">
                                              <a:solidFill>
                                                <a:schemeClr val="accent6">
                                                  <a:lumMod val="60000"/>
                                                  <a:lumOff val="4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ar-AE" sz="2400" i="1">
                                              <a:solidFill>
                                                <a:schemeClr val="accent6">
                                                  <a:lumMod val="60000"/>
                                                  <a:lumOff val="4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  <m:sub>
                                          <m:r>
                                            <a:rPr lang="ar-AE" sz="2400" i="0">
                                              <a:solidFill>
                                                <a:schemeClr val="accent6">
                                                  <a:lumMod val="60000"/>
                                                  <a:lumOff val="4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</m:rad>
                        </m:den>
                      </m:f>
                    </m:oMath>
                  </m:oMathPara>
                </a14:m>
                <a:endParaRPr lang="ar-AE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>
                  <a:buNone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Where: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ar-AE" sz="2400" i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sz="2400" i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ar-AE" sz="2400" i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ar-AE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: 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sample proportions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: pooled proportion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ar-AE" sz="2400" i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sz="2400" i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ar-AE" sz="2400" i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ar-AE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: 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sample sizes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9FECC15-D6BD-14A1-62B9-ADB0CF2C5B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448" y="110646"/>
                <a:ext cx="6190488" cy="3400162"/>
              </a:xfrm>
              <a:prstGeom prst="rect">
                <a:avLst/>
              </a:prstGeom>
              <a:blipFill>
                <a:blip r:embed="rId2"/>
                <a:stretch>
                  <a:fillRect l="-1576" t="-1434" b="-32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D4B096B-D07F-DB8C-CE15-C42DB8D389DB}"/>
                  </a:ext>
                </a:extLst>
              </p:cNvPr>
              <p:cNvSpPr txBox="1"/>
              <p:nvPr/>
            </p:nvSpPr>
            <p:spPr>
              <a:xfrm>
                <a:off x="219456" y="4214557"/>
                <a:ext cx="6190488" cy="22635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Calculate Values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ar-AE" sz="2400" i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400" i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200</m:t>
                    </m:r>
                    <m:r>
                      <a:rPr lang="ar-AE" sz="2400" i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ar-AE" sz="2400" i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1000</m:t>
                    </m:r>
                    <m:r>
                      <a:rPr lang="ar-AE" sz="2400" i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400" i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sz="2400" i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sz="2400" i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endParaRPr lang="ar-AE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ar-AE" sz="2400" i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400" i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240</m:t>
                    </m:r>
                    <m:r>
                      <a:rPr lang="ar-AE" sz="2400" i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ar-AE" sz="2400" i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1000</m:t>
                    </m:r>
                    <m:r>
                      <a:rPr lang="ar-AE" sz="2400" i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400" i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sz="2400" i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sz="2400" i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endParaRPr lang="ar-AE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Pooled proportion:</a:t>
                </a:r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2400" i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400" i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200</m:t>
                          </m:r>
                          <m:r>
                            <a:rPr lang="ar-AE" sz="2400" i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sz="2400" i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240</m:t>
                          </m:r>
                        </m:num>
                        <m:den>
                          <m:r>
                            <a:rPr lang="ar-AE" sz="2400" i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2000</m:t>
                          </m:r>
                        </m:den>
                      </m:f>
                      <m:r>
                        <a:rPr lang="ar-AE" sz="2400" i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400" i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sz="2400" i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sz="2400" i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22</m:t>
                      </m:r>
                    </m:oMath>
                  </m:oMathPara>
                </a14:m>
                <a:endParaRPr lang="ar-AE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D4B096B-D07F-DB8C-CE15-C42DB8D389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456" y="4214557"/>
                <a:ext cx="6190488" cy="2263505"/>
              </a:xfrm>
              <a:prstGeom prst="rect">
                <a:avLst/>
              </a:prstGeom>
              <a:blipFill>
                <a:blip r:embed="rId3"/>
                <a:stretch>
                  <a:fillRect l="-1476" t="-2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B4A6BD7-2AB6-05AC-DD1B-BFEDCB1BC2BB}"/>
                  </a:ext>
                </a:extLst>
              </p:cNvPr>
              <p:cNvSpPr txBox="1"/>
              <p:nvPr/>
            </p:nvSpPr>
            <p:spPr>
              <a:xfrm>
                <a:off x="6707124" y="4177154"/>
                <a:ext cx="4064508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Compute Z-score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sz="2400" i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≈−</m:t>
                      </m:r>
                      <m:r>
                        <a:rPr lang="en-US" sz="2400" i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400" i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i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04</m:t>
                      </m:r>
                    </m:oMath>
                  </m:oMathPara>
                </a14:m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B4A6BD7-2AB6-05AC-DD1B-BFEDCB1BC2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7124" y="4177154"/>
                <a:ext cx="4064508" cy="830997"/>
              </a:xfrm>
              <a:prstGeom prst="rect">
                <a:avLst/>
              </a:prstGeom>
              <a:blipFill>
                <a:blip r:embed="rId4"/>
                <a:stretch>
                  <a:fillRect l="-2249" t="-58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91956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4D39BF-ECC6-54D3-0CB7-171DA240B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44C7F76-868B-3694-9BBB-05B3AF2AFC1E}"/>
                  </a:ext>
                </a:extLst>
              </p:cNvPr>
              <p:cNvSpPr txBox="1"/>
              <p:nvPr/>
            </p:nvSpPr>
            <p:spPr>
              <a:xfrm>
                <a:off x="150876" y="242423"/>
                <a:ext cx="10520172" cy="19389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Step 3: Decision</a:t>
                </a:r>
              </a:p>
              <a:p>
                <a:pPr>
                  <a:buNone/>
                </a:pPr>
                <a:endParaRPr lang="en-US" sz="24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At </a:t>
                </a: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95% confidence level (or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𝜶</m:t>
                    </m:r>
                  </m:oMath>
                </a14:m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= 5%)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, for right-tailed test, the critical Z ≈ +1.645</a:t>
                </a: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</a:t>
                </a: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Since </a:t>
                </a: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2.04 &gt; 1.645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, we </a:t>
                </a: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reject H₀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44C7F76-868B-3694-9BBB-05B3AF2AFC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876" y="242423"/>
                <a:ext cx="10520172" cy="1938992"/>
              </a:xfrm>
              <a:prstGeom prst="rect">
                <a:avLst/>
              </a:prstGeom>
              <a:blipFill>
                <a:blip r:embed="rId2"/>
                <a:stretch>
                  <a:fillRect l="-927" t="-2516" b="-62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FBE52217-7442-BD4A-3B55-A1F54739A5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9773" y="2807208"/>
            <a:ext cx="7155473" cy="3074796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074021A8-EFB7-A3ED-0C70-73930A178CD1}"/>
              </a:ext>
            </a:extLst>
          </p:cNvPr>
          <p:cNvGrpSpPr/>
          <p:nvPr/>
        </p:nvGrpSpPr>
        <p:grpSpPr>
          <a:xfrm>
            <a:off x="4724784" y="5038056"/>
            <a:ext cx="790200" cy="532080"/>
            <a:chOff x="4724784" y="5038056"/>
            <a:chExt cx="790200" cy="532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75275087-370D-80BC-07EF-00C4589FFBFF}"/>
                    </a:ext>
                  </a:extLst>
                </p14:cNvPr>
                <p14:cNvContentPartPr/>
                <p14:nvPr/>
              </p14:nvContentPartPr>
              <p14:xfrm>
                <a:off x="4724784" y="5242896"/>
                <a:ext cx="51840" cy="2311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75275087-370D-80BC-07EF-00C4589FFBF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688784" y="5206896"/>
                  <a:ext cx="12348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27093DCF-8A5C-4048-954E-0DD74A3D09B9}"/>
                    </a:ext>
                  </a:extLst>
                </p14:cNvPr>
                <p14:cNvContentPartPr/>
                <p14:nvPr/>
              </p14:nvContentPartPr>
              <p14:xfrm>
                <a:off x="4895424" y="5398416"/>
                <a:ext cx="23040" cy="259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27093DCF-8A5C-4048-954E-0DD74A3D09B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859784" y="5362416"/>
                  <a:ext cx="9468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B7BAB69-9041-CC24-DB5C-AA93B117600D}"/>
                    </a:ext>
                  </a:extLst>
                </p14:cNvPr>
                <p14:cNvContentPartPr/>
                <p14:nvPr/>
              </p14:nvContentPartPr>
              <p14:xfrm>
                <a:off x="4984704" y="5239656"/>
                <a:ext cx="118440" cy="2106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B7BAB69-9041-CC24-DB5C-AA93B117600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949064" y="5203656"/>
                  <a:ext cx="19008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9B84160-A1F1-4D91-A7F1-56BD51AF5293}"/>
                    </a:ext>
                  </a:extLst>
                </p14:cNvPr>
                <p14:cNvContentPartPr/>
                <p14:nvPr/>
              </p14:nvContentPartPr>
              <p14:xfrm>
                <a:off x="5104584" y="5226696"/>
                <a:ext cx="138600" cy="1915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9B84160-A1F1-4D91-A7F1-56BD51AF529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068944" y="5191056"/>
                  <a:ext cx="21024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472604B8-D564-FDB1-F12A-2F68A7DD5C9E}"/>
                    </a:ext>
                  </a:extLst>
                </p14:cNvPr>
                <p14:cNvContentPartPr/>
                <p14:nvPr/>
              </p14:nvContentPartPr>
              <p14:xfrm>
                <a:off x="5284944" y="5253696"/>
                <a:ext cx="113400" cy="1710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72604B8-D564-FDB1-F12A-2F68A7DD5C9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248944" y="5218056"/>
                  <a:ext cx="18504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796D600F-2176-54DE-5E70-6FC4580737E5}"/>
                    </a:ext>
                  </a:extLst>
                </p14:cNvPr>
                <p14:cNvContentPartPr/>
                <p14:nvPr/>
              </p14:nvContentPartPr>
              <p14:xfrm>
                <a:off x="5353704" y="5198256"/>
                <a:ext cx="98280" cy="565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796D600F-2176-54DE-5E70-6FC4580737E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317704" y="5162616"/>
                  <a:ext cx="16992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BD80B68-06A0-AD47-3C1C-210CEF440A7A}"/>
                    </a:ext>
                  </a:extLst>
                </p14:cNvPr>
                <p14:cNvContentPartPr/>
                <p14:nvPr/>
              </p14:nvContentPartPr>
              <p14:xfrm>
                <a:off x="5259744" y="5038056"/>
                <a:ext cx="154080" cy="1180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BD80B68-06A0-AD47-3C1C-210CEF440A7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224104" y="5002056"/>
                  <a:ext cx="22572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BBA765C-3CFB-010A-E149-A471D4185239}"/>
                    </a:ext>
                  </a:extLst>
                </p14:cNvPr>
                <p14:cNvContentPartPr/>
                <p14:nvPr/>
              </p14:nvContentPartPr>
              <p14:xfrm>
                <a:off x="4895424" y="5505696"/>
                <a:ext cx="619560" cy="644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BBA765C-3CFB-010A-E149-A471D4185239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859784" y="5470056"/>
                  <a:ext cx="691200" cy="136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9C43A8B8-AE80-41EF-6ECA-71042388F61E}"/>
              </a:ext>
            </a:extLst>
          </p:cNvPr>
          <p:cNvGrpSpPr/>
          <p:nvPr/>
        </p:nvGrpSpPr>
        <p:grpSpPr>
          <a:xfrm>
            <a:off x="6501024" y="4860216"/>
            <a:ext cx="2071800" cy="267840"/>
            <a:chOff x="6501024" y="4860216"/>
            <a:chExt cx="2071800" cy="267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B8C4802D-94DB-3866-C0D4-AC5C20DA6A62}"/>
                    </a:ext>
                  </a:extLst>
                </p14:cNvPr>
                <p14:cNvContentPartPr/>
                <p14:nvPr/>
              </p14:nvContentPartPr>
              <p14:xfrm>
                <a:off x="6501024" y="4944816"/>
                <a:ext cx="49320" cy="954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B8C4802D-94DB-3866-C0D4-AC5C20DA6A6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465024" y="4909176"/>
                  <a:ext cx="12096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D51A3B4F-E149-E6E3-67B8-408D112B6D01}"/>
                    </a:ext>
                  </a:extLst>
                </p14:cNvPr>
                <p14:cNvContentPartPr/>
                <p14:nvPr/>
              </p14:nvContentPartPr>
              <p14:xfrm>
                <a:off x="6665544" y="5002776"/>
                <a:ext cx="890280" cy="939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D51A3B4F-E149-E6E3-67B8-408D112B6D0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629904" y="4966776"/>
                  <a:ext cx="96192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D5F7FA1D-AC4D-BE10-6F59-60F13CE236CE}"/>
                    </a:ext>
                  </a:extLst>
                </p14:cNvPr>
                <p14:cNvContentPartPr/>
                <p14:nvPr/>
              </p14:nvContentPartPr>
              <p14:xfrm>
                <a:off x="7507224" y="4947336"/>
                <a:ext cx="144000" cy="1288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5F7FA1D-AC4D-BE10-6F59-60F13CE236C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471224" y="4911336"/>
                  <a:ext cx="21564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E0235AC-1E97-F09E-8350-F72B6B68DB24}"/>
                    </a:ext>
                  </a:extLst>
                </p14:cNvPr>
                <p14:cNvContentPartPr/>
                <p14:nvPr/>
              </p14:nvContentPartPr>
              <p14:xfrm>
                <a:off x="7758864" y="4874256"/>
                <a:ext cx="181080" cy="1735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E0235AC-1E97-F09E-8350-F72B6B68DB2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723224" y="4838256"/>
                  <a:ext cx="25272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9C50BB96-7314-D522-4F69-6B2A34697639}"/>
                    </a:ext>
                  </a:extLst>
                </p14:cNvPr>
                <p14:cNvContentPartPr/>
                <p14:nvPr/>
              </p14:nvContentPartPr>
              <p14:xfrm>
                <a:off x="8072784" y="5001696"/>
                <a:ext cx="32040" cy="147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9C50BB96-7314-D522-4F69-6B2A3469763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037144" y="4965696"/>
                  <a:ext cx="10368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06DD13BD-9DB0-B76E-5265-F66F267C9455}"/>
                    </a:ext>
                  </a:extLst>
                </p14:cNvPr>
                <p14:cNvContentPartPr/>
                <p14:nvPr/>
              </p14:nvContentPartPr>
              <p14:xfrm>
                <a:off x="8202384" y="4919976"/>
                <a:ext cx="145440" cy="1357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06DD13BD-9DB0-B76E-5265-F66F267C9455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166384" y="4883976"/>
                  <a:ext cx="21708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651C8247-A97C-7BE2-C4E3-233B1C3B78C3}"/>
                    </a:ext>
                  </a:extLst>
                </p14:cNvPr>
                <p14:cNvContentPartPr/>
                <p14:nvPr/>
              </p14:nvContentPartPr>
              <p14:xfrm>
                <a:off x="8420544" y="4860216"/>
                <a:ext cx="152280" cy="2678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651C8247-A97C-7BE2-C4E3-233B1C3B78C3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384544" y="4824576"/>
                  <a:ext cx="223920" cy="3394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263442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89297-4A64-15D0-0A6F-114DDA56E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191AABE-B2F7-263E-3A45-9D17FF59CC28}"/>
              </a:ext>
            </a:extLst>
          </p:cNvPr>
          <p:cNvSpPr txBox="1"/>
          <p:nvPr/>
        </p:nvSpPr>
        <p:spPr>
          <a:xfrm>
            <a:off x="150876" y="285464"/>
            <a:ext cx="933145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4: Conclusion (Business Insight)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The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green button performs significantly better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than the blue one.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Action: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Deploy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Version B (Green button)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→ increases conversions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467465-D622-DF97-9B7D-C00C5878C9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" y="3234939"/>
            <a:ext cx="7376041" cy="2113479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354CD05E-2947-CF2D-6D14-01E59DE96DB5}"/>
              </a:ext>
            </a:extLst>
          </p:cNvPr>
          <p:cNvSpPr/>
          <p:nvPr/>
        </p:nvSpPr>
        <p:spPr>
          <a:xfrm>
            <a:off x="5585341" y="4777639"/>
            <a:ext cx="1810512" cy="475488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Enroll Now</a:t>
            </a:r>
          </a:p>
        </p:txBody>
      </p:sp>
    </p:spTree>
    <p:extLst>
      <p:ext uri="{BB962C8B-B14F-4D97-AF65-F5344CB8AC3E}">
        <p14:creationId xmlns:p14="http://schemas.microsoft.com/office/powerpoint/2010/main" val="17742172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60F99-2805-C200-2579-DE2C5294A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1E7DC75-0F64-3AA9-204A-394AC6B100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180" y="47116"/>
            <a:ext cx="11403016" cy="437258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2E5FC68-5A61-C9FE-777B-3C10CE61EC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180" y="4419701"/>
            <a:ext cx="7306695" cy="143847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819BF76-DE35-7F3C-A6F7-52A17EAD18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3842" y="5413248"/>
            <a:ext cx="5278158" cy="1117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6436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3EFBB8-BAF2-3990-799D-B2E7E7233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2F31757-0E0C-CF2F-71DB-579E4779397C}"/>
              </a:ext>
            </a:extLst>
          </p:cNvPr>
          <p:cNvSpPr txBox="1"/>
          <p:nvPr/>
        </p:nvSpPr>
        <p:spPr>
          <a:xfrm>
            <a:off x="1426464" y="615988"/>
            <a:ext cx="820674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Recap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A/B testing = compare two versions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Z-test = checks if difference is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real or just luck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Z-score is large → difference is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statistically significant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93166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E2856C-6F9E-FA0F-DB83-E42309BB0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2826D62-9BDD-BFCC-C9B3-C662A8C1CB27}"/>
              </a:ext>
            </a:extLst>
          </p:cNvPr>
          <p:cNvSpPr txBox="1"/>
          <p:nvPr/>
        </p:nvSpPr>
        <p:spPr>
          <a:xfrm>
            <a:off x="1426464" y="615988"/>
            <a:ext cx="820674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4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Assignment – </a:t>
            </a:r>
          </a:p>
          <a:p>
            <a:pPr>
              <a:buNone/>
            </a:pPr>
            <a:endParaRPr lang="en-US" sz="40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4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TODO…The critical value should not be negative</a:t>
            </a:r>
          </a:p>
          <a:p>
            <a:pPr>
              <a:buNone/>
            </a:pPr>
            <a:endParaRPr lang="en-US" sz="40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4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Investigate</a:t>
            </a:r>
            <a:endParaRPr lang="en-US" sz="4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81731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C9D3BB-20AA-33FF-EF92-700DA207B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ACA1F76-8169-0D89-DA3D-44FBC2F0C004}"/>
              </a:ext>
            </a:extLst>
          </p:cNvPr>
          <p:cNvSpPr txBox="1"/>
          <p:nvPr/>
        </p:nvSpPr>
        <p:spPr>
          <a:xfrm>
            <a:off x="210312" y="71689"/>
            <a:ext cx="1138428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Scenario: Comparing Two ML Models (A/B Test)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deployed two recommendation models on your platform: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Model A (Old)  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Logistic Regression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Model B (New):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Deep Learning Model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Goal → Check if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Deep Learning model (Model B)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significantly improves CTR: i.e.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user engagement (click-through rate, CTR).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 significance level 5%.</a:t>
            </a: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0987503-B8D9-8E90-A921-2F2F8AC718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0508192"/>
              </p:ext>
            </p:extLst>
          </p:nvPr>
        </p:nvGraphicFramePr>
        <p:xfrm>
          <a:off x="344424" y="4275613"/>
          <a:ext cx="6879336" cy="1371600"/>
        </p:xfrm>
        <a:graphic>
          <a:graphicData uri="http://schemas.openxmlformats.org/drawingml/2006/table">
            <a:tbl>
              <a:tblPr/>
              <a:tblGrid>
                <a:gridCol w="1319784">
                  <a:extLst>
                    <a:ext uri="{9D8B030D-6E8A-4147-A177-3AD203B41FA5}">
                      <a16:colId xmlns:a16="http://schemas.microsoft.com/office/drawing/2014/main" val="1308899881"/>
                    </a:ext>
                  </a:extLst>
                </a:gridCol>
                <a:gridCol w="4352544">
                  <a:extLst>
                    <a:ext uri="{9D8B030D-6E8A-4147-A177-3AD203B41FA5}">
                      <a16:colId xmlns:a16="http://schemas.microsoft.com/office/drawing/2014/main" val="4154753252"/>
                    </a:ext>
                  </a:extLst>
                </a:gridCol>
                <a:gridCol w="1207008">
                  <a:extLst>
                    <a:ext uri="{9D8B030D-6E8A-4147-A177-3AD203B41FA5}">
                      <a16:colId xmlns:a16="http://schemas.microsoft.com/office/drawing/2014/main" val="3508328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Model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Users Shown Recommendations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Clicks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35174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A (old)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5000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600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35455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B (New)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5000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750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511763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47C3468-E07C-2255-7B58-637BB0A90992}"/>
              </a:ext>
            </a:extLst>
          </p:cNvPr>
          <p:cNvSpPr txBox="1"/>
          <p:nvPr/>
        </p:nvSpPr>
        <p:spPr>
          <a:xfrm>
            <a:off x="425196" y="3508491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Data Collected</a:t>
            </a:r>
          </a:p>
        </p:txBody>
      </p:sp>
    </p:spTree>
    <p:extLst>
      <p:ext uri="{BB962C8B-B14F-4D97-AF65-F5344CB8AC3E}">
        <p14:creationId xmlns:p14="http://schemas.microsoft.com/office/powerpoint/2010/main" val="9029523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B2000A-17AE-1F55-7B96-D12FFD04D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1B8D0CE-D260-8F4B-6943-58B25D7C390F}"/>
                  </a:ext>
                </a:extLst>
              </p:cNvPr>
              <p:cNvSpPr txBox="1"/>
              <p:nvPr/>
            </p:nvSpPr>
            <p:spPr>
              <a:xfrm>
                <a:off x="210312" y="413480"/>
                <a:ext cx="8988552" cy="19389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Step 1: Hypothesis</a:t>
                </a:r>
              </a:p>
              <a:p>
                <a:pPr>
                  <a:buNone/>
                </a:pPr>
                <a:endParaRPr lang="en-US" sz="24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H₀ (Null):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Both models perform the same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H₁ (Alternative):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New model is better  → one-tailed test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1B8D0CE-D260-8F4B-6943-58B25D7C39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312" y="413480"/>
                <a:ext cx="8988552" cy="1938992"/>
              </a:xfrm>
              <a:prstGeom prst="rect">
                <a:avLst/>
              </a:prstGeom>
              <a:blipFill>
                <a:blip r:embed="rId2"/>
                <a:stretch>
                  <a:fillRect l="-1085" t="-2516" b="-62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747918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B36DE7-2B4C-ACED-6363-1190C1A68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7D49906-00C0-706F-D1DC-5D6188F3F91B}"/>
                  </a:ext>
                </a:extLst>
              </p:cNvPr>
              <p:cNvSpPr txBox="1"/>
              <p:nvPr/>
            </p:nvSpPr>
            <p:spPr>
              <a:xfrm>
                <a:off x="123444" y="183103"/>
                <a:ext cx="6190488" cy="15535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Step 2: Z-test Formula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sz="2400" i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ar-AE" sz="24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4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ar-AE" sz="2400" i="0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ar-AE" sz="2400" i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ar-AE" sz="24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4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ar-AE" sz="2400" i="0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ad>
                            <m:radPr>
                              <m:degHide m:val="on"/>
                              <m:ctrlPr>
                                <a:rPr lang="ar-AE" sz="24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ar-AE" sz="24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ar-AE" sz="2400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sz="2400" i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ar-AE" sz="2400" i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ar-AE" sz="2400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d>
                              <m:d>
                                <m:dPr>
                                  <m:ctrlPr>
                                    <a:rPr lang="ar-AE" sz="2400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ar-AE" sz="2400" i="1">
                                          <a:solidFill>
                                            <a:schemeClr val="accent6">
                                              <a:lumMod val="60000"/>
                                              <a:lumOff val="4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ar-AE" sz="2400" i="0">
                                          <a:solidFill>
                                            <a:schemeClr val="accent6">
                                              <a:lumMod val="60000"/>
                                              <a:lumOff val="4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ar-AE" sz="2400" i="1">
                                              <a:solidFill>
                                                <a:schemeClr val="accent6">
                                                  <a:lumMod val="60000"/>
                                                  <a:lumOff val="4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ar-AE" sz="2400" i="1">
                                              <a:solidFill>
                                                <a:schemeClr val="accent6">
                                                  <a:lumMod val="60000"/>
                                                  <a:lumOff val="4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  <m:sub>
                                          <m:r>
                                            <a:rPr lang="ar-AE" sz="2400" i="0">
                                              <a:solidFill>
                                                <a:schemeClr val="accent6">
                                                  <a:lumMod val="60000"/>
                                                  <a:lumOff val="4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den>
                                  </m:f>
                                  <m:r>
                                    <a:rPr lang="ar-AE" sz="2400" i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ar-AE" sz="2400" i="1">
                                          <a:solidFill>
                                            <a:schemeClr val="accent6">
                                              <a:lumMod val="60000"/>
                                              <a:lumOff val="4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ar-AE" sz="2400" i="0">
                                          <a:solidFill>
                                            <a:schemeClr val="accent6">
                                              <a:lumMod val="60000"/>
                                              <a:lumOff val="4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ar-AE" sz="2400" i="1">
                                              <a:solidFill>
                                                <a:schemeClr val="accent6">
                                                  <a:lumMod val="60000"/>
                                                  <a:lumOff val="4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ar-AE" sz="2400" i="1">
                                              <a:solidFill>
                                                <a:schemeClr val="accent6">
                                                  <a:lumMod val="60000"/>
                                                  <a:lumOff val="4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  <m:sub>
                                          <m:r>
                                            <a:rPr lang="ar-AE" sz="2400" i="0">
                                              <a:solidFill>
                                                <a:schemeClr val="accent6">
                                                  <a:lumMod val="60000"/>
                                                  <a:lumOff val="4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</m:rad>
                        </m:den>
                      </m:f>
                    </m:oMath>
                  </m:oMathPara>
                </a14:m>
                <a:endParaRPr lang="ar-AE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7D49906-00C0-706F-D1DC-5D6188F3F9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444" y="183103"/>
                <a:ext cx="6190488" cy="1553502"/>
              </a:xfrm>
              <a:prstGeom prst="rect">
                <a:avLst/>
              </a:prstGeom>
              <a:blipFill>
                <a:blip r:embed="rId3"/>
                <a:stretch>
                  <a:fillRect l="-1476" t="-31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5D9856E-E643-4D6A-F889-B44A2194E264}"/>
                  </a:ext>
                </a:extLst>
              </p:cNvPr>
              <p:cNvSpPr txBox="1"/>
              <p:nvPr/>
            </p:nvSpPr>
            <p:spPr>
              <a:xfrm>
                <a:off x="224028" y="2547559"/>
                <a:ext cx="6190488" cy="30096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Calculate Proportions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ar-AE" sz="2400" i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400" i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600</m:t>
                    </m:r>
                    <m:r>
                      <a:rPr lang="ar-AE" sz="2400" i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ar-AE" sz="2400" i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5000</m:t>
                    </m:r>
                    <m:r>
                      <a:rPr lang="ar-AE" sz="2400" i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400" i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sz="2400" i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sz="2400" i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ar-AE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ar-AE" sz="2400" i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400" i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750</m:t>
                    </m:r>
                    <m:r>
                      <a:rPr lang="ar-AE" sz="2400" i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ar-AE" sz="2400" i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5000</m:t>
                    </m:r>
                    <m:r>
                      <a:rPr lang="ar-AE" sz="2400" i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400" i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sz="2400" i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sz="2400" i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ar-AE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Pooled proportion: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2400" i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400" i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600</m:t>
                          </m:r>
                          <m:r>
                            <a:rPr lang="ar-AE" sz="2400" i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sz="2400" i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750</m:t>
                          </m:r>
                        </m:num>
                        <m:den>
                          <m:r>
                            <a:rPr lang="ar-AE" sz="2400" i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10000</m:t>
                          </m:r>
                        </m:den>
                      </m:f>
                      <m:r>
                        <a:rPr lang="ar-AE" sz="2400" i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400" i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sz="2400" i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sz="2400" i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135</m:t>
                      </m:r>
                    </m:oMath>
                  </m:oMathPara>
                </a14:m>
                <a:endParaRPr lang="ar-AE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5D9856E-E643-4D6A-F889-B44A2194E2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028" y="2547559"/>
                <a:ext cx="6190488" cy="3009670"/>
              </a:xfrm>
              <a:prstGeom prst="rect">
                <a:avLst/>
              </a:prstGeom>
              <a:blipFill>
                <a:blip r:embed="rId4"/>
                <a:stretch>
                  <a:fillRect l="-1576" t="-16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53B1778-04A5-742C-ACE4-E76DF0EB6988}"/>
                  </a:ext>
                </a:extLst>
              </p:cNvPr>
              <p:cNvSpPr txBox="1"/>
              <p:nvPr/>
            </p:nvSpPr>
            <p:spPr>
              <a:xfrm>
                <a:off x="7211568" y="4509594"/>
                <a:ext cx="4520184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Compute Z-score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sz="2400" i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≈−</m:t>
                      </m:r>
                      <m:r>
                        <a:rPr lang="en-US" sz="2400" i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sz="2400" i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i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35</m:t>
                      </m:r>
                    </m:oMath>
                  </m:oMathPara>
                </a14:m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53B1778-04A5-742C-ACE4-E76DF0EB69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1568" y="4509594"/>
                <a:ext cx="4520184" cy="830997"/>
              </a:xfrm>
              <a:prstGeom prst="rect">
                <a:avLst/>
              </a:prstGeom>
              <a:blipFill>
                <a:blip r:embed="rId5"/>
                <a:stretch>
                  <a:fillRect l="-2022" t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437811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395918-820B-F9B4-C417-AC0C72474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5E8A4BA-3ACA-805D-D17D-8D0840A2C463}"/>
              </a:ext>
            </a:extLst>
          </p:cNvPr>
          <p:cNvSpPr txBox="1"/>
          <p:nvPr/>
        </p:nvSpPr>
        <p:spPr>
          <a:xfrm>
            <a:off x="333756" y="480167"/>
            <a:ext cx="893826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3: Decision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one-tailed test (α = 0.05)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→ critical Z ≈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-1.645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Since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Z = -4.35 &lt; -1.645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we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reject H₀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2D53F6-EFFF-76E4-B449-9BE8B2D8F2A7}"/>
              </a:ext>
            </a:extLst>
          </p:cNvPr>
          <p:cNvSpPr txBox="1"/>
          <p:nvPr/>
        </p:nvSpPr>
        <p:spPr>
          <a:xfrm>
            <a:off x="224028" y="4438842"/>
            <a:ext cx="899312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4: Conclusion (ML Insight)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The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Deep Learning model (Model B)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significantly improves CTR.</a:t>
            </a:r>
          </a:p>
        </p:txBody>
      </p:sp>
    </p:spTree>
    <p:extLst>
      <p:ext uri="{BB962C8B-B14F-4D97-AF65-F5344CB8AC3E}">
        <p14:creationId xmlns:p14="http://schemas.microsoft.com/office/powerpoint/2010/main" val="41090099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E778D1-CFC2-4078-831E-B4D68FA4B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1AD3ABE-983B-3925-ACB5-51927992CA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380714" cy="420566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2972AFD-917A-6AEA-D3D9-C795A70635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275473"/>
            <a:ext cx="6611273" cy="156231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4AC9235-CB39-89CB-52C9-2D6C7DC44E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8633" y="5121133"/>
            <a:ext cx="4715533" cy="1114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75955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859D01-DFE5-FC2A-1748-3D5847C51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A18F7-B4BF-8F37-93C7-C6713312C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STOP</a:t>
            </a:r>
          </a:p>
        </p:txBody>
      </p:sp>
    </p:spTree>
    <p:extLst>
      <p:ext uri="{BB962C8B-B14F-4D97-AF65-F5344CB8AC3E}">
        <p14:creationId xmlns:p14="http://schemas.microsoft.com/office/powerpoint/2010/main" val="39995902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628</TotalTime>
  <Words>509</Words>
  <Application>Microsoft Office PowerPoint</Application>
  <PresentationFormat>Widescreen</PresentationFormat>
  <Paragraphs>109</Paragraphs>
  <Slides>16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Cambria Math</vt:lpstr>
      <vt:lpstr>Office Theme</vt:lpstr>
      <vt:lpstr>A/B Testing An 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STOP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133</cp:revision>
  <dcterms:created xsi:type="dcterms:W3CDTF">2025-09-22T02:44:38Z</dcterms:created>
  <dcterms:modified xsi:type="dcterms:W3CDTF">2026-04-15T17:58:53Z</dcterms:modified>
</cp:coreProperties>
</file>