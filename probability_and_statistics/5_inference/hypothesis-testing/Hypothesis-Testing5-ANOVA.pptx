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78" r:id="rId3"/>
    <p:sldId id="279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11316-AB89-EBF0-F48B-003587C248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ANOVA – 1 way</a:t>
            </a:r>
          </a:p>
        </p:txBody>
      </p:sp>
    </p:spTree>
    <p:extLst>
      <p:ext uri="{BB962C8B-B14F-4D97-AF65-F5344CB8AC3E}">
        <p14:creationId xmlns:p14="http://schemas.microsoft.com/office/powerpoint/2010/main" val="106516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FBFB90-38B4-A0B8-EE55-FACA2C63FC00}"/>
              </a:ext>
            </a:extLst>
          </p:cNvPr>
          <p:cNvSpPr txBox="1"/>
          <p:nvPr/>
        </p:nvSpPr>
        <p:spPr>
          <a:xfrm>
            <a:off x="256032" y="264265"/>
            <a:ext cx="117043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ANOVA?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ANOVA (Analysis of Variance)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statistical method used to test whether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or more group means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significantly different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from each other.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in group A -&gt; Teaching method A -&gt; Mean test score = 45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in group B -&gt; Teaching method B -&gt; Mean test score = 56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in group A -&gt; Teaching method C -&gt; Mean test score = 51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3C3FEF-1C07-84CD-9162-967791865A9A}"/>
              </a:ext>
            </a:extLst>
          </p:cNvPr>
          <p:cNvSpPr txBox="1"/>
          <p:nvPr/>
        </p:nvSpPr>
        <p:spPr>
          <a:xfrm>
            <a:off x="557784" y="6336792"/>
            <a:ext cx="351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one note for detailed example.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974B3E1-162A-4388-D81C-81CA8ED0BB85}"/>
              </a:ext>
            </a:extLst>
          </p:cNvPr>
          <p:cNvSpPr/>
          <p:nvPr/>
        </p:nvSpPr>
        <p:spPr>
          <a:xfrm>
            <a:off x="713233" y="3818172"/>
            <a:ext cx="2615184" cy="20888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A students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D86870-DADF-DC4D-9A00-FFC21B0475EE}"/>
              </a:ext>
            </a:extLst>
          </p:cNvPr>
          <p:cNvSpPr/>
          <p:nvPr/>
        </p:nvSpPr>
        <p:spPr>
          <a:xfrm>
            <a:off x="5266944" y="4148928"/>
            <a:ext cx="2615184" cy="20888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B students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CDBD4F-9F07-0D18-C9E4-95D477EA34C6}"/>
              </a:ext>
            </a:extLst>
          </p:cNvPr>
          <p:cNvSpPr/>
          <p:nvPr/>
        </p:nvSpPr>
        <p:spPr>
          <a:xfrm>
            <a:off x="8613648" y="3231842"/>
            <a:ext cx="2615184" cy="208885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C students</a:t>
            </a:r>
          </a:p>
        </p:txBody>
      </p:sp>
    </p:spTree>
    <p:extLst>
      <p:ext uri="{BB962C8B-B14F-4D97-AF65-F5344CB8AC3E}">
        <p14:creationId xmlns:p14="http://schemas.microsoft.com/office/powerpoint/2010/main" val="37394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D422-1CF8-DE4A-CF68-0E746E9D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8E1E7D-2D89-CD65-1462-3003B6E2E2FA}"/>
              </a:ext>
            </a:extLst>
          </p:cNvPr>
          <p:cNvSpPr txBox="1"/>
          <p:nvPr/>
        </p:nvSpPr>
        <p:spPr>
          <a:xfrm>
            <a:off x="256032" y="264265"/>
            <a:ext cx="11704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does this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increasing the risk of Type I error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would happen if you did multiple pairwise t-tests.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works by comparing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types of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Between-group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How much the group means differ from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overall mean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Within-group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How much the data points within each group differ from their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own group mean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groups really do come from different populations,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between-group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should be large relative to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within-group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8C11B85-55B1-EDE3-76EC-1A9C27B39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477" y="4783321"/>
            <a:ext cx="472321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ANOVA tests one null hypothesis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H₀: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All group means are equal.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H₁: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At least one group mean is different.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99AC8-C2BD-486B-BC17-46BA986E9FA3}"/>
              </a:ext>
            </a:extLst>
          </p:cNvPr>
          <p:cNvSpPr txBox="1"/>
          <p:nvPr/>
        </p:nvSpPr>
        <p:spPr>
          <a:xfrm>
            <a:off x="557784" y="6336792"/>
            <a:ext cx="3512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one note for detailed example. </a:t>
            </a:r>
          </a:p>
        </p:txBody>
      </p:sp>
    </p:spTree>
    <p:extLst>
      <p:ext uri="{BB962C8B-B14F-4D97-AF65-F5344CB8AC3E}">
        <p14:creationId xmlns:p14="http://schemas.microsoft.com/office/powerpoint/2010/main" val="264970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930</TotalTime>
  <Words>221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ANOVA – 1 way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126</cp:revision>
  <dcterms:created xsi:type="dcterms:W3CDTF">2025-09-22T02:44:38Z</dcterms:created>
  <dcterms:modified xsi:type="dcterms:W3CDTF">2026-04-07T19:57:03Z</dcterms:modified>
</cp:coreProperties>
</file>