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6" r:id="rId4"/>
    <p:sldId id="269" r:id="rId5"/>
    <p:sldId id="257" r:id="rId6"/>
    <p:sldId id="261" r:id="rId7"/>
    <p:sldId id="281" r:id="rId8"/>
    <p:sldId id="282" r:id="rId9"/>
    <p:sldId id="263" r:id="rId10"/>
    <p:sldId id="283" r:id="rId11"/>
    <p:sldId id="264" r:id="rId12"/>
    <p:sldId id="284" r:id="rId13"/>
    <p:sldId id="265" r:id="rId14"/>
    <p:sldId id="285"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02T06:30:36.981"/>
    </inkml:context>
    <inkml:brush xml:id="br0">
      <inkml:brushProperty name="width" value="0.2" units="cm"/>
      <inkml:brushProperty name="height" value="0.2" units="cm"/>
    </inkml:brush>
  </inkml:definitions>
  <inkml:trace contextRef="#ctx0" brushRef="#br0">30 78 2772 0 0,'-30'-19'2604'0'0,"38"15"-2590"0"0,0 2-1 0 0,-1-1 1 0 0,1 1 0 0 0,0 0-1 0 0,0 0 1 0 0,14 0 0 0 0,565-35 46 0 0,2 32 7 0 0,-490 5-42 0 0,-75 4 37 0 0,-24-4-59 0 0,0 0-1 0 0,0 0 1 0 0,1 0 0 0 0,-1 0-1 0 0,0 0 1 0 0,0 0-1 0 0,0 0 1 0 0,0 1 0 0 0,1-1-1 0 0,-1 0 1 0 0,0 0 0 0 0,0 0-1 0 0,0 0 1 0 0,0 1 0 0 0,0-1-1 0 0,1 0 1 0 0,-1 0 0 0 0,0 0-1 0 0,0 0 1 0 0,0 1-1 0 0,0-1 1 0 0,0 0 0 0 0,0 0-1 0 0,0 0 1 0 0,0 1 0 0 0,0-1-1 0 0,0 0 1 0 0,0 0 0 0 0,0 0-1 0 0,0 1 1 0 0,0-1-1 0 0,0 0 1 0 0,0 0 0 0 0,0 0-1 0 0,0 1 1 0 0,0-1 0 0 0,0 0-1 0 0,0 0 1 0 0,0 0 0 0 0,0 1-1 0 0,-1-1 1 0 0,1 0 0 0 0,0 0-1 0 0,0 0 1 0 0,0 1-1 0 0,-3 1 8 0 0,1 0-1 0 0,-1 0 1 0 0,0 0-1 0 0,0 0 1 0 0,0-1-1 0 0,0 1 1 0 0,0-1-1 0 0,0 1 0 0 0,-4 0 1 0 0,-370 92 275 0 0,323-82-207 0 0,-448 104 472 0 0,576-113-498 0 0,268-13-336 0 0,-334 16-335 0 0,-31 8-3489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2T06:40:21.528"/>
    </inkml:context>
    <inkml:brush xml:id="br0">
      <inkml:brushProperty name="width" value="0.2" units="cm"/>
      <inkml:brushProperty name="height" value="0.2" units="cm"/>
    </inkml:brush>
  </inkml:definitions>
  <inkml:trace contextRef="#ctx0" brushRef="#br0">1 1 24575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2.289"/>
    </inkml:context>
    <inkml:brush xml:id="br0">
      <inkml:brushProperty name="width" value="0.2" units="cm"/>
      <inkml:brushProperty name="height" value="0.2" units="cm"/>
      <inkml:brushProperty name="color" value="#FFC114"/>
    </inkml:brush>
  </inkml:definitions>
  <inkml:trace contextRef="#ctx0" brushRef="#br0">98 33 1676 0 0,'-5'-1'1391'0'0,"5"1"-1366"0"0,0 0 1 0 0,0 0 0 0 0,0 0 0 0 0,0 0-1 0 0,0 0 1 0 0,0-1 0 0 0,0 1 0 0 0,0 0-1 0 0,0 0 1 0 0,0 0 0 0 0,0 0 0 0 0,0-1 51 0 0,0 1-51 0 0,-4 15 288 0 0,0 15-403 0 0,4-18 777 0 0,-3-15-477 0 0,0-17 392 0 0,3-43 984 0 0,-1 66-1605 0 0,-5 12 17 0 0,-35 132 106 0 0,21-20-20 0 0,16-101 40 0 0,1 0 1 0 0,1 44-1 0 0,1-48 683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2.739"/>
    </inkml:context>
    <inkml:brush xml:id="br0">
      <inkml:brushProperty name="width" value="0.2" units="cm"/>
      <inkml:brushProperty name="height" value="0.2" units="cm"/>
      <inkml:brushProperty name="color" value="#FFC114"/>
    </inkml:brush>
  </inkml:definitions>
  <inkml:trace contextRef="#ctx0" brushRef="#br0">0 10 6321 0 0,'24'-9'2229'0'0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3.815"/>
    </inkml:context>
    <inkml:brush xml:id="br0">
      <inkml:brushProperty name="width" value="0.2" units="cm"/>
      <inkml:brushProperty name="height" value="0.2" units="cm"/>
      <inkml:brushProperty name="color" value="#FFC114"/>
    </inkml:brush>
  </inkml:definitions>
  <inkml:trace contextRef="#ctx0" brushRef="#br0">144 7 5769 0 0,'0'0'-337'0'0,"-4"0"-531"0"0,4 0 862 0 0,-1 0-1 0 0,1 0 1 0 0,0-1 0 0 0,0 1 0 0 0,0 0-1 0 0,0 0 1 0 0,0 0 0 0 0,0 0 0 0 0,0 0-1 0 0,-1 0 1 0 0,1-1 0 0 0,0 1 0 0 0,0 0-1 0 0,0 0 1 0 0,0 0 0 0 0,0 0 0 0 0,0-1 0 0 0,0 1-1 0 0,0 0 1 0 0,0 0 0 0 0,0 0 0 0 0,0 0-1 0 0,0-1 1 0 0,0 1 0 0 0,0 0 0 0 0,0 0-1 0 0,0 0 1 0 0,0 0 0 0 0,0-1 0 0 0,0 1-1 0 0,0 0 1 0 0,0 0 0 0 0,0 0 0 0 0,0 0-1 0 0,0-1 1 0 0,1 1 0 0 0,-1 0 0 0 0,0 0-1 0 0,0 0 1 0 0,0 0 0 0 0,0 0 0 0 0,0 0 0 0 0,0-1-1 0 0,1 1 1 0 0,-15 12 127 0 0,1 0 0 0 0,1 1 0 0 0,0 1 0 0 0,1 0 0 0 0,1 0 0 0 0,0 1 0 0 0,1 0 0 0 0,0 1 0 0 0,-10 26 0 0 0,13-20-32 0 0,3-16-68 0 0,1 1-1 0 0,-1 0 1 0 0,2 1-1 0 0,-1-1 1 0 0,1 0-1 0 0,0 0 1 0 0,0 1-1 0 0,1-1 1 0 0,0 1 0 0 0,0-1-1 0 0,1 0 1 0 0,0 1-1 0 0,3 13 1 0 0,-1-16-13 0 0,-1 0 0 0 0,1 0 1 0 0,1 0-1 0 0,-1 0 0 0 0,0-1 0 0 0,1 0 0 0 0,0 1 1 0 0,0-1-1 0 0,1-1 0 0 0,-1 1 0 0 0,1-1 1 0 0,-1 1-1 0 0,9 3 0 0 0,2 0 10 0 0,-1-1 1 0 0,2 0-1 0 0,-1 0 1 0 0,24 3-1 0 0,-38-8 4 0 0,19 0 49 0 0,-19 0-60 0 0,0-1-1 0 0,1 1 1 0 0,-1-1-1 0 0,0 0 1 0 0,1 1-1 0 0,-1-1 0 0 0,1 0 1 0 0,-1 0-1 0 0,0 0 1 0 0,1 0-1 0 0,-1-1 1 0 0,1 1-1 0 0,-1 0 1 0 0,0 0-1 0 0,1-1 1 0 0,-1 1-1 0 0,0-1 1 0 0,1 1-1 0 0,-1-1 1 0 0,0 0-1 0 0,0 1 1 0 0,0-1-1 0 0,1 0 0 0 0,-1 0 1 0 0,0 0-1 0 0,0 0 1 0 0,0 0-1 0 0,0 0 1 0 0,0 0-1 0 0,-1 0 1 0 0,1 0-1 0 0,0-1 1 0 0,0 1-1 0 0,-1 0 1 0 0,1 0-1 0 0,-1-1 1 0 0,1 1-1 0 0,-1 0 1 0 0,0-1-1 0 0,1 1 0 0 0,-1-2 1 0 0,1 0 16 0 0,0 1 0 0 0,-1 0-1 0 0,1-1 1 0 0,-1 1 0 0 0,0 0 0 0 0,1-1 0 0 0,-1 1-1 0 0,0 0 1 0 0,0-1 0 0 0,0 1 0 0 0,-1-1 0 0 0,1 1-1 0 0,-1 0 1 0 0,1-1 0 0 0,-1 1 0 0 0,0 0-1 0 0,0 0 1 0 0,0-1 0 0 0,0 1 0 0 0,0 0 0 0 0,0 0-1 0 0,-1 0 1 0 0,1 0 0 0 0,-1 1 0 0 0,1-1 0 0 0,-1 0-1 0 0,0 0 1 0 0,1 1 0 0 0,-1-1 0 0 0,0 1 0 0 0,0 0-1 0 0,0 0 1 0 0,0-1 0 0 0,-1 1 0 0 0,1 1 0 0 0,0-1-1 0 0,0 0 1 0 0,-1 0 0 0 0,1 1 0 0 0,-4-1 0 0 0,-13-2 13 0 0,0 0 1 0 0,1 2 0 0 0,-1 0 0 0 0,-25 3-1 0 0,14-1 25 0 0,27-1-61 0 0,-8 2-2 0 0,8-2-16 0 0,-10 0-254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4.620"/>
    </inkml:context>
    <inkml:brush xml:id="br0">
      <inkml:brushProperty name="width" value="0.2" units="cm"/>
      <inkml:brushProperty name="height" value="0.2" units="cm"/>
      <inkml:brushProperty name="color" value="#FFC114"/>
    </inkml:brush>
  </inkml:definitions>
  <inkml:trace contextRef="#ctx0" brushRef="#br0">3 35 4784 0 0,'0'0'-154'0'0,"-1"0"69"0"0,1-1 101 0 0,0 1 0 0 0,0 0-1 0 0,-1 0 1 0 0,1-1 0 0 0,0 1 0 0 0,0 0 0 0 0,0-1-1 0 0,0 1 1 0 0,0 0 0 0 0,0-1 0 0 0,0 1 0 0 0,0 0-1 0 0,0 0 1 0 0,0-1 0 0 0,0 1 0 0 0,0 0-1 0 0,0-1 1 0 0,0 1 0 0 0,0 0 0 0 0,0-1 0 0 0,0 1-1 0 0,0 0 1 0 0,0-1 0 0 0,0 1 0 0 0,0 0 0 0 0,1 0-1 0 0,-1-1 1 0 0,0 1 0 0 0,0 0 0 0 0,0 0-1 0 0,0-1 1 0 0,1 1 0 0 0,-1 0 0 0 0,21-4 22 0 0,1 1 0 0 0,-1 1 0 0 0,35 2-1 0 0,-32 0-16 0 0,0 0-1 0 0,25-5 0 0 0,-25 1 87 0 0,49-2 0 0 0,-30 6-2495 0 0,-35 0 1688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05.723"/>
    </inkml:context>
    <inkml:brush xml:id="br0">
      <inkml:brushProperty name="width" value="0.2" units="cm"/>
      <inkml:brushProperty name="height" value="0.2" units="cm"/>
      <inkml:brushProperty name="color" value="#FFC114"/>
    </inkml:brush>
  </inkml:definitions>
  <inkml:trace contextRef="#ctx0" brushRef="#br0">4 7 3036 0 0,'0'-6'1740'0'0,"2"119"-1093"0"0,-2-62 1136 0 0,77-64-1691 0 0,-64 11-100 0 0,-4-1-5 0 0,0 2-1 0 0,0-1 1 0 0,0 1-1 0 0,17 1 1 0 0,-24 0 5 0 0,0-1 4 0 0,0 0-1 0 0,-1 1 1 0 0,1-1 0 0 0,0 0 0 0 0,0 1 0 0 0,0 0 0 0 0,0-1 0 0 0,0 1 0 0 0,0 0 0 0 0,0 0 0 0 0,0 0 0 0 0,0 0-1 0 0,-1 1 1 0 0,1-1 0 0 0,3 1 0 0 0,39 11-100 0 0,-38-11 92 0 0,-4 0 0 0 0,15 19 1 0 0,-13-15 7 0 0,0-1-1 0 0,0 1 1 0 0,0 0-1 0 0,-1 1 1 0 0,0-1 0 0 0,0 1-1 0 0,3 6 1 0 0,-5-9 3 0 0,0 0-1 0 0,-1 0 1 0 0,1 0 0 0 0,0 0-1 0 0,-1 0 1 0 0,0 0 0 0 0,0 0-1 0 0,0 0 1 0 0,0 0 0 0 0,0 0-1 0 0,-1 0 1 0 0,1 0 0 0 0,-1 0 0 0 0,0 0-1 0 0,0 0 1 0 0,0 0 0 0 0,0 0-1 0 0,0-1 1 0 0,-1 1 0 0 0,1 0-1 0 0,-3 3 1 0 0,0-2 21 0 0,0 0 0 0 0,0 0 0 0 0,-1-1 0 0 0,1 1-1 0 0,-1-1 1 0 0,1 0 0 0 0,-1 0 0 0 0,0-1 0 0 0,0 1 0 0 0,0-1 0 0 0,-1 0 0 0 0,1-1 0 0 0,-6 2-1 0 0,-81 12 394 0 0,61-12-233 0 0,29-2-159 0 0,-7 0 73 0 0,0 1 1 0 0,1-1-1 0 0,-1-1 0 0 0,0 0 1 0 0,0 0-1 0 0,1-1 0 0 0,-10-1 1 0 0,15 1-162 0 0,0-21-4115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2.165"/>
    </inkml:context>
    <inkml:brush xml:id="br0">
      <inkml:brushProperty name="width" value="0.2" units="cm"/>
      <inkml:brushProperty name="height" value="0.2" units="cm"/>
      <inkml:brushProperty name="color" value="#FFC114"/>
    </inkml:brush>
  </inkml:definitions>
  <inkml:trace contextRef="#ctx0" brushRef="#br0">42 42 5573 0 0,'7'-8'-1281'0'0,"-6"6"1358"0"0,1 1 1 0 0,-1-1-1 0 0,0 0 1 0 0,0 1-1 0 0,1-1 1 0 0,-1 0 0 0 0,0 0-1 0 0,-1 0 1 0 0,1 0-1 0 0,0 1 1 0 0,0-1-1 0 0,-1-1 1 0 0,1 1-1 0 0,-1 0 1 0 0,1-4 0 0 0,-24 21-56 0 0,17-11-8 0 0,2 1-5 0 0,0 1 0 0 0,0 0 1 0 0,0 0-1 0 0,1 0 0 0 0,0 0 0 0 0,-3 8 0 0 0,5-12-27 0 0,-2 17-151 0 0,4-18 164 0 0,-1 0 0 0 0,0 0 0 0 0,0 0 0 0 0,1 0 0 0 0,-1-1 0 0 0,1 1 0 0 0,-1 0 0 0 0,1 0 0 0 0,-1-1 0 0 0,1 1-1 0 0,-1 0 1 0 0,1 0 0 0 0,0-1 0 0 0,0 1 0 0 0,-1-1 0 0 0,1 1 0 0 0,0-1 0 0 0,0 1 0 0 0,-1-1 0 0 0,1 1 0 0 0,0-1 0 0 0,0 0 0 0 0,0 1 0 0 0,0-1 0 0 0,0 0 0 0 0,-1 0 0 0 0,1 0 0 0 0,0 0 0 0 0,0 0 0 0 0,0 0 0 0 0,0 0 0 0 0,0 0 0 0 0,0 0 0 0 0,0 0 0 0 0,0 0 0 0 0,0 0 0 0 0,1-1 0 0 0,1 1-4 0 0,0-1 0 0 0,1 1 0 0 0,-1-1 0 0 0,0 0 0 0 0,1 0 0 0 0,-1 0 0 0 0,0-1 0 0 0,0 1 0 0 0,0-1 0 0 0,4-2 0 0 0,-3 0 19 0 0,1-1 0 0 0,-1 1 0 0 0,0-1 0 0 0,-1 0 0 0 0,1-1 0 0 0,-1 1 0 0 0,0 0-1 0 0,0-1 1 0 0,3-10 0 0 0,-6 15 41 0 0,0-1-28 0 0,-1 0-1 0 0,0 1 0 0 0,0 0 0 0 0,0-1 0 0 0,1 1 0 0 0,-2-1 1 0 0,1 1-1 0 0,0 0 0 0 0,0 0 0 0 0,0 0 0 0 0,0-1 1 0 0,-1 1-1 0 0,1 1 0 0 0,-1-1 0 0 0,1 0 0 0 0,0 0 0 0 0,-1 0 1 0 0,1 1-1 0 0,-3-2 0 0 0,-21 10-5 0 0,22-7-16 0 0,0 0-1 0 0,0 0 1 0 0,1 1-1 0 0,-1-1 0 0 0,1 0 1 0 0,-1 1-1 0 0,1 0 1 0 0,0 0-1 0 0,-1-1 1 0 0,1 1-1 0 0,0 0 1 0 0,0 1-1 0 0,0-1 1 0 0,1 0-1 0 0,-1 1 0 0 0,1-1 1 0 0,-2 4-1 0 0,-1 0-29 0 0,-6 13-226 0 0,9-18 240 0 0,1-1-1 0 0,0 0 1 0 0,-1 0-1 0 0,1 0 1 0 0,0 1-1 0 0,0-1 1 0 0,-1 0-1 0 0,1 1 1 0 0,0-1-1 0 0,0 0 1 0 0,0 1-1 0 0,0-1 1 0 0,-1 0-1 0 0,1 1 1 0 0,0-1-1 0 0,0 0 1 0 0,0 1-1 0 0,0-1 1 0 0,0 0-1 0 0,0 1 1 0 0,0-1-1 0 0,0 0 1 0 0,0 1-1 0 0,0-1 1 0 0,0 0-1 0 0,0 1 0 0 0,0-1 1 0 0,0 0-1 0 0,0 1 1 0 0,0-1-1 0 0,0 1 1 0 0,1-1-1 0 0,-1 0 1 0 0,0 0-1 0 0,0 1 1 0 0,0-1-1 0 0,0 0 1 0 0,1 1-1 0 0,-1-1 1 0 0,0 0-1 0 0,1 1 1 0 0,8-6 4 0 0,0 1 0 0 0,0-2 0 0 0,-1 1 0 0 0,10-9 0 0 0,-17 13 56 0 0,-26 6 545 0 0,23-3-592 0 0,-1-1 1 0 0,0 1-1 0 0,0 0 0 0 0,1 0 1 0 0,-1 0-1 0 0,1 0 1 0 0,-1 0-1 0 0,1 1 1 0 0,0-1-1 0 0,-4 6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3.804"/>
    </inkml:context>
    <inkml:brush xml:id="br0">
      <inkml:brushProperty name="width" value="0.2" units="cm"/>
      <inkml:brushProperty name="height" value="0.2" units="cm"/>
      <inkml:brushProperty name="color" value="#FFC114"/>
    </inkml:brush>
  </inkml:definitions>
  <inkml:trace contextRef="#ctx0" brushRef="#br0">4 52 2744 0 0,'0'0'54'0'0,"0"0"-36"0"0,0 0 1 0 0,0 0 0 0 0,-1 0-1 0 0,1 0 1 0 0,0 0 0 0 0,0-1-1 0 0,0 1 1 0 0,-1 0 0 0 0,1 0 0 0 0,0 0-1 0 0,0 0 1 0 0,0-1 0 0 0,0 1-1 0 0,-1 0 1 0 0,1 0 0 0 0,0-1 0 0 0,0 1-1 0 0,0 0 1 0 0,0 0 0 0 0,0-1-1 0 0,0 1 1 0 0,0 0 0 0 0,0 0-1 0 0,-1-1 1 0 0,1 1 0 0 0,0 0 0 0 0,0 0-1 0 0,0-1 1 0 0,0 1 0 0 0,1 0-1 0 0,-1-1 1 0 0,0 1 0 0 0,0 0-1 0 0,0 0 1 0 0,0-1 0 0 0,0 1 0 0 0,0 0-1 0 0,0 0 1 0 0,0-1 0 0 0,1 1-1 0 0,3-4-7 0 0,38-14 118 0 0,-18 12-111 0 0,-1 1 0 0 0,1 1-1 0 0,0 1 1 0 0,31 1-1 0 0,-51 2-23 0 0,18 0-54 0 0,-9 2 40 0 0,-6-3 2 0 0,-4 3 16 0 0,8 6 9 0 0,-11-8-5 0 0,1 1-1 0 0,0 0 1 0 0,-1-1 0 0 0,1 1 0 0 0,-1 0-1 0 0,1-1 1 0 0,-1 1 0 0 0,0 0-1 0 0,1 0 1 0 0,-1 0 0 0 0,0 0-1 0 0,1-1 1 0 0,-1 1 0 0 0,0 0 0 0 0,0 0-1 0 0,0 0 1 0 0,0 0 0 0 0,0 0-1 0 0,0 0 1 0 0,0 0 0 0 0,0-1-1 0 0,0 1 1 0 0,0 0 0 0 0,0 0 0 0 0,-1 0-1 0 0,1 0 1 0 0,0 0 0 0 0,-1-1-1 0 0,1 1 1 0 0,-1 1 0 0 0,-18 29 36 0 0,16-26-38 0 0,-3 3 11 0 0,0 0 0 0 0,-1 0 0 0 0,0-1 0 0 0,0 0 0 0 0,0-1 1 0 0,-14 10-1 0 0,-32 28 214 0 0,55-44-225 0 0,1-1 0 0 0,-1 0 0 0 0,0 1 0 0 0,0-1-1 0 0,1 1 1 0 0,-1 0 0 0 0,0 0 0 0 0,1 0 0 0 0,-1 0 0 0 0,5 1 0 0 0,19-4 11 0 0,0-1 1 0 0,0-2-1 0 0,46-15 1 0 0,27-7-43 0 0,-34 14 96 0 0,-63 13 17 0 0,19-3 516 0 0,-18 4-653 0 0,0 0 1 0 0,1-1-1 0 0,-1 1 1 0 0,1-1 0 0 0,-1 0-1 0 0,0 0 1 0 0,0 0-1 0 0,1 0 1 0 0,3-2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4.085"/>
    </inkml:context>
    <inkml:brush xml:id="br0">
      <inkml:brushProperty name="width" value="0.2" units="cm"/>
      <inkml:brushProperty name="height" value="0.2" units="cm"/>
      <inkml:brushProperty name="color" value="#FFC114"/>
    </inkml:brush>
  </inkml:definitions>
  <inkml:trace contextRef="#ctx0" brushRef="#br0">0 11 4624 0 0,'0'0'548'0'0,"2"0"-419"0"0,-1 1-1 0 0,0 0 1 0 0,1-1-1 0 0,-1 1 0 0 0,1-1 1 0 0,-1 1-1 0 0,1-1 1 0 0,-1 0-1 0 0,1 1 1 0 0,0-1-1 0 0,-1 0 0 0 0,1 0 1 0 0,-1 0-1 0 0,1 0 1 0 0,-1-1-1 0 0,3 1 0 0 0,8-15-2636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4.990"/>
    </inkml:context>
    <inkml:brush xml:id="br0">
      <inkml:brushProperty name="width" value="0.2" units="cm"/>
      <inkml:brushProperty name="height" value="0.2" units="cm"/>
      <inkml:brushProperty name="color" value="#FFC114"/>
    </inkml:brush>
  </inkml:definitions>
  <inkml:trace contextRef="#ctx0" brushRef="#br0">168 20 6453 0 0,'0'0'-376'0'0,"-3"-2"-99"0"0,1 0 323 0 0,-1 0 1 0 0,1-1-1 0 0,-1 2 1 0 0,0-1-1 0 0,1 0 1 0 0,-1 0-1 0 0,-5-1 1 0 0,-9 5 145 0 0,11-1 9 0 0,-1 1 0 0 0,1 0 0 0 0,0 0 0 0 0,-1 1 0 0 0,1 0 0 0 0,0 0 0 0 0,0 0 0 0 0,1 1 0 0 0,-1 0 0 0 0,1 0 0 0 0,0 0 0 0 0,0 1 0 0 0,0-1 0 0 0,0 1 1 0 0,1 0-1 0 0,0 1 0 0 0,0-1 0 0 0,0 1 0 0 0,1 0 0 0 0,0 0 0 0 0,0 0 0 0 0,1 0 0 0 0,-1 0 0 0 0,1 1 0 0 0,-1 7 0 0 0,2-11-1 0 0,1 1 0 0 0,0-1 0 0 0,0 0 0 0 0,0 0 1 0 0,1 0-1 0 0,-1 0 0 0 0,1 1 0 0 0,-1-1 0 0 0,1 0 0 0 0,0 0 0 0 0,0 0 0 0 0,1 0 0 0 0,-1 0 0 0 0,1-1 1 0 0,-1 1-1 0 0,1 0 0 0 0,0-1 0 0 0,0 1 0 0 0,0-1 0 0 0,0 1 0 0 0,0-1 0 0 0,1 0 0 0 0,-1 0 0 0 0,1 0 0 0 0,-1 0 1 0 0,1-1-1 0 0,0 1 0 0 0,0-1 0 0 0,0 1 0 0 0,0-1 0 0 0,0 0 0 0 0,0 0 0 0 0,0 0 0 0 0,6 0 0 0 0,2 1 6 0 0,1 0 0 0 0,0-1 0 0 0,-1 0 0 0 0,1 0 0 0 0,0-2 0 0 0,-1 1 0 0 0,16-4 0 0 0,-21 2-6 0 0,1 0 0 0 0,-1 0-1 0 0,1-1 1 0 0,-1 0 0 0 0,0 0-1 0 0,0-1 1 0 0,0 0-1 0 0,0 0 1 0 0,-1 0 0 0 0,1 0-1 0 0,-1-1 1 0 0,0 0-1 0 0,7-10 1 0 0,-8 10 10 0 0,-1 1 0 0 0,0 0 0 0 0,0-1 0 0 0,-1 0 0 0 0,1 1 0 0 0,-1-1 0 0 0,0 0 0 0 0,0 0-1 0 0,-1 0 1 0 0,1-1 0 0 0,-1 1 0 0 0,0 0 0 0 0,-1-1 0 0 0,1 1 0 0 0,-1 0 0 0 0,0-1 0 0 0,-2-7 0 0 0,2 11 3 0 0,-2-1-1 0 0,1 1 1 0 0,0 0 0 0 0,0 0 0 0 0,-1 0 0 0 0,1 0 0 0 0,-1 0 0 0 0,1 0 0 0 0,-1 0-1 0 0,0 0 1 0 0,0 1 0 0 0,0-1 0 0 0,0 1 0 0 0,0-1 0 0 0,0 1 0 0 0,-1 0-1 0 0,1 0 1 0 0,0 0 0 0 0,-1 0 0 0 0,1 0 0 0 0,0 0 0 0 0,-5 0 0 0 0,-55-8 178 0 0,59 9-184 0 0,-14 0-19 0 0,-1 0 0 0 0,1 2 0 0 0,0 0 0 0 0,-1 1 0 0 0,-19 6 0 0 0,13-4-449 0 0,22-4 88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5.725"/>
    </inkml:context>
    <inkml:brush xml:id="br0">
      <inkml:brushProperty name="width" value="0.2" units="cm"/>
      <inkml:brushProperty name="height" value="0.2" units="cm"/>
      <inkml:brushProperty name="color" value="#FFC114"/>
    </inkml:brush>
  </inkml:definitions>
  <inkml:trace contextRef="#ctx0" brushRef="#br0">98 5 3496 0 0,'0'0'583'0'0,"-4"1"-515"0"0,-1 1-45 0 0,-1-1 0 0 0,1 1 1 0 0,0 0-1 0 0,-1 0 0 0 0,1 1 0 0 0,0 0 0 0 0,1 0 0 0 0,-1 0 1 0 0,0 0-1 0 0,1 1 0 0 0,0 0 0 0 0,0 0 0 0 0,0 0 0 0 0,0 0 1 0 0,0 0-1 0 0,1 1 0 0 0,0 0 0 0 0,0 0 0 0 0,-4 8 0 0 0,7-11-20 0 0,-1-1-1 0 0,1 0 0 0 0,0 1 1 0 0,-1-1-1 0 0,1 1 1 0 0,0-1-1 0 0,0 1 0 0 0,0-1 1 0 0,0 0-1 0 0,0 1 0 0 0,0-1 1 0 0,0 1-1 0 0,0-1 0 0 0,1 1 1 0 0,-1-1-1 0 0,1 0 0 0 0,-1 1 1 0 0,1-1-1 0 0,-1 0 0 0 0,1 1 1 0 0,0-1-1 0 0,0 0 0 0 0,-1 0 1 0 0,1 0-1 0 0,0 0 0 0 0,0 0 1 0 0,0 0-1 0 0,0 0 1 0 0,1 0-1 0 0,-1 0 0 0 0,0 0 1 0 0,2 0-1 0 0,38 23 70 0 0,-31-21-72 0 0,1 0-1 0 0,-1-1 0 0 0,1 0 0 0 0,0-1 0 0 0,0 0 1 0 0,-1-1-1 0 0,1 0 0 0 0,0-1 0 0 0,0 0 1 0 0,-1 0-1 0 0,1-1 0 0 0,-1-1 0 0 0,1 0 0 0 0,-1 0 1 0 0,19-10-1 0 0,-23 10 25 0 0,0 0 1 0 0,0-1 0 0 0,0 0 0 0 0,-1 0-1 0 0,1-1 1 0 0,-1 1 0 0 0,-1-1-1 0 0,1-1 1 0 0,0 1 0 0 0,-1 0 0 0 0,0-1-1 0 0,-1 0 1 0 0,1 0 0 0 0,-1 0-1 0 0,0 0 1 0 0,2-7 0 0 0,-5 12-12 0 0,0 0-1 0 0,0 0 1 0 0,0 0 0 0 0,0 0 0 0 0,0 0 0 0 0,0 0-1 0 0,0 0 1 0 0,-1 0 0 0 0,1 0 0 0 0,0 1-1 0 0,-1-1 1 0 0,1 0 0 0 0,0 0 0 0 0,-1 0 0 0 0,1 0-1 0 0,-1 1 1 0 0,1-1 0 0 0,-1 0 0 0 0,1 0 0 0 0,-1 1-1 0 0,0-1 1 0 0,1 0 0 0 0,-1 1 0 0 0,0-1-1 0 0,0 1 1 0 0,0-1 0 0 0,1 1 0 0 0,-1-1 0 0 0,0 1-1 0 0,0 0 1 0 0,-1-1 0 0 0,-21-9 142 0 0,7 7-57 0 0,0 0 0 0 0,0 2 0 0 0,-32 0 0 0 0,38 1-83 0 0,8 0-17 0 0,-2 0-47 0 0,-11 0-68 0 0,12 0-65 0 0,-10 2-285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16.445"/>
    </inkml:context>
    <inkml:brush xml:id="br0">
      <inkml:brushProperty name="width" value="0.2" units="cm"/>
      <inkml:brushProperty name="height" value="0.2" units="cm"/>
      <inkml:brushProperty name="color" value="#FFC114"/>
    </inkml:brush>
  </inkml:definitions>
  <inkml:trace contextRef="#ctx0" brushRef="#br0">10 78 3292 0 0,'-1'0'29'0'0,"1"-1"-1"0"0,-1 1 0 0 0,0-1 1 0 0,0 0-1 0 0,1 1 1 0 0,-1-1-1 0 0,1 0 0 0 0,-1 0 1 0 0,0 1-1 0 0,1-1 1 0 0,0 0-1 0 0,-1 0 0 0 0,1 0 1 0 0,-1 0-1 0 0,1 0 0 0 0,0 1 1 0 0,0-1-1 0 0,-1 0 1 0 0,1 0-1 0 0,0 0 0 0 0,0 0 1 0 0,0 0-1 0 0,0 0 1 0 0,0 0-1 0 0,0 0 0 0 0,0 0 1 0 0,1 0-1 0 0,-1 0 0 0 0,0-1 1 0 0,1 0 2 0 0,1 0 0 0 0,-1 1-1 0 0,0-1 1 0 0,1 0 0 0 0,0 1 0 0 0,-1-1 0 0 0,1 1 0 0 0,0-1 0 0 0,-1 1 0 0 0,1 0-1 0 0,0-1 1 0 0,3 0 0 0 0,4-2-2 0 0,1 0-1 0 0,-1 0 1 0 0,1 1-1 0 0,20-4 1 0 0,18 0-1 0 0,-45 7-18 0 0,-1-1 0 0 0,0 1 0 0 0,1 0 0 0 0,-1 0 0 0 0,0 0 0 0 0,1 0-1 0 0,-1 0 1 0 0,1 1 0 0 0,-1-1 0 0 0,0 1 0 0 0,0-1 0 0 0,1 1 0 0 0,-1 0-1 0 0,0 0 1 0 0,0 0 0 0 0,0 0 0 0 0,0 0 0 0 0,0 1 0 0 0,0-1 0 0 0,0 1-1 0 0,0-1 1 0 0,2 3 0 0 0,-3-1 3 0 0,0-1-1 0 0,0 1 1 0 0,0-1-1 0 0,0 1 1 0 0,-1 0-1 0 0,1-1 1 0 0,-1 1-1 0 0,0 0 1 0 0,0-1-1 0 0,0 1 1 0 0,0 0 0 0 0,0 0-1 0 0,0-1 1 0 0,-1 1-1 0 0,1 0 1 0 0,-1-1-1 0 0,0 1 1 0 0,0 0-1 0 0,-1 3 1 0 0,-8 13 82 0 0,0-2 0 0 0,0 1 0 0 0,-2-1 0 0 0,0-1 0 0 0,-1 0 0 0 0,-1-1 0 0 0,0 0 0 0 0,-1-1 0 0 0,-20 14 0 0 0,9-4 131 0 0,25-24-223 0 0,1 0-1 0 0,0 0 1 0 0,0 0-1 0 0,0 1 1 0 0,-1-1 0 0 0,1 0-1 0 0,0 0 1 0 0,0 0 0 0 0,0 1-1 0 0,0-1 1 0 0,0 0 0 0 0,0 0-1 0 0,-1 1 1 0 0,1-1-1 0 0,0 0 1 0 0,0 0 0 0 0,0 1-1 0 0,0-1 1 0 0,0 0 0 0 0,0 1-1 0 0,0-1 1 0 0,0 0 0 0 0,0 0-1 0 0,0 1 1 0 0,0-1 0 0 0,0 0-1 0 0,0 0 1 0 0,1 1-1 0 0,-1-1 1 0 0,0 0 0 0 0,0 0-1 0 0,0 1 1 0 0,0-1 0 0 0,0 0-1 0 0,0 0 1 0 0,1 1 0 0 0,-1-1-1 0 0,0 0 1 0 0,0 0-1 0 0,0 0 1 0 0,1 0 0 0 0,-1 1-1 0 0,0-1 1 0 0,0 0 0 0 0,1 0-1 0 0,-1 0 1 0 0,0 0 0 0 0,0 0-1 0 0,1 0 1 0 0,-1 0-1 0 0,0 1 1 0 0,0-1 0 0 0,1 0-1 0 0,-1 0 1 0 0,0 0 0 0 0,0 0-1 0 0,1 0 1 0 0,-1 0 0 0 0,0 0-1 0 0,0 0 1 0 0,1 0-1 0 0,-1-1 1 0 0,0 1 0 0 0,1 0-1 0 0,-1 0 1 0 0,0 0 0 0 0,22 1-6 0 0,16-5-107 0 0,-1-2 0 0 0,1-1 0 0 0,-1-2 1 0 0,38-15-1 0 0,-11 5-378 0 0,88-20-1918 0 0,-91 23 1161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0:21.144"/>
    </inkml:context>
    <inkml:brush xml:id="br0">
      <inkml:brushProperty name="width" value="0.2" units="cm"/>
      <inkml:brushProperty name="height" value="0.2" units="cm"/>
      <inkml:brushProperty name="color" value="#FFC114"/>
    </inkml:brush>
  </inkml:definitions>
  <inkml:trace contextRef="#ctx0" brushRef="#br0">125 18 3872 0 0,'0'-1'-31'0'0,"-1"0"0"0"0,0-1 0 0 0,1 1 0 0 0,-1 0-1 0 0,0 0 1 0 0,0 0 0 0 0,0 0 0 0 0,0 0 0 0 0,0 0-1 0 0,0 1 1 0 0,0-1 0 0 0,0 0 0 0 0,0 0-1 0 0,0 1 1 0 0,0-1 0 0 0,0 1 0 0 0,-1-1 0 0 0,1 1-1 0 0,0-1 1 0 0,0 1 0 0 0,-1 0 0 0 0,1-1 0 0 0,0 1-1 0 0,-1 0 1 0 0,1 0 0 0 0,0 0 0 0 0,0 0 0 0 0,-1 0-1 0 0,1 1 1 0 0,0-1 0 0 0,-1 0 0 0 0,1 0 0 0 0,0 1-1 0 0,0-1 1 0 0,-1 1 0 0 0,1-1 0 0 0,0 1 0 0 0,0 0-1 0 0,0-1 1 0 0,0 1 0 0 0,0 0 0 0 0,0 0 0 0 0,0 0-1 0 0,0 0 1 0 0,0 0 0 0 0,0 0 0 0 0,0 0-1 0 0,1 0 1 0 0,-1 0 0 0 0,0 0 0 0 0,1 0 0 0 0,-1 0-1 0 0,0 2 1 0 0,-5 7 156 0 0,1 0 0 0 0,1 0 0 0 0,-1 0 0 0 0,-3 17 0 0 0,7-26-92 0 0,3 5 24 0 0,-2-4-48 0 0,0 0-1 0 0,0-1 1 0 0,1 1-1 0 0,-1 0 0 0 0,0 0 1 0 0,1-1-1 0 0,0 1 1 0 0,-1 0-1 0 0,1-1 1 0 0,0 1-1 0 0,0-1 1 0 0,0 1-1 0 0,0-1 0 0 0,0 1 1 0 0,0-1-1 0 0,0 0 1 0 0,2 2-1 0 0,0-2 0 0 0,0 0-1 0 0,0 0 0 0 0,0 0 0 0 0,0 0 1 0 0,0-1-1 0 0,0 1 0 0 0,1-1 1 0 0,-1 0-1 0 0,0 0 0 0 0,0 0 0 0 0,0 0 1 0 0,0-1-1 0 0,0 1 0 0 0,0-1 1 0 0,0 0-1 0 0,0 0 0 0 0,0 0 0 0 0,0 0 1 0 0,4-2-1 0 0,0-2 20 0 0,0-1 1 0 0,0 1-1 0 0,-1-1 1 0 0,0-1-1 0 0,10-12 0 0 0,-15 18-19 0 0,0 1 0 0 0,-1 0 0 0 0,0-1-1 0 0,1 1 1 0 0,-1-1 0 0 0,1 1 0 0 0,-1-1 0 0 0,1 1-1 0 0,-1-1 1 0 0,0 1 0 0 0,1-1 0 0 0,-1 1-1 0 0,0-1 1 0 0,0 1 0 0 0,1-1 0 0 0,-1 0 0 0 0,0 1-1 0 0,0-1 1 0 0,0 1 0 0 0,0-1 0 0 0,0 0 0 0 0,0 1-1 0 0,0-1 1 0 0,0 0 0 0 0,0 1 0 0 0,0-1-1 0 0,0 0 1 0 0,0 1 0 0 0,0-1 0 0 0,-1 1 0 0 0,1-1-1 0 0,0 0 1 0 0,0 1 0 0 0,-1-1 0 0 0,1 1 0 0 0,0-1-1 0 0,-1 1 1 0 0,1-1 0 0 0,-1 1 0 0 0,1-1-1 0 0,-1 1 1 0 0,1-1 0 0 0,0 1 0 0 0,-1 0 0 0 0,0-1-1 0 0,1 1 1 0 0,-1-1 0 0 0,-22-4 180 0 0,19 5-175 0 0,0 1 9 0 0,-5 3-10 0 0,0 0 0 0 0,1 1 1 0 0,-1 0-1 0 0,1 0 0 0 0,1 0 0 0 0,-1 1 1 0 0,1 1-1 0 0,0-1 0 0 0,0 1 0 0 0,1 0 0 0 0,0 1 1 0 0,0-1-1 0 0,1 1 0 0 0,-7 13 0 0 0,22-22 12 0 0,-9 1-23 0 0,0 0 0 0 0,0 1 0 0 0,0-1 0 0 0,0 0 0 0 0,0 0 0 0 0,0 0 0 0 0,-1 1-1 0 0,1-1 1 0 0,0 0 0 0 0,0 0 0 0 0,0-1 0 0 0,0 1 0 0 0,0 0 0 0 0,0 0 0 0 0,0 0 0 0 0,0-1-1 0 0,0 1 1 0 0,0 0 0 0 0,-1-1 0 0 0,2 0 0 0 0,38-35 1030 0 0,-108 73-956 0 0,42-15-2620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2.512"/>
    </inkml:context>
    <inkml:brush xml:id="br0">
      <inkml:brushProperty name="width" value="0.2" units="cm"/>
      <inkml:brushProperty name="height" value="0.2" units="cm"/>
      <inkml:brushProperty name="color" value="#FFC114"/>
    </inkml:brush>
  </inkml:definitions>
  <inkml:trace contextRef="#ctx0" brushRef="#br0">17 0 1312 0 0,'0'0'587'0'0,"-17"3"2330"0"0,85-6-2184 0 0,112 10-1 0 0,-161-3-937 0 0,8 0 490 0 0,14-4-3777 0 0,-25 0 2479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3.120"/>
    </inkml:context>
    <inkml:brush xml:id="br0">
      <inkml:brushProperty name="width" value="0.2" units="cm"/>
      <inkml:brushProperty name="height" value="0.2" units="cm"/>
      <inkml:brushProperty name="color" value="#FFC114"/>
    </inkml:brush>
  </inkml:definitions>
  <inkml:trace contextRef="#ctx0" brushRef="#br0">0 38 3700 0 0,'19'-32'864'0'0,"-15"27"-39"0"0,-4 5-809 0 0,5 22 36 0 0,0 1-1 0 0,-2 0 1 0 0,0 31-1 0 0,-2-28-28 0 0,1 0 1 0 0,11 49-1 0 0,-8-52 181 0 0,0 1-1 0 0,-1-1 1 0 0,1 37-1 0 0,-5-59-124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3.356"/>
    </inkml:context>
    <inkml:brush xml:id="br0">
      <inkml:brushProperty name="width" value="0.2" units="cm"/>
      <inkml:brushProperty name="height" value="0.2" units="cm"/>
      <inkml:brushProperty name="color" value="#FFC114"/>
    </inkml:brush>
  </inkml:definitions>
  <inkml:trace contextRef="#ctx0" brushRef="#br0">0 0 4884 0 0,'0'0'440'0'0,"3"16"1762"0"0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4.152"/>
    </inkml:context>
    <inkml:brush xml:id="br0">
      <inkml:brushProperty name="width" value="0.2" units="cm"/>
      <inkml:brushProperty name="height" value="0.2" units="cm"/>
      <inkml:brushProperty name="color" value="#FFC114"/>
    </inkml:brush>
  </inkml:definitions>
  <inkml:trace contextRef="#ctx0" brushRef="#br0">5 60 6165 0 0,'0'0'-368'0'0,"-5"-19"-1295"0"0,7 17 1648 0 0,-1-1 1 0 0,1 1 0 0 0,-1 0 0 0 0,1 0-1 0 0,0 0 1 0 0,0 0 0 0 0,0 0-1 0 0,0 0 1 0 0,0 0 0 0 0,0 1-1 0 0,0-1 1 0 0,1 1 0 0 0,-1-1 0 0 0,0 1-1 0 0,1 0 1 0 0,0 0 0 0 0,4-1-1 0 0,-6 1-6 0 0,3 1-3 0 0,7-3 3 0 0,0 1 1 0 0,1 1-1 0 0,-1 0 1 0 0,13 1-1 0 0,-21 0 28 0 0,1 0 0 0 0,0 0 0 0 0,0 1 0 0 0,-1 0 0 0 0,1-1 0 0 0,0 1 0 0 0,-1 0 0 0 0,1 1 0 0 0,-1-1 0 0 0,1 1 0 0 0,-1-1 0 0 0,0 1 1 0 0,0 0-1 0 0,1 0 0 0 0,-1 1 0 0 0,4 4 0 0 0,-6-5 10 0 0,-1 1 0 0 0,0 0 0 0 0,1 0 0 0 0,-1 0 0 0 0,0-1 0 0 0,0 1 0 0 0,-1 0 0 0 0,1 0 0 0 0,-1 0 0 0 0,1-1 0 0 0,-1 1 0 0 0,0 0 0 0 0,0-1 1 0 0,0 1-1 0 0,0-1 0 0 0,0 1 0 0 0,-1-1 0 0 0,-2 4 0 0 0,1 0 41 0 0,-12 25 91 0 0,-1-1-1 0 0,-2-1 1 0 0,0 0-1 0 0,-2-2 1 0 0,-25 27-1 0 0,44-52-136 0 0,-2 0 25 0 0,0 1-1 0 0,1 0 0 0 0,-1 0 0 0 0,1 0 0 0 0,0 0 0 0 0,0 0 0 0 0,0 0 0 0 0,-2 7 0 0 0,4-9-33 0 0,1 0 0 0 0,0-1 1 0 0,0 1-1 0 0,0 0 0 0 0,0-1 0 0 0,0 1 1 0 0,0 0-1 0 0,0-1 0 0 0,0 1 0 0 0,0-1 1 0 0,0 0-1 0 0,0 1 0 0 0,0-1 1 0 0,1 0-1 0 0,-1 0 0 0 0,0 0 0 0 0,0 0 1 0 0,0 0-1 0 0,2 0 0 0 0,32 2 79 0 0,177-12 136 0 0,-210 10-229 0 0,12-5-2751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4.870"/>
    </inkml:context>
    <inkml:brush xml:id="br0">
      <inkml:brushProperty name="width" value="0.2" units="cm"/>
      <inkml:brushProperty name="height" value="0.2" units="cm"/>
      <inkml:brushProperty name="color" value="#FFC114"/>
    </inkml:brush>
  </inkml:definitions>
  <inkml:trace contextRef="#ctx0" brushRef="#br0">110 20 4024 0 0,'0'0'-143'0'0,"-4"-13"-62"0"0,1 8 228 0 0,2 4 9 0 0,-28 4 31 0 0,25-1-49 0 0,-1 1-1 0 0,0-1 0 0 0,1 1 1 0 0,0 0-1 0 0,0 0 0 0 0,0 0 0 0 0,0 0 1 0 0,0 1-1 0 0,0-1 0 0 0,1 1 1 0 0,0 0-1 0 0,0 0 0 0 0,0 0 1 0 0,0 1-1 0 0,0-1 0 0 0,1 1 1 0 0,0 0-1 0 0,0-1 0 0 0,0 1 0 0 0,1 0 1 0 0,0 0-1 0 0,0 0 0 0 0,-1 7 1 0 0,3-10-6 0 0,-1 1 0 0 0,1 0 0 0 0,-1 0 0 0 0,1 0 0 0 0,0-1 0 0 0,0 1 0 0 0,1 0 0 0 0,-1-1 0 0 0,0 1 0 0 0,1-1 0 0 0,0 0 0 0 0,-1 1 0 0 0,1-1 1 0 0,0 0-1 0 0,0 0 0 0 0,0 0 0 0 0,1 0 0 0 0,-1 0 0 0 0,0-1 0 0 0,1 1 0 0 0,-1-1 0 0 0,1 1 0 0 0,-1-1 0 0 0,1 0 0 0 0,0 0 0 0 0,0 0 0 0 0,4 0 0 0 0,5 3 26 0 0,0-1-1 0 0,0-1 0 0 0,0 0 0 0 0,21 0 1 0 0,-28-3-13 0 0,1 1 0 0 0,-1-1 0 0 0,0 0 0 0 0,0 0 0 0 0,0 0 0 0 0,-1-1 0 0 0,1 1 0 0 0,0-1 0 0 0,-1 0 0 0 0,1-1 0 0 0,-1 1 0 0 0,1-1 0 0 0,-1 0 0 0 0,0 0 0 0 0,0 0 0 0 0,0-1 0 0 0,-1 1 0 0 0,1-1 0 0 0,-1 0 0 0 0,0 0 0 0 0,0 0 0 0 0,0 0 0 0 0,-1-1 0 0 0,1 1 0 0 0,-1-1 0 0 0,0 0 0 0 0,0 1 0 0 0,-1-1 0 0 0,0 0 0 0 0,1 0 0 0 0,-2 0 0 0 0,1 0 0 0 0,0 0 0 0 0,-1 0 0 0 0,-1-10 0 0 0,0 13-1 0 0,0 0-1 0 0,0 0 1 0 0,0 0-1 0 0,0 0 0 0 0,0 0 1 0 0,-1 0-1 0 0,1 0 0 0 0,-1 0 1 0 0,1 1-1 0 0,-1-1 0 0 0,0 1 1 0 0,1-1-1 0 0,-1 1 0 0 0,0 0 1 0 0,0 0-1 0 0,0 0 0 0 0,0 0 1 0 0,0 0-1 0 0,-1 0 1 0 0,1 0-1 0 0,0 1 0 0 0,0-1 1 0 0,-3 0-1 0 0,-48-4 106 0 0,50 5-116 0 0,-1 0-36 0 0,-10 0-49 0 0,10 0-83 0 0,-15 0-2413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5.495"/>
    </inkml:context>
    <inkml:brush xml:id="br0">
      <inkml:brushProperty name="width" value="0.2" units="cm"/>
      <inkml:brushProperty name="height" value="0.2" units="cm"/>
      <inkml:brushProperty name="color" value="#FFC114"/>
    </inkml:brush>
  </inkml:definitions>
  <inkml:trace contextRef="#ctx0" brushRef="#br0">65 33 3804 0 0,'3'-4'-192'0'0,"8"-11"38"0"0,-8 12 614 0 0,-7 6-402 0 0,-4 3-29 0 0,0 0 1 0 0,0 1 0 0 0,1 0 0 0 0,0 1-1 0 0,1 0 1 0 0,-11 16 0 0 0,15-21-21 0 0,0 0 0 0 0,0 0 0 0 0,0 0 0 0 0,1 0 1 0 0,-1 0-1 0 0,1 1 0 0 0,0-1 0 0 0,0 0 0 0 0,0 1 1 0 0,1-1-1 0 0,-1 0 0 0 0,1 1 0 0 0,0-1 0 0 0,-1 1 0 0 0,2-1 1 0 0,-1 1-1 0 0,0-1 0 0 0,1 0 0 0 0,-1 1 0 0 0,1-1 1 0 0,0 0-1 0 0,0 1 0 0 0,1-1 0 0 0,-1 0 0 0 0,3 5 0 0 0,-2-6 0 0 0,0 1 0 0 0,1-1-1 0 0,-1 0 1 0 0,0 0-1 0 0,1-1 1 0 0,-1 1-1 0 0,1 0 1 0 0,-1-1-1 0 0,1 1 1 0 0,0-1 0 0 0,0 0-1 0 0,0 0 1 0 0,0 0-1 0 0,0 0 1 0 0,0-1-1 0 0,0 1 1 0 0,0-1 0 0 0,0 0-1 0 0,0 0 1 0 0,0 0-1 0 0,0 0 1 0 0,0 0-1 0 0,0-1 1 0 0,4 0-1 0 0,-1 0 18 0 0,0-1 0 0 0,1 0-1 0 0,-1 0 1 0 0,0 0 0 0 0,0-1-1 0 0,-1 0 1 0 0,1 0 0 0 0,0 0-1 0 0,8-8 1 0 0,-8 5 12 0 0,0 0 0 0 0,0-1 0 0 0,-1 0-1 0 0,0 0 1 0 0,0 0 0 0 0,6-13 0 0 0,-10 17-1 0 0,1 0 0 0 0,-1 0 0 0 0,1 0 1 0 0,-1-1-1 0 0,0 1 0 0 0,0 0 0 0 0,-1-1 0 0 0,1 1 1 0 0,-1 0-1 0 0,1-1 0 0 0,-1 1 0 0 0,0-1 0 0 0,0 1 1 0 0,-1-1-1 0 0,1 1 0 0 0,-1-1 0 0 0,0 1 0 0 0,0 0 1 0 0,-1-5-1 0 0,0 6-20 0 0,0 0 1 0 0,0-1-1 0 0,0 1 1 0 0,-1 0-1 0 0,1 0 1 0 0,0 0-1 0 0,-1 0 1 0 0,0 0-1 0 0,1 1 0 0 0,-1-1 1 0 0,0 1-1 0 0,0 0 1 0 0,0 0-1 0 0,0 0 1 0 0,0 0-1 0 0,0 0 1 0 0,0 1-1 0 0,0-1 1 0 0,-4 1-1 0 0,-63 0-2584 0 0,66 0 2090 0 0,-7 2-874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27.506"/>
    </inkml:context>
    <inkml:brush xml:id="br0">
      <inkml:brushProperty name="width" value="0.2" units="cm"/>
      <inkml:brushProperty name="height" value="0.2" units="cm"/>
      <inkml:brushProperty name="color" value="#FFC114"/>
    </inkml:brush>
  </inkml:definitions>
  <inkml:trace contextRef="#ctx0" brushRef="#br0">25 18 4280 0 0,'0'0'-96'0'0,"1"-2"-114"0"0,2-3 164 0 0,-2 4 4 0 0,0 0-86 0 0,1-8 519 0 0,-2 14-368 0 0,0 9 10 0 0,-1 4 10 0 0,1 0 0 0 0,1-1-1 0 0,1 1 1 0 0,0 0 0 0 0,7 24 0 0 0,-8-41-25 0 0,2 2 7 0 0,-3-2-23 0 0,0-1 0 0 0,0 0-1 0 0,0 0 1 0 0,0 1 0 0 0,0-1 0 0 0,0 0-1 0 0,0 0 1 0 0,0 0 0 0 0,0 1 0 0 0,1-1-1 0 0,-1 0 1 0 0,0 0 0 0 0,0 0 0 0 0,0 1-1 0 0,0-1 1 0 0,1 0 0 0 0,-1 0 0 0 0,0 0-1 0 0,0 0 1 0 0,0 1 0 0 0,1-1-1 0 0,-1 0 1 0 0,0 0 0 0 0,0 0 0 0 0,1 0-1 0 0,-1 0 1 0 0,0 0 0 0 0,0 0 0 0 0,0 0-1 0 0,1 0 1 0 0,-1 0 0 0 0,0 0 0 0 0,0 0-1 0 0,1 0 1 0 0,-1 0 0 0 0,0 0-1 0 0,0 0 1 0 0,1 0 0 0 0,-1 0 0 0 0,0 0-1 0 0,0 0 1 0 0,1 0 0 0 0,-1 0 0 0 0,0 0-1 0 0,1-1 1 0 0,3-3 27 0 0,1-1 0 0 0,-1 0 0 0 0,0 0-1 0 0,0 0 1 0 0,0 0 0 0 0,-1-1 0 0 0,0 0 0 0 0,0 0-1 0 0,0 1 1 0 0,-1-2 0 0 0,0 1 0 0 0,0 0 0 0 0,0 0 0 0 0,-1-1-1 0 0,0 1 1 0 0,0-1 0 0 0,-1-10 0 0 0,0 15 67 0 0,-9-14 261 0 0,7 15-263 0 0,-4 3-82 0 0,0 1 0 0 0,0 0-1 0 0,0 0 1 0 0,0 1 0 0 0,0-1 0 0 0,1 1-1 0 0,-1 0 1 0 0,1 1 0 0 0,0-1 0 0 0,0 1-1 0 0,1 0 1 0 0,0 0 0 0 0,0 1 0 0 0,0-1-1 0 0,0 1 1 0 0,1 0 0 0 0,-5 12 0 0 0,7-17-12 0 0,1 0 1 0 0,0-1-1 0 0,-1 1 1 0 0,1 0 0 0 0,0 0-1 0 0,0 0 1 0 0,0 0-1 0 0,0-1 1 0 0,0 1-1 0 0,0 0 1 0 0,0 0 0 0 0,0 0-1 0 0,0 0 1 0 0,0 0-1 0 0,0-1 1 0 0,1 1 0 0 0,-1 0-1 0 0,0 0 1 0 0,0 0-1 0 0,1-1 1 0 0,-1 1 0 0 0,1 0-1 0 0,-1 0 1 0 0,1-1-1 0 0,-1 1 1 0 0,1 0 0 0 0,-1-1-1 0 0,1 1 1 0 0,0-1-1 0 0,0 1 1 0 0,1 0-3 0 0,0 0 1 0 0,-1-1 0 0 0,1 0-1 0 0,0 1 1 0 0,0-1-1 0 0,-1 0 1 0 0,1 0-1 0 0,0 0 1 0 0,0 0-1 0 0,0-1 1 0 0,-1 1-1 0 0,1 0 1 0 0,3-1-1 0 0,4-2-5 0 0,-1 0-1 0 0,1-1 0 0 0,-1 0 1 0 0,17-10-1 0 0,41-49 485 0 0,-74 65-465 0 0,0 1 0 0 0,0 1 0 0 0,0 0 0 0 0,0 0 0 0 0,1 0 0 0 0,0 1 0 0 0,0 0 0 0 0,0 0 0 0 0,-10 11 1 0 0,-9 5-76 0 0,23-17 332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0.873"/>
    </inkml:context>
    <inkml:brush xml:id="br0">
      <inkml:brushProperty name="width" value="0.2" units="cm"/>
      <inkml:brushProperty name="height" value="0.2" units="cm"/>
      <inkml:brushProperty name="color" value="#FFC114"/>
    </inkml:brush>
  </inkml:definitions>
  <inkml:trace contextRef="#ctx0" brushRef="#br0">16 33 3812 0 0,'0'0'-115'0'0,"-16"3"225"0"0,53-12 422 0 0,-1 2 0 0 0,57-5-1 0 0,37 5-3605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1.644"/>
    </inkml:context>
    <inkml:brush xml:id="br0">
      <inkml:brushProperty name="width" value="0.2" units="cm"/>
      <inkml:brushProperty name="height" value="0.2" units="cm"/>
      <inkml:brushProperty name="color" value="#FFC114"/>
    </inkml:brush>
  </inkml:definitions>
  <inkml:trace contextRef="#ctx0" brushRef="#br0">88 0 2920 0 0,'0'0'-115'0'0,"-6"3"-472"0"0,0 1 617 0 0,-1 1 1 0 0,1 0-1 0 0,0 0 0 0 0,0 0 0 0 0,1 1 0 0 0,-1 0 0 0 0,1 0 1 0 0,1 0-1 0 0,-1 1 0 0 0,1 0 0 0 0,-5 9 0 0 0,7-12-7 0 0,0 0 0 0 0,1 0 0 0 0,-1 1 1 0 0,1-1-1 0 0,0 0 0 0 0,0 1 0 0 0,0-1 0 0 0,0 1 0 0 0,1-1 0 0 0,0 1 0 0 0,0-1 0 0 0,0 1 0 0 0,0-1 0 0 0,1 1 1 0 0,0-1-1 0 0,0 1 0 0 0,0-1 0 0 0,0 0 0 0 0,1 1 0 0 0,3 6 0 0 0,-2-6 22 0 0,1 1-1 0 0,1 0 1 0 0,-1-1 0 0 0,1 0-1 0 0,0 0 1 0 0,0-1 0 0 0,0 1-1 0 0,0-1 1 0 0,1 0 0 0 0,0-1-1 0 0,0 1 1 0 0,10 3 0 0 0,-14-6-5 0 0,1-1 0 0 0,-1 1 0 0 0,1-1 1 0 0,-1 0-1 0 0,1 0 0 0 0,0 0 1 0 0,-1-1-1 0 0,1 1 0 0 0,-1 0 0 0 0,1-1 1 0 0,-1 0-1 0 0,4-1 0 0 0,-4 2-74 0 0,2-2 54 0 0,-1 1-1 0 0,1-1 1 0 0,0 0 0 0 0,-1 0-1 0 0,1 0 1 0 0,-1-1-1 0 0,0 1 1 0 0,0-1 0 0 0,0 0-1 0 0,0 0 1 0 0,0 0-1 0 0,-1 0 1 0 0,1 0 0 0 0,-1 0-1 0 0,0-1 1 0 0,0 0-1 0 0,0 1 1 0 0,0-1 0 0 0,1-5-1 0 0,3-8 51 0 0,-2 1 0 0 0,0-1-1 0 0,2-18 1 0 0,-5 28-8 0 0,0 4-37 0 0,-1 1-1 0 0,0 0 0 0 0,0-1 0 0 0,0 1 1 0 0,-1-1-1 0 0,1 1 0 0 0,0-1 0 0 0,-1 1 0 0 0,0 0 1 0 0,1-1-1 0 0,-1 1 0 0 0,0 0 0 0 0,0 0 1 0 0,-1-1-1 0 0,1 1 0 0 0,0 0 0 0 0,-1 0 0 0 0,1 0 1 0 0,-1 0-1 0 0,1 1 0 0 0,-1-1 0 0 0,0 0 0 0 0,0 1 1 0 0,0-1-1 0 0,0 1 0 0 0,0 0 0 0 0,-4-3 1 0 0,-3 0 10 0 0,0 0 0 0 0,0 1 0 0 0,0 0 0 0 0,-1 0 0 0 0,-12-2 0 0 0,20 5-19 0 0,-16-2-5 0 0,15 1-50 0 0,1 1-1 0 0,0-1 1 0 0,-1 1-1 0 0,1 0 0 0 0,0-1 1 0 0,-1 1-1 0 0,1 0 1 0 0,-1 0-1 0 0,1 1 1 0 0,0-1-1 0 0,-1 0 1 0 0,1 1-1 0 0,0 0 1 0 0,-1-1-1 0 0,1 1 1 0 0,0 0-1 0 0,0 0 1 0 0,-3 2-1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2.094"/>
    </inkml:context>
    <inkml:brush xml:id="br0">
      <inkml:brushProperty name="width" value="0.2" units="cm"/>
      <inkml:brushProperty name="height" value="0.2" units="cm"/>
      <inkml:brushProperty name="color" value="#FFC114"/>
    </inkml:brush>
  </inkml:definitions>
  <inkml:trace contextRef="#ctx0" brushRef="#br0">71 0 3852 0 0,'-2'2'-144'0'0,"-2"0"228"0"0,0 1-1 0 0,0-1 1 0 0,0 0 0 0 0,0 0 0 0 0,-1 0-1 0 0,1-1 1 0 0,-8 3 0 0 0,8-4-33 0 0,-19 14 222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3.018"/>
    </inkml:context>
    <inkml:brush xml:id="br0">
      <inkml:brushProperty name="width" value="0.2" units="cm"/>
      <inkml:brushProperty name="height" value="0.2" units="cm"/>
      <inkml:brushProperty name="color" value="#FFC114"/>
    </inkml:brush>
  </inkml:definitions>
  <inkml:trace contextRef="#ctx0" brushRef="#br0">182 52 3116 0 0,'0'0'-90'0'0,"-15"-31"118"0"0,12 29 19 0 0,1 0 1 0 0,-1 0 0 0 0,1 0-1 0 0,-1 0 1 0 0,1 1 0 0 0,-1-1-1 0 0,0 1 1 0 0,0-1 0 0 0,0 1-1 0 0,0 0 1 0 0,0 1 0 0 0,0-1-1 0 0,-4 0 1 0 0,4 0 0 0 0,0 1 0 0 0,-3 1-30 0 0,1 0 0 0 0,-1 0 0 0 0,1 0 0 0 0,-1 1 0 0 0,1 0 0 0 0,0 0 0 0 0,0 0 0 0 0,0 0 0 0 0,0 1 0 0 0,0 0 0 0 0,0 0 0 0 0,1 0 0 0 0,-5 5 0 0 0,-20 12 12 0 0,27-17-8 0 0,-8 23 43 0 0,10-25-49 0 0,18 28 63 0 0,-11-25-66 0 0,0-1-1 0 0,1 0 1 0 0,-1 0-1 0 0,1-1 0 0 0,-1 1 1 0 0,1-2-1 0 0,-1 1 1 0 0,1-1-1 0 0,0 0 1 0 0,12-1-1 0 0,-18 0 15 0 0,20-5 7 0 0,-18 3 58 0 0,0-1 0 0 0,1 0 0 0 0,-1 0-1 0 0,-1-1 1 0 0,1 1 0 0 0,0-1 0 0 0,-1 0 0 0 0,0 0-1 0 0,0 0 1 0 0,0 0 0 0 0,0 0 0 0 0,-1-1 0 0 0,1 1 0 0 0,-1-1-1 0 0,0 1 1 0 0,-1-1 0 0 0,3-11 460 0 0,-3 15-458 0 0,0-3 249 0 0,-5 38-319 0 0,1 1 1 0 0,2 0-1 0 0,1-1 0 0 0,2 1 0 0 0,7 45 0 0 0,-7-67-72 0 0,-1 1 0 0 0,-1-1 0 0 0,0 0 0 0 0,-3 16 0 0 0,3-28-148 0 0,-1 3 178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3.751"/>
    </inkml:context>
    <inkml:brush xml:id="br0">
      <inkml:brushProperty name="width" value="0.2" units="cm"/>
      <inkml:brushProperty name="height" value="0.2" units="cm"/>
      <inkml:brushProperty name="color" value="#FFC114"/>
    </inkml:brush>
  </inkml:definitions>
  <inkml:trace contextRef="#ctx0" brushRef="#br0">105 0 4384 0 0,'0'0'-182'0'0,"-4"3"-536"0"0,-5 4 760 0 0,0 1 0 0 0,1 0 0 0 0,1 1 0 0 0,-1 0 0 0 0,2 0-1 0 0,-1 0 1 0 0,-9 20 0 0 0,11-21-7 0 0,1 1 0 0 0,0-1 0 0 0,1 1 0 0 0,-1 0 0 0 0,2 0 0 0 0,-1 0 0 0 0,1 1 0 0 0,1-1 0 0 0,0 0 0 0 0,0 15 0 0 0,1-19-21 0 0,1 0 1 0 0,0-1 0 0 0,0 1 0 0 0,1 0 0 0 0,-1 0-1 0 0,1-1 1 0 0,0 1 0 0 0,0-1 0 0 0,1 1 0 0 0,-1-1-1 0 0,1 0 1 0 0,0 0 0 0 0,0 0 0 0 0,1-1-1 0 0,-1 1 1 0 0,1-1 0 0 0,-1 1 0 0 0,1-1 0 0 0,0 0-1 0 0,0-1 1 0 0,1 1 0 0 0,-1-1 0 0 0,0 0-1 0 0,1 0 1 0 0,0 0 0 0 0,-1 0 0 0 0,1-1 0 0 0,0 0-1 0 0,0 0 1 0 0,0 0 0 0 0,0-1 0 0 0,-1 1 0 0 0,1-1-1 0 0,0 0 1 0 0,0-1 0 0 0,0 1 0 0 0,0-1-1 0 0,0 0 1 0 0,0 0 0 0 0,0-1 0 0 0,-1 1 0 0 0,1-1-1 0 0,-1 0 1 0 0,1 0 0 0 0,-1-1 0 0 0,6-4-1 0 0,-8 6 4 0 0,0 0-1 0 0,-1 0 0 0 0,0 0 0 0 0,1 0 0 0 0,-1 0 0 0 0,0-1 0 0 0,1 1 1 0 0,-1-1-1 0 0,0 1 0 0 0,0-1 0 0 0,0 1 0 0 0,0-1 0 0 0,-1 0 0 0 0,1 0 0 0 0,0 1 1 0 0,-1-1-1 0 0,1 0 0 0 0,-1 0 0 0 0,1 1 0 0 0,-1-1 0 0 0,0 0 0 0 0,0 0 1 0 0,0 0-1 0 0,0 0 0 0 0,0 0 0 0 0,-1-3 0 0 0,0 3-1 0 0,0 0-1 0 0,0 0 0 0 0,0 0 1 0 0,0 0-1 0 0,-1 0 1 0 0,1 0-1 0 0,-1 0 1 0 0,1 0-1 0 0,-1 1 1 0 0,0-1-1 0 0,1 1 1 0 0,-1-1-1 0 0,0 1 1 0 0,0-1-1 0 0,0 1 1 0 0,0 0-1 0 0,0 0 1 0 0,-1 0-1 0 0,1 1 1 0 0,0-1-1 0 0,0 0 1 0 0,-3 0-1 0 0,-9 0-41 0 0,-1 0 0 0 0,1 0 0 0 0,0 1 0 0 0,0 1 0 0 0,-22 4 0 0 0,34-4-292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4.529"/>
    </inkml:context>
    <inkml:brush xml:id="br0">
      <inkml:brushProperty name="width" value="0.2" units="cm"/>
      <inkml:brushProperty name="height" value="0.2" units="cm"/>
      <inkml:brushProperty name="color" value="#FFC114"/>
    </inkml:brush>
  </inkml:definitions>
  <inkml:trace contextRef="#ctx0" brushRef="#br0">138 18 3588 0 0,'0'0'-173'0'0,"-17"-15"-536"0"0,6 13 713 0 0,9 2 20 0 0,-3 1-8 0 0,-3 2 4 0 0,0 0-1 0 0,0 0 1 0 0,0 0 0 0 0,1 1 0 0 0,0 1 0 0 0,0-1 0 0 0,0 1 0 0 0,-8 7 0 0 0,13-11-11 0 0,0 1 0 0 0,0-1 0 0 0,0 1-1 0 0,0 0 1 0 0,0 0 0 0 0,1 0 0 0 0,-1 0 0 0 0,1 0 0 0 0,-1 0 0 0 0,1 0 0 0 0,-1 0-1 0 0,1 0 1 0 0,0 1 0 0 0,0-1 0 0 0,0 0 0 0 0,1 1 0 0 0,-1-1 0 0 0,0 1-1 0 0,1-1 1 0 0,0 1 0 0 0,-1 0 0 0 0,1-1 0 0 0,0 1 0 0 0,0-1 0 0 0,1 1 0 0 0,-1-1-1 0 0,0 1 1 0 0,1-1 0 0 0,0 1 0 0 0,-1-1 0 0 0,1 1 0 0 0,0-1 0 0 0,0 0 0 0 0,0 1-1 0 0,1-1 1 0 0,-1 0 0 0 0,1 0 0 0 0,-1 0 0 0 0,1 0 0 0 0,0 0 0 0 0,-1 0-1 0 0,1 0 1 0 0,0-1 0 0 0,0 1 0 0 0,4 2 0 0 0,-1-1 12 0 0,-1 1 0 0 0,1-1 0 0 0,0 0 0 0 0,0 0 0 0 0,0 0 0 0 0,0-1 0 0 0,0 0 0 0 0,0 0 0 0 0,1 0-1 0 0,-1-1 1 0 0,1 1 0 0 0,0-1 0 0 0,-1-1 0 0 0,1 1 0 0 0,0-1 0 0 0,-1 0 0 0 0,1 0 0 0 0,0-1 0 0 0,7-1 0 0 0,-6 0-4 0 0,0 0 0 0 0,0-1-1 0 0,-1 0 1 0 0,1-1 0 0 0,-1 0 0 0 0,0 0 0 0 0,0 0-1 0 0,0 0 1 0 0,0-1 0 0 0,-1 0 0 0 0,0 0-1 0 0,0-1 1 0 0,8-10 0 0 0,-13 15-8 0 0,1 0 0 0 0,0 0 0 0 0,0 0 0 0 0,0 0 1 0 0,-1-1-1 0 0,1 1 0 0 0,-1 0 0 0 0,1-1 0 0 0,-1 1 0 0 0,1 0 0 0 0,-1-1 0 0 0,0 1 0 0 0,1 0 1 0 0,-1-1-1 0 0,0 1 0 0 0,0-1 0 0 0,0 1 0 0 0,0 0 0 0 0,-1-1 0 0 0,1 1 0 0 0,0-1 0 0 0,0 1 0 0 0,-1 0 1 0 0,1-1-1 0 0,-1 1 0 0 0,1 0 0 0 0,-1 0 0 0 0,0-1 0 0 0,1 1 0 0 0,-1 0 0 0 0,0 0 0 0 0,0 0 1 0 0,0 0-1 0 0,0 0 0 0 0,-1-2 0 0 0,-3 0 6 0 0,1 0-1 0 0,-1 0 1 0 0,1 1 0 0 0,-1-1-1 0 0,0 1 1 0 0,0 0 0 0 0,0 0-1 0 0,0 0 1 0 0,0 1 0 0 0,0 0-1 0 0,-6-1 1 0 0,-49 0-2292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48:35.163"/>
    </inkml:context>
    <inkml:brush xml:id="br0">
      <inkml:brushProperty name="width" value="0.2" units="cm"/>
      <inkml:brushProperty name="height" value="0.2" units="cm"/>
      <inkml:brushProperty name="color" value="#FFC114"/>
    </inkml:brush>
  </inkml:definitions>
  <inkml:trace contextRef="#ctx0" brushRef="#br0">86 15 2736 0 0,'16'-15'364'0'0,"-34"21"-231"0"0,12-4-86 0 0,0 1-1 0 0,0 1 1 0 0,0-1-1 0 0,1 1 0 0 0,-1 0 1 0 0,1 0-1 0 0,0 1 1 0 0,-7 7-1 0 0,9-7-9 0 0,-1 1 0 0 0,0 0 0 0 0,1 0 0 0 0,0 1 0 0 0,1-1 0 0 0,-4 11 0 0 0,6-15-29 0 0,-1 1 0 0 0,1-1 0 0 0,0 0-1 0 0,0 0 1 0 0,0 0 0 0 0,0 0 0 0 0,0 0 0 0 0,0 0-1 0 0,1 0 1 0 0,-1 1 0 0 0,1-1 0 0 0,-1 0-1 0 0,1 0 1 0 0,0 0 0 0 0,0 0 0 0 0,-1-1-1 0 0,2 1 1 0 0,-1 0 0 0 0,0 0 0 0 0,0 0 0 0 0,0-1-1 0 0,1 1 1 0 0,-1-1 0 0 0,1 1 0 0 0,0-1-1 0 0,-1 0 1 0 0,1 1 0 0 0,3 1 0 0 0,-1 0 0 0 0,0-1 0 0 0,1 1 0 0 0,-1-1 1 0 0,0 0-1 0 0,1 0 0 0 0,0 0 0 0 0,-1-1 1 0 0,1 0-1 0 0,0 0 0 0 0,0 0 0 0 0,0 0 1 0 0,0-1-1 0 0,-1 1 0 0 0,1-2 1 0 0,0 1-1 0 0,0 0 0 0 0,0-1 0 0 0,0 0 1 0 0,0 0-1 0 0,0 0 0 0 0,-1-1 0 0 0,1 1 1 0 0,-1-1-1 0 0,1 0 0 0 0,-1-1 0 0 0,0 1 1 0 0,1-1-1 0 0,-1 0 0 0 0,0 0 0 0 0,-1 0 1 0 0,1 0-1 0 0,-1-1 0 0 0,1 1 0 0 0,-1-1 1 0 0,0 0-1 0 0,3-5 0 0 0,-5 7-2 0 0,1 1 0 0 0,-1 0 0 0 0,0-1 1 0 0,0 1-1 0 0,0-1 0 0 0,-1 0 0 0 0,1 1 0 0 0,0-1 0 0 0,-1 1 0 0 0,1-1 0 0 0,0 0 0 0 0,-1 0 1 0 0,0 1-1 0 0,0-1 0 0 0,1 0 0 0 0,-1 0 0 0 0,0 0 0 0 0,0 1 0 0 0,0-1 0 0 0,-1 0 0 0 0,1 0 1 0 0,0 1-1 0 0,-1-1 0 0 0,1 0 0 0 0,-1 0 0 0 0,0 1 0 0 0,1-1 0 0 0,-1 1 0 0 0,0-1 0 0 0,-1-1 1 0 0,-1 1-23 0 0,0 0 1 0 0,-1 0 0 0 0,1 0 0 0 0,0 0-1 0 0,-1 1 1 0 0,1-1 0 0 0,-1 1 0 0 0,1 0-1 0 0,-1 0 1 0 0,0 1 0 0 0,1-1-1 0 0,-1 1 1 0 0,0 0 0 0 0,0 0 0 0 0,-4 0-1 0 0,-28 0-1806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1.906"/>
    </inkml:context>
    <inkml:brush xml:id="br0">
      <inkml:brushProperty name="width" value="0.2" units="cm"/>
      <inkml:brushProperty name="height" value="0.2" units="cm"/>
      <inkml:brushProperty name="color" value="#FFC114"/>
    </inkml:brush>
  </inkml:definitions>
  <inkml:trace contextRef="#ctx0" brushRef="#br0">46 28 976 0 0,'-45'9'4516'0'0,"263"-37"-4950"0"0,-215 27 408 0 0,10 1 59 0 0,13-1-2453 0 0,-22-5 1631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2.857"/>
    </inkml:context>
    <inkml:brush xml:id="br0">
      <inkml:brushProperty name="width" value="0.2" units="cm"/>
      <inkml:brushProperty name="height" value="0.2" units="cm"/>
      <inkml:brushProperty name="color" value="#FFC114"/>
    </inkml:brush>
  </inkml:definitions>
  <inkml:trace contextRef="#ctx0" brushRef="#br0">19 87 3304 0 0,'0'0'-108'0'0,"-19"-12"112"0"0,21 9 8 0 0,0 0-1 0 0,0-1 1 0 0,1 1 0 0 0,-1 0 0 0 0,1 0 0 0 0,-1 1 0 0 0,1-1 0 0 0,0 0 0 0 0,0 1 0 0 0,0 0-1 0 0,0 0 1 0 0,1 0 0 0 0,-1 0 0 0 0,0 0 0 0 0,5-1 0 0 0,7-3-10 0 0,0 1 1 0 0,0 1 0 0 0,20-3-1 0 0,-33 7-17 0 0,34-8 12 0 0,-25 6 0 0 0,-8 2 9 0 0,36 11 33 0 0,-37-10-3 0 0,-2 2-6 0 0,1 0 0 0 0,0 0 0 0 0,-1-1 0 0 0,0 1 0 0 0,0 0 0 0 0,0 0 1 0 0,0 0-1 0 0,0 0 0 0 0,0 0 0 0 0,-1 0 0 0 0,1-1 0 0 0,-1 1 0 0 0,-1 4 0 0 0,1-2 69 0 0,-10 36 122 0 0,-1 0-1 0 0,-24 54 1 0 0,10-27-93 0 0,-6 15 6 0 0,31-82-132 0 0,1 1 16 0 0,-2 4-8 0 0,2-5-7 0 0,0-1-1 0 0,-1 0 1 0 0,1 1 0 0 0,0-1 0 0 0,0 1-1 0 0,0-1 1 0 0,0 0 0 0 0,0 1 0 0 0,0-1 0 0 0,0 1-1 0 0,0-1 1 0 0,1 0 0 0 0,-1 1 0 0 0,0-1-1 0 0,0 1 1 0 0,0-1 0 0 0,0 0 0 0 0,0 1-1 0 0,1-1 1 0 0,-1 0 0 0 0,0 1 0 0 0,0-1 0 0 0,1 0-1 0 0,-1 1 1 0 0,0-1 0 0 0,0 0 0 0 0,1 1-1 0 0,-1-1 1 0 0,0 0 0 0 0,1 0 0 0 0,-1 0 0 0 0,0 1-1 0 0,1-1 1 0 0,0 0 0 0 0,20 4 24 0 0,21-9-4 0 0,32-9 68 0 0,-72 14-73 0 0,37-1-420 0 0,-29-15-2530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3.091"/>
    </inkml:context>
    <inkml:brush xml:id="br0">
      <inkml:brushProperty name="width" value="0.2" units="cm"/>
      <inkml:brushProperty name="height" value="0.2" units="cm"/>
      <inkml:brushProperty name="color" value="#FFC114"/>
    </inkml:brush>
  </inkml:definitions>
  <inkml:trace contextRef="#ctx0" brushRef="#br0">0 1 3404 0 0,'8'12'2519'0'0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4.415"/>
    </inkml:context>
    <inkml:brush xml:id="br0">
      <inkml:brushProperty name="width" value="0.2" units="cm"/>
      <inkml:brushProperty name="height" value="0.2" units="cm"/>
      <inkml:brushProperty name="color" value="#FFC114"/>
    </inkml:brush>
  </inkml:definitions>
  <inkml:trace contextRef="#ctx0" brushRef="#br0">68 54 4360 0 0,'0'0'-200'0'0,"-12"1"-420"0"0,8-2 628 0 0,7 0 53 0 0,106-22-112 0 0,-106 23 55 0 0,20-12-103 0 0,-23 11 89 0 0,-1 0 1 0 0,0 0-1 0 0,0 0 0 0 0,1 0 1 0 0,-1 0-1 0 0,0 0 0 0 0,0 0 1 0 0,0 0-1 0 0,0 0 0 0 0,0 1 0 0 0,0-1 1 0 0,0 0-1 0 0,0 1 0 0 0,-1-1 1 0 0,1 1-1 0 0,0-1 0 0 0,0 1 1 0 0,-2-1-1 0 0,0 1-17 0 0,-18-2-113 0 0,14 2 119 0 0,0 1 0 0 0,0 0 0 0 0,0 1 0 0 0,0 0 0 0 0,0 0 0 0 0,0 0 0 0 0,1 1 0 0 0,-1 0 0 0 0,-6 4 0 0 0,10-5 23 0 0,0 1 0 0 0,0 0 0 0 0,1 0 0 0 0,-1 0 0 0 0,1 0 0 0 0,-1 1 0 0 0,1-1 1 0 0,0 1-1 0 0,0-1 0 0 0,1 1 0 0 0,-1 0 0 0 0,1-1 0 0 0,-2 6 0 0 0,-11 61 18 0 0,5-24 27 0 0,0-13-7 0 0,7-24-34 0 0,1-7 54 0 0,0 0 0 0 0,1 0 0 0 0,-1 1 0 0 0,1-1 0 0 0,-1 0 0 0 0,1 1 0 0 0,0-1 0 0 0,0 1 0 0 0,0-1 0 0 0,1 6 395 0 0,4-9-413 0 0,17-4-1 0 0,-16 4-11 0 0,32-6 106 0 0,47-1-35 0 0,-82 8-99 0 0,1 1-2 0 0,0-1-5 0 0,1 1-1 0 0,-1 0 1 0 0,0 0-1 0 0,1 1 1 0 0,-1-1 0 0 0,0 1-1 0 0,0 0 1 0 0,0 0-1 0 0,0 0 1 0 0,0 0 0 0 0,0 1-1 0 0,0 0 1 0 0,-1 0-1 0 0,0 0 1 0 0,1 0 0 0 0,-1 0-1 0 0,0 0 1 0 0,-1 1-1 0 0,1 0 1 0 0,-1 0 0 0 0,1-1-1 0 0,-1 1 1 0 0,0 0-1 0 0,2 6 1 0 0,-3-2 11 0 0,0-1 0 0 0,0 1 0 0 0,-1 0 0 0 0,0 0 0 0 0,0 0 1 0 0,-1 0-1 0 0,0 0 0 0 0,0 0 0 0 0,-1-1 0 0 0,-2 10 0 0 0,2-13 16 0 0,1-1-1 0 0,-1 0 0 0 0,0 0 1 0 0,0 0-1 0 0,0 0 1 0 0,0 0-1 0 0,-1 0 1 0 0,1-1-1 0 0,-1 1 0 0 0,0-1 1 0 0,1 1-1 0 0,-1-1 1 0 0,0 0-1 0 0,0 0 1 0 0,0-1-1 0 0,-1 1 0 0 0,1 0 1 0 0,0-1-1 0 0,-5 1 1 0 0,-6 3 137 0 0,0-1-1 0 0,0-1 1 0 0,-16 2 0 0 0,-37 0 587 0 0,64-5-638 0 0,-3-1-110 0 0,5 2-36 0 0,1-1 0 0 0,-1 0-1 0 0,1 0 1 0 0,-1 0-1 0 0,1 1 1 0 0,-1-1 0 0 0,1 0-1 0 0,-1 0 1 0 0,1 0 0 0 0,-1 0-1 0 0,1 0 1 0 0,-1 0 0 0 0,1 0-1 0 0,-1 0 1 0 0,1 0-1 0 0,-1 0 1 0 0,1 0 0 0 0,-1 0-1 0 0,1-1 1 0 0,0 1 0 0 0,-1 0-1 0 0,1 0 1 0 0,-1 0-1 0 0,1-1 1 0 0,-1 1 0 0 0,1 0-1 0 0,0 0 1 0 0,-1-1 0 0 0,1 1-1 0 0,-1 0 1 0 0,1-1-1 0 0,0 1 1 0 0,-1-1 0 0 0,1 1-1 0 0,0 0 1 0 0,0-1 0 0 0,-1 1-1 0 0,1-1 1 0 0,0 1-1 0 0,0-1 1 0 0,0 1 0 0 0,0-1-1 0 0,-1 1 1 0 0,1-1 0 0 0,0 1-1 0 0,0-1 1 0 0,0 1 0 0 0,0-1-1 0 0,0 1 1 0 0,0-1-1 0 0,6-9-1275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5.117"/>
    </inkml:context>
    <inkml:brush xml:id="br0">
      <inkml:brushProperty name="width" value="0.2" units="cm"/>
      <inkml:brushProperty name="height" value="0.2" units="cm"/>
      <inkml:brushProperty name="color" value="#FFC114"/>
    </inkml:brush>
  </inkml:definitions>
  <inkml:trace contextRef="#ctx0" brushRef="#br0">125 17 3884 0 0,'0'0'-150'0'0,"0"-1"-135"0"0,0 0 270 0 0,0 1 1 0 0,0-1-1 0 0,-1 0 0 0 0,1 1 1 0 0,0-1-1 0 0,0 0 0 0 0,0 1 1 0 0,0-1-1 0 0,-1 0 1 0 0,1 1-1 0 0,0-1 0 0 0,-1 1 1 0 0,1-1-1 0 0,0 0 0 0 0,-1 1 1 0 0,1-1-1 0 0,-1 1 0 0 0,1-1 1 0 0,-1 1-1 0 0,1 0 0 0 0,-1-1 1 0 0,1 1-1 0 0,-1-1 0 0 0,0 1 1 0 0,1 0-1 0 0,-1-1 0 0 0,1 1 1 0 0,-1 0-1 0 0,0 0 1 0 0,1 0-1 0 0,-1-1 0 0 0,-1 1 1 0 0,-6 4 26 0 0,0 0 1 0 0,0 1-1 0 0,1-1 0 0 0,-1 2 1 0 0,1-1-1 0 0,0 1 1 0 0,0 0-1 0 0,1 0 1 0 0,-11 14-1 0 0,14-16 0 0 0,0 1 0 0 0,0-1 1 0 0,0 0-1 0 0,1 1 0 0 0,0-1 0 0 0,0 1 0 0 0,0 0 0 0 0,0 0 0 0 0,1 0 0 0 0,0 0 0 0 0,0 0 0 0 0,0 0 1 0 0,1 0-1 0 0,-1 0 0 0 0,1 0 0 0 0,1 0 0 0 0,-1 0 0 0 0,1 0 0 0 0,-1 0 0 0 0,3 6 0 0 0,-1-7 1 0 0,0 0-1 0 0,0 0 1 0 0,0 0 0 0 0,1 0-1 0 0,-1-1 1 0 0,1 1-1 0 0,0-1 1 0 0,0 0 0 0 0,0 1-1 0 0,1-1 1 0 0,-1-1-1 0 0,1 1 1 0 0,0 0 0 0 0,0-1-1 0 0,0 0 1 0 0,0 0-1 0 0,5 2 1 0 0,4 1 78 0 0,1 0 0 0 0,-1-1 0 0 0,1 0 0 0 0,15 1 0 0 0,-26-4-25 0 0,1-3-8 0 0,2 0-22 0 0,-1 0 1 0 0,1-1-1 0 0,-1 0 0 0 0,1 0 0 0 0,-1 0 0 0 0,0-1 0 0 0,-1 1 0 0 0,1-1 0 0 0,0 0 0 0 0,-1-1 0 0 0,0 1 0 0 0,0-1 0 0 0,0 0 0 0 0,-1 0 0 0 0,0 0 0 0 0,0 0 0 0 0,0-1 1 0 0,0 1-1 0 0,-1-1 0 0 0,0 0 0 0 0,0 1 0 0 0,-1-1 0 0 0,1 0 0 0 0,-1 0 0 0 0,-1 0 0 0 0,1 0 0 0 0,-1-1 0 0 0,0 1 0 0 0,0 0 0 0 0,-1 0 0 0 0,-1-7 0 0 0,1 11-21 0 0,0 0 0 0 0,0 0 0 0 0,0 0-1 0 0,0 0 1 0 0,-1 0 0 0 0,1 0-1 0 0,-1 0 1 0 0,1 0 0 0 0,-1 1-1 0 0,0-1 1 0 0,0 1 0 0 0,1-1-1 0 0,-1 1 1 0 0,0 0 0 0 0,0-1-1 0 0,-1 1 1 0 0,1 0 0 0 0,0 0-1 0 0,-4-1 1 0 0,-45-9 55 0 0,44 11-71 0 0,4-1-36 0 0,-3 1-356 0 0,-1-1 1 0 0,0 1-1 0 0,0 1 0 0 0,1-1 1 0 0,-1 1-1 0 0,-10 2 0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5.787"/>
    </inkml:context>
    <inkml:brush xml:id="br0">
      <inkml:brushProperty name="width" value="0.2" units="cm"/>
      <inkml:brushProperty name="height" value="0.2" units="cm"/>
      <inkml:brushProperty name="color" value="#FFC114"/>
    </inkml:brush>
  </inkml:definitions>
  <inkml:trace contextRef="#ctx0" brushRef="#br0">114 17 3276 0 0,'5'-9'-266'0'0,"-5"8"271"0"0,0 1 0 0 0,0 0 0 0 0,0 0-1 0 0,0 0 1 0 0,0-1 0 0 0,0 1 0 0 0,0 0 0 0 0,0 0 0 0 0,0 0-1 0 0,0-1 1 0 0,0 1 0 0 0,0 0 0 0 0,0 0 0 0 0,0 0 0 0 0,0-1-1 0 0,0 1 1 0 0,0 0 0 0 0,0 0 0 0 0,0 0 0 0 0,0-1 0 0 0,0 1-1 0 0,0 0 1 0 0,0 0 0 0 0,0 0 0 0 0,0 0 0 0 0,0-1 0 0 0,0 1-1 0 0,0 0 1 0 0,-1 0 0 0 0,1 0 0 0 0,0 0 0 0 0,0-1 0 0 0,0 1-1 0 0,0 0 1 0 0,0 0 0 0 0,-1 0 0 0 0,1 0 0 0 0,0 0 0 0 0,0 0-1 0 0,0 0 1 0 0,-1 0 0 0 0,1-1 0 0 0,0 1 0 0 0,0 0 0 0 0,0 0-1 0 0,-1 0 1 0 0,1 0 0 0 0,0 0 0 0 0,0 0 0 0 0,0 0 0 0 0,-1 0-1 0 0,1 0 1 0 0,0 0 0 0 0,0 0 0 0 0,0 0 0 0 0,-1 0-1 0 0,1 1 1 0 0,0-1 0 0 0,0 0 0 0 0,0 0 0 0 0,0 0 0 0 0,-1 0-1 0 0,1 0 1 0 0,0 0 0 0 0,0 0 0 0 0,-7 2 0 0 0,1 1 0 0 0,0-1 0 0 0,0 1 0 0 0,1 0 0 0 0,-1 0 0 0 0,0 0 0 0 0,1 1 0 0 0,0 0 0 0 0,0 0 0 0 0,0 0 0 0 0,0 1 0 0 0,1 0 0 0 0,-1 0 0 0 0,1 0 0 0 0,1 0 0 0 0,-1 0 0 0 0,1 1 0 0 0,-4 8 0 0 0,4-7-2 0 0,0 0 1 0 0,1 0 0 0 0,0 0-1 0 0,1 0 1 0 0,0 0-1 0 0,0 0 1 0 0,0 1 0 0 0,1-1-1 0 0,0 11 1 0 0,1-14 0 0 0,0-1-1 0 0,0 0 1 0 0,0 0 0 0 0,0 1-1 0 0,1-1 1 0 0,-1 0-1 0 0,1 0 1 0 0,0-1 0 0 0,0 1-1 0 0,0 0 1 0 0,0 0 0 0 0,0-1-1 0 0,0 0 1 0 0,1 1-1 0 0,-1-1 1 0 0,1 0 0 0 0,0 0-1 0 0,0 0 1 0 0,0 0 0 0 0,0-1-1 0 0,0 1 1 0 0,0-1-1 0 0,5 2 1 0 0,-4-1 16 0 0,1-1 0 0 0,0 1 0 0 0,-1-1 0 0 0,1 0 0 0 0,0 0-1 0 0,0 0 1 0 0,0-1 0 0 0,0 1 0 0 0,-1-1 0 0 0,1-1 0 0 0,0 1 0 0 0,0 0 0 0 0,0-1 0 0 0,0 0 0 0 0,-1-1 0 0 0,1 1-1 0 0,0-1 1 0 0,5-2 0 0 0,-5 1 6 0 0,0-1 0 0 0,0 1-1 0 0,-1-1 1 0 0,1 0-1 0 0,-1 0 1 0 0,0-1 0 0 0,0 1-1 0 0,0-1 1 0 0,-1 0 0 0 0,0 0-1 0 0,0 0 1 0 0,0 0-1 0 0,0-1 1 0 0,3-9 0 0 0,-4 9 38 0 0,0 1 0 0 0,0-1 0 0 0,0 0 0 0 0,-1 0-1 0 0,0-1 1 0 0,0 1 0 0 0,-1 0 0 0 0,1 0 0 0 0,-1 0 0 0 0,-1 0 0 0 0,0-9 0 0 0,0 12-38 0 0,0 0-1 0 0,-1 0 0 0 0,1 0 1 0 0,-1 1-1 0 0,1-1 0 0 0,-1 0 1 0 0,0 1-1 0 0,0-1 1 0 0,0 1-1 0 0,0 0 0 0 0,0 0 1 0 0,0-1-1 0 0,-1 1 1 0 0,1 1-1 0 0,-1-1 0 0 0,1 0 1 0 0,-1 1-1 0 0,0-1 0 0 0,0 1 1 0 0,0 0-1 0 0,0 0 1 0 0,0 0-1 0 0,0 0 0 0 0,0 0 1 0 0,0 1-1 0 0,-3-1 1 0 0,-77-1-329 0 0,50 3-2332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7.692"/>
    </inkml:context>
    <inkml:brush xml:id="br0">
      <inkml:brushProperty name="width" value="0.2" units="cm"/>
      <inkml:brushProperty name="height" value="0.2" units="cm"/>
      <inkml:brushProperty name="color" value="#FFC114"/>
    </inkml:brush>
  </inkml:definitions>
  <inkml:trace contextRef="#ctx0" brushRef="#br0">0 36 3684 0 0,'16'-34'-33'0'0,"-15"33"208"0"0,0 5-295 0 0,4 14 104 0 0,-1 1 0 0 0,0 0 0 0 0,-2 0 0 0 0,0 0 0 0 0,-1 25-1 0 0,5 51 8 0 0,-4-88 16 0 0,-4 22 26 0 0,2 2-1639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8.099"/>
    </inkml:context>
    <inkml:brush xml:id="br0">
      <inkml:brushProperty name="width" value="0.2" units="cm"/>
      <inkml:brushProperty name="height" value="0.2" units="cm"/>
      <inkml:brushProperty name="color" value="#FFC114"/>
    </inkml:brush>
  </inkml:definitions>
  <inkml:trace contextRef="#ctx0" brushRef="#br0">9 53 2532 0 0,'0'0'-64'0'0,"-9"-2"-120"0"0,9 2 180 0 0,0 0 1 0 0,1 0-1 0 0,-1-1 1 0 0,0 1-1 0 0,0 0 1 0 0,0 0-1 0 0,0 0 0 0 0,0 0 1 0 0,0 0-1 0 0,0 0 1 0 0,0 0-1 0 0,0 0 1 0 0,0 0-1 0 0,0 0 0 0 0,0 0 1 0 0,0-1-1 0 0,1 1 1 0 0,-1 0-1 0 0,0 0 0 0 0,0 0 1 0 0,0 0-1 0 0,0 0 1 0 0,0 0-1 0 0,0 0 1 0 0,0 0-1 0 0,0 0 0 0 0,0-1 1 0 0,0 1-1 0 0,0 0 1 0 0,0 0-1 0 0,0 0 1 0 0,0 0-1 0 0,0 0 0 0 0,0 0 1 0 0,0 0-1 0 0,0 0 1 0 0,-1-1-1 0 0,1 1 1 0 0,0 0-1 0 0,0 0 0 0 0,0 0 1 0 0,0 0-1 0 0,0 0 1 0 0,0 0-1 0 0,0 0 1 0 0,175-25-59 0 0,-30 7 109 0 0,-142 17-58 0 0,13-1-1119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8.766"/>
    </inkml:context>
    <inkml:brush xml:id="br0">
      <inkml:brushProperty name="width" value="0.2" units="cm"/>
      <inkml:brushProperty name="height" value="0.2" units="cm"/>
      <inkml:brushProperty name="color" value="#FFC114"/>
    </inkml:brush>
  </inkml:definitions>
  <inkml:trace contextRef="#ctx0" brushRef="#br0">23 33 1504 0 0,'-1'0'67'0'0,"1"-1"0"0"0,-1 1 0 0 0,0 0 0 0 0,0-1 0 0 0,1 1 0 0 0,-1-1 0 0 0,0 1 0 0 0,1 0-1 0 0,-1-1 1 0 0,0 0 0 0 0,1 1 0 0 0,-1-1 0 0 0,1 1 0 0 0,-1-1 0 0 0,1 0 0 0 0,-1 1 0 0 0,1-1 0 0 0,0 0 0 0 0,-1 1 0 0 0,1-1 0 0 0,0 0-1 0 0,-1 0 1 0 0,1-1 0 0 0,4 0-65 0 0,1-1 0 0 0,-1 1 0 0 0,1 0 0 0 0,0 0 0 0 0,-1 1 0 0 0,1-1 0 0 0,0 1 0 0 0,0 0 0 0 0,0 1 0 0 0,0-1 0 0 0,0 1 0 0 0,0 0 0 0 0,0 0 0 0 0,0 0 0 0 0,0 1 0 0 0,0 0 0 0 0,0 0 0 0 0,0 0 0 0 0,0 0 0 0 0,0 1 0 0 0,-1 0 0 0 0,1 0 0 0 0,0 0 0 0 0,-1 1 0 0 0,5 2 0 0 0,-7-3-4 0 0,-1 0 1 0 0,1 0-1 0 0,0 1 0 0 0,-1-1 1 0 0,0 0-1 0 0,1 0 1 0 0,-1 1-1 0 0,0-1 1 0 0,0 1-1 0 0,0-1 1 0 0,0 1-1 0 0,-1-1 0 0 0,1 1 1 0 0,-1 0-1 0 0,0-1 1 0 0,1 1-1 0 0,-1-1 1 0 0,0 1-1 0 0,0 0 1 0 0,-1-1-1 0 0,1 1 1 0 0,-1 0-1 0 0,1-1 0 0 0,-1 1 1 0 0,0-1-1 0 0,-2 5 1 0 0,-2 5 1 0 0,-1-1 0 0 0,0 0 0 0 0,-14 20 0 0 0,17-27 0 0 0,-105 122 329 0 0,108-125-323 0 0,0-1-1 0 0,0 0 1 0 0,-1 0-1 0 0,1 0 1 0 0,0 1-1 0 0,0-1 1 0 0,0 0-1 0 0,0 0 1 0 0,0 1-1 0 0,-1-1 1 0 0,1 0 0 0 0,0 1-1 0 0,0-1 1 0 0,0 0-1 0 0,0 0 1 0 0,0 1-1 0 0,0-1 1 0 0,0 0-1 0 0,0 1 1 0 0,0-1 0 0 0,0 0-1 0 0,0 0 1 0 0,0 1-1 0 0,1-1 1 0 0,-1 0-1 0 0,0 0 1 0 0,0 1-1 0 0,0-1 1 0 0,0 0-1 0 0,0 0 1 0 0,0 1 0 0 0,1-1-1 0 0,-1 0 1 0 0,0 0-1 0 0,0 1 1 0 0,0-1-1 0 0,1 0 1 0 0,-1 0-1 0 0,0 0 1 0 0,0 0-1 0 0,1 1 1 0 0,-1-1 0 0 0,0 0-1 0 0,1 0 1 0 0,19 5 77 0 0,17-3-31 0 0,185-9 126 0 0,-220 7-252 0 0,15-5-2011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1:58.984"/>
    </inkml:context>
    <inkml:brush xml:id="br0">
      <inkml:brushProperty name="width" value="0.2" units="cm"/>
      <inkml:brushProperty name="height" value="0.2" units="cm"/>
      <inkml:brushProperty name="color" value="#FFC114"/>
    </inkml:brush>
  </inkml:definitions>
  <inkml:trace contextRef="#ctx0" brushRef="#br0">1 1 3028 0 0,'0'0'241'0'0,"5"7"-104"0"0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0.155"/>
    </inkml:context>
    <inkml:brush xml:id="br0">
      <inkml:brushProperty name="width" value="0.2" units="cm"/>
      <inkml:brushProperty name="height" value="0.2" units="cm"/>
      <inkml:brushProperty name="color" value="#FFC114"/>
    </inkml:brush>
  </inkml:definitions>
  <inkml:trace contextRef="#ctx0" brushRef="#br0">118 23 4400 0 0,'0'0'-214'0'0,"-1"0"13"0"0,0-1 184 0 0,1 1 0 0 0,-1 0 0 0 0,1-1 0 0 0,-1 1 1 0 0,1-1-1 0 0,-1 1 0 0 0,1-1 0 0 0,-1 1 0 0 0,1-1 0 0 0,-1 1 1 0 0,1-1-1 0 0,0 0 0 0 0,-1 1 0 0 0,1-1 0 0 0,0 1 0 0 0,0-1 1 0 0,-1 0-1 0 0,1 0 0 0 0,3-1 24 0 0,0 1 0 0 0,0-1-1 0 0,0 1 1 0 0,0 0 0 0 0,1 0 0 0 0,-1 0-1 0 0,0 0 1 0 0,1 1 0 0 0,-1-1 0 0 0,1 1 0 0 0,4 0-1 0 0,55 1-41 0 0,-31 0-65 0 0,-28-1-50 0 0,-9-1 64 0 0,-24 0 34 0 0,-57 4-35 0 0,81-2 80 0 0,1 0 0 0 0,0 0 0 0 0,-1 0 0 0 0,1 1-1 0 0,0 0 1 0 0,0 0 0 0 0,0 0 0 0 0,0 0 0 0 0,0 0 0 0 0,0 1-1 0 0,1 0 1 0 0,-1 0 0 0 0,1 0 0 0 0,-5 5 0 0 0,-1 4-31 0 0,-1 1 1 0 0,-13 27 0 0 0,20-35 36 0 0,-19 40 258 0 0,21-43-56 0 0,6-3-182 0 0,15 0-10 0 0,47 5 39 0 0,-53-3-53 0 0,0 1 1 0 0,0 1-1 0 0,0 0 1 0 0,0 1-1 0 0,0 0 1 0 0,-1 1-1 0 0,19 10 1 0 0,-27-12 2 0 0,0-1 0 0 0,-1 1 1 0 0,1 0-1 0 0,-1 0 0 0 0,0 0 1 0 0,0 0-1 0 0,0 1 0 0 0,0-1 1 0 0,-1 1-1 0 0,1 0 0 0 0,-1 1 1 0 0,0-1-1 0 0,0 0 0 0 0,-1 1 1 0 0,1 0-1 0 0,-1-1 0 0 0,0 1 1 0 0,0 0-1 0 0,-1 0 0 0 0,1 0 1 0 0,-1 0-1 0 0,0 0 0 0 0,0 6 1 0 0,-2-7 22 0 0,1 0 0 0 0,-1 0 1 0 0,0 0-1 0 0,0 0 1 0 0,0 0-1 0 0,-1 0 0 0 0,1-1 1 0 0,-1 1-1 0 0,0 0 1 0 0,0-1-1 0 0,0 1 0 0 0,-1-1 1 0 0,1 0-1 0 0,-1 0 0 0 0,0 0 1 0 0,0 0-1 0 0,0 0 1 0 0,0 0-1 0 0,0-1 0 0 0,0 0 1 0 0,-1 1-1 0 0,1-1 1 0 0,-1-1-1 0 0,0 1 0 0 0,0 0 1 0 0,1-1-1 0 0,-6 1 1 0 0,-13 5 176 0 0,0-1 1 0 0,0-1-1 0 0,-34 3 1 0 0,41-7-155 0 0,10 0 116 0 0,2 0-148 0 0,0 0 0 0 0,0 0 0 0 0,0-1 0 0 0,0 1 0 0 0,0-1 0 0 0,0 0 1 0 0,0 0-1 0 0,0 0 0 0 0,0 0 0 0 0,0 0 0 0 0,1-1 0 0 0,-1 0 1 0 0,0 1-1 0 0,0-1 0 0 0,0 0 0 0 0,0 0 0 0 0,1 0 0 0 0,-1-1 1 0 0,0 1-1 0 0,-2-3 0 0 0,18-14-3482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0.840"/>
    </inkml:context>
    <inkml:brush xml:id="br0">
      <inkml:brushProperty name="width" value="0.2" units="cm"/>
      <inkml:brushProperty name="height" value="0.2" units="cm"/>
      <inkml:brushProperty name="color" value="#FFC114"/>
    </inkml:brush>
  </inkml:definitions>
  <inkml:trace contextRef="#ctx0" brushRef="#br0">165 27 3736 0 0,'0'0'-208'0'0,"-22"-18"-557"0"0,16 17 772 0 0,1 1 1 0 0,-1 0-1 0 0,1 0 0 0 0,-1 1 0 0 0,0 0 1 0 0,1 0-1 0 0,-1 0 0 0 0,1 0 1 0 0,0 1-1 0 0,-1 0 0 0 0,1 0 0 0 0,0 1 1 0 0,0-1-1 0 0,0 1 0 0 0,1 0 1 0 0,-1 0-1 0 0,0 1 0 0 0,1-1 1 0 0,0 1-1 0 0,0 0 0 0 0,0 0 0 0 0,1 1 1 0 0,-1-1-1 0 0,1 1 0 0 0,0-1 1 0 0,0 1-1 0 0,1 0 0 0 0,-1 0 1 0 0,1 1-1 0 0,0-1 0 0 0,1 0 0 0 0,-1 1 1 0 0,1-1-1 0 0,0 1 0 0 0,0 5 1 0 0,1-7 7 0 0,1 0 1 0 0,0-1-1 0 0,0 1 1 0 0,0 0-1 0 0,0-1 1 0 0,0 1-1 0 0,1-1 1 0 0,0 0-1 0 0,-1 1 1 0 0,1-1-1 0 0,1 0 1 0 0,-1 0-1 0 0,0 0 1 0 0,1 0-1 0 0,-1 0 1 0 0,1-1-1 0 0,0 1 1 0 0,0-1-1 0 0,0 0 1 0 0,0 0-1 0 0,0 0 1 0 0,1 0-1 0 0,-1 0 1 0 0,1-1-1 0 0,-1 1 1 0 0,6 0-1 0 0,1 1 49 0 0,-1 0 0 0 0,1 0-1 0 0,0-1 1 0 0,0 0-1 0 0,0-1 1 0 0,0 0 0 0 0,0-1-1 0 0,13-1 1 0 0,-14-1-32 0 0,0 0 0 0 0,-1 0 0 0 0,1-1 0 0 0,-1 0 0 0 0,0-1 0 0 0,0 0 0 0 0,0 0 1 0 0,0-1-1 0 0,-1 0 0 0 0,0 0 0 0 0,0-1 0 0 0,0 0 0 0 0,-1 0 0 0 0,0-1 0 0 0,0 1 0 0 0,0-1 0 0 0,-1-1 0 0 0,0 1 0 0 0,-1-1 0 0 0,1 0 0 0 0,-1 0 0 0 0,4-12 0 0 0,-8 18-26 0 0,0 0-1 0 0,0 1 0 0 0,0-1 0 0 0,0 1 0 0 0,0-1 0 0 0,0 0 0 0 0,0 1 0 0 0,0-1 0 0 0,-1 1 1 0 0,1-1-1 0 0,-1 1 0 0 0,1-1 0 0 0,-1 1 0 0 0,1-1 0 0 0,-1 1 0 0 0,0-1 0 0 0,0 1 0 0 0,0 0 1 0 0,0-1-1 0 0,0 1 0 0 0,0 0 0 0 0,0 0 0 0 0,0 0 0 0 0,0 0 0 0 0,-1 0 0 0 0,1 0 1 0 0,0 0-1 0 0,-1 0 0 0 0,1 1 0 0 0,-3-2 0 0 0,-3-1 12 0 0,0-1 0 0 0,-1 2 1 0 0,1-1-1 0 0,-1 1 0 0 0,-10-2 0 0 0,-32-1 48 0 0,29 4-193 0 0,1-1 1 0 0,-32-8-1 0 0,49 9-220 0 0,-6-3-1350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1.417"/>
    </inkml:context>
    <inkml:brush xml:id="br0">
      <inkml:brushProperty name="width" value="0.2" units="cm"/>
      <inkml:brushProperty name="height" value="0.2" units="cm"/>
      <inkml:brushProperty name="color" value="#FFC114"/>
    </inkml:brush>
  </inkml:definitions>
  <inkml:trace contextRef="#ctx0" brushRef="#br0">190 1 3404 0 0,'0'0'-98'0'0,"-5"0"-156"0"0,-1-1 244 0 0,0 2 1 0 0,-1-1 0 0 0,1 1 0 0 0,0 0 0 0 0,0 0 0 0 0,0 0-1 0 0,0 1 1 0 0,0 0 0 0 0,0 0 0 0 0,0 1 0 0 0,1-1-1 0 0,-1 1 1 0 0,1 1 0 0 0,0-1 0 0 0,0 1 0 0 0,0 0-1 0 0,0 0 1 0 0,1 0 0 0 0,-7 8 0 0 0,4-5 14 0 0,0 1 1 0 0,1 0 0 0 0,0 0-1 0 0,0 0 1 0 0,0 1-1 0 0,1 0 1 0 0,1 0-1 0 0,-1 0 1 0 0,2 1-1 0 0,-1 0 1 0 0,-3 18-1 0 0,7-25 6 0 0,-1 0-1 0 0,1 0 1 0 0,1 0 0 0 0,-1 0-1 0 0,0 1 1 0 0,1-1 0 0 0,-1 0-1 0 0,1 0 1 0 0,0 0-1 0 0,0-1 1 0 0,0 1 0 0 0,0 0-1 0 0,1 0 1 0 0,-1 0-1 0 0,1-1 1 0 0,0 1 0 0 0,0-1-1 0 0,0 1 1 0 0,0-1 0 0 0,0 0-1 0 0,0 0 1 0 0,0 0-1 0 0,1 0 1 0 0,-1 0 0 0 0,1-1-1 0 0,0 1 1 0 0,-1-1-1 0 0,1 1 1 0 0,0-1 0 0 0,0 0-1 0 0,0 0 1 0 0,0 0-1 0 0,4 0 1 0 0,1 1 34 0 0,0 0 1 0 0,0-1-1 0 0,1 0 1 0 0,-1 0-1 0 0,0-1 0 0 0,1 0 1 0 0,-1-1-1 0 0,0 1 1 0 0,1-2-1 0 0,-1 1 0 0 0,10-4 1 0 0,-10 1-7 0 0,0 0 1 0 0,-1 0 0 0 0,0-1-1 0 0,0 0 1 0 0,0 0 0 0 0,-1-1-1 0 0,0 0 1 0 0,8-9 0 0 0,-10 12-1 0 0,-1-1 0 0 0,0 0 0 0 0,0 0 0 0 0,0 0-1 0 0,0 0 1 0 0,-1-1 0 0 0,0 1 0 0 0,0 0 0 0 0,0-1 0 0 0,0 0 0 0 0,-1 1 0 0 0,0-1 0 0 0,0 0 0 0 0,0 0 0 0 0,0-9 0 0 0,-2 12-20 0 0,1-1 1 0 0,-1 0-1 0 0,-1 0 1 0 0,1 1-1 0 0,0-1 1 0 0,-1 1 0 0 0,1-1-1 0 0,-1 1 1 0 0,0 0-1 0 0,1-1 1 0 0,-1 1-1 0 0,0 0 1 0 0,-1 0-1 0 0,1 1 1 0 0,0-1-1 0 0,0 0 1 0 0,-1 1-1 0 0,1-1 1 0 0,-1 1 0 0 0,0 0-1 0 0,-3-2 1 0 0,-4-1-444 0 0,0 1 0 0 0,0 0 0 0 0,0 0 0 0 0,0 1 1 0 0,-12-1-1 0 0,-1 1-427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6.442"/>
    </inkml:context>
    <inkml:brush xml:id="br0">
      <inkml:brushProperty name="width" value="0.2" units="cm"/>
      <inkml:brushProperty name="height" value="0.2" units="cm"/>
      <inkml:brushProperty name="color" value="#FFC114"/>
    </inkml:brush>
  </inkml:definitions>
  <inkml:trace contextRef="#ctx0" brushRef="#br0">74 0 3316 0 0,'0'0'-204'0'0,"-5"2"-145"0"0,0 0 357 0 0,0 1 0 0 0,0-1 0 0 0,1 1 0 0 0,-1-1 0 0 0,1 1 0 0 0,0 1 0 0 0,0-1 0 0 0,0 1 0 0 0,0-1 0 0 0,0 1 0 0 0,1 0 0 0 0,0 0 0 0 0,0 1 0 0 0,0-1 1 0 0,0 1-1 0 0,-2 6 0 0 0,4-10-8 0 0,8 35 147 0 0,-3-35-122 0 0,0 1 0 0 0,1-1 0 0 0,-1-1-1 0 0,0 1 1 0 0,1 0 0 0 0,-1-1 0 0 0,0 0 0 0 0,1 0 0 0 0,-1 0 0 0 0,0-1-1 0 0,1 1 1 0 0,-1-1 0 0 0,0 0 0 0 0,0 0 0 0 0,1-1 0 0 0,3-1 0 0 0,-3 1 29 0 0,-1 1 1 0 0,0-1 0 0 0,0 0 0 0 0,1 0-1 0 0,-1 0 1 0 0,-1-1 0 0 0,1 1 0 0 0,0-1-1 0 0,-1 0 1 0 0,1 0 0 0 0,-1 0 0 0 0,0-1-1 0 0,0 1 1 0 0,0-1 0 0 0,0 0 0 0 0,2-4-1 0 0,9-11 583 0 0,-13 18-629 0 0,-1 1 0 0 0,0 0 0 0 0,0-1 0 0 0,1 1 0 0 0,-1 0 0 0 0,0-1 1 0 0,0 1-1 0 0,1-1 0 0 0,-1 1 0 0 0,0 0 0 0 0,0-1 0 0 0,0 1 0 0 0,0-1 0 0 0,0 1 0 0 0,1-1 1 0 0,-1 1-1 0 0,0 0 0 0 0,0-1 0 0 0,0 1 0 0 0,0-1 0 0 0,0 1 0 0 0,0-1 0 0 0,-1 1 1 0 0,1-1-1 0 0,0 1 0 0 0,0 0 0 0 0,0-1 0 0 0,0 1 0 0 0,0-1 0 0 0,-1 1 0 0 0,1 0 1 0 0,0-1-1 0 0,0 1 0 0 0,-1-1 0 0 0,1 1 0 0 0,0 0 0 0 0,-1-1 0 0 0,1 1 0 0 0,0 0 1 0 0,-1 0-1 0 0,1-1 0 0 0,0 1 0 0 0,-1 0 0 0 0,1 0 0 0 0,-1-1 0 0 0,1 1 0 0 0,0 0 1 0 0,-1 0-1 0 0,1 0 0 0 0,-1 0 0 0 0,1 0 0 0 0,-1 0 0 0 0,1 0 0 0 0,-1 0 0 0 0,1 0 1 0 0,0 0-1 0 0,-1 0 0 0 0,1 0 0 0 0,-1 0 0 0 0,1 0 0 0 0,-1 0 0 0 0,1 0 0 0 0,0 0 1 0 0,-1 1-1 0 0,1-1 0 0 0,-1 0 0 0 0,1 0 0 0 0,-1 1 0 0 0,-10 1 21 0 0,0 1 1 0 0,1 0-1 0 0,-1 1 0 0 0,1 0 0 0 0,-18 10 0 0 0,23-11-45 0 0,0 0 0 0 0,0 0-1 0 0,0 1 1 0 0,0-1 0 0 0,1 1-1 0 0,0 0 1 0 0,-1 0 0 0 0,1 1-1 0 0,1-1 1 0 0,-1 1 0 0 0,1 0-1 0 0,0 0 1 0 0,-4 7 0 0 0,7-11 9 0 0,0 0-1 0 0,0 0 1 0 0,0 0 0 0 0,0 0-1 0 0,0-1 1 0 0,0 1 0 0 0,0 0 0 0 0,0 0-1 0 0,0 0 1 0 0,1 0 0 0 0,-1 0 0 0 0,0-1-1 0 0,1 1 1 0 0,-1 0 0 0 0,0 0-1 0 0,1-1 1 0 0,-1 1 0 0 0,1 0 0 0 0,-1 0-1 0 0,1-1 1 0 0,0 1 0 0 0,-1-1 0 0 0,1 1-1 0 0,-1 0 1 0 0,1-1 0 0 0,0 1-1 0 0,0-1 1 0 0,-1 1 0 0 0,1-1 0 0 0,0 0-1 0 0,0 1 1 0 0,1-1 0 0 0,-1 1-10 0 0,4-2-4 0 0,-1 1 19 0 0,0 0 0 0 0,0 0 0 0 0,1-1 1 0 0,-1 0-1 0 0,0 1 0 0 0,0-2 0 0 0,0 1 0 0 0,0 0 0 0 0,0-1 1 0 0,0 0-1 0 0,0 0 0 0 0,-1 0 0 0 0,1 0 0 0 0,-1 0 1 0 0,1-1-1 0 0,-1 0 0 0 0,6-6 0 0 0,9-6 75 0 0,-17 14-59 0 0,-5 2-2 0 0,0 0-12 0 0,1 0-1 0 0,-1 0 1 0 0,0 1-1 0 0,0-1 1 0 0,1 1-1 0 0,-1 0 1 0 0,1 0-1 0 0,-1 0 1 0 0,1 0-1 0 0,0 1 1 0 0,0-1-1 0 0,0 1 1 0 0,0 0-1 0 0,0 0 1 0 0,1 0-1 0 0,-5 6 1 0 0,0 2-13 0 0,11-15 9 0 0,15-20 57 0 0,-18 23-27 0 0,-1 0-39 0 0,0 1 0 0 0,-1-1 0 0 0,1 1 0 0 0,-1-1 0 0 0,1 0 0 0 0,-1 1 0 0 0,0 0 0 0 0,1-1 0 0 0,-1 1 0 0 0,1-1 0 0 0,-1 1 0 0 0,0 0 0 0 0,1-1 1 0 0,-1 1-1 0 0,0 0 0 0 0,1-1 0 0 0,-1 1 0 0 0,0 0 0 0 0,0 0 0 0 0,1 0 0 0 0,-1 0 0 0 0,0 0 0 0 0,1 0 0 0 0,-1 0 0 0 0,0 0 0 0 0,0 0 0 0 0,1 0 0 0 0,-1 0 0 0 0,0 0 0 0 0,0 1 0 0 0,0-1 0 0 0,-35 8-2471 0 0,22-4 1853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7.575"/>
    </inkml:context>
    <inkml:brush xml:id="br0">
      <inkml:brushProperty name="width" value="0.2" units="cm"/>
      <inkml:brushProperty name="height" value="0.2" units="cm"/>
      <inkml:brushProperty name="color" value="#FFC114"/>
    </inkml:brush>
  </inkml:definitions>
  <inkml:trace contextRef="#ctx0" brushRef="#br0">11 69 3212 0 0,'0'0'-71'0'0,"-10"0"691"0"0,10 0-588 0 0,25-10-9 0 0,0 2-1 0 0,1 0 1 0 0,1 2-1 0 0,38-5 1 0 0,22-5 29 0 0,-85 16-46 0 0,18-9-1877 0 0,-18 8 1634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8.340"/>
    </inkml:context>
    <inkml:brush xml:id="br0">
      <inkml:brushProperty name="width" value="0.2" units="cm"/>
      <inkml:brushProperty name="height" value="0.2" units="cm"/>
      <inkml:brushProperty name="color" value="#FFC114"/>
    </inkml:brush>
  </inkml:definitions>
  <inkml:trace contextRef="#ctx0" brushRef="#br0">32 55 2692 0 0,'0'0'902'0'0,"0"0"-890"0"0,-1 0 1 0 0,0 0 0 0 0,1 0 0 0 0,-1-1 0 0 0,1 1-1 0 0,-1 0 1 0 0,1 0 0 0 0,-1 0 0 0 0,0 0 0 0 0,1-1 0 0 0,-1 1-1 0 0,1 0 1 0 0,-1-1 0 0 0,1 1 0 0 0,-1 0 0 0 0,1-1-1 0 0,-1 1 1 0 0,1-1 0 0 0,0 1 0 0 0,-1 0 0 0 0,1-1-1 0 0,-1 1 1 0 0,1-1 0 0 0,0 1 0 0 0,0-1 0 0 0,-1 0-1 0 0,1 1 1 0 0,0-2 0 0 0,1 0-9 0 0,1 0-1 0 0,0 0 1 0 0,0 0 0 0 0,0 0 0 0 0,1 0-1 0 0,-1 0 1 0 0,0 1 0 0 0,1-1-1 0 0,-1 1 1 0 0,1-1 0 0 0,0 1-1 0 0,-1 0 1 0 0,1 0 0 0 0,0 0-1 0 0,0 1 1 0 0,-1-1 0 0 0,1 0 0 0 0,0 1-1 0 0,4 0 1 0 0,50-11 27 0 0,-47 9-39 0 0,0 0 0 0 0,0 1 0 0 0,0 0 0 0 0,1 0 0 0 0,-1 1 0 0 0,17 2 0 0 0,-25-1-7 0 0,-1 0 13 0 0,1-1 0 0 0,-1 1 0 0 0,0 0 0 0 0,0 0 0 0 0,1 0-1 0 0,-1 0 1 0 0,0 0 0 0 0,0 0 0 0 0,0 0 0 0 0,0 0 0 0 0,0 0 0 0 0,0 0 0 0 0,0 1 0 0 0,0-1 0 0 0,-1 0 0 0 0,1 1-1 0 0,0-1 1 0 0,-1 1 0 0 0,1-1 0 0 0,-1 0 0 0 0,1 3 0 0 0,-7 10 1 0 0,-1-1 1 0 0,0 0-1 0 0,0 0 1 0 0,-1-1-1 0 0,-1 0 0 0 0,-12 13 1 0 0,-70 67-9 0 0,29-32 7 0 0,61-59-7 0 0,-18 23 68 0 0,18-13 24 0 0,17-8-44 0 0,205-39 125 0 0,-218 36-179 0 0,18-1-2022 0 0,-9-3 1671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8.683"/>
    </inkml:context>
    <inkml:brush xml:id="br0">
      <inkml:brushProperty name="width" value="0.2" units="cm"/>
      <inkml:brushProperty name="height" value="0.2" units="cm"/>
      <inkml:brushProperty name="color" value="#FFC114"/>
    </inkml:brush>
  </inkml:definitions>
  <inkml:trace contextRef="#ctx0" brushRef="#br0">22 1 2748 0 0,'-15'24'-1191'0'0,"8"-16"630"0"0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09.536"/>
    </inkml:context>
    <inkml:brush xml:id="br0">
      <inkml:brushProperty name="width" value="0.2" units="cm"/>
      <inkml:brushProperty name="height" value="0.2" units="cm"/>
      <inkml:brushProperty name="color" value="#FFC114"/>
    </inkml:brush>
  </inkml:definitions>
  <inkml:trace contextRef="#ctx0" brushRef="#br0">148 7 1956 0 0,'0'0'-28'0'0,"-1"-1"50"0"0,0 1 0 0 0,0-1 0 0 0,0 0 0 0 0,0 1 0 0 0,0-1 0 0 0,0 1 0 0 0,0-1 0 0 0,0 1 0 0 0,0 0 0 0 0,0 0 0 0 0,0-1 0 0 0,0 1 0 0 0,0 0 0 0 0,0 0 1 0 0,0 0-1 0 0,0 0 0 0 0,0 0 0 0 0,0 0 0 0 0,-2 0 0 0 0,-6 5 18 0 0,0-1 1 0 0,1 1 0 0 0,-1 0-1 0 0,1 0 1 0 0,0 1-1 0 0,1 1 1 0 0,-1-1-1 0 0,1 1 1 0 0,0 0-1 0 0,1 1 1 0 0,0-1-1 0 0,0 1 1 0 0,0 1 0 0 0,1-1-1 0 0,-6 16 1 0 0,9-20-24 0 0,1 0 1 0 0,0 1 0 0 0,0-1 0 0 0,1 0 0 0 0,0 1-1 0 0,-1-1 1 0 0,1 0 0 0 0,1 0 0 0 0,-1 1 0 0 0,0-1-1 0 0,1 0 1 0 0,0 1 0 0 0,0-1 0 0 0,1 0-1 0 0,-1 0 1 0 0,1 0 0 0 0,0 0 0 0 0,0 0 0 0 0,0 0-1 0 0,0-1 1 0 0,1 1 0 0 0,-1-1 0 0 0,1 1 0 0 0,0-1-1 0 0,0 0 1 0 0,0 0 0 0 0,1-1 0 0 0,-1 1 0 0 0,0 0-1 0 0,1-1 1 0 0,0 0 0 0 0,0 0 0 0 0,0 0-1 0 0,6 2 1 0 0,-5-2 12 0 0,1 0 0 0 0,0 0-1 0 0,0 0 1 0 0,0-1 0 0 0,0 1 0 0 0,0-1-1 0 0,0-1 1 0 0,0 1 0 0 0,0-1 0 0 0,0 0-1 0 0,0-1 1 0 0,0 1 0 0 0,0-1 0 0 0,0-1-1 0 0,0 1 1 0 0,0-1 0 0 0,-1 0 0 0 0,1 0-1 0 0,0 0 1 0 0,-1-1 0 0 0,0 0 0 0 0,1 0-1 0 0,-1 0 1 0 0,7-7 0 0 0,-7 4 15 0 0,0 1 1 0 0,0-1-1 0 0,-1 0 0 0 0,0 0 1 0 0,0-1-1 0 0,-1 1 1 0 0,0-1-1 0 0,0 1 0 0 0,0-1 1 0 0,-1 0-1 0 0,0 0 1 0 0,0 0-1 0 0,1-13 0 0 0,-3 17-23 0 0,0-1 0 0 0,0 1 0 0 0,0 0 0 0 0,-1-1-1 0 0,1 1 1 0 0,-1 0 0 0 0,1-1 0 0 0,-1 1-1 0 0,0 0 1 0 0,-1 0 0 0 0,1 0 0 0 0,0 0-1 0 0,-1 0 1 0 0,0 0 0 0 0,1 0 0 0 0,-1 0-1 0 0,-1 0 1 0 0,1 1 0 0 0,0-1 0 0 0,0 1-1 0 0,-1 0 1 0 0,0 0 0 0 0,1 0 0 0 0,-1 0 0 0 0,0 0-1 0 0,0 0 1 0 0,0 1 0 0 0,0-1 0 0 0,0 1-1 0 0,0 0 1 0 0,-4-1 0 0 0,-19-5 61 0 0,-44-5 0 0 0,66 12-110 0 0,2 0-113 0 0,0 0 1 0 0,-1-1 0 0 0,1 1 0 0 0,0 0 0 0 0,0-1 0 0 0,-1 1 0 0 0,1-1 0 0 0,0 0-1 0 0,0 0 1 0 0,0 0 0 0 0,-4-2 0 0 0,-1 1-1357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10T16:52:10.613"/>
    </inkml:context>
    <inkml:brush xml:id="br0">
      <inkml:brushProperty name="width" value="0.2" units="cm"/>
      <inkml:brushProperty name="height" value="0.2" units="cm"/>
      <inkml:brushProperty name="color" value="#FFC114"/>
    </inkml:brush>
  </inkml:definitions>
  <inkml:trace contextRef="#ctx0" brushRef="#br0">41 7 3372 0 0,'0'0'-90'0'0,"-1"-1"5"0"0,1 1 101 0 0,0 0-1 0 0,0-1 1 0 0,0 1-1 0 0,-1-1 0 0 0,1 1 1 0 0,0 0-1 0 0,0-1 1 0 0,-1 1-1 0 0,1 0 1 0 0,0 0-1 0 0,-1-1 0 0 0,1 1 1 0 0,0 0-1 0 0,-1 0 1 0 0,1-1-1 0 0,0 1 1 0 0,-1 0-1 0 0,1 0 1 0 0,-1 0-1 0 0,1 0 0 0 0,0-1 1 0 0,-1 1-1 0 0,1 0 1 0 0,-1 0-1 0 0,1 0 1 0 0,-1 0-1 0 0,1 0 1 0 0,0 0-1 0 0,-1 0 0 0 0,1 0 1 0 0,-1 0-1 0 0,1 1 1 0 0,-1-1-1 0 0,1 0 1 0 0,-5 10-24 0 0,1 0 0 0 0,0 1 0 0 0,1-1 0 0 0,0 1 1 0 0,1 0-1 0 0,-2 21 0 0 0,1-4 15 0 0,3 50-1 0 0,2-42-70 0 0,-3-24-87 0 0,1-1 1 0 0,0 1 0 0 0,1 0 0 0 0,1-1 0 0 0,0 1-1 0 0,0-1 1 0 0,1 1 0 0 0,1-1 0 0 0,8 19 0 0 0,-6-22-124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F67F-1D5C-7476-BD8A-26307D605C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B7C689-61B0-3A19-3367-9BEDE51CE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8C50CD-4E69-1523-09D6-884BAE749AF2}"/>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5" name="Footer Placeholder 4">
            <a:extLst>
              <a:ext uri="{FF2B5EF4-FFF2-40B4-BE49-F238E27FC236}">
                <a16:creationId xmlns:a16="http://schemas.microsoft.com/office/drawing/2014/main" id="{B738EBD9-9440-7396-4663-7E92CE0F11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B4B5D7-F5AE-D36D-ECF3-11736067EC4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23290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DE532-F19A-773A-CBFB-0DE5AF2214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D4BF23-7BC6-09B5-CF4F-DEDDF50AA7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194952-F9AE-2CAE-84D5-88373363491A}"/>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5" name="Footer Placeholder 4">
            <a:extLst>
              <a:ext uri="{FF2B5EF4-FFF2-40B4-BE49-F238E27FC236}">
                <a16:creationId xmlns:a16="http://schemas.microsoft.com/office/drawing/2014/main" id="{53CDCCF9-94B9-B34C-5A74-0967536201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209E4-F3DB-7B62-A6AC-9B90F4F1EB9A}"/>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86953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D9468-B60C-B51F-7A41-9988CBBE6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33192A-B6E0-EC97-7125-90D9EA182F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2879C1-1743-62FA-DC8E-7E4CAF6F8629}"/>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5" name="Footer Placeholder 4">
            <a:extLst>
              <a:ext uri="{FF2B5EF4-FFF2-40B4-BE49-F238E27FC236}">
                <a16:creationId xmlns:a16="http://schemas.microsoft.com/office/drawing/2014/main" id="{157694BF-5633-53FC-4085-F153EA1467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060F3F-094F-B5DE-7C7C-A00CE83A1FF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6403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0CDA5-58EB-1B9A-A8B8-3FF2E6AA85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70CE15-2D33-A64A-0A8F-E8CF81EC35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473915-8F48-32FC-5F78-7037074D2F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607D1A-0B01-A361-C030-7C2B1B147992}"/>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6" name="Footer Placeholder 5">
            <a:extLst>
              <a:ext uri="{FF2B5EF4-FFF2-40B4-BE49-F238E27FC236}">
                <a16:creationId xmlns:a16="http://schemas.microsoft.com/office/drawing/2014/main" id="{12F0AA1B-9DED-4CAF-DE22-272C37698F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E19FFA-4CFA-BF3F-F2B5-BFE7EF2637D6}"/>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7032352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FCE92-15EC-6819-BE41-D963092F2C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6FB93B-2D39-FA01-B804-DE992FA814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BAC486-1EED-5E82-A1DE-F0DF6A7EF8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B524F7-DEC5-569D-BB91-6B9BBADB3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A9758E-D499-9CE1-AF73-24A07B6CCE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73D71F-B246-E177-6224-059E62168B1B}"/>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8" name="Footer Placeholder 7">
            <a:extLst>
              <a:ext uri="{FF2B5EF4-FFF2-40B4-BE49-F238E27FC236}">
                <a16:creationId xmlns:a16="http://schemas.microsoft.com/office/drawing/2014/main" id="{9BF5002A-0913-9235-103B-1FAA8D6F09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378E9F-BD6B-22C5-7E39-FC6C8E3D3CA2}"/>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425007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9D6A-6484-C375-A3DF-9449C869FE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8B97F0-A833-F569-C8CC-C00C67C382FD}"/>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4" name="Footer Placeholder 3">
            <a:extLst>
              <a:ext uri="{FF2B5EF4-FFF2-40B4-BE49-F238E27FC236}">
                <a16:creationId xmlns:a16="http://schemas.microsoft.com/office/drawing/2014/main" id="{5AEDFA7A-97C4-E804-BEEF-F52BB376A9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4F1205-DBA9-BBC5-97D0-CA9414D2498D}"/>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721462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F1A8E2-F090-64C1-4EE9-227344BC0170}"/>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3" name="Footer Placeholder 2">
            <a:extLst>
              <a:ext uri="{FF2B5EF4-FFF2-40B4-BE49-F238E27FC236}">
                <a16:creationId xmlns:a16="http://schemas.microsoft.com/office/drawing/2014/main" id="{667BAC7E-4E73-8D16-8A64-AB1BD83F39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F72077-716A-B5CD-D556-B588416E08D3}"/>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904848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DCE8D-361A-1BD9-7BA4-D74AD0BB07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BEBA0-8244-B1E9-4C6F-973F312981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95D24C-FD68-C0C2-387C-CF9C30F46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B084A-8C77-9A97-BF65-EFA2E3BE2C26}"/>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6" name="Footer Placeholder 5">
            <a:extLst>
              <a:ext uri="{FF2B5EF4-FFF2-40B4-BE49-F238E27FC236}">
                <a16:creationId xmlns:a16="http://schemas.microsoft.com/office/drawing/2014/main" id="{CDEFD712-1436-EB7C-31EA-BBDAC47EF2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3C43E-F7AD-681D-A280-AE360EF3BA1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3933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553F-DC08-495D-1703-C778F602F6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B70C74-6D68-5AB9-FE4D-85C3ABA9BC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E5577E-7A0A-4F1C-4E81-90993B406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06E3A6-7152-01BF-5156-6BEB6F9BEB57}"/>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6" name="Footer Placeholder 5">
            <a:extLst>
              <a:ext uri="{FF2B5EF4-FFF2-40B4-BE49-F238E27FC236}">
                <a16:creationId xmlns:a16="http://schemas.microsoft.com/office/drawing/2014/main" id="{DEB4F86E-479A-F26D-96A7-3522F2EB95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0F8B0A-8E3E-4AEC-77C5-D9A1EEC36015}"/>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264126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B4064-E7A3-963C-D9E5-8063F15859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469923-911C-63ED-164B-76AA526B1E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2FADC7-8EFC-04F1-CAED-16040B302A80}"/>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5" name="Footer Placeholder 4">
            <a:extLst>
              <a:ext uri="{FF2B5EF4-FFF2-40B4-BE49-F238E27FC236}">
                <a16:creationId xmlns:a16="http://schemas.microsoft.com/office/drawing/2014/main" id="{6C7DE1CC-F1E3-3A85-0BEB-412DC406C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124F7-C2DD-3857-83A3-767DF74A0D47}"/>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921548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21427F-325C-8204-4692-5B4623A8C7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7B572-5F7E-5EC4-23B0-05342387E9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3A0179-0B36-0C0D-597B-19961344B6C9}"/>
              </a:ext>
            </a:extLst>
          </p:cNvPr>
          <p:cNvSpPr>
            <a:spLocks noGrp="1"/>
          </p:cNvSpPr>
          <p:nvPr>
            <p:ph type="dt" sz="half" idx="10"/>
          </p:nvPr>
        </p:nvSpPr>
        <p:spPr/>
        <p:txBody>
          <a:bodyPr/>
          <a:lstStyle/>
          <a:p>
            <a:fld id="{8F838A22-B5A6-47DA-94CD-144E2EE07EA6}" type="datetimeFigureOut">
              <a:rPr lang="en-US" smtClean="0"/>
              <a:t>4/14/2026</a:t>
            </a:fld>
            <a:endParaRPr lang="en-US"/>
          </a:p>
        </p:txBody>
      </p:sp>
      <p:sp>
        <p:nvSpPr>
          <p:cNvPr id="5" name="Footer Placeholder 4">
            <a:extLst>
              <a:ext uri="{FF2B5EF4-FFF2-40B4-BE49-F238E27FC236}">
                <a16:creationId xmlns:a16="http://schemas.microsoft.com/office/drawing/2014/main" id="{665ACB70-1761-D532-BD8C-2F5ED236CB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E00F1-7DDD-AFDD-7DB5-B3E69D03FBEE}"/>
              </a:ext>
            </a:extLst>
          </p:cNvPr>
          <p:cNvSpPr>
            <a:spLocks noGrp="1"/>
          </p:cNvSpPr>
          <p:nvPr>
            <p:ph type="sldNum" sz="quarter" idx="12"/>
          </p:nvPr>
        </p:nvSpPr>
        <p:spPr/>
        <p:txBody>
          <a:bodyPr/>
          <a:lstStyle/>
          <a:p>
            <a:fld id="{1F15FB28-37FD-485D-93D5-F5A544FDC930}" type="slidenum">
              <a:rPr lang="en-US" smtClean="0"/>
              <a:t>‹#›</a:t>
            </a:fld>
            <a:endParaRPr lang="en-US"/>
          </a:p>
        </p:txBody>
      </p:sp>
    </p:spTree>
    <p:extLst>
      <p:ext uri="{BB962C8B-B14F-4D97-AF65-F5344CB8AC3E}">
        <p14:creationId xmlns:p14="http://schemas.microsoft.com/office/powerpoint/2010/main" val="12236449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CF40A1-979F-3B97-144C-8EE04F82F8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D03D10-6468-9059-560D-1CF0382BD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8E186-E56C-0599-D2F5-2ED55E2A66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838A22-B5A6-47DA-94CD-144E2EE07EA6}" type="datetimeFigureOut">
              <a:rPr lang="en-US" smtClean="0"/>
              <a:t>4/14/2026</a:t>
            </a:fld>
            <a:endParaRPr lang="en-US"/>
          </a:p>
        </p:txBody>
      </p:sp>
      <p:sp>
        <p:nvSpPr>
          <p:cNvPr id="5" name="Footer Placeholder 4">
            <a:extLst>
              <a:ext uri="{FF2B5EF4-FFF2-40B4-BE49-F238E27FC236}">
                <a16:creationId xmlns:a16="http://schemas.microsoft.com/office/drawing/2014/main" id="{0622413A-2D3C-5EAC-9AB6-25DBEE4B88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F3B056-E6D5-7138-A52C-4AAADDC5A3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15FB28-37FD-485D-93D5-F5A544FDC930}" type="slidenum">
              <a:rPr lang="en-US" smtClean="0"/>
              <a:t>‹#›</a:t>
            </a:fld>
            <a:endParaRPr lang="en-US"/>
          </a:p>
        </p:txBody>
      </p:sp>
    </p:spTree>
    <p:extLst>
      <p:ext uri="{BB962C8B-B14F-4D97-AF65-F5344CB8AC3E}">
        <p14:creationId xmlns:p14="http://schemas.microsoft.com/office/powerpoint/2010/main" val="257318792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customXml" Target="../ink/ink7.xml"/><Relationship Id="rId18" Type="http://schemas.openxmlformats.org/officeDocument/2006/relationships/image" Target="../media/image22.png"/><Relationship Id="rId26" Type="http://schemas.openxmlformats.org/officeDocument/2006/relationships/image" Target="../media/image26.png"/><Relationship Id="rId3" Type="http://schemas.openxmlformats.org/officeDocument/2006/relationships/image" Target="../media/image6.png"/><Relationship Id="rId21" Type="http://schemas.openxmlformats.org/officeDocument/2006/relationships/customXml" Target="../ink/ink11.xml"/><Relationship Id="rId7" Type="http://schemas.openxmlformats.org/officeDocument/2006/relationships/customXml" Target="../ink/ink4.xml"/><Relationship Id="rId12" Type="http://schemas.openxmlformats.org/officeDocument/2006/relationships/image" Target="../media/image19.png"/><Relationship Id="rId17" Type="http://schemas.openxmlformats.org/officeDocument/2006/relationships/customXml" Target="../ink/ink9.xml"/><Relationship Id="rId25" Type="http://schemas.openxmlformats.org/officeDocument/2006/relationships/customXml" Target="../ink/ink13.xml"/><Relationship Id="rId2" Type="http://schemas.openxmlformats.org/officeDocument/2006/relationships/image" Target="../media/image1.png"/><Relationship Id="rId16" Type="http://schemas.openxmlformats.org/officeDocument/2006/relationships/image" Target="../media/image21.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customXml" Target="../ink/ink6.xml"/><Relationship Id="rId24" Type="http://schemas.openxmlformats.org/officeDocument/2006/relationships/image" Target="../media/image25.png"/><Relationship Id="rId5" Type="http://schemas.openxmlformats.org/officeDocument/2006/relationships/customXml" Target="../ink/ink3.xml"/><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image" Target="../media/image27.png"/><Relationship Id="rId10" Type="http://schemas.openxmlformats.org/officeDocument/2006/relationships/image" Target="../media/image18.png"/><Relationship Id="rId19" Type="http://schemas.openxmlformats.org/officeDocument/2006/relationships/customXml" Target="../ink/ink10.xml"/><Relationship Id="rId4" Type="http://schemas.openxmlformats.org/officeDocument/2006/relationships/image" Target="../media/image7.png"/><Relationship Id="rId9" Type="http://schemas.openxmlformats.org/officeDocument/2006/relationships/customXml" Target="../ink/ink5.xml"/><Relationship Id="rId14" Type="http://schemas.openxmlformats.org/officeDocument/2006/relationships/image" Target="../media/image20.png"/><Relationship Id="rId22" Type="http://schemas.openxmlformats.org/officeDocument/2006/relationships/image" Target="../media/image24.png"/><Relationship Id="rId27" Type="http://schemas.openxmlformats.org/officeDocument/2006/relationships/customXml" Target="../ink/ink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customXml" Target="../ink/ink19.xml"/><Relationship Id="rId18" Type="http://schemas.openxmlformats.org/officeDocument/2006/relationships/image" Target="../media/image35.png"/><Relationship Id="rId26" Type="http://schemas.openxmlformats.org/officeDocument/2006/relationships/image" Target="../media/image39.png"/><Relationship Id="rId3" Type="http://schemas.openxmlformats.org/officeDocument/2006/relationships/image" Target="../media/image6.png"/><Relationship Id="rId21" Type="http://schemas.openxmlformats.org/officeDocument/2006/relationships/customXml" Target="../ink/ink23.xml"/><Relationship Id="rId7" Type="http://schemas.openxmlformats.org/officeDocument/2006/relationships/customXml" Target="../ink/ink16.xml"/><Relationship Id="rId12" Type="http://schemas.openxmlformats.org/officeDocument/2006/relationships/image" Target="../media/image32.png"/><Relationship Id="rId17" Type="http://schemas.openxmlformats.org/officeDocument/2006/relationships/customXml" Target="../ink/ink21.xml"/><Relationship Id="rId25" Type="http://schemas.openxmlformats.org/officeDocument/2006/relationships/customXml" Target="../ink/ink25.xml"/><Relationship Id="rId2" Type="http://schemas.openxmlformats.org/officeDocument/2006/relationships/image" Target="../media/image2.png"/><Relationship Id="rId16" Type="http://schemas.openxmlformats.org/officeDocument/2006/relationships/image" Target="../media/image34.png"/><Relationship Id="rId20" Type="http://schemas.openxmlformats.org/officeDocument/2006/relationships/image" Target="../media/image36.png"/><Relationship Id="rId29"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customXml" Target="../ink/ink18.xml"/><Relationship Id="rId24" Type="http://schemas.openxmlformats.org/officeDocument/2006/relationships/image" Target="../media/image38.png"/><Relationship Id="rId32" Type="http://schemas.openxmlformats.org/officeDocument/2006/relationships/image" Target="../media/image42.png"/><Relationship Id="rId5" Type="http://schemas.openxmlformats.org/officeDocument/2006/relationships/customXml" Target="../ink/ink15.xml"/><Relationship Id="rId15" Type="http://schemas.openxmlformats.org/officeDocument/2006/relationships/customXml" Target="../ink/ink20.xml"/><Relationship Id="rId23" Type="http://schemas.openxmlformats.org/officeDocument/2006/relationships/customXml" Target="../ink/ink24.xml"/><Relationship Id="rId28" Type="http://schemas.openxmlformats.org/officeDocument/2006/relationships/image" Target="../media/image40.png"/><Relationship Id="rId10" Type="http://schemas.openxmlformats.org/officeDocument/2006/relationships/image" Target="../media/image31.png"/><Relationship Id="rId19" Type="http://schemas.openxmlformats.org/officeDocument/2006/relationships/customXml" Target="../ink/ink22.xml"/><Relationship Id="rId31" Type="http://schemas.openxmlformats.org/officeDocument/2006/relationships/customXml" Target="../ink/ink28.xml"/><Relationship Id="rId4" Type="http://schemas.openxmlformats.org/officeDocument/2006/relationships/image" Target="../media/image8.png"/><Relationship Id="rId9" Type="http://schemas.openxmlformats.org/officeDocument/2006/relationships/customXml" Target="../ink/ink17.xml"/><Relationship Id="rId14" Type="http://schemas.openxmlformats.org/officeDocument/2006/relationships/image" Target="../media/image33.png"/><Relationship Id="rId22" Type="http://schemas.openxmlformats.org/officeDocument/2006/relationships/image" Target="../media/image37.png"/><Relationship Id="rId27" Type="http://schemas.openxmlformats.org/officeDocument/2006/relationships/customXml" Target="../ink/ink26.xml"/><Relationship Id="rId30" Type="http://schemas.openxmlformats.org/officeDocument/2006/relationships/image" Target="../media/image4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customXml" Target="../ink/ink33.xml"/><Relationship Id="rId18" Type="http://schemas.openxmlformats.org/officeDocument/2006/relationships/image" Target="../media/image50.png"/><Relationship Id="rId26" Type="http://schemas.openxmlformats.org/officeDocument/2006/relationships/image" Target="../media/image54.png"/><Relationship Id="rId39" Type="http://schemas.openxmlformats.org/officeDocument/2006/relationships/customXml" Target="../ink/ink46.xml"/><Relationship Id="rId3" Type="http://schemas.openxmlformats.org/officeDocument/2006/relationships/image" Target="../media/image6.png"/><Relationship Id="rId21" Type="http://schemas.openxmlformats.org/officeDocument/2006/relationships/customXml" Target="../ink/ink37.xml"/><Relationship Id="rId34" Type="http://schemas.openxmlformats.org/officeDocument/2006/relationships/image" Target="../media/image58.png"/><Relationship Id="rId42" Type="http://schemas.openxmlformats.org/officeDocument/2006/relationships/image" Target="../media/image62.png"/><Relationship Id="rId7" Type="http://schemas.openxmlformats.org/officeDocument/2006/relationships/customXml" Target="../ink/ink30.xml"/><Relationship Id="rId12" Type="http://schemas.openxmlformats.org/officeDocument/2006/relationships/image" Target="../media/image47.png"/><Relationship Id="rId17" Type="http://schemas.openxmlformats.org/officeDocument/2006/relationships/customXml" Target="../ink/ink35.xml"/><Relationship Id="rId25" Type="http://schemas.openxmlformats.org/officeDocument/2006/relationships/customXml" Target="../ink/ink39.xml"/><Relationship Id="rId33" Type="http://schemas.openxmlformats.org/officeDocument/2006/relationships/customXml" Target="../ink/ink43.xml"/><Relationship Id="rId38" Type="http://schemas.openxmlformats.org/officeDocument/2006/relationships/image" Target="../media/image60.png"/><Relationship Id="rId2" Type="http://schemas.openxmlformats.org/officeDocument/2006/relationships/image" Target="../media/image3.png"/><Relationship Id="rId16" Type="http://schemas.openxmlformats.org/officeDocument/2006/relationships/image" Target="../media/image49.png"/><Relationship Id="rId20" Type="http://schemas.openxmlformats.org/officeDocument/2006/relationships/image" Target="../media/image51.png"/><Relationship Id="rId29" Type="http://schemas.openxmlformats.org/officeDocument/2006/relationships/customXml" Target="../ink/ink41.xml"/><Relationship Id="rId41" Type="http://schemas.openxmlformats.org/officeDocument/2006/relationships/customXml" Target="../ink/ink47.xml"/><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customXml" Target="../ink/ink32.xml"/><Relationship Id="rId24" Type="http://schemas.openxmlformats.org/officeDocument/2006/relationships/image" Target="../media/image53.png"/><Relationship Id="rId32" Type="http://schemas.openxmlformats.org/officeDocument/2006/relationships/image" Target="../media/image57.png"/><Relationship Id="rId37" Type="http://schemas.openxmlformats.org/officeDocument/2006/relationships/customXml" Target="../ink/ink45.xml"/><Relationship Id="rId40" Type="http://schemas.openxmlformats.org/officeDocument/2006/relationships/image" Target="../media/image61.png"/><Relationship Id="rId5" Type="http://schemas.openxmlformats.org/officeDocument/2006/relationships/customXml" Target="../ink/ink29.xml"/><Relationship Id="rId15" Type="http://schemas.openxmlformats.org/officeDocument/2006/relationships/customXml" Target="../ink/ink34.xml"/><Relationship Id="rId23" Type="http://schemas.openxmlformats.org/officeDocument/2006/relationships/customXml" Target="../ink/ink38.xml"/><Relationship Id="rId28" Type="http://schemas.openxmlformats.org/officeDocument/2006/relationships/image" Target="../media/image55.png"/><Relationship Id="rId36" Type="http://schemas.openxmlformats.org/officeDocument/2006/relationships/image" Target="../media/image59.png"/><Relationship Id="rId10" Type="http://schemas.openxmlformats.org/officeDocument/2006/relationships/image" Target="../media/image46.png"/><Relationship Id="rId19" Type="http://schemas.openxmlformats.org/officeDocument/2006/relationships/customXml" Target="../ink/ink36.xml"/><Relationship Id="rId31" Type="http://schemas.openxmlformats.org/officeDocument/2006/relationships/customXml" Target="../ink/ink42.xml"/><Relationship Id="rId4" Type="http://schemas.openxmlformats.org/officeDocument/2006/relationships/image" Target="../media/image9.png"/><Relationship Id="rId9" Type="http://schemas.openxmlformats.org/officeDocument/2006/relationships/customXml" Target="../ink/ink31.xml"/><Relationship Id="rId14" Type="http://schemas.openxmlformats.org/officeDocument/2006/relationships/image" Target="../media/image48.png"/><Relationship Id="rId22" Type="http://schemas.openxmlformats.org/officeDocument/2006/relationships/image" Target="../media/image52.png"/><Relationship Id="rId27" Type="http://schemas.openxmlformats.org/officeDocument/2006/relationships/customXml" Target="../ink/ink40.xml"/><Relationship Id="rId30" Type="http://schemas.openxmlformats.org/officeDocument/2006/relationships/image" Target="../media/image56.png"/><Relationship Id="rId35" Type="http://schemas.openxmlformats.org/officeDocument/2006/relationships/customXml" Target="../ink/ink4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05CA7-1B42-2093-F4C1-9FB0533B2372}"/>
              </a:ext>
            </a:extLst>
          </p:cNvPr>
          <p:cNvSpPr>
            <a:spLocks noGrp="1"/>
          </p:cNvSpPr>
          <p:nvPr>
            <p:ph type="ctrTitle"/>
          </p:nvPr>
        </p:nvSpPr>
        <p:spPr/>
        <p:txBody>
          <a:bodyPr>
            <a:normAutofit fontScale="90000"/>
          </a:bodyPr>
          <a:lstStyle/>
          <a:p>
            <a:r>
              <a:rPr lang="en-US" dirty="0">
                <a:solidFill>
                  <a:schemeClr val="accent6">
                    <a:lumMod val="60000"/>
                    <a:lumOff val="40000"/>
                  </a:schemeClr>
                </a:solidFill>
              </a:rPr>
              <a:t>Hypothesis Testing</a:t>
            </a:r>
            <a:br>
              <a:rPr lang="en-US" dirty="0">
                <a:solidFill>
                  <a:schemeClr val="accent6">
                    <a:lumMod val="60000"/>
                    <a:lumOff val="40000"/>
                  </a:schemeClr>
                </a:solidFill>
              </a:rPr>
            </a:br>
            <a:r>
              <a:rPr lang="en-US" dirty="0">
                <a:solidFill>
                  <a:schemeClr val="accent6">
                    <a:lumMod val="60000"/>
                    <a:lumOff val="40000"/>
                  </a:schemeClr>
                </a:solidFill>
              </a:rPr>
              <a:t>Understanding z-test for mean through examples</a:t>
            </a:r>
          </a:p>
        </p:txBody>
      </p:sp>
    </p:spTree>
    <p:extLst>
      <p:ext uri="{BB962C8B-B14F-4D97-AF65-F5344CB8AC3E}">
        <p14:creationId xmlns:p14="http://schemas.microsoft.com/office/powerpoint/2010/main" val="2020006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E5A10-4F5D-CF67-C125-D68E5B620A9A}"/>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FF740DA-72ED-34F7-0580-B2560F60C55A}"/>
              </a:ext>
            </a:extLst>
          </p:cNvPr>
          <p:cNvSpPr txBox="1"/>
          <p:nvPr/>
        </p:nvSpPr>
        <p:spPr>
          <a:xfrm>
            <a:off x="228600" y="292608"/>
            <a:ext cx="7115175" cy="5632311"/>
          </a:xfrm>
          <a:prstGeom prst="rect">
            <a:avLst/>
          </a:prstGeom>
          <a:noFill/>
        </p:spPr>
        <p:txBody>
          <a:bodyPr wrap="square" rtlCol="0">
            <a:spAutoFit/>
          </a:bodyPr>
          <a:lstStyle/>
          <a:p>
            <a:r>
              <a:rPr lang="en-US" sz="2400" dirty="0">
                <a:solidFill>
                  <a:schemeClr val="accent6">
                    <a:lumMod val="40000"/>
                    <a:lumOff val="60000"/>
                  </a:schemeClr>
                </a:solidFill>
                <a:latin typeface="+mj-lt"/>
              </a:rPr>
              <a:t>Hypothesis problems fall under following 3 categories:</a:t>
            </a:r>
          </a:p>
          <a:p>
            <a:endParaRPr lang="en-US" sz="2400" dirty="0">
              <a:solidFill>
                <a:schemeClr val="accent6">
                  <a:lumMod val="40000"/>
                  <a:lumOff val="60000"/>
                </a:schemeClr>
              </a:solidFill>
              <a:latin typeface="+mj-lt"/>
            </a:endParaRPr>
          </a:p>
          <a:p>
            <a:r>
              <a:rPr lang="en-US" sz="2400" b="1" dirty="0">
                <a:solidFill>
                  <a:schemeClr val="accent4">
                    <a:lumMod val="40000"/>
                    <a:lumOff val="60000"/>
                  </a:schemeClr>
                </a:solidFill>
                <a:latin typeface="+mj-lt"/>
              </a:rPr>
              <a:t>Left-tailed test </a:t>
            </a: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r>
              <a:rPr lang="en-US" sz="2400" b="1" dirty="0">
                <a:solidFill>
                  <a:schemeClr val="accent4">
                    <a:lumMod val="40000"/>
                    <a:lumOff val="60000"/>
                  </a:schemeClr>
                </a:solidFill>
                <a:latin typeface="+mj-lt"/>
              </a:rPr>
              <a:t>Right-tailed test</a:t>
            </a: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endParaRPr lang="en-US" sz="2400" b="1" dirty="0">
              <a:solidFill>
                <a:schemeClr val="accent4">
                  <a:lumMod val="40000"/>
                  <a:lumOff val="60000"/>
                </a:schemeClr>
              </a:solidFill>
              <a:latin typeface="+mj-lt"/>
            </a:endParaRPr>
          </a:p>
          <a:p>
            <a:r>
              <a:rPr lang="en-US" sz="2400" b="1" dirty="0">
                <a:solidFill>
                  <a:schemeClr val="accent4">
                    <a:lumMod val="40000"/>
                    <a:lumOff val="60000"/>
                  </a:schemeClr>
                </a:solidFill>
                <a:latin typeface="+mj-lt"/>
              </a:rPr>
              <a:t>2-tailed test</a:t>
            </a:r>
          </a:p>
        </p:txBody>
      </p:sp>
      <p:pic>
        <p:nvPicPr>
          <p:cNvPr id="3" name="Picture 2">
            <a:extLst>
              <a:ext uri="{FF2B5EF4-FFF2-40B4-BE49-F238E27FC236}">
                <a16:creationId xmlns:a16="http://schemas.microsoft.com/office/drawing/2014/main" id="{1707B05C-FEA2-B266-7C8E-F4E9F0DCD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7648" y="2557908"/>
            <a:ext cx="4054302" cy="1742184"/>
          </a:xfrm>
          <a:prstGeom prst="rect">
            <a:avLst/>
          </a:prstGeom>
        </p:spPr>
      </p:pic>
      <p:pic>
        <p:nvPicPr>
          <p:cNvPr id="4" name="Picture 3">
            <a:extLst>
              <a:ext uri="{FF2B5EF4-FFF2-40B4-BE49-F238E27FC236}">
                <a16:creationId xmlns:a16="http://schemas.microsoft.com/office/drawing/2014/main" id="{972C0A71-64CA-A531-C4C2-FCD37F870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8691" y="198867"/>
            <a:ext cx="3857034" cy="2097294"/>
          </a:xfrm>
          <a:prstGeom prst="rect">
            <a:avLst/>
          </a:prstGeom>
        </p:spPr>
      </p:pic>
      <p:pic>
        <p:nvPicPr>
          <p:cNvPr id="6" name="Picture 5">
            <a:extLst>
              <a:ext uri="{FF2B5EF4-FFF2-40B4-BE49-F238E27FC236}">
                <a16:creationId xmlns:a16="http://schemas.microsoft.com/office/drawing/2014/main" id="{C5EA4751-461F-421A-9FFE-B1F7FA7C07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37648" y="4561839"/>
            <a:ext cx="4152781" cy="209729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15919A8-1DA2-33BF-6EEE-C3C609954BD2}"/>
                  </a:ext>
                </a:extLst>
              </p14:cNvPr>
              <p14:cNvContentPartPr/>
              <p14:nvPr/>
            </p14:nvContentPartPr>
            <p14:xfrm>
              <a:off x="1238175" y="2939115"/>
              <a:ext cx="493920" cy="95760"/>
            </p14:xfrm>
          </p:contentPart>
        </mc:Choice>
        <mc:Fallback xmlns="">
          <p:pic>
            <p:nvPicPr>
              <p:cNvPr id="2" name="Ink 1">
                <a:extLst>
                  <a:ext uri="{FF2B5EF4-FFF2-40B4-BE49-F238E27FC236}">
                    <a16:creationId xmlns:a16="http://schemas.microsoft.com/office/drawing/2014/main" id="{415919A8-1DA2-33BF-6EEE-C3C609954BD2}"/>
                  </a:ext>
                </a:extLst>
              </p:cNvPr>
              <p:cNvPicPr/>
              <p:nvPr/>
            </p:nvPicPr>
            <p:blipFill>
              <a:blip r:embed="rId6"/>
              <a:stretch>
                <a:fillRect/>
              </a:stretch>
            </p:blipFill>
            <p:spPr>
              <a:xfrm>
                <a:off x="1202175" y="2903115"/>
                <a:ext cx="5655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2D781858-40B0-9D02-9A41-B33D831AF709}"/>
                  </a:ext>
                </a:extLst>
              </p14:cNvPr>
              <p14:cNvContentPartPr/>
              <p14:nvPr/>
            </p14:nvContentPartPr>
            <p14:xfrm>
              <a:off x="1323855" y="2561835"/>
              <a:ext cx="360" cy="360"/>
            </p14:xfrm>
          </p:contentPart>
        </mc:Choice>
        <mc:Fallback xmlns="">
          <p:pic>
            <p:nvPicPr>
              <p:cNvPr id="5" name="Ink 4">
                <a:extLst>
                  <a:ext uri="{FF2B5EF4-FFF2-40B4-BE49-F238E27FC236}">
                    <a16:creationId xmlns:a16="http://schemas.microsoft.com/office/drawing/2014/main" id="{2D781858-40B0-9D02-9A41-B33D831AF709}"/>
                  </a:ext>
                </a:extLst>
              </p:cNvPr>
              <p:cNvPicPr/>
              <p:nvPr/>
            </p:nvPicPr>
            <p:blipFill>
              <a:blip r:embed="rId8"/>
              <a:stretch>
                <a:fillRect/>
              </a:stretch>
            </p:blipFill>
            <p:spPr>
              <a:xfrm>
                <a:off x="1288215" y="2526195"/>
                <a:ext cx="72000" cy="72000"/>
              </a:xfrm>
              <a:prstGeom prst="rect">
                <a:avLst/>
              </a:prstGeom>
            </p:spPr>
          </p:pic>
        </mc:Fallback>
      </mc:AlternateContent>
    </p:spTree>
    <p:extLst>
      <p:ext uri="{BB962C8B-B14F-4D97-AF65-F5344CB8AC3E}">
        <p14:creationId xmlns:p14="http://schemas.microsoft.com/office/powerpoint/2010/main" val="1789453782"/>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2A31-C0F0-FC72-84A4-D93D33F57877}"/>
              </a:ext>
            </a:extLst>
          </p:cNvPr>
          <p:cNvSpPr>
            <a:spLocks noGrp="1"/>
          </p:cNvSpPr>
          <p:nvPr>
            <p:ph type="title"/>
          </p:nvPr>
        </p:nvSpPr>
        <p:spPr>
          <a:xfrm>
            <a:off x="365760" y="365125"/>
            <a:ext cx="11539728" cy="1325563"/>
          </a:xfrm>
        </p:spPr>
        <p:txBody>
          <a:bodyPr>
            <a:normAutofit/>
          </a:bodyPr>
          <a:lstStyle/>
          <a:p>
            <a:r>
              <a:rPr lang="en-US" sz="3600" dirty="0">
                <a:solidFill>
                  <a:schemeClr val="accent6">
                    <a:lumMod val="60000"/>
                    <a:lumOff val="40000"/>
                  </a:schemeClr>
                </a:solidFill>
              </a:rPr>
              <a:t>Scenario: Here the </a:t>
            </a:r>
            <a:r>
              <a:rPr lang="en-US" sz="3600" b="1" dirty="0">
                <a:solidFill>
                  <a:schemeClr val="accent6">
                    <a:lumMod val="60000"/>
                    <a:lumOff val="40000"/>
                  </a:schemeClr>
                </a:solidFill>
              </a:rPr>
              <a:t>population</a:t>
            </a:r>
            <a:r>
              <a:rPr lang="en-US" sz="3600" dirty="0">
                <a:solidFill>
                  <a:schemeClr val="accent6">
                    <a:lumMod val="60000"/>
                    <a:lumOff val="40000"/>
                  </a:schemeClr>
                </a:solidFill>
              </a:rPr>
              <a:t> standard deviation</a:t>
            </a:r>
            <a:r>
              <a:rPr lang="el-GR" sz="3600" dirty="0">
                <a:solidFill>
                  <a:schemeClr val="accent6">
                    <a:lumMod val="40000"/>
                    <a:lumOff val="60000"/>
                  </a:schemeClr>
                </a:solidFill>
              </a:rPr>
              <a:t> </a:t>
            </a:r>
            <a:r>
              <a:rPr lang="en-US" sz="3600" dirty="0">
                <a:solidFill>
                  <a:schemeClr val="accent6">
                    <a:lumMod val="40000"/>
                    <a:lumOff val="60000"/>
                  </a:schemeClr>
                </a:solidFill>
              </a:rPr>
              <a:t>(</a:t>
            </a:r>
            <a:r>
              <a:rPr lang="el-GR" sz="3600" dirty="0">
                <a:solidFill>
                  <a:schemeClr val="accent6">
                    <a:lumMod val="40000"/>
                    <a:lumOff val="60000"/>
                  </a:schemeClr>
                </a:solidFill>
              </a:rPr>
              <a:t>σ</a:t>
            </a:r>
            <a:r>
              <a:rPr lang="en-US" sz="3600" dirty="0">
                <a:solidFill>
                  <a:schemeClr val="accent6">
                    <a:lumMod val="40000"/>
                    <a:lumOff val="60000"/>
                  </a:schemeClr>
                </a:solidFill>
              </a:rPr>
              <a:t>)</a:t>
            </a:r>
            <a:r>
              <a:rPr lang="en-US" sz="3600" dirty="0">
                <a:solidFill>
                  <a:schemeClr val="accent6">
                    <a:lumMod val="60000"/>
                    <a:lumOff val="40000"/>
                  </a:schemeClr>
                </a:solidFill>
              </a:rPr>
              <a:t> is known</a:t>
            </a:r>
          </a:p>
        </p:txBody>
      </p:sp>
      <p:sp>
        <p:nvSpPr>
          <p:cNvPr id="5" name="TextBox 4">
            <a:extLst>
              <a:ext uri="{FF2B5EF4-FFF2-40B4-BE49-F238E27FC236}">
                <a16:creationId xmlns:a16="http://schemas.microsoft.com/office/drawing/2014/main" id="{5F45D8F1-9B72-DAD1-7493-DC93FA8D2669}"/>
              </a:ext>
            </a:extLst>
          </p:cNvPr>
          <p:cNvSpPr txBox="1"/>
          <p:nvPr/>
        </p:nvSpPr>
        <p:spPr>
          <a:xfrm>
            <a:off x="923544" y="2413338"/>
            <a:ext cx="11055096" cy="3539430"/>
          </a:xfrm>
          <a:prstGeom prst="rect">
            <a:avLst/>
          </a:prstGeom>
          <a:noFill/>
        </p:spPr>
        <p:txBody>
          <a:bodyPr wrap="square">
            <a:spAutoFit/>
          </a:bodyPr>
          <a:lstStyle/>
          <a:p>
            <a:pPr marL="0" indent="0">
              <a:buNone/>
            </a:pPr>
            <a:r>
              <a:rPr lang="en-US" sz="2800" b="1" dirty="0">
                <a:solidFill>
                  <a:schemeClr val="accent6">
                    <a:lumMod val="40000"/>
                    <a:lumOff val="60000"/>
                  </a:schemeClr>
                </a:solidFill>
              </a:rPr>
              <a:t>2 assumptions for the z-test for a mean when </a:t>
            </a:r>
            <a:r>
              <a:rPr lang="el-GR" sz="2800" b="1" dirty="0">
                <a:solidFill>
                  <a:schemeClr val="accent6">
                    <a:lumMod val="40000"/>
                    <a:lumOff val="60000"/>
                  </a:schemeClr>
                </a:solidFill>
              </a:rPr>
              <a:t>σ</a:t>
            </a:r>
            <a:r>
              <a:rPr lang="en-US" sz="2800" b="1" dirty="0">
                <a:solidFill>
                  <a:schemeClr val="accent6">
                    <a:lumMod val="40000"/>
                    <a:lumOff val="60000"/>
                  </a:schemeClr>
                </a:solidFill>
              </a:rPr>
              <a:t> Is known:</a:t>
            </a:r>
          </a:p>
          <a:p>
            <a:pPr marL="0" indent="0">
              <a:buNone/>
            </a:pPr>
            <a:endParaRPr lang="en-US" sz="2800" dirty="0">
              <a:solidFill>
                <a:schemeClr val="accent6">
                  <a:lumMod val="40000"/>
                  <a:lumOff val="60000"/>
                </a:schemeClr>
              </a:solidFill>
            </a:endParaRPr>
          </a:p>
          <a:p>
            <a:pPr marL="514350" indent="-514350">
              <a:buAutoNum type="arabicPeriod"/>
            </a:pPr>
            <a:r>
              <a:rPr lang="en-US" sz="2800" dirty="0">
                <a:solidFill>
                  <a:schemeClr val="accent6">
                    <a:lumMod val="40000"/>
                    <a:lumOff val="60000"/>
                  </a:schemeClr>
                </a:solidFill>
              </a:rPr>
              <a:t>The sample is a </a:t>
            </a:r>
            <a:r>
              <a:rPr lang="en-US" sz="2800" b="1" dirty="0">
                <a:solidFill>
                  <a:schemeClr val="accent4">
                    <a:lumMod val="40000"/>
                    <a:lumOff val="60000"/>
                  </a:schemeClr>
                </a:solidFill>
              </a:rPr>
              <a:t>random sample.</a:t>
            </a:r>
            <a:r>
              <a:rPr lang="en-US" sz="2800" dirty="0">
                <a:solidFill>
                  <a:schemeClr val="accent4">
                    <a:lumMod val="40000"/>
                    <a:lumOff val="60000"/>
                  </a:schemeClr>
                </a:solidFill>
              </a:rPr>
              <a:t> </a:t>
            </a:r>
          </a:p>
          <a:p>
            <a:pPr marL="514350" indent="-514350">
              <a:buAutoNum type="arabicPeriod"/>
            </a:pPr>
            <a:endParaRPr lang="en-US" sz="2800" dirty="0">
              <a:solidFill>
                <a:schemeClr val="accent4">
                  <a:lumMod val="40000"/>
                  <a:lumOff val="60000"/>
                </a:schemeClr>
              </a:solidFill>
            </a:endParaRPr>
          </a:p>
          <a:p>
            <a:pPr marL="0" indent="0">
              <a:buNone/>
            </a:pPr>
            <a:r>
              <a:rPr lang="en-US" sz="2800" dirty="0">
                <a:solidFill>
                  <a:schemeClr val="accent6">
                    <a:lumMod val="40000"/>
                    <a:lumOff val="60000"/>
                  </a:schemeClr>
                </a:solidFill>
              </a:rPr>
              <a:t>2. Either </a:t>
            </a:r>
            <a:r>
              <a:rPr lang="en-US" sz="2800" b="1" dirty="0">
                <a:solidFill>
                  <a:schemeClr val="accent4">
                    <a:lumMod val="40000"/>
                    <a:lumOff val="60000"/>
                  </a:schemeClr>
                </a:solidFill>
              </a:rPr>
              <a:t>n &gt; 30</a:t>
            </a:r>
            <a:r>
              <a:rPr lang="en-US" sz="2800" dirty="0">
                <a:solidFill>
                  <a:schemeClr val="accent6">
                    <a:lumMod val="40000"/>
                    <a:lumOff val="60000"/>
                  </a:schemeClr>
                </a:solidFill>
              </a:rPr>
              <a:t> or the </a:t>
            </a:r>
            <a:r>
              <a:rPr lang="en-US" sz="2800" b="1" dirty="0">
                <a:solidFill>
                  <a:schemeClr val="accent4">
                    <a:lumMod val="40000"/>
                    <a:lumOff val="60000"/>
                  </a:schemeClr>
                </a:solidFill>
              </a:rPr>
              <a:t>population is normally distributed when n  &lt; 30</a:t>
            </a:r>
            <a:r>
              <a:rPr lang="en-US" sz="2800" dirty="0">
                <a:solidFill>
                  <a:schemeClr val="accent4">
                    <a:lumMod val="40000"/>
                    <a:lumOff val="60000"/>
                  </a:schemeClr>
                </a:solidFill>
              </a:rPr>
              <a:t>.</a:t>
            </a:r>
          </a:p>
          <a:p>
            <a:pPr marL="0" indent="0">
              <a:buNone/>
            </a:pPr>
            <a:endParaRPr lang="en-US" sz="2800" dirty="0"/>
          </a:p>
          <a:p>
            <a:pPr marL="0" indent="0">
              <a:buNone/>
            </a:pPr>
            <a:endParaRPr lang="en-US" sz="2800" dirty="0"/>
          </a:p>
          <a:p>
            <a:pPr marL="0" indent="0">
              <a:buNone/>
            </a:pPr>
            <a:r>
              <a:rPr lang="en-US" sz="2800" dirty="0">
                <a:solidFill>
                  <a:schemeClr val="accent6">
                    <a:lumMod val="60000"/>
                    <a:lumOff val="40000"/>
                  </a:schemeClr>
                </a:solidFill>
              </a:rPr>
              <a:t>Here n is the number of samples</a:t>
            </a:r>
          </a:p>
        </p:txBody>
      </p:sp>
    </p:spTree>
    <p:extLst>
      <p:ext uri="{BB962C8B-B14F-4D97-AF65-F5344CB8AC3E}">
        <p14:creationId xmlns:p14="http://schemas.microsoft.com/office/powerpoint/2010/main" val="3806603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74BC2-5174-8660-E536-0E985F0CBB2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4B7A59C-2859-90C9-4F1B-A0E11AE12AB7}"/>
              </a:ext>
            </a:extLst>
          </p:cNvPr>
          <p:cNvSpPr txBox="1"/>
          <p:nvPr/>
        </p:nvSpPr>
        <p:spPr>
          <a:xfrm>
            <a:off x="75437" y="503910"/>
            <a:ext cx="8126731" cy="5324535"/>
          </a:xfrm>
          <a:prstGeom prst="rect">
            <a:avLst/>
          </a:prstGeom>
          <a:noFill/>
        </p:spPr>
        <p:txBody>
          <a:bodyPr wrap="square">
            <a:spAutoFit/>
          </a:bodyPr>
          <a:lstStyle/>
          <a:p>
            <a:r>
              <a:rPr lang="en-US" sz="2000" dirty="0">
                <a:solidFill>
                  <a:schemeClr val="accent6">
                    <a:lumMod val="60000"/>
                    <a:lumOff val="40000"/>
                  </a:schemeClr>
                </a:solidFill>
              </a:rPr>
              <a:t>The </a:t>
            </a:r>
            <a:r>
              <a:rPr lang="en-US" sz="2000" b="1" dirty="0">
                <a:solidFill>
                  <a:schemeClr val="accent6">
                    <a:lumMod val="60000"/>
                    <a:lumOff val="40000"/>
                  </a:schemeClr>
                </a:solidFill>
              </a:rPr>
              <a:t>critical or rejection region </a:t>
            </a:r>
            <a:r>
              <a:rPr lang="en-US" sz="2000" dirty="0">
                <a:solidFill>
                  <a:schemeClr val="accent6">
                    <a:lumMod val="60000"/>
                    <a:lumOff val="40000"/>
                  </a:schemeClr>
                </a:solidFill>
              </a:rPr>
              <a:t>is the range of z-values that indicates that</a:t>
            </a:r>
          </a:p>
          <a:p>
            <a:pPr marL="285750" indent="-285750">
              <a:buFontTx/>
              <a:buChar char="-"/>
            </a:pPr>
            <a:r>
              <a:rPr lang="en-US" sz="2000" dirty="0">
                <a:solidFill>
                  <a:schemeClr val="accent6">
                    <a:lumMod val="60000"/>
                    <a:lumOff val="40000"/>
                  </a:schemeClr>
                </a:solidFill>
              </a:rPr>
              <a:t>there is a </a:t>
            </a:r>
            <a:r>
              <a:rPr lang="en-US" sz="2000" b="1" dirty="0">
                <a:solidFill>
                  <a:schemeClr val="accent6">
                    <a:lumMod val="60000"/>
                    <a:lumOff val="40000"/>
                  </a:schemeClr>
                </a:solidFill>
              </a:rPr>
              <a:t>significant difference between the population and observed means</a:t>
            </a:r>
            <a:r>
              <a:rPr lang="en-US" sz="2000" dirty="0">
                <a:solidFill>
                  <a:schemeClr val="accent6">
                    <a:lumMod val="60000"/>
                    <a:lumOff val="40000"/>
                  </a:schemeClr>
                </a:solidFill>
              </a:rPr>
              <a:t>, and</a:t>
            </a:r>
          </a:p>
          <a:p>
            <a:pPr marL="285750" indent="-285750">
              <a:buFontTx/>
              <a:buChar char="-"/>
            </a:pPr>
            <a:r>
              <a:rPr lang="en-US" sz="2000" dirty="0">
                <a:solidFill>
                  <a:schemeClr val="accent6">
                    <a:lumMod val="60000"/>
                    <a:lumOff val="40000"/>
                  </a:schemeClr>
                </a:solidFill>
              </a:rPr>
              <a:t>that the </a:t>
            </a:r>
            <a:r>
              <a:rPr lang="en-US" sz="2000" b="1" dirty="0">
                <a:solidFill>
                  <a:schemeClr val="accent6">
                    <a:lumMod val="60000"/>
                    <a:lumOff val="40000"/>
                  </a:schemeClr>
                </a:solidFill>
              </a:rPr>
              <a:t>null hypothesis should be rejected.</a:t>
            </a:r>
          </a:p>
          <a:p>
            <a:endParaRPr lang="en-US" sz="2000" b="1" dirty="0">
              <a:solidFill>
                <a:schemeClr val="accent6">
                  <a:lumMod val="60000"/>
                  <a:lumOff val="40000"/>
                </a:schemeClr>
              </a:solidFill>
            </a:endParaRPr>
          </a:p>
          <a:p>
            <a:r>
              <a:rPr lang="en-US" sz="2000" b="1" dirty="0">
                <a:solidFill>
                  <a:schemeClr val="accent6">
                    <a:lumMod val="60000"/>
                    <a:lumOff val="40000"/>
                  </a:schemeClr>
                </a:solidFill>
              </a:rPr>
              <a:t>The rejection region for the most part are towards the end of Normal distribution curve</a:t>
            </a: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A </a:t>
            </a:r>
            <a:r>
              <a:rPr lang="en-US" sz="2000" b="1" dirty="0">
                <a:solidFill>
                  <a:schemeClr val="accent6">
                    <a:lumMod val="60000"/>
                    <a:lumOff val="40000"/>
                  </a:schemeClr>
                </a:solidFill>
              </a:rPr>
              <a:t>one-tailed test </a:t>
            </a:r>
            <a:r>
              <a:rPr lang="en-US" sz="2000" dirty="0">
                <a:solidFill>
                  <a:schemeClr val="accent6">
                    <a:lumMod val="60000"/>
                    <a:lumOff val="40000"/>
                  </a:schemeClr>
                </a:solidFill>
              </a:rPr>
              <a:t>indicates that the null hypothesis should be rejected when the z test value is in the rejection region on one side of the mean.</a:t>
            </a:r>
          </a:p>
          <a:p>
            <a:r>
              <a:rPr lang="en-US" sz="2000" dirty="0">
                <a:solidFill>
                  <a:schemeClr val="accent6">
                    <a:lumMod val="60000"/>
                    <a:lumOff val="40000"/>
                  </a:schemeClr>
                </a:solidFill>
              </a:rPr>
              <a:t>A one-tailed test is either a </a:t>
            </a:r>
            <a:r>
              <a:rPr lang="en-US" sz="2000" b="1" dirty="0">
                <a:solidFill>
                  <a:schemeClr val="accent6">
                    <a:lumMod val="60000"/>
                    <a:lumOff val="40000"/>
                  </a:schemeClr>
                </a:solidFill>
              </a:rPr>
              <a:t>right-tailed test or a left-tailed test</a:t>
            </a:r>
            <a:r>
              <a:rPr lang="en-US" sz="2000" dirty="0">
                <a:solidFill>
                  <a:schemeClr val="accent6">
                    <a:lumMod val="60000"/>
                    <a:lumOff val="40000"/>
                  </a:schemeClr>
                </a:solidFill>
              </a:rPr>
              <a:t>, depending on the direction of the inequality of the alternative hypothesis.</a:t>
            </a:r>
          </a:p>
          <a:p>
            <a:endParaRPr lang="en-US" sz="2000" dirty="0">
              <a:solidFill>
                <a:schemeClr val="accent6">
                  <a:lumMod val="60000"/>
                  <a:lumOff val="40000"/>
                </a:schemeClr>
              </a:solidFill>
            </a:endParaRPr>
          </a:p>
          <a:p>
            <a:endParaRPr lang="en-US" sz="2000" dirty="0">
              <a:solidFill>
                <a:schemeClr val="accent6">
                  <a:lumMod val="60000"/>
                  <a:lumOff val="40000"/>
                </a:schemeClr>
              </a:solidFill>
            </a:endParaRPr>
          </a:p>
          <a:p>
            <a:r>
              <a:rPr lang="en-US" sz="2000" dirty="0">
                <a:solidFill>
                  <a:schemeClr val="accent6">
                    <a:lumMod val="60000"/>
                    <a:lumOff val="40000"/>
                  </a:schemeClr>
                </a:solidFill>
              </a:rPr>
              <a:t>In a </a:t>
            </a:r>
            <a:r>
              <a:rPr lang="en-US" sz="2000" b="1" dirty="0">
                <a:solidFill>
                  <a:schemeClr val="accent6">
                    <a:lumMod val="60000"/>
                    <a:lumOff val="40000"/>
                  </a:schemeClr>
                </a:solidFill>
              </a:rPr>
              <a:t>two-tailed test</a:t>
            </a:r>
            <a:r>
              <a:rPr lang="en-US" sz="2000" dirty="0">
                <a:solidFill>
                  <a:schemeClr val="accent6">
                    <a:lumMod val="60000"/>
                    <a:lumOff val="40000"/>
                  </a:schemeClr>
                </a:solidFill>
              </a:rPr>
              <a:t>, the null hypothesis should be rejected when the test value is in either of the two rejection regions.</a:t>
            </a:r>
          </a:p>
        </p:txBody>
      </p:sp>
      <p:pic>
        <p:nvPicPr>
          <p:cNvPr id="4" name="Picture 3">
            <a:extLst>
              <a:ext uri="{FF2B5EF4-FFF2-40B4-BE49-F238E27FC236}">
                <a16:creationId xmlns:a16="http://schemas.microsoft.com/office/drawing/2014/main" id="{FFEC4B56-16CF-4931-0A0B-A03AB0DD0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5716" y="590551"/>
            <a:ext cx="3360950" cy="1444242"/>
          </a:xfrm>
          <a:prstGeom prst="rect">
            <a:avLst/>
          </a:prstGeom>
        </p:spPr>
      </p:pic>
      <p:pic>
        <p:nvPicPr>
          <p:cNvPr id="5" name="Picture 4">
            <a:extLst>
              <a:ext uri="{FF2B5EF4-FFF2-40B4-BE49-F238E27FC236}">
                <a16:creationId xmlns:a16="http://schemas.microsoft.com/office/drawing/2014/main" id="{31A9B140-71C2-E261-9F96-836E2A8DAF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1920" y="2252053"/>
            <a:ext cx="3510030" cy="1908608"/>
          </a:xfrm>
          <a:prstGeom prst="rect">
            <a:avLst/>
          </a:prstGeom>
        </p:spPr>
      </p:pic>
      <p:pic>
        <p:nvPicPr>
          <p:cNvPr id="6" name="Picture 5">
            <a:extLst>
              <a:ext uri="{FF2B5EF4-FFF2-40B4-BE49-F238E27FC236}">
                <a16:creationId xmlns:a16="http://schemas.microsoft.com/office/drawing/2014/main" id="{61439489-A9F1-9B5C-80A5-15593E6EE3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1920" y="4685267"/>
            <a:ext cx="3510030" cy="1772683"/>
          </a:xfrm>
          <a:prstGeom prst="rect">
            <a:avLst/>
          </a:prstGeom>
        </p:spPr>
      </p:pic>
    </p:spTree>
    <p:extLst>
      <p:ext uri="{BB962C8B-B14F-4D97-AF65-F5344CB8AC3E}">
        <p14:creationId xmlns:p14="http://schemas.microsoft.com/office/powerpoint/2010/main" val="3599487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194F4D6-0115-F287-58B4-6491C468E9ED}"/>
              </a:ext>
            </a:extLst>
          </p:cNvPr>
          <p:cNvGraphicFramePr>
            <a:graphicFrameLocks noGrp="1"/>
          </p:cNvGraphicFramePr>
          <p:nvPr>
            <p:extLst>
              <p:ext uri="{D42A27DB-BD31-4B8C-83A1-F6EECF244321}">
                <p14:modId xmlns:p14="http://schemas.microsoft.com/office/powerpoint/2010/main" val="2282192906"/>
              </p:ext>
            </p:extLst>
          </p:nvPr>
        </p:nvGraphicFramePr>
        <p:xfrm>
          <a:off x="97917" y="1031367"/>
          <a:ext cx="7409307" cy="4982750"/>
        </p:xfrm>
        <a:graphic>
          <a:graphicData uri="http://schemas.openxmlformats.org/drawingml/2006/table">
            <a:tbl>
              <a:tblPr/>
              <a:tblGrid>
                <a:gridCol w="1474851">
                  <a:extLst>
                    <a:ext uri="{9D8B030D-6E8A-4147-A177-3AD203B41FA5}">
                      <a16:colId xmlns:a16="http://schemas.microsoft.com/office/drawing/2014/main" val="3793983248"/>
                    </a:ext>
                  </a:extLst>
                </a:gridCol>
                <a:gridCol w="1070061">
                  <a:extLst>
                    <a:ext uri="{9D8B030D-6E8A-4147-A177-3AD203B41FA5}">
                      <a16:colId xmlns:a16="http://schemas.microsoft.com/office/drawing/2014/main" val="3579566069"/>
                    </a:ext>
                  </a:extLst>
                </a:gridCol>
                <a:gridCol w="4864395">
                  <a:extLst>
                    <a:ext uri="{9D8B030D-6E8A-4147-A177-3AD203B41FA5}">
                      <a16:colId xmlns:a16="http://schemas.microsoft.com/office/drawing/2014/main" val="3358287707"/>
                    </a:ext>
                  </a:extLst>
                </a:gridCol>
              </a:tblGrid>
              <a:tr h="642982">
                <a:tc>
                  <a:txBody>
                    <a:bodyPr/>
                    <a:lstStyle/>
                    <a:p>
                      <a:pPr algn="ctr">
                        <a:buNone/>
                      </a:pPr>
                      <a:r>
                        <a:rPr lang="el-GR" sz="2000" b="1" dirty="0">
                          <a:solidFill>
                            <a:schemeClr val="accent6">
                              <a:lumMod val="40000"/>
                              <a:lumOff val="60000"/>
                            </a:schemeClr>
                          </a:solidFill>
                        </a:rPr>
                        <a:t>α</a:t>
                      </a:r>
                      <a:endParaRPr lang="en-US" sz="2000" b="1" dirty="0">
                        <a:solidFill>
                          <a:schemeClr val="accent6">
                            <a:lumMod val="40000"/>
                            <a:lumOff val="60000"/>
                          </a:schemeClr>
                        </a:solidFill>
                      </a:endParaRPr>
                    </a:p>
                    <a:p>
                      <a:pPr algn="ctr">
                        <a:buNone/>
                      </a:pPr>
                      <a:r>
                        <a:rPr lang="en-US" sz="2000" b="1" dirty="0">
                          <a:solidFill>
                            <a:schemeClr val="accent6">
                              <a:lumMod val="40000"/>
                              <a:lumOff val="60000"/>
                            </a:schemeClr>
                          </a:solidFill>
                        </a:rPr>
                        <a:t>significance 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a:solidFill>
                            <a:schemeClr val="accent6">
                              <a:lumMod val="40000"/>
                              <a:lumOff val="60000"/>
                            </a:schemeClr>
                          </a:solidFill>
                        </a:rPr>
                        <a:t>Test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b="1" dirty="0">
                          <a:solidFill>
                            <a:schemeClr val="accent6">
                              <a:lumMod val="40000"/>
                              <a:lumOff val="60000"/>
                            </a:schemeClr>
                          </a:solidFill>
                        </a:rPr>
                        <a:t>Critical z-value(s)</a:t>
                      </a:r>
                    </a:p>
                    <a:p>
                      <a:pPr algn="ctr">
                        <a:buNone/>
                      </a:pPr>
                      <a:r>
                        <a:rPr lang="en-US" sz="2000" b="1" dirty="0">
                          <a:solidFill>
                            <a:schemeClr val="accent6">
                              <a:lumMod val="40000"/>
                              <a:lumOff val="60000"/>
                            </a:schemeClr>
                          </a:solidFill>
                        </a:rPr>
                        <a:t>(Found from z-table)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212955"/>
                  </a:ext>
                </a:extLst>
              </a:tr>
              <a:tr h="642982">
                <a:tc>
                  <a:txBody>
                    <a:bodyPr/>
                    <a:lstStyle/>
                    <a:p>
                      <a:pPr algn="ctr">
                        <a:buNone/>
                      </a:pPr>
                      <a:r>
                        <a:rPr lang="en-US" sz="2000" b="1" dirty="0">
                          <a:solidFill>
                            <a:schemeClr val="accent4">
                              <a:lumMod val="40000"/>
                              <a:lumOff val="60000"/>
                            </a:schemeClr>
                          </a:solidFill>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4">
                              <a:lumMod val="40000"/>
                              <a:lumOff val="60000"/>
                            </a:schemeClr>
                          </a:solidFill>
                        </a:rPr>
                        <a:t>2-tailed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accent4">
                              <a:lumMod val="40000"/>
                              <a:lumOff val="60000"/>
                            </a:schemeClr>
                          </a:solidFill>
                        </a:rPr>
                        <a:t>±</a:t>
                      </a:r>
                      <a:r>
                        <a:rPr lang="en-US" sz="2000" dirty="0">
                          <a:solidFill>
                            <a:schemeClr val="accent4">
                              <a:lumMod val="40000"/>
                              <a:lumOff val="60000"/>
                            </a:schemeClr>
                          </a:solidFill>
                        </a:rPr>
                        <a:t> 1.645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092678"/>
                  </a:ext>
                </a:extLst>
              </a:tr>
              <a:tr h="642982">
                <a:tc>
                  <a:txBody>
                    <a:bodyPr/>
                    <a:lstStyle/>
                    <a:p>
                      <a:pPr algn="ctr">
                        <a:buNone/>
                      </a:pPr>
                      <a:r>
                        <a:rPr lang="en-US" sz="2000" b="1" dirty="0">
                          <a:solidFill>
                            <a:schemeClr val="accent4">
                              <a:lumMod val="40000"/>
                              <a:lumOff val="60000"/>
                            </a:schemeClr>
                          </a:solidFill>
                        </a:rPr>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4">
                              <a:lumMod val="40000"/>
                              <a:lumOff val="60000"/>
                            </a:schemeClr>
                          </a:solidFill>
                        </a:rPr>
                        <a:t>1-tailed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accent4">
                              <a:lumMod val="40000"/>
                              <a:lumOff val="60000"/>
                            </a:schemeClr>
                          </a:solidFill>
                        </a:rPr>
                        <a:t>±</a:t>
                      </a:r>
                      <a:r>
                        <a:rPr lang="en-US" sz="2000" dirty="0">
                          <a:solidFill>
                            <a:schemeClr val="accent4">
                              <a:lumMod val="40000"/>
                              <a:lumOff val="60000"/>
                            </a:schemeClr>
                          </a:solidFill>
                        </a:rPr>
                        <a:t>1.28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8500018"/>
                  </a:ext>
                </a:extLst>
              </a:tr>
              <a:tr h="642982">
                <a:tc>
                  <a:txBody>
                    <a:bodyPr/>
                    <a:lstStyle/>
                    <a:p>
                      <a:pPr algn="ctr">
                        <a:buNone/>
                      </a:pPr>
                      <a:r>
                        <a:rPr lang="en-US" sz="2000" b="1" dirty="0">
                          <a:solidFill>
                            <a:schemeClr val="tx1">
                              <a:lumMod val="95000"/>
                            </a:schemeClr>
                          </a:solidFill>
                        </a:rPr>
                        <a:t>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tx1">
                              <a:lumMod val="95000"/>
                            </a:schemeClr>
                          </a:solidFill>
                        </a:rPr>
                        <a:t>2-tailed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tx1">
                              <a:lumMod val="95000"/>
                            </a:schemeClr>
                          </a:solidFill>
                        </a:rPr>
                        <a:t>±</a:t>
                      </a:r>
                      <a:r>
                        <a:rPr lang="en-US" sz="2000" dirty="0">
                          <a:solidFill>
                            <a:schemeClr val="tx1">
                              <a:lumMod val="95000"/>
                            </a:schemeClr>
                          </a:solidFill>
                        </a:rPr>
                        <a:t>1.96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850832"/>
                  </a:ext>
                </a:extLst>
              </a:tr>
              <a:tr h="642982">
                <a:tc>
                  <a:txBody>
                    <a:bodyPr/>
                    <a:lstStyle/>
                    <a:p>
                      <a:pPr algn="ctr">
                        <a:buNone/>
                      </a:pPr>
                      <a:r>
                        <a:rPr lang="en-US" sz="2000" b="1" dirty="0">
                          <a:solidFill>
                            <a:schemeClr val="tx1">
                              <a:lumMod val="95000"/>
                            </a:schemeClr>
                          </a:solidFill>
                        </a:rPr>
                        <a:t>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tx1">
                              <a:lumMod val="95000"/>
                            </a:schemeClr>
                          </a:solidFill>
                        </a:rPr>
                        <a:t>1-tailed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400" dirty="0">
                          <a:solidFill>
                            <a:schemeClr val="tx1">
                              <a:lumMod val="95000"/>
                            </a:schemeClr>
                          </a:solidFill>
                        </a:rPr>
                        <a:t>±</a:t>
                      </a:r>
                      <a:r>
                        <a:rPr lang="en-US" sz="2000" dirty="0">
                          <a:solidFill>
                            <a:schemeClr val="tx1">
                              <a:lumMod val="95000"/>
                            </a:schemeClr>
                          </a:solidFill>
                        </a:rPr>
                        <a:t>1.645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7315014"/>
                  </a:ext>
                </a:extLst>
              </a:tr>
              <a:tr h="642982">
                <a:tc>
                  <a:txBody>
                    <a:bodyPr/>
                    <a:lstStyle/>
                    <a:p>
                      <a:pPr algn="ctr">
                        <a:buNone/>
                      </a:pPr>
                      <a:r>
                        <a:rPr lang="en-US" sz="2000" b="1" dirty="0">
                          <a:solidFill>
                            <a:schemeClr val="accent5">
                              <a:lumMod val="60000"/>
                              <a:lumOff val="40000"/>
                            </a:schemeClr>
                          </a:solidFill>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2-tailed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±2.576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0173062"/>
                  </a:ext>
                </a:extLst>
              </a:tr>
              <a:tr h="642982">
                <a:tc>
                  <a:txBody>
                    <a:bodyPr/>
                    <a:lstStyle/>
                    <a:p>
                      <a:pPr algn="ctr">
                        <a:buNone/>
                      </a:pPr>
                      <a:r>
                        <a:rPr lang="en-US" sz="2000" b="1" dirty="0">
                          <a:solidFill>
                            <a:schemeClr val="accent5">
                              <a:lumMod val="60000"/>
                              <a:lumOff val="40000"/>
                            </a:schemeClr>
                          </a:solidFill>
                        </a:rPr>
                        <a:t>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1-tailed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2000" dirty="0">
                          <a:solidFill>
                            <a:schemeClr val="accent5">
                              <a:lumMod val="60000"/>
                              <a:lumOff val="40000"/>
                            </a:schemeClr>
                          </a:solidFill>
                        </a:rPr>
                        <a:t>±2.33 (+ for Right Tailed and – for Left 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7478652"/>
                  </a:ext>
                </a:extLst>
              </a:tr>
            </a:tbl>
          </a:graphicData>
        </a:graphic>
      </p:graphicFrame>
      <p:pic>
        <p:nvPicPr>
          <p:cNvPr id="2" name="Picture 1">
            <a:extLst>
              <a:ext uri="{FF2B5EF4-FFF2-40B4-BE49-F238E27FC236}">
                <a16:creationId xmlns:a16="http://schemas.microsoft.com/office/drawing/2014/main" id="{2EB7AA9F-1344-27E2-11E7-4CF17D605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9930" y="219456"/>
            <a:ext cx="4268870" cy="1834387"/>
          </a:xfrm>
          <a:prstGeom prst="rect">
            <a:avLst/>
          </a:prstGeom>
        </p:spPr>
      </p:pic>
      <p:pic>
        <p:nvPicPr>
          <p:cNvPr id="3" name="Picture 2">
            <a:extLst>
              <a:ext uri="{FF2B5EF4-FFF2-40B4-BE49-F238E27FC236}">
                <a16:creationId xmlns:a16="http://schemas.microsoft.com/office/drawing/2014/main" id="{B076481A-C187-3F41-0444-DD768D033A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0537" y="2050518"/>
            <a:ext cx="4268870" cy="2321234"/>
          </a:xfrm>
          <a:prstGeom prst="rect">
            <a:avLst/>
          </a:prstGeom>
        </p:spPr>
      </p:pic>
      <p:pic>
        <p:nvPicPr>
          <p:cNvPr id="5" name="Picture 4">
            <a:extLst>
              <a:ext uri="{FF2B5EF4-FFF2-40B4-BE49-F238E27FC236}">
                <a16:creationId xmlns:a16="http://schemas.microsoft.com/office/drawing/2014/main" id="{6AA308E6-6AC0-AAA2-A797-11C2EDF830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35860" y="4371752"/>
            <a:ext cx="4458224" cy="2251553"/>
          </a:xfrm>
          <a:prstGeom prst="rect">
            <a:avLst/>
          </a:prstGeom>
        </p:spPr>
      </p:pic>
      <p:sp>
        <p:nvSpPr>
          <p:cNvPr id="6" name="TextBox 5">
            <a:extLst>
              <a:ext uri="{FF2B5EF4-FFF2-40B4-BE49-F238E27FC236}">
                <a16:creationId xmlns:a16="http://schemas.microsoft.com/office/drawing/2014/main" id="{810F00A2-B555-3BE9-478D-92679AD53DDB}"/>
              </a:ext>
            </a:extLst>
          </p:cNvPr>
          <p:cNvSpPr txBox="1"/>
          <p:nvPr/>
        </p:nvSpPr>
        <p:spPr>
          <a:xfrm>
            <a:off x="1847088" y="429768"/>
            <a:ext cx="4418967" cy="369332"/>
          </a:xfrm>
          <a:prstGeom prst="rect">
            <a:avLst/>
          </a:prstGeom>
          <a:noFill/>
        </p:spPr>
        <p:txBody>
          <a:bodyPr wrap="none" rtlCol="0">
            <a:spAutoFit/>
          </a:bodyPr>
          <a:lstStyle/>
          <a:p>
            <a:r>
              <a:rPr lang="en-US" u="sng" dirty="0">
                <a:solidFill>
                  <a:schemeClr val="accent6">
                    <a:lumMod val="40000"/>
                    <a:lumOff val="60000"/>
                  </a:schemeClr>
                </a:solidFill>
              </a:rPr>
              <a:t>Table to find critical value for few common </a:t>
            </a:r>
            <a:r>
              <a:rPr lang="el-GR" b="1" u="sng" dirty="0">
                <a:solidFill>
                  <a:schemeClr val="accent6">
                    <a:lumMod val="40000"/>
                    <a:lumOff val="60000"/>
                  </a:schemeClr>
                </a:solidFill>
              </a:rPr>
              <a:t>α</a:t>
            </a:r>
            <a:r>
              <a:rPr lang="en-US" u="sng" dirty="0">
                <a:solidFill>
                  <a:schemeClr val="accent6">
                    <a:lumMod val="40000"/>
                    <a:lumOff val="60000"/>
                  </a:schemeClr>
                </a:solidFill>
              </a:rPr>
              <a:t> </a:t>
            </a:r>
          </a:p>
        </p:txBody>
      </p:sp>
    </p:spTree>
    <p:extLst>
      <p:ext uri="{BB962C8B-B14F-4D97-AF65-F5344CB8AC3E}">
        <p14:creationId xmlns:p14="http://schemas.microsoft.com/office/powerpoint/2010/main" val="316473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EA692A9-D2C1-2C03-55AB-F3ED86EA5E0A}"/>
              </a:ext>
            </a:extLst>
          </p:cNvPr>
          <p:cNvSpPr txBox="1"/>
          <p:nvPr/>
        </p:nvSpPr>
        <p:spPr>
          <a:xfrm>
            <a:off x="190500" y="166592"/>
            <a:ext cx="7503449" cy="2862322"/>
          </a:xfrm>
          <a:prstGeom prst="rect">
            <a:avLst/>
          </a:prstGeom>
          <a:noFill/>
        </p:spPr>
        <p:txBody>
          <a:bodyPr wrap="square">
            <a:spAutoFit/>
          </a:bodyPr>
          <a:lstStyle/>
          <a:p>
            <a:r>
              <a:rPr lang="en-US" sz="2000" dirty="0">
                <a:solidFill>
                  <a:schemeClr val="accent6">
                    <a:lumMod val="40000"/>
                    <a:lumOff val="60000"/>
                  </a:schemeClr>
                </a:solidFill>
              </a:rPr>
              <a:t>Steps for solving hypothesis-testing problems</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Preliminary: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Make sure that </a:t>
            </a:r>
            <a:r>
              <a:rPr lang="en-US" sz="2000" b="1" dirty="0">
                <a:solidFill>
                  <a:schemeClr val="accent6">
                    <a:lumMod val="40000"/>
                    <a:lumOff val="60000"/>
                  </a:schemeClr>
                </a:solidFill>
              </a:rPr>
              <a:t>2 assumptions for the z test for a mean when </a:t>
            </a:r>
            <a:r>
              <a:rPr lang="el-GR" sz="2000" b="1" dirty="0">
                <a:solidFill>
                  <a:schemeClr val="accent6">
                    <a:lumMod val="40000"/>
                    <a:lumOff val="60000"/>
                  </a:schemeClr>
                </a:solidFill>
              </a:rPr>
              <a:t>σ</a:t>
            </a:r>
            <a:r>
              <a:rPr lang="en-US" sz="2000" b="1" dirty="0">
                <a:solidFill>
                  <a:schemeClr val="accent6">
                    <a:lumMod val="40000"/>
                    <a:lumOff val="60000"/>
                  </a:schemeClr>
                </a:solidFill>
              </a:rPr>
              <a:t> Is known are satisfied before proceeding:</a:t>
            </a:r>
          </a:p>
          <a:p>
            <a:r>
              <a:rPr lang="en-US" sz="2000" dirty="0">
                <a:solidFill>
                  <a:schemeClr val="accent6">
                    <a:lumMod val="40000"/>
                    <a:lumOff val="60000"/>
                  </a:schemeClr>
                </a:solidFill>
              </a:rPr>
              <a:t>1. The sample is a </a:t>
            </a:r>
            <a:r>
              <a:rPr lang="en-US" sz="2000" b="1" dirty="0">
                <a:solidFill>
                  <a:schemeClr val="accent4">
                    <a:lumMod val="40000"/>
                    <a:lumOff val="60000"/>
                  </a:schemeClr>
                </a:solidFill>
              </a:rPr>
              <a:t>random sample.</a:t>
            </a:r>
            <a:r>
              <a:rPr lang="en-US" sz="2000" dirty="0">
                <a:solidFill>
                  <a:schemeClr val="accent4">
                    <a:lumMod val="40000"/>
                    <a:lumOff val="60000"/>
                  </a:schemeClr>
                </a:solidFill>
              </a:rPr>
              <a:t> </a:t>
            </a:r>
          </a:p>
          <a:p>
            <a:r>
              <a:rPr lang="en-US" sz="2000" dirty="0">
                <a:solidFill>
                  <a:schemeClr val="accent6">
                    <a:lumMod val="40000"/>
                    <a:lumOff val="60000"/>
                  </a:schemeClr>
                </a:solidFill>
              </a:rPr>
              <a:t>2. Either </a:t>
            </a:r>
            <a:r>
              <a:rPr lang="en-US" sz="2000" b="1" dirty="0">
                <a:solidFill>
                  <a:schemeClr val="accent4">
                    <a:lumMod val="40000"/>
                    <a:lumOff val="60000"/>
                  </a:schemeClr>
                </a:solidFill>
              </a:rPr>
              <a:t>n &gt; 30</a:t>
            </a:r>
            <a:r>
              <a:rPr lang="en-US" sz="2000" dirty="0">
                <a:solidFill>
                  <a:schemeClr val="accent6">
                    <a:lumMod val="40000"/>
                    <a:lumOff val="60000"/>
                  </a:schemeClr>
                </a:solidFill>
              </a:rPr>
              <a:t> or the </a:t>
            </a:r>
            <a:r>
              <a:rPr lang="en-US" sz="2000" b="1" dirty="0">
                <a:solidFill>
                  <a:schemeClr val="accent4">
                    <a:lumMod val="40000"/>
                    <a:lumOff val="60000"/>
                  </a:schemeClr>
                </a:solidFill>
              </a:rPr>
              <a:t>population is normally distributed when n  &lt; 30</a:t>
            </a:r>
            <a:r>
              <a:rPr lang="en-US" sz="2000" dirty="0">
                <a:solidFill>
                  <a:schemeClr val="accent4">
                    <a:lumMod val="40000"/>
                    <a:lumOff val="60000"/>
                  </a:schemeClr>
                </a:solidFill>
              </a:rPr>
              <a:t>.</a:t>
            </a:r>
          </a:p>
        </p:txBody>
      </p:sp>
      <p:pic>
        <p:nvPicPr>
          <p:cNvPr id="4" name="Picture 3">
            <a:extLst>
              <a:ext uri="{FF2B5EF4-FFF2-40B4-BE49-F238E27FC236}">
                <a16:creationId xmlns:a16="http://schemas.microsoft.com/office/drawing/2014/main" id="{792FDA3A-C073-42CB-90A1-4571A4CB38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3949" y="169424"/>
            <a:ext cx="4153315" cy="1784731"/>
          </a:xfrm>
          <a:prstGeom prst="rect">
            <a:avLst/>
          </a:prstGeom>
        </p:spPr>
      </p:pic>
      <p:pic>
        <p:nvPicPr>
          <p:cNvPr id="10" name="Picture 9">
            <a:extLst>
              <a:ext uri="{FF2B5EF4-FFF2-40B4-BE49-F238E27FC236}">
                <a16:creationId xmlns:a16="http://schemas.microsoft.com/office/drawing/2014/main" id="{86024531-0990-5281-5DD8-F601266F0A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949" y="2205659"/>
            <a:ext cx="4050791" cy="2202652"/>
          </a:xfrm>
          <a:prstGeom prst="rect">
            <a:avLst/>
          </a:prstGeom>
        </p:spPr>
      </p:pic>
      <p:pic>
        <p:nvPicPr>
          <p:cNvPr id="12" name="Picture 11">
            <a:extLst>
              <a:ext uri="{FF2B5EF4-FFF2-40B4-BE49-F238E27FC236}">
                <a16:creationId xmlns:a16="http://schemas.microsoft.com/office/drawing/2014/main" id="{6A00EE34-AF7B-5603-CC6C-FD4CE62ABF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3949" y="4659815"/>
            <a:ext cx="4050791" cy="2045785"/>
          </a:xfrm>
          <a:prstGeom prst="rect">
            <a:avLst/>
          </a:prstGeom>
        </p:spPr>
      </p:pic>
      <p:pic>
        <p:nvPicPr>
          <p:cNvPr id="2" name="Picture 1">
            <a:extLst>
              <a:ext uri="{FF2B5EF4-FFF2-40B4-BE49-F238E27FC236}">
                <a16:creationId xmlns:a16="http://schemas.microsoft.com/office/drawing/2014/main" id="{03EC6C93-6427-662B-EBD3-413B9D41BE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28886" y="3624949"/>
            <a:ext cx="1934228" cy="952003"/>
          </a:xfrm>
          <a:prstGeom prst="rect">
            <a:avLst/>
          </a:prstGeom>
        </p:spPr>
      </p:pic>
    </p:spTree>
    <p:extLst>
      <p:ext uri="{BB962C8B-B14F-4D97-AF65-F5344CB8AC3E}">
        <p14:creationId xmlns:p14="http://schemas.microsoft.com/office/powerpoint/2010/main" val="3196722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712C6-2A63-1887-F13A-BDCB897ECB4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85C3D4C-9887-5A0E-7CA9-F4F50401B63B}"/>
                  </a:ext>
                </a:extLst>
              </p:cNvPr>
              <p:cNvSpPr txBox="1"/>
              <p:nvPr/>
            </p:nvSpPr>
            <p:spPr>
              <a:xfrm>
                <a:off x="190500" y="102584"/>
                <a:ext cx="7503449" cy="6001643"/>
              </a:xfrm>
              <a:prstGeom prst="rect">
                <a:avLst/>
              </a:prstGeom>
              <a:noFill/>
            </p:spPr>
            <p:txBody>
              <a:bodyPr wrap="square">
                <a:spAutoFit/>
              </a:bodyPr>
              <a:lstStyle/>
              <a:p>
                <a:r>
                  <a:rPr lang="en-US" sz="2400" dirty="0">
                    <a:solidFill>
                      <a:schemeClr val="accent6">
                        <a:lumMod val="40000"/>
                        <a:lumOff val="60000"/>
                      </a:schemeClr>
                    </a:solidFill>
                  </a:rPr>
                  <a:t>Steps for solving hypothesis-testing problems</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1) </a:t>
                </a:r>
              </a:p>
              <a:p>
                <a:r>
                  <a:rPr lang="en-US" sz="2400" dirty="0">
                    <a:solidFill>
                      <a:schemeClr val="accent6">
                        <a:lumMod val="40000"/>
                        <a:lumOff val="60000"/>
                      </a:schemeClr>
                    </a:solidFill>
                  </a:rPr>
                  <a:t>State the hypothesis (H0,H1) and identify the claim. </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2) </a:t>
                </a:r>
              </a:p>
              <a:p>
                <a:r>
                  <a:rPr lang="en-US" sz="2400" dirty="0">
                    <a:solidFill>
                      <a:schemeClr val="accent6">
                        <a:lumMod val="40000"/>
                        <a:lumOff val="60000"/>
                      </a:schemeClr>
                    </a:solidFill>
                  </a:rPr>
                  <a:t>Find the </a:t>
                </a:r>
                <a:r>
                  <a:rPr lang="en-US" sz="2400" b="1" dirty="0">
                    <a:solidFill>
                      <a:schemeClr val="accent6">
                        <a:lumMod val="40000"/>
                        <a:lumOff val="60000"/>
                      </a:schemeClr>
                    </a:solidFill>
                  </a:rPr>
                  <a:t>critical value</a:t>
                </a:r>
                <a:r>
                  <a:rPr lang="en-US" sz="2400" dirty="0">
                    <a:solidFill>
                      <a:schemeClr val="accent6">
                        <a:lumMod val="40000"/>
                        <a:lumOff val="60000"/>
                      </a:schemeClr>
                    </a:solidFill>
                  </a:rPr>
                  <a:t>(s) from the z-table using significance level </a:t>
                </a:r>
                <a:r>
                  <a:rPr lang="el-GR" sz="2400" dirty="0">
                    <a:solidFill>
                      <a:schemeClr val="accent6">
                        <a:lumMod val="40000"/>
                        <a:lumOff val="60000"/>
                      </a:schemeClr>
                    </a:solidFill>
                  </a:rPr>
                  <a:t>α</a:t>
                </a:r>
                <a:r>
                  <a:rPr lang="en-US" sz="2400" dirty="0">
                    <a:solidFill>
                      <a:schemeClr val="accent6">
                        <a:lumMod val="40000"/>
                        <a:lumOff val="60000"/>
                      </a:schemeClr>
                    </a:solidFill>
                  </a:rPr>
                  <a:t>.</a:t>
                </a:r>
              </a:p>
              <a:p>
                <a:r>
                  <a:rPr lang="en-US" sz="2400" dirty="0">
                    <a:solidFill>
                      <a:schemeClr val="accent6">
                        <a:lumMod val="40000"/>
                        <a:lumOff val="60000"/>
                      </a:schemeClr>
                    </a:solidFill>
                  </a:rPr>
                  <a:t>For most part </a:t>
                </a:r>
                <a:r>
                  <a:rPr lang="el-GR" sz="2400" dirty="0">
                    <a:solidFill>
                      <a:schemeClr val="accent6">
                        <a:lumMod val="40000"/>
                        <a:lumOff val="60000"/>
                      </a:schemeClr>
                    </a:solidFill>
                  </a:rPr>
                  <a:t>α</a:t>
                </a:r>
                <a:r>
                  <a:rPr lang="en-US" sz="2400" dirty="0">
                    <a:solidFill>
                      <a:schemeClr val="accent6">
                        <a:lumMod val="40000"/>
                        <a:lumOff val="60000"/>
                      </a:schemeClr>
                    </a:solidFill>
                  </a:rPr>
                  <a:t> = 0.10, 0.05 or 0.01</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3) </a:t>
                </a:r>
              </a:p>
              <a:p>
                <a:r>
                  <a:rPr lang="en-US" sz="2400" dirty="0">
                    <a:solidFill>
                      <a:schemeClr val="accent6">
                        <a:lumMod val="40000"/>
                        <a:lumOff val="60000"/>
                      </a:schemeClr>
                    </a:solidFill>
                  </a:rPr>
                  <a:t>Compute the </a:t>
                </a:r>
                <a:r>
                  <a:rPr lang="en-US" sz="2400" b="1" dirty="0">
                    <a:solidFill>
                      <a:schemeClr val="accent6">
                        <a:lumMod val="40000"/>
                        <a:lumOff val="60000"/>
                      </a:schemeClr>
                    </a:solidFill>
                  </a:rPr>
                  <a:t>z-value (AKA test value):</a:t>
                </a:r>
              </a:p>
              <a:p>
                <a14:m>
                  <m:oMath xmlns:m="http://schemas.openxmlformats.org/officeDocument/2006/math">
                    <m:acc>
                      <m:accPr>
                        <m:chr m:val="̅"/>
                        <m:ctrlPr>
                          <a:rPr lang="en-US" sz="2400" i="1" dirty="0">
                            <a:solidFill>
                              <a:schemeClr val="accent6">
                                <a:lumMod val="40000"/>
                                <a:lumOff val="60000"/>
                              </a:schemeClr>
                            </a:solidFill>
                            <a:latin typeface="Cambria Math" panose="02040503050406030204" pitchFamily="18" charset="0"/>
                          </a:rPr>
                        </m:ctrlPr>
                      </m:accPr>
                      <m:e>
                        <m:r>
                          <a:rPr lang="en-US" sz="2400" i="1" dirty="0">
                            <a:solidFill>
                              <a:schemeClr val="accent6">
                                <a:lumMod val="40000"/>
                                <a:lumOff val="60000"/>
                              </a:schemeClr>
                            </a:solidFill>
                            <a:latin typeface="Cambria Math" panose="02040503050406030204" pitchFamily="18" charset="0"/>
                          </a:rPr>
                          <m:t>𝑋</m:t>
                        </m:r>
                      </m:e>
                    </m:acc>
                    <m:r>
                      <a:rPr lang="en-US" sz="2400" i="1" dirty="0">
                        <a:solidFill>
                          <a:schemeClr val="accent6">
                            <a:lumMod val="40000"/>
                            <a:lumOff val="60000"/>
                          </a:schemeClr>
                        </a:solidFill>
                        <a:latin typeface="Cambria Math" panose="02040503050406030204" pitchFamily="18" charset="0"/>
                      </a:rPr>
                      <m:t> </m:t>
                    </m:r>
                  </m:oMath>
                </a14:m>
                <a:r>
                  <a:rPr lang="en-US" sz="2400" dirty="0">
                    <a:solidFill>
                      <a:schemeClr val="accent6">
                        <a:lumMod val="40000"/>
                        <a:lumOff val="60000"/>
                      </a:schemeClr>
                    </a:solidFill>
                  </a:rPr>
                  <a:t> = </a:t>
                </a:r>
                <a:r>
                  <a:rPr lang="en-US" sz="2400" b="1" dirty="0">
                    <a:solidFill>
                      <a:schemeClr val="accent6">
                        <a:lumMod val="40000"/>
                        <a:lumOff val="60000"/>
                      </a:schemeClr>
                    </a:solidFill>
                  </a:rPr>
                  <a:t>sample</a:t>
                </a:r>
                <a:r>
                  <a:rPr lang="en-US" sz="2400" dirty="0">
                    <a:solidFill>
                      <a:schemeClr val="accent6">
                        <a:lumMod val="40000"/>
                        <a:lumOff val="60000"/>
                      </a:schemeClr>
                    </a:solidFill>
                  </a:rPr>
                  <a:t> mean (not the population  mean)</a:t>
                </a:r>
              </a:p>
              <a:p>
                <a:r>
                  <a:rPr lang="el-GR" sz="2400" dirty="0">
                    <a:solidFill>
                      <a:schemeClr val="accent6">
                        <a:lumMod val="40000"/>
                        <a:lumOff val="60000"/>
                      </a:schemeClr>
                    </a:solidFill>
                  </a:rPr>
                  <a:t>μ</a:t>
                </a:r>
                <a:r>
                  <a:rPr lang="en-US" sz="2400" dirty="0">
                    <a:solidFill>
                      <a:schemeClr val="accent6">
                        <a:lumMod val="40000"/>
                        <a:lumOff val="60000"/>
                      </a:schemeClr>
                    </a:solidFill>
                  </a:rPr>
                  <a:t> = </a:t>
                </a:r>
                <a:r>
                  <a:rPr lang="en-US" sz="2400" b="1" dirty="0">
                    <a:solidFill>
                      <a:schemeClr val="accent6">
                        <a:lumMod val="40000"/>
                        <a:lumOff val="60000"/>
                      </a:schemeClr>
                    </a:solidFill>
                  </a:rPr>
                  <a:t>hypothesized</a:t>
                </a:r>
                <a:r>
                  <a:rPr lang="en-US" sz="2400" dirty="0">
                    <a:solidFill>
                      <a:schemeClr val="accent6">
                        <a:lumMod val="40000"/>
                        <a:lumOff val="60000"/>
                      </a:schemeClr>
                    </a:solidFill>
                  </a:rPr>
                  <a:t> population mean </a:t>
                </a:r>
              </a:p>
              <a:p>
                <a:r>
                  <a:rPr lang="el-GR" sz="2400" dirty="0">
                    <a:solidFill>
                      <a:schemeClr val="accent6">
                        <a:lumMod val="40000"/>
                        <a:lumOff val="60000"/>
                      </a:schemeClr>
                    </a:solidFill>
                  </a:rPr>
                  <a:t>σ</a:t>
                </a:r>
                <a:r>
                  <a:rPr lang="en-US" sz="2400" dirty="0">
                    <a:solidFill>
                      <a:schemeClr val="accent6">
                        <a:lumMod val="40000"/>
                        <a:lumOff val="60000"/>
                      </a:schemeClr>
                    </a:solidFill>
                  </a:rPr>
                  <a:t> = </a:t>
                </a:r>
                <a:r>
                  <a:rPr lang="en-US" sz="2400" b="1" dirty="0">
                    <a:solidFill>
                      <a:schemeClr val="accent6">
                        <a:lumMod val="40000"/>
                        <a:lumOff val="60000"/>
                      </a:schemeClr>
                    </a:solidFill>
                  </a:rPr>
                  <a:t>population</a:t>
                </a:r>
                <a:r>
                  <a:rPr lang="en-US" sz="2400" dirty="0">
                    <a:solidFill>
                      <a:schemeClr val="accent6">
                        <a:lumMod val="40000"/>
                        <a:lumOff val="60000"/>
                      </a:schemeClr>
                    </a:solidFill>
                  </a:rPr>
                  <a:t> standard deviation </a:t>
                </a:r>
              </a:p>
              <a:p>
                <a:r>
                  <a:rPr lang="en-US" sz="2400" dirty="0">
                    <a:solidFill>
                      <a:schemeClr val="accent6">
                        <a:lumMod val="40000"/>
                        <a:lumOff val="60000"/>
                      </a:schemeClr>
                    </a:solidFill>
                  </a:rPr>
                  <a:t>n = sample size</a:t>
                </a:r>
              </a:p>
            </p:txBody>
          </p:sp>
        </mc:Choice>
        <mc:Fallback xmlns="">
          <p:sp>
            <p:nvSpPr>
              <p:cNvPr id="5" name="TextBox 4">
                <a:extLst>
                  <a:ext uri="{FF2B5EF4-FFF2-40B4-BE49-F238E27FC236}">
                    <a16:creationId xmlns:a16="http://schemas.microsoft.com/office/drawing/2014/main" id="{A85C3D4C-9887-5A0E-7CA9-F4F50401B63B}"/>
                  </a:ext>
                </a:extLst>
              </p:cNvPr>
              <p:cNvSpPr txBox="1">
                <a:spLocks noRot="1" noChangeAspect="1" noMove="1" noResize="1" noEditPoints="1" noAdjustHandles="1" noChangeArrowheads="1" noChangeShapeType="1" noTextEdit="1"/>
              </p:cNvSpPr>
              <p:nvPr/>
            </p:nvSpPr>
            <p:spPr>
              <a:xfrm>
                <a:off x="190500" y="102584"/>
                <a:ext cx="7503449" cy="6001643"/>
              </a:xfrm>
              <a:prstGeom prst="rect">
                <a:avLst/>
              </a:prstGeom>
              <a:blipFill>
                <a:blip r:embed="rId2"/>
                <a:stretch>
                  <a:fillRect l="-1219" t="-813" r="-1462" b="-142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9AE9C28-24DE-2A70-255A-6EAB61D99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949" y="169424"/>
            <a:ext cx="4153315" cy="1784731"/>
          </a:xfrm>
          <a:prstGeom prst="rect">
            <a:avLst/>
          </a:prstGeom>
        </p:spPr>
      </p:pic>
      <p:pic>
        <p:nvPicPr>
          <p:cNvPr id="10" name="Picture 9">
            <a:extLst>
              <a:ext uri="{FF2B5EF4-FFF2-40B4-BE49-F238E27FC236}">
                <a16:creationId xmlns:a16="http://schemas.microsoft.com/office/drawing/2014/main" id="{B9724250-7E60-4F56-A63D-D8E6784B8F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3949" y="2205659"/>
            <a:ext cx="4050791" cy="2202652"/>
          </a:xfrm>
          <a:prstGeom prst="rect">
            <a:avLst/>
          </a:prstGeom>
        </p:spPr>
      </p:pic>
      <p:pic>
        <p:nvPicPr>
          <p:cNvPr id="12" name="Picture 11">
            <a:extLst>
              <a:ext uri="{FF2B5EF4-FFF2-40B4-BE49-F238E27FC236}">
                <a16:creationId xmlns:a16="http://schemas.microsoft.com/office/drawing/2014/main" id="{F66E8190-9C13-8D41-5DFB-D35CAD868A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3949" y="4659815"/>
            <a:ext cx="4050791" cy="2045785"/>
          </a:xfrm>
          <a:prstGeom prst="rect">
            <a:avLst/>
          </a:prstGeom>
        </p:spPr>
      </p:pic>
      <p:pic>
        <p:nvPicPr>
          <p:cNvPr id="2" name="Picture 1">
            <a:extLst>
              <a:ext uri="{FF2B5EF4-FFF2-40B4-BE49-F238E27FC236}">
                <a16:creationId xmlns:a16="http://schemas.microsoft.com/office/drawing/2014/main" id="{20960C81-2E91-812D-A4B3-D597CF8F1E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96696" y="5212080"/>
            <a:ext cx="2341906" cy="1152657"/>
          </a:xfrm>
          <a:prstGeom prst="rect">
            <a:avLst/>
          </a:prstGeom>
        </p:spPr>
      </p:pic>
    </p:spTree>
    <p:extLst>
      <p:ext uri="{BB962C8B-B14F-4D97-AF65-F5344CB8AC3E}">
        <p14:creationId xmlns:p14="http://schemas.microsoft.com/office/powerpoint/2010/main" val="1151302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E8BD2-86DF-0FEF-BD68-29F2D18FE5A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D874A77-5B53-94DD-8731-21F8AEEDB71F}"/>
              </a:ext>
            </a:extLst>
          </p:cNvPr>
          <p:cNvSpPr txBox="1"/>
          <p:nvPr/>
        </p:nvSpPr>
        <p:spPr>
          <a:xfrm>
            <a:off x="190500" y="102584"/>
            <a:ext cx="7746492" cy="6370975"/>
          </a:xfrm>
          <a:prstGeom prst="rect">
            <a:avLst/>
          </a:prstGeom>
          <a:noFill/>
        </p:spPr>
        <p:txBody>
          <a:bodyPr wrap="square">
            <a:spAutoFit/>
          </a:bodyPr>
          <a:lstStyle/>
          <a:p>
            <a:r>
              <a:rPr lang="en-US" sz="2400" dirty="0">
                <a:solidFill>
                  <a:schemeClr val="accent6">
                    <a:lumMod val="40000"/>
                    <a:lumOff val="60000"/>
                  </a:schemeClr>
                </a:solidFill>
              </a:rPr>
              <a:t>Steps for solving hypothesis-testing problems</a:t>
            </a:r>
          </a:p>
          <a:p>
            <a:endParaRPr lang="en-US" sz="2400" dirty="0">
              <a:solidFill>
                <a:schemeClr val="accent6">
                  <a:lumMod val="40000"/>
                  <a:lumOff val="60000"/>
                </a:schemeClr>
              </a:solidFill>
            </a:endParaRPr>
          </a:p>
          <a:p>
            <a:r>
              <a:rPr lang="en-US" sz="2400" b="1" dirty="0">
                <a:solidFill>
                  <a:schemeClr val="accent6">
                    <a:lumMod val="40000"/>
                    <a:lumOff val="60000"/>
                  </a:schemeClr>
                </a:solidFill>
              </a:rPr>
              <a:t>Step 4) </a:t>
            </a:r>
          </a:p>
          <a:p>
            <a:r>
              <a:rPr lang="en-US" sz="2400" dirty="0">
                <a:solidFill>
                  <a:schemeClr val="accent6">
                    <a:lumMod val="40000"/>
                    <a:lumOff val="60000"/>
                  </a:schemeClr>
                </a:solidFill>
              </a:rPr>
              <a:t>Make the decision to reject or not reject the null hypothesis.</a:t>
            </a:r>
          </a:p>
          <a:p>
            <a:pPr marL="342900" indent="-342900">
              <a:buAutoNum type="alphaLcParenR"/>
            </a:pPr>
            <a:endParaRPr lang="en-US" sz="2400" b="1" dirty="0">
              <a:solidFill>
                <a:schemeClr val="accent6">
                  <a:lumMod val="40000"/>
                  <a:lumOff val="60000"/>
                </a:schemeClr>
              </a:solidFill>
            </a:endParaRPr>
          </a:p>
          <a:p>
            <a:pPr marL="342900" indent="-342900">
              <a:buAutoNum type="alphaLcParenR"/>
            </a:pPr>
            <a:r>
              <a:rPr lang="en-US" sz="2400" b="1" dirty="0">
                <a:solidFill>
                  <a:schemeClr val="accent6">
                    <a:lumMod val="40000"/>
                    <a:lumOff val="60000"/>
                  </a:schemeClr>
                </a:solidFill>
              </a:rPr>
              <a:t>Right-tailed test:</a:t>
            </a:r>
            <a:r>
              <a:rPr lang="en-US" sz="2400" dirty="0">
                <a:solidFill>
                  <a:schemeClr val="accent6">
                    <a:lumMod val="40000"/>
                    <a:lumOff val="60000"/>
                  </a:schemeClr>
                </a:solidFill>
              </a:rPr>
              <a:t> if z-value &gt; critical value, reject the null hypothesis H0</a:t>
            </a:r>
          </a:p>
          <a:p>
            <a:pPr marL="342900" indent="-342900">
              <a:buAutoNum type="alphaLcParenR"/>
            </a:pPr>
            <a:endParaRPr lang="en-US" sz="2400" dirty="0">
              <a:solidFill>
                <a:schemeClr val="accent6">
                  <a:lumMod val="40000"/>
                  <a:lumOff val="60000"/>
                </a:schemeClr>
              </a:solidFill>
            </a:endParaRPr>
          </a:p>
          <a:p>
            <a:pPr marL="342900" indent="-342900">
              <a:buFontTx/>
              <a:buAutoNum type="alphaLcParenR"/>
            </a:pPr>
            <a:r>
              <a:rPr lang="en-US" sz="2400" b="1" dirty="0">
                <a:solidFill>
                  <a:schemeClr val="accent6">
                    <a:lumMod val="40000"/>
                    <a:lumOff val="60000"/>
                  </a:schemeClr>
                </a:solidFill>
              </a:rPr>
              <a:t>Left-tailed test:</a:t>
            </a:r>
            <a:r>
              <a:rPr lang="en-US" sz="2400" dirty="0">
                <a:solidFill>
                  <a:schemeClr val="accent6">
                    <a:lumMod val="40000"/>
                    <a:lumOff val="60000"/>
                  </a:schemeClr>
                </a:solidFill>
              </a:rPr>
              <a:t>    if z-value &lt; critical value, reject the null hypothesis H0</a:t>
            </a:r>
          </a:p>
          <a:p>
            <a:pPr marL="342900" indent="-342900">
              <a:buFontTx/>
              <a:buAutoNum type="alphaLcParenR"/>
            </a:pPr>
            <a:endParaRPr lang="en-US" sz="2400" dirty="0">
              <a:solidFill>
                <a:schemeClr val="accent6">
                  <a:lumMod val="40000"/>
                  <a:lumOff val="60000"/>
                </a:schemeClr>
              </a:solidFill>
            </a:endParaRPr>
          </a:p>
          <a:p>
            <a:pPr marL="342900" indent="-342900">
              <a:buFontTx/>
              <a:buAutoNum type="alphaLcParenR"/>
            </a:pPr>
            <a:r>
              <a:rPr lang="en-US" sz="2400" b="1" dirty="0">
                <a:solidFill>
                  <a:schemeClr val="accent6">
                    <a:lumMod val="40000"/>
                    <a:lumOff val="60000"/>
                  </a:schemeClr>
                </a:solidFill>
              </a:rPr>
              <a:t>Two-tailed test</a:t>
            </a:r>
            <a:r>
              <a:rPr lang="en-US" sz="2400" dirty="0">
                <a:solidFill>
                  <a:schemeClr val="accent6">
                    <a:lumMod val="40000"/>
                    <a:lumOff val="60000"/>
                  </a:schemeClr>
                </a:solidFill>
              </a:rPr>
              <a:t>:   if z-value falls in reject-region, reject the null hypothesis  H0</a:t>
            </a:r>
          </a:p>
          <a:p>
            <a:pPr marL="342900" indent="-342900">
              <a:buFontTx/>
              <a:buAutoNum type="alphaLcParenR"/>
            </a:pPr>
            <a:endParaRPr lang="en-US" sz="2400" dirty="0">
              <a:solidFill>
                <a:schemeClr val="accent6">
                  <a:lumMod val="40000"/>
                  <a:lumOff val="60000"/>
                </a:schemeClr>
              </a:solidFill>
            </a:endParaRPr>
          </a:p>
          <a:p>
            <a:pPr marL="342900" indent="-342900">
              <a:buFontTx/>
              <a:buAutoNum type="alphaLcParenR"/>
            </a:pPr>
            <a:endParaRPr lang="en-US" sz="2400" dirty="0">
              <a:solidFill>
                <a:schemeClr val="accent6">
                  <a:lumMod val="40000"/>
                  <a:lumOff val="60000"/>
                </a:schemeClr>
              </a:solidFill>
            </a:endParaRPr>
          </a:p>
          <a:p>
            <a:r>
              <a:rPr lang="en-US" sz="2400" b="1" dirty="0">
                <a:solidFill>
                  <a:schemeClr val="accent6">
                    <a:lumMod val="40000"/>
                    <a:lumOff val="60000"/>
                  </a:schemeClr>
                </a:solidFill>
              </a:rPr>
              <a:t>Step 5) </a:t>
            </a:r>
          </a:p>
          <a:p>
            <a:r>
              <a:rPr lang="en-US" sz="2400" dirty="0">
                <a:solidFill>
                  <a:schemeClr val="accent6">
                    <a:lumMod val="40000"/>
                    <a:lumOff val="60000"/>
                  </a:schemeClr>
                </a:solidFill>
              </a:rPr>
              <a:t>Summarize the results. </a:t>
            </a:r>
          </a:p>
        </p:txBody>
      </p:sp>
      <p:pic>
        <p:nvPicPr>
          <p:cNvPr id="4" name="Picture 3">
            <a:extLst>
              <a:ext uri="{FF2B5EF4-FFF2-40B4-BE49-F238E27FC236}">
                <a16:creationId xmlns:a16="http://schemas.microsoft.com/office/drawing/2014/main" id="{64617EC2-8639-BB23-C06A-700922BB3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3949" y="169424"/>
            <a:ext cx="4153315" cy="1784731"/>
          </a:xfrm>
          <a:prstGeom prst="rect">
            <a:avLst/>
          </a:prstGeom>
        </p:spPr>
      </p:pic>
      <p:pic>
        <p:nvPicPr>
          <p:cNvPr id="10" name="Picture 9">
            <a:extLst>
              <a:ext uri="{FF2B5EF4-FFF2-40B4-BE49-F238E27FC236}">
                <a16:creationId xmlns:a16="http://schemas.microsoft.com/office/drawing/2014/main" id="{CE42BFDC-BC59-6744-86D4-59B946AB0D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3949" y="2205659"/>
            <a:ext cx="4050791" cy="2202652"/>
          </a:xfrm>
          <a:prstGeom prst="rect">
            <a:avLst/>
          </a:prstGeom>
        </p:spPr>
      </p:pic>
      <p:pic>
        <p:nvPicPr>
          <p:cNvPr id="12" name="Picture 11">
            <a:extLst>
              <a:ext uri="{FF2B5EF4-FFF2-40B4-BE49-F238E27FC236}">
                <a16:creationId xmlns:a16="http://schemas.microsoft.com/office/drawing/2014/main" id="{101F7365-E2E1-2091-D928-C046B800E1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3949" y="4659815"/>
            <a:ext cx="4050791" cy="2045785"/>
          </a:xfrm>
          <a:prstGeom prst="rect">
            <a:avLst/>
          </a:prstGeom>
        </p:spPr>
      </p:pic>
      <p:pic>
        <p:nvPicPr>
          <p:cNvPr id="2" name="Picture 1">
            <a:extLst>
              <a:ext uri="{FF2B5EF4-FFF2-40B4-BE49-F238E27FC236}">
                <a16:creationId xmlns:a16="http://schemas.microsoft.com/office/drawing/2014/main" id="{1DA4029C-1404-E281-828A-26F1CF0CF8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9510" y="4836662"/>
            <a:ext cx="1934228" cy="952003"/>
          </a:xfrm>
          <a:prstGeom prst="rect">
            <a:avLst/>
          </a:prstGeom>
        </p:spPr>
      </p:pic>
    </p:spTree>
    <p:extLst>
      <p:ext uri="{BB962C8B-B14F-4D97-AF65-F5344CB8AC3E}">
        <p14:creationId xmlns:p14="http://schemas.microsoft.com/office/powerpoint/2010/main" val="937529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7AC06AE1-3373-891E-5638-1FEEDD5EA92F}"/>
              </a:ext>
            </a:extLst>
          </p:cNvPr>
          <p:cNvSpPr txBox="1"/>
          <p:nvPr/>
        </p:nvSpPr>
        <p:spPr>
          <a:xfrm>
            <a:off x="51815" y="140268"/>
            <a:ext cx="11579353" cy="4893647"/>
          </a:xfrm>
          <a:prstGeom prst="rect">
            <a:avLst/>
          </a:prstGeom>
          <a:noFill/>
        </p:spPr>
        <p:txBody>
          <a:bodyPr wrap="square">
            <a:spAutoFit/>
          </a:bodyPr>
          <a:lstStyle/>
          <a:p>
            <a:pPr>
              <a:buNone/>
            </a:pPr>
            <a:r>
              <a:rPr lang="en-US" sz="2400" dirty="0">
                <a:solidFill>
                  <a:schemeClr val="accent6">
                    <a:lumMod val="40000"/>
                    <a:lumOff val="60000"/>
                  </a:schemeClr>
                </a:solidFill>
              </a:rPr>
              <a:t>Example (Right-Tailed):  </a:t>
            </a:r>
          </a:p>
          <a:p>
            <a:pPr>
              <a:buNone/>
            </a:pPr>
            <a:r>
              <a:rPr lang="en-US" sz="2400" dirty="0">
                <a:solidFill>
                  <a:schemeClr val="accent6">
                    <a:lumMod val="40000"/>
                    <a:lumOff val="60000"/>
                  </a:schemeClr>
                </a:solidFill>
              </a:rPr>
              <a:t>In a population of metal components, the </a:t>
            </a:r>
            <a:r>
              <a:rPr lang="en-US" sz="2400" b="1" dirty="0">
                <a:solidFill>
                  <a:schemeClr val="accent6">
                    <a:lumMod val="40000"/>
                    <a:lumOff val="60000"/>
                  </a:schemeClr>
                </a:solidFill>
              </a:rPr>
              <a:t>average lifetime without a protective paint coating is 101 months</a:t>
            </a:r>
            <a:r>
              <a:rPr lang="en-US" sz="2400" dirty="0">
                <a:solidFill>
                  <a:schemeClr val="accent6">
                    <a:lumMod val="40000"/>
                    <a:lumOff val="60000"/>
                  </a:schemeClr>
                </a:solidFill>
              </a:rPr>
              <a:t>. The lifetime is normally distributed, and the </a:t>
            </a:r>
            <a:r>
              <a:rPr lang="en-US" sz="2400" b="1" dirty="0">
                <a:solidFill>
                  <a:schemeClr val="accent6">
                    <a:lumMod val="40000"/>
                    <a:lumOff val="60000"/>
                  </a:schemeClr>
                </a:solidFill>
              </a:rPr>
              <a:t>population standard deviation is 15 months</a:t>
            </a:r>
            <a:r>
              <a:rPr lang="en-US" sz="2400" dirty="0">
                <a:solidFill>
                  <a:schemeClr val="accent6">
                    <a:lumMod val="40000"/>
                    <a:lumOff val="60000"/>
                  </a:schemeClr>
                </a:solidFill>
              </a:rPr>
              <a:t>. An engineer claims that applying the new protective paint coating </a:t>
            </a:r>
            <a:r>
              <a:rPr lang="en-US" sz="2400" b="1" dirty="0">
                <a:solidFill>
                  <a:schemeClr val="accent6">
                    <a:lumMod val="40000"/>
                    <a:lumOff val="60000"/>
                  </a:schemeClr>
                </a:solidFill>
              </a:rPr>
              <a:t>increases</a:t>
            </a:r>
            <a:r>
              <a:rPr lang="en-US" sz="2400" dirty="0">
                <a:solidFill>
                  <a:schemeClr val="accent6">
                    <a:lumMod val="40000"/>
                    <a:lumOff val="60000"/>
                  </a:schemeClr>
                </a:solidFill>
              </a:rPr>
              <a:t> the mean lifetime of the component beyond 101 months.</a:t>
            </a:r>
          </a:p>
          <a:p>
            <a:pPr>
              <a:buNone/>
            </a:pPr>
            <a:endParaRPr lang="en-US" sz="2400" dirty="0">
              <a:solidFill>
                <a:schemeClr val="accent6">
                  <a:lumMod val="40000"/>
                  <a:lumOff val="60000"/>
                </a:schemeClr>
              </a:solidFill>
            </a:endParaRPr>
          </a:p>
          <a:p>
            <a:r>
              <a:rPr lang="en-US" sz="2400" dirty="0">
                <a:solidFill>
                  <a:schemeClr val="accent6">
                    <a:lumMod val="40000"/>
                    <a:lumOff val="60000"/>
                  </a:schemeClr>
                </a:solidFill>
              </a:rPr>
              <a:t>She tests this claim by selecting a random sample of </a:t>
            </a:r>
            <a:r>
              <a:rPr lang="en-US" sz="2400" b="1" dirty="0">
                <a:solidFill>
                  <a:schemeClr val="accent6">
                    <a:lumMod val="40000"/>
                    <a:lumOff val="60000"/>
                  </a:schemeClr>
                </a:solidFill>
              </a:rPr>
              <a:t>50 components</a:t>
            </a:r>
            <a:r>
              <a:rPr lang="en-US" sz="2400" dirty="0">
                <a:solidFill>
                  <a:schemeClr val="accent6">
                    <a:lumMod val="40000"/>
                    <a:lumOff val="60000"/>
                  </a:schemeClr>
                </a:solidFill>
              </a:rPr>
              <a:t> with the coating. </a:t>
            </a:r>
          </a:p>
          <a:p>
            <a:r>
              <a:rPr lang="en-US" sz="2400" dirty="0">
                <a:solidFill>
                  <a:schemeClr val="accent6">
                    <a:lumMod val="40000"/>
                    <a:lumOff val="60000"/>
                  </a:schemeClr>
                </a:solidFill>
              </a:rPr>
              <a:t>Following is 50 sample values: </a:t>
            </a:r>
          </a:p>
          <a:p>
            <a:r>
              <a:rPr lang="en-US" sz="2400" dirty="0">
                <a:solidFill>
                  <a:schemeClr val="accent6">
                    <a:lumMod val="40000"/>
                    <a:lumOff val="60000"/>
                  </a:schemeClr>
                </a:solidFill>
              </a:rPr>
              <a:t>[114 107 115 124 106 106 125 116 104 114 104 104 111 90 92 103 99 112 100 95 123 107 109 95 103 110 97 113 103 106 103 127 109 98 117 97 111 89 96 111 116 111 108 106 94 102 104 119 112 91]</a:t>
            </a:r>
          </a:p>
          <a:p>
            <a:endParaRPr lang="en-US" sz="2400" dirty="0">
              <a:solidFill>
                <a:schemeClr val="accent6">
                  <a:lumMod val="40000"/>
                  <a:lumOff val="60000"/>
                </a:schemeClr>
              </a:solidFill>
            </a:endParaRPr>
          </a:p>
          <a:p>
            <a:r>
              <a:rPr lang="en-US" sz="2400" dirty="0">
                <a:solidFill>
                  <a:schemeClr val="accent6">
                    <a:lumMod val="40000"/>
                    <a:lumOff val="60000"/>
                  </a:schemeClr>
                </a:solidFill>
              </a:rPr>
              <a:t>Test this claim at significance level, </a:t>
            </a:r>
            <a:r>
              <a:rPr lang="en-US" sz="2400" b="1" dirty="0">
                <a:solidFill>
                  <a:schemeClr val="accent6">
                    <a:lumMod val="40000"/>
                    <a:lumOff val="60000"/>
                  </a:schemeClr>
                </a:solidFill>
              </a:rPr>
              <a:t>α = 0.05 (i.e. 5%)</a:t>
            </a:r>
            <a:r>
              <a:rPr lang="en-US" sz="2400" dirty="0">
                <a:solidFill>
                  <a:schemeClr val="accent6">
                    <a:lumMod val="40000"/>
                    <a:lumOff val="60000"/>
                  </a:schemeClr>
                </a:solidFill>
              </a:rPr>
              <a:t>. </a:t>
            </a:r>
          </a:p>
        </p:txBody>
      </p:sp>
    </p:spTree>
    <p:extLst>
      <p:ext uri="{BB962C8B-B14F-4D97-AF65-F5344CB8AC3E}">
        <p14:creationId xmlns:p14="http://schemas.microsoft.com/office/powerpoint/2010/main" val="2253535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4D6CF-C1F1-C805-8FAD-433BB53BDCE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5AB4740-E6E7-D0B2-66B4-317C320E5E6F}"/>
              </a:ext>
            </a:extLst>
          </p:cNvPr>
          <p:cNvSpPr txBox="1"/>
          <p:nvPr/>
        </p:nvSpPr>
        <p:spPr>
          <a:xfrm>
            <a:off x="51815" y="140268"/>
            <a:ext cx="6689593" cy="5324535"/>
          </a:xfrm>
          <a:prstGeom prst="rect">
            <a:avLst/>
          </a:prstGeom>
          <a:noFill/>
        </p:spPr>
        <p:txBody>
          <a:bodyPr wrap="square">
            <a:spAutoFit/>
          </a:bodyPr>
          <a:lstStyle/>
          <a:p>
            <a:r>
              <a:rPr lang="en-US" sz="2000" dirty="0">
                <a:solidFill>
                  <a:schemeClr val="accent6">
                    <a:lumMod val="40000"/>
                    <a:lumOff val="60000"/>
                  </a:schemeClr>
                </a:solidFill>
              </a:rPr>
              <a:t>Answer: </a:t>
            </a:r>
          </a:p>
          <a:p>
            <a:r>
              <a:rPr lang="en-US" sz="2000" b="1" dirty="0">
                <a:solidFill>
                  <a:schemeClr val="accent6">
                    <a:lumMod val="40000"/>
                    <a:lumOff val="60000"/>
                  </a:schemeClr>
                </a:solidFill>
              </a:rPr>
              <a:t>Step 1) </a:t>
            </a:r>
          </a:p>
          <a:p>
            <a:r>
              <a:rPr lang="en-US" sz="2000" dirty="0">
                <a:solidFill>
                  <a:schemeClr val="accent6">
                    <a:lumMod val="40000"/>
                    <a:lumOff val="60000"/>
                  </a:schemeClr>
                </a:solidFill>
              </a:rPr>
              <a:t>State the hypothesis and identify the claim. </a:t>
            </a:r>
          </a:p>
          <a:p>
            <a:r>
              <a:rPr lang="en-US" sz="2000" b="1" dirty="0">
                <a:solidFill>
                  <a:schemeClr val="accent6">
                    <a:lumMod val="40000"/>
                    <a:lumOff val="60000"/>
                  </a:schemeClr>
                </a:solidFill>
              </a:rPr>
              <a:t>H0: </a:t>
            </a:r>
            <a:r>
              <a:rPr lang="el-GR" sz="2000" dirty="0">
                <a:solidFill>
                  <a:schemeClr val="accent6">
                    <a:lumMod val="40000"/>
                    <a:lumOff val="60000"/>
                  </a:schemeClr>
                </a:solidFill>
              </a:rPr>
              <a:t>μ</a:t>
            </a:r>
            <a:r>
              <a:rPr lang="en-US" sz="2000" dirty="0">
                <a:solidFill>
                  <a:schemeClr val="accent6">
                    <a:lumMod val="40000"/>
                    <a:lumOff val="60000"/>
                  </a:schemeClr>
                </a:solidFill>
              </a:rPr>
              <a:t>= 101 (The mean lifetime is 101; coating has no effect)</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H1: </a:t>
            </a:r>
            <a:r>
              <a:rPr lang="el-GR" sz="2000" dirty="0">
                <a:solidFill>
                  <a:schemeClr val="accent6">
                    <a:lumMod val="40000"/>
                    <a:lumOff val="60000"/>
                  </a:schemeClr>
                </a:solidFill>
              </a:rPr>
              <a:t>μ</a:t>
            </a:r>
            <a:r>
              <a:rPr lang="en-US" sz="2000" dirty="0">
                <a:solidFill>
                  <a:schemeClr val="accent6">
                    <a:lumMod val="40000"/>
                    <a:lumOff val="60000"/>
                  </a:schemeClr>
                </a:solidFill>
              </a:rPr>
              <a:t> &gt;  101 (Claim: The coating increases mean lifetime. This is R-tailed test)</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2) </a:t>
            </a:r>
          </a:p>
          <a:p>
            <a:r>
              <a:rPr lang="en-US" sz="2000" dirty="0">
                <a:solidFill>
                  <a:schemeClr val="accent6">
                    <a:lumMod val="40000"/>
                    <a:lumOff val="60000"/>
                  </a:schemeClr>
                </a:solidFill>
              </a:rPr>
              <a:t>Find the critical value. </a:t>
            </a:r>
          </a:p>
          <a:p>
            <a:r>
              <a:rPr lang="en-US" sz="2000" dirty="0">
                <a:solidFill>
                  <a:schemeClr val="accent6">
                    <a:lumMod val="40000"/>
                    <a:lumOff val="60000"/>
                  </a:schemeClr>
                </a:solidFill>
              </a:rPr>
              <a:t>Since </a:t>
            </a:r>
            <a:r>
              <a:rPr lang="el-GR" sz="2000" dirty="0">
                <a:solidFill>
                  <a:schemeClr val="accent6">
                    <a:lumMod val="40000"/>
                    <a:lumOff val="60000"/>
                  </a:schemeClr>
                </a:solidFill>
              </a:rPr>
              <a:t>α</a:t>
            </a:r>
            <a:r>
              <a:rPr lang="en-US" sz="2000" dirty="0">
                <a:solidFill>
                  <a:schemeClr val="accent6">
                    <a:lumMod val="40000"/>
                    <a:lumOff val="60000"/>
                  </a:schemeClr>
                </a:solidFill>
              </a:rPr>
              <a:t> = 0.05 and the test is a right-tailed test, the critical value is z-critical = +1.65.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Step 3) </a:t>
            </a:r>
          </a:p>
          <a:p>
            <a:r>
              <a:rPr lang="en-US" sz="2000" dirty="0">
                <a:solidFill>
                  <a:schemeClr val="accent6">
                    <a:lumMod val="40000"/>
                    <a:lumOff val="60000"/>
                  </a:schemeClr>
                </a:solidFill>
              </a:rPr>
              <a:t>Compute the z test value .</a:t>
            </a:r>
          </a:p>
          <a:p>
            <a:r>
              <a:rPr lang="en-US" sz="2000" dirty="0">
                <a:solidFill>
                  <a:schemeClr val="accent6">
                    <a:lumMod val="40000"/>
                    <a:lumOff val="60000"/>
                  </a:schemeClr>
                </a:solidFill>
              </a:rPr>
              <a:t>The sample mean of above samples is calculated to be 107.</a:t>
            </a:r>
          </a:p>
          <a:p>
            <a:endParaRPr lang="en-US" sz="2000" dirty="0">
              <a:solidFill>
                <a:schemeClr val="accent6">
                  <a:lumMod val="40000"/>
                  <a:lumOff val="60000"/>
                </a:schemeClr>
              </a:solidFill>
            </a:endParaRPr>
          </a:p>
        </p:txBody>
      </p:sp>
      <p:cxnSp>
        <p:nvCxnSpPr>
          <p:cNvPr id="14" name="Straight Connector 13">
            <a:extLst>
              <a:ext uri="{FF2B5EF4-FFF2-40B4-BE49-F238E27FC236}">
                <a16:creationId xmlns:a16="http://schemas.microsoft.com/office/drawing/2014/main" id="{6502C55C-9F8F-FE77-BBE9-95B8B8B43706}"/>
              </a:ext>
            </a:extLst>
          </p:cNvPr>
          <p:cNvCxnSpPr>
            <a:cxnSpLocks/>
          </p:cNvCxnSpPr>
          <p:nvPr/>
        </p:nvCxnSpPr>
        <p:spPr>
          <a:xfrm>
            <a:off x="6848856" y="140268"/>
            <a:ext cx="0" cy="6589716"/>
          </a:xfrm>
          <a:prstGeom prst="line">
            <a:avLst/>
          </a:prstGeom>
        </p:spPr>
        <p:style>
          <a:lnRef idx="3">
            <a:schemeClr val="accent4"/>
          </a:lnRef>
          <a:fillRef idx="0">
            <a:schemeClr val="accent4"/>
          </a:fillRef>
          <a:effectRef idx="2">
            <a:schemeClr val="accent4"/>
          </a:effectRef>
          <a:fontRef idx="minor">
            <a:schemeClr val="tx1"/>
          </a:fontRef>
        </p:style>
      </p:cxnSp>
      <p:sp>
        <p:nvSpPr>
          <p:cNvPr id="18" name="TextBox 17">
            <a:extLst>
              <a:ext uri="{FF2B5EF4-FFF2-40B4-BE49-F238E27FC236}">
                <a16:creationId xmlns:a16="http://schemas.microsoft.com/office/drawing/2014/main" id="{0C2E9E10-32B7-6460-C3FB-F5C8B08552B1}"/>
              </a:ext>
            </a:extLst>
          </p:cNvPr>
          <p:cNvSpPr txBox="1"/>
          <p:nvPr/>
        </p:nvSpPr>
        <p:spPr>
          <a:xfrm>
            <a:off x="6933439" y="215950"/>
            <a:ext cx="5292083" cy="1631216"/>
          </a:xfrm>
          <a:prstGeom prst="rect">
            <a:avLst/>
          </a:prstGeom>
          <a:noFill/>
        </p:spPr>
        <p:txBody>
          <a:bodyPr wrap="square">
            <a:spAutoFit/>
          </a:bodyPr>
          <a:lstStyle/>
          <a:p>
            <a:r>
              <a:rPr lang="en-US" sz="2000" b="1" dirty="0">
                <a:solidFill>
                  <a:schemeClr val="accent6">
                    <a:lumMod val="40000"/>
                    <a:lumOff val="60000"/>
                  </a:schemeClr>
                </a:solidFill>
              </a:rPr>
              <a:t>Step 4) </a:t>
            </a:r>
          </a:p>
          <a:p>
            <a:r>
              <a:rPr lang="en-US" sz="2000" dirty="0">
                <a:solidFill>
                  <a:schemeClr val="accent6">
                    <a:lumMod val="40000"/>
                    <a:lumOff val="60000"/>
                  </a:schemeClr>
                </a:solidFill>
              </a:rPr>
              <a:t>Make the decision to reject or not reject the null hypothesis.</a:t>
            </a:r>
          </a:p>
          <a:p>
            <a:r>
              <a:rPr lang="en-US" sz="2000" dirty="0">
                <a:solidFill>
                  <a:schemeClr val="accent6">
                    <a:lumMod val="40000"/>
                    <a:lumOff val="60000"/>
                  </a:schemeClr>
                </a:solidFill>
              </a:rPr>
              <a:t>Since 1.65 &lt; 2.82 (the critical value), so </a:t>
            </a:r>
            <a:r>
              <a:rPr lang="en-US" sz="2000" b="1" dirty="0">
                <a:solidFill>
                  <a:schemeClr val="accent6">
                    <a:lumMod val="40000"/>
                    <a:lumOff val="60000"/>
                  </a:schemeClr>
                </a:solidFill>
              </a:rPr>
              <a:t>reject the null hypothesis.</a:t>
            </a:r>
          </a:p>
        </p:txBody>
      </p:sp>
      <p:sp>
        <p:nvSpPr>
          <p:cNvPr id="21" name="TextBox 20">
            <a:extLst>
              <a:ext uri="{FF2B5EF4-FFF2-40B4-BE49-F238E27FC236}">
                <a16:creationId xmlns:a16="http://schemas.microsoft.com/office/drawing/2014/main" id="{7540B044-1AD0-02EE-8B11-4764652666A8}"/>
              </a:ext>
            </a:extLst>
          </p:cNvPr>
          <p:cNvSpPr txBox="1"/>
          <p:nvPr/>
        </p:nvSpPr>
        <p:spPr>
          <a:xfrm>
            <a:off x="6933439" y="4578977"/>
            <a:ext cx="5169130" cy="1938992"/>
          </a:xfrm>
          <a:prstGeom prst="rect">
            <a:avLst/>
          </a:prstGeom>
          <a:noFill/>
        </p:spPr>
        <p:txBody>
          <a:bodyPr wrap="square">
            <a:spAutoFit/>
          </a:bodyPr>
          <a:lstStyle/>
          <a:p>
            <a:r>
              <a:rPr lang="en-US" sz="2000" b="1" dirty="0">
                <a:solidFill>
                  <a:schemeClr val="accent6">
                    <a:lumMod val="40000"/>
                    <a:lumOff val="60000"/>
                  </a:schemeClr>
                </a:solidFill>
              </a:rPr>
              <a:t>Step 5) </a:t>
            </a:r>
          </a:p>
          <a:p>
            <a:r>
              <a:rPr lang="en-US" sz="2000" dirty="0">
                <a:solidFill>
                  <a:schemeClr val="accent6">
                    <a:lumMod val="40000"/>
                    <a:lumOff val="60000"/>
                  </a:schemeClr>
                </a:solidFill>
              </a:rPr>
              <a:t>Summarize the results:</a:t>
            </a:r>
          </a:p>
          <a:p>
            <a:r>
              <a:rPr lang="en-US" sz="2000" dirty="0">
                <a:solidFill>
                  <a:schemeClr val="accent6">
                    <a:lumMod val="40000"/>
                    <a:lumOff val="60000"/>
                  </a:schemeClr>
                </a:solidFill>
              </a:rPr>
              <a:t>At the 5% significance level, there is enough </a:t>
            </a:r>
            <a:r>
              <a:rPr lang="en-US" sz="2000" b="1" dirty="0">
                <a:solidFill>
                  <a:schemeClr val="accent6">
                    <a:lumMod val="40000"/>
                    <a:lumOff val="60000"/>
                  </a:schemeClr>
                </a:solidFill>
              </a:rPr>
              <a:t>statistical evidence </a:t>
            </a:r>
            <a:r>
              <a:rPr lang="en-US" sz="2000" dirty="0">
                <a:solidFill>
                  <a:schemeClr val="accent6">
                    <a:lumMod val="40000"/>
                    <a:lumOff val="60000"/>
                  </a:schemeClr>
                </a:solidFill>
              </a:rPr>
              <a:t>to support the claim that the paint coating </a:t>
            </a:r>
            <a:r>
              <a:rPr lang="en-US" sz="2000" b="1" dirty="0">
                <a:solidFill>
                  <a:schemeClr val="accent6">
                    <a:lumMod val="40000"/>
                    <a:lumOff val="60000"/>
                  </a:schemeClr>
                </a:solidFill>
              </a:rPr>
              <a:t>increases </a:t>
            </a:r>
            <a:r>
              <a:rPr lang="en-US" sz="2000" dirty="0">
                <a:solidFill>
                  <a:schemeClr val="accent6">
                    <a:lumMod val="40000"/>
                    <a:lumOff val="60000"/>
                  </a:schemeClr>
                </a:solidFill>
              </a:rPr>
              <a:t>the mean lifetime of the component.</a:t>
            </a:r>
          </a:p>
        </p:txBody>
      </p:sp>
      <p:pic>
        <p:nvPicPr>
          <p:cNvPr id="3" name="Picture 2">
            <a:extLst>
              <a:ext uri="{FF2B5EF4-FFF2-40B4-BE49-F238E27FC236}">
                <a16:creationId xmlns:a16="http://schemas.microsoft.com/office/drawing/2014/main" id="{B0E74267-48F7-9364-0D5B-CF7322EC1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6305" y="2148108"/>
            <a:ext cx="4956632" cy="2129926"/>
          </a:xfrm>
          <a:prstGeom prst="rect">
            <a:avLst/>
          </a:prstGeom>
        </p:spPr>
      </p:pic>
      <p:pic>
        <p:nvPicPr>
          <p:cNvPr id="4" name="Picture 3">
            <a:extLst>
              <a:ext uri="{FF2B5EF4-FFF2-40B4-BE49-F238E27FC236}">
                <a16:creationId xmlns:a16="http://schemas.microsoft.com/office/drawing/2014/main" id="{BDB1856A-97A2-FF1E-B40C-09A4BB3554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127" y="5596296"/>
            <a:ext cx="2372114" cy="1167526"/>
          </a:xfrm>
          <a:prstGeom prst="rect">
            <a:avLst/>
          </a:prstGeom>
        </p:spPr>
      </p:pic>
      <p:pic>
        <p:nvPicPr>
          <p:cNvPr id="8" name="Picture 7">
            <a:extLst>
              <a:ext uri="{FF2B5EF4-FFF2-40B4-BE49-F238E27FC236}">
                <a16:creationId xmlns:a16="http://schemas.microsoft.com/office/drawing/2014/main" id="{B89F1CF1-6074-B2DD-AB4A-66D504EC6B42}"/>
              </a:ext>
            </a:extLst>
          </p:cNvPr>
          <p:cNvPicPr>
            <a:picLocks noChangeAspect="1"/>
          </p:cNvPicPr>
          <p:nvPr/>
        </p:nvPicPr>
        <p:blipFill>
          <a:blip r:embed="rId4"/>
          <a:stretch>
            <a:fillRect/>
          </a:stretch>
        </p:blipFill>
        <p:spPr>
          <a:xfrm>
            <a:off x="3030005" y="5596296"/>
            <a:ext cx="3765127" cy="1100791"/>
          </a:xfrm>
          <a:prstGeom prst="rect">
            <a:avLst/>
          </a:prstGeom>
        </p:spPr>
      </p:pic>
      <p:grpSp>
        <p:nvGrpSpPr>
          <p:cNvPr id="10" name="Group 9">
            <a:extLst>
              <a:ext uri="{FF2B5EF4-FFF2-40B4-BE49-F238E27FC236}">
                <a16:creationId xmlns:a16="http://schemas.microsoft.com/office/drawing/2014/main" id="{491DC5AE-B27C-98C1-2DED-D91BEBCE64EF}"/>
              </a:ext>
            </a:extLst>
          </p:cNvPr>
          <p:cNvGrpSpPr/>
          <p:nvPr/>
        </p:nvGrpSpPr>
        <p:grpSpPr>
          <a:xfrm>
            <a:off x="9516744" y="3917376"/>
            <a:ext cx="498600" cy="171360"/>
            <a:chOff x="9516744" y="3917376"/>
            <a:chExt cx="498600" cy="17136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3FD3ECB7-407A-7B33-BF4A-D5177059BC59}"/>
                    </a:ext>
                  </a:extLst>
                </p14:cNvPr>
                <p14:cNvContentPartPr/>
                <p14:nvPr/>
              </p14:nvContentPartPr>
              <p14:xfrm>
                <a:off x="9516744" y="3917376"/>
                <a:ext cx="35280" cy="157320"/>
              </p14:xfrm>
            </p:contentPart>
          </mc:Choice>
          <mc:Fallback xmlns="">
            <p:pic>
              <p:nvPicPr>
                <p:cNvPr id="2" name="Ink 1">
                  <a:extLst>
                    <a:ext uri="{FF2B5EF4-FFF2-40B4-BE49-F238E27FC236}">
                      <a16:creationId xmlns:a16="http://schemas.microsoft.com/office/drawing/2014/main" id="{3FD3ECB7-407A-7B33-BF4A-D5177059BC59}"/>
                    </a:ext>
                  </a:extLst>
                </p:cNvPr>
                <p:cNvPicPr/>
                <p:nvPr/>
              </p:nvPicPr>
              <p:blipFill>
                <a:blip r:embed="rId6"/>
                <a:stretch>
                  <a:fillRect/>
                </a:stretch>
              </p:blipFill>
              <p:spPr>
                <a:xfrm>
                  <a:off x="9481104" y="3881736"/>
                  <a:ext cx="1069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6551DF65-EBBE-C4CE-2342-F82D0CFEE3A0}"/>
                    </a:ext>
                  </a:extLst>
                </p14:cNvPr>
                <p14:cNvContentPartPr/>
                <p14:nvPr/>
              </p14:nvContentPartPr>
              <p14:xfrm>
                <a:off x="9606384" y="4045536"/>
                <a:ext cx="9000" cy="3600"/>
              </p14:xfrm>
            </p:contentPart>
          </mc:Choice>
          <mc:Fallback xmlns="">
            <p:pic>
              <p:nvPicPr>
                <p:cNvPr id="5" name="Ink 4">
                  <a:extLst>
                    <a:ext uri="{FF2B5EF4-FFF2-40B4-BE49-F238E27FC236}">
                      <a16:creationId xmlns:a16="http://schemas.microsoft.com/office/drawing/2014/main" id="{6551DF65-EBBE-C4CE-2342-F82D0CFEE3A0}"/>
                    </a:ext>
                  </a:extLst>
                </p:cNvPr>
                <p:cNvPicPr/>
                <p:nvPr/>
              </p:nvPicPr>
              <p:blipFill>
                <a:blip r:embed="rId8"/>
                <a:stretch>
                  <a:fillRect/>
                </a:stretch>
              </p:blipFill>
              <p:spPr>
                <a:xfrm>
                  <a:off x="9570384" y="4009896"/>
                  <a:ext cx="8064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83D8F68C-E9A6-24B4-C2C3-FAD9912C01E6}"/>
                    </a:ext>
                  </a:extLst>
                </p14:cNvPr>
                <p14:cNvContentPartPr/>
                <p14:nvPr/>
              </p14:nvContentPartPr>
              <p14:xfrm>
                <a:off x="9732384" y="3923136"/>
                <a:ext cx="84960" cy="146520"/>
              </p14:xfrm>
            </p:contentPart>
          </mc:Choice>
          <mc:Fallback xmlns="">
            <p:pic>
              <p:nvPicPr>
                <p:cNvPr id="6" name="Ink 5">
                  <a:extLst>
                    <a:ext uri="{FF2B5EF4-FFF2-40B4-BE49-F238E27FC236}">
                      <a16:creationId xmlns:a16="http://schemas.microsoft.com/office/drawing/2014/main" id="{83D8F68C-E9A6-24B4-C2C3-FAD9912C01E6}"/>
                    </a:ext>
                  </a:extLst>
                </p:cNvPr>
                <p:cNvPicPr/>
                <p:nvPr/>
              </p:nvPicPr>
              <p:blipFill>
                <a:blip r:embed="rId10"/>
                <a:stretch>
                  <a:fillRect/>
                </a:stretch>
              </p:blipFill>
              <p:spPr>
                <a:xfrm>
                  <a:off x="9696744" y="3887136"/>
                  <a:ext cx="15660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22583112-B090-8CCA-C3A7-90DB30C985DE}"/>
                    </a:ext>
                  </a:extLst>
                </p14:cNvPr>
                <p14:cNvContentPartPr/>
                <p14:nvPr/>
              </p14:nvContentPartPr>
              <p14:xfrm>
                <a:off x="9882864" y="3944016"/>
                <a:ext cx="132480" cy="12960"/>
              </p14:xfrm>
            </p:contentPart>
          </mc:Choice>
          <mc:Fallback xmlns="">
            <p:pic>
              <p:nvPicPr>
                <p:cNvPr id="7" name="Ink 6">
                  <a:extLst>
                    <a:ext uri="{FF2B5EF4-FFF2-40B4-BE49-F238E27FC236}">
                      <a16:creationId xmlns:a16="http://schemas.microsoft.com/office/drawing/2014/main" id="{22583112-B090-8CCA-C3A7-90DB30C985DE}"/>
                    </a:ext>
                  </a:extLst>
                </p:cNvPr>
                <p:cNvPicPr/>
                <p:nvPr/>
              </p:nvPicPr>
              <p:blipFill>
                <a:blip r:embed="rId12"/>
                <a:stretch>
                  <a:fillRect/>
                </a:stretch>
              </p:blipFill>
              <p:spPr>
                <a:xfrm>
                  <a:off x="9847224" y="3908376"/>
                  <a:ext cx="2041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D88EDC67-CB8C-AB29-0F91-0BF6CB3A0288}"/>
                    </a:ext>
                  </a:extLst>
                </p14:cNvPr>
                <p14:cNvContentPartPr/>
                <p14:nvPr/>
              </p14:nvContentPartPr>
              <p14:xfrm>
                <a:off x="9902304" y="3961296"/>
                <a:ext cx="106920" cy="127440"/>
              </p14:xfrm>
            </p:contentPart>
          </mc:Choice>
          <mc:Fallback xmlns="">
            <p:pic>
              <p:nvPicPr>
                <p:cNvPr id="9" name="Ink 8">
                  <a:extLst>
                    <a:ext uri="{FF2B5EF4-FFF2-40B4-BE49-F238E27FC236}">
                      <a16:creationId xmlns:a16="http://schemas.microsoft.com/office/drawing/2014/main" id="{D88EDC67-CB8C-AB29-0F91-0BF6CB3A0288}"/>
                    </a:ext>
                  </a:extLst>
                </p:cNvPr>
                <p:cNvPicPr/>
                <p:nvPr/>
              </p:nvPicPr>
              <p:blipFill>
                <a:blip r:embed="rId14"/>
                <a:stretch>
                  <a:fillRect/>
                </a:stretch>
              </p:blipFill>
              <p:spPr>
                <a:xfrm>
                  <a:off x="9866664" y="3925656"/>
                  <a:ext cx="178560" cy="199080"/>
                </a:xfrm>
                <a:prstGeom prst="rect">
                  <a:avLst/>
                </a:prstGeom>
              </p:spPr>
            </p:pic>
          </mc:Fallback>
        </mc:AlternateContent>
      </p:grpSp>
      <p:grpSp>
        <p:nvGrpSpPr>
          <p:cNvPr id="23" name="Group 22">
            <a:extLst>
              <a:ext uri="{FF2B5EF4-FFF2-40B4-BE49-F238E27FC236}">
                <a16:creationId xmlns:a16="http://schemas.microsoft.com/office/drawing/2014/main" id="{B1ECD1B8-0E4D-080A-06CB-E3368890112C}"/>
              </a:ext>
            </a:extLst>
          </p:cNvPr>
          <p:cNvGrpSpPr/>
          <p:nvPr/>
        </p:nvGrpSpPr>
        <p:grpSpPr>
          <a:xfrm>
            <a:off x="10393704" y="3631176"/>
            <a:ext cx="981360" cy="144360"/>
            <a:chOff x="10393704" y="3631176"/>
            <a:chExt cx="981360" cy="144360"/>
          </a:xfrm>
        </p:grpSpPr>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1A4E7616-A2C8-D8E3-4F3B-0CC0530503A3}"/>
                    </a:ext>
                  </a:extLst>
                </p14:cNvPr>
                <p14:cNvContentPartPr/>
                <p14:nvPr/>
              </p14:nvContentPartPr>
              <p14:xfrm>
                <a:off x="10421784" y="3636576"/>
                <a:ext cx="39960" cy="38160"/>
              </p14:xfrm>
            </p:contentPart>
          </mc:Choice>
          <mc:Fallback xmlns="">
            <p:pic>
              <p:nvPicPr>
                <p:cNvPr id="12" name="Ink 11">
                  <a:extLst>
                    <a:ext uri="{FF2B5EF4-FFF2-40B4-BE49-F238E27FC236}">
                      <a16:creationId xmlns:a16="http://schemas.microsoft.com/office/drawing/2014/main" id="{1A4E7616-A2C8-D8E3-4F3B-0CC0530503A3}"/>
                    </a:ext>
                  </a:extLst>
                </p:cNvPr>
                <p:cNvPicPr/>
                <p:nvPr/>
              </p:nvPicPr>
              <p:blipFill>
                <a:blip r:embed="rId16"/>
                <a:stretch>
                  <a:fillRect/>
                </a:stretch>
              </p:blipFill>
              <p:spPr>
                <a:xfrm>
                  <a:off x="10386144" y="3600576"/>
                  <a:ext cx="11160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9BB49BD0-944B-E8D9-B463-3727EBAFA0FE}"/>
                    </a:ext>
                  </a:extLst>
                </p14:cNvPr>
                <p14:cNvContentPartPr/>
                <p14:nvPr/>
              </p14:nvContentPartPr>
              <p14:xfrm>
                <a:off x="10643544" y="3704976"/>
                <a:ext cx="190800" cy="64440"/>
              </p14:xfrm>
            </p:contentPart>
          </mc:Choice>
          <mc:Fallback xmlns="">
            <p:pic>
              <p:nvPicPr>
                <p:cNvPr id="13" name="Ink 12">
                  <a:extLst>
                    <a:ext uri="{FF2B5EF4-FFF2-40B4-BE49-F238E27FC236}">
                      <a16:creationId xmlns:a16="http://schemas.microsoft.com/office/drawing/2014/main" id="{9BB49BD0-944B-E8D9-B463-3727EBAFA0FE}"/>
                    </a:ext>
                  </a:extLst>
                </p:cNvPr>
                <p:cNvPicPr/>
                <p:nvPr/>
              </p:nvPicPr>
              <p:blipFill>
                <a:blip r:embed="rId18"/>
                <a:stretch>
                  <a:fillRect/>
                </a:stretch>
              </p:blipFill>
              <p:spPr>
                <a:xfrm>
                  <a:off x="10607544" y="3668976"/>
                  <a:ext cx="26244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6CE68FAD-9502-7B7D-D191-9FBB05FF239C}"/>
                    </a:ext>
                  </a:extLst>
                </p14:cNvPr>
                <p14:cNvContentPartPr/>
                <p14:nvPr/>
              </p14:nvContentPartPr>
              <p14:xfrm>
                <a:off x="10906704" y="3711096"/>
                <a:ext cx="14760" cy="5760"/>
              </p14:xfrm>
            </p:contentPart>
          </mc:Choice>
          <mc:Fallback xmlns="">
            <p:pic>
              <p:nvPicPr>
                <p:cNvPr id="15" name="Ink 14">
                  <a:extLst>
                    <a:ext uri="{FF2B5EF4-FFF2-40B4-BE49-F238E27FC236}">
                      <a16:creationId xmlns:a16="http://schemas.microsoft.com/office/drawing/2014/main" id="{6CE68FAD-9502-7B7D-D191-9FBB05FF239C}"/>
                    </a:ext>
                  </a:extLst>
                </p:cNvPr>
                <p:cNvPicPr/>
                <p:nvPr/>
              </p:nvPicPr>
              <p:blipFill>
                <a:blip r:embed="rId20"/>
                <a:stretch>
                  <a:fillRect/>
                </a:stretch>
              </p:blipFill>
              <p:spPr>
                <a:xfrm>
                  <a:off x="10870704" y="3675096"/>
                  <a:ext cx="8640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D67B1FBD-9686-78D9-D2A4-EB47523DCFE9}"/>
                    </a:ext>
                  </a:extLst>
                </p14:cNvPr>
                <p14:cNvContentPartPr/>
                <p14:nvPr/>
              </p14:nvContentPartPr>
              <p14:xfrm>
                <a:off x="10967904" y="3631176"/>
                <a:ext cx="105840" cy="77400"/>
              </p14:xfrm>
            </p:contentPart>
          </mc:Choice>
          <mc:Fallback xmlns="">
            <p:pic>
              <p:nvPicPr>
                <p:cNvPr id="16" name="Ink 15">
                  <a:extLst>
                    <a:ext uri="{FF2B5EF4-FFF2-40B4-BE49-F238E27FC236}">
                      <a16:creationId xmlns:a16="http://schemas.microsoft.com/office/drawing/2014/main" id="{D67B1FBD-9686-78D9-D2A4-EB47523DCFE9}"/>
                    </a:ext>
                  </a:extLst>
                </p:cNvPr>
                <p:cNvPicPr/>
                <p:nvPr/>
              </p:nvPicPr>
              <p:blipFill>
                <a:blip r:embed="rId22"/>
                <a:stretch>
                  <a:fillRect/>
                </a:stretch>
              </p:blipFill>
              <p:spPr>
                <a:xfrm>
                  <a:off x="10931904" y="3595536"/>
                  <a:ext cx="1774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5D54B163-86B8-C7C4-5CAE-A93FF88C3577}"/>
                    </a:ext>
                  </a:extLst>
                </p14:cNvPr>
                <p14:cNvContentPartPr/>
                <p14:nvPr/>
              </p14:nvContentPartPr>
              <p14:xfrm>
                <a:off x="10963224" y="3717576"/>
                <a:ext cx="118080" cy="57960"/>
              </p14:xfrm>
            </p:contentPart>
          </mc:Choice>
          <mc:Fallback xmlns="">
            <p:pic>
              <p:nvPicPr>
                <p:cNvPr id="17" name="Ink 16">
                  <a:extLst>
                    <a:ext uri="{FF2B5EF4-FFF2-40B4-BE49-F238E27FC236}">
                      <a16:creationId xmlns:a16="http://schemas.microsoft.com/office/drawing/2014/main" id="{5D54B163-86B8-C7C4-5CAE-A93FF88C3577}"/>
                    </a:ext>
                  </a:extLst>
                </p:cNvPr>
                <p:cNvPicPr/>
                <p:nvPr/>
              </p:nvPicPr>
              <p:blipFill>
                <a:blip r:embed="rId24"/>
                <a:stretch>
                  <a:fillRect/>
                </a:stretch>
              </p:blipFill>
              <p:spPr>
                <a:xfrm>
                  <a:off x="10927584" y="3681576"/>
                  <a:ext cx="1897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D2F05CBE-37F9-3071-D7BA-063E5F8DB7E2}"/>
                    </a:ext>
                  </a:extLst>
                </p14:cNvPr>
                <p14:cNvContentPartPr/>
                <p14:nvPr/>
              </p14:nvContentPartPr>
              <p14:xfrm>
                <a:off x="11175624" y="3638736"/>
                <a:ext cx="199440" cy="102960"/>
              </p14:xfrm>
            </p:contentPart>
          </mc:Choice>
          <mc:Fallback xmlns="">
            <p:pic>
              <p:nvPicPr>
                <p:cNvPr id="19" name="Ink 18">
                  <a:extLst>
                    <a:ext uri="{FF2B5EF4-FFF2-40B4-BE49-F238E27FC236}">
                      <a16:creationId xmlns:a16="http://schemas.microsoft.com/office/drawing/2014/main" id="{D2F05CBE-37F9-3071-D7BA-063E5F8DB7E2}"/>
                    </a:ext>
                  </a:extLst>
                </p:cNvPr>
                <p:cNvPicPr/>
                <p:nvPr/>
              </p:nvPicPr>
              <p:blipFill>
                <a:blip r:embed="rId26"/>
                <a:stretch>
                  <a:fillRect/>
                </a:stretch>
              </p:blipFill>
              <p:spPr>
                <a:xfrm>
                  <a:off x="11139624" y="3603096"/>
                  <a:ext cx="27108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0A9C25D6-0718-9C45-696A-89B76708F734}"/>
                    </a:ext>
                  </a:extLst>
                </p14:cNvPr>
                <p14:cNvContentPartPr/>
                <p14:nvPr/>
              </p14:nvContentPartPr>
              <p14:xfrm>
                <a:off x="10393704" y="3644496"/>
                <a:ext cx="64080" cy="61200"/>
              </p14:xfrm>
            </p:contentPart>
          </mc:Choice>
          <mc:Fallback xmlns="">
            <p:pic>
              <p:nvPicPr>
                <p:cNvPr id="22" name="Ink 21">
                  <a:extLst>
                    <a:ext uri="{FF2B5EF4-FFF2-40B4-BE49-F238E27FC236}">
                      <a16:creationId xmlns:a16="http://schemas.microsoft.com/office/drawing/2014/main" id="{0A9C25D6-0718-9C45-696A-89B76708F734}"/>
                    </a:ext>
                  </a:extLst>
                </p:cNvPr>
                <p:cNvPicPr/>
                <p:nvPr/>
              </p:nvPicPr>
              <p:blipFill>
                <a:blip r:embed="rId28"/>
                <a:stretch>
                  <a:fillRect/>
                </a:stretch>
              </p:blipFill>
              <p:spPr>
                <a:xfrm>
                  <a:off x="10357704" y="3608496"/>
                  <a:ext cx="135720" cy="132840"/>
                </a:xfrm>
                <a:prstGeom prst="rect">
                  <a:avLst/>
                </a:prstGeom>
              </p:spPr>
            </p:pic>
          </mc:Fallback>
        </mc:AlternateContent>
      </p:grpSp>
    </p:spTree>
    <p:extLst>
      <p:ext uri="{BB962C8B-B14F-4D97-AF65-F5344CB8AC3E}">
        <p14:creationId xmlns:p14="http://schemas.microsoft.com/office/powerpoint/2010/main" val="2581695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E68CF-9DCB-627E-6DFB-F9807546C98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FB96EA8-0B95-E024-E664-38EA0BB195C2}"/>
              </a:ext>
            </a:extLst>
          </p:cNvPr>
          <p:cNvSpPr txBox="1"/>
          <p:nvPr/>
        </p:nvSpPr>
        <p:spPr>
          <a:xfrm>
            <a:off x="139446" y="266760"/>
            <a:ext cx="11939778" cy="4154984"/>
          </a:xfrm>
          <a:prstGeom prst="rect">
            <a:avLst/>
          </a:prstGeom>
          <a:noFill/>
        </p:spPr>
        <p:txBody>
          <a:bodyPr wrap="square">
            <a:spAutoFit/>
          </a:bodyPr>
          <a:lstStyle/>
          <a:p>
            <a:pPr>
              <a:buNone/>
            </a:pPr>
            <a:r>
              <a:rPr lang="en-US" sz="2400" dirty="0">
                <a:solidFill>
                  <a:schemeClr val="accent6">
                    <a:lumMod val="40000"/>
                    <a:lumOff val="60000"/>
                  </a:schemeClr>
                </a:solidFill>
              </a:rPr>
              <a:t>Example (Left-Tailed): </a:t>
            </a:r>
          </a:p>
          <a:p>
            <a:pPr>
              <a:buNone/>
            </a:pPr>
            <a:endParaRPr lang="en-US" sz="2400" dirty="0">
              <a:solidFill>
                <a:schemeClr val="accent6">
                  <a:lumMod val="40000"/>
                  <a:lumOff val="60000"/>
                </a:schemeClr>
              </a:solidFill>
            </a:endParaRPr>
          </a:p>
          <a:p>
            <a:pPr>
              <a:buNone/>
            </a:pPr>
            <a:r>
              <a:rPr lang="en-US" sz="2400" dirty="0">
                <a:solidFill>
                  <a:schemeClr val="accent6">
                    <a:lumMod val="40000"/>
                    <a:lumOff val="60000"/>
                  </a:schemeClr>
                </a:solidFill>
              </a:rPr>
              <a:t>A water treatment plant claims their new filtration system reduces contaminant levels to </a:t>
            </a:r>
            <a:r>
              <a:rPr lang="en-US" sz="2400" b="1" dirty="0">
                <a:solidFill>
                  <a:schemeClr val="accent6">
                    <a:lumMod val="40000"/>
                    <a:lumOff val="60000"/>
                  </a:schemeClr>
                </a:solidFill>
              </a:rPr>
              <a:t>below 5 ppm which is the population mean.</a:t>
            </a:r>
            <a:r>
              <a:rPr lang="en-US" sz="2400" dirty="0">
                <a:solidFill>
                  <a:schemeClr val="accent6">
                    <a:lumMod val="40000"/>
                    <a:lumOff val="60000"/>
                  </a:schemeClr>
                </a:solidFill>
              </a:rPr>
              <a:t> Environmental engineers want to verify that the system performs better than this standard.</a:t>
            </a:r>
          </a:p>
          <a:p>
            <a:pPr>
              <a:buNone/>
            </a:pPr>
            <a:endParaRPr lang="en-US" sz="2400" dirty="0">
              <a:solidFill>
                <a:schemeClr val="accent6">
                  <a:lumMod val="40000"/>
                  <a:lumOff val="60000"/>
                </a:schemeClr>
              </a:solidFill>
            </a:endParaRPr>
          </a:p>
          <a:p>
            <a:r>
              <a:rPr lang="en-US" sz="2400" dirty="0">
                <a:solidFill>
                  <a:schemeClr val="accent6">
                    <a:lumMod val="40000"/>
                    <a:lumOff val="60000"/>
                  </a:schemeClr>
                </a:solidFill>
              </a:rPr>
              <a:t>A random sample of </a:t>
            </a:r>
            <a:r>
              <a:rPr lang="en-US" sz="2400" b="1" dirty="0">
                <a:solidFill>
                  <a:schemeClr val="accent6">
                    <a:lumMod val="40000"/>
                    <a:lumOff val="60000"/>
                  </a:schemeClr>
                </a:solidFill>
              </a:rPr>
              <a:t>60 water samples</a:t>
            </a:r>
            <a:r>
              <a:rPr lang="en-US" sz="2400" dirty="0">
                <a:solidFill>
                  <a:schemeClr val="accent6">
                    <a:lumMod val="40000"/>
                    <a:lumOff val="60000"/>
                  </a:schemeClr>
                </a:solidFill>
              </a:rPr>
              <a:t> is taken after treatment. The sample shows a mean contaminant level of </a:t>
            </a:r>
            <a:r>
              <a:rPr lang="en-US" sz="2400" b="1" dirty="0">
                <a:solidFill>
                  <a:schemeClr val="accent6">
                    <a:lumMod val="40000"/>
                    <a:lumOff val="60000"/>
                  </a:schemeClr>
                </a:solidFill>
              </a:rPr>
              <a:t>4.9 ppm</a:t>
            </a:r>
            <a:r>
              <a:rPr lang="en-US" sz="2400" dirty="0">
                <a:solidFill>
                  <a:schemeClr val="accent6">
                    <a:lumMod val="40000"/>
                    <a:lumOff val="60000"/>
                  </a:schemeClr>
                </a:solidFill>
              </a:rPr>
              <a:t>, with a known population standard deviation of </a:t>
            </a:r>
            <a:r>
              <a:rPr lang="en-US" sz="2400" b="1" dirty="0">
                <a:solidFill>
                  <a:schemeClr val="accent6">
                    <a:lumMod val="40000"/>
                    <a:lumOff val="60000"/>
                  </a:schemeClr>
                </a:solidFill>
              </a:rPr>
              <a:t>0.8 ppm</a:t>
            </a:r>
            <a:r>
              <a:rPr lang="en-US" sz="2400" dirty="0">
                <a:solidFill>
                  <a:schemeClr val="accent6">
                    <a:lumMod val="40000"/>
                    <a:lumOff val="60000"/>
                  </a:schemeClr>
                </a:solidFill>
              </a:rPr>
              <a:t>. </a:t>
            </a:r>
          </a:p>
          <a:p>
            <a:endParaRPr lang="en-US" sz="2400" dirty="0">
              <a:solidFill>
                <a:schemeClr val="accent6">
                  <a:lumMod val="40000"/>
                  <a:lumOff val="60000"/>
                </a:schemeClr>
              </a:solidFill>
            </a:endParaRPr>
          </a:p>
          <a:p>
            <a:r>
              <a:rPr lang="en-US" sz="2400" dirty="0">
                <a:solidFill>
                  <a:schemeClr val="accent6">
                    <a:lumMod val="40000"/>
                    <a:lumOff val="60000"/>
                  </a:schemeClr>
                </a:solidFill>
              </a:rPr>
              <a:t>Test the claim that filtration decreases contaminant level at significance level, </a:t>
            </a:r>
            <a:r>
              <a:rPr lang="en-US" sz="2400" b="1" dirty="0">
                <a:solidFill>
                  <a:schemeClr val="accent6">
                    <a:lumMod val="40000"/>
                    <a:lumOff val="60000"/>
                  </a:schemeClr>
                </a:solidFill>
              </a:rPr>
              <a:t>α = 0.05 (i.e. 5%)</a:t>
            </a:r>
            <a:r>
              <a:rPr lang="en-US" sz="2400" dirty="0">
                <a:solidFill>
                  <a:schemeClr val="accent6">
                    <a:lumMod val="40000"/>
                    <a:lumOff val="60000"/>
                  </a:schemeClr>
                </a:solidFill>
              </a:rPr>
              <a:t>. </a:t>
            </a:r>
          </a:p>
        </p:txBody>
      </p:sp>
    </p:spTree>
    <p:extLst>
      <p:ext uri="{BB962C8B-B14F-4D97-AF65-F5344CB8AC3E}">
        <p14:creationId xmlns:p14="http://schemas.microsoft.com/office/powerpoint/2010/main" val="823224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DAD50-C63B-6D75-F3A5-573E01B0C6F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83FB184-84DE-9B74-3325-10599FD9A75F}"/>
              </a:ext>
            </a:extLst>
          </p:cNvPr>
          <p:cNvSpPr txBox="1"/>
          <p:nvPr/>
        </p:nvSpPr>
        <p:spPr>
          <a:xfrm>
            <a:off x="139445" y="266760"/>
            <a:ext cx="6517385" cy="5016758"/>
          </a:xfrm>
          <a:prstGeom prst="rect">
            <a:avLst/>
          </a:prstGeom>
          <a:noFill/>
        </p:spPr>
        <p:txBody>
          <a:bodyPr wrap="square">
            <a:spAutoFit/>
          </a:bodyPr>
          <a:lstStyle/>
          <a:p>
            <a:r>
              <a:rPr lang="en-US" sz="2000" dirty="0">
                <a:solidFill>
                  <a:schemeClr val="accent6">
                    <a:lumMod val="40000"/>
                    <a:lumOff val="60000"/>
                  </a:schemeClr>
                </a:solidFill>
              </a:rPr>
              <a:t>Answer: </a:t>
            </a:r>
          </a:p>
          <a:p>
            <a:r>
              <a:rPr lang="en-US" sz="2000" b="1" dirty="0">
                <a:solidFill>
                  <a:schemeClr val="accent6">
                    <a:lumMod val="40000"/>
                    <a:lumOff val="60000"/>
                  </a:schemeClr>
                </a:solidFill>
              </a:rPr>
              <a:t>Step 1) </a:t>
            </a:r>
          </a:p>
          <a:p>
            <a:r>
              <a:rPr lang="en-US" sz="2000" dirty="0">
                <a:solidFill>
                  <a:schemeClr val="accent6">
                    <a:lumMod val="40000"/>
                    <a:lumOff val="60000"/>
                  </a:schemeClr>
                </a:solidFill>
              </a:rPr>
              <a:t>State the hypothesis and identify the claim.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H0: </a:t>
            </a:r>
            <a:r>
              <a:rPr lang="el-GR" sz="2000" dirty="0">
                <a:solidFill>
                  <a:schemeClr val="accent6">
                    <a:lumMod val="40000"/>
                    <a:lumOff val="60000"/>
                  </a:schemeClr>
                </a:solidFill>
              </a:rPr>
              <a:t>μ</a:t>
            </a:r>
            <a:r>
              <a:rPr lang="en-US" sz="2000" dirty="0">
                <a:solidFill>
                  <a:schemeClr val="accent6">
                    <a:lumMod val="40000"/>
                    <a:lumOff val="60000"/>
                  </a:schemeClr>
                </a:solidFill>
              </a:rPr>
              <a:t> = 5 ppm ( No improvement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H1: </a:t>
            </a:r>
            <a:r>
              <a:rPr lang="el-GR" sz="2000" dirty="0">
                <a:solidFill>
                  <a:schemeClr val="accent6">
                    <a:lumMod val="40000"/>
                    <a:lumOff val="60000"/>
                  </a:schemeClr>
                </a:solidFill>
              </a:rPr>
              <a:t>μ</a:t>
            </a:r>
            <a:r>
              <a:rPr lang="en-US" sz="2000" dirty="0">
                <a:solidFill>
                  <a:schemeClr val="accent6">
                    <a:lumMod val="40000"/>
                    <a:lumOff val="60000"/>
                  </a:schemeClr>
                </a:solidFill>
              </a:rPr>
              <a:t> &lt;  5  ( Claim: System reduces mean contaminant level. This is </a:t>
            </a:r>
            <a:r>
              <a:rPr lang="en-US" sz="2000" dirty="0">
                <a:solidFill>
                  <a:schemeClr val="accent6">
                    <a:lumMod val="60000"/>
                    <a:lumOff val="40000"/>
                  </a:schemeClr>
                </a:solidFill>
              </a:rPr>
              <a:t>Left- tailed </a:t>
            </a:r>
            <a:r>
              <a:rPr lang="en-US" sz="2000" dirty="0">
                <a:solidFill>
                  <a:schemeClr val="accent6">
                    <a:lumMod val="40000"/>
                    <a:lumOff val="60000"/>
                  </a:schemeClr>
                </a:solidFill>
              </a:rPr>
              <a:t>test ) </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2) </a:t>
            </a:r>
          </a:p>
          <a:p>
            <a:r>
              <a:rPr lang="en-US" sz="2000" dirty="0">
                <a:solidFill>
                  <a:schemeClr val="accent6">
                    <a:lumMod val="40000"/>
                    <a:lumOff val="60000"/>
                  </a:schemeClr>
                </a:solidFill>
              </a:rPr>
              <a:t>Find the critical value. </a:t>
            </a:r>
          </a:p>
          <a:p>
            <a:r>
              <a:rPr lang="en-US" sz="2000" dirty="0">
                <a:solidFill>
                  <a:schemeClr val="accent6">
                    <a:lumMod val="40000"/>
                    <a:lumOff val="60000"/>
                  </a:schemeClr>
                </a:solidFill>
              </a:rPr>
              <a:t>Since </a:t>
            </a:r>
            <a:r>
              <a:rPr lang="el-GR" sz="2000" dirty="0">
                <a:solidFill>
                  <a:schemeClr val="accent6">
                    <a:lumMod val="40000"/>
                    <a:lumOff val="60000"/>
                  </a:schemeClr>
                </a:solidFill>
              </a:rPr>
              <a:t>α</a:t>
            </a:r>
            <a:r>
              <a:rPr lang="en-US" sz="2000" dirty="0">
                <a:solidFill>
                  <a:schemeClr val="accent6">
                    <a:lumMod val="40000"/>
                    <a:lumOff val="60000"/>
                  </a:schemeClr>
                </a:solidFill>
              </a:rPr>
              <a:t> = 0.10 and the test is a left-tailed test, the critical value is z-critical = -1.28 </a:t>
            </a:r>
          </a:p>
          <a:p>
            <a:endParaRPr lang="en-US" sz="2000" dirty="0">
              <a:solidFill>
                <a:schemeClr val="accent6">
                  <a:lumMod val="40000"/>
                  <a:lumOff val="60000"/>
                </a:schemeClr>
              </a:solidFill>
            </a:endParaRPr>
          </a:p>
          <a:p>
            <a:r>
              <a:rPr lang="en-US" sz="2000" dirty="0">
                <a:solidFill>
                  <a:schemeClr val="accent6">
                    <a:lumMod val="40000"/>
                    <a:lumOff val="60000"/>
                  </a:schemeClr>
                </a:solidFill>
              </a:rPr>
              <a:t>Step 3) </a:t>
            </a:r>
          </a:p>
          <a:p>
            <a:r>
              <a:rPr lang="en-US" sz="2000" dirty="0">
                <a:solidFill>
                  <a:schemeClr val="accent6">
                    <a:lumMod val="40000"/>
                    <a:lumOff val="60000"/>
                  </a:schemeClr>
                </a:solidFill>
              </a:rPr>
              <a:t>Compute the z test value .</a:t>
            </a:r>
          </a:p>
        </p:txBody>
      </p:sp>
      <p:sp>
        <p:nvSpPr>
          <p:cNvPr id="18" name="TextBox 17">
            <a:extLst>
              <a:ext uri="{FF2B5EF4-FFF2-40B4-BE49-F238E27FC236}">
                <a16:creationId xmlns:a16="http://schemas.microsoft.com/office/drawing/2014/main" id="{27702CCC-CE00-7979-CD85-E2F7C5898974}"/>
              </a:ext>
            </a:extLst>
          </p:cNvPr>
          <p:cNvSpPr txBox="1"/>
          <p:nvPr/>
        </p:nvSpPr>
        <p:spPr>
          <a:xfrm>
            <a:off x="6878575" y="124891"/>
            <a:ext cx="5292083" cy="1631216"/>
          </a:xfrm>
          <a:prstGeom prst="rect">
            <a:avLst/>
          </a:prstGeom>
          <a:noFill/>
        </p:spPr>
        <p:txBody>
          <a:bodyPr wrap="square">
            <a:spAutoFit/>
          </a:bodyPr>
          <a:lstStyle/>
          <a:p>
            <a:r>
              <a:rPr lang="en-US" sz="2000" b="1" dirty="0">
                <a:solidFill>
                  <a:schemeClr val="accent6">
                    <a:lumMod val="40000"/>
                    <a:lumOff val="60000"/>
                  </a:schemeClr>
                </a:solidFill>
              </a:rPr>
              <a:t>Step 4) </a:t>
            </a:r>
          </a:p>
          <a:p>
            <a:r>
              <a:rPr lang="en-US" sz="2000" dirty="0">
                <a:solidFill>
                  <a:schemeClr val="accent6">
                    <a:lumMod val="40000"/>
                    <a:lumOff val="60000"/>
                  </a:schemeClr>
                </a:solidFill>
              </a:rPr>
              <a:t>Make the decision to reject or not reject the null hypothesis.</a:t>
            </a:r>
          </a:p>
          <a:p>
            <a:r>
              <a:rPr lang="en-US" sz="2000" dirty="0">
                <a:solidFill>
                  <a:schemeClr val="accent6">
                    <a:lumMod val="40000"/>
                    <a:lumOff val="60000"/>
                  </a:schemeClr>
                </a:solidFill>
              </a:rPr>
              <a:t>Since -1.28 &lt; -0.968 (the critical value), so do NOT reject the null hypothesis.</a:t>
            </a:r>
          </a:p>
        </p:txBody>
      </p:sp>
      <p:sp>
        <p:nvSpPr>
          <p:cNvPr id="21" name="TextBox 20">
            <a:extLst>
              <a:ext uri="{FF2B5EF4-FFF2-40B4-BE49-F238E27FC236}">
                <a16:creationId xmlns:a16="http://schemas.microsoft.com/office/drawing/2014/main" id="{97852109-1B94-3AA6-08C9-8769AEC8EC3E}"/>
              </a:ext>
            </a:extLst>
          </p:cNvPr>
          <p:cNvSpPr txBox="1"/>
          <p:nvPr/>
        </p:nvSpPr>
        <p:spPr>
          <a:xfrm>
            <a:off x="6942583" y="4332470"/>
            <a:ext cx="5228844" cy="1938992"/>
          </a:xfrm>
          <a:prstGeom prst="rect">
            <a:avLst/>
          </a:prstGeom>
          <a:noFill/>
        </p:spPr>
        <p:txBody>
          <a:bodyPr wrap="square">
            <a:spAutoFit/>
          </a:bodyPr>
          <a:lstStyle/>
          <a:p>
            <a:r>
              <a:rPr lang="en-US" sz="2000" b="1" dirty="0">
                <a:solidFill>
                  <a:schemeClr val="accent6">
                    <a:lumMod val="40000"/>
                    <a:lumOff val="60000"/>
                  </a:schemeClr>
                </a:solidFill>
              </a:rPr>
              <a:t>Step 5) </a:t>
            </a:r>
          </a:p>
          <a:p>
            <a:r>
              <a:rPr lang="en-US" sz="2000" dirty="0">
                <a:solidFill>
                  <a:schemeClr val="accent6">
                    <a:lumMod val="40000"/>
                    <a:lumOff val="60000"/>
                  </a:schemeClr>
                </a:solidFill>
              </a:rPr>
              <a:t>Summarize the results:</a:t>
            </a:r>
          </a:p>
          <a:p>
            <a:r>
              <a:rPr lang="en-US" sz="2000" dirty="0">
                <a:solidFill>
                  <a:schemeClr val="accent6">
                    <a:lumMod val="40000"/>
                    <a:lumOff val="60000"/>
                  </a:schemeClr>
                </a:solidFill>
              </a:rPr>
              <a:t>At the 5% significance level, there is not enough evidence to conclude that the </a:t>
            </a:r>
            <a:r>
              <a:rPr lang="en-US" sz="2000" b="1" dirty="0">
                <a:solidFill>
                  <a:schemeClr val="accent6">
                    <a:lumMod val="40000"/>
                    <a:lumOff val="60000"/>
                  </a:schemeClr>
                </a:solidFill>
              </a:rPr>
              <a:t>new filtration system reduces the mean contaminant level below 5 ppm</a:t>
            </a:r>
            <a:r>
              <a:rPr lang="en-US" sz="2000" dirty="0">
                <a:solidFill>
                  <a:schemeClr val="accent6">
                    <a:lumMod val="40000"/>
                    <a:lumOff val="60000"/>
                  </a:schemeClr>
                </a:solidFill>
              </a:rPr>
              <a:t>.</a:t>
            </a:r>
          </a:p>
        </p:txBody>
      </p:sp>
      <p:cxnSp>
        <p:nvCxnSpPr>
          <p:cNvPr id="2" name="Straight Connector 1">
            <a:extLst>
              <a:ext uri="{FF2B5EF4-FFF2-40B4-BE49-F238E27FC236}">
                <a16:creationId xmlns:a16="http://schemas.microsoft.com/office/drawing/2014/main" id="{C37DC873-E770-8166-CE56-771A6F1BEFCF}"/>
              </a:ext>
            </a:extLst>
          </p:cNvPr>
          <p:cNvCxnSpPr>
            <a:cxnSpLocks/>
          </p:cNvCxnSpPr>
          <p:nvPr/>
        </p:nvCxnSpPr>
        <p:spPr>
          <a:xfrm>
            <a:off x="6766560" y="167700"/>
            <a:ext cx="0" cy="6589716"/>
          </a:xfrm>
          <a:prstGeom prst="line">
            <a:avLst/>
          </a:prstGeom>
        </p:spPr>
        <p:style>
          <a:lnRef idx="3">
            <a:schemeClr val="accent4"/>
          </a:lnRef>
          <a:fillRef idx="0">
            <a:schemeClr val="accent4"/>
          </a:fillRef>
          <a:effectRef idx="2">
            <a:schemeClr val="accent4"/>
          </a:effectRef>
          <a:fontRef idx="minor">
            <a:schemeClr val="tx1"/>
          </a:fontRef>
        </p:style>
      </p:cxnSp>
      <p:pic>
        <p:nvPicPr>
          <p:cNvPr id="4" name="Picture 3">
            <a:extLst>
              <a:ext uri="{FF2B5EF4-FFF2-40B4-BE49-F238E27FC236}">
                <a16:creationId xmlns:a16="http://schemas.microsoft.com/office/drawing/2014/main" id="{30A4DD77-9BAC-3144-F224-1A1F06CECE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5324" y="1817402"/>
            <a:ext cx="4050791" cy="2202652"/>
          </a:xfrm>
          <a:prstGeom prst="rect">
            <a:avLst/>
          </a:prstGeom>
        </p:spPr>
      </p:pic>
      <p:pic>
        <p:nvPicPr>
          <p:cNvPr id="6" name="Picture 5">
            <a:extLst>
              <a:ext uri="{FF2B5EF4-FFF2-40B4-BE49-F238E27FC236}">
                <a16:creationId xmlns:a16="http://schemas.microsoft.com/office/drawing/2014/main" id="{7D7A60FA-7799-F0EC-8A36-18C07342B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74" y="5322329"/>
            <a:ext cx="2400333" cy="1181415"/>
          </a:xfrm>
          <a:prstGeom prst="rect">
            <a:avLst/>
          </a:prstGeom>
        </p:spPr>
      </p:pic>
      <p:pic>
        <p:nvPicPr>
          <p:cNvPr id="8" name="Picture 7">
            <a:extLst>
              <a:ext uri="{FF2B5EF4-FFF2-40B4-BE49-F238E27FC236}">
                <a16:creationId xmlns:a16="http://schemas.microsoft.com/office/drawing/2014/main" id="{169B1017-FDE6-167E-2BC8-C8AF3AAAF1D5}"/>
              </a:ext>
            </a:extLst>
          </p:cNvPr>
          <p:cNvPicPr>
            <a:picLocks noChangeAspect="1"/>
          </p:cNvPicPr>
          <p:nvPr/>
        </p:nvPicPr>
        <p:blipFill>
          <a:blip r:embed="rId4"/>
          <a:stretch>
            <a:fillRect/>
          </a:stretch>
        </p:blipFill>
        <p:spPr>
          <a:xfrm>
            <a:off x="2748356" y="5386337"/>
            <a:ext cx="3842182" cy="1268912"/>
          </a:xfrm>
          <a:prstGeom prst="rect">
            <a:avLst/>
          </a:prstGeom>
        </p:spPr>
      </p:pic>
      <p:grpSp>
        <p:nvGrpSpPr>
          <p:cNvPr id="22" name="Group 21">
            <a:extLst>
              <a:ext uri="{FF2B5EF4-FFF2-40B4-BE49-F238E27FC236}">
                <a16:creationId xmlns:a16="http://schemas.microsoft.com/office/drawing/2014/main" id="{8B83A7B1-F7D9-DAC6-8EB6-304E72912FFB}"/>
              </a:ext>
            </a:extLst>
          </p:cNvPr>
          <p:cNvGrpSpPr/>
          <p:nvPr/>
        </p:nvGrpSpPr>
        <p:grpSpPr>
          <a:xfrm>
            <a:off x="8028504" y="3864816"/>
            <a:ext cx="600480" cy="159480"/>
            <a:chOff x="8028504" y="3864816"/>
            <a:chExt cx="600480" cy="159480"/>
          </a:xfrm>
        </p:grpSpPr>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D77C6027-A9E0-89F0-9714-F4A133FA8058}"/>
                    </a:ext>
                  </a:extLst>
                </p14:cNvPr>
                <p14:cNvContentPartPr/>
                <p14:nvPr/>
              </p14:nvContentPartPr>
              <p14:xfrm>
                <a:off x="8028504" y="3924576"/>
                <a:ext cx="126720" cy="5760"/>
              </p14:xfrm>
            </p:contentPart>
          </mc:Choice>
          <mc:Fallback xmlns="">
            <p:pic>
              <p:nvPicPr>
                <p:cNvPr id="14" name="Ink 13">
                  <a:extLst>
                    <a:ext uri="{FF2B5EF4-FFF2-40B4-BE49-F238E27FC236}">
                      <a16:creationId xmlns:a16="http://schemas.microsoft.com/office/drawing/2014/main" id="{D77C6027-A9E0-89F0-9714-F4A133FA8058}"/>
                    </a:ext>
                  </a:extLst>
                </p:cNvPr>
                <p:cNvPicPr/>
                <p:nvPr/>
              </p:nvPicPr>
              <p:blipFill>
                <a:blip r:embed="rId6"/>
                <a:stretch>
                  <a:fillRect/>
                </a:stretch>
              </p:blipFill>
              <p:spPr>
                <a:xfrm>
                  <a:off x="7992504" y="3888576"/>
                  <a:ext cx="1983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6287C09C-9970-DD66-DE55-E809393F3E27}"/>
                    </a:ext>
                  </a:extLst>
                </p14:cNvPr>
                <p14:cNvContentPartPr/>
                <p14:nvPr/>
              </p14:nvContentPartPr>
              <p14:xfrm>
                <a:off x="8217144" y="3864816"/>
                <a:ext cx="27000" cy="137520"/>
              </p14:xfrm>
            </p:contentPart>
          </mc:Choice>
          <mc:Fallback xmlns="">
            <p:pic>
              <p:nvPicPr>
                <p:cNvPr id="15" name="Ink 14">
                  <a:extLst>
                    <a:ext uri="{FF2B5EF4-FFF2-40B4-BE49-F238E27FC236}">
                      <a16:creationId xmlns:a16="http://schemas.microsoft.com/office/drawing/2014/main" id="{6287C09C-9970-DD66-DE55-E809393F3E27}"/>
                    </a:ext>
                  </a:extLst>
                </p:cNvPr>
                <p:cNvPicPr/>
                <p:nvPr/>
              </p:nvPicPr>
              <p:blipFill>
                <a:blip r:embed="rId8"/>
                <a:stretch>
                  <a:fillRect/>
                </a:stretch>
              </p:blipFill>
              <p:spPr>
                <a:xfrm>
                  <a:off x="8181144" y="3829176"/>
                  <a:ext cx="98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3FDE93AF-547B-CB33-1B5C-036C3428681D}"/>
                    </a:ext>
                  </a:extLst>
                </p14:cNvPr>
                <p14:cNvContentPartPr/>
                <p14:nvPr/>
              </p14:nvContentPartPr>
              <p14:xfrm>
                <a:off x="8338464" y="3981456"/>
                <a:ext cx="1080" cy="5760"/>
              </p14:xfrm>
            </p:contentPart>
          </mc:Choice>
          <mc:Fallback xmlns="">
            <p:pic>
              <p:nvPicPr>
                <p:cNvPr id="16" name="Ink 15">
                  <a:extLst>
                    <a:ext uri="{FF2B5EF4-FFF2-40B4-BE49-F238E27FC236}">
                      <a16:creationId xmlns:a16="http://schemas.microsoft.com/office/drawing/2014/main" id="{3FDE93AF-547B-CB33-1B5C-036C3428681D}"/>
                    </a:ext>
                  </a:extLst>
                </p:cNvPr>
                <p:cNvPicPr/>
                <p:nvPr/>
              </p:nvPicPr>
              <p:blipFill>
                <a:blip r:embed="rId10"/>
                <a:stretch>
                  <a:fillRect/>
                </a:stretch>
              </p:blipFill>
              <p:spPr>
                <a:xfrm>
                  <a:off x="8302464" y="3945456"/>
                  <a:ext cx="7272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1F090CC2-324B-5090-5D47-147B147BD4E5}"/>
                    </a:ext>
                  </a:extLst>
                </p14:cNvPr>
                <p14:cNvContentPartPr/>
                <p14:nvPr/>
              </p14:nvContentPartPr>
              <p14:xfrm>
                <a:off x="8411904" y="3889656"/>
                <a:ext cx="105840" cy="119520"/>
              </p14:xfrm>
            </p:contentPart>
          </mc:Choice>
          <mc:Fallback xmlns="">
            <p:pic>
              <p:nvPicPr>
                <p:cNvPr id="17" name="Ink 16">
                  <a:extLst>
                    <a:ext uri="{FF2B5EF4-FFF2-40B4-BE49-F238E27FC236}">
                      <a16:creationId xmlns:a16="http://schemas.microsoft.com/office/drawing/2014/main" id="{1F090CC2-324B-5090-5D47-147B147BD4E5}"/>
                    </a:ext>
                  </a:extLst>
                </p:cNvPr>
                <p:cNvPicPr/>
                <p:nvPr/>
              </p:nvPicPr>
              <p:blipFill>
                <a:blip r:embed="rId12"/>
                <a:stretch>
                  <a:fillRect/>
                </a:stretch>
              </p:blipFill>
              <p:spPr>
                <a:xfrm>
                  <a:off x="8375904" y="3854016"/>
                  <a:ext cx="1774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2C2C1278-92D3-FA04-0222-15EC9711685B}"/>
                    </a:ext>
                  </a:extLst>
                </p14:cNvPr>
                <p14:cNvContentPartPr/>
                <p14:nvPr/>
              </p14:nvContentPartPr>
              <p14:xfrm>
                <a:off x="8520264" y="3885336"/>
                <a:ext cx="90720" cy="62640"/>
              </p14:xfrm>
            </p:contentPart>
          </mc:Choice>
          <mc:Fallback xmlns="">
            <p:pic>
              <p:nvPicPr>
                <p:cNvPr id="19" name="Ink 18">
                  <a:extLst>
                    <a:ext uri="{FF2B5EF4-FFF2-40B4-BE49-F238E27FC236}">
                      <a16:creationId xmlns:a16="http://schemas.microsoft.com/office/drawing/2014/main" id="{2C2C1278-92D3-FA04-0222-15EC9711685B}"/>
                    </a:ext>
                  </a:extLst>
                </p:cNvPr>
                <p:cNvPicPr/>
                <p:nvPr/>
              </p:nvPicPr>
              <p:blipFill>
                <a:blip r:embed="rId14"/>
                <a:stretch>
                  <a:fillRect/>
                </a:stretch>
              </p:blipFill>
              <p:spPr>
                <a:xfrm>
                  <a:off x="8484264" y="3849696"/>
                  <a:ext cx="16236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BC54998B-FDBC-A0BF-2D76-84A5872DE860}"/>
                    </a:ext>
                  </a:extLst>
                </p14:cNvPr>
                <p14:cNvContentPartPr/>
                <p14:nvPr/>
              </p14:nvContentPartPr>
              <p14:xfrm>
                <a:off x="8554104" y="3953736"/>
                <a:ext cx="74880" cy="70560"/>
              </p14:xfrm>
            </p:contentPart>
          </mc:Choice>
          <mc:Fallback xmlns="">
            <p:pic>
              <p:nvPicPr>
                <p:cNvPr id="20" name="Ink 19">
                  <a:extLst>
                    <a:ext uri="{FF2B5EF4-FFF2-40B4-BE49-F238E27FC236}">
                      <a16:creationId xmlns:a16="http://schemas.microsoft.com/office/drawing/2014/main" id="{BC54998B-FDBC-A0BF-2D76-84A5872DE860}"/>
                    </a:ext>
                  </a:extLst>
                </p:cNvPr>
                <p:cNvPicPr/>
                <p:nvPr/>
              </p:nvPicPr>
              <p:blipFill>
                <a:blip r:embed="rId16"/>
                <a:stretch>
                  <a:fillRect/>
                </a:stretch>
              </p:blipFill>
              <p:spPr>
                <a:xfrm>
                  <a:off x="8518104" y="3918096"/>
                  <a:ext cx="14652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BCEEA7FC-1A37-1786-DAF4-24C235023D57}"/>
                  </a:ext>
                </a:extLst>
              </p14:cNvPr>
              <p14:cNvContentPartPr/>
              <p14:nvPr/>
            </p14:nvContentPartPr>
            <p14:xfrm>
              <a:off x="8949744" y="3450816"/>
              <a:ext cx="58320" cy="57600"/>
            </p14:xfrm>
          </p:contentPart>
        </mc:Choice>
        <mc:Fallback xmlns="">
          <p:pic>
            <p:nvPicPr>
              <p:cNvPr id="23" name="Ink 22">
                <a:extLst>
                  <a:ext uri="{FF2B5EF4-FFF2-40B4-BE49-F238E27FC236}">
                    <a16:creationId xmlns:a16="http://schemas.microsoft.com/office/drawing/2014/main" id="{BCEEA7FC-1A37-1786-DAF4-24C235023D57}"/>
                  </a:ext>
                </a:extLst>
              </p:cNvPr>
              <p:cNvPicPr/>
              <p:nvPr/>
            </p:nvPicPr>
            <p:blipFill>
              <a:blip r:embed="rId18"/>
              <a:stretch>
                <a:fillRect/>
              </a:stretch>
            </p:blipFill>
            <p:spPr>
              <a:xfrm>
                <a:off x="8914104" y="3414816"/>
                <a:ext cx="129960" cy="129240"/>
              </a:xfrm>
              <a:prstGeom prst="rect">
                <a:avLst/>
              </a:prstGeom>
            </p:spPr>
          </p:pic>
        </mc:Fallback>
      </mc:AlternateContent>
      <p:grpSp>
        <p:nvGrpSpPr>
          <p:cNvPr id="31" name="Group 30">
            <a:extLst>
              <a:ext uri="{FF2B5EF4-FFF2-40B4-BE49-F238E27FC236}">
                <a16:creationId xmlns:a16="http://schemas.microsoft.com/office/drawing/2014/main" id="{9806EE17-AAF4-DFC6-3944-B31FE6BFDC3A}"/>
              </a:ext>
            </a:extLst>
          </p:cNvPr>
          <p:cNvGrpSpPr/>
          <p:nvPr/>
        </p:nvGrpSpPr>
        <p:grpSpPr>
          <a:xfrm>
            <a:off x="8839224" y="3265056"/>
            <a:ext cx="662040" cy="151200"/>
            <a:chOff x="8839224" y="3265056"/>
            <a:chExt cx="662040" cy="151200"/>
          </a:xfrm>
        </p:grpSpPr>
        <mc:AlternateContent xmlns:mc="http://schemas.openxmlformats.org/markup-compatibility/2006" xmlns:p14="http://schemas.microsoft.com/office/powerpoint/2010/main">
          <mc:Choice Requires="p14">
            <p:contentPart p14:bwMode="auto" r:id="rId19">
              <p14:nvContentPartPr>
                <p14:cNvPr id="24" name="Ink 23">
                  <a:extLst>
                    <a:ext uri="{FF2B5EF4-FFF2-40B4-BE49-F238E27FC236}">
                      <a16:creationId xmlns:a16="http://schemas.microsoft.com/office/drawing/2014/main" id="{9B4EA289-1C3F-2614-BBF8-E81D2920E002}"/>
                    </a:ext>
                  </a:extLst>
                </p14:cNvPr>
                <p14:cNvContentPartPr/>
                <p14:nvPr/>
              </p14:nvContentPartPr>
              <p14:xfrm>
                <a:off x="8839224" y="3317256"/>
                <a:ext cx="106920" cy="12960"/>
              </p14:xfrm>
            </p:contentPart>
          </mc:Choice>
          <mc:Fallback xmlns="">
            <p:pic>
              <p:nvPicPr>
                <p:cNvPr id="24" name="Ink 23">
                  <a:extLst>
                    <a:ext uri="{FF2B5EF4-FFF2-40B4-BE49-F238E27FC236}">
                      <a16:creationId xmlns:a16="http://schemas.microsoft.com/office/drawing/2014/main" id="{9B4EA289-1C3F-2614-BBF8-E81D2920E002}"/>
                    </a:ext>
                  </a:extLst>
                </p:cNvPr>
                <p:cNvPicPr/>
                <p:nvPr/>
              </p:nvPicPr>
              <p:blipFill>
                <a:blip r:embed="rId20"/>
                <a:stretch>
                  <a:fillRect/>
                </a:stretch>
              </p:blipFill>
              <p:spPr>
                <a:xfrm>
                  <a:off x="8803224" y="3281616"/>
                  <a:ext cx="1785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84D84F70-73F3-A457-3EB6-A6C2C851DD7A}"/>
                    </a:ext>
                  </a:extLst>
                </p14:cNvPr>
                <p14:cNvContentPartPr/>
                <p14:nvPr/>
              </p14:nvContentPartPr>
              <p14:xfrm>
                <a:off x="9004104" y="3270456"/>
                <a:ext cx="74160" cy="88560"/>
              </p14:xfrm>
            </p:contentPart>
          </mc:Choice>
          <mc:Fallback xmlns="">
            <p:pic>
              <p:nvPicPr>
                <p:cNvPr id="25" name="Ink 24">
                  <a:extLst>
                    <a:ext uri="{FF2B5EF4-FFF2-40B4-BE49-F238E27FC236}">
                      <a16:creationId xmlns:a16="http://schemas.microsoft.com/office/drawing/2014/main" id="{84D84F70-73F3-A457-3EB6-A6C2C851DD7A}"/>
                    </a:ext>
                  </a:extLst>
                </p:cNvPr>
                <p:cNvPicPr/>
                <p:nvPr/>
              </p:nvPicPr>
              <p:blipFill>
                <a:blip r:embed="rId22"/>
                <a:stretch>
                  <a:fillRect/>
                </a:stretch>
              </p:blipFill>
              <p:spPr>
                <a:xfrm>
                  <a:off x="8968464" y="3234456"/>
                  <a:ext cx="14580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3D913403-7519-B381-2D20-89E5C1BA047B}"/>
                    </a:ext>
                  </a:extLst>
                </p14:cNvPr>
                <p14:cNvContentPartPr/>
                <p14:nvPr/>
              </p14:nvContentPartPr>
              <p14:xfrm>
                <a:off x="9113904" y="3361896"/>
                <a:ext cx="25560" cy="12240"/>
              </p14:xfrm>
            </p:contentPart>
          </mc:Choice>
          <mc:Fallback xmlns="">
            <p:pic>
              <p:nvPicPr>
                <p:cNvPr id="26" name="Ink 25">
                  <a:extLst>
                    <a:ext uri="{FF2B5EF4-FFF2-40B4-BE49-F238E27FC236}">
                      <a16:creationId xmlns:a16="http://schemas.microsoft.com/office/drawing/2014/main" id="{3D913403-7519-B381-2D20-89E5C1BA047B}"/>
                    </a:ext>
                  </a:extLst>
                </p:cNvPr>
                <p:cNvPicPr/>
                <p:nvPr/>
              </p:nvPicPr>
              <p:blipFill>
                <a:blip r:embed="rId24"/>
                <a:stretch>
                  <a:fillRect/>
                </a:stretch>
              </p:blipFill>
              <p:spPr>
                <a:xfrm>
                  <a:off x="9078264" y="3325896"/>
                  <a:ext cx="9720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7" name="Ink 26">
                  <a:extLst>
                    <a:ext uri="{FF2B5EF4-FFF2-40B4-BE49-F238E27FC236}">
                      <a16:creationId xmlns:a16="http://schemas.microsoft.com/office/drawing/2014/main" id="{6167E2EC-5904-8B9B-AEF3-A3DCAE4268BB}"/>
                    </a:ext>
                  </a:extLst>
                </p14:cNvPr>
                <p14:cNvContentPartPr/>
                <p14:nvPr/>
              </p14:nvContentPartPr>
              <p14:xfrm>
                <a:off x="9158904" y="3265056"/>
                <a:ext cx="73440" cy="138600"/>
              </p14:xfrm>
            </p:contentPart>
          </mc:Choice>
          <mc:Fallback xmlns="">
            <p:pic>
              <p:nvPicPr>
                <p:cNvPr id="27" name="Ink 26">
                  <a:extLst>
                    <a:ext uri="{FF2B5EF4-FFF2-40B4-BE49-F238E27FC236}">
                      <a16:creationId xmlns:a16="http://schemas.microsoft.com/office/drawing/2014/main" id="{6167E2EC-5904-8B9B-AEF3-A3DCAE4268BB}"/>
                    </a:ext>
                  </a:extLst>
                </p:cNvPr>
                <p:cNvPicPr/>
                <p:nvPr/>
              </p:nvPicPr>
              <p:blipFill>
                <a:blip r:embed="rId26"/>
                <a:stretch>
                  <a:fillRect/>
                </a:stretch>
              </p:blipFill>
              <p:spPr>
                <a:xfrm>
                  <a:off x="9123264" y="3229056"/>
                  <a:ext cx="1450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8" name="Ink 27">
                  <a:extLst>
                    <a:ext uri="{FF2B5EF4-FFF2-40B4-BE49-F238E27FC236}">
                      <a16:creationId xmlns:a16="http://schemas.microsoft.com/office/drawing/2014/main" id="{B7F417A9-CC23-0D55-D3DF-53FFD358B81B}"/>
                    </a:ext>
                  </a:extLst>
                </p14:cNvPr>
                <p14:cNvContentPartPr/>
                <p14:nvPr/>
              </p14:nvContentPartPr>
              <p14:xfrm>
                <a:off x="9294264" y="3283776"/>
                <a:ext cx="72720" cy="110880"/>
              </p14:xfrm>
            </p:contentPart>
          </mc:Choice>
          <mc:Fallback xmlns="">
            <p:pic>
              <p:nvPicPr>
                <p:cNvPr id="28" name="Ink 27">
                  <a:extLst>
                    <a:ext uri="{FF2B5EF4-FFF2-40B4-BE49-F238E27FC236}">
                      <a16:creationId xmlns:a16="http://schemas.microsoft.com/office/drawing/2014/main" id="{B7F417A9-CC23-0D55-D3DF-53FFD358B81B}"/>
                    </a:ext>
                  </a:extLst>
                </p:cNvPr>
                <p:cNvPicPr/>
                <p:nvPr/>
              </p:nvPicPr>
              <p:blipFill>
                <a:blip r:embed="rId28"/>
                <a:stretch>
                  <a:fillRect/>
                </a:stretch>
              </p:blipFill>
              <p:spPr>
                <a:xfrm>
                  <a:off x="9258624" y="3247776"/>
                  <a:ext cx="1443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A2970B47-9BCD-B66E-51A7-67948B955DA1}"/>
                    </a:ext>
                  </a:extLst>
                </p14:cNvPr>
                <p14:cNvContentPartPr/>
                <p14:nvPr/>
              </p14:nvContentPartPr>
              <p14:xfrm>
                <a:off x="9408744" y="3279096"/>
                <a:ext cx="88200" cy="64080"/>
              </p14:xfrm>
            </p:contentPart>
          </mc:Choice>
          <mc:Fallback xmlns="">
            <p:pic>
              <p:nvPicPr>
                <p:cNvPr id="29" name="Ink 28">
                  <a:extLst>
                    <a:ext uri="{FF2B5EF4-FFF2-40B4-BE49-F238E27FC236}">
                      <a16:creationId xmlns:a16="http://schemas.microsoft.com/office/drawing/2014/main" id="{A2970B47-9BCD-B66E-51A7-67948B955DA1}"/>
                    </a:ext>
                  </a:extLst>
                </p:cNvPr>
                <p:cNvPicPr/>
                <p:nvPr/>
              </p:nvPicPr>
              <p:blipFill>
                <a:blip r:embed="rId30"/>
                <a:stretch>
                  <a:fillRect/>
                </a:stretch>
              </p:blipFill>
              <p:spPr>
                <a:xfrm>
                  <a:off x="9372744" y="3243456"/>
                  <a:ext cx="1598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0" name="Ink 29">
                  <a:extLst>
                    <a:ext uri="{FF2B5EF4-FFF2-40B4-BE49-F238E27FC236}">
                      <a16:creationId xmlns:a16="http://schemas.microsoft.com/office/drawing/2014/main" id="{DFF9D310-CD66-78C2-EB05-33FE8D17EC77}"/>
                    </a:ext>
                  </a:extLst>
                </p14:cNvPr>
                <p14:cNvContentPartPr/>
                <p14:nvPr/>
              </p14:nvContentPartPr>
              <p14:xfrm>
                <a:off x="9428184" y="3352176"/>
                <a:ext cx="73080" cy="64080"/>
              </p14:xfrm>
            </p:contentPart>
          </mc:Choice>
          <mc:Fallback xmlns="">
            <p:pic>
              <p:nvPicPr>
                <p:cNvPr id="30" name="Ink 29">
                  <a:extLst>
                    <a:ext uri="{FF2B5EF4-FFF2-40B4-BE49-F238E27FC236}">
                      <a16:creationId xmlns:a16="http://schemas.microsoft.com/office/drawing/2014/main" id="{DFF9D310-CD66-78C2-EB05-33FE8D17EC77}"/>
                    </a:ext>
                  </a:extLst>
                </p:cNvPr>
                <p:cNvPicPr/>
                <p:nvPr/>
              </p:nvPicPr>
              <p:blipFill>
                <a:blip r:embed="rId32"/>
                <a:stretch>
                  <a:fillRect/>
                </a:stretch>
              </p:blipFill>
              <p:spPr>
                <a:xfrm>
                  <a:off x="9392544" y="3316176"/>
                  <a:ext cx="144720" cy="135720"/>
                </a:xfrm>
                <a:prstGeom prst="rect">
                  <a:avLst/>
                </a:prstGeom>
              </p:spPr>
            </p:pic>
          </mc:Fallback>
        </mc:AlternateContent>
      </p:grpSp>
    </p:spTree>
    <p:extLst>
      <p:ext uri="{BB962C8B-B14F-4D97-AF65-F5344CB8AC3E}">
        <p14:creationId xmlns:p14="http://schemas.microsoft.com/office/powerpoint/2010/main" val="1721137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5C097-3A8B-B96C-CC32-164F6F74020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B4B57B8-B556-A8EF-F155-E4B5794B7434}"/>
              </a:ext>
            </a:extLst>
          </p:cNvPr>
          <p:cNvSpPr txBox="1"/>
          <p:nvPr/>
        </p:nvSpPr>
        <p:spPr>
          <a:xfrm>
            <a:off x="102870" y="112836"/>
            <a:ext cx="11537442" cy="4524315"/>
          </a:xfrm>
          <a:prstGeom prst="rect">
            <a:avLst/>
          </a:prstGeom>
          <a:noFill/>
        </p:spPr>
        <p:txBody>
          <a:bodyPr wrap="square">
            <a:spAutoFit/>
          </a:bodyPr>
          <a:lstStyle/>
          <a:p>
            <a:pPr>
              <a:buNone/>
            </a:pPr>
            <a:r>
              <a:rPr lang="en-US" sz="2400" dirty="0">
                <a:solidFill>
                  <a:schemeClr val="accent6">
                    <a:lumMod val="40000"/>
                    <a:lumOff val="60000"/>
                  </a:schemeClr>
                </a:solidFill>
              </a:rPr>
              <a:t>Example (2-Tailed Test): </a:t>
            </a:r>
          </a:p>
          <a:p>
            <a:pPr>
              <a:buNone/>
            </a:pPr>
            <a:r>
              <a:rPr lang="en-US" sz="2400" dirty="0">
                <a:solidFill>
                  <a:schemeClr val="accent6">
                    <a:lumMod val="40000"/>
                    <a:lumOff val="60000"/>
                  </a:schemeClr>
                </a:solidFill>
              </a:rPr>
              <a:t>A medical researcher is interested in finding out whether a new medication will have any </a:t>
            </a:r>
            <a:r>
              <a:rPr lang="en-US" sz="2400" b="1" dirty="0">
                <a:solidFill>
                  <a:schemeClr val="accent6">
                    <a:lumMod val="40000"/>
                    <a:lumOff val="60000"/>
                  </a:schemeClr>
                </a:solidFill>
              </a:rPr>
              <a:t>undesirable side effects</a:t>
            </a:r>
            <a:r>
              <a:rPr lang="en-US" sz="2400" dirty="0">
                <a:solidFill>
                  <a:schemeClr val="accent6">
                    <a:lumMod val="40000"/>
                    <a:lumOff val="60000"/>
                  </a:schemeClr>
                </a:solidFill>
              </a:rPr>
              <a:t> on patients’ pulse rates. The researcher is concerned with whether the pulse rate </a:t>
            </a:r>
            <a:r>
              <a:rPr lang="en-US" sz="2400" b="1" dirty="0">
                <a:solidFill>
                  <a:schemeClr val="accent6">
                    <a:lumMod val="40000"/>
                    <a:lumOff val="60000"/>
                  </a:schemeClr>
                </a:solidFill>
              </a:rPr>
              <a:t>increases, decreases, or stays the same</a:t>
            </a:r>
            <a:r>
              <a:rPr lang="en-US" sz="2400" dirty="0">
                <a:solidFill>
                  <a:schemeClr val="accent6">
                    <a:lumMod val="40000"/>
                    <a:lumOff val="60000"/>
                  </a:schemeClr>
                </a:solidFill>
              </a:rPr>
              <a:t> after taking the medication.  The researcher knows that the </a:t>
            </a:r>
            <a:r>
              <a:rPr lang="en-US" sz="2400" b="1" dirty="0">
                <a:solidFill>
                  <a:schemeClr val="accent6">
                    <a:lumMod val="40000"/>
                    <a:lumOff val="60000"/>
                  </a:schemeClr>
                </a:solidFill>
              </a:rPr>
              <a:t>mean pulse rate</a:t>
            </a:r>
            <a:r>
              <a:rPr lang="en-US" sz="2400" dirty="0">
                <a:solidFill>
                  <a:schemeClr val="accent6">
                    <a:lumMod val="40000"/>
                    <a:lumOff val="60000"/>
                  </a:schemeClr>
                </a:solidFill>
              </a:rPr>
              <a:t> for the </a:t>
            </a:r>
            <a:r>
              <a:rPr lang="en-US" sz="2400" b="1" dirty="0">
                <a:solidFill>
                  <a:schemeClr val="accent6">
                    <a:lumMod val="40000"/>
                    <a:lumOff val="60000"/>
                  </a:schemeClr>
                </a:solidFill>
              </a:rPr>
              <a:t>population</a:t>
            </a:r>
            <a:r>
              <a:rPr lang="en-US" sz="2400" dirty="0">
                <a:solidFill>
                  <a:schemeClr val="accent6">
                    <a:lumMod val="40000"/>
                    <a:lumOff val="60000"/>
                  </a:schemeClr>
                </a:solidFill>
              </a:rPr>
              <a:t> under study is </a:t>
            </a:r>
            <a:r>
              <a:rPr lang="en-US" sz="2400" b="1" dirty="0">
                <a:solidFill>
                  <a:schemeClr val="accent6">
                    <a:lumMod val="40000"/>
                    <a:lumOff val="60000"/>
                  </a:schemeClr>
                </a:solidFill>
              </a:rPr>
              <a:t>82 beats per minute (BPM)</a:t>
            </a:r>
            <a:r>
              <a:rPr lang="en-US" sz="2400" dirty="0">
                <a:solidFill>
                  <a:schemeClr val="accent6">
                    <a:lumMod val="40000"/>
                    <a:lumOff val="60000"/>
                  </a:schemeClr>
                </a:solidFill>
              </a:rPr>
              <a:t>, with a </a:t>
            </a:r>
            <a:r>
              <a:rPr lang="en-US" sz="2400" b="1" dirty="0">
                <a:solidFill>
                  <a:schemeClr val="accent6">
                    <a:lumMod val="40000"/>
                    <a:lumOff val="60000"/>
                  </a:schemeClr>
                </a:solidFill>
              </a:rPr>
              <a:t>population standard deviation</a:t>
            </a:r>
            <a:r>
              <a:rPr lang="en-US" sz="2400" dirty="0">
                <a:solidFill>
                  <a:schemeClr val="accent6">
                    <a:lumMod val="40000"/>
                    <a:lumOff val="60000"/>
                  </a:schemeClr>
                </a:solidFill>
              </a:rPr>
              <a:t> of </a:t>
            </a:r>
            <a:r>
              <a:rPr lang="en-US" sz="2400" b="1" dirty="0">
                <a:solidFill>
                  <a:schemeClr val="accent6">
                    <a:lumMod val="40000"/>
                    <a:lumOff val="60000"/>
                  </a:schemeClr>
                </a:solidFill>
              </a:rPr>
              <a:t>5 BPM</a:t>
            </a:r>
            <a:r>
              <a:rPr lang="en-US" sz="2400" dirty="0">
                <a:solidFill>
                  <a:schemeClr val="accent6">
                    <a:lumMod val="40000"/>
                    <a:lumOff val="60000"/>
                  </a:schemeClr>
                </a:solidFill>
              </a:rPr>
              <a:t>. </a:t>
            </a:r>
          </a:p>
          <a:p>
            <a:pPr>
              <a:buNone/>
            </a:pPr>
            <a:endParaRPr lang="en-US" sz="2400" dirty="0">
              <a:solidFill>
                <a:schemeClr val="accent6">
                  <a:lumMod val="40000"/>
                  <a:lumOff val="60000"/>
                </a:schemeClr>
              </a:solidFill>
            </a:endParaRPr>
          </a:p>
          <a:p>
            <a:pPr>
              <a:buNone/>
            </a:pPr>
            <a:r>
              <a:rPr lang="en-US" sz="2400" dirty="0">
                <a:solidFill>
                  <a:schemeClr val="accent6">
                    <a:lumMod val="40000"/>
                    <a:lumOff val="60000"/>
                  </a:schemeClr>
                </a:solidFill>
              </a:rPr>
              <a:t>To investigate, the researcher selects a </a:t>
            </a:r>
            <a:r>
              <a:rPr lang="en-US" sz="2400" b="1" dirty="0">
                <a:solidFill>
                  <a:schemeClr val="accent6">
                    <a:lumMod val="40000"/>
                    <a:lumOff val="60000"/>
                  </a:schemeClr>
                </a:solidFill>
              </a:rPr>
              <a:t>random sample of 60 patients</a:t>
            </a:r>
            <a:r>
              <a:rPr lang="en-US" sz="2400" dirty="0">
                <a:solidFill>
                  <a:schemeClr val="accent6">
                    <a:lumMod val="40000"/>
                    <a:lumOff val="60000"/>
                  </a:schemeClr>
                </a:solidFill>
              </a:rPr>
              <a:t> who take the medication and finds that their </a:t>
            </a:r>
            <a:r>
              <a:rPr lang="en-US" sz="2400" b="1" dirty="0">
                <a:solidFill>
                  <a:schemeClr val="accent6">
                    <a:lumMod val="40000"/>
                    <a:lumOff val="60000"/>
                  </a:schemeClr>
                </a:solidFill>
              </a:rPr>
              <a:t>mean pulse rate</a:t>
            </a:r>
            <a:r>
              <a:rPr lang="en-US" sz="2400" dirty="0">
                <a:solidFill>
                  <a:schemeClr val="accent6">
                    <a:lumMod val="40000"/>
                    <a:lumOff val="60000"/>
                  </a:schemeClr>
                </a:solidFill>
              </a:rPr>
              <a:t> is </a:t>
            </a:r>
            <a:r>
              <a:rPr lang="en-US" sz="2400" b="1" dirty="0">
                <a:solidFill>
                  <a:schemeClr val="accent6">
                    <a:lumMod val="40000"/>
                    <a:lumOff val="60000"/>
                  </a:schemeClr>
                </a:solidFill>
              </a:rPr>
              <a:t>80.7 BPM</a:t>
            </a:r>
            <a:r>
              <a:rPr lang="en-US" sz="2400" dirty="0">
                <a:solidFill>
                  <a:schemeClr val="accent6">
                    <a:lumMod val="40000"/>
                    <a:lumOff val="60000"/>
                  </a:schemeClr>
                </a:solidFill>
              </a:rPr>
              <a:t>. </a:t>
            </a:r>
          </a:p>
          <a:p>
            <a:pPr>
              <a:buNone/>
            </a:pPr>
            <a:endParaRPr lang="en-US" sz="2400" b="1" dirty="0">
              <a:solidFill>
                <a:schemeClr val="accent6">
                  <a:lumMod val="40000"/>
                  <a:lumOff val="60000"/>
                </a:schemeClr>
              </a:solidFill>
            </a:endParaRPr>
          </a:p>
          <a:p>
            <a:r>
              <a:rPr lang="en-US" sz="2400" dirty="0">
                <a:solidFill>
                  <a:schemeClr val="accent6">
                    <a:lumMod val="40000"/>
                    <a:lumOff val="60000"/>
                  </a:schemeClr>
                </a:solidFill>
              </a:rPr>
              <a:t>Test the claim that medication </a:t>
            </a:r>
            <a:r>
              <a:rPr lang="en-US" sz="2400" b="1" dirty="0">
                <a:solidFill>
                  <a:schemeClr val="accent6">
                    <a:lumMod val="40000"/>
                    <a:lumOff val="60000"/>
                  </a:schemeClr>
                </a:solidFill>
              </a:rPr>
              <a:t>does affect</a:t>
            </a:r>
            <a:r>
              <a:rPr lang="en-US" sz="2400" dirty="0">
                <a:solidFill>
                  <a:schemeClr val="accent6">
                    <a:lumMod val="40000"/>
                    <a:lumOff val="60000"/>
                  </a:schemeClr>
                </a:solidFill>
              </a:rPr>
              <a:t> the mean pulse rate at significance level, </a:t>
            </a:r>
            <a:r>
              <a:rPr lang="en-US" sz="2400" b="1" dirty="0">
                <a:solidFill>
                  <a:schemeClr val="accent6">
                    <a:lumMod val="40000"/>
                    <a:lumOff val="60000"/>
                  </a:schemeClr>
                </a:solidFill>
              </a:rPr>
              <a:t>α = 0.01 (i.e. 1%)</a:t>
            </a:r>
            <a:r>
              <a:rPr lang="en-US" sz="2400" dirty="0">
                <a:solidFill>
                  <a:schemeClr val="accent6">
                    <a:lumMod val="40000"/>
                    <a:lumOff val="60000"/>
                  </a:schemeClr>
                </a:solidFill>
              </a:rPr>
              <a:t>.</a:t>
            </a:r>
          </a:p>
        </p:txBody>
      </p:sp>
    </p:spTree>
    <p:extLst>
      <p:ext uri="{BB962C8B-B14F-4D97-AF65-F5344CB8AC3E}">
        <p14:creationId xmlns:p14="http://schemas.microsoft.com/office/powerpoint/2010/main" val="4088325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7F541-99AC-6E7B-0C37-8B2937C8D89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BB59D8A-41CF-367D-27A3-2A0E6449E21C}"/>
              </a:ext>
            </a:extLst>
          </p:cNvPr>
          <p:cNvSpPr txBox="1"/>
          <p:nvPr/>
        </p:nvSpPr>
        <p:spPr>
          <a:xfrm>
            <a:off x="102870" y="112836"/>
            <a:ext cx="6094476" cy="5016758"/>
          </a:xfrm>
          <a:prstGeom prst="rect">
            <a:avLst/>
          </a:prstGeom>
          <a:noFill/>
        </p:spPr>
        <p:txBody>
          <a:bodyPr wrap="square">
            <a:spAutoFit/>
          </a:bodyPr>
          <a:lstStyle/>
          <a:p>
            <a:r>
              <a:rPr lang="en-US" sz="2000" dirty="0">
                <a:solidFill>
                  <a:schemeClr val="accent6">
                    <a:lumMod val="40000"/>
                    <a:lumOff val="60000"/>
                  </a:schemeClr>
                </a:solidFill>
              </a:rPr>
              <a:t>Answer:</a:t>
            </a:r>
            <a:endParaRPr lang="en-US" sz="2000" b="1" dirty="0">
              <a:solidFill>
                <a:schemeClr val="accent6">
                  <a:lumMod val="40000"/>
                  <a:lumOff val="60000"/>
                </a:schemeClr>
              </a:solidFill>
            </a:endParaRPr>
          </a:p>
          <a:p>
            <a:r>
              <a:rPr lang="en-US" sz="2000" b="1" dirty="0">
                <a:solidFill>
                  <a:schemeClr val="accent6">
                    <a:lumMod val="40000"/>
                    <a:lumOff val="60000"/>
                  </a:schemeClr>
                </a:solidFill>
              </a:rPr>
              <a:t>Step 1) </a:t>
            </a:r>
          </a:p>
          <a:p>
            <a:r>
              <a:rPr lang="en-US" sz="2000" dirty="0">
                <a:solidFill>
                  <a:schemeClr val="accent6">
                    <a:lumMod val="40000"/>
                    <a:lumOff val="60000"/>
                  </a:schemeClr>
                </a:solidFill>
              </a:rPr>
              <a:t>State the hypothesis and identify the claim. </a:t>
            </a:r>
          </a:p>
          <a:p>
            <a:r>
              <a:rPr lang="en-US" sz="2000" dirty="0">
                <a:solidFill>
                  <a:schemeClr val="accent6">
                    <a:lumMod val="40000"/>
                    <a:lumOff val="60000"/>
                  </a:schemeClr>
                </a:solidFill>
              </a:rPr>
              <a:t>H0: </a:t>
            </a:r>
            <a:r>
              <a:rPr lang="el-GR" sz="2000" dirty="0">
                <a:solidFill>
                  <a:schemeClr val="accent6">
                    <a:lumMod val="40000"/>
                    <a:lumOff val="60000"/>
                  </a:schemeClr>
                </a:solidFill>
              </a:rPr>
              <a:t>μ</a:t>
            </a:r>
            <a:r>
              <a:rPr lang="en-US" sz="2000" dirty="0">
                <a:solidFill>
                  <a:schemeClr val="accent6">
                    <a:lumMod val="40000"/>
                    <a:lumOff val="60000"/>
                  </a:schemeClr>
                </a:solidFill>
              </a:rPr>
              <a:t> = 82 BPM  (The medication has </a:t>
            </a:r>
            <a:r>
              <a:rPr lang="en-US" sz="2000" b="1" dirty="0">
                <a:solidFill>
                  <a:schemeClr val="accent6">
                    <a:lumMod val="40000"/>
                    <a:lumOff val="60000"/>
                  </a:schemeClr>
                </a:solidFill>
              </a:rPr>
              <a:t>no effect</a:t>
            </a:r>
            <a:r>
              <a:rPr lang="en-US" sz="2000" dirty="0">
                <a:solidFill>
                  <a:schemeClr val="accent6">
                    <a:lumMod val="40000"/>
                    <a:lumOff val="60000"/>
                  </a:schemeClr>
                </a:solidFill>
              </a:rPr>
              <a:t> on BPM.)</a:t>
            </a:r>
          </a:p>
          <a:p>
            <a:r>
              <a:rPr lang="en-US" sz="2000" dirty="0">
                <a:solidFill>
                  <a:schemeClr val="accent6">
                    <a:lumMod val="40000"/>
                    <a:lumOff val="60000"/>
                  </a:schemeClr>
                </a:solidFill>
              </a:rPr>
              <a:t>H1: </a:t>
            </a:r>
            <a:r>
              <a:rPr lang="el-GR" sz="2000" dirty="0">
                <a:solidFill>
                  <a:schemeClr val="accent6">
                    <a:lumMod val="40000"/>
                    <a:lumOff val="60000"/>
                  </a:schemeClr>
                </a:solidFill>
              </a:rPr>
              <a:t>μ</a:t>
            </a:r>
            <a:r>
              <a:rPr lang="en-US" sz="2000" dirty="0">
                <a:solidFill>
                  <a:schemeClr val="accent6">
                    <a:lumMod val="40000"/>
                    <a:lumOff val="60000"/>
                  </a:schemeClr>
                </a:solidFill>
              </a:rPr>
              <a:t> != 82 BPM (Claim: The medication </a:t>
            </a:r>
            <a:r>
              <a:rPr lang="en-US" sz="2000" b="1" dirty="0">
                <a:solidFill>
                  <a:schemeClr val="accent6">
                    <a:lumMod val="40000"/>
                    <a:lumOff val="60000"/>
                  </a:schemeClr>
                </a:solidFill>
              </a:rPr>
              <a:t>does affect</a:t>
            </a:r>
            <a:r>
              <a:rPr lang="en-US" sz="2000" dirty="0">
                <a:solidFill>
                  <a:schemeClr val="accent6">
                    <a:lumMod val="40000"/>
                    <a:lumOff val="60000"/>
                  </a:schemeClr>
                </a:solidFill>
              </a:rPr>
              <a:t> the BPM. This is 2-tailed test )</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2) </a:t>
            </a:r>
          </a:p>
          <a:p>
            <a:r>
              <a:rPr lang="en-US" sz="2000" dirty="0">
                <a:solidFill>
                  <a:schemeClr val="accent6">
                    <a:lumMod val="40000"/>
                    <a:lumOff val="60000"/>
                  </a:schemeClr>
                </a:solidFill>
              </a:rPr>
              <a:t>Find the critical value. </a:t>
            </a:r>
          </a:p>
          <a:p>
            <a:r>
              <a:rPr lang="en-US" sz="2000" dirty="0">
                <a:solidFill>
                  <a:schemeClr val="accent6">
                    <a:lumMod val="40000"/>
                    <a:lumOff val="60000"/>
                  </a:schemeClr>
                </a:solidFill>
              </a:rPr>
              <a:t>Since α = 0.01 and the test is a two-tailed test, the critical value are </a:t>
            </a:r>
          </a:p>
          <a:p>
            <a:r>
              <a:rPr lang="en-US" sz="2000" dirty="0">
                <a:solidFill>
                  <a:schemeClr val="accent6">
                    <a:lumMod val="40000"/>
                    <a:lumOff val="60000"/>
                  </a:schemeClr>
                </a:solidFill>
              </a:rPr>
              <a:t>z-critical = - 2.58 and </a:t>
            </a:r>
          </a:p>
          <a:p>
            <a:r>
              <a:rPr lang="en-US" sz="2000" dirty="0">
                <a:solidFill>
                  <a:schemeClr val="accent6">
                    <a:lumMod val="40000"/>
                    <a:lumOff val="60000"/>
                  </a:schemeClr>
                </a:solidFill>
              </a:rPr>
              <a:t>z-critical = +2.58 </a:t>
            </a:r>
          </a:p>
          <a:p>
            <a:endParaRPr lang="en-US" sz="2000" dirty="0">
              <a:solidFill>
                <a:schemeClr val="accent6">
                  <a:lumMod val="40000"/>
                  <a:lumOff val="60000"/>
                </a:schemeClr>
              </a:solidFill>
            </a:endParaRPr>
          </a:p>
          <a:p>
            <a:r>
              <a:rPr lang="en-US" sz="2000" b="1" dirty="0">
                <a:solidFill>
                  <a:schemeClr val="accent6">
                    <a:lumMod val="40000"/>
                    <a:lumOff val="60000"/>
                  </a:schemeClr>
                </a:solidFill>
              </a:rPr>
              <a:t>Step 3) </a:t>
            </a:r>
          </a:p>
          <a:p>
            <a:r>
              <a:rPr lang="en-US" sz="2000" dirty="0">
                <a:solidFill>
                  <a:schemeClr val="accent6">
                    <a:lumMod val="40000"/>
                    <a:lumOff val="60000"/>
                  </a:schemeClr>
                </a:solidFill>
              </a:rPr>
              <a:t>Compute the z test value .</a:t>
            </a:r>
          </a:p>
        </p:txBody>
      </p:sp>
      <p:sp>
        <p:nvSpPr>
          <p:cNvPr id="18" name="TextBox 17">
            <a:extLst>
              <a:ext uri="{FF2B5EF4-FFF2-40B4-BE49-F238E27FC236}">
                <a16:creationId xmlns:a16="http://schemas.microsoft.com/office/drawing/2014/main" id="{607CEBFB-C902-4BC7-BDBD-44066B0EED17}"/>
              </a:ext>
            </a:extLst>
          </p:cNvPr>
          <p:cNvSpPr txBox="1"/>
          <p:nvPr/>
        </p:nvSpPr>
        <p:spPr>
          <a:xfrm>
            <a:off x="7052311" y="426643"/>
            <a:ext cx="4974827" cy="1631216"/>
          </a:xfrm>
          <a:prstGeom prst="rect">
            <a:avLst/>
          </a:prstGeom>
          <a:noFill/>
        </p:spPr>
        <p:txBody>
          <a:bodyPr wrap="square">
            <a:spAutoFit/>
          </a:bodyPr>
          <a:lstStyle/>
          <a:p>
            <a:r>
              <a:rPr lang="en-US" sz="2000" b="1" dirty="0">
                <a:solidFill>
                  <a:schemeClr val="accent6">
                    <a:lumMod val="40000"/>
                    <a:lumOff val="60000"/>
                  </a:schemeClr>
                </a:solidFill>
              </a:rPr>
              <a:t>Step 4) </a:t>
            </a:r>
          </a:p>
          <a:p>
            <a:r>
              <a:rPr lang="en-US" sz="2000" dirty="0">
                <a:solidFill>
                  <a:schemeClr val="accent6">
                    <a:lumMod val="40000"/>
                    <a:lumOff val="60000"/>
                  </a:schemeClr>
                </a:solidFill>
              </a:rPr>
              <a:t>Make the decision to reject or not reject the null hypothesis.</a:t>
            </a:r>
          </a:p>
          <a:p>
            <a:r>
              <a:rPr lang="en-US" sz="2000" dirty="0">
                <a:solidFill>
                  <a:schemeClr val="accent6">
                    <a:lumMod val="40000"/>
                    <a:lumOff val="60000"/>
                  </a:schemeClr>
                </a:solidFill>
              </a:rPr>
              <a:t>Since  -2.58 (the critical value) &lt; -2.0137, so </a:t>
            </a:r>
            <a:r>
              <a:rPr lang="en-US" sz="2000" b="1" dirty="0">
                <a:solidFill>
                  <a:schemeClr val="accent6">
                    <a:lumMod val="40000"/>
                    <a:lumOff val="60000"/>
                  </a:schemeClr>
                </a:solidFill>
              </a:rPr>
              <a:t>do not reject the null hypothesis.</a:t>
            </a:r>
          </a:p>
        </p:txBody>
      </p:sp>
      <p:sp>
        <p:nvSpPr>
          <p:cNvPr id="21" name="TextBox 20">
            <a:extLst>
              <a:ext uri="{FF2B5EF4-FFF2-40B4-BE49-F238E27FC236}">
                <a16:creationId xmlns:a16="http://schemas.microsoft.com/office/drawing/2014/main" id="{37D408AF-E6A4-47C9-FBF5-DFC66DF0EA22}"/>
              </a:ext>
            </a:extLst>
          </p:cNvPr>
          <p:cNvSpPr txBox="1"/>
          <p:nvPr/>
        </p:nvSpPr>
        <p:spPr>
          <a:xfrm>
            <a:off x="6997447" y="4588502"/>
            <a:ext cx="4974826" cy="1631216"/>
          </a:xfrm>
          <a:prstGeom prst="rect">
            <a:avLst/>
          </a:prstGeom>
          <a:noFill/>
        </p:spPr>
        <p:txBody>
          <a:bodyPr wrap="square">
            <a:spAutoFit/>
          </a:bodyPr>
          <a:lstStyle/>
          <a:p>
            <a:r>
              <a:rPr lang="en-US" sz="2000" b="1" dirty="0">
                <a:solidFill>
                  <a:schemeClr val="accent6">
                    <a:lumMod val="40000"/>
                    <a:lumOff val="60000"/>
                  </a:schemeClr>
                </a:solidFill>
              </a:rPr>
              <a:t>Step 5) </a:t>
            </a:r>
          </a:p>
          <a:p>
            <a:r>
              <a:rPr lang="en-US" sz="2000" dirty="0">
                <a:solidFill>
                  <a:schemeClr val="accent6">
                    <a:lumMod val="40000"/>
                    <a:lumOff val="60000"/>
                  </a:schemeClr>
                </a:solidFill>
              </a:rPr>
              <a:t>Summarize the results:</a:t>
            </a:r>
          </a:p>
          <a:p>
            <a:r>
              <a:rPr lang="en-US" sz="2000" dirty="0">
                <a:solidFill>
                  <a:schemeClr val="accent6">
                    <a:lumMod val="40000"/>
                    <a:lumOff val="60000"/>
                  </a:schemeClr>
                </a:solidFill>
              </a:rPr>
              <a:t>At the 1% significance level, there is </a:t>
            </a:r>
            <a:r>
              <a:rPr lang="en-US" sz="2000" b="1" dirty="0">
                <a:solidFill>
                  <a:schemeClr val="accent6">
                    <a:lumMod val="40000"/>
                    <a:lumOff val="60000"/>
                  </a:schemeClr>
                </a:solidFill>
              </a:rPr>
              <a:t>not enough evidence</a:t>
            </a:r>
            <a:r>
              <a:rPr lang="en-US" sz="2000" dirty="0">
                <a:solidFill>
                  <a:schemeClr val="accent6">
                    <a:lumMod val="40000"/>
                    <a:lumOff val="60000"/>
                  </a:schemeClr>
                </a:solidFill>
              </a:rPr>
              <a:t> to conclude that the medication </a:t>
            </a:r>
            <a:r>
              <a:rPr lang="en-US" sz="2000" b="1" dirty="0">
                <a:solidFill>
                  <a:schemeClr val="accent6">
                    <a:lumMod val="40000"/>
                    <a:lumOff val="60000"/>
                  </a:schemeClr>
                </a:solidFill>
              </a:rPr>
              <a:t>has any effect</a:t>
            </a:r>
            <a:r>
              <a:rPr lang="en-US" sz="2000" dirty="0">
                <a:solidFill>
                  <a:schemeClr val="accent6">
                    <a:lumMod val="40000"/>
                    <a:lumOff val="60000"/>
                  </a:schemeClr>
                </a:solidFill>
              </a:rPr>
              <a:t> on mean pulse rate.</a:t>
            </a:r>
          </a:p>
        </p:txBody>
      </p:sp>
      <p:cxnSp>
        <p:nvCxnSpPr>
          <p:cNvPr id="2" name="Straight Connector 1">
            <a:extLst>
              <a:ext uri="{FF2B5EF4-FFF2-40B4-BE49-F238E27FC236}">
                <a16:creationId xmlns:a16="http://schemas.microsoft.com/office/drawing/2014/main" id="{A6D98993-6078-B803-D8F3-7DEF9C732F20}"/>
              </a:ext>
            </a:extLst>
          </p:cNvPr>
          <p:cNvCxnSpPr>
            <a:cxnSpLocks/>
          </p:cNvCxnSpPr>
          <p:nvPr/>
        </p:nvCxnSpPr>
        <p:spPr>
          <a:xfrm>
            <a:off x="6848856" y="140268"/>
            <a:ext cx="0" cy="6589716"/>
          </a:xfrm>
          <a:prstGeom prst="line">
            <a:avLst/>
          </a:prstGeom>
        </p:spPr>
        <p:style>
          <a:lnRef idx="3">
            <a:schemeClr val="accent4"/>
          </a:lnRef>
          <a:fillRef idx="0">
            <a:schemeClr val="accent4"/>
          </a:fillRef>
          <a:effectRef idx="2">
            <a:schemeClr val="accent4"/>
          </a:effectRef>
          <a:fontRef idx="minor">
            <a:schemeClr val="tx1"/>
          </a:fontRef>
        </p:style>
      </p:cxnSp>
      <p:pic>
        <p:nvPicPr>
          <p:cNvPr id="3" name="Picture 2">
            <a:extLst>
              <a:ext uri="{FF2B5EF4-FFF2-40B4-BE49-F238E27FC236}">
                <a16:creationId xmlns:a16="http://schemas.microsoft.com/office/drawing/2014/main" id="{64C2DA6D-48F4-D26F-0047-0214F6A078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0367" y="2269498"/>
            <a:ext cx="4239392" cy="2141035"/>
          </a:xfrm>
          <a:prstGeom prst="rect">
            <a:avLst/>
          </a:prstGeom>
        </p:spPr>
      </p:pic>
      <p:pic>
        <p:nvPicPr>
          <p:cNvPr id="5" name="Picture 4">
            <a:extLst>
              <a:ext uri="{FF2B5EF4-FFF2-40B4-BE49-F238E27FC236}">
                <a16:creationId xmlns:a16="http://schemas.microsoft.com/office/drawing/2014/main" id="{35DC6F3B-5F68-47C9-2C9C-AA5C03EE6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596" y="5230368"/>
            <a:ext cx="2099345" cy="1033272"/>
          </a:xfrm>
          <a:prstGeom prst="rect">
            <a:avLst/>
          </a:prstGeom>
        </p:spPr>
      </p:pic>
      <p:pic>
        <p:nvPicPr>
          <p:cNvPr id="7" name="Picture 6">
            <a:extLst>
              <a:ext uri="{FF2B5EF4-FFF2-40B4-BE49-F238E27FC236}">
                <a16:creationId xmlns:a16="http://schemas.microsoft.com/office/drawing/2014/main" id="{40E143F1-9F82-A365-40C3-F9A7A3997AE1}"/>
              </a:ext>
            </a:extLst>
          </p:cNvPr>
          <p:cNvPicPr>
            <a:picLocks noChangeAspect="1"/>
          </p:cNvPicPr>
          <p:nvPr/>
        </p:nvPicPr>
        <p:blipFill>
          <a:blip r:embed="rId4"/>
          <a:stretch>
            <a:fillRect/>
          </a:stretch>
        </p:blipFill>
        <p:spPr>
          <a:xfrm>
            <a:off x="2333520" y="5568696"/>
            <a:ext cx="4450757" cy="1033272"/>
          </a:xfrm>
          <a:prstGeom prst="rect">
            <a:avLst/>
          </a:prstGeom>
        </p:spPr>
      </p:pic>
      <p:grpSp>
        <p:nvGrpSpPr>
          <p:cNvPr id="13" name="Group 12">
            <a:extLst>
              <a:ext uri="{FF2B5EF4-FFF2-40B4-BE49-F238E27FC236}">
                <a16:creationId xmlns:a16="http://schemas.microsoft.com/office/drawing/2014/main" id="{D05B5E61-BAB9-E665-CCCF-3E49367C611F}"/>
              </a:ext>
            </a:extLst>
          </p:cNvPr>
          <p:cNvGrpSpPr/>
          <p:nvPr/>
        </p:nvGrpSpPr>
        <p:grpSpPr>
          <a:xfrm>
            <a:off x="8181864" y="4145976"/>
            <a:ext cx="640440" cy="194760"/>
            <a:chOff x="8181864" y="4145976"/>
            <a:chExt cx="640440" cy="194760"/>
          </a:xfrm>
        </p:grpSpPr>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DBEF7A4A-9531-4505-094C-959B55216082}"/>
                    </a:ext>
                  </a:extLst>
                </p14:cNvPr>
                <p14:cNvContentPartPr/>
                <p14:nvPr/>
              </p14:nvContentPartPr>
              <p14:xfrm>
                <a:off x="8181864" y="4243536"/>
                <a:ext cx="95760" cy="13320"/>
              </p14:xfrm>
            </p:contentPart>
          </mc:Choice>
          <mc:Fallback xmlns="">
            <p:pic>
              <p:nvPicPr>
                <p:cNvPr id="4" name="Ink 3">
                  <a:extLst>
                    <a:ext uri="{FF2B5EF4-FFF2-40B4-BE49-F238E27FC236}">
                      <a16:creationId xmlns:a16="http://schemas.microsoft.com/office/drawing/2014/main" id="{DBEF7A4A-9531-4505-094C-959B55216082}"/>
                    </a:ext>
                  </a:extLst>
                </p:cNvPr>
                <p:cNvPicPr/>
                <p:nvPr/>
              </p:nvPicPr>
              <p:blipFill>
                <a:blip r:embed="rId6"/>
                <a:stretch>
                  <a:fillRect/>
                </a:stretch>
              </p:blipFill>
              <p:spPr>
                <a:xfrm>
                  <a:off x="8146224" y="4207896"/>
                  <a:ext cx="16740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AA8A17B1-D491-DC5C-F6F9-9B5AC501E55B}"/>
                    </a:ext>
                  </a:extLst>
                </p14:cNvPr>
                <p14:cNvContentPartPr/>
                <p14:nvPr/>
              </p14:nvContentPartPr>
              <p14:xfrm>
                <a:off x="8326944" y="4158216"/>
                <a:ext cx="105840" cy="149400"/>
              </p14:xfrm>
            </p:contentPart>
          </mc:Choice>
          <mc:Fallback xmlns="">
            <p:pic>
              <p:nvPicPr>
                <p:cNvPr id="6" name="Ink 5">
                  <a:extLst>
                    <a:ext uri="{FF2B5EF4-FFF2-40B4-BE49-F238E27FC236}">
                      <a16:creationId xmlns:a16="http://schemas.microsoft.com/office/drawing/2014/main" id="{AA8A17B1-D491-DC5C-F6F9-9B5AC501E55B}"/>
                    </a:ext>
                  </a:extLst>
                </p:cNvPr>
                <p:cNvPicPr/>
                <p:nvPr/>
              </p:nvPicPr>
              <p:blipFill>
                <a:blip r:embed="rId8"/>
                <a:stretch>
                  <a:fillRect/>
                </a:stretch>
              </p:blipFill>
              <p:spPr>
                <a:xfrm>
                  <a:off x="8290944" y="4122576"/>
                  <a:ext cx="177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79BA228-E319-7AF6-91F2-0FB3C126D554}"/>
                    </a:ext>
                  </a:extLst>
                </p14:cNvPr>
                <p14:cNvContentPartPr/>
                <p14:nvPr/>
              </p14:nvContentPartPr>
              <p14:xfrm>
                <a:off x="8504424" y="4256856"/>
                <a:ext cx="2880" cy="4680"/>
              </p14:xfrm>
            </p:contentPart>
          </mc:Choice>
          <mc:Fallback xmlns="">
            <p:pic>
              <p:nvPicPr>
                <p:cNvPr id="8" name="Ink 7">
                  <a:extLst>
                    <a:ext uri="{FF2B5EF4-FFF2-40B4-BE49-F238E27FC236}">
                      <a16:creationId xmlns:a16="http://schemas.microsoft.com/office/drawing/2014/main" id="{F79BA228-E319-7AF6-91F2-0FB3C126D554}"/>
                    </a:ext>
                  </a:extLst>
                </p:cNvPr>
                <p:cNvPicPr/>
                <p:nvPr/>
              </p:nvPicPr>
              <p:blipFill>
                <a:blip r:embed="rId10"/>
                <a:stretch>
                  <a:fillRect/>
                </a:stretch>
              </p:blipFill>
              <p:spPr>
                <a:xfrm>
                  <a:off x="8468424" y="4221216"/>
                  <a:ext cx="7452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03AEAE09-0C5F-6A89-F96F-E5EE4EF94E55}"/>
                    </a:ext>
                  </a:extLst>
                </p14:cNvPr>
                <p14:cNvContentPartPr/>
                <p14:nvPr/>
              </p14:nvContentPartPr>
              <p14:xfrm>
                <a:off x="8573904" y="4147776"/>
                <a:ext cx="92160" cy="172800"/>
              </p14:xfrm>
            </p:contentPart>
          </mc:Choice>
          <mc:Fallback xmlns="">
            <p:pic>
              <p:nvPicPr>
                <p:cNvPr id="9" name="Ink 8">
                  <a:extLst>
                    <a:ext uri="{FF2B5EF4-FFF2-40B4-BE49-F238E27FC236}">
                      <a16:creationId xmlns:a16="http://schemas.microsoft.com/office/drawing/2014/main" id="{03AEAE09-0C5F-6A89-F96F-E5EE4EF94E55}"/>
                    </a:ext>
                  </a:extLst>
                </p:cNvPr>
                <p:cNvPicPr/>
                <p:nvPr/>
              </p:nvPicPr>
              <p:blipFill>
                <a:blip r:embed="rId12"/>
                <a:stretch>
                  <a:fillRect/>
                </a:stretch>
              </p:blipFill>
              <p:spPr>
                <a:xfrm>
                  <a:off x="8538264" y="4112136"/>
                  <a:ext cx="16380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41312028-D6A2-0780-DE9A-46EE5FA0DD8B}"/>
                    </a:ext>
                  </a:extLst>
                </p14:cNvPr>
                <p14:cNvContentPartPr/>
                <p14:nvPr/>
              </p14:nvContentPartPr>
              <p14:xfrm>
                <a:off x="8727264" y="4145976"/>
                <a:ext cx="90360" cy="91800"/>
              </p14:xfrm>
            </p:contentPart>
          </mc:Choice>
          <mc:Fallback xmlns="">
            <p:pic>
              <p:nvPicPr>
                <p:cNvPr id="10" name="Ink 9">
                  <a:extLst>
                    <a:ext uri="{FF2B5EF4-FFF2-40B4-BE49-F238E27FC236}">
                      <a16:creationId xmlns:a16="http://schemas.microsoft.com/office/drawing/2014/main" id="{41312028-D6A2-0780-DE9A-46EE5FA0DD8B}"/>
                    </a:ext>
                  </a:extLst>
                </p:cNvPr>
                <p:cNvPicPr/>
                <p:nvPr/>
              </p:nvPicPr>
              <p:blipFill>
                <a:blip r:embed="rId14"/>
                <a:stretch>
                  <a:fillRect/>
                </a:stretch>
              </p:blipFill>
              <p:spPr>
                <a:xfrm>
                  <a:off x="8691264" y="4109976"/>
                  <a:ext cx="1620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8B3B92F6-93C1-ACC7-B13D-255836F2B542}"/>
                    </a:ext>
                  </a:extLst>
                </p14:cNvPr>
                <p14:cNvContentPartPr/>
                <p14:nvPr/>
              </p14:nvContentPartPr>
              <p14:xfrm>
                <a:off x="8740944" y="4254696"/>
                <a:ext cx="81360" cy="86040"/>
              </p14:xfrm>
            </p:contentPart>
          </mc:Choice>
          <mc:Fallback xmlns="">
            <p:pic>
              <p:nvPicPr>
                <p:cNvPr id="12" name="Ink 11">
                  <a:extLst>
                    <a:ext uri="{FF2B5EF4-FFF2-40B4-BE49-F238E27FC236}">
                      <a16:creationId xmlns:a16="http://schemas.microsoft.com/office/drawing/2014/main" id="{8B3B92F6-93C1-ACC7-B13D-255836F2B542}"/>
                    </a:ext>
                  </a:extLst>
                </p:cNvPr>
                <p:cNvPicPr/>
                <p:nvPr/>
              </p:nvPicPr>
              <p:blipFill>
                <a:blip r:embed="rId16"/>
                <a:stretch>
                  <a:fillRect/>
                </a:stretch>
              </p:blipFill>
              <p:spPr>
                <a:xfrm>
                  <a:off x="8705304" y="4218696"/>
                  <a:ext cx="153000" cy="157680"/>
                </a:xfrm>
                <a:prstGeom prst="rect">
                  <a:avLst/>
                </a:prstGeom>
              </p:spPr>
            </p:pic>
          </mc:Fallback>
        </mc:AlternateContent>
      </p:grpSp>
      <p:grpSp>
        <p:nvGrpSpPr>
          <p:cNvPr id="24" name="Group 23">
            <a:extLst>
              <a:ext uri="{FF2B5EF4-FFF2-40B4-BE49-F238E27FC236}">
                <a16:creationId xmlns:a16="http://schemas.microsoft.com/office/drawing/2014/main" id="{0C464AAF-9173-3AC2-E34F-0E56257E2876}"/>
              </a:ext>
            </a:extLst>
          </p:cNvPr>
          <p:cNvGrpSpPr/>
          <p:nvPr/>
        </p:nvGrpSpPr>
        <p:grpSpPr>
          <a:xfrm>
            <a:off x="9942984" y="3963456"/>
            <a:ext cx="734040" cy="199440"/>
            <a:chOff x="9942984" y="3963456"/>
            <a:chExt cx="734040" cy="199440"/>
          </a:xfrm>
        </p:grpSpPr>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0DD81BAB-5704-737C-294B-6CFDC3FC6A2C}"/>
                    </a:ext>
                  </a:extLst>
                </p14:cNvPr>
                <p14:cNvContentPartPr/>
                <p14:nvPr/>
              </p14:nvContentPartPr>
              <p14:xfrm>
                <a:off x="10000224" y="3965256"/>
                <a:ext cx="15840" cy="109800"/>
              </p14:xfrm>
            </p:contentPart>
          </mc:Choice>
          <mc:Fallback xmlns="">
            <p:pic>
              <p:nvPicPr>
                <p:cNvPr id="14" name="Ink 13">
                  <a:extLst>
                    <a:ext uri="{FF2B5EF4-FFF2-40B4-BE49-F238E27FC236}">
                      <a16:creationId xmlns:a16="http://schemas.microsoft.com/office/drawing/2014/main" id="{0DD81BAB-5704-737C-294B-6CFDC3FC6A2C}"/>
                    </a:ext>
                  </a:extLst>
                </p:cNvPr>
                <p:cNvPicPr/>
                <p:nvPr/>
              </p:nvPicPr>
              <p:blipFill>
                <a:blip r:embed="rId18"/>
                <a:stretch>
                  <a:fillRect/>
                </a:stretch>
              </p:blipFill>
              <p:spPr>
                <a:xfrm>
                  <a:off x="9964224" y="3929616"/>
                  <a:ext cx="8748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8D8E7E0C-9ED4-FDC6-5491-13EA25A29002}"/>
                    </a:ext>
                  </a:extLst>
                </p14:cNvPr>
                <p14:cNvContentPartPr/>
                <p14:nvPr/>
              </p14:nvContentPartPr>
              <p14:xfrm>
                <a:off x="9942984" y="4022136"/>
                <a:ext cx="122760" cy="19080"/>
              </p14:xfrm>
            </p:contentPart>
          </mc:Choice>
          <mc:Fallback xmlns="">
            <p:pic>
              <p:nvPicPr>
                <p:cNvPr id="15" name="Ink 14">
                  <a:extLst>
                    <a:ext uri="{FF2B5EF4-FFF2-40B4-BE49-F238E27FC236}">
                      <a16:creationId xmlns:a16="http://schemas.microsoft.com/office/drawing/2014/main" id="{8D8E7E0C-9ED4-FDC6-5491-13EA25A29002}"/>
                    </a:ext>
                  </a:extLst>
                </p:cNvPr>
                <p:cNvPicPr/>
                <p:nvPr/>
              </p:nvPicPr>
              <p:blipFill>
                <a:blip r:embed="rId20"/>
                <a:stretch>
                  <a:fillRect/>
                </a:stretch>
              </p:blipFill>
              <p:spPr>
                <a:xfrm>
                  <a:off x="9906984" y="3986496"/>
                  <a:ext cx="1944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1EF70EEB-B0C8-7ABF-EDD0-0686685A3CC9}"/>
                    </a:ext>
                  </a:extLst>
                </p14:cNvPr>
                <p14:cNvContentPartPr/>
                <p14:nvPr/>
              </p14:nvContentPartPr>
              <p14:xfrm>
                <a:off x="10108584" y="3974256"/>
                <a:ext cx="109440" cy="110520"/>
              </p14:xfrm>
            </p:contentPart>
          </mc:Choice>
          <mc:Fallback xmlns="">
            <p:pic>
              <p:nvPicPr>
                <p:cNvPr id="16" name="Ink 15">
                  <a:extLst>
                    <a:ext uri="{FF2B5EF4-FFF2-40B4-BE49-F238E27FC236}">
                      <a16:creationId xmlns:a16="http://schemas.microsoft.com/office/drawing/2014/main" id="{1EF70EEB-B0C8-7ABF-EDD0-0686685A3CC9}"/>
                    </a:ext>
                  </a:extLst>
                </p:cNvPr>
                <p:cNvPicPr/>
                <p:nvPr/>
              </p:nvPicPr>
              <p:blipFill>
                <a:blip r:embed="rId22"/>
                <a:stretch>
                  <a:fillRect/>
                </a:stretch>
              </p:blipFill>
              <p:spPr>
                <a:xfrm>
                  <a:off x="10072584" y="3938616"/>
                  <a:ext cx="18108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4E7F650-EA29-5EA6-B3A0-F0938141F687}"/>
                    </a:ext>
                  </a:extLst>
                </p14:cNvPr>
                <p14:cNvContentPartPr/>
                <p14:nvPr/>
              </p14:nvContentPartPr>
              <p14:xfrm>
                <a:off x="10279584" y="4061376"/>
                <a:ext cx="2160" cy="2880"/>
              </p14:xfrm>
            </p:contentPart>
          </mc:Choice>
          <mc:Fallback xmlns="">
            <p:pic>
              <p:nvPicPr>
                <p:cNvPr id="17" name="Ink 16">
                  <a:extLst>
                    <a:ext uri="{FF2B5EF4-FFF2-40B4-BE49-F238E27FC236}">
                      <a16:creationId xmlns:a16="http://schemas.microsoft.com/office/drawing/2014/main" id="{D4E7F650-EA29-5EA6-B3A0-F0938141F687}"/>
                    </a:ext>
                  </a:extLst>
                </p:cNvPr>
                <p:cNvPicPr/>
                <p:nvPr/>
              </p:nvPicPr>
              <p:blipFill>
                <a:blip r:embed="rId24"/>
                <a:stretch>
                  <a:fillRect/>
                </a:stretch>
              </p:blipFill>
              <p:spPr>
                <a:xfrm>
                  <a:off x="10243944" y="4025736"/>
                  <a:ext cx="7380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B438371A-6911-2A2F-B728-0FB55E9FF854}"/>
                    </a:ext>
                  </a:extLst>
                </p14:cNvPr>
                <p14:cNvContentPartPr/>
                <p14:nvPr/>
              </p14:nvContentPartPr>
              <p14:xfrm>
                <a:off x="10350864" y="3963456"/>
                <a:ext cx="105840" cy="149400"/>
              </p14:xfrm>
            </p:contentPart>
          </mc:Choice>
          <mc:Fallback xmlns="">
            <p:pic>
              <p:nvPicPr>
                <p:cNvPr id="20" name="Ink 19">
                  <a:extLst>
                    <a:ext uri="{FF2B5EF4-FFF2-40B4-BE49-F238E27FC236}">
                      <a16:creationId xmlns:a16="http://schemas.microsoft.com/office/drawing/2014/main" id="{B438371A-6911-2A2F-B728-0FB55E9FF854}"/>
                    </a:ext>
                  </a:extLst>
                </p:cNvPr>
                <p:cNvPicPr/>
                <p:nvPr/>
              </p:nvPicPr>
              <p:blipFill>
                <a:blip r:embed="rId26"/>
                <a:stretch>
                  <a:fillRect/>
                </a:stretch>
              </p:blipFill>
              <p:spPr>
                <a:xfrm>
                  <a:off x="10314864" y="3927816"/>
                  <a:ext cx="177480" cy="221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1E77EACC-6D29-3457-15A1-72DF28F41D29}"/>
                    </a:ext>
                  </a:extLst>
                </p14:cNvPr>
                <p14:cNvContentPartPr/>
                <p14:nvPr/>
              </p14:nvContentPartPr>
              <p14:xfrm>
                <a:off x="10558944" y="3980016"/>
                <a:ext cx="118080" cy="79560"/>
              </p14:xfrm>
            </p:contentPart>
          </mc:Choice>
          <mc:Fallback xmlns="">
            <p:pic>
              <p:nvPicPr>
                <p:cNvPr id="22" name="Ink 21">
                  <a:extLst>
                    <a:ext uri="{FF2B5EF4-FFF2-40B4-BE49-F238E27FC236}">
                      <a16:creationId xmlns:a16="http://schemas.microsoft.com/office/drawing/2014/main" id="{1E77EACC-6D29-3457-15A1-72DF28F41D29}"/>
                    </a:ext>
                  </a:extLst>
                </p:cNvPr>
                <p:cNvPicPr/>
                <p:nvPr/>
              </p:nvPicPr>
              <p:blipFill>
                <a:blip r:embed="rId28"/>
                <a:stretch>
                  <a:fillRect/>
                </a:stretch>
              </p:blipFill>
              <p:spPr>
                <a:xfrm>
                  <a:off x="10523304" y="3944016"/>
                  <a:ext cx="18972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86AD49C5-1536-17A6-F042-930FEC56EE1C}"/>
                    </a:ext>
                  </a:extLst>
                </p14:cNvPr>
                <p14:cNvContentPartPr/>
                <p14:nvPr/>
              </p14:nvContentPartPr>
              <p14:xfrm>
                <a:off x="10545264" y="4068216"/>
                <a:ext cx="99000" cy="94680"/>
              </p14:xfrm>
            </p:contentPart>
          </mc:Choice>
          <mc:Fallback xmlns="">
            <p:pic>
              <p:nvPicPr>
                <p:cNvPr id="23" name="Ink 22">
                  <a:extLst>
                    <a:ext uri="{FF2B5EF4-FFF2-40B4-BE49-F238E27FC236}">
                      <a16:creationId xmlns:a16="http://schemas.microsoft.com/office/drawing/2014/main" id="{86AD49C5-1536-17A6-F042-930FEC56EE1C}"/>
                    </a:ext>
                  </a:extLst>
                </p:cNvPr>
                <p:cNvPicPr/>
                <p:nvPr/>
              </p:nvPicPr>
              <p:blipFill>
                <a:blip r:embed="rId30"/>
                <a:stretch>
                  <a:fillRect/>
                </a:stretch>
              </p:blipFill>
              <p:spPr>
                <a:xfrm>
                  <a:off x="10509264" y="4032216"/>
                  <a:ext cx="170640" cy="166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0AB149C9-CF1B-A273-7E69-FCF0C33F98CC}"/>
                  </a:ext>
                </a:extLst>
              </p14:cNvPr>
              <p14:cNvContentPartPr/>
              <p14:nvPr/>
            </p14:nvContentPartPr>
            <p14:xfrm>
              <a:off x="8807544" y="3782376"/>
              <a:ext cx="59760" cy="50040"/>
            </p14:xfrm>
          </p:contentPart>
        </mc:Choice>
        <mc:Fallback xmlns="">
          <p:pic>
            <p:nvPicPr>
              <p:cNvPr id="25" name="Ink 24">
                <a:extLst>
                  <a:ext uri="{FF2B5EF4-FFF2-40B4-BE49-F238E27FC236}">
                    <a16:creationId xmlns:a16="http://schemas.microsoft.com/office/drawing/2014/main" id="{0AB149C9-CF1B-A273-7E69-FCF0C33F98CC}"/>
                  </a:ext>
                </a:extLst>
              </p:cNvPr>
              <p:cNvPicPr/>
              <p:nvPr/>
            </p:nvPicPr>
            <p:blipFill>
              <a:blip r:embed="rId32"/>
              <a:stretch>
                <a:fillRect/>
              </a:stretch>
            </p:blipFill>
            <p:spPr>
              <a:xfrm>
                <a:off x="8771544" y="3746376"/>
                <a:ext cx="131400" cy="121680"/>
              </a:xfrm>
              <a:prstGeom prst="rect">
                <a:avLst/>
              </a:prstGeom>
            </p:spPr>
          </p:pic>
        </mc:Fallback>
      </mc:AlternateContent>
      <p:grpSp>
        <p:nvGrpSpPr>
          <p:cNvPr id="31" name="Group 30">
            <a:extLst>
              <a:ext uri="{FF2B5EF4-FFF2-40B4-BE49-F238E27FC236}">
                <a16:creationId xmlns:a16="http://schemas.microsoft.com/office/drawing/2014/main" id="{646555EC-742B-7B54-D7CB-92D27F5B1853}"/>
              </a:ext>
            </a:extLst>
          </p:cNvPr>
          <p:cNvGrpSpPr/>
          <p:nvPr/>
        </p:nvGrpSpPr>
        <p:grpSpPr>
          <a:xfrm>
            <a:off x="8727624" y="3495456"/>
            <a:ext cx="619560" cy="137160"/>
            <a:chOff x="8727624" y="3495456"/>
            <a:chExt cx="619560" cy="137160"/>
          </a:xfrm>
        </p:grpSpPr>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313486B5-EFCA-B7F1-44C0-418DDA1DA6A1}"/>
                    </a:ext>
                  </a:extLst>
                </p14:cNvPr>
                <p14:cNvContentPartPr/>
                <p14:nvPr/>
              </p14:nvContentPartPr>
              <p14:xfrm>
                <a:off x="8727624" y="3571776"/>
                <a:ext cx="100800" cy="25200"/>
              </p14:xfrm>
            </p:contentPart>
          </mc:Choice>
          <mc:Fallback xmlns="">
            <p:pic>
              <p:nvPicPr>
                <p:cNvPr id="26" name="Ink 25">
                  <a:extLst>
                    <a:ext uri="{FF2B5EF4-FFF2-40B4-BE49-F238E27FC236}">
                      <a16:creationId xmlns:a16="http://schemas.microsoft.com/office/drawing/2014/main" id="{313486B5-EFCA-B7F1-44C0-418DDA1DA6A1}"/>
                    </a:ext>
                  </a:extLst>
                </p:cNvPr>
                <p:cNvPicPr/>
                <p:nvPr/>
              </p:nvPicPr>
              <p:blipFill>
                <a:blip r:embed="rId34"/>
                <a:stretch>
                  <a:fillRect/>
                </a:stretch>
              </p:blipFill>
              <p:spPr>
                <a:xfrm>
                  <a:off x="8691984" y="3535776"/>
                  <a:ext cx="17244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3885E901-EA87-B3D8-F725-556F196B13F4}"/>
                    </a:ext>
                  </a:extLst>
                </p14:cNvPr>
                <p14:cNvContentPartPr/>
                <p14:nvPr/>
              </p14:nvContentPartPr>
              <p14:xfrm>
                <a:off x="8891784" y="3505896"/>
                <a:ext cx="98640" cy="116640"/>
              </p14:xfrm>
            </p:contentPart>
          </mc:Choice>
          <mc:Fallback xmlns="">
            <p:pic>
              <p:nvPicPr>
                <p:cNvPr id="27" name="Ink 26">
                  <a:extLst>
                    <a:ext uri="{FF2B5EF4-FFF2-40B4-BE49-F238E27FC236}">
                      <a16:creationId xmlns:a16="http://schemas.microsoft.com/office/drawing/2014/main" id="{3885E901-EA87-B3D8-F725-556F196B13F4}"/>
                    </a:ext>
                  </a:extLst>
                </p:cNvPr>
                <p:cNvPicPr/>
                <p:nvPr/>
              </p:nvPicPr>
              <p:blipFill>
                <a:blip r:embed="rId36"/>
                <a:stretch>
                  <a:fillRect/>
                </a:stretch>
              </p:blipFill>
              <p:spPr>
                <a:xfrm>
                  <a:off x="8856144" y="3469896"/>
                  <a:ext cx="1702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769163D6-A995-3CA2-BFBE-D33CDD3AB523}"/>
                    </a:ext>
                  </a:extLst>
                </p14:cNvPr>
                <p14:cNvContentPartPr/>
                <p14:nvPr/>
              </p14:nvContentPartPr>
              <p14:xfrm>
                <a:off x="9049464" y="3585816"/>
                <a:ext cx="8280" cy="11880"/>
              </p14:xfrm>
            </p:contentPart>
          </mc:Choice>
          <mc:Fallback xmlns="">
            <p:pic>
              <p:nvPicPr>
                <p:cNvPr id="28" name="Ink 27">
                  <a:extLst>
                    <a:ext uri="{FF2B5EF4-FFF2-40B4-BE49-F238E27FC236}">
                      <a16:creationId xmlns:a16="http://schemas.microsoft.com/office/drawing/2014/main" id="{769163D6-A995-3CA2-BFBE-D33CDD3AB523}"/>
                    </a:ext>
                  </a:extLst>
                </p:cNvPr>
                <p:cNvPicPr/>
                <p:nvPr/>
              </p:nvPicPr>
              <p:blipFill>
                <a:blip r:embed="rId38"/>
                <a:stretch>
                  <a:fillRect/>
                </a:stretch>
              </p:blipFill>
              <p:spPr>
                <a:xfrm>
                  <a:off x="9013464" y="3550176"/>
                  <a:ext cx="799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846541F5-4D73-4039-BB81-58DDF4FDC7DB}"/>
                    </a:ext>
                  </a:extLst>
                </p14:cNvPr>
                <p14:cNvContentPartPr/>
                <p14:nvPr/>
              </p14:nvContentPartPr>
              <p14:xfrm>
                <a:off x="9132624" y="3534696"/>
                <a:ext cx="97200" cy="94320"/>
              </p14:xfrm>
            </p:contentPart>
          </mc:Choice>
          <mc:Fallback xmlns="">
            <p:pic>
              <p:nvPicPr>
                <p:cNvPr id="29" name="Ink 28">
                  <a:extLst>
                    <a:ext uri="{FF2B5EF4-FFF2-40B4-BE49-F238E27FC236}">
                      <a16:creationId xmlns:a16="http://schemas.microsoft.com/office/drawing/2014/main" id="{846541F5-4D73-4039-BB81-58DDF4FDC7DB}"/>
                    </a:ext>
                  </a:extLst>
                </p:cNvPr>
                <p:cNvPicPr/>
                <p:nvPr/>
              </p:nvPicPr>
              <p:blipFill>
                <a:blip r:embed="rId40"/>
                <a:stretch>
                  <a:fillRect/>
                </a:stretch>
              </p:blipFill>
              <p:spPr>
                <a:xfrm>
                  <a:off x="9096624" y="3499056"/>
                  <a:ext cx="1688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757D9ACF-4C31-4D4C-1F12-EFB532304BCD}"/>
                    </a:ext>
                  </a:extLst>
                </p14:cNvPr>
                <p14:cNvContentPartPr/>
                <p14:nvPr/>
              </p14:nvContentPartPr>
              <p14:xfrm>
                <a:off x="9332064" y="3495456"/>
                <a:ext cx="15120" cy="137160"/>
              </p14:xfrm>
            </p:contentPart>
          </mc:Choice>
          <mc:Fallback xmlns="">
            <p:pic>
              <p:nvPicPr>
                <p:cNvPr id="30" name="Ink 29">
                  <a:extLst>
                    <a:ext uri="{FF2B5EF4-FFF2-40B4-BE49-F238E27FC236}">
                      <a16:creationId xmlns:a16="http://schemas.microsoft.com/office/drawing/2014/main" id="{757D9ACF-4C31-4D4C-1F12-EFB532304BCD}"/>
                    </a:ext>
                  </a:extLst>
                </p:cNvPr>
                <p:cNvPicPr/>
                <p:nvPr/>
              </p:nvPicPr>
              <p:blipFill>
                <a:blip r:embed="rId42"/>
                <a:stretch>
                  <a:fillRect/>
                </a:stretch>
              </p:blipFill>
              <p:spPr>
                <a:xfrm>
                  <a:off x="9296064" y="3459456"/>
                  <a:ext cx="86760" cy="208800"/>
                </a:xfrm>
                <a:prstGeom prst="rect">
                  <a:avLst/>
                </a:prstGeom>
              </p:spPr>
            </p:pic>
          </mc:Fallback>
        </mc:AlternateContent>
      </p:grpSp>
    </p:spTree>
    <p:extLst>
      <p:ext uri="{BB962C8B-B14F-4D97-AF65-F5344CB8AC3E}">
        <p14:creationId xmlns:p14="http://schemas.microsoft.com/office/powerpoint/2010/main" val="4154373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544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2532</TotalTime>
  <Words>1339</Words>
  <Application>Microsoft Office PowerPoint</Application>
  <PresentationFormat>Widescreen</PresentationFormat>
  <Paragraphs>178</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Cambria Math</vt:lpstr>
      <vt:lpstr>Office Theme</vt:lpstr>
      <vt:lpstr>Hypothesis Testing Understanding z-test for mean through examples</vt:lpstr>
      <vt:lpstr>PowerPoint Presentation</vt:lpstr>
      <vt:lpstr>Scenario: Here the population standard deviation (σ) is known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262</cp:revision>
  <dcterms:created xsi:type="dcterms:W3CDTF">2025-07-23T18:35:15Z</dcterms:created>
  <dcterms:modified xsi:type="dcterms:W3CDTF">2026-04-13T18:41:40Z</dcterms:modified>
</cp:coreProperties>
</file>