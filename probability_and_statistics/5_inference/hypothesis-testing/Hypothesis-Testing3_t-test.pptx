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8" r:id="rId2"/>
    <p:sldId id="292" r:id="rId3"/>
    <p:sldId id="291" r:id="rId4"/>
    <p:sldId id="258" r:id="rId5"/>
    <p:sldId id="259" r:id="rId6"/>
    <p:sldId id="260" r:id="rId7"/>
    <p:sldId id="279" r:id="rId8"/>
    <p:sldId id="266" r:id="rId9"/>
    <p:sldId id="284" r:id="rId10"/>
    <p:sldId id="283" r:id="rId11"/>
    <p:sldId id="264" r:id="rId12"/>
    <p:sldId id="280" r:id="rId13"/>
    <p:sldId id="285" r:id="rId14"/>
    <p:sldId id="267" r:id="rId15"/>
    <p:sldId id="287" r:id="rId16"/>
    <p:sldId id="265" r:id="rId17"/>
    <p:sldId id="281" r:id="rId18"/>
    <p:sldId id="288" r:id="rId19"/>
    <p:sldId id="268" r:id="rId20"/>
    <p:sldId id="290" r:id="rId21"/>
    <p:sldId id="277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23.31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52 88 6117 0 0,'-7'-9'-232'0'0,"1"0"0"0"0,-1 0-1 0 0,1 0 1 0 0,-8-18 0 0 0,13 25 244 0 0,-4-13 83 0 0,1 7 4 0 0,2 10-112 0 0,5 24 0 0 0,1-1 1 0 0,2 1-1 0 0,0-1 0 0 0,19 48 1 0 0,5 20 22 0 0,-10 4 3 0 0,7 22 9 0 0,-23-95 419 0 0,-3-9-3052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24.20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87 51 3688 0 0,'0'0'-170'0'0,"0"-1"47"0"0,0 1 127 0 0,0-1-1 0 0,0 0 0 0 0,-1 1 0 0 0,1-1 0 0 0,0 1 1 0 0,-1-1-1 0 0,1 0 0 0 0,0 1 0 0 0,-1-1 0 0 0,1 1 1 0 0,0-1-1 0 0,-1 1 0 0 0,1-1 0 0 0,-1 1 0 0 0,1 0 1 0 0,-1-1-1 0 0,0 1 0 0 0,1-1 0 0 0,-1 1 0 0 0,1 0 0 0 0,-1 0 1 0 0,1-1-1 0 0,-1 1 0 0 0,0 0 0 0 0,1 0 0 0 0,-1 0 1 0 0,0 0-1 0 0,1 0 0 0 0,-1-1 0 0 0,-1 2 0 0 0,-30 19 7 0 0,27-8-24 0 0,3-4 11 0 0,-3 2 2 0 0,0 1-1 0 0,1 0 1 0 0,0 0-1 0 0,1 0 1 0 0,0 0 0 0 0,1 0-1 0 0,0 1 1 0 0,0-1-1 0 0,1 1 1 0 0,1-1 0 0 0,0 1-1 0 0,1 0 1 0 0,2 12-1 0 0,-2-18 7 0 0,0 1 0 0 0,0-1 0 0 0,1 0 0 0 0,0 1 0 0 0,1-1 0 0 0,-1 0 0 0 0,1 0 0 0 0,0 0 0 0 0,0-1 0 0 0,1 1-1 0 0,0-1 1 0 0,0 0 0 0 0,0 0 0 0 0,1 0 0 0 0,-1 0 0 0 0,1-1 0 0 0,1 0 0 0 0,-1 0 0 0 0,0 0 0 0 0,1-1 0 0 0,0 1 0 0 0,-1-1-1 0 0,1-1 1 0 0,8 3 0 0 0,-3-1 38 0 0,-1-2 0 0 0,1 1 0 0 0,0-1 0 0 0,0-1 0 0 0,0 0 1 0 0,0 0-1 0 0,0-1 0 0 0,0-1 0 0 0,0 0 0 0 0,11-2 0 0 0,-15 1 26 0 0,0 0 1 0 0,0-1 0 0 0,-1 1-1 0 0,1-1 1 0 0,-1-1 0 0 0,0 1-1 0 0,0-1 1 0 0,0 0 0 0 0,-1 0-1 0 0,1-1 1 0 0,-1 0 0 0 0,0 0-1 0 0,0 0 1 0 0,-1 0-1 0 0,1-1 1 0 0,5-10 0 0 0,-6 10 15 0 0,-1 0-1 0 0,1-1 1 0 0,-2 1 0 0 0,1-1 0 0 0,-1 1 0 0 0,0-1 0 0 0,0 0-1 0 0,0 0 1 0 0,-1 0 0 0 0,-1 0 0 0 0,1 0 0 0 0,-1 0-1 0 0,0 0 1 0 0,0 0 0 0 0,-1 0 0 0 0,0 0 0 0 0,0 0 0 0 0,-1 0-1 0 0,0 1 1 0 0,0-1 0 0 0,-4-7 0 0 0,2 6-29 0 0,-1 0 0 0 0,1 1-1 0 0,-2-1 1 0 0,1 1 0 0 0,-1 0 0 0 0,0 0 0 0 0,-1 1 0 0 0,0-1 0 0 0,0 2 0 0 0,0-1 0 0 0,-1 1 0 0 0,1 0-1 0 0,-1 0 1 0 0,0 1 0 0 0,-1 0 0 0 0,-8-3 0 0 0,-10-3 2 0 0,11 4-33 0 0,0 0 0 0 0,0 1 0 0 0,-32-5 0 0 0,26 4-693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25.234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64 72 5108 0 0,'0'0'-309'0'0,"-51"-18"592"0"0,39 15-76 0 0,11-1-98 0 0,20-3-89 0 0,30-3-114 0 0,12 1 12 0 0,-7 0-13 0 0,104-3 0 0 0,-155 12 309 0 0,-2 0-184 0 0,1 0-1 0 0,-1 0 0 0 0,0 1 0 0 0,1-1 1 0 0,-1 0-1 0 0,0 1 0 0 0,0-1 0 0 0,0 0 1 0 0,1 1-1 0 0,-1 0 0 0 0,0-1 0 0 0,0 1 0 0 0,0 0 1 0 0,0-1-1 0 0,0 1 0 0 0,0 0 0 0 0,2 2 1 0 0,-18 17-40 0 0,2 1 1 0 0,0 1 0 0 0,2 0 0 0 0,0 1 0 0 0,2 0 0 0 0,0 1 0 0 0,-5 25-1 0 0,-30 181-24 0 0,17 52 114 0 0,26-258 361 0 0,8-44-4791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25.73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40 100 3716 0 0,'0'0'-171'0'0,"-20"0"6"0"0,20 0 180 0 0,-1 0 1 0 0,0 1-1 0 0,1-1 1 0 0,-1 0-1 0 0,0 0 1 0 0,1 0-1 0 0,-1 0 1 0 0,0 0-1 0 0,0 0 1 0 0,1 0-1 0 0,-1 0 1 0 0,0 0-1 0 0,1-1 1 0 0,-1 1-1 0 0,0 0 1 0 0,1 0-1 0 0,-1-1 1 0 0,0 1-1 0 0,1 0 1 0 0,-1-1-1 0 0,1 1 1 0 0,-1 0-1 0 0,0-1 1 0 0,1 1-1 0 0,-1-1 1 0 0,1 1-1 0 0,0-1 1 0 0,-1 1-1 0 0,1-1 1 0 0,-1-1-1 0 0,23-6 80 0 0,57-7-122 0 0,-75 14 58 0 0,347-41-101 0 0,-250 35 292 0 0,-98 7-172 0 0,19-19-2305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26.73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27 55 2420 0 0,'-26'6'1710'0'0,"52"-8"-1433"0"0,57-10-424 0 0,210-19 283 0 0,-290 31-132 0 0,-1 0 2 0 0,7 0-6 0 0,-6 0-57 0 0,12-7-2092 0 0,-6-1 1805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27.35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17 40 2900 0 0,'0'0'2'0'0,"-13"-38"3081"0"0,12 37-2979 0 0,1 5-99 0 0,-1 2-8 0 0,0 0 0 0 0,0 0 1 0 0,1 0-1 0 0,0 0 0 0 0,1 1 0 0 0,-1-1 1 0 0,1 0-1 0 0,0 0 0 0 0,0 0 0 0 0,1 0 1 0 0,0-1-1 0 0,0 1 0 0 0,6 10 0 0 0,2 7 8 0 0,92 223-68 0 0,-68-156 279 0 0,-33-88-211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28.09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160 31 4348 0 0,'-19'-30'402'0'0,"14"30"-398"0"0,0 0 1 0 0,0 0 0 0 0,1 0 0 0 0,-1 1-1 0 0,0-1 1 0 0,0 1 0 0 0,0 0 0 0 0,1 1-1 0 0,-1-1 1 0 0,0 1 0 0 0,1 0 0 0 0,-1 0-1 0 0,1 1 1 0 0,0-1 0 0 0,0 1-1 0 0,0 0 1 0 0,0 0 0 0 0,0 0 0 0 0,1 1-1 0 0,-1-1 1 0 0,1 1 0 0 0,0 0 0 0 0,0 0-1 0 0,0 0 1 0 0,1 0 0 0 0,0 0-1 0 0,-3 5 1 0 0,1-2-8 0 0,1 1-1 0 0,-1-1 1 0 0,1 1-1 0 0,0 0 1 0 0,1 0-1 0 0,0 0 1 0 0,0 0-1 0 0,1 0 1 0 0,0 1-1 0 0,0-1 1 0 0,1 0-1 0 0,0 1 1 0 0,0-1-1 0 0,1 0 1 0 0,3 13-1 0 0,0-12 11 0 0,0-1 0 0 0,1 0-1 0 0,0 0 1 0 0,1 0 0 0 0,-1 0-1 0 0,1-1 1 0 0,1 0 0 0 0,0 0-1 0 0,0-1 1 0 0,0 0-1 0 0,0 0 1 0 0,1-1 0 0 0,0 0-1 0 0,0 0 1 0 0,1-1 0 0 0,-1 0-1 0 0,1 0 1 0 0,18 4 0 0 0,-21-6 47 0 0,1 0 0 0 0,0-1 0 0 0,-1 0-1 0 0,1-1 1 0 0,0 1 0 0 0,0-1 0 0 0,-1 0 0 0 0,1-1 0 0 0,0 0 0 0 0,-1 0 0 0 0,1 0 0 0 0,7-3 0 0 0,-9 2 30 0 0,-1 0 0 0 0,0 0 0 0 0,1-1 0 0 0,-1 0-1 0 0,0 1 1 0 0,0-1 0 0 0,-1-1 0 0 0,1 1 0 0 0,0 0-1 0 0,-1-1 1 0 0,0 0 0 0 0,0 0 0 0 0,0 0 0 0 0,-1 0-1 0 0,1 0 1 0 0,-1 0 0 0 0,0-1 0 0 0,2-5 0 0 0,-2 5-42 0 0,-1 1 1 0 0,1-1-1 0 0,-1 1 1 0 0,0-1-1 0 0,-1 0 1 0 0,1 0 0 0 0,-1 1-1 0 0,0-1 1 0 0,0 0-1 0 0,0 0 1 0 0,0 1-1 0 0,-1-1 1 0 0,0 0-1 0 0,0 0 1 0 0,-1 1 0 0 0,1-1-1 0 0,-1 1 1 0 0,0-1-1 0 0,0 1 1 0 0,0 0-1 0 0,-1 0 1 0 0,1 0-1 0 0,-1 0 1 0 0,0 0 0 0 0,0 1-1 0 0,-1-1 1 0 0,1 1-1 0 0,-1 0 1 0 0,1 0-1 0 0,-1 0 1 0 0,0 0 0 0 0,0 1-1 0 0,-6-3 1 0 0,-12-6-83 0 0,0 1 0 0 0,0 1 0 0 0,-1 1 0 0 0,0 1 1 0 0,-26-5-1 0 0,26 7-1125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28.43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14 26 5456 0 0,'-3'-26'310'0'0,"-2"35"-319"0"0,0 43-110 0 0,12 6 88 0 0,22 80 0 0 0,-18-98-131 0 0,-2 1 0 0 0,-2 0 0 0 0,-2 1 0 0 0,1 69 0 0 0,-7-60-1963 0 0,-2-26 1340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0.204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31 176 3588 0 0,'-2'1'-39'0'0,"-5"2"22"0"0,5-2 79 0 0,-12 4 270 0 0,9-3-234 0 0,8-2-182 0 0,460-17 62 0 0,14-6 83 0 0,-14 6-29 0 0,25-2-33 0 0,-67 8 10 0 0,-70 5 12 0 0,35-5-25 0 0,17-1 69 0 0,217-23-50 0 0,-543 31-12 0 0,554-19 9 0 0,-559 20 143 0 0,-48 0 250 0 0,-1 2 1 0 0,45 3-1 0 0,-66-1-204 0 0,7-3-62 0 0,13-1-3225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2.22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313 17 3556 0 0,'0'0'-120'0'0,"7"-2"-84"0"0,-7 2 219 0 0,0 0-1 0 0,0 0 1 0 0,-1 0-1 0 0,1 0 1 0 0,0 0-1 0 0,0 0 1 0 0,0 0-1 0 0,0 0 1 0 0,0 0-1 0 0,0 0 1 0 0,0 0-1 0 0,0 0 1 0 0,-1 0-1 0 0,1 0 1 0 0,0 0-1 0 0,0 0 1 0 0,0 0-1 0 0,0 0 1 0 0,0-1-1 0 0,0 1 0 0 0,0 0 1 0 0,0 0-1 0 0,0 0 1 0 0,0 0-1 0 0,0 0 1 0 0,0 0-1 0 0,0 0 1 0 0,0 0-1 0 0,0-1 1 0 0,-1 1-1 0 0,1 0 1 0 0,0 0-1 0 0,0 0 1 0 0,0 0-1 0 0,0 0 1 0 0,0 0-1 0 0,0 0 1 0 0,1-1-1 0 0,-1 1 1 0 0,0 0-1 0 0,0 0 1 0 0,0 0-1 0 0,0 0 1 0 0,0 0-1 0 0,0 0 1 0 0,0 0-1 0 0,0 0 1 0 0,0-1-1 0 0,0 1 1 0 0,0 0-1 0 0,0 0 1 0 0,0 0-1 0 0,0 0 1 0 0,0 0-1 0 0,0 0 1 0 0,1 0-1 0 0,-1 0 0 0 0,0 0 1 0 0,0 0-1 0 0,0 0 1 0 0,0 0-1 0 0,0 0 1 0 0,0 0-1 0 0,0-1 1 0 0,1 1-1 0 0,-20-8 64 0 0,15 6-11 0 0,-19 2 80 0 0,-11 0-66 0 0,30 0-60 0 0,0 1-9 0 0,-22-1 11 0 0,19 0-23 0 0,0 0 0 0 0,-1 0 0 0 0,1 1 0 0 0,0 0 0 0 0,0 1 0 0 0,0-1-1 0 0,-1 1 1 0 0,2 1 0 0 0,-1-1 0 0 0,-8 5 0 0 0,4-2 2 0 0,0 0 0 0 0,0 1-1 0 0,1 0 1 0 0,0 0 0 0 0,0 2 0 0 0,-18 15 0 0 0,25-20-12 0 0,0 1 0 0 0,0-1-1 0 0,1 1 1 0 0,-1 0 0 0 0,1 0 0 0 0,0 0 0 0 0,0 0-1 0 0,0 0 1 0 0,0 0 0 0 0,-1 6 0 0 0,2-5-35 0 0,1-4 4 0 0,1 13-54 0 0,5-9 73 0 0,0-1 0 0 0,0 0 0 0 0,1 0-1 0 0,-1-1 1 0 0,1 0 0 0 0,0 0-1 0 0,0 0 1 0 0,0-1 0 0 0,8 2-1 0 0,74 9-21 0 0,-36-6-21 0 0,68 18-44 0 0,-97-20 99 0 0,-1 2 1 0 0,0 0-1 0 0,-1 1 0 0 0,1 2 1 0 0,32 19-1 0 0,-53-29 10 0 0,-1 1 1 0 0,1 0-1 0 0,-1 0 0 0 0,0-1 1 0 0,1 1-1 0 0,-1 0 0 0 0,0 0 1 0 0,0 0-1 0 0,0 0 0 0 0,0 1 1 0 0,0-1-1 0 0,0 0 0 0 0,0 0 1 0 0,0 1-1 0 0,0-1 0 0 0,0 0 0 0 0,-1 1 1 0 0,1-1-1 0 0,0 1 0 0 0,-1-1 1 0 0,0 1-1 0 0,1-1 0 0 0,-1 1 1 0 0,0-1-1 0 0,0 3 0 0 0,0-3 6 0 0,-1 1-1 0 0,0 0 0 0 0,0 0 0 0 0,0 0 0 0 0,0-1 1 0 0,0 1-1 0 0,0-1 0 0 0,0 1 0 0 0,-1-1 0 0 0,1 1 0 0 0,0-1 1 0 0,-1 0-1 0 0,1 1 0 0 0,-1-1 0 0 0,0 0 0 0 0,-3 1 1 0 0,-10 6 39 0 0,0-2 0 0 0,0 0 1 0 0,-25 6-1 0 0,37-11-42 0 0,-22 7 281 0 0,-1-2 0 0 0,1-1 0 0 0,-1-1 0 0 0,-34 0 0 0 0,58-3-243 0 0,-1-1 0 0 0,0 0 0 0 0,0 0 0 0 0,0 0-1 0 0,1-1 1 0 0,-1 1 0 0 0,0-1 0 0 0,0 1 0 0 0,1-1 0 0 0,-1 0 0 0 0,1 0 0 0 0,-1 0 0 0 0,1 0 0 0 0,-1-1 0 0 0,1 1 0 0 0,-1-1 0 0 0,1 1 0 0 0,0-1-1 0 0,0 0 1 0 0,0 0 0 0 0,0 0 0 0 0,0 0 0 0 0,0 0 0 0 0,1-1 0 0 0,-1 1 0 0 0,1 0 0 0 0,-1-1 0 0 0,1 1 0 0 0,0-1 0 0 0,0 1 0 0 0,-1-4 0 0 0,2 2-38 0 0,-1 1 0 0 0,1-1 1 0 0,0 0-1 0 0,0 0 0 0 0,1 1 1 0 0,-1-1-1 0 0,1 0 0 0 0,-1 0 1 0 0,1 1-1 0 0,0-1 0 0 0,1 0 1 0 0,-1 1-1 0 0,0 0 0 0 0,1-1 1 0 0,0 1-1 0 0,0 0 1 0 0,0-1-1 0 0,0 1 0 0 0,1 0 1 0 0,-1 1-1 0 0,6-6 0 0 0,42-32-100 0 0,2 2-1 0 0,95-53 0 0 0,-83 54 169 0 0,-63 36-62 0 0,0 1 0 0 0,0 0 1 0 0,0 0-1 0 0,-1-1 0 0 0,1 1 0 0 0,0 0 0 0 0,0-1 0 0 0,-1 1 0 0 0,1 0 0 0 0,0-1 0 0 0,-1 1 1 0 0,1-1-1 0 0,0 1 0 0 0,-1-1 0 0 0,1 0 0 0 0,-1 1 0 0 0,1-1 0 0 0,-1 0 0 0 0,1 1 0 0 0,-1-1 1 0 0,1 0-1 0 0,-1 1 0 0 0,0-1 0 0 0,1 0 0 0 0,-1 0 0 0 0,0 0 0 0 0,0 1 0 0 0,0-1 0 0 0,1 0 1 0 0,-1 0-1 0 0,0 0 0 0 0,0 1 0 0 0,0-1 0 0 0,0 0 0 0 0,-1 0 0 0 0,1 0 0 0 0,0 0 0 0 0,0 0 1 0 0,-2-1-1 0 0,0 0 1 0 0,0 1 0 0 0,-1-1 0 0 0,1 1 0 0 0,0-1-1 0 0,-1 1 1 0 0,1 0 0 0 0,0 0 0 0 0,-1 0 0 0 0,1 0-1 0 0,-6 0 1 0 0,-78-11 3 0 0,84 11-3 0 0,-96-3-49 0 0,94 4 26 0 0,1 0-53 0 0,-29 0-845 0 0,29 0 332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3.11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822 18 4192 0 0,'2'-5'-85'0'0,"0"0"-85"0"0,-1 2 170 0 0,0 0 192 0 0,-1 1 110 0 0,-5 5-287 0 0,-16 10-9 0 0,1 1 0 0 0,0 1 0 0 0,1 1 0 0 0,-28 30 1 0 0,-2 1-16 0 0,-511 436 103 0 0,538-465-131 0 0,6-6-151 0 0,2 0 0 0 0,-20 21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4.38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28 538 2756 0 0,'-17'-41'906'0'0,"7"13"899"0"0,16 44-1324 0 0,5 1-512 0 0,0-1 1 0 0,0-1 0 0 0,25 24-1 0 0,-2-1 34 0 0,39 37 137 0 0,-72-74-102 0 0,8 5 1105 0 0,-9-6-1117 0 0,0-1 0 0 0,4 3 891 0 0,-4-2-891 0 0,0 0 0 0 0,0 0 0 0 0,0 0 0 0 0,0 0 1 0 0,0 0-1 0 0,0 1 0 0 0,0-1 0 0 0,0 0 0 0 0,0 0 0 0 0,0 0 1 0 0,0 1-1 0 0,-21-132 858 0 0,11 78-735 0 0,2-1 1 0 0,-2-62 0 0 0,2 39-82 0 0,0 22-56 0 0,0 13-28 0 0,8 40 18 0 0,-1-9-11 0 0,0 4 10 0 0,0 4 18 0 0,-1-4-16 0 0,1 6-1 0 0,1-1-4 0 0,-2-5 2 0 0,2 6 5 0 0,1-12-319 0 0,8 1-51 0 0,19 5-7 0 0,-18 5 323 0 0,238-30-405 0 0,426 2 0 0 0,-671 30 533 0 0,26-7 259 0 0,-28-15-4629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5.36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24 52 5088 0 0,'0'0'-301'0'0,"-15"-8"-140"0"0,15 8 444 0 0,-1 0 1 0 0,1 0 0 0 0,-1 0-1 0 0,1-1 1 0 0,0 1 0 0 0,-1 0-1 0 0,1 0 1 0 0,0 0 0 0 0,-1 0 0 0 0,1 0-1 0 0,0 0 1 0 0,-1-1 0 0 0,1 1-1 0 0,0 0 1 0 0,-1 0 0 0 0,1 0-1 0 0,0-1 1 0 0,0 1 0 0 0,-1 0-1 0 0,1-1 1 0 0,0 1 0 0 0,0 0 0 0 0,0 0-1 0 0,-1-1 1 0 0,1 1 0 0 0,0 0-1 0 0,0-1 1 0 0,0 1 0 0 0,0 0-1 0 0,0-1 1 0 0,0 1 0 0 0,-1-1-1 0 0,1 1 1 0 0,0 0 0 0 0,0-1 0 0 0,0 1-1 0 0,0 0 1 0 0,0-1 0 0 0,0 1-1 0 0,1 0 1 0 0,-1-1 0 0 0,0 0-1 0 0,17-5-24 0 0,-1 0 0 0 0,2 1 0 0 0,-1 0 0 0 0,1 2 0 0 0,-1 0 0 0 0,1 1 0 0 0,35 0 0 0 0,-29 3 10 0 0,1 3-7 0 0,-11 0 19 0 0,-10-4-19 0 0,1 1 1 0 0,-1 0-1 0 0,0 0 1 0 0,1 0-1 0 0,-1 1 1 0 0,0-1-1 0 0,0 1 1 0 0,0 0-1 0 0,0 0 1 0 0,-1 1 0 0 0,1-1-1 0 0,0 1 1 0 0,-1 0-1 0 0,5 4 1 0 0,-6-4 15 0 0,-1-1 0 0 0,0 1 1 0 0,0-1-1 0 0,0 1 0 0 0,0 0 0 0 0,0 0 1 0 0,-1-1-1 0 0,1 1 0 0 0,-1 0 0 0 0,0 0 1 0 0,0 0-1 0 0,0 0 0 0 0,0-1 1 0 0,0 1-1 0 0,-1 0 0 0 0,1 0 0 0 0,-1 0 1 0 0,1-1-1 0 0,-1 1 0 0 0,0 0 0 0 0,0-1 1 0 0,-1 1-1 0 0,1-1 0 0 0,0 1 0 0 0,-1-1 1 0 0,0 1-1 0 0,-3 3 0 0 0,-1 3-1 0 0,-1 0 0 0 0,-1 0-1 0 0,1-1 1 0 0,-2 0-1 0 0,-12 10 1 0 0,-25 17 5 0 0,-53 34 84 0 0,40-33 125 0 0,57-35-175 0 0,-4 3-23 0 0,7-4-10 0 0,-1 0-1 0 0,0 0 0 0 0,0 0 1 0 0,0-1-1 0 0,0 1 0 0 0,0 0 1 0 0,0 0-1 0 0,0 0 0 0 0,1 0 1 0 0,-1 0-1 0 0,0 0 0 0 0,0 0 1 0 0,0 0-1 0 0,0 0 0 0 0,0 0 1 0 0,0 0-1 0 0,0 0 0 0 0,1 0 1 0 0,-1 0-1 0 0,0 0 0 0 0,0 0 1 0 0,0 0-1 0 0,0 0 0 0 0,0 0 1 0 0,0 1-1 0 0,1-1 0 0 0,-1 0 1 0 0,0 0-1 0 0,0 0 0 0 0,0 0 1 0 0,0 0-1 0 0,0 0 0 0 0,0 0 1 0 0,0 0-1 0 0,0 0 0 0 0,0 0 1 0 0,0 1-1 0 0,1-1 0 0 0,-1 0 1 0 0,0 0-1 0 0,0 0 0 0 0,0 0 1 0 0,0 0-1 0 0,0 0 0 0 0,0 0 1 0 0,0 1-1 0 0,0-1 0 0 0,0 0 1 0 0,0 0-1 0 0,0 0 0 0 0,0 0 1 0 0,0 0-1 0 0,336-40 103 0 0,-300 37-35 0 0,-28 4-131 0 0,-1-2-1 0 0,1 1 0 0 0,-1-1 0 0 0,1 0 1 0 0,-1 0-1 0 0,0-1 0 0 0,9-3 0 0 0,-14-3-1570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6.04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158 54 3052 0 0,'0'0'-2'0'0,"0"-1"-1"0"0,1 1 0 0 0,-1-1 0 0 0,0 1 0 0 0,0-1 1 0 0,0 1-1 0 0,0-1 0 0 0,0 1 0 0 0,0-1 0 0 0,0 1 1 0 0,0-1-1 0 0,0 1 0 0 0,0 0 0 0 0,0-1 1 0 0,0 1-1 0 0,0-1 0 0 0,0 1 0 0 0,0-1 0 0 0,0 1 1 0 0,-1-1-1 0 0,1 1 0 0 0,0 0 0 0 0,0-1 1 0 0,-1 1-1 0 0,1-1 0 0 0,0 1 0 0 0,0 0 0 0 0,-1-1 1 0 0,1 1-1 0 0,0 0 0 0 0,-1-1 0 0 0,1 1 1 0 0,-1 0-1 0 0,1 0 0 0 0,0-1 0 0 0,-1 1 0 0 0,1 0 1 0 0,-1 0-1 0 0,1 0 0 0 0,-1-1 0 0 0,0 1 1 0 0,-19 0 145 0 0,17 1-161 0 0,-2-1 34 0 0,-3 4-12 0 0,0 0 0 0 0,0 0 0 0 0,0 1 0 0 0,1 0 0 0 0,-1 0 0 0 0,1 0-1 0 0,1 1 1 0 0,-1 1 0 0 0,1-1 0 0 0,0 1 0 0 0,0 0 0 0 0,1 0 0 0 0,-1 0 0 0 0,2 1 0 0 0,-1 0 0 0 0,1 0 0 0 0,1 0 0 0 0,-5 13 0 0 0,8-18-1 0 0,-1 1 0 0 0,1-1 0 0 0,0 0 0 0 0,0 1 0 0 0,1-1 0 0 0,-1 1 1 0 0,0-1-1 0 0,1 0 0 0 0,0 1 0 0 0,0-1 0 0 0,0 0 0 0 0,0 0 0 0 0,1 0 0 0 0,-1 0 1 0 0,1 0-1 0 0,0 0 0 0 0,0 0 0 0 0,0 0 0 0 0,0-1 0 0 0,0 1 0 0 0,1-1 0 0 0,-1 1 1 0 0,4 2-1 0 0,3 2 7 0 0,0 0 0 0 0,0 0 0 0 0,0-1 1 0 0,1 0-1 0 0,17 7 0 0 0,-1-2 29 0 0,1-2 0 0 0,37 10 0 0 0,-57-17 89 0 0,0-1-1 0 0,1 0 1 0 0,-1 0 0 0 0,0 0 0 0 0,0-1-1 0 0,1 0 1 0 0,-1-1 0 0 0,0 1-1 0 0,0-1 1 0 0,0-1 0 0 0,1 1-1 0 0,-1-1 1 0 0,-1-1 0 0 0,13-4-1 0 0,-16 4-46 0 0,1 1 0 0 0,-1-1 0 0 0,0 1-1 0 0,0-1 1 0 0,0 0 0 0 0,-1 0 0 0 0,1 0-1 0 0,0-1 1 0 0,-1 1 0 0 0,0 0-1 0 0,0-1 1 0 0,0 0 0 0 0,-1 1 0 0 0,1-1-1 0 0,-1 0 1 0 0,0 0 0 0 0,0 0 0 0 0,0 0-1 0 0,0 0 1 0 0,-1 0 0 0 0,1 0 0 0 0,-1 0-1 0 0,0 0 1 0 0,0-1 0 0 0,-1 1-1 0 0,1 0 1 0 0,-3-5 0 0 0,2 2-15 0 0,-1 0 1 0 0,0 0-1 0 0,0 1 1 0 0,-1-1-1 0 0,0 1 1 0 0,0-1-1 0 0,-1 1 0 0 0,1 0 1 0 0,-1 0-1 0 0,-1 1 1 0 0,1-1-1 0 0,-1 1 1 0 0,0 0-1 0 0,0 0 1 0 0,-6-4-1 0 0,-11-4 48 0 0,-1 1 1 0 0,-1 2-1 0 0,1 0 0 0 0,-2 1 1 0 0,-46-10-1 0 0,36 10-2697 0 0,-61-25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7.28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30 5360 0 0,'0'0'-334'0'0,"158"-20"-789"0"0,-99 11-1079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7.59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17 28 2216 0 0,'0'0'-42'0'0,"-12"5"72"0"0,8-2 166 0 0,11-2 377 0 0,191-31-2220 0 0,-176 23 1169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8.98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28 42 1716 0 0,'-7'-2'-191'0'0,"6"2"219"0"0,0 0-1 0 0,0 0 1 0 0,1-1-1 0 0,-1 1 1 0 0,0 0-1 0 0,0 0 1 0 0,1 0-1 0 0,-1-1 1 0 0,0 1-1 0 0,1 0 1 0 0,-1-1-1 0 0,0 1 1 0 0,1 0-1 0 0,-1-1 1 0 0,0 1-1 0 0,1-1 1 0 0,-1 1-1 0 0,1-1 1 0 0,-1 1-1 0 0,1-1 1 0 0,-1 0-1 0 0,1 1 1 0 0,-1-1-1 0 0,1 0 1 0 0,0 1-1 0 0,-1-1 1 0 0,1 0-1 0 0,0 0 1 0 0,0-1 33 0 0,39-15-6 0 0,-37 17-67 0 0,0-1 19 0 0,9 0-7 0 0,16-2-9 0 0,-1 1 1 0 0,38 3 0 0 0,-21 0-11 0 0,-41-1 9 0 0,40 11-155 0 0,-41-10 164 0 0,-1 0 1 0 0,0 0-1 0 0,1 0 1 0 0,-1 1-1 0 0,0-1 1 0 0,0 0-1 0 0,0 0 1 0 0,0 1-1 0 0,0-1 1 0 0,0 0-1 0 0,0 0 1 0 0,-1 0-1 0 0,1 1 1 0 0,0-1-1 0 0,-1 0 0 0 0,1 0 1 0 0,0 0-1 0 0,-1 0 1 0 0,0 0-1 0 0,1 1 1 0 0,-1-1-1 0 0,0 0 1 0 0,1 0-1 0 0,-1-1 1 0 0,0 1-1 0 0,0 0 1 0 0,0 0-1 0 0,0 0 1 0 0,0 0-1 0 0,0-1 1 0 0,0 1-1 0 0,0-1 1 0 0,0 1-1 0 0,-2 0 0 0 0,-52 30 43 0 0,39-23-38 0 0,-90 43 188 0 0,74-36 90 0 0,30-14-218 0 0,-16 6 268 0 0,18-7-326 0 0,-1 0 1 0 0,1 0-1 0 0,0 0 0 0 0,-1 0 1 0 0,1 0-1 0 0,-1 0 1 0 0,1 0-1 0 0,0 0 0 0 0,-1 0 1 0 0,1 0-1 0 0,-1 0 0 0 0,1 0 1 0 0,0 0-1 0 0,-1 0 1 0 0,1 1-1 0 0,0-1 0 0 0,-1 0 1 0 0,1 0-1 0 0,0 1 0 0 0,-1-1 1 0 0,1 0-1 0 0,0 0 1 0 0,0 1-1 0 0,-1-1 0 0 0,1 0 1 0 0,0 1-1 0 0,0-1 0 0 0,-1 0 1 0 0,1 1-1 0 0,0-1 1 0 0,0 0-1 0 0,0 1 0 0 0,0-1 1 0 0,0 1-1 0 0,0-1 0 0 0,-1 0 1 0 0,1 1-1 0 0,0-1 1 0 0,0 1-1 0 0,11 2-8 0 0,0 0 0 0 0,-1-1 0 0 0,1 0 0 0 0,14 0 0 0 0,-4 0-16 0 0,1 0-1 0 0,25 8 1 0 0,-41-8 7 0 0,0 0 0 0 0,0 0 0 0 0,-1 0 0 0 0,1 1 0 0 0,-1 0 0 0 0,0 1 0 0 0,1-1 0 0 0,-1 1 0 0 0,-1 0-1 0 0,1 0 1 0 0,-1 0 0 0 0,1 1 0 0 0,-1 0 0 0 0,-1-1 0 0 0,8 12 0 0 0,-7-8 2 0 0,0 0-1 0 0,0 0 1 0 0,-1 1-1 0 0,0-1 0 0 0,0 1 1 0 0,-1 0-1 0 0,0 0 0 0 0,0 0 1 0 0,-1 0-1 0 0,0 11 1 0 0,-2-16 26 0 0,1 0 1 0 0,-1-1 0 0 0,0 1 0 0 0,0 0 0 0 0,-1-1 0 0 0,1 1 0 0 0,-1-1 0 0 0,0 1-1 0 0,0-1 1 0 0,0 0 0 0 0,0 1 0 0 0,0-1 0 0 0,-1 0 0 0 0,1 0 0 0 0,-1-1 0 0 0,0 1-1 0 0,0-1 1 0 0,0 1 0 0 0,0-1 0 0 0,0 0 0 0 0,-1 0 0 0 0,1 0 0 0 0,-1-1 0 0 0,1 1-1 0 0,-5 1 1 0 0,-11 3 268 0 0,0 1 0 0 0,1-2 0 0 0,-26 4 0 0 0,43-9-258 0 0,-75 10 1941 0 0,73-10-1817 0 0,0 0-42 0 0,1 0-145 0 0,1 0-1 0 0,-1 1 1 0 0,0-1-1 0 0,0 0 0 0 0,0-1 1 0 0,1 1-1 0 0,-1 0 1 0 0,0-1-1 0 0,0 1 0 0 0,1 0 1 0 0,-1-1-1 0 0,0 0 1 0 0,1 0-1 0 0,-1 1 1 0 0,-2-3-1 0 0,6-10-2542 0 0,10 1 694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39.23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1 5537 0 0,'1'0'117'0'0,"1"1"1"0"0,-1 0 0 0 0,0-1 0 0 0,0 1 0 0 0,0 0 0 0 0,0 0 0 0 0,0 0 0 0 0,0 0 0 0 0,0 0 0 0 0,0 0 0 0 0,0 0 0 0 0,0 0 0 0 0,0 0-1 0 0,-1 0 1 0 0,1 1 0 0 0,0-1 0 0 0,-1 0 0 0 0,1 0 0 0 0,-1 1 0 0 0,0-1 0 0 0,1 0 0 0 0,-1 3 0 0 0,0-3 94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40.26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32 33 5032 0 0,'0'0'-322'0'0,"-17"-3"-908"0"0,4 0 868 0 0,12-2 146 0 0,22-4 80 0 0,43-3 76 0 0,-51 12 60 0 0,1 0-22 0 0,-1 0 1 0 0,1 0-1 0 0,-1 2 1 0 0,16 3-1 0 0,-25-4 13 0 0,-1 0-1 0 0,1 0 0 0 0,-1 0 1 0 0,1 1-1 0 0,-1 0 1 0 0,0 0-1 0 0,1 0 1 0 0,-1 0-1 0 0,0 0 1 0 0,0 1-1 0 0,0-1 1 0 0,-1 1-1 0 0,1 0 1 0 0,-1-1-1 0 0,1 1 1 0 0,-1 1-1 0 0,0-1 1 0 0,0 0-1 0 0,2 5 1 0 0,-4-6 10 0 0,1 1 0 0 0,-1-1 0 0 0,0 0 0 0 0,0 1 0 0 0,0-1 1 0 0,-1 0-1 0 0,1 0 0 0 0,0 1 0 0 0,-1-1 0 0 0,1 0 0 0 0,-1 0 1 0 0,0 0-1 0 0,0 1 0 0 0,0-1 0 0 0,0 0 0 0 0,0 0 0 0 0,0 0 1 0 0,-1-1-1 0 0,1 1 0 0 0,0 0 0 0 0,-1 0 0 0 0,0-1 0 0 0,1 1 1 0 0,-4 1-1 0 0,-45 37 156 0 0,46-37-143 0 0,-1 0 10 0 0,-9 8 153 0 0,-2 0 0 0 0,1-2 0 0 0,-1 0 0 0 0,-24 9 0 0 0,39-17-110 0 0,-9 5 50 0 0,9-6-113 0 0,1 0 0 0 0,0 0 0 0 0,0 0 0 0 0,-1 0 0 0 0,1 0 0 0 0,0 0 0 0 0,0 0 0 0 0,-1 0 0 0 0,1 0 0 0 0,0 0 0 0 0,0 0 0 0 0,0 0 0 0 0,-1 0 0 0 0,1 1 0 0 0,0-1 0 0 0,0 0 0 0 0,0 0 0 0 0,-1 0 0 0 0,1 0 0 0 0,0 1 0 0 0,0-1 0 0 0,0 0 0 0 0,0 0 0 0 0,0 0 0 0 0,-1 1 0 0 0,1-1 0 0 0,0 0 0 0 0,0 0 0 0 0,0 0 0 0 0,0 1 0 0 0,0-1 0 0 0,0 0 0 0 0,0 0 0 0 0,0 1 0 0 0,0-1 0 0 0,0 0 0 0 0,0 0 1 0 0,0 1-1 0 0,0-1 0 0 0,0 0 0 0 0,0 0 0 0 0,0 1 0 0 0,0-1 0 0 0,0 0 0 0 0,0 0 0 0 0,0 1 0 0 0,16 5 6 0 0,-1-1 1 0 0,1 0-1 0 0,0-1 1 0 0,0-1-1 0 0,20 2 1 0 0,22 5 6 0 0,-46-7-16 0 0,5 0-29 0 0,-1 1 0 0 0,0 0 0 0 0,1 1 0 0 0,-2 1 0 0 0,1 1 1 0 0,28 17-1 0 0,-43-24 27 0 0,0 1 1 0 0,0-1-1 0 0,0 1 1 0 0,0-1 0 0 0,-1 1-1 0 0,1 0 1 0 0,0 0-1 0 0,0-1 1 0 0,-1 1 0 0 0,1 0-1 0 0,-1 0 1 0 0,1 0-1 0 0,-1 0 1 0 0,1 0 0 0 0,-1 0-1 0 0,1-1 1 0 0,-1 1-1 0 0,0 0 1 0 0,0 0 0 0 0,1 0-1 0 0,-1 0 1 0 0,0 0-1 0 0,0 0 1 0 0,0 0 0 0 0,0 1-1 0 0,0-1 1 0 0,0 1-1 0 0,-1 0 11 0 0,0 0-1 0 0,0-1 1 0 0,0 1-1 0 0,-1 0 1 0 0,1-1-1 0 0,0 1 0 0 0,0 0 1 0 0,-1-1-1 0 0,1 0 1 0 0,-1 1-1 0 0,0-1 1 0 0,1 0-1 0 0,-3 1 1 0 0,-8 5 95 0 0,-1-1 1 0 0,1 0 0 0 0,-17 5 0 0 0,23-9-49 0 0,-24 8 249 0 0,-1-1 0 0 0,0-2 0 0 0,-1-1 1 0 0,0-1-1 0 0,-37 0 0 0 0,67-5-181 0 0,-11 0 92 0 0,11 1-267 0 0,0-1 0 0 0,1 1 1 0 0,-1-1-1 0 0,0 0 1 0 0,1 0-1 0 0,-1 0 0 0 0,0 0 1 0 0,0 0-1 0 0,1-1 1 0 0,-1 1-1 0 0,0 0 0 0 0,1-1 1 0 0,-4 0-1 0 0,3-2-134 0 0,16-17-3637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40.9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241 9 4384 0 0,'0'0'-220'0'0,"-3"0"145"0"0,-12-3 148 0 0,0 0 0 0 0,0 2 1 0 0,0 0-1 0 0,-1 0 0 0 0,-27 4 0 0 0,37-2-75 0 0,0-1-1 0 0,0 1 1 0 0,0 1-1 0 0,0-1 0 0 0,0 1 1 0 0,0 0-1 0 0,0 1 1 0 0,0 0-1 0 0,1-1 1 0 0,-1 2-1 0 0,1-1 0 0 0,0 0 1 0 0,0 1-1 0 0,0 0 1 0 0,1 1-1 0 0,-8 8 0 0 0,9-10 0 0 0,1 1 0 0 0,0-1 1 0 0,0 1-1 0 0,1 0 0 0 0,-1 0 0 0 0,1-1 0 0 0,0 1 0 0 0,0 0 0 0 0,0 0 0 0 0,0 1 0 0 0,1-1 0 0 0,0 0 0 0 0,0 0 0 0 0,0 0 0 0 0,0 0 0 0 0,0 0 0 0 0,1 0 0 0 0,0 0 0 0 0,0 0 0 0 0,0 0 0 0 0,0 0 0 0 0,1 0 0 0 0,-1 0 0 0 0,1 0 0 0 0,0-1 0 0 0,0 1 0 0 0,1-1 0 0 0,-1 1 1 0 0,4 3-1 0 0,9 10-10 0 0,1-1 0 0 0,0-1 1 0 0,1 0-1 0 0,23 16 0 0 0,-11-9 2 0 0,63 51-44 0 0,-91-72 63 0 0,0-1 0 0 0,-1 1 0 0 0,1-1 0 0 0,-1 1 0 0 0,1 0 1 0 0,-1-1-1 0 0,1 1 0 0 0,-1 0 0 0 0,0 0 0 0 0,1-1 0 0 0,-1 1 0 0 0,0 0 1 0 0,1 0-1 0 0,-1-1 0 0 0,0 1 0 0 0,0 0 0 0 0,0 0 0 0 0,0 0 0 0 0,0 0 1 0 0,0-1-1 0 0,0 1 0 0 0,0 0 0 0 0,0 0 0 0 0,0 0 0 0 0,0-1 0 0 0,0 1 1 0 0,-1 0-1 0 0,1 0 0 0 0,0 0 0 0 0,-1-1 0 0 0,1 1 0 0 0,-1 0 0 0 0,1 0 1 0 0,0-1-1 0 0,-1 1 0 0 0,1-1 0 0 0,-1 1 0 0 0,0 0 0 0 0,1-1 0 0 0,-1 1 1 0 0,0-1-1 0 0,1 1 0 0 0,-1-1 0 0 0,0 1 0 0 0,1-1 0 0 0,-1 0 0 0 0,-1 1 1 0 0,-34 16 488 0 0,21-12-224 0 0,0-1 0 0 0,0-1-1 0 0,-26 3 1 0 0,39-6-162 0 0,-2-1-26 0 0,3 1-153 0 0,0 0 0 0 0,-1 0-1 0 0,1 0 1 0 0,0-1 0 0 0,0 1-1 0 0,0 0 1 0 0,0-1 0 0 0,0 1-1 0 0,0-1 1 0 0,0 1 0 0 0,0-1-1 0 0,0 1 1 0 0,0-1 0 0 0,0 0-1 0 0,0 0 1 0 0,0 1 0 0 0,0-1-1 0 0,0 0 1 0 0,1 0 0 0 0,-1 0 0 0 0,0 0-1 0 0,1 0 1 0 0,-1 0 0 0 0,1 0-1 0 0,-1 0 1 0 0,1 0 0 0 0,-1 0-1 0 0,1 0 1 0 0,0 0 0 0 0,-1 0-1 0 0,1-1 1 0 0,0 1 0 0 0,0 0-1 0 0,0 0 1 0 0,0 0 0 0 0,0 0-1 0 0,0-1 1 0 0,0 1 0 0 0,1 0-1 0 0,-1 0 1 0 0,0 0 0 0 0,1 0-1 0 0,-1 0 1 0 0,0 0 0 0 0,1 0 0 0 0,-1 0-1 0 0,1 0 1 0 0,0 0 0 0 0,-1 0-1 0 0,3-2 1 0 0,8-16-1033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21:41.23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52 127 4288 0 0,'-19'-4'306'0'0,"16"4"-221"0"0,1-1-1 0 0,-1 0 0 0 0,0 0 0 0 0,1 0 0 0 0,-1-1 0 0 0,1 1 0 0 0,-1 0 0 0 0,1-1 1 0 0,0 0-1 0 0,-5-3 0 0 0,6 3-14 0 0,4-1-13 0 0,7-4-58 0 0,0 0 0 0 0,0 0 0 0 0,0 1 1 0 0,1 0-1 0 0,0 1 0 0 0,17-6 0 0 0,79-21-1259 0 0,-64 20-207 0 0,-14 5 409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27.31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80 146 5985 0 0,'-10'-50'-1089'0'0,"7"38"1267"0"0,2 10-114 0 0,-9-40 1194 0 0,9 40-1111 0 0,-15-34 1153 0 0,16 35-1237 0 0,-3 5-266 0 0,-2 4 188 0 0,0 1-1 0 0,1 1 0 0 0,0-1 0 0 0,0 0 0 0 0,1 1 0 0 0,0 0 0 0 0,1 0 0 0 0,0 0 1 0 0,0 0-1 0 0,1 0 0 0 0,1 14 0 0 0,-1-18 10 0 0,1-1 0 0 0,0 0 0 0 0,0 1 0 0 0,1-1 0 0 0,0 0-1 0 0,0 0 1 0 0,0 1 0 0 0,0-1 0 0 0,1 0 0 0 0,0 0 0 0 0,0 0 0 0 0,0 0 0 0 0,1-1 0 0 0,-1 1 0 0 0,1-1 0 0 0,0 1-1 0 0,1-1 1 0 0,-1 0 0 0 0,1 0 0 0 0,-1 0 0 0 0,1-1 0 0 0,1 1 0 0 0,-1-1 0 0 0,7 4 0 0 0,-7-5 11 0 0,1 0 0 0 0,0-1 1 0 0,0 1-1 0 0,1-1 1 0 0,-1 0-1 0 0,0-1 0 0 0,0 1 1 0 0,0-1-1 0 0,1 0 1 0 0,-1 0-1 0 0,0 0 0 0 0,0-1 1 0 0,0 0-1 0 0,1 0 0 0 0,-1 0 1 0 0,0-1-1 0 0,0 0 1 0 0,0 0-1 0 0,-1 0 0 0 0,1 0 1 0 0,0-1-1 0 0,-1 0 0 0 0,0 0 1 0 0,0 0-1 0 0,1 0 1 0 0,6-8-1 0 0,-5 4 95 0 0,0 0-1 0 0,-1 0 1 0 0,1-1-1 0 0,-2 0 1 0 0,1 0 0 0 0,-1 0-1 0 0,0 0 1 0 0,0-1 0 0 0,-1 1-1 0 0,0-1 1 0 0,-1 0-1 0 0,0 0 1 0 0,-1 0 0 0 0,2-16-1 0 0,2-17 581 0 0,-5 40-634 0 0,5-29 160 0 0,-1 78-794 0 0,20 87 0 0 0,5 32 532 0 0,-15-64 121 0 0,-14-100-28 0 0,2 6 67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27.64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32 0 5793 0 0,'0'0'349'0'0,"-32"19"5639"0"0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28.66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33 63 5993 0 0,'0'0'-411'0'0,"-32"-16"-312"0"0,32 16 731 0 0,0 0 0 0 0,0-1 0 0 0,0 1 0 0 0,0 0 0 0 0,0 0 0 0 0,0 0 0 0 0,0-1 0 0 0,0 1 1 0 0,0 0-1 0 0,0 0 0 0 0,0 0 0 0 0,0-1 0 0 0,0 1 0 0 0,0 0 0 0 0,0 0 0 0 0,0 0 0 0 0,0-1 0 0 0,0 1 0 0 0,0 0 0 0 0,0 0 0 0 0,0 0 0 0 0,0-1 0 0 0,1 1 0 0 0,-1 0 0 0 0,0 0 0 0 0,0 0 0 0 0,0 0 0 0 0,0-1 1 0 0,0 1-1 0 0,1 0 0 0 0,-1 0 0 0 0,0 0 0 0 0,0 0 0 0 0,0 0 0 0 0,0 0 0 0 0,1-1 0 0 0,-1 1 0 0 0,0 0 0 0 0,0 0 0 0 0,0 0 0 0 0,1 0 0 0 0,-1 0 0 0 0,0 0 0 0 0,0 0 0 0 0,0 0 0 0 0,1 0 0 0 0,-1 0 0 0 0,0 0 0 0 0,0 0 1 0 0,0 0-1 0 0,1 0 0 0 0,-1 0 0 0 0,0 0 0 0 0,0 0 0 0 0,0 0 0 0 0,1 1 0 0 0,28-8 67 0 0,30-2-110 0 0,125-12 119 0 0,-181 20-83 0 0,1 0 28 0 0,0 1-1 0 0,0-1 1 0 0,0 1-1 0 0,0-1 1 0 0,0 1-1 0 0,0 0 1 0 0,0 1-1 0 0,0-1 1 0 0,0 1-1 0 0,0 0 1 0 0,0 0-1 0 0,6 2 1 0 0,-8-2-22 0 0,-21 49-11 0 0,-2 29-55 0 0,12-47 47 0 0,1 0 0 0 0,-7 61-1 0 0,8-17-50 0 0,-2 64 87 0 0,7-119 45 0 0,4 0 80 0 0,-2-19-134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29.20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14 43 3620 0 0,'0'0'-110'0'0,"-10"0"-63"0"0,6 0 214 0 0,9-1 186 0 0,360-18-191 0 0,-308 16-51 0 0,-53 3 19 0 0,-2 0-8 0 0,7 0 2 0 0,-6 0-2 0 0,3 0-288 0 0,0-1-1 0 0,0-1 1 0 0,-1 1-1 0 0,1-1 1 0 0,0 0-1 0 0,7-4 1 0 0,-4 1-273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29.93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10 48 2024 0 0,'0'0'1588'0'0,"-10"-4"188"0"0,59-4-1717 0 0,90-5 1 0 0,-129 13-438 0 0,0 0 0 0 0,0-1 0 0 0,0 0 0 0 0,0-1 0 0 0,0 0 0 0 0,19-6 1 0 0,-14 0-629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31.57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129 28 3564 0 0,'0'0'-199'0'0,"-1"0"-134"0"0,0 0 340 0 0,1 0 0 0 0,0 0 0 0 0,-1 0 0 0 0,1 0 0 0 0,0 0 0 0 0,0 0 0 0 0,-1 0-1 0 0,1 0 1 0 0,0 0 0 0 0,0 0 0 0 0,-1-1 0 0 0,1 1 0 0 0,0 0 0 0 0,0 0 0 0 0,0 0 0 0 0,-1 0-1 0 0,1-1 1 0 0,0 1 0 0 0,0 0 0 0 0,0 0 0 0 0,-1-1 0 0 0,1 1 0 0 0,0 0 0 0 0,0 0 0 0 0,0-1-1 0 0,0 1 1 0 0,0 0 0 0 0,0 0 0 0 0,0-1 0 0 0,0 1 0 0 0,0 0 0 0 0,-1-1 0 0 0,5-2-3 0 0,29 0 32 0 0,120-7 44 0 0,-118 11-51 0 0,-31 0-26 0 0,0 0 9 0 0,0-2 28 0 0,5 0-31 0 0,-12-1 60 0 0,-161-2-24 0 0,155 4-51 0 0,1 0-1 0 0,-1 1 1 0 0,1 0-1 0 0,-1 0 1 0 0,1 1 0 0 0,-13 3-1 0 0,17-3-3 0 0,-1 0 1 0 0,1 1-1 0 0,0-1 0 0 0,0 1 0 0 0,0-1 1 0 0,0 1-1 0 0,1 0 0 0 0,-1 1 0 0 0,1-1 1 0 0,0 1-1 0 0,0-1 0 0 0,0 1 0 0 0,-3 4 1 0 0,4-3 8 0 0,0 0 1 0 0,0-1-1 0 0,0 1 1 0 0,1 0-1 0 0,-1 0 1 0 0,1 0-1 0 0,0 0 1 0 0,1 0 0 0 0,-1 0-1 0 0,1 0 1 0 0,0 0-1 0 0,0 0 1 0 0,1 0-1 0 0,-1 0 1 0 0,1 0-1 0 0,2 5 1 0 0,1 31-12 0 0,-4-39 20 0 0,0 17 271 0 0,7-2 40 0 0,-2-16-312 0 0,-1 1 0 0 0,1-1 0 0 0,-1 0 1 0 0,1 0-1 0 0,-1-1 0 0 0,1 1 0 0 0,0-1 1 0 0,0 0-1 0 0,-1 0 0 0 0,8-1 0 0 0,4 1-2 0 0,37 2 0 0 0,-50-2-14 0 0,5 0 0 0 0,1 1 1 0 0,-1 0 0 0 0,0 0-1 0 0,15 5 1 0 0,-12-1 0 0 0,0 1 0 0 0,0-1 0 0 0,-1 2 0 0 0,0 0 0 0 0,0 0 0 0 0,0 0 0 0 0,8 10 0 0 0,-5-4-18 0 0,19 37-25 0 0,-31-48 58 0 0,0 0 0 0 0,-1 0 0 0 0,1 1 0 0 0,-1-1 0 0 0,1 0-1 0 0,-1 1 1 0 0,0-1 0 0 0,0 0 0 0 0,0 1 0 0 0,-1-1 0 0 0,1 0 0 0 0,-1 1 0 0 0,1-1 0 0 0,-1 0 0 0 0,1 0-1 0 0,-1 1 1 0 0,0-1 0 0 0,0 0 0 0 0,0 0 0 0 0,-1 0 0 0 0,1 0 0 0 0,0 0 0 0 0,-3 2 0 0 0,-1 0 39 0 0,1 0-1 0 0,-1-1 1 0 0,0 0 0 0 0,0 0 0 0 0,0 0 0 0 0,0-1 0 0 0,0 1 0 0 0,-10 2 0 0 0,-26 6 292 0 0,0-1 0 0 0,0-3 1 0 0,-1-1-1 0 0,0-1 0 0 0,-48-3 0 0 0,87-2-366 0 0,-7-1-138 0 0,-4 0-2668 0 0,5-1 1221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33.47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51 147 4400 0 0,'-50'-13'-52'0'0,"628"-13"30"0"0,-531 23 38 0 0,357-29-21 0 0,-114-1 20 0 0,-82 17-5 0 0,-99 10-11 0 0,281-11 33 0 0,-264 19 5 0 0,193 6-54 0 0,98-3 290 0 0,-414-5-165 0 0,1 0-32 0 0,30 0 1441 0 0,-16 6 233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52.69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181 24 504 0 0,'0'0'467'0'0,"-5"-14"576"0"0,2 13-1042 0 0,0-1 94 0 0,0 1-1 0 0,0 0 0 0 0,-1 0 0 0 0,1 0 0 0 0,-1 0 0 0 0,1 0 0 0 0,0 1 1 0 0,-1-1-1 0 0,1 1 0 0 0,-1 0 0 0 0,1 0 0 0 0,-1 1 0 0 0,1-1 0 0 0,-1 1 1 0 0,-4 1-1 0 0,2-1-99 0 0,0 0 0 0 0,1 1 0 0 0,-1-1 1 0 0,1 1-1 0 0,-1 0 0 0 0,1 1 0 0 0,0-1 1 0 0,0 1-1 0 0,0 0 0 0 0,0 1 0 0 0,1-1 1 0 0,-1 1-1 0 0,1 0 0 0 0,0 0 0 0 0,0 0 1 0 0,0 1-1 0 0,1-1 0 0 0,-1 1 0 0 0,1 0 1 0 0,0 0-1 0 0,1 0 0 0 0,-1 0 0 0 0,1 0 0 0 0,0 1 1 0 0,0-1-1 0 0,0 1 0 0 0,1 0 0 0 0,0-1 1 0 0,0 1-1 0 0,1 0 0 0 0,0 0 0 0 0,0-1 1 0 0,0 1-1 0 0,0 0 0 0 0,1 0 0 0 0,2 10 1 0 0,0-11 3 0 0,0 1 1 0 0,0-1 0 0 0,1 0 0 0 0,-1 0 0 0 0,1 0 0 0 0,0 0-1 0 0,0-1 1 0 0,1 0 0 0 0,-1 0 0 0 0,1 0 0 0 0,0 0 0 0 0,0-1-1 0 0,0 1 1 0 0,0-1 0 0 0,10 3 0 0 0,4 2 3 0 0,1 0 0 0 0,0-2 0 0 0,21 4 0 0 0,-29-8 19 0 0,-1-1-1 0 0,1 0 1 0 0,-1-1-1 0 0,1 0 1 0 0,-1-1-1 0 0,1 0 1 0 0,-1-1-1 0 0,1 0 1 0 0,-1-1-1 0 0,0 0 1 0 0,0-1-1 0 0,19-9 1 0 0,-25 10 39 0 0,-1 0 1 0 0,0-1-1 0 0,0 1 1 0 0,0-1-1 0 0,-1 0 1 0 0,1 0-1 0 0,-1 0 1 0 0,0 0-1 0 0,0-1 1 0 0,0 1-1 0 0,0-1 0 0 0,-1 0 1 0 0,0 0-1 0 0,0 0 1 0 0,0 0-1 0 0,-1 0 1 0 0,0 0-1 0 0,0 0 1 0 0,0-1-1 0 0,0 1 0 0 0,-1 0 1 0 0,0-1-1 0 0,0 1 1 0 0,-1 0-1 0 0,1-1 1 0 0,-1 1-1 0 0,0 0 1 0 0,-1 0-1 0 0,-2-8 1 0 0,2 8-13 0 0,-1-1 0 0 0,0 1 0 0 0,0 0 0 0 0,0 0 1 0 0,0 0-1 0 0,-1 0 0 0 0,0 1 0 0 0,0-1 0 0 0,-1 1 1 0 0,1 0-1 0 0,-1 0 0 0 0,1 1 0 0 0,-1-1 0 0 0,-10-4 1 0 0,-32-8-1 0 0,-17 9 5 0 0,60 7-43 0 0,1 0-2 0 0,-12 0-6 0 0,11 0-7 0 0,-47 2-56 0 0,48-2 65 0 0,-32 3-88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53.69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42 63 3560 0 0,'0'0'-218'0'0,"-5"-5"-286"0"0,-4-5 702 0 0,-2 3 903 0 0,3 2-1466 0 0,31-12 287 0 0,-22 17 90 0 0,-17 7 348 0 0,11-5-370 0 0,10-4-215 0 0,32-14 214 0 0,-36 15 11 0 0,14-8 2030 0 0,-81 18-2918 0 0,63-9 192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54.65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201 13 3780 0 0,'0'0'-202'0'0,"6"-7"-208"0"0,-7 7 421 0 0,1 0 0 0 0,0 0-1 0 0,0 0 1 0 0,0 0-1 0 0,0 0 1 0 0,0 0 0 0 0,-1 0-1 0 0,1 0 1 0 0,0 0 0 0 0,0 0-1 0 0,0 0 1 0 0,0 0-1 0 0,0 0 1 0 0,-1 0 0 0 0,1 0-1 0 0,0 0 1 0 0,0 0 0 0 0,0 0-1 0 0,0 0 1 0 0,0 0-1 0 0,-1 0 1 0 0,1 0 0 0 0,0 0-1 0 0,0 0 1 0 0,0 0 0 0 0,0 0-1 0 0,0 0 1 0 0,-1-1-1 0 0,1 1 1 0 0,0 0 0 0 0,0 0-1 0 0,0 0 1 0 0,0 0 0 0 0,0 0-1 0 0,0 0 1 0 0,0 0 0 0 0,0-1-1 0 0,0 1 1 0 0,-1 0-1 0 0,1 0 1 0 0,0 0 0 0 0,0 0-1 0 0,0 0 1 0 0,0-1 0 0 0,0 1-1 0 0,0 0 1 0 0,0 0-1 0 0,0 0 1 0 0,0 0 0 0 0,0-1-1 0 0,0 1 1 0 0,0 0 0 0 0,0 0-1 0 0,0 0 1 0 0,0 0-1 0 0,0 0 1 0 0,0-1 0 0 0,0 1-1 0 0,1 0 1 0 0,-1 0 0 0 0,0 0-1 0 0,0 0 1 0 0,0 0-1 0 0,0-1 1 0 0,-9 5 0 0 0,0 0-1 0 0,0 0 1 0 0,1 0-1 0 0,-1 1 1 0 0,1 1-1 0 0,0-1 1 0 0,1 1-1 0 0,-1 1 1 0 0,1-1-1 0 0,-12 16 1 0 0,1 0-31 0 0,1 0-1 0 0,-22 40 1 0 0,35-56 21 0 0,1 1 0 0 0,-1-1-1 0 0,1 1 1 0 0,1-1 0 0 0,-1 1-1 0 0,1 0 1 0 0,0 0 0 0 0,1 1 0 0 0,0-1-1 0 0,0 0 1 0 0,0 0 0 0 0,1 1 0 0 0,0-1-1 0 0,1 0 1 0 0,1 12 0 0 0,0-15 3 0 0,1 1 1 0 0,-1-1 0 0 0,1 0 0 0 0,0 0-1 0 0,0 0 1 0 0,0 0 0 0 0,0-1-1 0 0,1 1 1 0 0,-1-1 0 0 0,1 0 0 0 0,0 0-1 0 0,0 0 1 0 0,0 0 0 0 0,0-1-1 0 0,1 1 1 0 0,-1-1 0 0 0,1 0 0 0 0,-1-1-1 0 0,1 1 1 0 0,0-1 0 0 0,0 0-1 0 0,0 0 1 0 0,-1-1 0 0 0,1 1 0 0 0,6-1-1 0 0,4 1 28 0 0,0-1-1 0 0,0 0 1 0 0,-1-1-1 0 0,1 0 1 0 0,0-2-1 0 0,-1 0 1 0 0,15-4-1 0 0,-26 6 27 0 0,0 0-1 0 0,-1 0 0 0 0,1 0 0 0 0,-1 0 1 0 0,0-1-1 0 0,1 1 0 0 0,-1 0 0 0 0,0-1 1 0 0,0 0-1 0 0,0 0 0 0 0,0 1 0 0 0,0-1 0 0 0,0 0 1 0 0,0 0-1 0 0,-1-1 0 0 0,3-3 0 0 0,-3 4-19 0 0,-1 1 0 0 0,0 0 0 0 0,1-1 0 0 0,-1 1 0 0 0,0 0-1 0 0,0-1 1 0 0,0 1 0 0 0,0 0 0 0 0,0-1 0 0 0,0 1 0 0 0,0 0 0 0 0,0-1-1 0 0,-1 1 1 0 0,1 0 0 0 0,-1-1 0 0 0,1 1 0 0 0,-1 0 0 0 0,1 0-1 0 0,-1-1 1 0 0,1 1 0 0 0,-1 0 0 0 0,0 0 0 0 0,0 0 0 0 0,0 0 0 0 0,0 0-1 0 0,0 0 1 0 0,0 0 0 0 0,0 0 0 0 0,0 0 0 0 0,-1 0 0 0 0,-5-3 36 0 0,0 0 1 0 0,0 1 0 0 0,0 0 0 0 0,0 0-1 0 0,0 0 1 0 0,-1 1 0 0 0,1 1-1 0 0,-1-1 1 0 0,0 1 0 0 0,-15 0 0 0 0,-34-9-3809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55.25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751 12 4468 0 0,'4'-8'-362'0'0,"-2"5"104"0"0,-3 3-6 0 0,-27 21 247 0 0,1 2-1 0 0,1 1 1 0 0,1 1 0 0 0,-33 42-1 0 0,-83 130 2 0 0,98-133 24 0 0,-60 91 50 0 0,-90 124 433 0 0,179-261-472 0 0,4-5-46 0 0,0 0-1 0 0,-1 0 1 0 0,0-1 0 0 0,-1-1 0 0 0,-21 17 0 0 0,23-23-1479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58.27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17 599 3000 0 0,'-6'-67'893'0'0,"0"57"-665"0"0,3 6-14 0 0,2 6-261 0 0,6 18 40 0 0,0-1 0 0 0,2 0 0 0 0,0 0 0 0 0,1-1 0 0 0,1 0 0 0 0,1-1 0 0 0,0 0 1 0 0,23 29-1 0 0,-11-20 42 0 0,-14-18 12 0 0,-1 0-1 0 0,0 1 1 0 0,18 20 2413 0 0,-24-30-2410 0 0,-3-23 227 0 0,-1 0 1 0 0,-7-32-1 0 0,-6-42-37 0 0,0-122 32 0 0,14 188-239 0 0,2 21-29 0 0,-1-1 0 0 0,0 0 0 0 0,-1 1 1 0 0,-3-15-1 0 0,3 17 0 0 0,-1 4-2 0 0,2-3-3 0 0,2-14 22 0 0,-3 0-27 0 0,0 16 4 0 0,2 0-1 0 0,-1 0 0 0 0,1 0 1 0 0,0 0-1 0 0,0 0 0 0 0,0 0 1 0 0,1 0-1 0 0,0 0 0 0 0,0 0 1 0 0,1 0-1 0 0,3-10 0 0 0,0 8-5 0 0,-2 2 6 0 0,-1-2 6 0 0,9-11-82 0 0,-10 18 65 0 0,0 0-49 0 0,1 0 52 0 0,-1 0 1 0 0,1 0-1 0 0,-1 0 0 0 0,1 0 0 0 0,-1 1 0 0 0,1-1 0 0 0,-1 1 0 0 0,1-1 0 0 0,0 1 1 0 0,-1 0-1 0 0,1 0 0 0 0,0-1 0 0 0,-1 1 0 0 0,1 0 0 0 0,0 1 0 0 0,-1-1 1 0 0,1 0-1 0 0,0 0 0 0 0,-1 1 0 0 0,3 0 0 0 0,12 0-28 0 0,83-4 27 0 0,126-21 1 0 0,-98 9 2 0 0,-53 4 4 0 0,-37 5 1 0 0,48-2 1 0 0,-67 8-1 0 0,54-3-12 0 0,-6 3 287 0 0,-28 0-4239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7:58.97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4 67 5308 0 0,'0'-64'-1429'0'0,"0"62"1486"0"0,-3 24-159 0 0,19 185 34 0 0,-15-178 68 0 0,0-20 49 0 0,0 0 1 0 0,-1 0-1 0 0,-1 0 0 0 0,1 0 0 0 0,-1 0 0 0 0,-1 0 1 0 0,-4 16-1 0 0,3 2 409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00.41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10 46 2796 0 0,'0'0'-170'0'0,"-9"-2"-163"0"0,9 2 342 0 0,0 0 0 0 0,0 0 1 0 0,0 0-1 0 0,0 0 0 0 0,0 0 1 0 0,0 0-1 0 0,0 0 0 0 0,0 0 0 0 0,0-1 1 0 0,0 1-1 0 0,0 0 0 0 0,0 0 1 0 0,0 0-1 0 0,0 0 0 0 0,0 0 1 0 0,-1 0-1 0 0,1 0 0 0 0,91-6 40 0 0,111-22 0 0 0,-150 22 1666 0 0,-68 4-1676 0 0,0 2-1 0 0,-1 0 1 0 0,-23 3-1 0 0,-18 3 32 0 0,48-5-75 0 0,0 0 1 0 0,0 0-1 0 0,1 1 0 0 0,-17 5 1 0 0,24-6-15 0 0,0-1 18 0 0,1 0-1 0 0,-1 1 1 0 0,1-1 0 0 0,-1 0-1 0 0,0 0 1 0 0,1 1 0 0 0,-1-1-1 0 0,1 1 1 0 0,-1 0 0 0 0,1-1-1 0 0,-1 1 1 0 0,1 0-1 0 0,0 0 1 0 0,-1 0 0 0 0,1 0-1 0 0,0 0 1 0 0,-1 0 0 0 0,1 0-1 0 0,0 0 1 0 0,0 0 0 0 0,0 1-1 0 0,0-1 1 0 0,0 1 0 0 0,1-1-1 0 0,-1 0 1 0 0,0 1 0 0 0,1-1-1 0 0,-1 1 1 0 0,1 0-1 0 0,-1-1 1 0 0,1 1 0 0 0,-1-1-1 0 0,1 3 1 0 0,-2 25-7 0 0,3-24 9 0 0,-1-1 0 0 0,0 1-1 0 0,0 0 1 0 0,-1 0 0 0 0,1-1 0 0 0,-1 1-1 0 0,0 0 1 0 0,0-1 0 0 0,-1 1-1 0 0,-2 6 1 0 0,4-10 2 0 0,-1 1-1 0 0,1 0 1 0 0,-1 0-1 0 0,1 0 1 0 0,0 0 0 0 0,-1 0-1 0 0,1 0 1 0 0,1 0-1 0 0,-1 0 1 0 0,0 0 0 0 0,0 0-1 0 0,1 0 1 0 0,-1 0-1 0 0,1 0 1 0 0,-1 0-1 0 0,1 0 1 0 0,0 0 0 0 0,0 0-1 0 0,0 0 1 0 0,0-1-1 0 0,0 1 1 0 0,0 0 0 0 0,0-1-1 0 0,3 3 1 0 0,-3-3 33 0 0,19-1-4 0 0,56-10-17 0 0,-56 6-46 0 0,-18 3 34 0 0,2 1 4 0 0,23-4 1 0 0,-25 3 3 0 0,32-2 68 0 0,-20 2-109 0 0,0 1 0 0 0,0 0-1 0 0,0 1 1 0 0,1 0-1 0 0,21 6 1 0 0,-34-7 4 0 0,38 41-46 0 0,-38-37 81 0 0,0-1-1 0 0,0 1 0 0 0,0-1 0 0 0,-1 1 0 0 0,1-1 0 0 0,-1 1 0 0 0,0 0 1 0 0,0 0-1 0 0,-1 0 0 0 0,1-1 0 0 0,-1 1 0 0 0,1 0 0 0 0,-1 0 0 0 0,-1 0 0 0 0,1 0 1 0 0,0 0-1 0 0,-1 0 0 0 0,0-1 0 0 0,0 1 0 0 0,0 0 0 0 0,0 0 0 0 0,-1-1 1 0 0,1 1-1 0 0,-1-1 0 0 0,0 1 0 0 0,0-1 0 0 0,0 0 0 0 0,-1 0 0 0 0,1 0 1 0 0,-1 0-1 0 0,0 0 0 0 0,-4 3 0 0 0,-6 4 55 0 0,-1 0 1 0 0,0-1-1 0 0,0-1 1 0 0,-1-1-1 0 0,0 0 1 0 0,-23 7-1 0 0,20-7 135 0 0,-1-1-1 0 0,0 0 1 0 0,0-2-1 0 0,0-1 1 0 0,0 0-1 0 0,0-1 1 0 0,-1-1-1 0 0,-33-2 1 0 0,51 0-216 0 0,1 1 0 0 0,0 0 1 0 0,0-1-1 0 0,0 1 0 0 0,0-1 1 0 0,-1 1-1 0 0,1-1 1 0 0,0 0-1 0 0,0 1 0 0 0,0-1 1 0 0,0 0-1 0 0,0 0 0 0 0,1 0 1 0 0,-1 0-1 0 0,0 0 0 0 0,0 0 1 0 0,0 0-1 0 0,1 0 1 0 0,-1 0-1 0 0,0 0 0 0 0,1 0 1 0 0,-1 0-1 0 0,1 0 0 0 0,0-1 1 0 0,-1 1-1 0 0,1 0 0 0 0,0 0 1 0 0,0 0-1 0 0,-1-3 0 0 0,1 0-326 0 0,0 0-1 0 0,0 1 0 0 0,0-1 0 0 0,1 0 0 0 0,-1 0 0 0 0,1 1 0 0 0,0-1 0 0 0,1-5 0 0 0,6-5-1010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01.46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12 40 4056 0 0,'0'0'-208'0'0,"-12"-2"2291"0"0,24-2-2073 0 0,0 0 0 0 0,0 2 1 0 0,23-4-1 0 0,62-11 42 0 0,-73 15 297 0 0,-1-1-3698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01.90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20 52 3756 0 0,'-20'14'-1047'0'0,"36"-17"1096"0"0,18-5-38 0 0,136-21 406 0 0,-167 28-341 0 0,43-7 292 0 0,-21-2-2096 0 0,-9 4 1042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02.54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42 2476 0 0,'0'0'1718'0'0,"5"0"-1682"0"0,167-23 118 0 0,-112 14-100 0 0,15 0 162 0 0,-72 8-214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03.14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32 3204 0 0,'8'-32'2265'0'0,"-8"49"-2231"0"0,1 0-1 0 0,1-1 1 0 0,7 27-1 0 0,22 71-33 0 0,28 219 0 0 0,-54-272 557 0 0,-5-60-374 0 0,0 7 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03.78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14 1 4656 0 0,'0'0'987'0'0,"-3"17"-1065"0"0,-7 3 1530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05.02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236 57 4480 0 0,'0'0'-232'0'0,"-21"-28"608"0"0,7 22-347 0 0,0 0-1 0 0,0 1 0 0 0,-17-4 0 0 0,29 9-27 0 0,-2 0-5 0 0,1-1 5 0 0,-3-1-2 0 0,-18 12 6 0 0,16-5-15 0 0,0 0 0 0 0,0 1 0 0 0,0 0-1 0 0,1 1 1 0 0,0-1 0 0 0,0 1 0 0 0,1 0 0 0 0,0 1-1 0 0,0 0 1 0 0,-8 15 0 0 0,11-20 6 0 0,1 1 1 0 0,0-1 0 0 0,0 1-1 0 0,1-1 1 0 0,-1 1-1 0 0,1 0 1 0 0,0 0-1 0 0,0 0 1 0 0,0 0-1 0 0,0 0 1 0 0,1 0 0 0 0,-1 0-1 0 0,1 0 1 0 0,0 0-1 0 0,0 0 1 0 0,1 0-1 0 0,-1 0 1 0 0,1 0-1 0 0,0 0 1 0 0,0 0 0 0 0,0 0-1 0 0,1-1 1 0 0,-1 1-1 0 0,1 0 1 0 0,0-1-1 0 0,0 1 1 0 0,4 5-1 0 0,0-4 15 0 0,0 0-1 0 0,1 0 0 0 0,-1-1 1 0 0,1 0-1 0 0,0 0 0 0 0,0 0 1 0 0,0-1-1 0 0,0 0 0 0 0,0-1 1 0 0,1 0-1 0 0,0 0 0 0 0,-1 0 1 0 0,15 0-1 0 0,-19-2 15 0 0,0-1-1 0 0,0 0 1 0 0,0 0 0 0 0,0 0 0 0 0,0 0-1 0 0,0-1 1 0 0,0 1 0 0 0,0-1-1 0 0,0 0 1 0 0,0 1 0 0 0,-1-1-1 0 0,1-1 1 0 0,-1 1 0 0 0,0 0 0 0 0,0 0-1 0 0,1-1 1 0 0,-2 0 0 0 0,1 1-1 0 0,0-1 1 0 0,0 0 0 0 0,-1 0-1 0 0,1 0 1 0 0,0-5 0 0 0,2 0 140 0 0,0-1-1 0 0,-1 0 1 0 0,-1 1 0 0 0,0-1-1 0 0,0-1 1 0 0,1-16 0 0 0,7-8 302 0 0,-13 61-492 0 0,1 0 0 0 0,1-1 0 0 0,1 1 0 0 0,2 0 0 0 0,0-1 0 0 0,9 37 0 0 0,3 42 19 0 0,-8-41 12 0 0,2 44 166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06.26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77 4980 0 0,'3'-9'5'0'0,"0"0"-1"0"0,-1 0 1 0 0,0 0-1 0 0,2-19 437 0 0,-5 26-397 0 0,1 2-43 0 0,0-1-1 0 0,0 1 1 0 0,0 0 0 0 0,0 0-1 0 0,0 0 1 0 0,0 0-1 0 0,0 0 1 0 0,0 0-1 0 0,0 0 1 0 0,0-1 0 0 0,0 1-1 0 0,0 0 1 0 0,0 0-1 0 0,0 0 1 0 0,0 0 0 0 0,0 0-1 0 0,0-1 1 0 0,0 1-1 0 0,0 0 1 0 0,0 0-1 0 0,0 0 1 0 0,0 0 0 0 0,0 0-1 0 0,0 0 1 0 0,-1 0-1 0 0,1-1 1 0 0,0 1-1 0 0,0 0 1 0 0,0 0 0 0 0,0 0-1 0 0,0 0 1 0 0,0 0-1 0 0,0 0 1 0 0,0 0 0 0 0,0 0-1 0 0,-1 0 1 0 0,1 0-1 0 0,0-1 1 0 0,0 1-1 0 0,0 0 1 0 0,0 0 0 0 0,0 0-1 0 0,0 0 1 0 0,-1 0-1 0 0,1 0 1 0 0,0 0-1 0 0,0 0 1 0 0,0 0 0 0 0,0 0-1 0 0,0 0 1 0 0,0 0-1 0 0,-1 0 1 0 0,1 0 0 0 0,0 0-1 0 0,0 0 1 0 0,0 0-1 0 0,0 0 1 0 0,0 1-1 0 0,0-1 1 0 0,-1 0 0 0 0,1 0-1 0 0,0 0 1 0 0,0 0-1 0 0,0 0 1 0 0,0 0-1 0 0,0 0 1 0 0,0 0 0 0 0,0 1-1 0 0,-2 7-7 0 0,0 1 1 0 0,1 0-1 0 0,0 0 0 0 0,0 0 1 0 0,1-1-1 0 0,1 1 0 0 0,-1 0 0 0 0,1 0 1 0 0,1 0-1 0 0,0 0 0 0 0,4 13 0 0 0,-2-16 12 0 0,0 1 0 0 0,0-1 0 0 0,0 0-1 0 0,1 0 1 0 0,0 0 0 0 0,0-1 0 0 0,0 0-1 0 0,1 0 1 0 0,-1 0 0 0 0,1-1 0 0 0,0 0-1 0 0,1 0 1 0 0,-1 0 0 0 0,15 5 0 0 0,-1-1 82 0 0,1-2 0 0 0,1 0 0 0 0,37 5 0 0 0,-56-11 160 0 0,-2 0-224 0 0,0 1-1 0 0,0-1 0 0 0,0 0 1 0 0,0 0-1 0 0,0 0 0 0 0,0 1 1 0 0,0-1-1 0 0,0 0 0 0 0,0-1 1 0 0,0 1-1 0 0,0 0 0 0 0,0 0 1 0 0,0 0-1 0 0,0 0 0 0 0,0-1 1 0 0,0 1-1 0 0,0-1 1 0 0,-1 1-1 0 0,1 0 0 0 0,0-1 1 0 0,0 0-1 0 0,0 1 0 0 0,0-1 1 0 0,0 1-1 0 0,-1-1 0 0 0,1 0 1 0 0,0 0-1 0 0,-1 1 0 0 0,1-1 1 0 0,-1 0-1 0 0,1 0 0 0 0,0 0 1 0 0,0-1-1 0 0,22-34 558 0 0,-18 22-397 0 0,1 0 1 0 0,-2-1 0 0 0,0 1 0 0 0,-1-1 0 0 0,0 0-1 0 0,-1 0 1 0 0,0-26 0 0 0,-4 16 489 0 0,2 24-673 0 0,0 0-1 0 0,0 0 0 0 0,0-1 0 0 0,-1 1 0 0 0,1 0 0 0 0,0 0 0 0 0,-1 0 0 0 0,1 0 0 0 0,0 0 0 0 0,-1 0 1 0 0,1 0-1 0 0,-1 0 0 0 0,0 0 0 0 0,1 0 0 0 0,-1 0 0 0 0,0 0 0 0 0,0 0 0 0 0,1 0 0 0 0,-1 1 0 0 0,-2-2 1 0 0,-1 24-62 0 0,1-2 12 0 0,1 0-1 0 0,1 0 1 0 0,1 0 0 0 0,3 30-1 0 0,-1-21 32 0 0,0 207-42 0 0,-3-123 40 0 0,-5-34 27 0 0,6-77-110 0 0,0-1 1 0 0,0 1 0 0 0,0-1-1 0 0,0 0 1 0 0,0 1-1 0 0,-1-1 1 0 0,1 0-1 0 0,0 1 1 0 0,-1-1 0 0 0,1 0-1 0 0,-1 1 1 0 0,1-1-1 0 0,-1 0 1 0 0,1 0 0 0 0,-1 1-1 0 0,-1 1 1 0 0,-12-17-2738 0 0,12 11 2799 0 0,-6-10-2626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33.69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247 37 924 0 0,'4'-21'4984'0'0,"-6"20"-4896"0"0,0-1-1 0 0,0 0 1 0 0,-1 1 0 0 0,1-1 0 0 0,0 1-1 0 0,-1 0 1 0 0,0 0 0 0 0,1 0 0 0 0,-1 0-1 0 0,1 0 1 0 0,-1 1 0 0 0,0-1 0 0 0,0 1-1 0 0,1 0 1 0 0,-1-1 0 0 0,0 1 0 0 0,0 0-1 0 0,-3 1 1 0 0,-1 0-35 0 0,0 1-1 0 0,0 0 1 0 0,0 0 0 0 0,1 0-1 0 0,-1 1 1 0 0,-11 7-1 0 0,-4 4-130 0 0,1 0-1 0 0,-35 33 1 0 0,55-46 94 0 0,-2 2-38 0 0,0 0-1 0 0,0 1 1 0 0,1-1 0 0 0,-1 1 0 0 0,1-1-1 0 0,0 1 1 0 0,-3 7 0 0 0,-8 12-165 0 0,13-22 178 0 0,-1 1 0 0 0,1-1 1 0 0,-1 0-1 0 0,1 0 0 0 0,-1 0 1 0 0,1 1-1 0 0,0-1 0 0 0,0 0 1 0 0,0 1-1 0 0,0-1 0 0 0,0 0 0 0 0,0 0 1 0 0,0 1-1 0 0,0-1 0 0 0,0 0 1 0 0,1 1-1 0 0,-1-1 0 0 0,0 0 1 0 0,1 0-1 0 0,-1 0 0 0 0,1 1 1 0 0,0-1-1 0 0,-1 0 0 0 0,1 0 1 0 0,0 0-1 0 0,1 2 0 0 0,23 23-105 0 0,-14-19 107 0 0,1 0 0 0 0,-1 0 0 0 0,1-1 0 0 0,0-1 0 0 0,1 0 0 0 0,-1-1 0 0 0,1 0 0 0 0,0-1 0 0 0,0-1 0 0 0,0 0 0 0 0,0 0 0 0 0,15-1 0 0 0,-7-1 14 0 0,0 0-1 0 0,0-2 1 0 0,0 0-1 0 0,0-1 1 0 0,-1-2-1 0 0,39-12 1 0 0,-48 11 25 0 0,0 0 1 0 0,-1 0 0 0 0,0-1 0 0 0,-1-1 0 0 0,1 0-1 0 0,-1 0 1 0 0,-1-1 0 0 0,0 0 0 0 0,0 0-1 0 0,-1-1 1 0 0,0 0 0 0 0,0 0 0 0 0,-1-1 0 0 0,-1 0-1 0 0,0 0 1 0 0,0 0 0 0 0,5-22 0 0 0,-9 32-11 0 0,-1 0 1 0 0,0-1-1 0 0,1 1 0 0 0,-1 0 1 0 0,0-1-1 0 0,0 1 1 0 0,0-1-1 0 0,0 1 0 0 0,0 0 1 0 0,0-1-1 0 0,0 1 1 0 0,-1-1-1 0 0,1 1 0 0 0,0 0 1 0 0,-1-1-1 0 0,1 1 1 0 0,-1 0-1 0 0,1 0 1 0 0,-1-1-1 0 0,0 1 0 0 0,0 0 1 0 0,1 0-1 0 0,-1 0 1 0 0,0 0-1 0 0,0 0 0 0 0,-1-1 1 0 0,-2 0 7 0 0,1-1-1 0 0,0 1 1 0 0,-1 1 0 0 0,1-1 0 0 0,-1 1-1 0 0,1-1 1 0 0,-1 1 0 0 0,0 0 0 0 0,-5-1 0 0 0,-7 0 15 0 0,0 1 1 0 0,0 0-1 0 0,-22 2 0 0 0,-31 8 106 0 0,13-1-1395 0 0,19-6-2749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34.55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115 22 4544 0 0,'1'-12'-740'0'0,"-1"12"758"0"0,0 0-1 0 0,0-1 1 0 0,1 1 0 0 0,-1 0 0 0 0,0-1 0 0 0,0 1-1 0 0,0 0 1 0 0,0-1 0 0 0,0 1 0 0 0,0 0-1 0 0,0-1 1 0 0,-1 1 0 0 0,1 0 0 0 0,0-1 0 0 0,0 1-1 0 0,0 0 1 0 0,0 0 0 0 0,0-1 0 0 0,0 1 0 0 0,-1 0-1 0 0,1-1 1 0 0,0 1 0 0 0,0 0 0 0 0,0 0 0 0 0,-1-1-1 0 0,1 1 1 0 0,0 0 0 0 0,0 0 0 0 0,-1 0 0 0 0,1-1-1 0 0,0 1 1 0 0,0 0 0 0 0,-1 0 0 0 0,1 0 0 0 0,0 0-1 0 0,-1 0 1 0 0,1-1 0 0 0,0 1 0 0 0,-1 0 0 0 0,1 0-1 0 0,-1 0 1 0 0,-21 4 27 0 0,17-4-13 0 0,-29 28 120 0 0,25-13-131 0 0,2-3-14 0 0,0 0-1 0 0,1 0 1 0 0,1 0 0 0 0,-5 15-1 0 0,9-22-6 0 0,0 0 0 0 0,0 0 0 0 0,1 0 0 0 0,-1 0 0 0 0,1 0 0 0 0,0 0 0 0 0,1 1 0 0 0,-1-1 0 0 0,1 0 0 0 0,0 0 0 0 0,0 0 0 0 0,0 0 0 0 0,1 0 0 0 0,0 0 0 0 0,2 4 0 0 0,0-3 5 0 0,-1 0-1 0 0,1 0 1 0 0,0 0 0 0 0,0-1 0 0 0,0 1 0 0 0,1-1 0 0 0,0-1-1 0 0,0 1 1 0 0,0 0 0 0 0,1-1 0 0 0,-1 0 0 0 0,1-1-1 0 0,0 1 1 0 0,0-1 0 0 0,1 0 0 0 0,-1-1 0 0 0,1 1 0 0 0,-1-1-1 0 0,1 0 1 0 0,0-1 0 0 0,-1 0 0 0 0,1 0 0 0 0,0 0-1 0 0,13-1 1 0 0,-9-1 29 0 0,0 0-1 0 0,-1 0 1 0 0,1-1-1 0 0,0 0 1 0 0,-1-1-1 0 0,1 0 1 0 0,-1-1-1 0 0,0 0 1 0 0,0-1-1 0 0,0 0 1 0 0,0 0-1 0 0,-1-1 1 0 0,0 0-1 0 0,15-14 0 0 0,-20 15-12 0 0,4-1 125 0 0,0-1 0 0 0,-1 0 1 0 0,0 0-1 0 0,0-1 0 0 0,-1 0 1 0 0,0 0-1 0 0,0 0 0 0 0,-1-1 0 0 0,0 0 1 0 0,-1 0-1 0 0,0-1 0 0 0,0 1 0 0 0,3-15 1 0 0,-7 22-87 0 0,0-1 0 0 0,0 0 1 0 0,0 1-1 0 0,0-1 1 0 0,-1 1-1 0 0,1-1 1 0 0,-1 1-1 0 0,1-1 0 0 0,-1 1 1 0 0,0-1-1 0 0,0 1 1 0 0,0 0-1 0 0,0-1 0 0 0,0 1 1 0 0,-1 0-1 0 0,1 0 1 0 0,-1 0-1 0 0,0 0 0 0 0,1 0 1 0 0,-1 0-1 0 0,0 0 1 0 0,0 1-1 0 0,0-1 0 0 0,0 0 1 0 0,0 1-1 0 0,-1 0 1 0 0,1 0-1 0 0,0-1 0 0 0,-1 1 1 0 0,1 1-1 0 0,0-1 1 0 0,-1 0-1 0 0,1 1 0 0 0,-1-1 1 0 0,-3 0-1 0 0,-13-2-1 0 0,-1 0 0 0 0,0 2 0 0 0,-32 0 0 0 0,37 1-116 0 0,9 0-188 0 0,-41-2-624 0 0,18-7-3621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35.55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103 3 5461 0 0,'0'0'-385'0'0,"-18"-2"-2030"0"0,10 9 2397 0 0,0 1 0 0 0,1 0 1 0 0,0 0-1 0 0,0 1 0 0 0,1 0 1 0 0,0 0-1 0 0,1 1 1 0 0,0-1-1 0 0,0 1 0 0 0,1 0 1 0 0,1 1-1 0 0,-1-1 0 0 0,2 1 1 0 0,-1-1-1 0 0,2 1 1 0 0,-1 0-1 0 0,1 0 0 0 0,1-1 1 0 0,0 1-1 0 0,1 0 0 0 0,0 0 1 0 0,0 0-1 0 0,6 18 1 0 0,-4-22 68 0 0,0-1 1 0 0,1 0 0 0 0,0 0 0 0 0,0-1 0 0 0,0 1 0 0 0,1-1 0 0 0,-1 0 0 0 0,2 0 0 0 0,-1-1 0 0 0,0 1-1 0 0,1-1 1 0 0,0 0 0 0 0,0-1 0 0 0,0 1 0 0 0,0-1 0 0 0,0-1 0 0 0,1 1 0 0 0,-1-1 0 0 0,1 0 0 0 0,0 0-1 0 0,0-1 1 0 0,0 0 0 0 0,-1 0 0 0 0,1-1 0 0 0,11 0 0 0 0,-15 0 5 0 0,1 0 1 0 0,-1-1-1 0 0,1 0 0 0 0,-1 0 0 0 0,1 0 1 0 0,-1 0-1 0 0,1 0 0 0 0,-1-1 0 0 0,0 1 1 0 0,0-1-1 0 0,0 0 0 0 0,0 0 0 0 0,0 0 1 0 0,0 0-1 0 0,0-1 0 0 0,-1 1 0 0 0,1-1 1 0 0,-1 0-1 0 0,0 1 0 0 0,0-1 0 0 0,0 0 1 0 0,3-5-1 0 0,2-6 164 0 0,-1 1-1 0 0,0-1 1 0 0,6-25 0 0 0,-11 36-177 0 0,1-4 87 0 0,0 0 1 0 0,-1-1 0 0 0,0 1 0 0 0,0-1 0 0 0,0 0 0 0 0,-1 1-1 0 0,0-1 1 0 0,-1 1 0 0 0,0-1 0 0 0,0 1 0 0 0,-1-1 0 0 0,1 1-1 0 0,-2-1 1 0 0,-3-7 0 0 0,4 10-59 0 0,-1 0 0 0 0,0 0-1 0 0,0 0 1 0 0,0 0 0 0 0,0 1 0 0 0,-1 0 0 0 0,0-1-1 0 0,0 1 1 0 0,0 1 0 0 0,-1-1 0 0 0,1 1-1 0 0,-1-1 1 0 0,0 1 0 0 0,0 1 0 0 0,0-1-1 0 0,0 1 1 0 0,0-1 0 0 0,0 2 0 0 0,-1-1-1 0 0,-7-1 1 0 0,-73-9 265 0 0,83 12-374 0 0,-20-4-500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36.10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15 16 5056 0 0,'0'0'-160'0'0,"-9"8"1525"0"0,4-4-1190 0 0,19-31-4755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37.07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24 1 4380 0 0,'-15'6'-831'0'0,"6"-2"285"0"0,10-1 694 0 0,44 1-20 0 0,0-2 0 0 0,0-3 0 0 0,0-1 0 0 0,62-11 0 0 0,-106 13-114 0 0,2-1 171 0 0,4 0 136 0 0,-1 1-1 0 0,1-1 0 0 0,-1 1 1 0 0,1 0-1 0 0,-1 1 0 0 0,12 1 1 0 0,-18-1-308 0 0,0 0 0 0 0,0 0 0 0 0,1 0 1 0 0,-1 0-1 0 0,0 0 0 0 0,0 0 1 0 0,0 0-1 0 0,0-1 0 0 0,0 1 1 0 0,0 0-1 0 0,0 0 0 0 0,0 0 1 0 0,0 0-1 0 0,0 0 0 0 0,-1 0 0 0 0,1 0 1 0 0,0 0-1 0 0,-1 0 0 0 0,1 0 1 0 0,-1-1-1 0 0,1 1 0 0 0,-1 0 1 0 0,0 1-1 0 0,-19 34 17 0 0,10-19-11 0 0,-6 15-15 0 0,1 1 0 0 0,2 0-1 0 0,2 1 1 0 0,0 0 0 0 0,3 1-1 0 0,1 0 1 0 0,1 0 0 0 0,-1 59 0 0 0,-4-51 65 0 0,11-41-36 0 0,-1 1 194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37.49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42 49 4496 0 0,'-18'0'-172'0'0,"14"0"38"0"0,-15 3 152 0 0,67-15 64 0 0,41-4-73 0 0,-39 9-5 0 0,-2 1 1 0 0,85-2-1 0 0,-131 8 0 0 0,37 0 67 0 0,-36 0-52 0 0,10-2-1971 0 0,-10 1 1354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38.26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16 19 3068 0 0,'0'0'-131'0'0,"-16"8"1575"0"0,89-9-1218 0 0,141-21 1 0 0,-211 22-153 0 0,7 0 139 0 0,-6 0-203 0 0,0 1 1 0 0,0-1 0 0 0,-1 0-1 0 0,1 0 1 0 0,0-1 0 0 0,0 1 0 0 0,0-1-1 0 0,6-2 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39.46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226 10 3980 0 0,'0'0'8'0'0,"0"0"-1"0"0,0 0 0 0 0,0 0 0 0 0,1 0 0 0 0,-1 0 1 0 0,0 0-1 0 0,0 0 0 0 0,0 0 0 0 0,1 0 1 0 0,-1 0-1 0 0,0 0 0 0 0,0 0 0 0 0,0 0 0 0 0,1-1 1 0 0,-1 1-1 0 0,0 0 0 0 0,0 0 0 0 0,0 0 1 0 0,0 0-1 0 0,1 0 0 0 0,-1 0 0 0 0,0-1 0 0 0,0 1 1 0 0,0 0-1 0 0,0 0 0 0 0,0 0 0 0 0,0 0 1 0 0,1-1-1 0 0,-1 1 0 0 0,0 0 0 0 0,0 0 0 0 0,0 0 1 0 0,0-1-1 0 0,0 1 0 0 0,0 0 0 0 0,0 0 1 0 0,0 0-1 0 0,0-1 0 0 0,0 1 0 0 0,0 0 0 0 0,0 0 1 0 0,0 0-1 0 0,0-1 0 0 0,0 1 0 0 0,0 0 1 0 0,0 0-1 0 0,0 0 0 0 0,0-1 0 0 0,0 1 0 0 0,-1 0 1 0 0,1 0-1 0 0,0 0 0 0 0,0 0 0 0 0,0-1 1 0 0,0 1-1 0 0,0 0 0 0 0,0 0 0 0 0,-1 0 0 0 0,-13-1 119 0 0,-1 0-1 0 0,1 1 0 0 0,-28 5 0 0 0,33-4-119 0 0,0 0-1 0 0,1 1 0 0 0,-1 0 1 0 0,1 0-1 0 0,-1 1 1 0 0,1 1-1 0 0,0-1 0 0 0,0 1 1 0 0,0 0-1 0 0,1 1 1 0 0,-1 0-1 0 0,1 0 1 0 0,1 1-1 0 0,-7 6 0 0 0,11-11-6 0 0,1 0 0 0 0,-1 0 0 0 0,1 0 0 0 0,0 0 0 0 0,0 0 0 0 0,0 1 0 0 0,0-1 0 0 0,0 0 0 0 0,0 1 0 0 0,0-1 0 0 0,0 1 0 0 0,0-1 0 0 0,1 1-1 0 0,-1-1 1 0 0,0 1 0 0 0,1-1 0 0 0,0 1 0 0 0,-1 0 0 0 0,1-1 0 0 0,0 1 0 0 0,0 0 0 0 0,0-1 0 0 0,0 1 0 0 0,0 0 0 0 0,0-1 0 0 0,0 1 0 0 0,1 0-1 0 0,-1-1 1 0 0,0 1 0 0 0,1-1 0 0 0,0 1 0 0 0,-1-1 0 0 0,1 1 0 0 0,0-1 0 0 0,0 1 0 0 0,0-1 0 0 0,0 1 0 0 0,0-1 0 0 0,0 0 0 0 0,1 2 0 0 0,3 2 1 0 0,1-1 0 0 0,-1 1 0 0 0,1-1 0 0 0,0 0-1 0 0,0 0 1 0 0,8 3 0 0 0,20 7 8 0 0,1-1-1 0 0,0-2 1 0 0,54 9 0 0 0,-54-13-12 0 0,-1 1-1 0 0,0 2 1 0 0,63 27 0 0 0,-83-32-28 0 0,-12-4 33 0 0,-1-1-1 0 0,1 1 1 0 0,0-1 0 0 0,0 1-1 0 0,-1 0 1 0 0,1 0 0 0 0,-1-1-1 0 0,1 1 1 0 0,-1 0 0 0 0,1 1-1 0 0,-1-1 1 0 0,1 0 0 0 0,-1 0-1 0 0,0 1 1 0 0,0-1 0 0 0,0 0-1 0 0,1 1 1 0 0,-1-1-1 0 0,-1 1 1 0 0,1 0 0 0 0,1 2-1 0 0,-2-3 10 0 0,1 0 0 0 0,-1 0-1 0 0,0 1 1 0 0,1-1 0 0 0,-1 0-1 0 0,0 1 1 0 0,0-1 0 0 0,0 0-1 0 0,0 1 1 0 0,0-1 0 0 0,0 0-1 0 0,-1 1 1 0 0,1-1 0 0 0,0 0-1 0 0,-1 0 1 0 0,1 1 0 0 0,-1-1-1 0 0,1 0 1 0 0,-1 0 0 0 0,0 1-1 0 0,1-1 1 0 0,-1 0 0 0 0,0 0-1 0 0,0 0 1 0 0,0 0 0 0 0,0 0-1 0 0,0 0 1 0 0,0-1 0 0 0,0 1-1 0 0,-2 1 1 0 0,-34 21 243 0 0,8-12-3 0 0,0-2 0 0 0,-1-1 1 0 0,-44 6-1 0 0,63-12-101 0 0,-51-1 1095 0 0,58-1-1047 0 0,-1-4 65 0 0,4 4-252 0 0,1 0 0 0 0,-1 0 0 0 0,1 0 1 0 0,-1-1-1 0 0,1 1 0 0 0,-1 0 0 0 0,1 0 0 0 0,-1 0 0 0 0,1-1 0 0 0,-1 1 0 0 0,1 0 1 0 0,-1-1-1 0 0,1 1 0 0 0,0 0 0 0 0,-1-1 0 0 0,1 1 0 0 0,0 0 0 0 0,-1-1 0 0 0,1 1 0 0 0,0-1 1 0 0,-1 1-1 0 0,1-1 0 0 0,0 1 0 0 0,0 0 0 0 0,0-1 0 0 0,-1 1 0 0 0,1-1 0 0 0,0 1 1 0 0,0-1-1 0 0,0 1 0 0 0,0-1 0 0 0,0 1 0 0 0,0-1 0 0 0,0 0 0 0 0,0 1 0 0 0,0-1 0 0 0,0 1 1 0 0,0-1-1 0 0,1 0 0 0 0,5-10 32 0 0,2 0 1 0 0,-1 0-1 0 0,1 1 0 0 0,1 0 1 0 0,0 0-1 0 0,0 1 0 0 0,1 1 1 0 0,0-1-1 0 0,18-10 1 0 0,3-5-16 0 0,0 0-16 0 0,58-51 20 0 0,-80 67-11 0 0,-2 0 0 0 0,1 0 0 0 0,-1 0 1 0 0,-1-1-1 0 0,1 0 0 0 0,-1-1 0 0 0,8-19 1 0 0,-13 28-19 0 0,-1-1 1 0 0,0 1 0 0 0,0-1-1 0 0,0 1 1 0 0,1-1 0 0 0,-1 1-1 0 0,-1-1 1 0 0,1 1 0 0 0,0-1 0 0 0,0 1-1 0 0,-1-1 1 0 0,1 1 0 0 0,0-1-1 0 0,-1 1 1 0 0,0-1 0 0 0,1 1-1 0 0,-1-1 1 0 0,0 1 0 0 0,1 0 0 0 0,-1 0-1 0 0,0-1 1 0 0,0 1 0 0 0,0 0-1 0 0,0 0 1 0 0,-1 0 0 0 0,1 0-1 0 0,0 0 1 0 0,0 0 0 0 0,-1 0 0 0 0,1 0-1 0 0,0 1 1 0 0,-1-1 0 0 0,1 1-1 0 0,-1-1 1 0 0,1 1 0 0 0,-1-1-1 0 0,1 1 1 0 0,-2-1 0 0 0,-9-2 23 0 0,0 0 0 0 0,0 0-1 0 0,-17-1 1 0 0,25 4-24 0 0,-78-5-966 0 0,67 5 718 0 0,11 0-348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0.12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12 32 5216 0 0,'0'0'-401'0'0,"-9"1"-746"0"0,9-1 1141 0 0,0-1 0 0 0,0 1-1 0 0,0 0 1 0 0,0 0 0 0 0,0 0 0 0 0,0 0 0 0 0,0 0 0 0 0,0 0 0 0 0,0 0-1 0 0,0 0 1 0 0,0-1 0 0 0,0 1 0 0 0,0 0 0 0 0,0 0 0 0 0,0 0-1 0 0,0 0 1 0 0,0 0 0 0 0,0 0 0 0 0,0 0 0 0 0,0-1 0 0 0,0 1 0 0 0,0 0-1 0 0,0 0 1 0 0,0 0 0 0 0,0 0 0 0 0,-1 0 0 0 0,1 0 0 0 0,0 0 0 0 0,0 0-1 0 0,0 0 1 0 0,0 0 0 0 0,0-1 0 0 0,0 1 0 0 0,0 0 0 0 0,0 0-1 0 0,0 0 1 0 0,0 0 0 0 0,-1 0 0 0 0,1 0 0 0 0,0 0 0 0 0,0 0 0 0 0,0 0-1 0 0,0 0 1 0 0,0 0 0 0 0,0 0 0 0 0,0 0 0 0 0,0 0 0 0 0,-1 0-1 0 0,1 0 1 0 0,10-5 9 0 0,-1 1-1 0 0,1 0 1 0 0,0 0-1 0 0,0 1 0 0 0,1 1 1 0 0,-1 0-1 0 0,0 0 1 0 0,1 1-1 0 0,0 0 0 0 0,-1 0 1 0 0,15 2-1 0 0,-16 0-4 0 0,0-1 0 0 0,0 2-1 0 0,0-1 1 0 0,0 1 0 0 0,-1 0 0 0 0,1 1 0 0 0,-1 0-1 0 0,1 0 1 0 0,-1 1 0 0 0,0 0 0 0 0,0 0-1 0 0,-1 1 1 0 0,1 0 0 0 0,10 10 0 0 0,-17-13 11 0 0,1 1 0 0 0,0 0 1 0 0,-1 0-1 0 0,1 0 0 0 0,-1 0 1 0 0,0 0-1 0 0,0 0 0 0 0,0 0 1 0 0,0 0-1 0 0,-1 0 0 0 0,1 0 1 0 0,-1 1-1 0 0,0-1 0 0 0,0 0 1 0 0,0 0-1 0 0,0 1 0 0 0,-1-1 1 0 0,1 0-1 0 0,-1 0 0 0 0,0 0 0 0 0,0 0 1 0 0,0 0-1 0 0,0 0 0 0 0,0 0 1 0 0,-1 0-1 0 0,1 0 0 0 0,-4 4 1 0 0,-5 10 89 0 0,-1-1 0 0 0,0-1 0 0 0,-17 17 0 0 0,-85 83 690 0 0,113-115-786 0 0,-1 0 1 0 0,1 1-1 0 0,0-1 1 0 0,0 0-1 0 0,0 0 1 0 0,0 0-1 0 0,-1 1 1 0 0,1-1 0 0 0,0 0-1 0 0,0 0 1 0 0,0 1-1 0 0,0-1 1 0 0,0 0-1 0 0,0 0 1 0 0,0 1-1 0 0,0-1 1 0 0,0 0-1 0 0,0 1 1 0 0,0-1-1 0 0,0 0 1 0 0,0 0-1 0 0,0 1 1 0 0,0-1-1 0 0,0 0 1 0 0,0 1-1 0 0,0-1 1 0 0,0 0 0 0 0,0 0-1 0 0,0 1 1 0 0,0-1-1 0 0,1 0 1 0 0,-1 0-1 0 0,0 1 1 0 0,0-1-1 0 0,0 0 1 0 0,0 0-1 0 0,1 0 1 0 0,-1 1-1 0 0,0-1 1 0 0,0 0-1 0 0,1 0 1 0 0,-1 0-1 0 0,0 0 1 0 0,0 1 0 0 0,1-1-1 0 0,-1 0 1 0 0,0 0-1 0 0,0 0 1 0 0,1 0-1 0 0,-1 0 1 0 0,0 0-1 0 0,0 0 1 0 0,1 0-1 0 0,-1 0 1 0 0,0 0-1 0 0,1 0 1 0 0,-1 0-1 0 0,0 0 1 0 0,0 0-1 0 0,1 0 1 0 0,-1 0-1 0 0,17 2 69 0 0,44-5 73 0 0,91-16 0 0 0,-26 2-193 0 0,87-5-2597 0 0,-178 20 1812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2.04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25 171 3444 0 0,'-9'-3'-195'0'0,"-7"-1"542"0"0,18 4-348 0 0,0 1 1 0 0,0-1 0 0 0,-1 0-1 0 0,1 0 1 0 0,0 0 0 0 0,0 0-1 0 0,0 0 1 0 0,-1 0 0 0 0,1 0-1 0 0,0 0 1 0 0,0-1 0 0 0,-1 1-1 0 0,3-2 1 0 0,30-4 27 0 0,439-15 73 0 0,-291 15-80 0 0,339-26 21 0 0,-356 20-32 0 0,74-10-5 0 0,-14 9 50 0 0,-116 8-36 0 0,-68 3-52 0 0,17-1 42 0 0,356-9 76 0 0,51 0 253 0 0,-366 12-212 0 0,264-8 620 0 0,-218 1-144 0 0,-142 7-578 0 0,1 0-15 0 0,14 0 402 0 0,-7 0-344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4.044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26 32 4852 0 0,'2'-21'-101'0'0,"-11"10"485"0"0,2 15-322 0 0,0 26-178 0 0,5-22 155 0 0,1-4-42 0 0,1 0-1 0 0,-1 1 1 0 0,1-1-1 0 0,-1 0 1 0 0,1 0-1 0 0,0 1 0 0 0,1-1 1 0 0,-1 0-1 0 0,1 0 1 0 0,0 1-1 0 0,0-1 1 0 0,0 0-1 0 0,1 0 0 0 0,-1 0 1 0 0,1 0-1 0 0,0 0 1 0 0,0-1-1 0 0,0 1 1 0 0,1-1-1 0 0,4 7 0 0 0,0-4 8 0 0,-1-1-1 0 0,1 0 0 0 0,0 0 0 0 0,1-1 0 0 0,-1 0 1 0 0,1 0-1 0 0,-1 0 0 0 0,1-1 0 0 0,0-1 0 0 0,9 3 0 0 0,-1 0 6 0 0,0-1-1 0 0,0-1 0 0 0,0-1 0 0 0,1 0 0 0 0,27-1 0 0 0,-40-1 13 0 0,0 0-1 0 0,0 0 0 0 0,0-1 1 0 0,0 1-1 0 0,-1-1 0 0 0,1 0 1 0 0,0 0-1 0 0,-1 0 0 0 0,1-1 1 0 0,0 0-1 0 0,-1 1 1 0 0,0-1-1 0 0,1 0 0 0 0,-1-1 1 0 0,0 1-1 0 0,0 0 0 0 0,0-1 1 0 0,0 0-1 0 0,-1 0 0 0 0,1 0 1 0 0,-1 0-1 0 0,0 0 0 0 0,0 0 1 0 0,0-1-1 0 0,0 1 0 0 0,0-1 1 0 0,-1 1-1 0 0,1-1 1 0 0,0-4-1 0 0,1-4 322 0 0,-1 0-1 0 0,0 0 1 0 0,-1 0 0 0 0,-1-15 0 0 0,0 25-244 0 0,-1-13 265 0 0,-4 5-299 0 0,3 31-88 0 0,2 0 0 0 0,0 0 0 0 0,1-1 0 0 0,1 1 0 0 0,0 0 0 0 0,2-1 0 0 0,1 1 0 0 0,12 34 0 0 0,-5-17-6 0 0,11 70 1 0 0,-23-99-221 0 0,3 12 670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4.29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0 6001 0 0,'17'8'10515'0'0,"-13"-7"-11155"0"0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5.66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19 6233 0 0,'0'0'-496'0'0,"17"-10"-1775"0"0,24 6 2239 0 0,83 1 36 0 0,-93 2 165 0 0,-29 1 34 0 0,-7 1 24 0 0,-70 2 80 0 0,71-3-292 0 0,-1 0-16 0 0,0 0 0 0 0,-1 0 0 0 0,1 1 0 0 0,0 0 0 0 0,0 0 0 0 0,0 0-1 0 0,-7 3 1 0 0,9-2-2 0 0,0 0-1 0 0,1 0 1 0 0,-1 1-1 0 0,1-1 1 0 0,-1 0-1 0 0,1 1 1 0 0,0 0 0 0 0,0-1-1 0 0,0 1 1 0 0,0 0-1 0 0,1 0 1 0 0,-1 0-1 0 0,1 0 1 0 0,0 1-1 0 0,0-1 1 0 0,-2 7-1 0 0,2 2-12 0 0,0 0 0 0 0,1 1-1 0 0,1 20 1 0 0,1 12 30 0 0,-2-44-10 0 0,0 0 3 0 0,0 0-1 0 0,0 0 1 0 0,0 0 0 0 0,0 0-1 0 0,0 0 1 0 0,0 0-1 0 0,0 0 1 0 0,1 0-1 0 0,-1 0 1 0 0,0 0-1 0 0,1 0 1 0 0,-1 0-1 0 0,1 0 1 0 0,-1 0-1 0 0,1 0 1 0 0,-1-1-1 0 0,1 1 1 0 0,-1 0-1 0 0,1 0 1 0 0,0 0 0 0 0,-1-1-1 0 0,1 1 1 0 0,0 0-1 0 0,0-1 1 0 0,0 1-1 0 0,-1-1 1 0 0,1 1-1 0 0,0-1 1 0 0,0 0-1 0 0,0 1 1 0 0,0-1-1 0 0,0 0 1 0 0,0 1-1 0 0,0-1 1 0 0,0 0 0 0 0,0 0-1 0 0,0 0 1 0 0,0 0-1 0 0,0 0 1 0 0,0 0-1 0 0,0 0 1 0 0,0 0-1 0 0,0 0 1 0 0,0-1-1 0 0,0 1 1 0 0,0 0-1 0 0,0-1 1 0 0,1 0-1 0 0,2 1 12 0 0,1-1-6 0 0,43-5 13 0 0,-26 2-40 0 0,-1 1 0 0 0,1 1 0 0 0,0 1 0 0 0,-1 1 0 0 0,1 1 0 0 0,0 1-1 0 0,29 6 1 0 0,-47-6 9 0 0,0 0 0 0 0,0-1 0 0 0,0 1-1 0 0,0 1 1 0 0,-1-1 0 0 0,1 1-1 0 0,-1-1 1 0 0,0 1 0 0 0,1 0-1 0 0,-2 0 1 0 0,1 1 0 0 0,0-1 0 0 0,0 0-1 0 0,-1 1 1 0 0,0 0 0 0 0,0-1-1 0 0,0 1 1 0 0,0 0 0 0 0,-1 0 0 0 0,1 0-1 0 0,-1 1 1 0 0,0-1 0 0 0,0 0-1 0 0,0 8 1 0 0,-1-9 15 0 0,-1 0 0 0 0,1-1-1 0 0,-1 1 1 0 0,0-1 0 0 0,0 1 0 0 0,0-1 0 0 0,0 1-1 0 0,-1-1 1 0 0,1 0 0 0 0,-1 1 0 0 0,1-1 0 0 0,-1 0-1 0 0,0 0 1 0 0,0 0 0 0 0,0 0 0 0 0,0 0-1 0 0,0-1 1 0 0,0 1 0 0 0,-5 2 0 0 0,-49 25 249 0 0,47-25-218 0 0,-24 9 204 0 0,0-1 1 0 0,0-2-1 0 0,-1-2 0 0 0,-39 6 1 0 0,70-14-313 0 0,1-2-191 0 0,-7-16-2387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6.29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502 39 3952 0 0,'16'-23'-472'0'0,"-15"22"453"0"0,6-9 526 0 0,-5 5-152 0 0,-5 7-194 0 0,-22 26-153 0 0,2 0 0 0 0,1 2 0 0 0,1 1 0 0 0,2 0 0 0 0,-21 44 0 0 0,-9 14 8 0 0,30-55-15 0 0,-45 75 19 0 0,-131 172-1 0 0,185-270-138 0 0,-28 40-1959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7.93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0 507 3072 0 0,'0'0'48'0'0,"1"-1"0"0"0,-1 0 0 0 0,1 0-1 0 0,-1 0 1 0 0,1 0 0 0 0,-1 0 0 0 0,1 1-1 0 0,-1-1 1 0 0,1 0 0 0 0,-1 1 0 0 0,1-1-1 0 0,0 0 1 0 0,0 1 0 0 0,-1-1 0 0 0,1 0-1 0 0,0 1 1 0 0,0-1 0 0 0,0 1 0 0 0,-1 0 0 0 0,1-1-1 0 0,0 1 1 0 0,0 0 0 0 0,0-1 0 0 0,0 1-1 0 0,0 0 1 0 0,0 0 0 0 0,2 0 0 0 0,-1 2-8 0 0,0 1 0 0 0,0-1 1 0 0,0 1-1 0 0,0-1 0 0 0,0 1 1 0 0,0 0-1 0 0,-1 0 0 0 0,0 0 1 0 0,2 4-1 0 0,4 6-27 0 0,2-1 1 0 0,-1 0-1 0 0,1 0 0 0 0,1-1 0 0 0,0 0 1 0 0,19 15-1 0 0,16 19 16 0 0,-2-10 1705 0 0,-37-65-1272 0 0,-61-302 468 0 0,19 146-767 0 0,34 176-156 0 0,-9-20-17 0 0,11 28 7 0 0,-1 1 1 0 0,1 0 0 0 0,-1-1 0 0 0,1 1-1 0 0,0 0 1 0 0,0-1 0 0 0,0 1-1 0 0,-1-1 1 0 0,2 1 0 0 0,-1-1-1 0 0,0 1 1 0 0,0 0 0 0 0,0-1 0 0 0,0 1-1 0 0,1 0 1 0 0,-1-1 0 0 0,1 1-1 0 0,-1 0 1 0 0,1-1 0 0 0,0 1-1 0 0,-1 0 1 0 0,1 0 0 0 0,0 0 0 0 0,0-1-1 0 0,0 1 1 0 0,0 0 0 0 0,0 0-1 0 0,0 0 1 0 0,0 1 0 0 0,0-1-1 0 0,2-1 1 0 0,2 0-4 0 0,0-1-1 0 0,0 2 0 0 0,0-1 1 0 0,0 1-1 0 0,1-1 1 0 0,6 0-1 0 0,0 0 18 0 0,83-12-101 0 0,176-5 0 0 0,-152 14-50 0 0,-75 3 109 0 0,5-1 25 0 0,-38 3-80 0 0,-7 1 64 0 0,-1-1-1 0 0,0 0 1 0 0,1 0 0 0 0,-1 0 0 0 0,0 0 0 0 0,1-1 0 0 0,-1 1 0 0 0,0-1 0 0 0,1 0-1 0 0,-1 0 1 0 0,0 0 0 0 0,0 0 0 0 0,0 0 0 0 0,0-1 0 0 0,5-3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8.70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59 4540 0 0,'0'0'-254'0'0,"45"-39"-1464"0"0,-44 38 1724 0 0,28-15 4 0 0,-28 15-16 0 0,39-1-49 0 0,-28 5 63 0 0,-1-1 0 0 0,1 2 0 0 0,-1-1 0 0 0,20 11 0 0 0,-26-12 0 0 0,-2 1 0 0 0,1-1 0 0 0,0 1 0 0 0,0 0 1 0 0,-1 0-1 0 0,1 0 0 0 0,-1 0 0 0 0,0 0 0 0 0,0 1 1 0 0,3 6-1 0 0,-3-5 0 0 0,-1 0 1 0 0,0 1-1 0 0,-1-1 0 0 0,0 1 0 0 0,0-1 1 0 0,0 1-1 0 0,0 0 0 0 0,-1-1 1 0 0,0 1-1 0 0,0 0 0 0 0,0 0 1 0 0,-1-1-1 0 0,0 1 0 0 0,0-1 1 0 0,-1 1-1 0 0,1-1 0 0 0,-1 1 1 0 0,-4 7-1 0 0,-1 2 93 0 0,-1 1 0 0 0,0-1 1 0 0,-1 0-1 0 0,-21 26 0 0 0,-17 27 659 0 0,43-62-613 0 0,4-6-104 0 0,-1 1 1 0 0,0-1 0 0 0,1 1 0 0 0,-1 0 0 0 0,1-1 0 0 0,-1 1 0 0 0,1 0-1 0 0,0-1 1 0 0,-1 1 0 0 0,1 0 0 0 0,0 0 0 0 0,-1 0 0 0 0,1-1-1 0 0,0 1 1 0 0,0 0 0 0 0,0 0 0 0 0,0 0 0 0 0,0 0 0 0 0,0-1-1 0 0,0 1 1 0 0,0 0 0 0 0,0 1 0 0 0,31-5 219 0 0,151-35 169 0 0,-181 37-565 0 0,1 1-1 0 0,-1-1 0 0 0,0 1 1 0 0,0-1-1 0 0,1 0 1 0 0,-1 1-1 0 0,0-1 1 0 0,0 0-1 0 0,0 0 0 0 0,0 0 1 0 0,0 0-1 0 0,0 0 1 0 0,0 0-1 0 0,0 0 1 0 0,0 0-1 0 0,0 0 0 0 0,-1-1 1 0 0,1 1-1 0 0,0-2 1 0 0,2-7-1267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9.32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118 10 4180 0 0,'0'0'52'0'0,"-20"-10"273"0"0,14 11-311 0 0,-1 0 1 0 0,1 1-1 0 0,0-1 0 0 0,-1 1 1 0 0,1 1-1 0 0,0-1 0 0 0,1 1 0 0 0,-1 0 1 0 0,0 0-1 0 0,1 1 0 0 0,-1 0 1 0 0,1-1-1 0 0,-7 8 0 0 0,11-9-12 0 0,0-1-1 0 0,0 0 1 0 0,0 1 0 0 0,1-1-1 0 0,-1 1 1 0 0,0-1 0 0 0,1 1-1 0 0,-1-1 1 0 0,1 1-1 0 0,-1-1 1 0 0,1 1 0 0 0,0 0-1 0 0,-1-1 1 0 0,1 1 0 0 0,0 0-1 0 0,0-1 1 0 0,0 1-1 0 0,0 0 1 0 0,1-1 0 0 0,-1 1-1 0 0,0-1 1 0 0,1 1 0 0 0,-1 0-1 0 0,2 1 1 0 0,-1 1 3 0 0,0 0-1 0 0,1-1 1 0 0,0 1 0 0 0,0-1-1 0 0,0 1 1 0 0,0-1-1 0 0,0 0 1 0 0,6 6 0 0 0,16 10 22 0 0,1-1 0 0 0,44 25 0 0 0,-42-28-38 0 0,-1 2-1 0 0,40 31 0 0 0,-64-46 25 0 0,0 0 0 0 0,0-1 1 0 0,0 1-1 0 0,0 0 1 0 0,-1 0-1 0 0,1 0 0 0 0,0 0 1 0 0,-1 1-1 0 0,1-1 0 0 0,-1 0 1 0 0,0 1-1 0 0,0-1 0 0 0,0 1 1 0 0,0-1-1 0 0,0 1 1 0 0,0 3-1 0 0,-1-4 19 0 0,-1-1 1 0 0,1 1 0 0 0,-1 0-1 0 0,0 0 1 0 0,1-1-1 0 0,-1 1 1 0 0,0-1 0 0 0,0 1-1 0 0,0 0 1 0 0,0-1-1 0 0,0 0 1 0 0,0 1 0 0 0,-1-1-1 0 0,1 0 1 0 0,0 1-1 0 0,-1-1 1 0 0,1 0 0 0 0,-1 0-1 0 0,1 0 1 0 0,-1 0-1 0 0,0 0 1 0 0,1-1 0 0 0,-1 1-1 0 0,-3 0 1 0 0,-5 4 100 0 0,0-1 0 0 0,-1-1 0 0 0,1 0 0 0 0,-1 0-1 0 0,1-1 1 0 0,-1-1 0 0 0,0 1 0 0 0,0-2 0 0 0,0 0 0 0 0,0 0 0 0 0,0-1 0 0 0,0 0 0 0 0,-16-4 0 0 0,26 5-180 0 0,0-1 1 0 0,0 1-1 0 0,0-1 1 0 0,1 1-1 0 0,-1-1 1 0 0,0 1-1 0 0,0-1 1 0 0,0 0-1 0 0,1 1 1 0 0,-1-1-1 0 0,0 0 1 0 0,1 0-1 0 0,-1 0 1 0 0,0 1-1 0 0,1-1 1 0 0,-1 0-1 0 0,1 0 1 0 0,-1 0-1 0 0,1 0 1 0 0,0 0-1 0 0,-1 0 0 0 0,1 0 1 0 0,0 0-1 0 0,0 0 1 0 0,0 0-1 0 0,0 0 1 0 0,0 0-1 0 0,0-1 1 0 0,5-25-2660 0 0,3 13 828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49.61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26 67 4764 0 0,'0'0'-223'0'0,"-16"-5"63"0"0,16 5 180 0 0,0 1 0 0 0,-1-1 1 0 0,1 0-1 0 0,0 0 0 0 0,-1 0 0 0 0,1 0 1 0 0,0 0-1 0 0,0 0 0 0 0,-1 0 0 0 0,1 0 0 0 0,0 0 1 0 0,-1 0-1 0 0,1 0 0 0 0,0 0 0 0 0,-1-1 0 0 0,1 1 1 0 0,0 0-1 0 0,-1 0 0 0 0,1 0 0 0 0,0 0 1 0 0,0 0-1 0 0,-1-1 0 0 0,1 1 0 0 0,0 0 0 0 0,0 0 1 0 0,-1 0-1 0 0,1-1 0 0 0,0 1 0 0 0,0 0 0 0 0,0 0 1 0 0,-1-1-1 0 0,1 1 0 0 0,0 0 0 0 0,0 0 1 0 0,0-1-1 0 0,0 1 0 0 0,0 0 0 0 0,0-1 0 0 0,-1 1 1 0 0,1 0-1 0 0,0-1 0 0 0,0 1 0 0 0,0-1 0 0 0,115-34 347 0 0,-53 18-2885 0 0,-51 14 1255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50.60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23 16 3852 0 0,'0'0'-242'0'0,"-4"0"-408"0"0,-14 0 1530 0 0,26 0-836 0 0,214-10 116 0 0,-170 8-108 0 0,-49 2-33 0 0,1 0 19 0 0,10 0-25 0 0,-10 0-15 0 0,47-4-735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50.90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39 2436 0 0,'35'-1'95'0'0,"58"-8"-29"0"0,-67 8-107 0 0,-1-2-1 0 0,1 0 1 0 0,35-10 0 0 0,-43 5-921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51.724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30 1848 0 0,'0'0'-28'0'0,"40"-2"1100"0"0,183-25-787 0 0,-220 26-314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52.224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40 98 2344 0 0,'-14'-67'2025'0'0,"14"65"-1783"0"0,-6-15 785 0 0,6 17-987 0 0,0-1 0 0 0,0 1-1 0 0,0 0 1 0 0,0-1 0 0 0,0 1-1 0 0,-1-1 1 0 0,1 1 0 0 0,0-1-1 0 0,0 1 1 0 0,0-1 0 0 0,0 1-1 0 0,0 0 1 0 0,-1-1 0 0 0,1 1-1 0 0,0-1 1 0 0,0 1 0 0 0,-1 0-1 0 0,1-1 1 0 0,0 1 0 0 0,-1 0-1 0 0,1-1 1 0 0,0 1 0 0 0,-1 0 0 0 0,1 0-1 0 0,0-1 1 0 0,-1 1 0 0 0,1 0-1 0 0,-1 0 1 0 0,1 0 0 0 0,0-1-1 0 0,-1 1 1 0 0,1 0 0 0 0,-2 0-1 0 0,1 1-39 0 0,0 1 0 0 0,0-1 0 0 0,0 1 0 0 0,0 0 0 0 0,0-1 0 0 0,1 1 0 0 0,-1 0 0 0 0,0-1 0 0 0,1 1 0 0 0,-1 0 0 0 0,1 0 0 0 0,0 0 0 0 0,-1 0 0 0 0,1-1 0 0 0,0 1 0 0 0,0 0 0 0 0,0 0 0 0 0,0 0 0 0 0,1 0 0 0 0,-1-1 0 0 0,0 1 0 0 0,1 0 0 0 0,0 2 0 0 0,2 5-2 0 0,7 54-20 0 0,2-1-1 0 0,24 69 1 0 0,-21-78 24 0 0,-7-17 6 0 0,4 43-1 0 0,3 9 93 0 0,-8-64 43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52.47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57 1 5537 0 0,'-17'0'2761'0'0,"15"0"-2628"0"0,-22 3 1755 0 0,10-5-2842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8:53.30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48 32 6789 0 0,'4'-24'-614'0'0,"-4"23"617"0"0,0 1 1 0 0,0 0 0 0 0,0 0-1 0 0,0-1 1 0 0,0 1 0 0 0,0 0-1 0 0,0-1 1 0 0,0 1 0 0 0,0 0-1 0 0,-1-1 1 0 0,1 1 0 0 0,0 0-1 0 0,0 0 1 0 0,0-1 0 0 0,0 1-1 0 0,-1 0 1 0 0,1 0 0 0 0,0-1-1 0 0,0 1 1 0 0,0 0 0 0 0,-1 0-1 0 0,1 0 1 0 0,0-1 0 0 0,0 1-1 0 0,-1 0 1 0 0,1 0 0 0 0,0 0-1 0 0,-1 0 1 0 0,1 0 0 0 0,0-1-1 0 0,-1 1 1 0 0,1 0 0 0 0,0 0-1 0 0,-1 0 1 0 0,-1 1 4 0 0,0 0-1 0 0,1 0 1 0 0,-1-1 0 0 0,0 1-1 0 0,0 1 1 0 0,1-1 0 0 0,-1 0-1 0 0,1 0 1 0 0,-1 1 0 0 0,1-1-1 0 0,0 0 1 0 0,-1 1 0 0 0,1-1 0 0 0,0 1-1 0 0,0 0 1 0 0,0 0 0 0 0,0-1-1 0 0,0 1 1 0 0,0 2 0 0 0,-2 1-13 0 0,1 1 0 0 0,-1-1 0 0 0,1 1 0 0 0,1 0 0 0 0,-1 0 0 0 0,1-1 0 0 0,0 1 0 0 0,0 0 0 0 0,0 0 0 0 0,1 0 0 0 0,0 0 0 0 0,0 0 1 0 0,1 0-1 0 0,0 0 0 0 0,0 0 0 0 0,2 7 0 0 0,0-7 2 0 0,-1 0 1 0 0,1 0 0 0 0,1-1-1 0 0,-1 1 1 0 0,1-1-1 0 0,0 0 1 0 0,0 0 0 0 0,1 0-1 0 0,-1-1 1 0 0,1 1 0 0 0,0-1-1 0 0,1 0 1 0 0,-1-1-1 0 0,0 1 1 0 0,8 2 0 0 0,2 3-8 0 0,0-2 0 0 0,1 0 0 0 0,0-1 0 0 0,0 0 0 0 0,0-2 1 0 0,1 0-1 0 0,19 3 0 0 0,-34-7 13 0 0,1 1 1 0 0,0-1 0 0 0,-1 0-1 0 0,1 0 1 0 0,0 0-1 0 0,-1 0 1 0 0,1 0-1 0 0,0-1 1 0 0,-1 1-1 0 0,1-1 1 0 0,0 0 0 0 0,-1 1-1 0 0,1-1 1 0 0,-1-1-1 0 0,1 1 1 0 0,-1 0-1 0 0,0 0 1 0 0,0-1-1 0 0,1 1 1 0 0,-1-1 0 0 0,0 0-1 0 0,3-3 1 0 0,-3 0 60 0 0,0 1 1 0 0,0 0-1 0 0,0 0 0 0 0,-1 0 1 0 0,0-1-1 0 0,0 1 1 0 0,0-1-1 0 0,0 1 1 0 0,0-7-1 0 0,2-11 586 0 0,-3 20-557 0 0,0 0 0 0 0,0 0 0 0 0,0-1 0 0 0,-1 1 0 0 0,1 0 0 0 0,-1 0 0 0 0,1 0 0 0 0,-1 0 0 0 0,0-1 0 0 0,1 1 0 0 0,-3-3 0 0 0,-1-5 179 0 0,-1 21-292 0 0,0 1 0 0 0,1-1 0 0 0,0 1 0 0 0,0 0 0 0 0,1-1 0 0 0,-2 25 0 0 0,0 82-83 0 0,5-76 81 0 0,-6 41 0 0 0,3-44-26 0 0,2-29-205 0 0,1 1 0 0 0,-2-1-1 0 0,1 1 1 0 0,-1-1 0 0 0,-1 0 0 0 0,0 0-1 0 0,-6 14 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9:19.38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77 22 540 0 0,'-18'-19'5793'0'0,"14"17"-5437"0"0,1 4-361 0 0,2-1 2 0 0,-1 0 1 0 0,1 0-1 0 0,0-1 1 0 0,0 2-1 0 0,1-1 1 0 0,-1 0-1 0 0,0 0 1 0 0,0 0 0 0 0,0 0-1 0 0,1 0 1 0 0,-1 1-1 0 0,1-1 1 0 0,-1 0-1 0 0,1 1 1 0 0,-1-1 0 0 0,1 0-1 0 0,0 1 1 0 0,-1 1-1 0 0,-36 134-167 0 0,37-133 166 0 0,-1-1 1 0 0,1 1-1 0 0,1-1 1 0 0,-1 0-1 0 0,0 1 1 0 0,1-1-1 0 0,0 0 1 0 0,0 1-1 0 0,0-1 1 0 0,0 0 0 0 0,0 0-1 0 0,1 0 1 0 0,-1 0-1 0 0,1 0 1 0 0,0 0-1 0 0,0 0 1 0 0,0 0-1 0 0,0-1 1 0 0,0 1-1 0 0,1-1 1 0 0,4 4 0 0 0,-1-3 7 0 0,1 1-1 0 0,-1-1 1 0 0,1-1 0 0 0,0 1 0 0 0,0-1 0 0 0,0 0 0 0 0,1-1 0 0 0,-1 0 0 0 0,0 0 0 0 0,1 0 0 0 0,-1-1 0 0 0,0 0 0 0 0,1-1 0 0 0,-1 1 0 0 0,0-2-1 0 0,1 1 1 0 0,-1-1 0 0 0,0 0 0 0 0,0 0 0 0 0,0-1 0 0 0,-1 0 0 0 0,1 0 0 0 0,0 0 0 0 0,-1-1 0 0 0,0 0 0 0 0,0-1 0 0 0,0 1 0 0 0,-1-1 0 0 0,1 0-1 0 0,-1 0 1 0 0,0-1 0 0 0,-1 0 0 0 0,1 1 0 0 0,-1-2 0 0 0,0 1 0 0 0,-1 0 0 0 0,6-14 0 0 0,-5 10 114 0 0,-1 1-1 0 0,0-1 1 0 0,0 0 0 0 0,-1 0 0 0 0,0 0-1 0 0,0-17 1 0 0,-2 24 65 0 0,-2-24 492 0 0,-2 43-676 0 0,-3 48-225 0 0,7-63 244 0 0,-2 37-48 0 0,2 0 1 0 0,4 39 0 0 0,1 22 5 0 0,-5 19 79 0 0,0-117-42 0 0,-2 6 61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18:39:20.81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66 100 5364 0 0,'0'0'-414'0'0,"-14"-37"268"0"0,4 24 424 0 0,8 11-246 0 0,1 0 1 0 0,-1 0-1 0 0,0 0 0 0 0,1 0 0 0 0,-1 0 0 0 0,1 0 1 0 0,0 0-1 0 0,-1 0 0 0 0,1-1 0 0 0,0 1 0 0 0,0-4 1 0 0,-12-15 241 0 0,10 34-290 0 0,1 0 1 0 0,0-1 0 0 0,1 1-1 0 0,0 0 1 0 0,1 0 0 0 0,3 24 0 0 0,-1 25-12 0 0,-1-49-131 0 0,-2 25 301 0 0,-6-18-3059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4.png"/><Relationship Id="rId3" Type="http://schemas.openxmlformats.org/officeDocument/2006/relationships/customXml" Target="../ink/ink1.xml"/><Relationship Id="rId21" Type="http://schemas.openxmlformats.org/officeDocument/2006/relationships/image" Target="../media/image15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7" Type="http://schemas.openxmlformats.org/officeDocument/2006/relationships/image" Target="../media/image87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38" Type="http://schemas.openxmlformats.org/officeDocument/2006/relationships/customXml" Target="../ink/ink18.xml"/><Relationship Id="rId46" Type="http://schemas.openxmlformats.org/officeDocument/2006/relationships/image" Target="../media/image6.png"/><Relationship Id="rId2" Type="http://schemas.openxmlformats.org/officeDocument/2006/relationships/image" Target="../media/image4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9.png"/><Relationship Id="rId41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3.png"/><Relationship Id="rId40" Type="http://schemas.openxmlformats.org/officeDocument/2006/relationships/customXml" Target="../ink/ink19.xml"/><Relationship Id="rId45" Type="http://schemas.openxmlformats.org/officeDocument/2006/relationships/image" Target="../media/image27.png"/><Relationship Id="rId5" Type="http://schemas.openxmlformats.org/officeDocument/2006/relationships/image" Target="../media/image710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4.png"/><Relationship Id="rId31" Type="http://schemas.openxmlformats.org/officeDocument/2006/relationships/image" Target="../media/image20.png"/><Relationship Id="rId44" Type="http://schemas.openxmlformats.org/officeDocument/2006/relationships/customXml" Target="../ink/ink21.xml"/><Relationship Id="rId9" Type="http://schemas.openxmlformats.org/officeDocument/2006/relationships/image" Target="../media/image9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8.png"/><Relationship Id="rId30" Type="http://schemas.openxmlformats.org/officeDocument/2006/relationships/customXml" Target="../ink/ink14.xml"/><Relationship Id="rId35" Type="http://schemas.openxmlformats.org/officeDocument/2006/relationships/image" Target="../media/image22.png"/><Relationship Id="rId43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36.png"/><Relationship Id="rId18" Type="http://schemas.openxmlformats.org/officeDocument/2006/relationships/customXml" Target="../ink/ink29.xml"/><Relationship Id="rId26" Type="http://schemas.openxmlformats.org/officeDocument/2006/relationships/customXml" Target="../ink/ink33.xml"/><Relationship Id="rId39" Type="http://schemas.openxmlformats.org/officeDocument/2006/relationships/image" Target="../media/image49.png"/><Relationship Id="rId3" Type="http://schemas.openxmlformats.org/officeDocument/2006/relationships/image" Target="../media/image4.png"/><Relationship Id="rId21" Type="http://schemas.openxmlformats.org/officeDocument/2006/relationships/image" Target="../media/image40.png"/><Relationship Id="rId34" Type="http://schemas.openxmlformats.org/officeDocument/2006/relationships/customXml" Target="../ink/ink37.xml"/><Relationship Id="rId42" Type="http://schemas.openxmlformats.org/officeDocument/2006/relationships/customXml" Target="../ink/ink41.xml"/><Relationship Id="rId7" Type="http://schemas.openxmlformats.org/officeDocument/2006/relationships/image" Target="../media/image33.png"/><Relationship Id="rId12" Type="http://schemas.openxmlformats.org/officeDocument/2006/relationships/customXml" Target="../ink/ink26.xml"/><Relationship Id="rId17" Type="http://schemas.openxmlformats.org/officeDocument/2006/relationships/image" Target="../media/image38.png"/><Relationship Id="rId25" Type="http://schemas.openxmlformats.org/officeDocument/2006/relationships/image" Target="../media/image42.png"/><Relationship Id="rId33" Type="http://schemas.openxmlformats.org/officeDocument/2006/relationships/image" Target="../media/image46.png"/><Relationship Id="rId38" Type="http://schemas.openxmlformats.org/officeDocument/2006/relationships/customXml" Target="../ink/ink39.xml"/><Relationship Id="rId2" Type="http://schemas.openxmlformats.org/officeDocument/2006/relationships/image" Target="../media/image7.png"/><Relationship Id="rId16" Type="http://schemas.openxmlformats.org/officeDocument/2006/relationships/customXml" Target="../ink/ink28.xml"/><Relationship Id="rId20" Type="http://schemas.openxmlformats.org/officeDocument/2006/relationships/customXml" Target="../ink/ink30.xml"/><Relationship Id="rId29" Type="http://schemas.openxmlformats.org/officeDocument/2006/relationships/image" Target="../media/image44.png"/><Relationship Id="rId41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35.png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37" Type="http://schemas.openxmlformats.org/officeDocument/2006/relationships/image" Target="../media/image48.png"/><Relationship Id="rId40" Type="http://schemas.openxmlformats.org/officeDocument/2006/relationships/customXml" Target="../ink/ink40.xml"/><Relationship Id="rId45" Type="http://schemas.openxmlformats.org/officeDocument/2006/relationships/image" Target="../media/image52.png"/><Relationship Id="rId5" Type="http://schemas.openxmlformats.org/officeDocument/2006/relationships/image" Target="../media/image32.png"/><Relationship Id="rId15" Type="http://schemas.openxmlformats.org/officeDocument/2006/relationships/image" Target="../media/image37.png"/><Relationship Id="rId23" Type="http://schemas.openxmlformats.org/officeDocument/2006/relationships/image" Target="../media/image41.png"/><Relationship Id="rId28" Type="http://schemas.openxmlformats.org/officeDocument/2006/relationships/customXml" Target="../ink/ink34.xml"/><Relationship Id="rId36" Type="http://schemas.openxmlformats.org/officeDocument/2006/relationships/customXml" Target="../ink/ink38.xml"/><Relationship Id="rId10" Type="http://schemas.openxmlformats.org/officeDocument/2006/relationships/customXml" Target="../ink/ink25.xml"/><Relationship Id="rId19" Type="http://schemas.openxmlformats.org/officeDocument/2006/relationships/image" Target="../media/image39.png"/><Relationship Id="rId31" Type="http://schemas.openxmlformats.org/officeDocument/2006/relationships/image" Target="../media/image45.png"/><Relationship Id="rId44" Type="http://schemas.openxmlformats.org/officeDocument/2006/relationships/customXml" Target="../ink/ink42.xml"/><Relationship Id="rId4" Type="http://schemas.openxmlformats.org/officeDocument/2006/relationships/customXml" Target="../ink/ink22.xml"/><Relationship Id="rId9" Type="http://schemas.openxmlformats.org/officeDocument/2006/relationships/image" Target="../media/image34.png"/><Relationship Id="rId14" Type="http://schemas.openxmlformats.org/officeDocument/2006/relationships/customXml" Target="../ink/ink27.xml"/><Relationship Id="rId22" Type="http://schemas.openxmlformats.org/officeDocument/2006/relationships/customXml" Target="../ink/ink31.xml"/><Relationship Id="rId27" Type="http://schemas.openxmlformats.org/officeDocument/2006/relationships/image" Target="../media/image43.png"/><Relationship Id="rId30" Type="http://schemas.openxmlformats.org/officeDocument/2006/relationships/customXml" Target="../ink/ink35.xml"/><Relationship Id="rId35" Type="http://schemas.openxmlformats.org/officeDocument/2006/relationships/image" Target="../media/image47.png"/><Relationship Id="rId43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customXml" Target="../ink/ink50.xml"/><Relationship Id="rId26" Type="http://schemas.openxmlformats.org/officeDocument/2006/relationships/customXml" Target="../ink/ink54.xml"/><Relationship Id="rId39" Type="http://schemas.openxmlformats.org/officeDocument/2006/relationships/image" Target="../media/image74.png"/><Relationship Id="rId21" Type="http://schemas.openxmlformats.org/officeDocument/2006/relationships/image" Target="../media/image65.png"/><Relationship Id="rId34" Type="http://schemas.openxmlformats.org/officeDocument/2006/relationships/customXml" Target="../ink/ink58.xml"/><Relationship Id="rId42" Type="http://schemas.openxmlformats.org/officeDocument/2006/relationships/customXml" Target="../ink/ink62.xml"/><Relationship Id="rId47" Type="http://schemas.openxmlformats.org/officeDocument/2006/relationships/image" Target="../media/image78.png"/><Relationship Id="rId50" Type="http://schemas.openxmlformats.org/officeDocument/2006/relationships/customXml" Target="../ink/ink66.xml"/><Relationship Id="rId55" Type="http://schemas.openxmlformats.org/officeDocument/2006/relationships/image" Target="../media/image82.png"/><Relationship Id="rId7" Type="http://schemas.openxmlformats.org/officeDocument/2006/relationships/image" Target="../media/image58.png"/><Relationship Id="rId12" Type="http://schemas.openxmlformats.org/officeDocument/2006/relationships/customXml" Target="../ink/ink47.xml"/><Relationship Id="rId17" Type="http://schemas.openxmlformats.org/officeDocument/2006/relationships/image" Target="../media/image63.png"/><Relationship Id="rId25" Type="http://schemas.openxmlformats.org/officeDocument/2006/relationships/image" Target="../media/image67.png"/><Relationship Id="rId33" Type="http://schemas.openxmlformats.org/officeDocument/2006/relationships/image" Target="../media/image71.png"/><Relationship Id="rId38" Type="http://schemas.openxmlformats.org/officeDocument/2006/relationships/customXml" Target="../ink/ink60.xml"/><Relationship Id="rId46" Type="http://schemas.openxmlformats.org/officeDocument/2006/relationships/customXml" Target="../ink/ink64.xml"/><Relationship Id="rId2" Type="http://schemas.openxmlformats.org/officeDocument/2006/relationships/image" Target="../media/image8.png"/><Relationship Id="rId16" Type="http://schemas.openxmlformats.org/officeDocument/2006/relationships/customXml" Target="../ink/ink49.xml"/><Relationship Id="rId20" Type="http://schemas.openxmlformats.org/officeDocument/2006/relationships/customXml" Target="../ink/ink51.xml"/><Relationship Id="rId29" Type="http://schemas.openxmlformats.org/officeDocument/2006/relationships/image" Target="../media/image69.png"/><Relationship Id="rId41" Type="http://schemas.openxmlformats.org/officeDocument/2006/relationships/image" Target="../media/image75.png"/><Relationship Id="rId54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.xml"/><Relationship Id="rId11" Type="http://schemas.openxmlformats.org/officeDocument/2006/relationships/image" Target="../media/image60.png"/><Relationship Id="rId24" Type="http://schemas.openxmlformats.org/officeDocument/2006/relationships/customXml" Target="../ink/ink53.xml"/><Relationship Id="rId32" Type="http://schemas.openxmlformats.org/officeDocument/2006/relationships/customXml" Target="../ink/ink57.xml"/><Relationship Id="rId37" Type="http://schemas.openxmlformats.org/officeDocument/2006/relationships/image" Target="../media/image73.png"/><Relationship Id="rId40" Type="http://schemas.openxmlformats.org/officeDocument/2006/relationships/customXml" Target="../ink/ink61.xml"/><Relationship Id="rId45" Type="http://schemas.openxmlformats.org/officeDocument/2006/relationships/image" Target="../media/image77.png"/><Relationship Id="rId53" Type="http://schemas.openxmlformats.org/officeDocument/2006/relationships/image" Target="../media/image81.png"/><Relationship Id="rId5" Type="http://schemas.openxmlformats.org/officeDocument/2006/relationships/image" Target="../media/image57.png"/><Relationship Id="rId15" Type="http://schemas.openxmlformats.org/officeDocument/2006/relationships/image" Target="../media/image62.png"/><Relationship Id="rId23" Type="http://schemas.openxmlformats.org/officeDocument/2006/relationships/image" Target="../media/image66.png"/><Relationship Id="rId28" Type="http://schemas.openxmlformats.org/officeDocument/2006/relationships/customXml" Target="../ink/ink55.xml"/><Relationship Id="rId36" Type="http://schemas.openxmlformats.org/officeDocument/2006/relationships/customXml" Target="../ink/ink59.xml"/><Relationship Id="rId49" Type="http://schemas.openxmlformats.org/officeDocument/2006/relationships/image" Target="../media/image79.png"/><Relationship Id="rId10" Type="http://schemas.openxmlformats.org/officeDocument/2006/relationships/customXml" Target="../ink/ink46.xml"/><Relationship Id="rId19" Type="http://schemas.openxmlformats.org/officeDocument/2006/relationships/image" Target="../media/image64.png"/><Relationship Id="rId31" Type="http://schemas.openxmlformats.org/officeDocument/2006/relationships/image" Target="../media/image70.png"/><Relationship Id="rId44" Type="http://schemas.openxmlformats.org/officeDocument/2006/relationships/customXml" Target="../ink/ink63.xml"/><Relationship Id="rId52" Type="http://schemas.openxmlformats.org/officeDocument/2006/relationships/customXml" Target="../ink/ink67.xml"/><Relationship Id="rId4" Type="http://schemas.openxmlformats.org/officeDocument/2006/relationships/customXml" Target="../ink/ink43.xml"/><Relationship Id="rId9" Type="http://schemas.openxmlformats.org/officeDocument/2006/relationships/image" Target="../media/image59.png"/><Relationship Id="rId14" Type="http://schemas.openxmlformats.org/officeDocument/2006/relationships/customXml" Target="../ink/ink48.xml"/><Relationship Id="rId22" Type="http://schemas.openxmlformats.org/officeDocument/2006/relationships/customXml" Target="../ink/ink52.xml"/><Relationship Id="rId27" Type="http://schemas.openxmlformats.org/officeDocument/2006/relationships/image" Target="../media/image68.png"/><Relationship Id="rId30" Type="http://schemas.openxmlformats.org/officeDocument/2006/relationships/customXml" Target="../ink/ink56.xml"/><Relationship Id="rId35" Type="http://schemas.openxmlformats.org/officeDocument/2006/relationships/image" Target="../media/image72.png"/><Relationship Id="rId43" Type="http://schemas.openxmlformats.org/officeDocument/2006/relationships/image" Target="../media/image76.png"/><Relationship Id="rId48" Type="http://schemas.openxmlformats.org/officeDocument/2006/relationships/customXml" Target="../ink/ink65.xml"/><Relationship Id="rId8" Type="http://schemas.openxmlformats.org/officeDocument/2006/relationships/customXml" Target="../ink/ink45.xml"/><Relationship Id="rId51" Type="http://schemas.openxmlformats.org/officeDocument/2006/relationships/image" Target="../media/image80.png"/><Relationship Id="rId3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421480-B20D-B7EC-0710-6BE980F69F32}"/>
              </a:ext>
            </a:extLst>
          </p:cNvPr>
          <p:cNvSpPr txBox="1"/>
          <p:nvPr/>
        </p:nvSpPr>
        <p:spPr>
          <a:xfrm>
            <a:off x="569214" y="1229975"/>
            <a:ext cx="110528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 standard deviation is unknown,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z-test is not typically used for testing hypotheses involving means.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different test, called the t-test, is used. </a:t>
            </a:r>
          </a:p>
        </p:txBody>
      </p:sp>
    </p:spTree>
    <p:extLst>
      <p:ext uri="{BB962C8B-B14F-4D97-AF65-F5344CB8AC3E}">
        <p14:creationId xmlns:p14="http://schemas.microsoft.com/office/powerpoint/2010/main" val="308521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B7A3B-BEB7-ABA9-04DA-6F2520C2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8C014B-300C-1EAB-D71A-01553F7E7675}"/>
              </a:ext>
            </a:extLst>
          </p:cNvPr>
          <p:cNvSpPr txBox="1"/>
          <p:nvPr/>
        </p:nvSpPr>
        <p:spPr>
          <a:xfrm>
            <a:off x="146304" y="140087"/>
            <a:ext cx="11905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make use of t-distribution curve. Itis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similar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the standard normal distribution in the following ways.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bell-shaped and symmetric about the mean.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mean, median, and mode are equal to 0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curve approaches but never touches the x axis.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AD7C9-053B-4027-4F72-C97A11462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365" y="2079079"/>
            <a:ext cx="7522028" cy="478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72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CC5D9-7785-F715-4F2F-E3F8050E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8CEF9E-1E83-9D49-163D-B5FD36B8E257}"/>
              </a:ext>
            </a:extLst>
          </p:cNvPr>
          <p:cNvSpPr txBox="1"/>
          <p:nvPr/>
        </p:nvSpPr>
        <p:spPr>
          <a:xfrm>
            <a:off x="155448" y="129784"/>
            <a:ext cx="119512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 distribution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standard normal distribution in the following ways.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variance is greater than 1.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The t distribution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family of curves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degrees of freedom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is a number related to sample size.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As the sample size increases, the t-distribution approaches the normal distribution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5141B3-CF34-3074-65FC-492A8E8B7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365" y="2079079"/>
            <a:ext cx="7522028" cy="478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1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961D-D214-3E41-5EA4-EAA7D510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10A019-BE8C-A33F-6249-BF209CB841A8}"/>
              </a:ext>
            </a:extLst>
          </p:cNvPr>
          <p:cNvSpPr txBox="1"/>
          <p:nvPr/>
        </p:nvSpPr>
        <p:spPr>
          <a:xfrm>
            <a:off x="421084" y="136035"/>
            <a:ext cx="104511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t-test is a statistical test for the mean of a population and is used when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 is approximately normally distributed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 std. dev. </a:t>
            </a:r>
            <a:r>
              <a:rPr lang="el-G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σ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unknown.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formula for the t test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9990B-1DC2-002D-29EF-99D78E6F2BB5}"/>
              </a:ext>
            </a:extLst>
          </p:cNvPr>
          <p:cNvSpPr txBox="1"/>
          <p:nvPr/>
        </p:nvSpPr>
        <p:spPr>
          <a:xfrm>
            <a:off x="256492" y="5175718"/>
            <a:ext cx="9966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Assumptions for the t-test for a Mean When </a:t>
            </a:r>
            <a:r>
              <a:rPr lang="el-G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σ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Unknown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1. The sample is a random sample.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Either n &gt;= 30 or the population is normally distributed when n &lt; 30.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403BCE-E224-549F-7992-65C715947322}"/>
                  </a:ext>
                </a:extLst>
              </p:cNvPr>
              <p:cNvSpPr txBox="1"/>
              <p:nvPr/>
            </p:nvSpPr>
            <p:spPr>
              <a:xfrm>
                <a:off x="338788" y="2865301"/>
                <a:ext cx="3735190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Population mean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Sample mean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 = Sample standard deviation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403BCE-E224-549F-7992-65C715947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88" y="2865301"/>
                <a:ext cx="3735190" cy="1107996"/>
              </a:xfrm>
              <a:prstGeom prst="rect">
                <a:avLst/>
              </a:prstGeom>
              <a:blipFill>
                <a:blip r:embed="rId2"/>
                <a:stretch>
                  <a:fillRect l="-5065" t="-8242" r="-3922" b="-15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64858C6-6F98-30E8-A8F0-AABF64AC4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325" y="1571043"/>
            <a:ext cx="2331157" cy="1227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E1F27F-D4C1-4FEB-A521-FB326DB26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325" y="3054131"/>
            <a:ext cx="2111654" cy="56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7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72AF27-2179-E275-AC3D-73882613BF2A}"/>
              </a:ext>
            </a:extLst>
          </p:cNvPr>
          <p:cNvSpPr txBox="1"/>
          <p:nvPr/>
        </p:nvSpPr>
        <p:spPr>
          <a:xfrm>
            <a:off x="294894" y="-72491"/>
            <a:ext cx="112905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test hypotheses by using the t-test (traditional method), follow the same procedure as for the z-test, ( except use different table to find t-value) 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 State the hypothesis and identify the claim.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Find the critical value from table.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 Compute the t-test value.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4) Make the decision to reject or not reject the null hypothesis.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5) Summarize the results.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DBE30F-410A-A84D-20B4-1081A3B4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082" y="3575088"/>
            <a:ext cx="4001721" cy="21338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77D9D6-B566-B635-D281-BE50A9EB9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95" y="3575088"/>
            <a:ext cx="3512443" cy="2133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EAA203-C570-A14E-BFDC-C67FC1817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575089"/>
            <a:ext cx="3796213" cy="215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2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59D2A7-E99F-6FFE-5275-2A35577A250A}"/>
              </a:ext>
            </a:extLst>
          </p:cNvPr>
          <p:cNvSpPr txBox="1"/>
          <p:nvPr/>
        </p:nvSpPr>
        <p:spPr>
          <a:xfrm>
            <a:off x="349758" y="304860"/>
            <a:ext cx="1111681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population of metal components, the average lifetime without a protective paint coating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101 months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The lifetime is assumed to be normally distributed, but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standard deviation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unknown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engineer claims that applying the new protective paint coating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increases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mean lifetime of the component beyond 101 months.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She tests this claim by selecting a random sample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 components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[112 107 113 121 106 106 121 114 104 112 104 104 110 92 94 103 100 111 100 96]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 of above is 107 and standard deviation 8: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engineer’s claim at α=0.05.</a:t>
            </a:r>
          </a:p>
        </p:txBody>
      </p:sp>
    </p:spTree>
    <p:extLst>
      <p:ext uri="{BB962C8B-B14F-4D97-AF65-F5344CB8AC3E}">
        <p14:creationId xmlns:p14="http://schemas.microsoft.com/office/powerpoint/2010/main" val="168071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B0D5-2EA2-D3FC-3C3D-DC1CBC45E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17D591-FC0F-7658-5507-B1D4E712100D}"/>
              </a:ext>
            </a:extLst>
          </p:cNvPr>
          <p:cNvSpPr txBox="1"/>
          <p:nvPr/>
        </p:nvSpPr>
        <p:spPr>
          <a:xfrm>
            <a:off x="201168" y="213652"/>
            <a:ext cx="629107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the hypothesis and identify the claim.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H0: </a:t>
            </a:r>
            <a:r>
              <a:rPr lang="el-GR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101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 mean lifetime is 101 months; the coating has no effect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H1: </a:t>
            </a:r>
            <a:r>
              <a:rPr lang="el-GR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 101 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 claim:  The mean lifetime is greater than 101 months; the coating increases lifetime.)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the critical value.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α = 0.05 and the test is a right-tailed test,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20-1 = 19,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critical value is tα  = 1.729 (use t-dist. table)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the t test value 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formula,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E2F10F-F345-2C68-90C1-3C69A3BE2516}"/>
              </a:ext>
            </a:extLst>
          </p:cNvPr>
          <p:cNvSpPr txBox="1"/>
          <p:nvPr/>
        </p:nvSpPr>
        <p:spPr>
          <a:xfrm>
            <a:off x="6631687" y="490651"/>
            <a:ext cx="529208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the decision to reject or not reject the null hypothesis.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3.35 &gt; 1.729 (the critical value),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so, reject the null hypothesis.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686ABF-D425-C67B-A28B-E52ABE064717}"/>
              </a:ext>
            </a:extLst>
          </p:cNvPr>
          <p:cNvCxnSpPr/>
          <p:nvPr/>
        </p:nvCxnSpPr>
        <p:spPr>
          <a:xfrm>
            <a:off x="6572250" y="307110"/>
            <a:ext cx="0" cy="64373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F4C8694-A014-1F51-1396-61EFA4C2B52F}"/>
              </a:ext>
            </a:extLst>
          </p:cNvPr>
          <p:cNvSpPr txBox="1"/>
          <p:nvPr/>
        </p:nvSpPr>
        <p:spPr>
          <a:xfrm>
            <a:off x="6576822" y="4679942"/>
            <a:ext cx="552983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results: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enough evidence to reject Null hypothesis. So,  the paint coating increases the mean lifetime of the component.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BC7483-310D-F4B4-7B00-46D0CFCBB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51" y="4906487"/>
            <a:ext cx="1589791" cy="83729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4BF8D82-DC1E-4D61-9F3B-9C59542EA4A4}"/>
              </a:ext>
            </a:extLst>
          </p:cNvPr>
          <p:cNvGrpSpPr/>
          <p:nvPr/>
        </p:nvGrpSpPr>
        <p:grpSpPr>
          <a:xfrm>
            <a:off x="3785544" y="5990976"/>
            <a:ext cx="1848600" cy="725400"/>
            <a:chOff x="3968424" y="6018408"/>
            <a:chExt cx="184860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6ABFB1F-D9E1-8CA3-14DB-1F2C54E43D52}"/>
                    </a:ext>
                  </a:extLst>
                </p14:cNvPr>
                <p14:cNvContentPartPr/>
                <p14:nvPr/>
              </p14:nvContentPartPr>
              <p14:xfrm>
                <a:off x="3968424" y="6045048"/>
                <a:ext cx="45720" cy="189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6ABFB1F-D9E1-8CA3-14DB-1F2C54E43D5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32424" y="6009048"/>
                  <a:ext cx="1173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82A9E45-7558-61E8-3C3F-E321908FC1C5}"/>
                    </a:ext>
                  </a:extLst>
                </p14:cNvPr>
                <p14:cNvContentPartPr/>
                <p14:nvPr/>
              </p14:nvContentPartPr>
              <p14:xfrm>
                <a:off x="4105944" y="6064488"/>
                <a:ext cx="132840" cy="139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82A9E45-7558-61E8-3C3F-E321908FC1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70304" y="6028488"/>
                  <a:ext cx="204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B8043A-C4BC-639B-36AD-D07C79DB07CF}"/>
                    </a:ext>
                  </a:extLst>
                </p14:cNvPr>
                <p14:cNvContentPartPr/>
                <p14:nvPr/>
              </p14:nvContentPartPr>
              <p14:xfrm>
                <a:off x="4336344" y="6043608"/>
                <a:ext cx="132120" cy="270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B8043A-C4BC-639B-36AD-D07C79DB07C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00344" y="6007608"/>
                  <a:ext cx="2037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6C40D4-08EA-041C-698D-AC58FFAE6B65}"/>
                    </a:ext>
                  </a:extLst>
                </p14:cNvPr>
                <p14:cNvContentPartPr/>
                <p14:nvPr/>
              </p14:nvContentPartPr>
              <p14:xfrm>
                <a:off x="4357944" y="6161328"/>
                <a:ext cx="209880" cy="36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6C40D4-08EA-041C-698D-AC58FFAE6B6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2304" y="6125328"/>
                  <a:ext cx="281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7C88D1-952D-4A8B-E233-79F459708E94}"/>
                    </a:ext>
                  </a:extLst>
                </p14:cNvPr>
                <p14:cNvContentPartPr/>
                <p14:nvPr/>
              </p14:nvContentPartPr>
              <p14:xfrm>
                <a:off x="4740624" y="6137568"/>
                <a:ext cx="159840" cy="21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7C88D1-952D-4A8B-E233-79F459708E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04984" y="6101928"/>
                  <a:ext cx="2314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F8FEEB0-1E91-5C0F-A95E-CB3304219B6C}"/>
                    </a:ext>
                  </a:extLst>
                </p14:cNvPr>
                <p14:cNvContentPartPr/>
                <p14:nvPr/>
              </p14:nvContentPartPr>
              <p14:xfrm>
                <a:off x="5012064" y="6076368"/>
                <a:ext cx="59760" cy="165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F8FEEB0-1E91-5C0F-A95E-CB3304219B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76064" y="6040728"/>
                  <a:ext cx="131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3AAC7E-9E33-F312-B812-4C99C3AE3D4E}"/>
                    </a:ext>
                  </a:extLst>
                </p14:cNvPr>
                <p14:cNvContentPartPr/>
                <p14:nvPr/>
              </p14:nvContentPartPr>
              <p14:xfrm>
                <a:off x="5178744" y="6079608"/>
                <a:ext cx="115920" cy="122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3AAC7E-9E33-F312-B812-4C99C3AE3D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43104" y="6043968"/>
                  <a:ext cx="1875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5978F40-47AB-114B-BF8C-877E42FF76AF}"/>
                    </a:ext>
                  </a:extLst>
                </p14:cNvPr>
                <p14:cNvContentPartPr/>
                <p14:nvPr/>
              </p14:nvContentPartPr>
              <p14:xfrm>
                <a:off x="5408064" y="6018408"/>
                <a:ext cx="27000" cy="219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5978F40-47AB-114B-BF8C-877E42FF76A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72424" y="5982408"/>
                  <a:ext cx="986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9E50397-1D1C-E4A3-DE09-7B3E050BEB79}"/>
                    </a:ext>
                  </a:extLst>
                </p14:cNvPr>
                <p14:cNvContentPartPr/>
                <p14:nvPr/>
              </p14:nvContentPartPr>
              <p14:xfrm>
                <a:off x="4015584" y="6349248"/>
                <a:ext cx="1801440" cy="68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9E50397-1D1C-E4A3-DE09-7B3E050BEB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79944" y="6313608"/>
                  <a:ext cx="1873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E1F11A-BF43-F1DE-4855-42033840F504}"/>
                    </a:ext>
                  </a:extLst>
                </p14:cNvPr>
                <p14:cNvContentPartPr/>
                <p14:nvPr/>
              </p14:nvContentPartPr>
              <p14:xfrm>
                <a:off x="4569624" y="6492528"/>
                <a:ext cx="197280" cy="149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E1F11A-BF43-F1DE-4855-42033840F5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33984" y="6456528"/>
                  <a:ext cx="268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00A52BC-5216-3036-3A2E-16FA7B9E3759}"/>
                    </a:ext>
                  </a:extLst>
                </p14:cNvPr>
                <p14:cNvContentPartPr/>
                <p14:nvPr/>
              </p14:nvContentPartPr>
              <p14:xfrm>
                <a:off x="4724064" y="6487128"/>
                <a:ext cx="298080" cy="256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00A52BC-5216-3036-3A2E-16FA7B9E37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88424" y="6451128"/>
                  <a:ext cx="3697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CBF7F75-ED0F-AE46-8FE7-72187837D490}"/>
                    </a:ext>
                  </a:extLst>
                </p14:cNvPr>
                <p14:cNvContentPartPr/>
                <p14:nvPr/>
              </p14:nvContentPartPr>
              <p14:xfrm>
                <a:off x="5004144" y="6471288"/>
                <a:ext cx="403200" cy="250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CBF7F75-ED0F-AE46-8FE7-72187837D49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68504" y="6435648"/>
                  <a:ext cx="4748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8E1D5E0-6823-DF23-3BC7-8936262A42B7}"/>
                    </a:ext>
                  </a:extLst>
                </p14:cNvPr>
                <p14:cNvContentPartPr/>
                <p14:nvPr/>
              </p14:nvContentPartPr>
              <p14:xfrm>
                <a:off x="5147784" y="6571728"/>
                <a:ext cx="169560" cy="118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8E1D5E0-6823-DF23-3BC7-8936262A42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11784" y="6535728"/>
                  <a:ext cx="241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B9E7240-BBCA-CBA1-A49B-C504C958CBD8}"/>
                    </a:ext>
                  </a:extLst>
                </p14:cNvPr>
                <p14:cNvContentPartPr/>
                <p14:nvPr/>
              </p14:nvContentPartPr>
              <p14:xfrm>
                <a:off x="5359104" y="6550488"/>
                <a:ext cx="138960" cy="121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B9E7240-BBCA-CBA1-A49B-C504C958CBD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23464" y="6514488"/>
                  <a:ext cx="21060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DD68F8-C5DE-1CAD-F978-D2BC14045FE8}"/>
              </a:ext>
            </a:extLst>
          </p:cNvPr>
          <p:cNvGrpSpPr/>
          <p:nvPr/>
        </p:nvGrpSpPr>
        <p:grpSpPr>
          <a:xfrm>
            <a:off x="5621904" y="6149376"/>
            <a:ext cx="733320" cy="199440"/>
            <a:chOff x="5804784" y="6176808"/>
            <a:chExt cx="73332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45F4592-7143-5FFF-603D-93CDFE9832A7}"/>
                    </a:ext>
                  </a:extLst>
                </p14:cNvPr>
                <p14:cNvContentPartPr/>
                <p14:nvPr/>
              </p14:nvContentPartPr>
              <p14:xfrm>
                <a:off x="5818824" y="6256008"/>
                <a:ext cx="78480" cy="10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45F4592-7143-5FFF-603D-93CDFE9832A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82824" y="6220368"/>
                  <a:ext cx="150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B15A8E7-ABA6-070F-579E-A0F0BB9E16A5}"/>
                    </a:ext>
                  </a:extLst>
                </p14:cNvPr>
                <p14:cNvContentPartPr/>
                <p14:nvPr/>
              </p14:nvContentPartPr>
              <p14:xfrm>
                <a:off x="5804784" y="6309288"/>
                <a:ext cx="82080" cy="13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15A8E7-ABA6-070F-579E-A0F0BB9E16A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69144" y="6273288"/>
                  <a:ext cx="153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CF2588F-E469-5DF2-DFF1-00BD1F05DEBB}"/>
                    </a:ext>
                  </a:extLst>
                </p14:cNvPr>
                <p14:cNvContentPartPr/>
                <p14:nvPr/>
              </p14:nvContentPartPr>
              <p14:xfrm>
                <a:off x="5992344" y="6189408"/>
                <a:ext cx="100080" cy="174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CF2588F-E469-5DF2-DFF1-00BD1F05DEB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56704" y="6153768"/>
                  <a:ext cx="171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721556-A910-0124-6689-740EE12BE4B8}"/>
                    </a:ext>
                  </a:extLst>
                </p14:cNvPr>
                <p14:cNvContentPartPr/>
                <p14:nvPr/>
              </p14:nvContentPartPr>
              <p14:xfrm>
                <a:off x="6164424" y="6319008"/>
                <a:ext cx="7200" cy="10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721556-A910-0124-6689-740EE12BE4B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28424" y="6283368"/>
                  <a:ext cx="78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21BF86-2533-355E-823A-0E791403F06A}"/>
                    </a:ext>
                  </a:extLst>
                </p14:cNvPr>
                <p14:cNvContentPartPr/>
                <p14:nvPr/>
              </p14:nvContentPartPr>
              <p14:xfrm>
                <a:off x="6212304" y="6207768"/>
                <a:ext cx="137520" cy="16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21BF86-2533-355E-823A-0E791403F0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76664" y="6172128"/>
                  <a:ext cx="2091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2B7CBC-556B-715D-D26D-331D016250B8}"/>
                    </a:ext>
                  </a:extLst>
                </p14:cNvPr>
                <p14:cNvContentPartPr/>
                <p14:nvPr/>
              </p14:nvContentPartPr>
              <p14:xfrm>
                <a:off x="6360984" y="6220728"/>
                <a:ext cx="93240" cy="155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2B7CBC-556B-715D-D26D-331D016250B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25344" y="6184728"/>
                  <a:ext cx="164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828B79-D08D-479B-A4C1-B6A47D3C7CBC}"/>
                    </a:ext>
                  </a:extLst>
                </p14:cNvPr>
                <p14:cNvContentPartPr/>
                <p14:nvPr/>
              </p14:nvContentPartPr>
              <p14:xfrm>
                <a:off x="6439824" y="6176808"/>
                <a:ext cx="98280" cy="45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828B79-D08D-479B-A4C1-B6A47D3C7C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03824" y="6141168"/>
                  <a:ext cx="169920" cy="117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D949518-5079-B991-6F2A-0401A273986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072459" y="2259846"/>
            <a:ext cx="4538555" cy="242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1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9142A09-A0F3-2216-1E6A-46263B94315E}"/>
              </a:ext>
            </a:extLst>
          </p:cNvPr>
          <p:cNvSpPr txBox="1"/>
          <p:nvPr/>
        </p:nvSpPr>
        <p:spPr>
          <a:xfrm>
            <a:off x="1801368" y="1856232"/>
            <a:ext cx="7030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redo this using python code</a:t>
            </a:r>
          </a:p>
        </p:txBody>
      </p:sp>
    </p:spTree>
    <p:extLst>
      <p:ext uri="{BB962C8B-B14F-4D97-AF65-F5344CB8AC3E}">
        <p14:creationId xmlns:p14="http://schemas.microsoft.com/office/powerpoint/2010/main" val="2302689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6BB0-0170-3065-EE06-A43C29E1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3B7C6A-E4CB-1250-E6AC-12E154D5A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307" y="3526589"/>
            <a:ext cx="6220693" cy="29245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AADB47-7F72-36F8-8316-ED1ED8DDF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8" y="3283955"/>
            <a:ext cx="5445571" cy="3167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9B9A4A-ADBF-657F-CF57-E4C5F7F41F41}"/>
              </a:ext>
            </a:extLst>
          </p:cNvPr>
          <p:cNvSpPr txBox="1"/>
          <p:nvPr/>
        </p:nvSpPr>
        <p:spPr>
          <a:xfrm>
            <a:off x="237744" y="-29682"/>
            <a:ext cx="118465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population of metal components, the average lifetime without a protective paint coating is 101 months. The lifetime is assumed to be normally distributed, but the population standard deviation is unknown.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engineer claims that applying the new protective paint coating increases the mean lifetime of the component beyond 101 months. She tests this claim by selecting a random sample of 20 components with the coating and finds that the sample mean lifetime is 107 months with a sample standard deviation of 8 months.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engineer’s claim at α=0.05.</a:t>
            </a:r>
          </a:p>
        </p:txBody>
      </p:sp>
    </p:spTree>
    <p:extLst>
      <p:ext uri="{BB962C8B-B14F-4D97-AF65-F5344CB8AC3E}">
        <p14:creationId xmlns:p14="http://schemas.microsoft.com/office/powerpoint/2010/main" val="3908427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0F848-91E3-B4BF-FE76-82E8223D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E7035-3F92-B9B6-DE05-94C7DD3EA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1484953"/>
            <a:ext cx="9342975" cy="1541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3DFCA4-6E70-3680-8318-ED56E0F59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817" y="3739896"/>
            <a:ext cx="4648118" cy="184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06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E68CF-9DCB-627E-6DFB-F9807546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FB96EA8-0B95-E024-E664-38EA0BB195C2}"/>
              </a:ext>
            </a:extLst>
          </p:cNvPr>
          <p:cNvSpPr txBox="1"/>
          <p:nvPr/>
        </p:nvSpPr>
        <p:spPr>
          <a:xfrm>
            <a:off x="349758" y="359724"/>
            <a:ext cx="116471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water treatment plant claims their new filtration system reduces contaminant levels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below 5 ppm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(the historical population mean). Environmental engineers want to verify that the system performs better than this standard.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random sample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15 water samples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taken after treatment.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sample shows a mean contaminant level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4.7 ppm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with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standard deviation of 0.6 ppm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water treatment plant claim 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 = 0.10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322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F316-FECD-6D6E-A12F-520BABA3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1612DE-BD85-72D6-1598-820E58B90B1B}"/>
              </a:ext>
            </a:extLst>
          </p:cNvPr>
          <p:cNvSpPr txBox="1"/>
          <p:nvPr/>
        </p:nvSpPr>
        <p:spPr>
          <a:xfrm>
            <a:off x="85347" y="131356"/>
            <a:ext cx="654634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the hypothesis and identify the claim.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H0: </a:t>
            </a:r>
            <a:r>
              <a:rPr lang="el-G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5 mm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(no improvement)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H1: </a:t>
            </a:r>
            <a:r>
              <a:rPr lang="el-G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&lt;  5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(claim: system reduces mean contaminant level)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the critical value.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α = 0.10 and the test is a left-tailed test,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15-1 = 14,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critical value is tα  = -1.345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(use t-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table, and use – sign because it is left-tailed)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the t test value.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formula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E2B591-DFF9-4E01-B637-EB838FDFFE2D}"/>
              </a:ext>
            </a:extLst>
          </p:cNvPr>
          <p:cNvCxnSpPr/>
          <p:nvPr/>
        </p:nvCxnSpPr>
        <p:spPr>
          <a:xfrm>
            <a:off x="6537960" y="512064"/>
            <a:ext cx="0" cy="62179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85641F-7930-D7DF-9D2C-093343AA268E}"/>
              </a:ext>
            </a:extLst>
          </p:cNvPr>
          <p:cNvSpPr txBox="1"/>
          <p:nvPr/>
        </p:nvSpPr>
        <p:spPr>
          <a:xfrm>
            <a:off x="6631687" y="380923"/>
            <a:ext cx="52920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the decision to reject or not reject the null hypothesis.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−1.94 &lt; −1.345 (the critical value)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 so, reject the null hypothesis.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16077E-44AC-1B5C-5326-E75E9772D565}"/>
              </a:ext>
            </a:extLst>
          </p:cNvPr>
          <p:cNvSpPr txBox="1"/>
          <p:nvPr/>
        </p:nvSpPr>
        <p:spPr>
          <a:xfrm>
            <a:off x="6576822" y="4766244"/>
            <a:ext cx="552983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5)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results: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enough evidence to reject Null hypothesis. So, the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filtration system reduces the mean contaminant level below 5 ppm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D77698-5960-726A-60B1-A4AC63CBA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303023"/>
            <a:ext cx="4082435" cy="24801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693D80-3936-18AD-098D-3DC2DFB93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705" y="4924775"/>
            <a:ext cx="1589791" cy="83729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A7942C64-B3BB-026C-1615-CE1348A03548}"/>
              </a:ext>
            </a:extLst>
          </p:cNvPr>
          <p:cNvGrpSpPr/>
          <p:nvPr/>
        </p:nvGrpSpPr>
        <p:grpSpPr>
          <a:xfrm>
            <a:off x="4294224" y="5993568"/>
            <a:ext cx="2132280" cy="744840"/>
            <a:chOff x="4294224" y="5993568"/>
            <a:chExt cx="2132280" cy="74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9F758E9-DC27-0011-BCAC-A72BC20C08B6}"/>
                    </a:ext>
                  </a:extLst>
                </p14:cNvPr>
                <p14:cNvContentPartPr/>
                <p14:nvPr/>
              </p14:nvContentPartPr>
              <p14:xfrm>
                <a:off x="4294224" y="6040728"/>
                <a:ext cx="123480" cy="168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9F758E9-DC27-0011-BCAC-A72BC20C08B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58224" y="6005088"/>
                  <a:ext cx="195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6AFAF8-52CE-8E9A-C637-D9FB76886051}"/>
                    </a:ext>
                  </a:extLst>
                </p14:cNvPr>
                <p14:cNvContentPartPr/>
                <p14:nvPr/>
              </p14:nvContentPartPr>
              <p14:xfrm>
                <a:off x="4562424" y="6180408"/>
                <a:ext cx="11520" cy="6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6AFAF8-52CE-8E9A-C637-D9FB768860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26424" y="6144408"/>
                  <a:ext cx="83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E43492D-5103-1E1C-2D7A-071A6C9B5084}"/>
                    </a:ext>
                  </a:extLst>
                </p14:cNvPr>
                <p14:cNvContentPartPr/>
                <p14:nvPr/>
              </p14:nvContentPartPr>
              <p14:xfrm>
                <a:off x="4614264" y="5993568"/>
                <a:ext cx="123480" cy="199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E43492D-5103-1E1C-2D7A-071A6C9B50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78624" y="5957568"/>
                  <a:ext cx="1951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F4D3C44-B852-FB72-47CA-76957FBD85D6}"/>
                    </a:ext>
                  </a:extLst>
                </p14:cNvPr>
                <p14:cNvContentPartPr/>
                <p14:nvPr/>
              </p14:nvContentPartPr>
              <p14:xfrm>
                <a:off x="4658544" y="6103008"/>
                <a:ext cx="181080" cy="15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F4D3C44-B852-FB72-47CA-76957FBD85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22544" y="6067368"/>
                  <a:ext cx="252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902036-E5E4-B269-005F-CAC4CA5F9546}"/>
                    </a:ext>
                  </a:extLst>
                </p14:cNvPr>
                <p14:cNvContentPartPr/>
                <p14:nvPr/>
              </p14:nvContentPartPr>
              <p14:xfrm>
                <a:off x="5030424" y="6078888"/>
                <a:ext cx="105480" cy="17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902036-E5E4-B269-005F-CAC4CA5F954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94424" y="6043248"/>
                  <a:ext cx="177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E3E449-36B1-F60D-2F9B-E7990B01EB17}"/>
                    </a:ext>
                  </a:extLst>
                </p14:cNvPr>
                <p14:cNvContentPartPr/>
                <p14:nvPr/>
              </p14:nvContentPartPr>
              <p14:xfrm>
                <a:off x="5246064" y="6003288"/>
                <a:ext cx="144720" cy="177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E3E449-36B1-F60D-2F9B-E7990B01EB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10064" y="5967648"/>
                  <a:ext cx="216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37E4E8F-DB90-0976-8EAA-BBE6C346A00D}"/>
                    </a:ext>
                  </a:extLst>
                </p14:cNvPr>
                <p14:cNvContentPartPr/>
                <p14:nvPr/>
              </p14:nvContentPartPr>
              <p14:xfrm>
                <a:off x="4378824" y="6296688"/>
                <a:ext cx="1061280" cy="52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37E4E8F-DB90-0976-8EAA-BBE6C346A0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43184" y="6261048"/>
                  <a:ext cx="1132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53B7754-0D42-F242-822A-3A24024E1817}"/>
                    </a:ext>
                  </a:extLst>
                </p14:cNvPr>
                <p14:cNvContentPartPr/>
                <p14:nvPr/>
              </p14:nvContentPartPr>
              <p14:xfrm>
                <a:off x="4528224" y="6443928"/>
                <a:ext cx="145800" cy="10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53B7754-0D42-F242-822A-3A24024E181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92584" y="6407928"/>
                  <a:ext cx="217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6308F75-CBC8-BAD0-559E-E5EE5A34325F}"/>
                    </a:ext>
                  </a:extLst>
                </p14:cNvPr>
                <p14:cNvContentPartPr/>
                <p14:nvPr/>
              </p14:nvContentPartPr>
              <p14:xfrm>
                <a:off x="4773024" y="6515208"/>
                <a:ext cx="25200" cy="2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6308F75-CBC8-BAD0-559E-E5EE5A3432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37384" y="6479208"/>
                  <a:ext cx="96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5256CB-F3C1-A553-416D-32690BCA6E90}"/>
                    </a:ext>
                  </a:extLst>
                </p14:cNvPr>
                <p14:cNvContentPartPr/>
                <p14:nvPr/>
              </p14:nvContentPartPr>
              <p14:xfrm>
                <a:off x="4911264" y="6391728"/>
                <a:ext cx="102240" cy="133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5256CB-F3C1-A553-416D-32690BCA6E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75264" y="6355728"/>
                  <a:ext cx="173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5F41EC9-E155-DA2B-5F01-83F660A56E8D}"/>
                    </a:ext>
                  </a:extLst>
                </p14:cNvPr>
                <p14:cNvContentPartPr/>
                <p14:nvPr/>
              </p14:nvContentPartPr>
              <p14:xfrm>
                <a:off x="4944384" y="6358608"/>
                <a:ext cx="272880" cy="348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5F41EC9-E155-DA2B-5F01-83F660A56E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08744" y="6322968"/>
                  <a:ext cx="3445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C0EFD7-E4B2-28E8-D69C-2323AC747234}"/>
                    </a:ext>
                  </a:extLst>
                </p14:cNvPr>
                <p14:cNvContentPartPr/>
                <p14:nvPr/>
              </p14:nvContentPartPr>
              <p14:xfrm>
                <a:off x="5147424" y="6452928"/>
                <a:ext cx="368280" cy="285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C0EFD7-E4B2-28E8-D69C-2323AC7472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11784" y="6417288"/>
                  <a:ext cx="4399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A6FC3F9-CEB6-B02C-7703-1E88FB41AD81}"/>
                    </a:ext>
                  </a:extLst>
                </p14:cNvPr>
                <p14:cNvContentPartPr/>
                <p14:nvPr/>
              </p14:nvContentPartPr>
              <p14:xfrm>
                <a:off x="5301144" y="6551928"/>
                <a:ext cx="7200" cy="135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A6FC3F9-CEB6-B02C-7703-1E88FB41AD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65504" y="6516288"/>
                  <a:ext cx="788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AC93AA7-0B56-7668-7ED2-F6350F5014CF}"/>
                    </a:ext>
                  </a:extLst>
                </p14:cNvPr>
                <p14:cNvContentPartPr/>
                <p14:nvPr/>
              </p14:nvContentPartPr>
              <p14:xfrm>
                <a:off x="5368824" y="6537528"/>
                <a:ext cx="160200" cy="158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AC93AA7-0B56-7668-7ED2-F6350F5014C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32824" y="6501888"/>
                  <a:ext cx="231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7253B07-FC63-C049-77E3-1D0FA70D64B5}"/>
                    </a:ext>
                  </a:extLst>
                </p14:cNvPr>
                <p14:cNvContentPartPr/>
                <p14:nvPr/>
              </p14:nvContentPartPr>
              <p14:xfrm>
                <a:off x="5616144" y="6206328"/>
                <a:ext cx="77400" cy="14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7253B07-FC63-C049-77E3-1D0FA70D64B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80144" y="6170328"/>
                  <a:ext cx="149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3537BE4-1408-7A6F-5C2C-0F95F03AB333}"/>
                    </a:ext>
                  </a:extLst>
                </p14:cNvPr>
                <p14:cNvContentPartPr/>
                <p14:nvPr/>
              </p14:nvContentPartPr>
              <p14:xfrm>
                <a:off x="5610384" y="6265728"/>
                <a:ext cx="111960" cy="23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3537BE4-1408-7A6F-5C2C-0F95F03AB33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74384" y="6230088"/>
                  <a:ext cx="183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1A0389-5310-6FF2-6BFA-C4F8385B9C96}"/>
                    </a:ext>
                  </a:extLst>
                </p14:cNvPr>
                <p14:cNvContentPartPr/>
                <p14:nvPr/>
              </p14:nvContentPartPr>
              <p14:xfrm>
                <a:off x="5831424" y="6225768"/>
                <a:ext cx="113760" cy="15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1A0389-5310-6FF2-6BFA-C4F8385B9C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95784" y="6189768"/>
                  <a:ext cx="185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EB04E5-F015-27B1-1E21-6A59663D112D}"/>
                    </a:ext>
                  </a:extLst>
                </p14:cNvPr>
                <p14:cNvContentPartPr/>
                <p14:nvPr/>
              </p14:nvContentPartPr>
              <p14:xfrm>
                <a:off x="5994504" y="6131808"/>
                <a:ext cx="41760" cy="219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EB04E5-F015-27B1-1E21-6A59663D11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58504" y="6095808"/>
                  <a:ext cx="1134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A51D139-2746-82C6-1861-9EFDB132DFE2}"/>
                    </a:ext>
                  </a:extLst>
                </p14:cNvPr>
                <p14:cNvContentPartPr/>
                <p14:nvPr/>
              </p14:nvContentPartPr>
              <p14:xfrm>
                <a:off x="6115824" y="6294888"/>
                <a:ext cx="5400" cy="13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A51D139-2746-82C6-1861-9EFDB132DFE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80184" y="6259248"/>
                  <a:ext cx="77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BA3A73A-9C06-8A77-1778-49195DE6CA18}"/>
                    </a:ext>
                  </a:extLst>
                </p14:cNvPr>
                <p14:cNvContentPartPr/>
                <p14:nvPr/>
              </p14:nvContentPartPr>
              <p14:xfrm>
                <a:off x="6152544" y="6148368"/>
                <a:ext cx="93240" cy="213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BA3A73A-9C06-8A77-1778-49195DE6CA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16544" y="6112368"/>
                  <a:ext cx="1648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5E450A0-BB44-D1FB-03A9-CF8E119FB14C}"/>
                    </a:ext>
                  </a:extLst>
                </p14:cNvPr>
                <p14:cNvContentPartPr/>
                <p14:nvPr/>
              </p14:nvContentPartPr>
              <p14:xfrm>
                <a:off x="6313464" y="6163488"/>
                <a:ext cx="113040" cy="228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5E450A0-BB44-D1FB-03A9-CF8E119FB14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77464" y="6127848"/>
                  <a:ext cx="184680" cy="30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7986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73173-0088-CE53-0091-2A700D856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3BBC43C-077F-5025-852C-0EA5BF9F3024}"/>
              </a:ext>
            </a:extLst>
          </p:cNvPr>
          <p:cNvSpPr txBox="1"/>
          <p:nvPr/>
        </p:nvSpPr>
        <p:spPr>
          <a:xfrm>
            <a:off x="1801368" y="1856232"/>
            <a:ext cx="7030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redo this using python code</a:t>
            </a:r>
          </a:p>
        </p:txBody>
      </p:sp>
    </p:spTree>
    <p:extLst>
      <p:ext uri="{BB962C8B-B14F-4D97-AF65-F5344CB8AC3E}">
        <p14:creationId xmlns:p14="http://schemas.microsoft.com/office/powerpoint/2010/main" val="3611155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68C4FD-CA4E-1852-E0EE-0C3FE103670C}"/>
              </a:ext>
            </a:extLst>
          </p:cNvPr>
          <p:cNvSpPr txBox="1"/>
          <p:nvPr/>
        </p:nvSpPr>
        <p:spPr>
          <a:xfrm>
            <a:off x="182880" y="294376"/>
            <a:ext cx="113659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water treatment plant claims their new filtration system reduces contaminant levels to below 5 ppm (the historical population mean).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Environmental engineers want to verify that the system performs better than this standard.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random sample of 15 water samples is taken after treatment. The sample shows a mean contaminant level of 4.7 ppm, with a sample standard deviation of 0.6 ppm.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water treatment plant claim at α = 0.10.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CAB22D-BED0-4575-83FA-111F14FAF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3136392"/>
            <a:ext cx="5268713" cy="31114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A0942F-DDE5-2A7E-0717-99608D0D0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95" y="3452179"/>
            <a:ext cx="6724405" cy="311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86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DAFA-063F-5D05-5C94-A355D0C99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A8E14E-59A8-FBBB-BC97-C30C4C426FD6}"/>
              </a:ext>
            </a:extLst>
          </p:cNvPr>
          <p:cNvSpPr txBox="1"/>
          <p:nvPr/>
        </p:nvSpPr>
        <p:spPr>
          <a:xfrm>
            <a:off x="182880" y="294376"/>
            <a:ext cx="113659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water treatment plant claims their new filtration system reduces contaminant levels to below 5 ppm (the historical population mean).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Environmental engineers want to verify that the system performs better than this standard.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random sample of 15 water samples is taken after treatment. The sample shows a mean contaminant level of 4.7 ppm, with a sample standard deviation of 0.6 ppm.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water treatment plant claim at α = 0.10.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08C8E1-0658-4AC5-B679-32F70A791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129351"/>
            <a:ext cx="9301641" cy="15132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250FF5-28A7-0BC7-1C42-2A811A732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706" y="4799906"/>
            <a:ext cx="4487196" cy="170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41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5C097-3A8B-B96C-CC32-164F6F74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B4B57B8-B556-A8EF-F155-E4B5794B7434}"/>
              </a:ext>
            </a:extLst>
          </p:cNvPr>
          <p:cNvSpPr txBox="1"/>
          <p:nvPr/>
        </p:nvSpPr>
        <p:spPr>
          <a:xfrm>
            <a:off x="276606" y="515172"/>
            <a:ext cx="1140028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medical researcher is interested in finding out whether a new medication will have any undesirable side effects on patients’ pulse rates. The researcher is concerned whether the pulse rate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increases, decreases, or stays the same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after taking the medication.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 pulse rate for the population under study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82 bpm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but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 standard deviation is unknown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investigate, the researcher selects a random sample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25 patients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who take the medication. The sample shows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pulse rate of 80.7 bpm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with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standard deviation of 4.5 bpm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claim that the medication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affect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mean pulse rate at α=0.01.</a:t>
            </a:r>
          </a:p>
        </p:txBody>
      </p:sp>
    </p:spTree>
    <p:extLst>
      <p:ext uri="{BB962C8B-B14F-4D97-AF65-F5344CB8AC3E}">
        <p14:creationId xmlns:p14="http://schemas.microsoft.com/office/powerpoint/2010/main" val="4088325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ADAF-3AD0-AFAD-BF54-9782D2AD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687E06-08C6-A485-295B-187496DEAD1D}"/>
              </a:ext>
            </a:extLst>
          </p:cNvPr>
          <p:cNvSpPr txBox="1"/>
          <p:nvPr/>
        </p:nvSpPr>
        <p:spPr>
          <a:xfrm>
            <a:off x="301752" y="12484"/>
            <a:ext cx="627507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the hypothesis and identify the claim.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H0: </a:t>
            </a: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82 BPM (The medication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effect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H1: </a:t>
            </a: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!= 82 BPM (claim: The medication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affect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mean pulse rate (it could be higher or lower))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the critical value. Since α = 0.01 and the test is a two-tailed test,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25-1 = 24, the critical value is tα/2  = 2.797. (use t-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table, and we use α/2 = 0.005 to find t value because it is 2-tailed)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the t test value 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0B6C2A-2827-FDC1-C2CD-4F050A3A1379}"/>
              </a:ext>
            </a:extLst>
          </p:cNvPr>
          <p:cNvCxnSpPr/>
          <p:nvPr/>
        </p:nvCxnSpPr>
        <p:spPr>
          <a:xfrm>
            <a:off x="6537960" y="512064"/>
            <a:ext cx="0" cy="62179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3BAD18F-3F31-A845-64B3-2256632E86D5}"/>
              </a:ext>
            </a:extLst>
          </p:cNvPr>
          <p:cNvSpPr txBox="1"/>
          <p:nvPr/>
        </p:nvSpPr>
        <p:spPr>
          <a:xfrm>
            <a:off x="6631687" y="225475"/>
            <a:ext cx="52920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the decision to reject or not reject the null hypothesis.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-2.0137 (the critical value) &lt; -1.44, so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reject the null hypothesis.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AC91E4-D330-1494-4C5D-91687B11EF4F}"/>
              </a:ext>
            </a:extLst>
          </p:cNvPr>
          <p:cNvSpPr txBox="1"/>
          <p:nvPr/>
        </p:nvSpPr>
        <p:spPr>
          <a:xfrm>
            <a:off x="6576822" y="5036558"/>
            <a:ext cx="552983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5)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results: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enough evidence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conclude that the medication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has any effect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mean pulse rate.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B58369-9D7E-32C1-AB34-947963869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450" y="2164467"/>
            <a:ext cx="4906166" cy="27856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6F1C55-FF34-813D-6211-90F728F0F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449" y="5217383"/>
            <a:ext cx="1589791" cy="83729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C97C6910-B666-7A48-75BE-A18736CE9C2D}"/>
              </a:ext>
            </a:extLst>
          </p:cNvPr>
          <p:cNvGrpSpPr/>
          <p:nvPr/>
        </p:nvGrpSpPr>
        <p:grpSpPr>
          <a:xfrm>
            <a:off x="4057772" y="6141024"/>
            <a:ext cx="2364412" cy="588960"/>
            <a:chOff x="4057772" y="6141024"/>
            <a:chExt cx="2364412" cy="5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611E58C-198E-A19B-A547-81064E9727E9}"/>
                    </a:ext>
                  </a:extLst>
                </p14:cNvPr>
                <p14:cNvContentPartPr/>
                <p14:nvPr/>
              </p14:nvContentPartPr>
              <p14:xfrm>
                <a:off x="4057772" y="6141024"/>
                <a:ext cx="195120" cy="98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611E58C-198E-A19B-A547-81064E9727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22132" y="6105024"/>
                  <a:ext cx="266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E553B4-94DD-B2A8-1D85-3067839B05BC}"/>
                    </a:ext>
                  </a:extLst>
                </p14:cNvPr>
                <p14:cNvContentPartPr/>
                <p14:nvPr/>
              </p14:nvContentPartPr>
              <p14:xfrm>
                <a:off x="4134092" y="6241824"/>
                <a:ext cx="151560" cy="106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E553B4-94DD-B2A8-1D85-3067839B05B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98092" y="6205824"/>
                  <a:ext cx="223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8CEA2B2-0D48-F71F-E52F-F13BCC41CEC5}"/>
                    </a:ext>
                  </a:extLst>
                </p14:cNvPr>
                <p14:cNvContentPartPr/>
                <p14:nvPr/>
              </p14:nvContentPartPr>
              <p14:xfrm>
                <a:off x="4354412" y="6180264"/>
                <a:ext cx="99360" cy="125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8CEA2B2-0D48-F71F-E52F-F13BCC41CE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18772" y="6144624"/>
                  <a:ext cx="171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A1ACFF-CE1F-4A3D-7C31-78BD4B7E7070}"/>
                    </a:ext>
                  </a:extLst>
                </p14:cNvPr>
                <p14:cNvContentPartPr/>
                <p14:nvPr/>
              </p14:nvContentPartPr>
              <p14:xfrm>
                <a:off x="4535492" y="6282144"/>
                <a:ext cx="5400" cy="10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A1ACFF-CE1F-4A3D-7C31-78BD4B7E707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99852" y="6246504"/>
                  <a:ext cx="770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69AB16E-0596-AB95-BC8C-7475A17F46DD}"/>
                    </a:ext>
                  </a:extLst>
                </p14:cNvPr>
                <p14:cNvContentPartPr/>
                <p14:nvPr/>
              </p14:nvContentPartPr>
              <p14:xfrm>
                <a:off x="4617212" y="6155064"/>
                <a:ext cx="126360" cy="177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69AB16E-0596-AB95-BC8C-7475A17F46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81212" y="6119424"/>
                  <a:ext cx="198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EB7B89-92BE-9A9B-A25E-990C95457CE9}"/>
                    </a:ext>
                  </a:extLst>
                </p14:cNvPr>
                <p14:cNvContentPartPr/>
                <p14:nvPr/>
              </p14:nvContentPartPr>
              <p14:xfrm>
                <a:off x="4646012" y="6250464"/>
                <a:ext cx="154440" cy="1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EB7B89-92BE-9A9B-A25E-990C95457C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10372" y="6214464"/>
                  <a:ext cx="226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6AFFBC6-470D-7601-99B1-E29CD64BF2BE}"/>
                    </a:ext>
                  </a:extLst>
                </p14:cNvPr>
                <p14:cNvContentPartPr/>
                <p14:nvPr/>
              </p14:nvContentPartPr>
              <p14:xfrm>
                <a:off x="4872812" y="6239304"/>
                <a:ext cx="123120" cy="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6AFFBC6-470D-7601-99B1-E29CD64BF2B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36812" y="6203304"/>
                  <a:ext cx="194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9C1ABFA-3B07-BE3E-5846-E344ED9ED796}"/>
                    </a:ext>
                  </a:extLst>
                </p14:cNvPr>
                <p14:cNvContentPartPr/>
                <p14:nvPr/>
              </p14:nvContentPartPr>
              <p14:xfrm>
                <a:off x="5039132" y="6165144"/>
                <a:ext cx="185400" cy="149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9C1ABFA-3B07-BE3E-5846-E344ED9ED7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03492" y="6129144"/>
                  <a:ext cx="257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776B81C-6983-FA28-D606-5CE39F1013BD}"/>
                    </a:ext>
                  </a:extLst>
                </p14:cNvPr>
                <p14:cNvContentPartPr/>
                <p14:nvPr/>
              </p14:nvContentPartPr>
              <p14:xfrm>
                <a:off x="5260172" y="6172344"/>
                <a:ext cx="255600" cy="127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776B81C-6983-FA28-D606-5CE39F1013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24172" y="6136344"/>
                  <a:ext cx="327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E87889-1ACF-FB98-5FE3-B683D764FE33}"/>
                    </a:ext>
                  </a:extLst>
                </p14:cNvPr>
                <p14:cNvContentPartPr/>
                <p14:nvPr/>
              </p14:nvContentPartPr>
              <p14:xfrm>
                <a:off x="4161452" y="6348024"/>
                <a:ext cx="1294560" cy="61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E87889-1ACF-FB98-5FE3-B683D764FE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25452" y="6312384"/>
                  <a:ext cx="1366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56BE61-36BD-FF3A-A280-BDE3BF8C0DB3}"/>
                    </a:ext>
                  </a:extLst>
                </p14:cNvPr>
                <p14:cNvContentPartPr/>
                <p14:nvPr/>
              </p14:nvContentPartPr>
              <p14:xfrm>
                <a:off x="4385372" y="6494904"/>
                <a:ext cx="143640" cy="153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56BE61-36BD-FF3A-A280-BDE3BF8C0D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49372" y="6458904"/>
                  <a:ext cx="215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D2148D7-9B77-8014-45A1-AAB42D290541}"/>
                    </a:ext>
                  </a:extLst>
                </p14:cNvPr>
                <p14:cNvContentPartPr/>
                <p14:nvPr/>
              </p14:nvContentPartPr>
              <p14:xfrm>
                <a:off x="4665812" y="6599664"/>
                <a:ext cx="7920" cy="3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D2148D7-9B77-8014-45A1-AAB42D2905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30172" y="6563664"/>
                  <a:ext cx="79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8CC8FBB-16BD-76BF-AC96-DF4085DAD6F7}"/>
                    </a:ext>
                  </a:extLst>
                </p14:cNvPr>
                <p14:cNvContentPartPr/>
                <p14:nvPr/>
              </p14:nvContentPartPr>
              <p14:xfrm>
                <a:off x="4774532" y="6480864"/>
                <a:ext cx="147600" cy="152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8CC8FBB-16BD-76BF-AC96-DF4085DAD6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38892" y="6445224"/>
                  <a:ext cx="219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4C3ACC-8E7B-F640-ACF1-4EC2FC839D86}"/>
                    </a:ext>
                  </a:extLst>
                </p14:cNvPr>
                <p14:cNvContentPartPr/>
                <p14:nvPr/>
              </p14:nvContentPartPr>
              <p14:xfrm>
                <a:off x="4932572" y="6441624"/>
                <a:ext cx="190440" cy="288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4C3ACC-8E7B-F640-ACF1-4EC2FC839D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96572" y="6405624"/>
                  <a:ext cx="2620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32180DA-27C3-2B88-AAD1-818CAD3A063D}"/>
                    </a:ext>
                  </a:extLst>
                </p14:cNvPr>
                <p14:cNvContentPartPr/>
                <p14:nvPr/>
              </p14:nvContentPartPr>
              <p14:xfrm>
                <a:off x="5141012" y="6474024"/>
                <a:ext cx="298080" cy="252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32180DA-27C3-2B88-AAD1-818CAD3A063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05012" y="6438024"/>
                  <a:ext cx="3697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8835B00-E409-02A6-AD63-11E60245D19C}"/>
                    </a:ext>
                  </a:extLst>
                </p14:cNvPr>
                <p14:cNvContentPartPr/>
                <p14:nvPr/>
              </p14:nvContentPartPr>
              <p14:xfrm>
                <a:off x="5281052" y="6573384"/>
                <a:ext cx="126720" cy="134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8835B00-E409-02A6-AD63-11E60245D1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45412" y="6537384"/>
                  <a:ext cx="198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675B1D-4265-0FA8-998B-59EE63A3FF36}"/>
                    </a:ext>
                  </a:extLst>
                </p14:cNvPr>
                <p14:cNvContentPartPr/>
                <p14:nvPr/>
              </p14:nvContentPartPr>
              <p14:xfrm>
                <a:off x="5417492" y="6575904"/>
                <a:ext cx="104040" cy="136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675B1D-4265-0FA8-998B-59EE63A3FF3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81492" y="6539904"/>
                  <a:ext cx="175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296C7B8-18D9-2B3C-FB24-06489179B77C}"/>
                    </a:ext>
                  </a:extLst>
                </p14:cNvPr>
                <p14:cNvContentPartPr/>
                <p14:nvPr/>
              </p14:nvContentPartPr>
              <p14:xfrm>
                <a:off x="5476172" y="6565104"/>
                <a:ext cx="68040" cy="24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296C7B8-18D9-2B3C-FB24-06489179B77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40172" y="6529104"/>
                  <a:ext cx="1396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E13AF6-D5C9-F75C-1EC8-7766953EBF87}"/>
                    </a:ext>
                  </a:extLst>
                </p14:cNvPr>
                <p14:cNvContentPartPr/>
                <p14:nvPr/>
              </p14:nvContentPartPr>
              <p14:xfrm>
                <a:off x="5661212" y="6259824"/>
                <a:ext cx="129240" cy="6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E13AF6-D5C9-F75C-1EC8-7766953EBF8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25572" y="6223824"/>
                  <a:ext cx="200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AE1CE5-9439-A7EA-E401-1E3ACC95FC9F}"/>
                    </a:ext>
                  </a:extLst>
                </p14:cNvPr>
                <p14:cNvContentPartPr/>
                <p14:nvPr/>
              </p14:nvContentPartPr>
              <p14:xfrm>
                <a:off x="5675972" y="6348384"/>
                <a:ext cx="102600" cy="14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AE1CE5-9439-A7EA-E401-1E3ACC95FC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40332" y="6312744"/>
                  <a:ext cx="174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21DF3E4-6F5D-5606-A809-5FCD4ED14B89}"/>
                    </a:ext>
                  </a:extLst>
                </p14:cNvPr>
                <p14:cNvContentPartPr/>
                <p14:nvPr/>
              </p14:nvContentPartPr>
              <p14:xfrm>
                <a:off x="5883332" y="6305544"/>
                <a:ext cx="96120" cy="1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21DF3E4-6F5D-5606-A809-5FCD4ED14B8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47692" y="6269544"/>
                  <a:ext cx="167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2ED74B-89D5-7F42-0495-4D7AD86CFF39}"/>
                    </a:ext>
                  </a:extLst>
                </p14:cNvPr>
                <p14:cNvContentPartPr/>
                <p14:nvPr/>
              </p14:nvContentPartPr>
              <p14:xfrm>
                <a:off x="6003572" y="6204384"/>
                <a:ext cx="43560" cy="212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2ED74B-89D5-7F42-0495-4D7AD86CFF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67572" y="6168744"/>
                  <a:ext cx="115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4A3201-E997-9155-AC3D-74ECDA3D6930}"/>
                    </a:ext>
                  </a:extLst>
                </p14:cNvPr>
                <p14:cNvContentPartPr/>
                <p14:nvPr/>
              </p14:nvContentPartPr>
              <p14:xfrm>
                <a:off x="6094292" y="6363144"/>
                <a:ext cx="20520" cy="1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4A3201-E997-9155-AC3D-74ECDA3D69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58292" y="6327504"/>
                  <a:ext cx="92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60F260B-CF27-9585-59A8-D57364A0DBFE}"/>
                    </a:ext>
                  </a:extLst>
                </p14:cNvPr>
                <p14:cNvContentPartPr/>
                <p14:nvPr/>
              </p14:nvContentPartPr>
              <p14:xfrm>
                <a:off x="6124172" y="6212304"/>
                <a:ext cx="110160" cy="221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60F260B-CF27-9585-59A8-D57364A0DB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88172" y="6176304"/>
                  <a:ext cx="1818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0F58EA-8E51-DB71-3492-679DC25B5B02}"/>
                    </a:ext>
                  </a:extLst>
                </p14:cNvPr>
                <p14:cNvContentPartPr/>
                <p14:nvPr/>
              </p14:nvContentPartPr>
              <p14:xfrm>
                <a:off x="6316344" y="6274728"/>
                <a:ext cx="105840" cy="177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0F58EA-8E51-DB71-3492-679DC25B5B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80344" y="6239088"/>
                  <a:ext cx="177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533396-C711-5782-056E-8CCEBE3A9949}"/>
                    </a:ext>
                  </a:extLst>
                </p14:cNvPr>
                <p14:cNvContentPartPr/>
                <p14:nvPr/>
              </p14:nvContentPartPr>
              <p14:xfrm>
                <a:off x="6237504" y="6235128"/>
                <a:ext cx="23760" cy="89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533396-C711-5782-056E-8CCEBE3A99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01864" y="6199128"/>
                  <a:ext cx="95400" cy="160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2112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4D55-B3D7-EEFB-EF60-FB84FED7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6344B2A-D374-3847-0C76-0A25BA985235}"/>
              </a:ext>
            </a:extLst>
          </p:cNvPr>
          <p:cNvSpPr txBox="1"/>
          <p:nvPr/>
        </p:nvSpPr>
        <p:spPr>
          <a:xfrm>
            <a:off x="1801368" y="1856232"/>
            <a:ext cx="7030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redo this using python code</a:t>
            </a:r>
          </a:p>
        </p:txBody>
      </p:sp>
    </p:spTree>
    <p:extLst>
      <p:ext uri="{BB962C8B-B14F-4D97-AF65-F5344CB8AC3E}">
        <p14:creationId xmlns:p14="http://schemas.microsoft.com/office/powerpoint/2010/main" val="1035389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A97D9C-B763-452F-5EB1-8FCBFF8C3416}"/>
              </a:ext>
            </a:extLst>
          </p:cNvPr>
          <p:cNvSpPr txBox="1"/>
          <p:nvPr/>
        </p:nvSpPr>
        <p:spPr>
          <a:xfrm>
            <a:off x="219456" y="192453"/>
            <a:ext cx="118049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medical researcher is interested in finding out whether a new medication will have any undesirable side effects on patients’ pulse rates. The researcher is concerned whether the pulse rate increases, decreases, or stays the same after taking the medication.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 pulse rate for the population under study is 82 bpm, but the population standard deviation is unknown.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investigate, the researcher selects a random sample of 25 patients who take the medication. The sample shows a mean pulse rate of 80.7 bpm, with a sample standard deviation of 4.5 bpm.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claim that the medication does affect the mean pulse rate at α=0.01.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CD6A00-80FF-6E9C-8908-02350329A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3012174"/>
            <a:ext cx="3906840" cy="3079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2FFD51-3C3B-94AD-7DE8-B23C7FE45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91" y="3273607"/>
            <a:ext cx="6822104" cy="28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37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8D0A-1369-3A40-2E9B-AF29B449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AE644D-A3B2-77F1-E536-E3DDE5DC612F}"/>
              </a:ext>
            </a:extLst>
          </p:cNvPr>
          <p:cNvSpPr txBox="1"/>
          <p:nvPr/>
        </p:nvSpPr>
        <p:spPr>
          <a:xfrm>
            <a:off x="219456" y="192453"/>
            <a:ext cx="118049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medical researcher is interested in finding out whether a new medication will have any undesirable side effects on patients’ pulse rates. The researcher is concerned whether the pulse rate increases, decreases, or stays the same after taking the medication.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 pulse rate for the population under study is 82 bpm, but the population standard deviation is unknown.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investigate, the researcher selects a random sample of 25 patients who take the medication. The sample shows a mean pulse rate of 80.7 bpm, with a sample standard deviation of 4.5 bpm.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claim that the medication does affect the mean pulse rate at α=0.01.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DBA38-0656-3FEF-BC68-577E4D36F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" y="2953512"/>
            <a:ext cx="9073553" cy="1560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E8F2D3-08E8-EEF6-AF07-949C07893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556" y="4800600"/>
            <a:ext cx="4422087" cy="17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35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DDD-25C4-0F38-B5E8-8946606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D7287F-8821-4EF1-D7D8-8F28383F5271}"/>
              </a:ext>
            </a:extLst>
          </p:cNvPr>
          <p:cNvSpPr txBox="1"/>
          <p:nvPr/>
        </p:nvSpPr>
        <p:spPr>
          <a:xfrm>
            <a:off x="2112264" y="2121408"/>
            <a:ext cx="977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Dggfdfgf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gdfgfd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194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1043</TotalTime>
  <Words>1660</Words>
  <Application>Microsoft Office PowerPoint</Application>
  <PresentationFormat>Widescreen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167</cp:revision>
  <dcterms:created xsi:type="dcterms:W3CDTF">2025-09-22T02:44:38Z</dcterms:created>
  <dcterms:modified xsi:type="dcterms:W3CDTF">2026-05-04T09:44:08Z</dcterms:modified>
</cp:coreProperties>
</file>