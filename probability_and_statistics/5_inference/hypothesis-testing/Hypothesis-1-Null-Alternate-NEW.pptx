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8" r:id="rId2"/>
    <p:sldId id="284" r:id="rId3"/>
    <p:sldId id="283" r:id="rId4"/>
    <p:sldId id="278" r:id="rId5"/>
    <p:sldId id="285" r:id="rId6"/>
    <p:sldId id="286" r:id="rId7"/>
    <p:sldId id="268" r:id="rId8"/>
    <p:sldId id="270" r:id="rId9"/>
    <p:sldId id="279" r:id="rId10"/>
    <p:sldId id="267" r:id="rId11"/>
    <p:sldId id="280" r:id="rId12"/>
    <p:sldId id="281" r:id="rId13"/>
    <p:sldId id="282" r:id="rId14"/>
    <p:sldId id="275"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5/4/2026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2T06:30:36.981"/>
    </inkml:context>
    <inkml:brush xml:id="br0">
      <inkml:brushProperty name="width" value="0.2" units="cm"/>
      <inkml:brushProperty name="height" value="0.2" units="cm"/>
    </inkml:brush>
  </inkml:definitions>
  <inkml:trace contextRef="#ctx0" brushRef="#br0">30 78 2772 0 0,'-30'-19'2604'0'0,"38"15"-2590"0"0,0 2-1 0 0,-1-1 1 0 0,1 1 0 0 0,0 0-1 0 0,0 0 1 0 0,14 0 0 0 0,565-35 46 0 0,2 32 7 0 0,-490 5-42 0 0,-75 4 37 0 0,-24-4-59 0 0,0 0-1 0 0,0 0 1 0 0,1 0 0 0 0,-1 0-1 0 0,0 0 1 0 0,0 0-1 0 0,0 0 1 0 0,0 1 0 0 0,1-1-1 0 0,-1 0 1 0 0,0 0 0 0 0,0 0-1 0 0,0 0 1 0 0,0 1 0 0 0,0-1-1 0 0,1 0 1 0 0,-1 0 0 0 0,0 0-1 0 0,0 0 1 0 0,0 1-1 0 0,0-1 1 0 0,0 0 0 0 0,0 0-1 0 0,0 0 1 0 0,0 1 0 0 0,0-1-1 0 0,0 0 1 0 0,0 0 0 0 0,0 0-1 0 0,0 1 1 0 0,0-1-1 0 0,0 0 1 0 0,0 0 0 0 0,0 0-1 0 0,0 1 1 0 0,0-1 0 0 0,0 0-1 0 0,0 0 1 0 0,0 0 0 0 0,0 1-1 0 0,-1-1 1 0 0,1 0 0 0 0,0 0-1 0 0,0 0 1 0 0,0 1-1 0 0,-3 1 8 0 0,1 0-1 0 0,-1 0 1 0 0,0 0-1 0 0,0 0 1 0 0,0-1-1 0 0,0 1 1 0 0,0-1-1 0 0,0 1 0 0 0,-4 0 1 0 0,-370 92 275 0 0,323-82-207 0 0,-448 104 472 0 0,576-113-498 0 0,268-13-336 0 0,-334 16-335 0 0,-31 8-3489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2T06:40:21.528"/>
    </inkml:context>
    <inkml:brush xml:id="br0">
      <inkml:brushProperty name="width" value="0.2" units="cm"/>
      <inkml:brushProperty name="height" value="0.2" units="cm"/>
    </inkml:brush>
  </inkml:definitions>
  <inkml:trace contextRef="#ctx0" brushRef="#br0">1 1 24575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35.738"/>
    </inkml:context>
    <inkml:brush xml:id="br0">
      <inkml:brushProperty name="width" value="0.2" units="cm"/>
      <inkml:brushProperty name="height" value="0.2" units="cm"/>
      <inkml:brushProperty name="color" value="#FF0066"/>
    </inkml:brush>
  </inkml:definitions>
  <inkml:trace contextRef="#ctx0" brushRef="#br0">60 38 5665 0 0,'-55'-36'-433'0'0,"53"35"752"0"0,-1 10-363 0 0,8 21 19 0 0,44 200 82 0 0,-37-181 152 0 0,-3 2 0 0 0,6 98 0 0 0,-12-135 64 0 0,3-47-4856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36.696"/>
    </inkml:context>
    <inkml:brush xml:id="br0">
      <inkml:brushProperty name="width" value="0.2" units="cm"/>
      <inkml:brushProperty name="height" value="0.2" units="cm"/>
      <inkml:brushProperty name="color" value="#FF0066"/>
    </inkml:brush>
  </inkml:definitions>
  <inkml:trace contextRef="#ctx0" brushRef="#br0">0 329 4352 0 0,'165'-38'-448'0'0,"-79"15"1580"0"0,-84 22-992 0 0,-1 1-114 0 0,0 0 1 0 0,1 0-1 0 0,-1 0 1 0 0,0-1-1 0 0,0 1 1 0 0,0 0-1 0 0,1-1 1 0 0,-1 1-1 0 0,0-1 1 0 0,0 1-1 0 0,0-1 1 0 0,0 0-1 0 0,0 1 0 0 0,0-1 1 0 0,0 0-1 0 0,0 0 1 0 0,0 0-1 0 0,0 0 1 0 0,0 0-1 0 0,-1 0 1 0 0,1 0-1 0 0,0 0 1 0 0,-1 0-1 0 0,1 0 1 0 0,-1 0-1 0 0,1 0 1 0 0,-1 0-1 0 0,1-1 1 0 0,-1 1-1 0 0,0 0 1 0 0,0 0-1 0 0,1-2 1 0 0,6-44 361 0 0,-7 17-228 0 0,-2 1 0 0 0,-2-1 0 0 0,0 1-1 0 0,-10-31 1 0 0,14 58-124 0 0,0 1-32 0 0,-1 0-1 0 0,1 1 0 0 0,0-1 0 0 0,0 0 0 0 0,-1 1 0 0 0,1-1 1 0 0,-1 0-1 0 0,1 1 0 0 0,0-1 0 0 0,-1 1 0 0 0,1-1 1 0 0,-1 0-1 0 0,1 1 0 0 0,-1-1 0 0 0,0 1 0 0 0,1 0 1 0 0,-1-1-1 0 0,1 1 0 0 0,-1-1 0 0 0,0 1 0 0 0,1 0 0 0 0,-2-1 1 0 0,0 22-2 0 0,1 0 0 0 0,1 1 0 0 0,0-1 0 0 0,2 0 0 0 0,1 0 0 0 0,0 0 0 0 0,2 0 0 0 0,13 37 0 0 0,-6-13 0 0 0,40 107 402 0 0,-34-105-300 0 0,-18-46 106 0 0,2 5 44 0 0,11-41-4837 0 0,-6 22 2683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37.312"/>
    </inkml:context>
    <inkml:brush xml:id="br0">
      <inkml:brushProperty name="width" value="0.2" units="cm"/>
      <inkml:brushProperty name="height" value="0.2" units="cm"/>
      <inkml:brushProperty name="color" value="#FF0066"/>
    </inkml:brush>
  </inkml:definitions>
  <inkml:trace contextRef="#ctx0" brushRef="#br0">75 9 4932 0 0,'0'0'-199'0'0,"0"-1"-31"0"0,-1 0 234 0 0,1 1-1 0 0,0 0 1 0 0,0-1-1 0 0,0 1 1 0 0,0-1-1 0 0,-1 1 1 0 0,1 0-1 0 0,0-1 1 0 0,-1 1-1 0 0,1 0 1 0 0,0-1 0 0 0,-1 1-1 0 0,1 0 1 0 0,0 0-1 0 0,-1-1 1 0 0,1 1-1 0 0,0 0 1 0 0,-1 0-1 0 0,1 0 1 0 0,-1-1-1 0 0,1 1 1 0 0,0 0 0 0 0,-1 0-1 0 0,1 0 1 0 0,-1 0-1 0 0,1 0 1 0 0,-1 0-1 0 0,1 0 1 0 0,0 0-1 0 0,-1 0 1 0 0,1 0-1 0 0,-1 0 1 0 0,1 0 0 0 0,-1 0-1 0 0,-3 2 3 0 0,0 0-1 0 0,0 0 0 0 0,0 0 1 0 0,1 0-1 0 0,-1 1 1 0 0,1-1-1 0 0,0 1 1 0 0,0 0-1 0 0,0 0 1 0 0,0 0-1 0 0,0 1 0 0 0,1-1 1 0 0,-1 0-1 0 0,1 1 1 0 0,0 0-1 0 0,0 0 1 0 0,0-1-1 0 0,1 1 1 0 0,-1 0-1 0 0,1 0 1 0 0,0 1-1 0 0,-1 6 0 0 0,2-6 28 0 0,0 0 0 0 0,1-1 0 0 0,-1 1 0 0 0,1 0-1 0 0,0 0 1 0 0,0-1 0 0 0,1 1 0 0 0,0-1-1 0 0,-1 1 1 0 0,1-1 0 0 0,1 0 0 0 0,-1 0 0 0 0,1 0-1 0 0,-1 0 1 0 0,1 0 0 0 0,0 0 0 0 0,1-1-1 0 0,-1 0 1 0 0,1 1 0 0 0,-1-1 0 0 0,1 0 0 0 0,0-1-1 0 0,0 1 1 0 0,0-1 0 0 0,0 0 0 0 0,1 0-1 0 0,-1 0 1 0 0,1 0 0 0 0,-1-1 0 0 0,1 0-1 0 0,0 0 1 0 0,-1 0 0 0 0,1 0 0 0 0,0-1 0 0 0,0 0-1 0 0,-1 0 1 0 0,1 0 0 0 0,0 0 0 0 0,0-1-1 0 0,-1 0 1 0 0,1 0 0 0 0,0 0 0 0 0,5-3 0 0 0,-6 3 9 0 0,0-1 1 0 0,-1 0 0 0 0,1 0 0 0 0,0 0 0 0 0,-1 0 0 0 0,0-1 0 0 0,0 1 0 0 0,0-1 0 0 0,0 0 0 0 0,0 0 0 0 0,0 0-1 0 0,0 0 1 0 0,-1 0 0 0 0,0-1 0 0 0,0 1 0 0 0,0-1 0 0 0,0 0 0 0 0,0 1 0 0 0,1-6 0 0 0,-2 7-22 0 0,-1 0 0 0 0,1-1 1 0 0,-1 1-1 0 0,1-1 1 0 0,-1 1-1 0 0,0-1 0 0 0,0 1 1 0 0,0-1-1 0 0,0 1 0 0 0,0 0 1 0 0,0-1-1 0 0,-1 1 1 0 0,1-1-1 0 0,-1 1 0 0 0,0-1 1 0 0,0 1-1 0 0,0 0 0 0 0,0 0 1 0 0,0-1-1 0 0,0 1 1 0 0,0 0-1 0 0,-1 0 0 0 0,1 0 1 0 0,-1 0-1 0 0,0 0 1 0 0,1 1-1 0 0,-1-1 0 0 0,0 0 1 0 0,-4-2-1 0 0,-2 2-8 0 0,0 0-1 0 0,-1 1 1 0 0,1 0-1 0 0,-1 0 1 0 0,1 1-1 0 0,-1 0 1 0 0,1 0-1 0 0,0 1 1 0 0,-1 0-1 0 0,-11 4 1 0 0,5-3 6 0 0,-11 4 85 0 0,2-1-886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40.166"/>
    </inkml:context>
    <inkml:brush xml:id="br0">
      <inkml:brushProperty name="width" value="0.2" units="cm"/>
      <inkml:brushProperty name="height" value="0.2" units="cm"/>
      <inkml:brushProperty name="color" value="#FF0066"/>
    </inkml:brush>
  </inkml:definitions>
  <inkml:trace contextRef="#ctx0" brushRef="#br0">34 86 5192 0 0,'1'-14'-566'0'0,"-1"11"644"0"0,1 0-1 0 0,-1 0 1 0 0,0 0-1 0 0,0 0 1 0 0,0 0 0 0 0,0 0-1 0 0,-1-1 1 0 0,1 1 0 0 0,-1 0-1 0 0,0 0 1 0 0,1 0 0 0 0,-1 0-1 0 0,-1 0 1 0 0,-1-4 0 0 0,2 7 114 0 0,0-2-59 0 0,0 0 0 0 0,0 0 0 0 0,0 1 0 0 0,0-1 0 0 0,0 1 0 0 0,0-1 0 0 0,-1 1 0 0 0,1 0 0 0 0,-1-1 0 0 0,1 1 0 0 0,-1 0 0 0 0,1 0 0 0 0,-3-1 0 0 0,3 6-132 0 0,-1 0-1 0 0,1 1 1 0 0,1-1-1 0 0,-1 1 0 0 0,1 0 1 0 0,-1-1-1 0 0,1 1 0 0 0,1-1 1 0 0,-1 1-1 0 0,1 0 1 0 0,1 4-1 0 0,0 4 1 0 0,3 34 1 0 0,29 185 4 0 0,-32-225 34 0 0,-1-1-1 0 0,1 1 1 0 0,-2-1 0 0 0,1 1 0 0 0,-1-1 0 0 0,0 1 0 0 0,0-1-1 0 0,0 1 1 0 0,-1-1 0 0 0,0 1 0 0 0,-1-1 0 0 0,1 1-1 0 0,-1-1 1 0 0,-4 8 0 0 0,5-12 37 0 0,0-3-199 0 0,1 0-1 0 0,-1 1 1 0 0,0-1 0 0 0,1 0 0 0 0,-1 0 0 0 0,0 1 0 0 0,1-1 0 0 0,-1 0-1 0 0,1 0 1 0 0,0 0 0 0 0,-1 0 0 0 0,1 0 0 0 0,0 1 0 0 0,-1-1-1 0 0,1 0 1 0 0,0 0 0 0 0,0 0 0 0 0,0 0 0 0 0,0 0 0 0 0,0 0 0 0 0,0 0-1 0 0,0 0 1 0 0,0 0 0 0 0,0 0 0 0 0,0 0 0 0 0,1 0 0 0 0,-1 0-1 0 0,0 0 1 0 0,1 0 0 0 0,-1 1 0 0 0,0-1 0 0 0,1 0 0 0 0,-1 0-1 0 0,1 0 1 0 0,0 0 0 0 0,0 0 0 0 0,9-16-2035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41.356"/>
    </inkml:context>
    <inkml:brush xml:id="br0">
      <inkml:brushProperty name="width" value="0.2" units="cm"/>
      <inkml:brushProperty name="height" value="0.2" units="cm"/>
      <inkml:brushProperty name="color" value="#FF0066"/>
    </inkml:brush>
  </inkml:definitions>
  <inkml:trace contextRef="#ctx0" brushRef="#br0">0 280 5136 0 0,'0'0'-334'0'0,"30"-2"-1645"0"0,24-1 2413 0 0,-1-3 0 0 0,84-19 0 0 0,-135 25-389 0 0,0-1 1 0 0,0 0-1 0 0,-1 1 0 0 0,1-1 0 0 0,0 0 0 0 0,-1 0 1 0 0,1 0-1 0 0,-1 0 0 0 0,1 0 0 0 0,-1 0 1 0 0,0-1-1 0 0,1 1 0 0 0,-1 0 0 0 0,0-1 1 0 0,0 1-1 0 0,0-1 0 0 0,0 1 0 0 0,0-1 1 0 0,0 0-1 0 0,0 1 0 0 0,-1-1 0 0 0,1 0 1 0 0,-1 1-1 0 0,1-1 0 0 0,-1 0 0 0 0,1 0 0 0 0,-1 0 1 0 0,0 1-1 0 0,0-1 0 0 0,0 0 0 0 0,0 0 1 0 0,0 0-1 0 0,-1-2 0 0 0,-1-8 49 0 0,-1 0 1 0 0,0 1-1 0 0,-1 0 1 0 0,-6-14-1 0 0,-1-4 188 0 0,8 17-161 0 0,1 5 45 0 0,1 0 1 0 0,-2 0-1 0 0,1 0 1 0 0,-1 0 0 0 0,-4-8-1 0 0,6 14-40 0 0,-17-29 1212 0 0,56 140-1303 0 0,51 104 0 0 0,-54-112-23 0 0,-7-18 59 0 0,-19-69 36 0 0,-2-14-185 0 0,6-25-1368 0 0,-3 1-1429 0 0,1 6-131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41.906"/>
    </inkml:context>
    <inkml:brush xml:id="br0">
      <inkml:brushProperty name="width" value="0.2" units="cm"/>
      <inkml:brushProperty name="height" value="0.2" units="cm"/>
      <inkml:brushProperty name="color" value="#FF0066"/>
    </inkml:brush>
  </inkml:definitions>
  <inkml:trace contextRef="#ctx0" brushRef="#br0">63 1 6397 0 0,'0'0'-300'0'0,"-6"2"-390"0"0,3-2 688 0 0,0 1 1 0 0,1-1 0 0 0,-1 0 0 0 0,1 1 0 0 0,0-1 1 0 0,-1 1-1 0 0,1 0 0 0 0,0 0 0 0 0,-1 0 0 0 0,1 0 0 0 0,0 0 0 0 0,0 1 0 0 0,0-1 0 0 0,0 1 0 0 0,0-1 0 0 0,0 1 0 0 0,1 0 0 0 0,-1-1 0 0 0,0 1 0 0 0,1 0 1 0 0,-1 0-1 0 0,1 0 0 0 0,0 0 0 0 0,0 1 0 0 0,0-1 0 0 0,0 0 0 0 0,0 1 0 0 0,0-1 0 0 0,0 0 0 0 0,0 5 0 0 0,1-5 8 0 0,0 1 0 0 0,0-1 1 0 0,0 0-1 0 0,0 0 0 0 0,0 0 0 0 0,0 0 0 0 0,1 0 0 0 0,-1 0 1 0 0,0 0-1 0 0,1 0 0 0 0,0 0 0 0 0,0 0 0 0 0,-1-1 0 0 0,1 1 1 0 0,0 0-1 0 0,1 0 0 0 0,-1-1 0 0 0,0 1 0 0 0,0 0 0 0 0,1-1 1 0 0,-1 1-1 0 0,1-1 0 0 0,-1 0 0 0 0,1 1 0 0 0,0-1 0 0 0,-1 0 1 0 0,1 0-1 0 0,0 0 0 0 0,0 0 0 0 0,0-1 0 0 0,0 1 0 0 0,2 0 1 0 0,6 3 20 0 0,-1-1 0 0 0,1 0 0 0 0,-1 0 1 0 0,1-1-1 0 0,13 1 0 0 0,-20-3-10 0 0,12 1 41 0 0,0 0 1 0 0,0-1 0 0 0,26-3-1 0 0,-38 2-25 0 0,0 1 0 0 0,0-1 0 0 0,0 0 0 0 0,0 1 0 0 0,0-1 0 0 0,0-1 0 0 0,0 1 0 0 0,-1 0 0 0 0,1-1 0 0 0,0 1 0 0 0,-1-1-1 0 0,1 0 1 0 0,-1 0 0 0 0,0 0 0 0 0,1 0 0 0 0,-1 0 0 0 0,0 0 0 0 0,0-1 0 0 0,-1 1 0 0 0,1-1 0 0 0,0 1 0 0 0,-1-1-1 0 0,0 0 1 0 0,3-5 0 0 0,-4 6-10 0 0,0 1 0 0 0,0-1 0 0 0,-1 1 0 0 0,1-1 0 0 0,0 1 0 0 0,0-1 0 0 0,-1 1 0 0 0,1-1 0 0 0,-1 1 0 0 0,1-1 0 0 0,-1 1 0 0 0,0 0 0 0 0,1-1 0 0 0,-1 1 0 0 0,0 0 0 0 0,0-1 0 0 0,0 1 0 0 0,0 0 0 0 0,0 0 0 0 0,0 0 0 0 0,0 0 0 0 0,-1 0 0 0 0,1 0 0 0 0,-2-1 0 0 0,-33-18 261 0 0,18 16-393 0 0,0 0 1 0 0,-1 1-1 0 0,0 0 0 0 0,1 2 0 0 0,-1 0 1 0 0,-23 2-1 0 0,8 0-3360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43.886"/>
    </inkml:context>
    <inkml:brush xml:id="br0">
      <inkml:brushProperty name="width" value="0.2" units="cm"/>
      <inkml:brushProperty name="height" value="0.2" units="cm"/>
      <inkml:brushProperty name="color" value="#FF0066"/>
    </inkml:brush>
  </inkml:definitions>
  <inkml:trace contextRef="#ctx0" brushRef="#br0">42 20 4488 0 0,'-4'-3'-29'0'0,"0"0"-1"0"0,0 1 1 0 0,0 0-1 0 0,-1 0 1 0 0,1 0-1 0 0,-1 0 1 0 0,-6-1-1 0 0,11 25 28 0 0,1-1 0 0 0,0 1 0 0 0,2-1 0 0 0,1 1-1 0 0,1-1 1 0 0,1 0 0 0 0,9 25 0 0 0,2 9 7 0 0,-8-25-9 0 0,28 120 345 0 0,-31-123-1556 0 0,5-54-291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45.048"/>
    </inkml:context>
    <inkml:brush xml:id="br0">
      <inkml:brushProperty name="width" value="0.2" units="cm"/>
      <inkml:brushProperty name="height" value="0.2" units="cm"/>
      <inkml:brushProperty name="color" value="#FF0066"/>
    </inkml:brush>
  </inkml:definitions>
  <inkml:trace contextRef="#ctx0" brushRef="#br0">50 258 4108 0 0,'-5'1'-238'0'0,"1"1"0"0"0,0-1 0 0 0,-1 1-1 0 0,1 0 1 0 0,0 0 0 0 0,0 1 0 0 0,-6 4-1 0 0,2-1 143 0 0,6-5 160 0 0,32-6 506 0 0,0 0 0 0 0,-1-2 0 0 0,50-19 0 0 0,-67 21-507 0 0,-1 1-1 0 0,0-2 1 0 0,0 1-1 0 0,19-15 0 0 0,-27 19-15 0 0,0-1-1 0 0,-1-1 0 0 0,0 1 0 0 0,1 0 1 0 0,-1-1-1 0 0,0 1 0 0 0,0-1 1 0 0,0 1-1 0 0,-1-1 0 0 0,1 0 1 0 0,0 0-1 0 0,-1 0 0 0 0,0 0 0 0 0,0 0 1 0 0,0 0-1 0 0,0 0 0 0 0,0 0 1 0 0,-1-1-1 0 0,1 1 0 0 0,-1 0 0 0 0,0 0 1 0 0,0-1-1 0 0,0 1 0 0 0,-1 0 1 0 0,0-4-1 0 0,-3-8 148 0 0,-2 1 0 0 0,0 0 0 0 0,0 1 0 0 0,-1-1-1 0 0,-15-19 1 0 0,22 32-108 0 0,-18-20-68 0 0,17 27-22 0 0,-1-1-1 0 0,1 1 1 0 0,1 0 0 0 0,-1-1-1 0 0,1 1 1 0 0,0 0-1 0 0,0-1 1 0 0,0 1 0 0 0,1 0-1 0 0,0 0 1 0 0,3 10-1 0 0,2 5-12 0 0,5 32 14 0 0,2-1-1 0 0,2-1 0 0 0,23 50 0 0 0,-17-46 44 0 0,-9-8-350 0 0,15-91-2691 0 0,-16 27 980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45.561"/>
    </inkml:context>
    <inkml:brush xml:id="br0">
      <inkml:brushProperty name="width" value="0.2" units="cm"/>
      <inkml:brushProperty name="height" value="0.2" units="cm"/>
      <inkml:brushProperty name="color" value="#FF0066"/>
    </inkml:brush>
  </inkml:definitions>
  <inkml:trace contextRef="#ctx0" brushRef="#br0">56 0 5048 0 0,'0'0'-277'0'0,"-9"7"-1063"0"0,5-4 1332 0 0,0 1-1 0 0,0-1 0 0 0,0 1 0 0 0,1 0 0 0 0,-1 0 0 0 0,1 1 0 0 0,0-1 1 0 0,0 1-1 0 0,1 0 0 0 0,-1-1 0 0 0,1 1 0 0 0,0 0 0 0 0,0 0 0 0 0,-1 7 1 0 0,3-9 20 0 0,0-1 0 0 0,-1 1 0 0 0,1-1 0 0 0,0 0 0 0 0,1 1 1 0 0,-1-1-1 0 0,0 1 0 0 0,1-1 0 0 0,-1 1 0 0 0,1-1 0 0 0,0 0 1 0 0,-1 0-1 0 0,1 1 0 0 0,0-1 0 0 0,1 0 0 0 0,-1 0 0 0 0,0 0 1 0 0,0 0-1 0 0,1 0 0 0 0,0 0 0 0 0,-1 0 0 0 0,1 0 0 0 0,0-1 1 0 0,0 1-1 0 0,0-1 0 0 0,0 1 0 0 0,0-1 0 0 0,0 0 0 0 0,0 0 1 0 0,0 0-1 0 0,1 0 0 0 0,-1 0 0 0 0,0 0 0 0 0,1-1 0 0 0,-1 1 1 0 0,0-1-1 0 0,1 1 0 0 0,3-1 0 0 0,8 2 159 0 0,-1 0 1 0 0,0-1-1 0 0,1 0 1 0 0,16-2-1 0 0,-26 1-82 0 0,-1 0 0 0 0,1-1 1 0 0,0 1-1 0 0,0-1 0 0 0,-1 0 0 0 0,1 0 1 0 0,-1 0-1 0 0,1-1 0 0 0,-1 1 0 0 0,1-1 1 0 0,-1 0-1 0 0,0 0 0 0 0,0 0 0 0 0,0 0 0 0 0,0-1 1 0 0,0 1-1 0 0,0-1 0 0 0,-1 0 0 0 0,1 0 1 0 0,2-4-1 0 0,-4 6-64 0 0,-1 1 0 0 0,1-1 0 0 0,-1 0 0 0 0,1 0 0 0 0,-1 0 0 0 0,0 0 0 0 0,1 0 0 0 0,-1 1 0 0 0,0-1 0 0 0,0 0 0 0 0,1 0 0 0 0,-1 0 0 0 0,0 0 0 0 0,0 0 0 0 0,0 0 0 0 0,0 0 0 0 0,0 0-1 0 0,-1 0 1 0 0,1 0 0 0 0,0 0 0 0 0,0 1 0 0 0,-1-1 0 0 0,1 0 0 0 0,0 0 0 0 0,-1 0 0 0 0,1 0 0 0 0,-1 0 0 0 0,0-1 0 0 0,-1 1 8 0 0,1 0-1 0 0,-1-1 0 0 0,0 1 1 0 0,0 0-1 0 0,1 0 1 0 0,-1 0-1 0 0,0 0 0 0 0,0 0 1 0 0,0 1-1 0 0,0-1 1 0 0,-4 0-1 0 0,-45-2 142 0 0,-24 21-626 0 0,30-3-2907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48.362"/>
    </inkml:context>
    <inkml:brush xml:id="br0">
      <inkml:brushProperty name="width" value="0.2" units="cm"/>
      <inkml:brushProperty name="height" value="0.2" units="cm"/>
      <inkml:brushProperty name="color" value="#FF0066"/>
    </inkml:brush>
  </inkml:definitions>
  <inkml:trace contextRef="#ctx0" brushRef="#br0">9 13 5096 0 0,'0'0'-317'0'0,"-6"-8"-222"0"0,3 4 17 0 0,23 48-325 0 0,-3-1 1042 0 0,-1 1 1 0 0,-3 1-1 0 0,13 72 1 0 0,-3-15 369 0 0,-15-76-245 0 0,2 18 883 0 0,-10-42-1023 0 0,-2 4 188 0 0,2-4-547 0 0,0-30-2540 0 0,5 8 1184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49.336"/>
    </inkml:context>
    <inkml:brush xml:id="br0">
      <inkml:brushProperty name="width" value="0.2" units="cm"/>
      <inkml:brushProperty name="height" value="0.2" units="cm"/>
      <inkml:brushProperty name="color" value="#FF0066"/>
    </inkml:brush>
  </inkml:definitions>
  <inkml:trace contextRef="#ctx0" brushRef="#br0">33 288 4344 0 0,'0'0'-246'0'0,"-33"10"-729"0"0,57-19 1031 0 0,0 2-1 0 0,39-8 1 0 0,-37 9 245 0 0,1 0 0 0 0,40-17 0 0 0,-63 21-249 0 0,-1 0-1 0 0,0 0 1 0 0,1 0 0 0 0,-1-1-1 0 0,0 0 1 0 0,-1 1-1 0 0,1-1 1 0 0,0 0 0 0 0,-1-1-1 0 0,0 1 1 0 0,0 0-1 0 0,0-1 1 0 0,0 1 0 0 0,0-1-1 0 0,-1 1 1 0 0,1-1 0 0 0,-1 0-1 0 0,0 0 1 0 0,0 1-1 0 0,0-1 1 0 0,0-5 0 0 0,0-2 55 0 0,0-1 1 0 0,-1 1-1 0 0,0 0 0 0 0,-1 0 1 0 0,-4-23-1 0 0,-12-16 950 0 0,17 49-956 0 0,-3-9 140 0 0,1 4-155 0 0,2 7-156 0 0,6 24 61 0 0,0 0 0 0 0,1-1 1 0 0,2 0-1 0 0,14 28 0 0 0,55 92 19 0 0,-39-75 33 0 0,-13-12 108 0 0,-26-55-125 0 0,4-22-3844 0 0,3 1 1918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2T05:28:50.010"/>
    </inkml:context>
    <inkml:brush xml:id="br0">
      <inkml:brushProperty name="width" value="0.2" units="cm"/>
      <inkml:brushProperty name="height" value="0.2" units="cm"/>
      <inkml:brushProperty name="color" value="#FF0066"/>
    </inkml:brush>
  </inkml:definitions>
  <inkml:trace contextRef="#ctx0" brushRef="#br0">106 0 4804 0 0,'0'0'-305'0'0,"-11"6"-1252"0"0,6-2 1567 0 0,0 0 1 0 0,1 0-1 0 0,-1 0 0 0 0,1 0 1 0 0,0 1-1 0 0,0-1 0 0 0,0 1 1 0 0,0 0-1 0 0,1 0 0 0 0,0 1 1 0 0,0-1-1 0 0,1 1 0 0 0,-1-1 1 0 0,-2 12-1 0 0,3-11 40 0 0,1 0 0 0 0,0 0 0 0 0,0 0 1 0 0,0 0-1 0 0,0 0 0 0 0,1 1 0 0 0,0-1 0 0 0,1 0 0 0 0,-1 0 1 0 0,1 0-1 0 0,0 0 0 0 0,1 0 0 0 0,-1 0 0 0 0,4 7 0 0 0,-4-10-27 0 0,1 0 0 0 0,0-1-1 0 0,0 1 1 0 0,0-1 0 0 0,0 0-1 0 0,0 1 1 0 0,0-1 0 0 0,1 0-1 0 0,-1 0 1 0 0,1 0 0 0 0,-1-1-1 0 0,1 1 1 0 0,0 0 0 0 0,0-1-1 0 0,-1 0 1 0 0,1 0 0 0 0,0 0-1 0 0,0 0 1 0 0,1 0 0 0 0,-1-1-1 0 0,0 1 1 0 0,0-1-1 0 0,0 0 1 0 0,0 0 0 0 0,0 0-1 0 0,1 0 1 0 0,-1 0 0 0 0,0-1-1 0 0,4-1 1 0 0,-1 2 30 0 0,-1-1 0 0 0,1 1 1 0 0,-1-1-1 0 0,1-1 0 0 0,-1 1 0 0 0,0-1 1 0 0,0 0-1 0 0,1 0 0 0 0,-1 0 0 0 0,-1-1 0 0 0,1 0 1 0 0,0 0-1 0 0,-1 0 0 0 0,1-1 0 0 0,-1 1 0 0 0,0-1 1 0 0,0 0-1 0 0,-1 0 0 0 0,1 0 0 0 0,-1-1 0 0 0,0 1 1 0 0,0-1-1 0 0,0 0 0 0 0,4-10 0 0 0,-7 13-38 0 0,0 1 0 0 0,1-1 0 0 0,-1 1 0 0 0,0-1 0 0 0,0 0 1 0 0,0 1-1 0 0,0-1 0 0 0,-1 1 0 0 0,1-1 0 0 0,0 0 0 0 0,-1 1 0 0 0,1-1 0 0 0,-1 1 0 0 0,1-1 0 0 0,-1 1 0 0 0,0-1 0 0 0,1 1 0 0 0,-1 0 0 0 0,0-1 0 0 0,0 1 0 0 0,0 0 0 0 0,0 0 1 0 0,0-1-1 0 0,-1 1 0 0 0,1 0 0 0 0,0 0 0 0 0,0 0 0 0 0,-1 1 0 0 0,1-1 0 0 0,-1 0 0 0 0,1 0 0 0 0,-1 1 0 0 0,1-1 0 0 0,-1 1 0 0 0,1-1 0 0 0,-1 1 0 0 0,1 0 0 0 0,-1-1 0 0 0,-1 1 1 0 0,-7-2 19 0 0,0 1 0 0 0,0 0 0 0 0,0 0 0 0 0,-17 1 0 0 0,10 3-25 0 0,-1 0 0 0 0,0 1 0 0 0,-18 7 0 0 0,-12 2-3093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3:43.542"/>
    </inkml:context>
    <inkml:brush xml:id="br0">
      <inkml:brushProperty name="width" value="0.2" units="cm"/>
      <inkml:brushProperty name="height" value="0.2" units="cm"/>
      <inkml:brushProperty name="color" value="#FFC114"/>
    </inkml:brush>
  </inkml:definitions>
  <inkml:trace contextRef="#ctx0" brushRef="#br0">228 45 5068 0 0,'0'0'-468'0'0,"17"-4"-2763"0"0,38-8 3241 0 0,76-11-12 0 0,-129 22 21 0 0,13-1 224 0 0,-9-1 900 0 0,-197 18-803 0 0,176-13-329 0 0,-1-1-1 0 0,1 1-20 0 0,8-2 11 0 0,3 1-12 0 0,0-1 0 0 0,-1 1 0 0 0,1-1 0 0 0,0 1 1 0 0,-1 1-1 0 0,1-1 0 0 0,0 1 0 0 0,0-1 0 0 0,-4 4 1 0 0,6-4-1 0 0,-2 8-29 0 0,2-5 35 0 0,1 1 0 0 0,-1-1 0 0 0,1 1 0 0 0,-1-1 0 0 0,1 1 0 0 0,1-1 0 0 0,-1 1 0 0 0,1 0 0 0 0,0 7 0 0 0,-5 32-26 0 0,2-4 25 0 0,3-38 11 0 0,0-2-13 0 0,0 1 11 0 0,0 0 1 0 0,-1-1 0 0 0,1 1 0 0 0,0-1-1 0 0,0 1 1 0 0,0-1 0 0 0,0 1-1 0 0,0-1 1 0 0,0 1 0 0 0,1-1 0 0 0,-1 1-1 0 0,0 0 1 0 0,0-1 0 0 0,0 1-1 0 0,0-1 1 0 0,1 1 0 0 0,-1-1 0 0 0,0 1-1 0 0,0-1 1 0 0,1 1 0 0 0,-1-1 0 0 0,0 0-1 0 0,1 1 1 0 0,-1-1 0 0 0,1 1-1 0 0,-1-1 1 0 0,0 0 0 0 0,1 1 0 0 0,-1-1-1 0 0,1 0 1 0 0,-1 0 0 0 0,1 1-1 0 0,-1-1 1 0 0,1 0 0 0 0,-1 0 0 0 0,1 0-1 0 0,-1 0 1 0 0,1 1 0 0 0,0-1 0 0 0,-1 0-1 0 0,1 0 1 0 0,-1 0 0 0 0,1 0-1 0 0,-1 0 1 0 0,1 0 0 0 0,0-1 0 0 0,70-10 77 0 0,-69 11-97 0 0,51-3 11 0 0,-39 3 11 0 0,-10 0 6 0 0,15 3-49 0 0,-8-1 35 0 0,-1 0-9 0 0,-1 1 0 0 0,1-1 0 0 0,-1 2 0 0 0,0-1 0 0 0,15 10 0 0 0,-23-13-7 0 0,18 24-7 0 0,-18-21 29 0 0,-1 1 1 0 0,0-1-1 0 0,0 1 1 0 0,0-1-1 0 0,0 0 1 0 0,-1 1-1 0 0,1-1 1 0 0,-1 1-1 0 0,0-1 1 0 0,0 0-1 0 0,0 0 1 0 0,0 1-1 0 0,-4 5 1 0 0,-4 3 70 0 0,0-1 0 0 0,-1 0 0 0 0,-1 0 0 0 0,0-1 0 0 0,0 0 0 0 0,-1-1 0 0 0,0 0 1 0 0,0-1-1 0 0,-1-1 0 0 0,0 0 0 0 0,-1 0 0 0 0,1-1 0 0 0,-1-1 0 0 0,-21 5 0 0 0,33-10 142 0 0,-3 0-2 0 0,-26-6 596 0 0,0-1 0 0 0,-59-21 0 0 0,88 27-752 0 0,-46-15 284 0 0,46 15-456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7:53.370"/>
    </inkml:context>
    <inkml:brush xml:id="br0">
      <inkml:brushProperty name="width" value="0.2" units="cm"/>
      <inkml:brushProperty name="height" value="0.2" units="cm"/>
      <inkml:brushProperty name="color" value="#FFC114"/>
    </inkml:brush>
  </inkml:definitions>
  <inkml:trace contextRef="#ctx0" brushRef="#br0">28 105 324 0 0,'0'0'505'0'0,"-28"-9"942"0"0,28 7-1424 0 0,0 1 1 0 0,0-1 0 0 0,0 1 0 0 0,1-1-1 0 0,-1 0 1 0 0,0 1 0 0 0,1-1 0 0 0,-1 1 0 0 0,1-1-1 0 0,-1 1 1 0 0,1-1 0 0 0,0 1 0 0 0,0 0-1 0 0,0-1 1 0 0,0 1 0 0 0,0 0 0 0 0,0 0 0 0 0,0-1-1 0 0,0 1 1 0 0,0 0 0 0 0,2-1 0 0 0,27-20 150 0 0,-29 21-155 0 0,10-5 57 0 0,2-1-45 0 0,1 2 1 0 0,0 0-1 0 0,-1 1 1 0 0,2 0-1 0 0,17-2 1 0 0,-29 6-23 0 0,34-3 31 0 0,-28 3-44 0 0,-1 0 1 0 0,1 1 0 0 0,0-1-1 0 0,0 2 1 0 0,8 1 0 0 0,-2 1 22 0 0,-12-4-8 0 0,0 1 0 0 0,0 0 0 0 0,0-1 0 0 0,0 2 0 0 0,0-1-1 0 0,0 0 1 0 0,0 0 0 0 0,0 1 0 0 0,-1 0 0 0 0,1-1 0 0 0,0 1 0 0 0,-1 0 0 0 0,1 0 0 0 0,-1 1 0 0 0,0-1 0 0 0,0 0-1 0 0,0 1 1 0 0,0-1 0 0 0,0 1 0 0 0,-1 0 0 0 0,3 4 0 0 0,-4-5-25 0 0,1-2 13 0 0,0 0 0 0 0,-1 1 0 0 0,1-1 1 0 0,-1 1-1 0 0,1-1 0 0 0,-1 1 0 0 0,1-1 0 0 0,-1 1 0 0 0,1 0 0 0 0,-1-1 0 0 0,0 1 1 0 0,1-1-1 0 0,-1 1 0 0 0,0 0 0 0 0,0-1 0 0 0,1 1 0 0 0,-1 0 0 0 0,0 0 0 0 0,0-1 1 0 0,0 1-1 0 0,0 0 0 0 0,0-1 0 0 0,0 1 0 0 0,0 0 0 0 0,0 0 0 0 0,0-1 0 0 0,0 1 1 0 0,0 0-1 0 0,0-1 0 0 0,-1 2 0 0 0,-3 17-30 0 0,3-14 28 0 0,-3 4 11 0 0,0 1 0 0 0,-1-1 1 0 0,0 1-1 0 0,0-2 0 0 0,-1 1 0 0 0,-1 0 1 0 0,1-1-1 0 0,-1 0 0 0 0,-1-1 1 0 0,1 0-1 0 0,-1 0 0 0 0,0 0 1 0 0,-15 8-1 0 0,15-10 18 0 0,1 0 43 0 0,-1-1 0 0 0,1 0 0 0 0,-1-1 0 0 0,-16 6-1 0 0,23-9-12 0 0,-19 6 380 0 0,10-2-150 0 0,12-2-157 0 0,18-2-156 0 0,0 0-1 0 0,-1 1 1 0 0,0 1-1 0 0,1 1 1 0 0,-1 1-1 0 0,0 1 1 0 0,0 0 0 0 0,-1 1-1 0 0,0 2 1 0 0,0-1-1 0 0,24 16 1 0 0,-38-21 19 0 0,-1 1 0 0 0,0-1 0 0 0,0 1 0 0 0,-1 0 0 0 0,1 0 0 0 0,0 0 0 0 0,-1 0 1 0 0,0 1-1 0 0,0-1 0 0 0,0 1 0 0 0,0-1 0 0 0,-1 1 0 0 0,1 0 0 0 0,-1-1 0 0 0,0 1 0 0 0,0 0 0 0 0,0 0 1 0 0,0 0-1 0 0,-1 0 0 0 0,0 0 0 0 0,0 0 0 0 0,0 0 0 0 0,0 0 0 0 0,0 0 0 0 0,-2 5 0 0 0,-1-3 15 0 0,0 0 0 0 0,-1-1 0 0 0,0 1 0 0 0,0-1 0 0 0,0 0 1 0 0,-1 0-1 0 0,1 0 0 0 0,-1-1 0 0 0,0 0 0 0 0,-1 0 0 0 0,1 0 0 0 0,-1 0 0 0 0,0-1 0 0 0,1 0 0 0 0,-9 3 0 0 0,-8 6 141 0 0,14-9 29 0 0,0 1 1 0 0,0-2-1 0 0,0 1 0 0 0,-1-1 1 0 0,1 0-1 0 0,-13 1 0 0 0,18-2-86 0 0,0-1 132 0 0,0 1-6 0 0,-12 0-19 0 0,11 0-14 0 0,-16-1 526 0 0,3 0-602 0 0,13 0 68 0 0,-15-1 69 0 0,16 1-433 0 0,1 0-237 0 0,-1 0 0 0 0,0-1 0 0 0,0 1 0 0 0,0-1 0 0 0,0 1 0 0 0,0-1 0 0 0,1 0 0 0 0,-6-3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7:54.926"/>
    </inkml:context>
    <inkml:brush xml:id="br0">
      <inkml:brushProperty name="width" value="0.2" units="cm"/>
      <inkml:brushProperty name="height" value="0.2" units="cm"/>
      <inkml:brushProperty name="color" value="#FFC114"/>
    </inkml:brush>
  </inkml:definitions>
  <inkml:trace contextRef="#ctx0" brushRef="#br0">112 0 4980 0 0,'0'0'-390'0'0,"-16"15"-1966"0"0,6 3 2334 0 0,0 0 0 0 0,2 1 1 0 0,0 0-1 0 0,1 1 1 0 0,1 0-1 0 0,1 0 1 0 0,-3 25-1 0 0,-12 40 32 0 0,17-77 1 0 0,0 1 0 0 0,1-1 0 0 0,0 1 1 0 0,1 0-1 0 0,-1 0 0 0 0,2-1 0 0 0,-1 1 0 0 0,1 0 1 0 0,1 0-1 0 0,-1 0 0 0 0,2 0 0 0 0,-1 0 0 0 0,1-1 0 0 0,0 1 1 0 0,1-1-1 0 0,0 1 0 0 0,0-1 0 0 0,1 0 0 0 0,0 0 1 0 0,1-1-1 0 0,-1 1 0 0 0,2-1 0 0 0,-1 0 0 0 0,1 0 0 0 0,0 0 1 0 0,0-1-1 0 0,1 0 0 0 0,-1 0 0 0 0,1-1 0 0 0,11 7 1 0 0,-7-6 21 0 0,-1-1 0 0 0,1 0 0 0 0,0-1 0 0 0,0 0 0 0 0,0-1 0 0 0,0 0 0 0 0,1-1 0 0 0,-1 0 0 0 0,21 1 0 0 0,-28-3 48 0 0,32-22 844 0 0,-33 17-864 0 0,0 0 1 0 0,0 0 0 0 0,0-1 0 0 0,-1 1-1 0 0,0-1 1 0 0,0 0 0 0 0,-1 1 0 0 0,0-1-1 0 0,0 0 1 0 0,0 0 0 0 0,0 0 0 0 0,-1 0-1 0 0,0 0 1 0 0,-1-8 0 0 0,1-24 123 0 0,1 34-155 0 0,-1 0 1 0 0,1 0-1 0 0,-1 0 1 0 0,0 0 0 0 0,0 0-1 0 0,-1 0 1 0 0,0-7-1 0 0,0 10 11 0 0,1-2 12 0 0,0 0 0 0 0,0 0 0 0 0,0 0 0 0 0,-1-1 0 0 0,1 1 0 0 0,-1 0-1 0 0,0 0 1 0 0,0 0 0 0 0,0 0 0 0 0,0 0 0 0 0,-1 0 0 0 0,1 1 0 0 0,-1-1-1 0 0,-2-3 1 0 0,3 5-4 0 0,-19-23 542 0 0,16 22-568 0 0,0 0 0 0 0,0-1 0 0 0,0 1 0 0 0,0 0 0 0 0,-1 1 0 0 0,1-1 0 0 0,-1 1 0 0 0,1 0 0 0 0,-1 0 0 0 0,1 1 0 0 0,-1-1 0 0 0,-8 1 0 0 0,10 0-9 0 0,-17-2-21 0 0,5 3 15 0 0,12 0-5 0 0,-13 2-44 0 0,12-2-215 0 0,-8 1 647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7:40.860"/>
    </inkml:context>
    <inkml:brush xml:id="br0">
      <inkml:brushProperty name="width" value="0.2" units="cm"/>
      <inkml:brushProperty name="height" value="0.2" units="cm"/>
      <inkml:brushProperty name="color" value="#FFC114"/>
    </inkml:brush>
  </inkml:definitions>
  <inkml:trace contextRef="#ctx0" brushRef="#br0">273 7 304 0 0,'0'0'2179'0'0,"13"-4"-2122"0"0,10 8-23 0 0,0-6 21 0 0,67-1 44 0 0,-88 3-81 0 0,56-2 164 0 0,-215 31 1642 0 0,105-18-1818 0 0,13-3 1 0 0,-54 18-1 0 0,19-2-69 0 0,72-23 55 0 0,-20 8 10 0 0,32 51-61 0 0,-6-47 60 0 0,-2 1 0 0 0,1-1 0 0 0,0 18-1 0 0,-3-30 8 0 0,0 0-1 0 0,0-1 0 0 0,0 1 0 0 0,0-1 0 0 0,0 1 0 0 0,0-1 0 0 0,1 1 0 0 0,-1-1 1 0 0,0 1-1 0 0,0-1 0 0 0,0 1 0 0 0,1-1 0 0 0,-1 1 0 0 0,0-1 0 0 0,1 1 0 0 0,-1-1 0 0 0,0 1 1 0 0,1-1-1 0 0,-1 1 0 0 0,1-1 0 0 0,-1 0 0 0 0,1 1 0 0 0,-1-1 0 0 0,0 0 0 0 0,1 0 1 0 0,-1 1-1 0 0,1-1 0 0 0,0 0 0 0 0,-1 0 0 0 0,1 0 0 0 0,-1 1 0 0 0,1-1 0 0 0,-1 0 1 0 0,1 0-1 0 0,-1 0 0 0 0,1 0 0 0 0,0 0 0 0 0,-1 0 0 0 0,1 0 0 0 0,-1 0 0 0 0,1-1 1 0 0,-1 1-1 0 0,1 0 0 0 0,0 0 0 0 0,32-11 146 0 0,-23 7-167 0 0,2-2 58 0 0,30-5-20 0 0,21 1-5 0 0,-60 10-24 0 0,22 0 18 0 0,5 0-20 0 0,-25-1 2 0 0,-1 1 0 0 0,1 0 0 0 0,0 0 0 0 0,-1 0 0 0 0,1 0 0 0 0,-1 1 0 0 0,1 0 0 0 0,0 0 0 0 0,-1 0 0 0 0,0 1 0 0 0,7 2 0 0 0,-9-3 8 0 0,-1-1-1 0 0,0 0-1 0 0,1 0 1 0 0,-1 0-1 0 0,0 0 1 0 0,1 0-1 0 0,-1 0 1 0 0,0 0 0 0 0,1 1-1 0 0,-1-1 1 0 0,0 1-1 0 0,0-1 1 0 0,1 1-1 0 0,-1-1 1 0 0,0 1-1 0 0,0 0 1 0 0,0-1-1 0 0,0 1 1 0 0,0 0 0 0 0,0 0-1 0 0,1 1 1 0 0,26 19-11 0 0,-24-17 16 0 0,0 0 0 0 0,0 0 1 0 0,0 0-1 0 0,0 1 0 0 0,-1-1 0 0 0,0 1 0 0 0,0 0 0 0 0,0 0 1 0 0,0 0-1 0 0,-1 1 0 0 0,0-1 0 0 0,0 0 0 0 0,0 1 0 0 0,-1-1 1 0 0,0 1-1 0 0,0 0 0 0 0,0 0 0 0 0,-1 5 0 0 0,0-3 18 0 0,-2-1 0 0 0,1 1-1 0 0,-1-1 1 0 0,0 0 0 0 0,0 0 0 0 0,-1 0-1 0 0,0 0 1 0 0,0 0 0 0 0,-1 0 0 0 0,1-1-1 0 0,-1 0 1 0 0,-1 0 0 0 0,0 0 0 0 0,1 0-1 0 0,-2-1 1 0 0,1 1 0 0 0,-1-1 0 0 0,1-1 0 0 0,-11 7-1 0 0,-1 1 107 0 0,1-2 0 0 0,-2 0 0 0 0,1-2 0 0 0,-1 0-1 0 0,-1 0 1 0 0,-25 6 0 0 0,37-12-31 0 0,-1-1 1 0 0,0 1-1 0 0,0-1 0 0 0,0-1 1 0 0,-1 0-1 0 0,1 0 0 0 0,0 0 1 0 0,0-1-1 0 0,0 0 1 0 0,0-1-1 0 0,0 0 0 0 0,1 0 1 0 0,-1 0-1 0 0,0-1 0 0 0,1 0 1 0 0,0-1-1 0 0,0 0 0 0 0,0 0 1 0 0,0 0-1 0 0,-7-7 0 0 0,8 5-21 0 0,0 0-1 0 0,0 0 0 0 0,1-1 1 0 0,0 1-1 0 0,-7-13 1 0 0,11 18-16 0 0,-24-11 479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5/4/2026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5/4/2026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customXml" Target="../ink/ink7.xml"/><Relationship Id="rId18" Type="http://schemas.openxmlformats.org/officeDocument/2006/relationships/image" Target="../media/image11.png"/><Relationship Id="rId26" Type="http://schemas.openxmlformats.org/officeDocument/2006/relationships/image" Target="../media/image15.png"/><Relationship Id="rId3" Type="http://schemas.openxmlformats.org/officeDocument/2006/relationships/image" Target="../media/image3.png"/><Relationship Id="rId21" Type="http://schemas.openxmlformats.org/officeDocument/2006/relationships/customXml" Target="../ink/ink11.xml"/><Relationship Id="rId7" Type="http://schemas.openxmlformats.org/officeDocument/2006/relationships/customXml" Target="../ink/ink4.xml"/><Relationship Id="rId12" Type="http://schemas.openxmlformats.org/officeDocument/2006/relationships/image" Target="../media/image8.png"/><Relationship Id="rId17" Type="http://schemas.openxmlformats.org/officeDocument/2006/relationships/customXml" Target="../ink/ink9.xml"/><Relationship Id="rId25" Type="http://schemas.openxmlformats.org/officeDocument/2006/relationships/customXml" Target="../ink/ink13.xml"/><Relationship Id="rId2" Type="http://schemas.openxmlformats.org/officeDocument/2006/relationships/image" Target="../media/image2.png"/><Relationship Id="rId16" Type="http://schemas.openxmlformats.org/officeDocument/2006/relationships/image" Target="../media/image10.png"/><Relationship Id="rId20"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6.xml"/><Relationship Id="rId24" Type="http://schemas.openxmlformats.org/officeDocument/2006/relationships/image" Target="../media/image14.png"/><Relationship Id="rId5" Type="http://schemas.openxmlformats.org/officeDocument/2006/relationships/customXml" Target="../ink/ink3.xml"/><Relationship Id="rId15" Type="http://schemas.openxmlformats.org/officeDocument/2006/relationships/customXml" Target="../ink/ink8.xml"/><Relationship Id="rId23" Type="http://schemas.openxmlformats.org/officeDocument/2006/relationships/customXml" Target="../ink/ink12.xml"/><Relationship Id="rId28" Type="http://schemas.openxmlformats.org/officeDocument/2006/relationships/image" Target="../media/image16.png"/><Relationship Id="rId10" Type="http://schemas.openxmlformats.org/officeDocument/2006/relationships/image" Target="../media/image7.png"/><Relationship Id="rId19" Type="http://schemas.openxmlformats.org/officeDocument/2006/relationships/customXml" Target="../ink/ink10.xml"/><Relationship Id="rId4" Type="http://schemas.openxmlformats.org/officeDocument/2006/relationships/image" Target="../media/image4.png"/><Relationship Id="rId9" Type="http://schemas.openxmlformats.org/officeDocument/2006/relationships/customXml" Target="../ink/ink5.xml"/><Relationship Id="rId14" Type="http://schemas.openxmlformats.org/officeDocument/2006/relationships/image" Target="../media/image9.png"/><Relationship Id="rId22" Type="http://schemas.openxmlformats.org/officeDocument/2006/relationships/image" Target="../media/image13.png"/><Relationship Id="rId27" Type="http://schemas.openxmlformats.org/officeDocument/2006/relationships/customXml" Target="../ink/ink1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10.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customXml" Target="../ink/ink17.xml"/><Relationship Id="rId4" Type="http://schemas.openxmlformats.org/officeDocument/2006/relationships/image" Target="../media/image100.png"/></Relationships>
</file>

<file path=ppt/slides/_rels/slide11.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94C8BE-D25B-24BF-D0E0-96609EE72A8D}"/>
              </a:ext>
            </a:extLst>
          </p:cNvPr>
          <p:cNvSpPr txBox="1"/>
          <p:nvPr/>
        </p:nvSpPr>
        <p:spPr>
          <a:xfrm>
            <a:off x="155448" y="307771"/>
            <a:ext cx="11292840" cy="1815882"/>
          </a:xfrm>
          <a:prstGeom prst="rect">
            <a:avLst/>
          </a:prstGeom>
          <a:noFill/>
        </p:spPr>
        <p:txBody>
          <a:bodyPr wrap="square">
            <a:spAutoFit/>
          </a:bodyPr>
          <a:lstStyle/>
          <a:p>
            <a:r>
              <a:rPr lang="en-US" sz="2800" b="1" dirty="0">
                <a:solidFill>
                  <a:schemeClr val="accent6">
                    <a:lumMod val="60000"/>
                    <a:lumOff val="40000"/>
                  </a:schemeClr>
                </a:solidFill>
              </a:rPr>
              <a:t>Null Hypothesis (H₀)</a:t>
            </a:r>
          </a:p>
          <a:p>
            <a:endParaRPr lang="en-US" sz="2800" b="1" dirty="0">
              <a:solidFill>
                <a:schemeClr val="accent6">
                  <a:lumMod val="60000"/>
                  <a:lumOff val="40000"/>
                </a:schemeClr>
              </a:solidFill>
            </a:endParaRPr>
          </a:p>
          <a:p>
            <a:r>
              <a:rPr lang="en-US" sz="2800" b="1" dirty="0">
                <a:solidFill>
                  <a:schemeClr val="accent6">
                    <a:lumMod val="60000"/>
                    <a:lumOff val="40000"/>
                  </a:schemeClr>
                </a:solidFill>
              </a:rPr>
              <a:t>Alternate Hypothesis (H₁) </a:t>
            </a:r>
            <a:endParaRPr lang="en-US" sz="2800" dirty="0">
              <a:solidFill>
                <a:schemeClr val="accent6">
                  <a:lumMod val="60000"/>
                  <a:lumOff val="40000"/>
                </a:schemeClr>
              </a:solidFill>
            </a:endParaRPr>
          </a:p>
          <a:p>
            <a:endParaRPr lang="en-US" sz="2800" dirty="0">
              <a:solidFill>
                <a:schemeClr val="accent6">
                  <a:lumMod val="60000"/>
                  <a:lumOff val="40000"/>
                </a:schemeClr>
              </a:solidFill>
            </a:endParaRPr>
          </a:p>
        </p:txBody>
      </p:sp>
    </p:spTree>
    <p:extLst>
      <p:ext uri="{BB962C8B-B14F-4D97-AF65-F5344CB8AC3E}">
        <p14:creationId xmlns:p14="http://schemas.microsoft.com/office/powerpoint/2010/main" val="2102239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DF28-F63E-8DE5-D30D-58F5DB4A711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550D57-398C-B515-46BC-A44F16B8A44D}"/>
              </a:ext>
            </a:extLst>
          </p:cNvPr>
          <p:cNvSpPr txBox="1"/>
          <p:nvPr/>
        </p:nvSpPr>
        <p:spPr>
          <a:xfrm>
            <a:off x="155448" y="307771"/>
            <a:ext cx="11292840" cy="3108543"/>
          </a:xfrm>
          <a:prstGeom prst="rect">
            <a:avLst/>
          </a:prstGeom>
          <a:noFill/>
        </p:spPr>
        <p:txBody>
          <a:bodyPr wrap="square">
            <a:spAutoFit/>
          </a:bodyPr>
          <a:lstStyle/>
          <a:p>
            <a:r>
              <a:rPr lang="en-US" sz="2800" b="1" dirty="0">
                <a:solidFill>
                  <a:schemeClr val="accent6">
                    <a:lumMod val="60000"/>
                    <a:lumOff val="40000"/>
                  </a:schemeClr>
                </a:solidFill>
              </a:rPr>
              <a:t>Need For Hypothesis Testing</a:t>
            </a:r>
          </a:p>
          <a:p>
            <a:endParaRPr lang="en-US" sz="2800" b="1" dirty="0">
              <a:solidFill>
                <a:schemeClr val="accent6">
                  <a:lumMod val="60000"/>
                  <a:lumOff val="40000"/>
                </a:schemeClr>
              </a:solidFill>
            </a:endParaRPr>
          </a:p>
          <a:p>
            <a:r>
              <a:rPr lang="en-US" sz="2800" dirty="0">
                <a:solidFill>
                  <a:schemeClr val="accent6">
                    <a:lumMod val="60000"/>
                    <a:lumOff val="40000"/>
                  </a:schemeClr>
                </a:solidFill>
              </a:rPr>
              <a:t>1) A school claims that a </a:t>
            </a:r>
            <a:r>
              <a:rPr lang="en-US" sz="2800" b="1" dirty="0">
                <a:solidFill>
                  <a:schemeClr val="accent6">
                    <a:lumMod val="60000"/>
                    <a:lumOff val="40000"/>
                  </a:schemeClr>
                </a:solidFill>
              </a:rPr>
              <a:t>new teaching method </a:t>
            </a:r>
            <a:r>
              <a:rPr lang="en-US" sz="2800" dirty="0">
                <a:solidFill>
                  <a:schemeClr val="accent6">
                    <a:lumMod val="60000"/>
                    <a:lumOff val="40000"/>
                  </a:schemeClr>
                </a:solidFill>
              </a:rPr>
              <a:t>improves test scores.</a:t>
            </a:r>
          </a:p>
          <a:p>
            <a:endParaRPr lang="en-US" sz="2800" dirty="0">
              <a:solidFill>
                <a:schemeClr val="accent6">
                  <a:lumMod val="60000"/>
                  <a:lumOff val="40000"/>
                </a:schemeClr>
              </a:solidFill>
            </a:endParaRPr>
          </a:p>
          <a:p>
            <a:r>
              <a:rPr lang="en-US" sz="2800" dirty="0">
                <a:solidFill>
                  <a:schemeClr val="accent6">
                    <a:lumMod val="60000"/>
                    <a:lumOff val="40000"/>
                  </a:schemeClr>
                </a:solidFill>
              </a:rPr>
              <a:t>2) A company claims their medicine decreases blood pressure. </a:t>
            </a:r>
          </a:p>
          <a:p>
            <a:endParaRPr lang="en-US" sz="2800" dirty="0">
              <a:solidFill>
                <a:schemeClr val="accent6">
                  <a:lumMod val="60000"/>
                  <a:lumOff val="40000"/>
                </a:schemeClr>
              </a:solidFill>
            </a:endParaRPr>
          </a:p>
          <a:p>
            <a:r>
              <a:rPr lang="en-US" sz="2800" dirty="0">
                <a:solidFill>
                  <a:schemeClr val="accent6">
                    <a:lumMod val="60000"/>
                    <a:lumOff val="40000"/>
                  </a:schemeClr>
                </a:solidFill>
              </a:rPr>
              <a:t>How do we verify if this is true?</a:t>
            </a:r>
          </a:p>
        </p:txBody>
      </p:sp>
    </p:spTree>
    <p:extLst>
      <p:ext uri="{BB962C8B-B14F-4D97-AF65-F5344CB8AC3E}">
        <p14:creationId xmlns:p14="http://schemas.microsoft.com/office/powerpoint/2010/main" val="374242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10D56-5E5E-36C6-6C94-F027F275B6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B635CF-DEAB-B8AF-1ACD-BDA14D4B664A}"/>
              </a:ext>
            </a:extLst>
          </p:cNvPr>
          <p:cNvSpPr txBox="1"/>
          <p:nvPr/>
        </p:nvSpPr>
        <p:spPr>
          <a:xfrm>
            <a:off x="155448" y="307771"/>
            <a:ext cx="12036552" cy="4524315"/>
          </a:xfrm>
          <a:prstGeom prst="rect">
            <a:avLst/>
          </a:prstGeom>
          <a:noFill/>
        </p:spPr>
        <p:txBody>
          <a:bodyPr wrap="square">
            <a:spAutoFit/>
          </a:bodyPr>
          <a:lstStyle/>
          <a:p>
            <a:r>
              <a:rPr lang="en-US" sz="2400" dirty="0">
                <a:solidFill>
                  <a:schemeClr val="accent6">
                    <a:lumMod val="40000"/>
                    <a:lumOff val="60000"/>
                  </a:schemeClr>
                </a:solidFill>
              </a:rPr>
              <a:t>A </a:t>
            </a:r>
            <a:r>
              <a:rPr lang="en-US" sz="2400" b="1" dirty="0">
                <a:solidFill>
                  <a:schemeClr val="accent4">
                    <a:lumMod val="40000"/>
                    <a:lumOff val="60000"/>
                  </a:schemeClr>
                </a:solidFill>
              </a:rPr>
              <a:t>statistical hypothesis</a:t>
            </a:r>
            <a:r>
              <a:rPr lang="en-US" sz="2400" dirty="0">
                <a:solidFill>
                  <a:schemeClr val="accent4">
                    <a:lumMod val="40000"/>
                    <a:lumOff val="60000"/>
                  </a:schemeClr>
                </a:solidFill>
              </a:rPr>
              <a:t> is a conjecture/claim</a:t>
            </a:r>
            <a:r>
              <a:rPr lang="en-US" sz="2400" dirty="0">
                <a:solidFill>
                  <a:schemeClr val="accent6">
                    <a:lumMod val="40000"/>
                    <a:lumOff val="60000"/>
                  </a:schemeClr>
                </a:solidFill>
              </a:rPr>
              <a:t> about a population parameter (e.g. mean, variance, std. dev., etc. ). </a:t>
            </a:r>
          </a:p>
          <a:p>
            <a:r>
              <a:rPr lang="en-US" sz="2400" dirty="0">
                <a:solidFill>
                  <a:schemeClr val="accent6">
                    <a:lumMod val="40000"/>
                    <a:lumOff val="60000"/>
                  </a:schemeClr>
                </a:solidFill>
              </a:rPr>
              <a:t>This conjecture may or may not be true.</a:t>
            </a:r>
          </a:p>
          <a:p>
            <a:endParaRPr lang="en-US" sz="2400" dirty="0">
              <a:solidFill>
                <a:schemeClr val="accent6">
                  <a:lumMod val="40000"/>
                  <a:lumOff val="60000"/>
                </a:schemeClr>
              </a:solidFill>
            </a:endParaRPr>
          </a:p>
          <a:p>
            <a:r>
              <a:rPr lang="en-US" sz="2400" b="1" u="sng" dirty="0">
                <a:solidFill>
                  <a:schemeClr val="accent6">
                    <a:lumMod val="40000"/>
                    <a:lumOff val="60000"/>
                  </a:schemeClr>
                </a:solidFill>
              </a:rPr>
              <a:t>Null hypothesis (H0):</a:t>
            </a:r>
            <a:r>
              <a:rPr lang="en-US" sz="2400" b="1" dirty="0">
                <a:solidFill>
                  <a:schemeClr val="accent6">
                    <a:lumMod val="40000"/>
                    <a:lumOff val="60000"/>
                  </a:schemeClr>
                </a:solidFill>
              </a:rPr>
              <a:t>  </a:t>
            </a:r>
          </a:p>
          <a:p>
            <a:r>
              <a:rPr lang="en-US" sz="2400" dirty="0">
                <a:solidFill>
                  <a:schemeClr val="accent6">
                    <a:lumMod val="40000"/>
                    <a:lumOff val="60000"/>
                  </a:schemeClr>
                </a:solidFill>
              </a:rPr>
              <a:t>There is no difference between a population parameter and the observed parameter.</a:t>
            </a:r>
            <a:r>
              <a:rPr lang="en-US" sz="2400" b="1" dirty="0">
                <a:solidFill>
                  <a:schemeClr val="accent6">
                    <a:lumMod val="40000"/>
                    <a:lumOff val="60000"/>
                  </a:schemeClr>
                </a:solidFill>
              </a:rPr>
              <a:t> </a:t>
            </a:r>
          </a:p>
          <a:p>
            <a:r>
              <a:rPr lang="en-US" sz="2400" dirty="0">
                <a:solidFill>
                  <a:schemeClr val="accent6">
                    <a:lumMod val="40000"/>
                    <a:lumOff val="60000"/>
                  </a:schemeClr>
                </a:solidFill>
              </a:rPr>
              <a:t>That is, </a:t>
            </a:r>
            <a:r>
              <a:rPr lang="en-US" sz="2400" dirty="0">
                <a:solidFill>
                  <a:schemeClr val="accent4">
                    <a:lumMod val="40000"/>
                    <a:lumOff val="60000"/>
                  </a:schemeClr>
                </a:solidFill>
              </a:rPr>
              <a:t>nothing is happening. Status quo.</a:t>
            </a:r>
            <a:endParaRPr lang="en-US" sz="2400" dirty="0">
              <a:solidFill>
                <a:schemeClr val="accent6">
                  <a:lumMod val="60000"/>
                  <a:lumOff val="40000"/>
                </a:schemeClr>
              </a:solidFill>
            </a:endParaRPr>
          </a:p>
          <a:p>
            <a:endParaRPr lang="en-US" sz="2400" dirty="0">
              <a:solidFill>
                <a:schemeClr val="accent6">
                  <a:lumMod val="40000"/>
                  <a:lumOff val="60000"/>
                </a:schemeClr>
              </a:solidFill>
            </a:endParaRPr>
          </a:p>
          <a:p>
            <a:endParaRPr lang="en-US" sz="2400" dirty="0">
              <a:solidFill>
                <a:schemeClr val="accent6">
                  <a:lumMod val="40000"/>
                  <a:lumOff val="60000"/>
                </a:schemeClr>
              </a:solidFill>
            </a:endParaRPr>
          </a:p>
          <a:p>
            <a:r>
              <a:rPr lang="en-US" sz="2400" b="1" u="sng" dirty="0">
                <a:solidFill>
                  <a:schemeClr val="accent6">
                    <a:lumMod val="40000"/>
                    <a:lumOff val="60000"/>
                  </a:schemeClr>
                </a:solidFill>
              </a:rPr>
              <a:t>Alternative hypothesis (H1):</a:t>
            </a:r>
            <a:r>
              <a:rPr lang="en-US" sz="2400" b="1" dirty="0">
                <a:solidFill>
                  <a:schemeClr val="accent6">
                    <a:lumMod val="40000"/>
                    <a:lumOff val="60000"/>
                  </a:schemeClr>
                </a:solidFill>
              </a:rPr>
              <a:t>  </a:t>
            </a:r>
          </a:p>
          <a:p>
            <a:r>
              <a:rPr lang="en-US" sz="2400" dirty="0">
                <a:solidFill>
                  <a:schemeClr val="accent6">
                    <a:lumMod val="40000"/>
                    <a:lumOff val="60000"/>
                  </a:schemeClr>
                </a:solidFill>
              </a:rPr>
              <a:t>There is a difference between population parameter and the observed parameter.</a:t>
            </a:r>
            <a:r>
              <a:rPr lang="en-US" sz="2400" b="1" dirty="0">
                <a:solidFill>
                  <a:schemeClr val="accent6">
                    <a:lumMod val="40000"/>
                    <a:lumOff val="60000"/>
                  </a:schemeClr>
                </a:solidFill>
              </a:rPr>
              <a:t> </a:t>
            </a:r>
          </a:p>
          <a:p>
            <a:r>
              <a:rPr lang="en-US" sz="2400" dirty="0">
                <a:solidFill>
                  <a:schemeClr val="accent6">
                    <a:lumMod val="40000"/>
                    <a:lumOff val="60000"/>
                  </a:schemeClr>
                </a:solidFill>
              </a:rPr>
              <a:t>That is, </a:t>
            </a:r>
            <a:r>
              <a:rPr lang="en-US" sz="2400" dirty="0">
                <a:solidFill>
                  <a:schemeClr val="accent4">
                    <a:lumMod val="40000"/>
                    <a:lumOff val="60000"/>
                  </a:schemeClr>
                </a:solidFill>
              </a:rPr>
              <a:t>something is happening.</a:t>
            </a:r>
          </a:p>
        </p:txBody>
      </p:sp>
    </p:spTree>
    <p:extLst>
      <p:ext uri="{BB962C8B-B14F-4D97-AF65-F5344CB8AC3E}">
        <p14:creationId xmlns:p14="http://schemas.microsoft.com/office/powerpoint/2010/main" val="4288366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C2399-884B-DCAC-C45E-9644D6879F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495518-A51A-64DB-95ED-E71A70A9A388}"/>
              </a:ext>
            </a:extLst>
          </p:cNvPr>
          <p:cNvSpPr txBox="1"/>
          <p:nvPr/>
        </p:nvSpPr>
        <p:spPr>
          <a:xfrm>
            <a:off x="155448" y="307771"/>
            <a:ext cx="11292840" cy="3046988"/>
          </a:xfrm>
          <a:prstGeom prst="rect">
            <a:avLst/>
          </a:prstGeom>
          <a:noFill/>
        </p:spPr>
        <p:txBody>
          <a:bodyPr wrap="square">
            <a:spAutoFit/>
          </a:bodyPr>
          <a:lstStyle/>
          <a:p>
            <a:r>
              <a:rPr lang="en-US" sz="2400" b="1" dirty="0">
                <a:solidFill>
                  <a:schemeClr val="accent6">
                    <a:lumMod val="60000"/>
                    <a:lumOff val="40000"/>
                  </a:schemeClr>
                </a:solidFill>
              </a:rPr>
              <a:t>Simple Example:  </a:t>
            </a:r>
            <a:r>
              <a:rPr lang="en-US" sz="2400" dirty="0">
                <a:solidFill>
                  <a:schemeClr val="accent6">
                    <a:lumMod val="60000"/>
                    <a:lumOff val="40000"/>
                  </a:schemeClr>
                </a:solidFill>
              </a:rPr>
              <a:t>Imagine you want to test if a </a:t>
            </a:r>
            <a:r>
              <a:rPr lang="en-US" sz="2400" b="1" dirty="0">
                <a:solidFill>
                  <a:schemeClr val="accent6">
                    <a:lumMod val="60000"/>
                    <a:lumOff val="40000"/>
                  </a:schemeClr>
                </a:solidFill>
              </a:rPr>
              <a:t>new teaching method </a:t>
            </a:r>
            <a:r>
              <a:rPr lang="en-US" sz="2400" dirty="0">
                <a:solidFill>
                  <a:schemeClr val="accent6">
                    <a:lumMod val="60000"/>
                    <a:lumOff val="40000"/>
                  </a:schemeClr>
                </a:solidFill>
              </a:rPr>
              <a:t>improves test scores.</a:t>
            </a:r>
          </a:p>
          <a:p>
            <a:endParaRPr lang="en-US" sz="2400" dirty="0">
              <a:solidFill>
                <a:schemeClr val="accent6">
                  <a:lumMod val="60000"/>
                  <a:lumOff val="40000"/>
                </a:schemeClr>
              </a:solidFill>
            </a:endParaRPr>
          </a:p>
          <a:p>
            <a:r>
              <a:rPr lang="en-US" sz="2400" b="1" u="sng" dirty="0">
                <a:solidFill>
                  <a:schemeClr val="accent6">
                    <a:lumMod val="60000"/>
                    <a:lumOff val="40000"/>
                  </a:schemeClr>
                </a:solidFill>
              </a:rPr>
              <a:t>Null hypothesis </a:t>
            </a:r>
            <a:r>
              <a:rPr lang="en-US" sz="2400" b="1" dirty="0">
                <a:solidFill>
                  <a:schemeClr val="accent6">
                    <a:lumMod val="60000"/>
                    <a:lumOff val="40000"/>
                  </a:schemeClr>
                </a:solidFill>
              </a:rPr>
              <a:t>(H₀):</a:t>
            </a:r>
            <a:r>
              <a:rPr lang="en-US" sz="2400" dirty="0">
                <a:solidFill>
                  <a:schemeClr val="accent6">
                    <a:lumMod val="60000"/>
                    <a:lumOff val="40000"/>
                  </a:schemeClr>
                </a:solidFill>
              </a:rPr>
              <a:t> The new teaching method has </a:t>
            </a:r>
            <a:r>
              <a:rPr lang="en-US" sz="2400" b="1" dirty="0">
                <a:solidFill>
                  <a:schemeClr val="accent6">
                    <a:lumMod val="60000"/>
                    <a:lumOff val="40000"/>
                  </a:schemeClr>
                </a:solidFill>
              </a:rPr>
              <a:t>no effect</a:t>
            </a:r>
            <a:r>
              <a:rPr lang="en-US" sz="2400" dirty="0">
                <a:solidFill>
                  <a:schemeClr val="accent6">
                    <a:lumMod val="60000"/>
                    <a:lumOff val="40000"/>
                  </a:schemeClr>
                </a:solidFill>
              </a:rPr>
              <a:t> on test scores.</a:t>
            </a:r>
          </a:p>
          <a:p>
            <a:r>
              <a:rPr lang="en-US" sz="2400" dirty="0">
                <a:solidFill>
                  <a:schemeClr val="accent6">
                    <a:lumMod val="60000"/>
                    <a:lumOff val="40000"/>
                  </a:schemeClr>
                </a:solidFill>
              </a:rPr>
              <a:t>( Students scores remained same as before. Nothing happened. </a:t>
            </a:r>
            <a:r>
              <a:rPr lang="en-US" sz="2400" b="1" dirty="0">
                <a:solidFill>
                  <a:schemeClr val="accent6">
                    <a:lumMod val="60000"/>
                    <a:lumOff val="40000"/>
                  </a:schemeClr>
                </a:solidFill>
              </a:rPr>
              <a:t>No</a:t>
            </a:r>
            <a:r>
              <a:rPr lang="en-US" sz="2400" dirty="0">
                <a:solidFill>
                  <a:schemeClr val="accent6">
                    <a:lumMod val="60000"/>
                    <a:lumOff val="40000"/>
                  </a:schemeClr>
                </a:solidFill>
              </a:rPr>
              <a:t> </a:t>
            </a:r>
            <a:r>
              <a:rPr lang="en-US" sz="2400" b="1" dirty="0">
                <a:solidFill>
                  <a:schemeClr val="accent6">
                    <a:lumMod val="60000"/>
                    <a:lumOff val="40000"/>
                  </a:schemeClr>
                </a:solidFill>
              </a:rPr>
              <a:t>significant</a:t>
            </a:r>
            <a:r>
              <a:rPr lang="en-US" sz="2400" dirty="0">
                <a:solidFill>
                  <a:schemeClr val="accent6">
                    <a:lumMod val="60000"/>
                    <a:lumOff val="40000"/>
                  </a:schemeClr>
                </a:solidFill>
              </a:rPr>
              <a:t> change)</a:t>
            </a:r>
          </a:p>
          <a:p>
            <a:endParaRPr lang="en-US" sz="2400" dirty="0">
              <a:solidFill>
                <a:schemeClr val="accent6">
                  <a:lumMod val="60000"/>
                  <a:lumOff val="40000"/>
                </a:schemeClr>
              </a:solidFill>
            </a:endParaRPr>
          </a:p>
          <a:p>
            <a:r>
              <a:rPr lang="en-US" sz="2400" b="1" u="sng" dirty="0">
                <a:solidFill>
                  <a:schemeClr val="accent6">
                    <a:lumMod val="60000"/>
                    <a:lumOff val="40000"/>
                  </a:schemeClr>
                </a:solidFill>
              </a:rPr>
              <a:t>Alternative hypothesis</a:t>
            </a:r>
            <a:r>
              <a:rPr lang="en-US" sz="2400" b="1" dirty="0">
                <a:solidFill>
                  <a:schemeClr val="accent6">
                    <a:lumMod val="60000"/>
                    <a:lumOff val="40000"/>
                  </a:schemeClr>
                </a:solidFill>
              </a:rPr>
              <a:t> (H₁):</a:t>
            </a:r>
            <a:r>
              <a:rPr lang="en-US" sz="2400" dirty="0">
                <a:solidFill>
                  <a:schemeClr val="accent6">
                    <a:lumMod val="60000"/>
                    <a:lumOff val="40000"/>
                  </a:schemeClr>
                </a:solidFill>
              </a:rPr>
              <a:t> The new teaching method has </a:t>
            </a:r>
            <a:r>
              <a:rPr lang="en-US" sz="2400" b="1" dirty="0">
                <a:solidFill>
                  <a:schemeClr val="accent6">
                    <a:lumMod val="60000"/>
                    <a:lumOff val="40000"/>
                  </a:schemeClr>
                </a:solidFill>
              </a:rPr>
              <a:t>positive effect</a:t>
            </a:r>
            <a:r>
              <a:rPr lang="en-US" sz="2400" dirty="0">
                <a:solidFill>
                  <a:schemeClr val="accent6">
                    <a:lumMod val="60000"/>
                    <a:lumOff val="40000"/>
                  </a:schemeClr>
                </a:solidFill>
              </a:rPr>
              <a:t> test scores.</a:t>
            </a:r>
          </a:p>
          <a:p>
            <a:r>
              <a:rPr lang="en-US" sz="2400" dirty="0">
                <a:solidFill>
                  <a:schemeClr val="accent6">
                    <a:lumMod val="60000"/>
                    <a:lumOff val="40000"/>
                  </a:schemeClr>
                </a:solidFill>
              </a:rPr>
              <a:t>( Students scores increased. Something happened. There </a:t>
            </a:r>
            <a:r>
              <a:rPr lang="en-US" sz="2400" b="1" dirty="0">
                <a:solidFill>
                  <a:schemeClr val="accent6">
                    <a:lumMod val="60000"/>
                    <a:lumOff val="40000"/>
                  </a:schemeClr>
                </a:solidFill>
              </a:rPr>
              <a:t>was</a:t>
            </a:r>
            <a:r>
              <a:rPr lang="en-US" sz="2400" dirty="0">
                <a:solidFill>
                  <a:schemeClr val="accent6">
                    <a:lumMod val="60000"/>
                    <a:lumOff val="40000"/>
                  </a:schemeClr>
                </a:solidFill>
              </a:rPr>
              <a:t> </a:t>
            </a:r>
            <a:r>
              <a:rPr lang="en-US" sz="2400" b="1" dirty="0">
                <a:solidFill>
                  <a:schemeClr val="accent6">
                    <a:lumMod val="60000"/>
                    <a:lumOff val="40000"/>
                  </a:schemeClr>
                </a:solidFill>
              </a:rPr>
              <a:t>significant</a:t>
            </a:r>
            <a:r>
              <a:rPr lang="en-US" sz="2400" dirty="0">
                <a:solidFill>
                  <a:schemeClr val="accent6">
                    <a:lumMod val="60000"/>
                    <a:lumOff val="40000"/>
                  </a:schemeClr>
                </a:solidFill>
              </a:rPr>
              <a:t> change)</a:t>
            </a:r>
          </a:p>
        </p:txBody>
      </p:sp>
      <p:sp>
        <p:nvSpPr>
          <p:cNvPr id="3" name="TextBox 2">
            <a:extLst>
              <a:ext uri="{FF2B5EF4-FFF2-40B4-BE49-F238E27FC236}">
                <a16:creationId xmlns:a16="http://schemas.microsoft.com/office/drawing/2014/main" id="{EF722D07-B760-8CCE-A42D-7FA84292943D}"/>
              </a:ext>
            </a:extLst>
          </p:cNvPr>
          <p:cNvSpPr txBox="1"/>
          <p:nvPr/>
        </p:nvSpPr>
        <p:spPr>
          <a:xfrm>
            <a:off x="269748" y="4110335"/>
            <a:ext cx="10547604" cy="1200329"/>
          </a:xfrm>
          <a:prstGeom prst="rect">
            <a:avLst/>
          </a:prstGeom>
          <a:noFill/>
        </p:spPr>
        <p:txBody>
          <a:bodyPr wrap="square">
            <a:spAutoFit/>
          </a:bodyPr>
          <a:lstStyle/>
          <a:p>
            <a:r>
              <a:rPr lang="en-US" sz="2400" b="1" dirty="0">
                <a:solidFill>
                  <a:schemeClr val="accent6">
                    <a:lumMod val="40000"/>
                    <a:lumOff val="60000"/>
                  </a:schemeClr>
                </a:solidFill>
              </a:rPr>
              <a:t>Side Note</a:t>
            </a:r>
            <a:r>
              <a:rPr lang="en-US" sz="2400" dirty="0">
                <a:solidFill>
                  <a:schemeClr val="accent6">
                    <a:lumMod val="40000"/>
                    <a:lumOff val="60000"/>
                  </a:schemeClr>
                </a:solidFill>
              </a:rPr>
              <a:t>:</a:t>
            </a:r>
          </a:p>
          <a:p>
            <a:r>
              <a:rPr lang="en-US" sz="2400" dirty="0">
                <a:solidFill>
                  <a:schemeClr val="accent6">
                    <a:lumMod val="40000"/>
                    <a:lumOff val="60000"/>
                  </a:schemeClr>
                </a:solidFill>
              </a:rPr>
              <a:t>The claim is generally the </a:t>
            </a:r>
            <a:r>
              <a:rPr lang="en-US" sz="2400" b="1" dirty="0">
                <a:solidFill>
                  <a:schemeClr val="accent6">
                    <a:lumMod val="40000"/>
                    <a:lumOff val="60000"/>
                  </a:schemeClr>
                </a:solidFill>
              </a:rPr>
              <a:t>alternative hypothesis: </a:t>
            </a:r>
            <a:r>
              <a:rPr lang="en-US" sz="2400" dirty="0">
                <a:solidFill>
                  <a:schemeClr val="accent6">
                    <a:lumMod val="40000"/>
                    <a:lumOff val="60000"/>
                  </a:schemeClr>
                </a:solidFill>
              </a:rPr>
              <a:t>This is what the researchers is trying to verify</a:t>
            </a:r>
            <a:endParaRPr lang="en-US" sz="2400" b="1" dirty="0">
              <a:solidFill>
                <a:schemeClr val="accent4">
                  <a:lumMod val="40000"/>
                  <a:lumOff val="60000"/>
                </a:schemeClr>
              </a:solidFill>
            </a:endParaRPr>
          </a:p>
        </p:txBody>
      </p:sp>
    </p:spTree>
    <p:extLst>
      <p:ext uri="{BB962C8B-B14F-4D97-AF65-F5344CB8AC3E}">
        <p14:creationId xmlns:p14="http://schemas.microsoft.com/office/powerpoint/2010/main" val="2307821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0BA69-47EA-6B70-88B9-4805ED6080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81EA4D4-90C7-DBB0-4A7B-0A7342D942AA}"/>
              </a:ext>
            </a:extLst>
          </p:cNvPr>
          <p:cNvSpPr txBox="1"/>
          <p:nvPr/>
        </p:nvSpPr>
        <p:spPr>
          <a:xfrm>
            <a:off x="155448" y="307771"/>
            <a:ext cx="11292840" cy="3416320"/>
          </a:xfrm>
          <a:prstGeom prst="rect">
            <a:avLst/>
          </a:prstGeom>
          <a:noFill/>
        </p:spPr>
        <p:txBody>
          <a:bodyPr wrap="square">
            <a:spAutoFit/>
          </a:bodyPr>
          <a:lstStyle/>
          <a:p>
            <a:r>
              <a:rPr lang="en-US" sz="2400" b="1" dirty="0">
                <a:solidFill>
                  <a:schemeClr val="accent6">
                    <a:lumMod val="60000"/>
                    <a:lumOff val="40000"/>
                  </a:schemeClr>
                </a:solidFill>
              </a:rPr>
              <a:t>Relationship Between H₀ and H₁</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They are </a:t>
            </a:r>
            <a:r>
              <a:rPr lang="en-US" sz="2400" b="1" dirty="0">
                <a:solidFill>
                  <a:schemeClr val="accent6">
                    <a:lumMod val="60000"/>
                    <a:lumOff val="40000"/>
                  </a:schemeClr>
                </a:solidFill>
              </a:rPr>
              <a:t>mutually exclusive -&gt; </a:t>
            </a:r>
            <a:r>
              <a:rPr lang="en-US" sz="2400" dirty="0">
                <a:solidFill>
                  <a:schemeClr val="accent6">
                    <a:lumMod val="60000"/>
                    <a:lumOff val="40000"/>
                  </a:schemeClr>
                </a:solidFill>
              </a:rPr>
              <a:t>Only one can be true </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We </a:t>
            </a:r>
            <a:r>
              <a:rPr lang="en-US" sz="2400" b="1" dirty="0">
                <a:solidFill>
                  <a:schemeClr val="accent6">
                    <a:lumMod val="60000"/>
                    <a:lumOff val="40000"/>
                  </a:schemeClr>
                </a:solidFill>
              </a:rPr>
              <a:t>assume H₀ is true initially</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r>
              <a:rPr lang="en-US" sz="2400" dirty="0">
                <a:solidFill>
                  <a:schemeClr val="accent4">
                    <a:lumMod val="60000"/>
                    <a:lumOff val="40000"/>
                  </a:schemeClr>
                </a:solidFill>
              </a:rPr>
              <a:t>“We don’t prove H₁ directly. We try to reject H₀.”</a:t>
            </a:r>
          </a:p>
          <a:p>
            <a:endParaRPr lang="en-US" sz="2400" dirty="0">
              <a:solidFill>
                <a:schemeClr val="accent4">
                  <a:lumMod val="60000"/>
                  <a:lumOff val="40000"/>
                </a:schemeClr>
              </a:solidFill>
            </a:endParaRPr>
          </a:p>
          <a:p>
            <a:r>
              <a:rPr lang="en-US" sz="2400" dirty="0">
                <a:solidFill>
                  <a:schemeClr val="accent6">
                    <a:lumMod val="60000"/>
                    <a:lumOff val="40000"/>
                  </a:schemeClr>
                </a:solidFill>
              </a:rPr>
              <a:t>Here we use statistics / data. </a:t>
            </a:r>
          </a:p>
        </p:txBody>
      </p:sp>
      <p:sp>
        <p:nvSpPr>
          <p:cNvPr id="3" name="TextBox 2">
            <a:extLst>
              <a:ext uri="{FF2B5EF4-FFF2-40B4-BE49-F238E27FC236}">
                <a16:creationId xmlns:a16="http://schemas.microsoft.com/office/drawing/2014/main" id="{5EA167E9-9D66-C593-B9A1-D19F81529F81}"/>
              </a:ext>
            </a:extLst>
          </p:cNvPr>
          <p:cNvSpPr txBox="1"/>
          <p:nvPr/>
        </p:nvSpPr>
        <p:spPr>
          <a:xfrm>
            <a:off x="68580" y="4333578"/>
            <a:ext cx="10629900" cy="2308324"/>
          </a:xfrm>
          <a:prstGeom prst="rect">
            <a:avLst/>
          </a:prstGeom>
          <a:noFill/>
        </p:spPr>
        <p:txBody>
          <a:bodyPr wrap="square">
            <a:spAutoFit/>
          </a:bodyPr>
          <a:lstStyle/>
          <a:p>
            <a:r>
              <a:rPr lang="en-US" sz="2400" b="1" dirty="0">
                <a:solidFill>
                  <a:schemeClr val="accent6">
                    <a:lumMod val="60000"/>
                    <a:lumOff val="40000"/>
                  </a:schemeClr>
                </a:solidFill>
              </a:rPr>
              <a:t>For example</a:t>
            </a:r>
            <a:r>
              <a:rPr lang="en-US" sz="2400" dirty="0">
                <a:solidFill>
                  <a:schemeClr val="accent6">
                    <a:lumMod val="60000"/>
                    <a:lumOff val="40000"/>
                  </a:schemeClr>
                </a:solidFill>
              </a:rPr>
              <a:t>, when we are testing if a </a:t>
            </a:r>
            <a:r>
              <a:rPr lang="en-US" sz="2400" b="1" dirty="0">
                <a:solidFill>
                  <a:schemeClr val="accent6">
                    <a:lumMod val="60000"/>
                    <a:lumOff val="40000"/>
                  </a:schemeClr>
                </a:solidFill>
              </a:rPr>
              <a:t>new teaching method </a:t>
            </a:r>
            <a:r>
              <a:rPr lang="en-US" sz="2400" dirty="0">
                <a:solidFill>
                  <a:schemeClr val="accent6">
                    <a:lumMod val="60000"/>
                    <a:lumOff val="40000"/>
                  </a:schemeClr>
                </a:solidFill>
              </a:rPr>
              <a:t>improves test scores.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We start with assumption -&gt; Null hypothesis (H₀) is true </a:t>
            </a:r>
          </a:p>
          <a:p>
            <a:pPr marL="342900" indent="-342900">
              <a:buFont typeface="Wingdings" panose="05000000000000000000" pitchFamily="2" charset="2"/>
              <a:buChar char="è"/>
            </a:pPr>
            <a:r>
              <a:rPr lang="en-US" sz="2400" dirty="0">
                <a:solidFill>
                  <a:schemeClr val="accent6">
                    <a:lumMod val="60000"/>
                    <a:lumOff val="40000"/>
                  </a:schemeClr>
                </a:solidFill>
              </a:rPr>
              <a:t>The new teaching method has </a:t>
            </a:r>
            <a:r>
              <a:rPr lang="en-US" sz="2400" b="1" dirty="0">
                <a:solidFill>
                  <a:schemeClr val="accent6">
                    <a:lumMod val="60000"/>
                    <a:lumOff val="40000"/>
                  </a:schemeClr>
                </a:solidFill>
              </a:rPr>
              <a:t>no effect</a:t>
            </a:r>
            <a:r>
              <a:rPr lang="en-US" sz="2400" dirty="0">
                <a:solidFill>
                  <a:schemeClr val="accent6">
                    <a:lumMod val="60000"/>
                    <a:lumOff val="40000"/>
                  </a:schemeClr>
                </a:solidFill>
              </a:rPr>
              <a:t> on test scores.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We look at the data and then determine if null hypothesis should be rejected or not</a:t>
            </a:r>
          </a:p>
        </p:txBody>
      </p:sp>
    </p:spTree>
    <p:extLst>
      <p:ext uri="{BB962C8B-B14F-4D97-AF65-F5344CB8AC3E}">
        <p14:creationId xmlns:p14="http://schemas.microsoft.com/office/powerpoint/2010/main" val="2498408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44CBE-6C1E-A19B-6465-CDAADDD6E2BB}"/>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B421532-52D2-8F83-2FBA-B0B749917743}"/>
              </a:ext>
            </a:extLst>
          </p:cNvPr>
          <p:cNvSpPr txBox="1"/>
          <p:nvPr/>
        </p:nvSpPr>
        <p:spPr>
          <a:xfrm>
            <a:off x="228600" y="292608"/>
            <a:ext cx="7808976" cy="3416320"/>
          </a:xfrm>
          <a:prstGeom prst="rect">
            <a:avLst/>
          </a:prstGeom>
          <a:noFill/>
        </p:spPr>
        <p:txBody>
          <a:bodyPr wrap="square" rtlCol="0">
            <a:spAutoFit/>
          </a:bodyPr>
          <a:lstStyle/>
          <a:p>
            <a:r>
              <a:rPr lang="en-US" sz="2400" b="1" dirty="0">
                <a:solidFill>
                  <a:schemeClr val="accent6">
                    <a:lumMod val="60000"/>
                    <a:lumOff val="40000"/>
                  </a:schemeClr>
                </a:solidFill>
              </a:rPr>
              <a:t>Decision Concept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We collect sample data → then decide:</a:t>
            </a:r>
          </a:p>
          <a:p>
            <a:pPr marL="342900" indent="-342900">
              <a:buFont typeface="Arial" panose="020B0604020202020204" pitchFamily="34" charset="0"/>
              <a:buChar char="•"/>
            </a:pPr>
            <a:r>
              <a:rPr lang="en-US" sz="2400" dirty="0">
                <a:solidFill>
                  <a:schemeClr val="accent6">
                    <a:lumMod val="60000"/>
                    <a:lumOff val="40000"/>
                  </a:schemeClr>
                </a:solidFill>
              </a:rPr>
              <a:t>Reject H₀ </a:t>
            </a:r>
          </a:p>
          <a:p>
            <a:pPr marL="342900" indent="-342900">
              <a:buFont typeface="Arial" panose="020B0604020202020204" pitchFamily="34" charset="0"/>
              <a:buChar char="•"/>
            </a:pPr>
            <a:r>
              <a:rPr lang="en-US" sz="2400" dirty="0">
                <a:solidFill>
                  <a:schemeClr val="accent6">
                    <a:lumMod val="60000"/>
                    <a:lumOff val="40000"/>
                  </a:schemeClr>
                </a:solidFill>
              </a:rPr>
              <a:t>OR Fail to reject H₀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Important:</a:t>
            </a:r>
          </a:p>
          <a:p>
            <a:r>
              <a:rPr lang="en-US" sz="2400" dirty="0">
                <a:solidFill>
                  <a:schemeClr val="accent6">
                    <a:lumMod val="60000"/>
                    <a:lumOff val="40000"/>
                  </a:schemeClr>
                </a:solidFill>
              </a:rPr>
              <a:t>We </a:t>
            </a:r>
            <a:r>
              <a:rPr lang="en-US" sz="2400" b="1" dirty="0">
                <a:solidFill>
                  <a:schemeClr val="accent6">
                    <a:lumMod val="60000"/>
                    <a:lumOff val="40000"/>
                  </a:schemeClr>
                </a:solidFill>
              </a:rPr>
              <a:t>never say “accept H₀”</a:t>
            </a:r>
            <a:r>
              <a:rPr lang="en-US" sz="2400" dirty="0">
                <a:solidFill>
                  <a:schemeClr val="accent6">
                    <a:lumMod val="60000"/>
                    <a:lumOff val="40000"/>
                  </a:schemeClr>
                </a:solidFill>
              </a:rPr>
              <a:t> </a:t>
            </a:r>
          </a:p>
          <a:p>
            <a:r>
              <a:rPr lang="en-US" sz="2400" dirty="0">
                <a:solidFill>
                  <a:schemeClr val="accent6">
                    <a:lumMod val="60000"/>
                    <a:lumOff val="40000"/>
                  </a:schemeClr>
                </a:solidFill>
              </a:rPr>
              <a:t>Only: “fail to reject”</a:t>
            </a:r>
          </a:p>
        </p:txBody>
      </p:sp>
      <p:pic>
        <p:nvPicPr>
          <p:cNvPr id="3" name="Picture 2">
            <a:extLst>
              <a:ext uri="{FF2B5EF4-FFF2-40B4-BE49-F238E27FC236}">
                <a16:creationId xmlns:a16="http://schemas.microsoft.com/office/drawing/2014/main" id="{C6A00B00-7FFF-39A2-449D-D489C01D5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7648" y="2557908"/>
            <a:ext cx="4054302" cy="1742184"/>
          </a:xfrm>
          <a:prstGeom prst="rect">
            <a:avLst/>
          </a:prstGeom>
        </p:spPr>
      </p:pic>
      <p:pic>
        <p:nvPicPr>
          <p:cNvPr id="4" name="Picture 3">
            <a:extLst>
              <a:ext uri="{FF2B5EF4-FFF2-40B4-BE49-F238E27FC236}">
                <a16:creationId xmlns:a16="http://schemas.microsoft.com/office/drawing/2014/main" id="{D896A4A9-9B5F-FAA5-8023-ABBD64ECF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8691" y="198867"/>
            <a:ext cx="3857034" cy="2097294"/>
          </a:xfrm>
          <a:prstGeom prst="rect">
            <a:avLst/>
          </a:prstGeom>
        </p:spPr>
      </p:pic>
      <p:pic>
        <p:nvPicPr>
          <p:cNvPr id="6" name="Picture 5">
            <a:extLst>
              <a:ext uri="{FF2B5EF4-FFF2-40B4-BE49-F238E27FC236}">
                <a16:creationId xmlns:a16="http://schemas.microsoft.com/office/drawing/2014/main" id="{7865B5FF-2DCF-CE39-74C7-922FFAC156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7648" y="4561839"/>
            <a:ext cx="4152781" cy="2097294"/>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905A919E-ABDE-686B-3318-8B61D729A2A1}"/>
                  </a:ext>
                </a:extLst>
              </p14:cNvPr>
              <p14:cNvContentPartPr/>
              <p14:nvPr/>
            </p14:nvContentPartPr>
            <p14:xfrm>
              <a:off x="1238175" y="2939115"/>
              <a:ext cx="493920" cy="95760"/>
            </p14:xfrm>
          </p:contentPart>
        </mc:Choice>
        <mc:Fallback xmlns="">
          <p:pic>
            <p:nvPicPr>
              <p:cNvPr id="2" name="Ink 1">
                <a:extLst>
                  <a:ext uri="{FF2B5EF4-FFF2-40B4-BE49-F238E27FC236}">
                    <a16:creationId xmlns:a16="http://schemas.microsoft.com/office/drawing/2014/main" id="{905A919E-ABDE-686B-3318-8B61D729A2A1}"/>
                  </a:ext>
                </a:extLst>
              </p:cNvPr>
              <p:cNvPicPr/>
              <p:nvPr/>
            </p:nvPicPr>
            <p:blipFill>
              <a:blip r:embed="rId6"/>
              <a:stretch>
                <a:fillRect/>
              </a:stretch>
            </p:blipFill>
            <p:spPr>
              <a:xfrm>
                <a:off x="1202175" y="2903115"/>
                <a:ext cx="5655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DD5C5F55-BC63-8204-CBFF-1F4E658509C7}"/>
                  </a:ext>
                </a:extLst>
              </p14:cNvPr>
              <p14:cNvContentPartPr/>
              <p14:nvPr/>
            </p14:nvContentPartPr>
            <p14:xfrm>
              <a:off x="1323855" y="2561835"/>
              <a:ext cx="360" cy="360"/>
            </p14:xfrm>
          </p:contentPart>
        </mc:Choice>
        <mc:Fallback xmlns="">
          <p:pic>
            <p:nvPicPr>
              <p:cNvPr id="5" name="Ink 4">
                <a:extLst>
                  <a:ext uri="{FF2B5EF4-FFF2-40B4-BE49-F238E27FC236}">
                    <a16:creationId xmlns:a16="http://schemas.microsoft.com/office/drawing/2014/main" id="{DD5C5F55-BC63-8204-CBFF-1F4E658509C7}"/>
                  </a:ext>
                </a:extLst>
              </p:cNvPr>
              <p:cNvPicPr/>
              <p:nvPr/>
            </p:nvPicPr>
            <p:blipFill>
              <a:blip r:embed="rId8"/>
              <a:stretch>
                <a:fillRect/>
              </a:stretch>
            </p:blipFill>
            <p:spPr>
              <a:xfrm>
                <a:off x="1287855" y="2525835"/>
                <a:ext cx="72000" cy="72000"/>
              </a:xfrm>
              <a:prstGeom prst="rect">
                <a:avLst/>
              </a:prstGeom>
            </p:spPr>
          </p:pic>
        </mc:Fallback>
      </mc:AlternateContent>
    </p:spTree>
    <p:extLst>
      <p:ext uri="{BB962C8B-B14F-4D97-AF65-F5344CB8AC3E}">
        <p14:creationId xmlns:p14="http://schemas.microsoft.com/office/powerpoint/2010/main" val="363335216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E5A10-4F5D-CF67-C125-D68E5B620A9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FF740DA-72ED-34F7-0580-B2560F60C55A}"/>
              </a:ext>
            </a:extLst>
          </p:cNvPr>
          <p:cNvSpPr txBox="1"/>
          <p:nvPr/>
        </p:nvSpPr>
        <p:spPr>
          <a:xfrm>
            <a:off x="301571" y="292608"/>
            <a:ext cx="7736005" cy="6370975"/>
          </a:xfrm>
          <a:prstGeom prst="rect">
            <a:avLst/>
          </a:prstGeom>
          <a:noFill/>
        </p:spPr>
        <p:txBody>
          <a:bodyPr wrap="square" rtlCol="0">
            <a:spAutoFit/>
          </a:bodyPr>
          <a:lstStyle/>
          <a:p>
            <a:r>
              <a:rPr lang="en-US" sz="2400" dirty="0">
                <a:solidFill>
                  <a:schemeClr val="accent6">
                    <a:lumMod val="40000"/>
                    <a:lumOff val="60000"/>
                  </a:schemeClr>
                </a:solidFill>
                <a:latin typeface="+mj-lt"/>
              </a:rPr>
              <a:t>Hypothesis problems fall under following 3 categories:</a:t>
            </a:r>
          </a:p>
          <a:p>
            <a:endParaRPr lang="en-US" sz="2400" dirty="0">
              <a:solidFill>
                <a:schemeClr val="accent6">
                  <a:lumMod val="40000"/>
                  <a:lumOff val="60000"/>
                </a:schemeClr>
              </a:solidFill>
              <a:latin typeface="+mj-lt"/>
            </a:endParaRPr>
          </a:p>
          <a:p>
            <a:r>
              <a:rPr lang="en-US" sz="2400" b="1" dirty="0">
                <a:solidFill>
                  <a:schemeClr val="accent4">
                    <a:lumMod val="40000"/>
                    <a:lumOff val="60000"/>
                  </a:schemeClr>
                </a:solidFill>
                <a:latin typeface="+mj-lt"/>
              </a:rPr>
              <a:t>Left-tailed test:</a:t>
            </a:r>
          </a:p>
          <a:p>
            <a:r>
              <a:rPr lang="en-US" sz="2400" b="1" dirty="0">
                <a:solidFill>
                  <a:schemeClr val="accent6">
                    <a:lumMod val="60000"/>
                    <a:lumOff val="40000"/>
                  </a:schemeClr>
                </a:solidFill>
              </a:rPr>
              <a:t>H₁ : </a:t>
            </a:r>
            <a:r>
              <a:rPr lang="en-US" sz="2400" dirty="0">
                <a:solidFill>
                  <a:schemeClr val="accent6">
                    <a:lumMod val="60000"/>
                    <a:lumOff val="40000"/>
                  </a:schemeClr>
                </a:solidFill>
              </a:rPr>
              <a:t>The new teaching method </a:t>
            </a:r>
            <a:r>
              <a:rPr lang="en-US" sz="2400" b="1" dirty="0">
                <a:solidFill>
                  <a:schemeClr val="accent6">
                    <a:lumMod val="60000"/>
                    <a:lumOff val="40000"/>
                  </a:schemeClr>
                </a:solidFill>
              </a:rPr>
              <a:t>decreased</a:t>
            </a:r>
            <a:r>
              <a:rPr lang="en-US" sz="2400" dirty="0">
                <a:solidFill>
                  <a:schemeClr val="accent6">
                    <a:lumMod val="60000"/>
                    <a:lumOff val="40000"/>
                  </a:schemeClr>
                </a:solidFill>
              </a:rPr>
              <a:t> the test scores.</a:t>
            </a: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r>
              <a:rPr lang="en-US" sz="2400" b="1" dirty="0">
                <a:solidFill>
                  <a:schemeClr val="accent4">
                    <a:lumMod val="40000"/>
                    <a:lumOff val="60000"/>
                  </a:schemeClr>
                </a:solidFill>
                <a:latin typeface="+mj-lt"/>
              </a:rPr>
              <a:t>Right-tailed test</a:t>
            </a:r>
          </a:p>
          <a:p>
            <a:r>
              <a:rPr lang="en-US" sz="2400" b="1" dirty="0">
                <a:solidFill>
                  <a:schemeClr val="accent6">
                    <a:lumMod val="60000"/>
                    <a:lumOff val="40000"/>
                  </a:schemeClr>
                </a:solidFill>
              </a:rPr>
              <a:t>H₁:</a:t>
            </a:r>
            <a:r>
              <a:rPr lang="en-US" sz="2400" dirty="0">
                <a:solidFill>
                  <a:schemeClr val="accent6">
                    <a:lumMod val="60000"/>
                    <a:lumOff val="40000"/>
                  </a:schemeClr>
                </a:solidFill>
              </a:rPr>
              <a:t> The new teaching method </a:t>
            </a:r>
            <a:r>
              <a:rPr lang="en-US" sz="2400" b="1" dirty="0">
                <a:solidFill>
                  <a:schemeClr val="accent6">
                    <a:lumMod val="60000"/>
                    <a:lumOff val="40000"/>
                  </a:schemeClr>
                </a:solidFill>
              </a:rPr>
              <a:t>increased</a:t>
            </a:r>
            <a:r>
              <a:rPr lang="en-US" sz="2400" dirty="0">
                <a:solidFill>
                  <a:schemeClr val="accent6">
                    <a:lumMod val="60000"/>
                    <a:lumOff val="40000"/>
                  </a:schemeClr>
                </a:solidFill>
              </a:rPr>
              <a:t> the test scores.</a:t>
            </a: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r>
              <a:rPr lang="en-US" sz="2400" b="1" dirty="0">
                <a:solidFill>
                  <a:schemeClr val="accent4">
                    <a:lumMod val="40000"/>
                    <a:lumOff val="60000"/>
                  </a:schemeClr>
                </a:solidFill>
                <a:latin typeface="+mj-lt"/>
              </a:rPr>
              <a:t>2-tailed test</a:t>
            </a:r>
          </a:p>
          <a:p>
            <a:r>
              <a:rPr lang="en-US" sz="2400" b="1" dirty="0">
                <a:solidFill>
                  <a:schemeClr val="accent6">
                    <a:lumMod val="60000"/>
                    <a:lumOff val="40000"/>
                  </a:schemeClr>
                </a:solidFill>
              </a:rPr>
              <a:t>H₁:</a:t>
            </a:r>
            <a:r>
              <a:rPr lang="en-US" sz="2400" dirty="0">
                <a:solidFill>
                  <a:schemeClr val="accent6">
                    <a:lumMod val="60000"/>
                    <a:lumOff val="40000"/>
                  </a:schemeClr>
                </a:solidFill>
              </a:rPr>
              <a:t> The new teaching method had </a:t>
            </a:r>
            <a:r>
              <a:rPr lang="en-US" sz="2400" b="1" dirty="0">
                <a:solidFill>
                  <a:schemeClr val="accent6">
                    <a:lumMod val="60000"/>
                    <a:lumOff val="40000"/>
                  </a:schemeClr>
                </a:solidFill>
              </a:rPr>
              <a:t>no effect </a:t>
            </a:r>
            <a:r>
              <a:rPr lang="en-US" sz="2400" dirty="0">
                <a:solidFill>
                  <a:schemeClr val="accent6">
                    <a:lumMod val="60000"/>
                    <a:lumOff val="40000"/>
                  </a:schemeClr>
                </a:solidFill>
              </a:rPr>
              <a:t>on the test scores.</a:t>
            </a:r>
          </a:p>
          <a:p>
            <a:endParaRPr lang="en-US" sz="2400" b="1" dirty="0">
              <a:solidFill>
                <a:schemeClr val="accent4">
                  <a:lumMod val="40000"/>
                  <a:lumOff val="60000"/>
                </a:schemeClr>
              </a:solidFill>
              <a:latin typeface="+mj-lt"/>
            </a:endParaRPr>
          </a:p>
        </p:txBody>
      </p:sp>
      <p:pic>
        <p:nvPicPr>
          <p:cNvPr id="3" name="Picture 2">
            <a:extLst>
              <a:ext uri="{FF2B5EF4-FFF2-40B4-BE49-F238E27FC236}">
                <a16:creationId xmlns:a16="http://schemas.microsoft.com/office/drawing/2014/main" id="{1707B05C-FEA2-B266-7C8E-F4E9F0DCD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7648" y="2557908"/>
            <a:ext cx="4054302" cy="1742184"/>
          </a:xfrm>
          <a:prstGeom prst="rect">
            <a:avLst/>
          </a:prstGeom>
        </p:spPr>
      </p:pic>
      <p:pic>
        <p:nvPicPr>
          <p:cNvPr id="4" name="Picture 3">
            <a:extLst>
              <a:ext uri="{FF2B5EF4-FFF2-40B4-BE49-F238E27FC236}">
                <a16:creationId xmlns:a16="http://schemas.microsoft.com/office/drawing/2014/main" id="{972C0A71-64CA-A531-C4C2-FCD37F870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8691" y="198867"/>
            <a:ext cx="3857034" cy="2097294"/>
          </a:xfrm>
          <a:prstGeom prst="rect">
            <a:avLst/>
          </a:prstGeom>
        </p:spPr>
      </p:pic>
      <p:pic>
        <p:nvPicPr>
          <p:cNvPr id="6" name="Picture 5">
            <a:extLst>
              <a:ext uri="{FF2B5EF4-FFF2-40B4-BE49-F238E27FC236}">
                <a16:creationId xmlns:a16="http://schemas.microsoft.com/office/drawing/2014/main" id="{C5EA4751-461F-421A-9FFE-B1F7FA7C07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7648" y="4561839"/>
            <a:ext cx="4152781" cy="2097294"/>
          </a:xfrm>
          <a:prstGeom prst="rect">
            <a:avLst/>
          </a:prstGeom>
        </p:spPr>
      </p:pic>
      <p:grpSp>
        <p:nvGrpSpPr>
          <p:cNvPr id="18" name="Group 17">
            <a:extLst>
              <a:ext uri="{FF2B5EF4-FFF2-40B4-BE49-F238E27FC236}">
                <a16:creationId xmlns:a16="http://schemas.microsoft.com/office/drawing/2014/main" id="{77BDF571-4C75-17FF-753B-974D9FA308C9}"/>
              </a:ext>
            </a:extLst>
          </p:cNvPr>
          <p:cNvGrpSpPr/>
          <p:nvPr/>
        </p:nvGrpSpPr>
        <p:grpSpPr>
          <a:xfrm>
            <a:off x="8474904" y="1298736"/>
            <a:ext cx="291960" cy="209520"/>
            <a:chOff x="8474904" y="1298736"/>
            <a:chExt cx="291960" cy="209520"/>
          </a:xfrm>
        </p:grpSpPr>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8CD3C0F7-73AE-56A7-8801-AE457FDA7336}"/>
                    </a:ext>
                  </a:extLst>
                </p14:cNvPr>
                <p14:cNvContentPartPr/>
                <p14:nvPr/>
              </p14:nvContentPartPr>
              <p14:xfrm>
                <a:off x="8474904" y="1316376"/>
                <a:ext cx="35640" cy="191880"/>
              </p14:xfrm>
            </p:contentPart>
          </mc:Choice>
          <mc:Fallback xmlns="">
            <p:pic>
              <p:nvPicPr>
                <p:cNvPr id="15" name="Ink 14">
                  <a:extLst>
                    <a:ext uri="{FF2B5EF4-FFF2-40B4-BE49-F238E27FC236}">
                      <a16:creationId xmlns:a16="http://schemas.microsoft.com/office/drawing/2014/main" id="{8CD3C0F7-73AE-56A7-8801-AE457FDA7336}"/>
                    </a:ext>
                  </a:extLst>
                </p:cNvPr>
                <p:cNvPicPr/>
                <p:nvPr/>
              </p:nvPicPr>
              <p:blipFill>
                <a:blip r:embed="rId6"/>
                <a:stretch>
                  <a:fillRect/>
                </a:stretch>
              </p:blipFill>
              <p:spPr>
                <a:xfrm>
                  <a:off x="8438904" y="1280736"/>
                  <a:ext cx="1072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95296DA9-83DB-9E28-4573-158850319F1B}"/>
                    </a:ext>
                  </a:extLst>
                </p14:cNvPr>
                <p14:cNvContentPartPr/>
                <p14:nvPr/>
              </p14:nvContentPartPr>
              <p14:xfrm>
                <a:off x="8511264" y="1298736"/>
                <a:ext cx="138600" cy="172440"/>
              </p14:xfrm>
            </p:contentPart>
          </mc:Choice>
          <mc:Fallback xmlns="">
            <p:pic>
              <p:nvPicPr>
                <p:cNvPr id="16" name="Ink 15">
                  <a:extLst>
                    <a:ext uri="{FF2B5EF4-FFF2-40B4-BE49-F238E27FC236}">
                      <a16:creationId xmlns:a16="http://schemas.microsoft.com/office/drawing/2014/main" id="{95296DA9-83DB-9E28-4573-158850319F1B}"/>
                    </a:ext>
                  </a:extLst>
                </p:cNvPr>
                <p:cNvPicPr/>
                <p:nvPr/>
              </p:nvPicPr>
              <p:blipFill>
                <a:blip r:embed="rId8"/>
                <a:stretch>
                  <a:fillRect/>
                </a:stretch>
              </p:blipFill>
              <p:spPr>
                <a:xfrm>
                  <a:off x="8475264" y="1262736"/>
                  <a:ext cx="21024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D16547BA-96C9-7332-8109-82C2074A8358}"/>
                    </a:ext>
                  </a:extLst>
                </p14:cNvPr>
                <p14:cNvContentPartPr/>
                <p14:nvPr/>
              </p14:nvContentPartPr>
              <p14:xfrm>
                <a:off x="8689824" y="1380096"/>
                <a:ext cx="77040" cy="69480"/>
              </p14:xfrm>
            </p:contentPart>
          </mc:Choice>
          <mc:Fallback xmlns="">
            <p:pic>
              <p:nvPicPr>
                <p:cNvPr id="17" name="Ink 16">
                  <a:extLst>
                    <a:ext uri="{FF2B5EF4-FFF2-40B4-BE49-F238E27FC236}">
                      <a16:creationId xmlns:a16="http://schemas.microsoft.com/office/drawing/2014/main" id="{D16547BA-96C9-7332-8109-82C2074A8358}"/>
                    </a:ext>
                  </a:extLst>
                </p:cNvPr>
                <p:cNvPicPr/>
                <p:nvPr/>
              </p:nvPicPr>
              <p:blipFill>
                <a:blip r:embed="rId10"/>
                <a:stretch>
                  <a:fillRect/>
                </a:stretch>
              </p:blipFill>
              <p:spPr>
                <a:xfrm>
                  <a:off x="8654184" y="1344456"/>
                  <a:ext cx="148680" cy="141120"/>
                </a:xfrm>
                <a:prstGeom prst="rect">
                  <a:avLst/>
                </a:prstGeom>
              </p:spPr>
            </p:pic>
          </mc:Fallback>
        </mc:AlternateContent>
      </p:grpSp>
      <p:grpSp>
        <p:nvGrpSpPr>
          <p:cNvPr id="22" name="Group 21">
            <a:extLst>
              <a:ext uri="{FF2B5EF4-FFF2-40B4-BE49-F238E27FC236}">
                <a16:creationId xmlns:a16="http://schemas.microsoft.com/office/drawing/2014/main" id="{906609EF-D8A0-48C2-244D-BAF7497554E3}"/>
              </a:ext>
            </a:extLst>
          </p:cNvPr>
          <p:cNvGrpSpPr/>
          <p:nvPr/>
        </p:nvGrpSpPr>
        <p:grpSpPr>
          <a:xfrm>
            <a:off x="11305224" y="3492216"/>
            <a:ext cx="442800" cy="189720"/>
            <a:chOff x="11305224" y="3492216"/>
            <a:chExt cx="442800" cy="189720"/>
          </a:xfrm>
        </p:grpSpPr>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4BCE60B3-1F6C-39CE-57AE-FB9D6B0C9178}"/>
                    </a:ext>
                  </a:extLst>
                </p14:cNvPr>
                <p14:cNvContentPartPr/>
                <p14:nvPr/>
              </p14:nvContentPartPr>
              <p14:xfrm>
                <a:off x="11305224" y="3508056"/>
                <a:ext cx="18720" cy="165240"/>
              </p14:xfrm>
            </p:contentPart>
          </mc:Choice>
          <mc:Fallback xmlns="">
            <p:pic>
              <p:nvPicPr>
                <p:cNvPr id="19" name="Ink 18">
                  <a:extLst>
                    <a:ext uri="{FF2B5EF4-FFF2-40B4-BE49-F238E27FC236}">
                      <a16:creationId xmlns:a16="http://schemas.microsoft.com/office/drawing/2014/main" id="{4BCE60B3-1F6C-39CE-57AE-FB9D6B0C9178}"/>
                    </a:ext>
                  </a:extLst>
                </p:cNvPr>
                <p:cNvPicPr/>
                <p:nvPr/>
              </p:nvPicPr>
              <p:blipFill>
                <a:blip r:embed="rId12"/>
                <a:stretch>
                  <a:fillRect/>
                </a:stretch>
              </p:blipFill>
              <p:spPr>
                <a:xfrm>
                  <a:off x="11269224" y="3472416"/>
                  <a:ext cx="903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F030BF3D-7AD2-3255-0FBD-C6CD6BF2FF00}"/>
                    </a:ext>
                  </a:extLst>
                </p14:cNvPr>
                <p14:cNvContentPartPr/>
                <p14:nvPr/>
              </p14:nvContentPartPr>
              <p14:xfrm>
                <a:off x="11355984" y="3492216"/>
                <a:ext cx="170280" cy="189720"/>
              </p14:xfrm>
            </p:contentPart>
          </mc:Choice>
          <mc:Fallback xmlns="">
            <p:pic>
              <p:nvPicPr>
                <p:cNvPr id="20" name="Ink 19">
                  <a:extLst>
                    <a:ext uri="{FF2B5EF4-FFF2-40B4-BE49-F238E27FC236}">
                      <a16:creationId xmlns:a16="http://schemas.microsoft.com/office/drawing/2014/main" id="{F030BF3D-7AD2-3255-0FBD-C6CD6BF2FF00}"/>
                    </a:ext>
                  </a:extLst>
                </p:cNvPr>
                <p:cNvPicPr/>
                <p:nvPr/>
              </p:nvPicPr>
              <p:blipFill>
                <a:blip r:embed="rId14"/>
                <a:stretch>
                  <a:fillRect/>
                </a:stretch>
              </p:blipFill>
              <p:spPr>
                <a:xfrm>
                  <a:off x="11319984" y="3456576"/>
                  <a:ext cx="24192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11E6C19B-0743-9B41-B0D1-1492DF4FC1DD}"/>
                    </a:ext>
                  </a:extLst>
                </p14:cNvPr>
                <p14:cNvContentPartPr/>
                <p14:nvPr/>
              </p14:nvContentPartPr>
              <p14:xfrm>
                <a:off x="11655144" y="3625776"/>
                <a:ext cx="92880" cy="45360"/>
              </p14:xfrm>
            </p:contentPart>
          </mc:Choice>
          <mc:Fallback xmlns="">
            <p:pic>
              <p:nvPicPr>
                <p:cNvPr id="21" name="Ink 20">
                  <a:extLst>
                    <a:ext uri="{FF2B5EF4-FFF2-40B4-BE49-F238E27FC236}">
                      <a16:creationId xmlns:a16="http://schemas.microsoft.com/office/drawing/2014/main" id="{11E6C19B-0743-9B41-B0D1-1492DF4FC1DD}"/>
                    </a:ext>
                  </a:extLst>
                </p:cNvPr>
                <p:cNvPicPr/>
                <p:nvPr/>
              </p:nvPicPr>
              <p:blipFill>
                <a:blip r:embed="rId16"/>
                <a:stretch>
                  <a:fillRect/>
                </a:stretch>
              </p:blipFill>
              <p:spPr>
                <a:xfrm>
                  <a:off x="11619504" y="3590136"/>
                  <a:ext cx="164520" cy="117000"/>
                </a:xfrm>
                <a:prstGeom prst="rect">
                  <a:avLst/>
                </a:prstGeom>
              </p:spPr>
            </p:pic>
          </mc:Fallback>
        </mc:AlternateContent>
      </p:grpSp>
      <p:grpSp>
        <p:nvGrpSpPr>
          <p:cNvPr id="26" name="Group 25">
            <a:extLst>
              <a:ext uri="{FF2B5EF4-FFF2-40B4-BE49-F238E27FC236}">
                <a16:creationId xmlns:a16="http://schemas.microsoft.com/office/drawing/2014/main" id="{0E62B0EA-1BB7-A26F-15D2-3A4B8F1BF51D}"/>
              </a:ext>
            </a:extLst>
          </p:cNvPr>
          <p:cNvGrpSpPr/>
          <p:nvPr/>
        </p:nvGrpSpPr>
        <p:grpSpPr>
          <a:xfrm>
            <a:off x="11172024" y="5720256"/>
            <a:ext cx="329760" cy="182160"/>
            <a:chOff x="11172024" y="5720256"/>
            <a:chExt cx="329760" cy="182160"/>
          </a:xfrm>
        </p:grpSpPr>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D5C02F22-8CB2-6834-16A2-40A416F0605E}"/>
                    </a:ext>
                  </a:extLst>
                </p14:cNvPr>
                <p14:cNvContentPartPr/>
                <p14:nvPr/>
              </p14:nvContentPartPr>
              <p14:xfrm>
                <a:off x="11172024" y="5720256"/>
                <a:ext cx="42120" cy="165240"/>
              </p14:xfrm>
            </p:contentPart>
          </mc:Choice>
          <mc:Fallback xmlns="">
            <p:pic>
              <p:nvPicPr>
                <p:cNvPr id="23" name="Ink 22">
                  <a:extLst>
                    <a:ext uri="{FF2B5EF4-FFF2-40B4-BE49-F238E27FC236}">
                      <a16:creationId xmlns:a16="http://schemas.microsoft.com/office/drawing/2014/main" id="{D5C02F22-8CB2-6834-16A2-40A416F0605E}"/>
                    </a:ext>
                  </a:extLst>
                </p:cNvPr>
                <p:cNvPicPr/>
                <p:nvPr/>
              </p:nvPicPr>
              <p:blipFill>
                <a:blip r:embed="rId18"/>
                <a:stretch>
                  <a:fillRect/>
                </a:stretch>
              </p:blipFill>
              <p:spPr>
                <a:xfrm>
                  <a:off x="11136384" y="5684616"/>
                  <a:ext cx="1137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4" name="Ink 23">
                  <a:extLst>
                    <a:ext uri="{FF2B5EF4-FFF2-40B4-BE49-F238E27FC236}">
                      <a16:creationId xmlns:a16="http://schemas.microsoft.com/office/drawing/2014/main" id="{ED825A22-A108-5B26-7134-058C526DE2DF}"/>
                    </a:ext>
                  </a:extLst>
                </p14:cNvPr>
                <p14:cNvContentPartPr/>
                <p14:nvPr/>
              </p14:nvContentPartPr>
              <p14:xfrm>
                <a:off x="11228544" y="5736816"/>
                <a:ext cx="129600" cy="165600"/>
              </p14:xfrm>
            </p:contentPart>
          </mc:Choice>
          <mc:Fallback xmlns="">
            <p:pic>
              <p:nvPicPr>
                <p:cNvPr id="24" name="Ink 23">
                  <a:extLst>
                    <a:ext uri="{FF2B5EF4-FFF2-40B4-BE49-F238E27FC236}">
                      <a16:creationId xmlns:a16="http://schemas.microsoft.com/office/drawing/2014/main" id="{ED825A22-A108-5B26-7134-058C526DE2DF}"/>
                    </a:ext>
                  </a:extLst>
                </p:cNvPr>
                <p:cNvPicPr/>
                <p:nvPr/>
              </p:nvPicPr>
              <p:blipFill>
                <a:blip r:embed="rId20"/>
                <a:stretch>
                  <a:fillRect/>
                </a:stretch>
              </p:blipFill>
              <p:spPr>
                <a:xfrm>
                  <a:off x="11192544" y="5700816"/>
                  <a:ext cx="20124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645E9248-1550-94F0-3ECD-F72CA753E7F3}"/>
                    </a:ext>
                  </a:extLst>
                </p14:cNvPr>
                <p14:cNvContentPartPr/>
                <p14:nvPr/>
              </p14:nvContentPartPr>
              <p14:xfrm>
                <a:off x="11423664" y="5845536"/>
                <a:ext cx="78120" cy="55080"/>
              </p14:xfrm>
            </p:contentPart>
          </mc:Choice>
          <mc:Fallback xmlns="">
            <p:pic>
              <p:nvPicPr>
                <p:cNvPr id="25" name="Ink 24">
                  <a:extLst>
                    <a:ext uri="{FF2B5EF4-FFF2-40B4-BE49-F238E27FC236}">
                      <a16:creationId xmlns:a16="http://schemas.microsoft.com/office/drawing/2014/main" id="{645E9248-1550-94F0-3ECD-F72CA753E7F3}"/>
                    </a:ext>
                  </a:extLst>
                </p:cNvPr>
                <p:cNvPicPr/>
                <p:nvPr/>
              </p:nvPicPr>
              <p:blipFill>
                <a:blip r:embed="rId22"/>
                <a:stretch>
                  <a:fillRect/>
                </a:stretch>
              </p:blipFill>
              <p:spPr>
                <a:xfrm>
                  <a:off x="11387664" y="5809536"/>
                  <a:ext cx="149760" cy="126720"/>
                </a:xfrm>
                <a:prstGeom prst="rect">
                  <a:avLst/>
                </a:prstGeom>
              </p:spPr>
            </p:pic>
          </mc:Fallback>
        </mc:AlternateContent>
      </p:grpSp>
      <p:grpSp>
        <p:nvGrpSpPr>
          <p:cNvPr id="30" name="Group 29">
            <a:extLst>
              <a:ext uri="{FF2B5EF4-FFF2-40B4-BE49-F238E27FC236}">
                <a16:creationId xmlns:a16="http://schemas.microsoft.com/office/drawing/2014/main" id="{950B0E99-1485-88BA-B516-D0FBE7D4A5D2}"/>
              </a:ext>
            </a:extLst>
          </p:cNvPr>
          <p:cNvGrpSpPr/>
          <p:nvPr/>
        </p:nvGrpSpPr>
        <p:grpSpPr>
          <a:xfrm>
            <a:off x="8611704" y="5334696"/>
            <a:ext cx="346320" cy="185040"/>
            <a:chOff x="8611704" y="5334696"/>
            <a:chExt cx="346320" cy="185040"/>
          </a:xfrm>
        </p:grpSpPr>
        <mc:AlternateContent xmlns:mc="http://schemas.openxmlformats.org/markup-compatibility/2006" xmlns:p14="http://schemas.microsoft.com/office/powerpoint/2010/main">
          <mc:Choice Requires="p14">
            <p:contentPart p14:bwMode="auto" r:id="rId23">
              <p14:nvContentPartPr>
                <p14:cNvPr id="27" name="Ink 26">
                  <a:extLst>
                    <a:ext uri="{FF2B5EF4-FFF2-40B4-BE49-F238E27FC236}">
                      <a16:creationId xmlns:a16="http://schemas.microsoft.com/office/drawing/2014/main" id="{8BC9DECF-9DE0-E41D-2095-5C8E4365C1F7}"/>
                    </a:ext>
                  </a:extLst>
                </p14:cNvPr>
                <p14:cNvContentPartPr/>
                <p14:nvPr/>
              </p14:nvContentPartPr>
              <p14:xfrm>
                <a:off x="8611704" y="5348376"/>
                <a:ext cx="48960" cy="171360"/>
              </p14:xfrm>
            </p:contentPart>
          </mc:Choice>
          <mc:Fallback xmlns="">
            <p:pic>
              <p:nvPicPr>
                <p:cNvPr id="27" name="Ink 26">
                  <a:extLst>
                    <a:ext uri="{FF2B5EF4-FFF2-40B4-BE49-F238E27FC236}">
                      <a16:creationId xmlns:a16="http://schemas.microsoft.com/office/drawing/2014/main" id="{8BC9DECF-9DE0-E41D-2095-5C8E4365C1F7}"/>
                    </a:ext>
                  </a:extLst>
                </p:cNvPr>
                <p:cNvPicPr/>
                <p:nvPr/>
              </p:nvPicPr>
              <p:blipFill>
                <a:blip r:embed="rId24"/>
                <a:stretch>
                  <a:fillRect/>
                </a:stretch>
              </p:blipFill>
              <p:spPr>
                <a:xfrm>
                  <a:off x="8575704" y="5312736"/>
                  <a:ext cx="12060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8" name="Ink 27">
                  <a:extLst>
                    <a:ext uri="{FF2B5EF4-FFF2-40B4-BE49-F238E27FC236}">
                      <a16:creationId xmlns:a16="http://schemas.microsoft.com/office/drawing/2014/main" id="{A99B954C-89F0-D4E5-B101-794DB8844B7A}"/>
                    </a:ext>
                  </a:extLst>
                </p14:cNvPr>
                <p14:cNvContentPartPr/>
                <p14:nvPr/>
              </p14:nvContentPartPr>
              <p14:xfrm>
                <a:off x="8635824" y="5334696"/>
                <a:ext cx="165240" cy="152640"/>
              </p14:xfrm>
            </p:contentPart>
          </mc:Choice>
          <mc:Fallback xmlns="">
            <p:pic>
              <p:nvPicPr>
                <p:cNvPr id="28" name="Ink 27">
                  <a:extLst>
                    <a:ext uri="{FF2B5EF4-FFF2-40B4-BE49-F238E27FC236}">
                      <a16:creationId xmlns:a16="http://schemas.microsoft.com/office/drawing/2014/main" id="{A99B954C-89F0-D4E5-B101-794DB8844B7A}"/>
                    </a:ext>
                  </a:extLst>
                </p:cNvPr>
                <p:cNvPicPr/>
                <p:nvPr/>
              </p:nvPicPr>
              <p:blipFill>
                <a:blip r:embed="rId26"/>
                <a:stretch>
                  <a:fillRect/>
                </a:stretch>
              </p:blipFill>
              <p:spPr>
                <a:xfrm>
                  <a:off x="8599824" y="5299056"/>
                  <a:ext cx="23688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9" name="Ink 28">
                  <a:extLst>
                    <a:ext uri="{FF2B5EF4-FFF2-40B4-BE49-F238E27FC236}">
                      <a16:creationId xmlns:a16="http://schemas.microsoft.com/office/drawing/2014/main" id="{173BFEE3-BBC8-7812-2CF2-BEA8CE3598D2}"/>
                    </a:ext>
                  </a:extLst>
                </p14:cNvPr>
                <p14:cNvContentPartPr/>
                <p14:nvPr/>
              </p14:nvContentPartPr>
              <p14:xfrm>
                <a:off x="8871264" y="5430456"/>
                <a:ext cx="86760" cy="81360"/>
              </p14:xfrm>
            </p:contentPart>
          </mc:Choice>
          <mc:Fallback xmlns="">
            <p:pic>
              <p:nvPicPr>
                <p:cNvPr id="29" name="Ink 28">
                  <a:extLst>
                    <a:ext uri="{FF2B5EF4-FFF2-40B4-BE49-F238E27FC236}">
                      <a16:creationId xmlns:a16="http://schemas.microsoft.com/office/drawing/2014/main" id="{173BFEE3-BBC8-7812-2CF2-BEA8CE3598D2}"/>
                    </a:ext>
                  </a:extLst>
                </p:cNvPr>
                <p:cNvPicPr/>
                <p:nvPr/>
              </p:nvPicPr>
              <p:blipFill>
                <a:blip r:embed="rId28"/>
                <a:stretch>
                  <a:fillRect/>
                </a:stretch>
              </p:blipFill>
              <p:spPr>
                <a:xfrm>
                  <a:off x="8835624" y="5394456"/>
                  <a:ext cx="158400" cy="153000"/>
                </a:xfrm>
                <a:prstGeom prst="rect">
                  <a:avLst/>
                </a:prstGeom>
              </p:spPr>
            </p:pic>
          </mc:Fallback>
        </mc:AlternateContent>
      </p:grpSp>
    </p:spTree>
    <p:extLst>
      <p:ext uri="{BB962C8B-B14F-4D97-AF65-F5344CB8AC3E}">
        <p14:creationId xmlns:p14="http://schemas.microsoft.com/office/powerpoint/2010/main" val="178945378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8A0A1-ABD8-48EF-C536-C75DFAFCFC9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D7675C0-3693-C09B-EC62-E2B4B9D95D73}"/>
                  </a:ext>
                </a:extLst>
              </p:cNvPr>
              <p:cNvSpPr txBox="1"/>
              <p:nvPr/>
            </p:nvSpPr>
            <p:spPr>
              <a:xfrm>
                <a:off x="91059" y="0"/>
                <a:ext cx="11487912" cy="4154984"/>
              </a:xfrm>
              <a:prstGeom prst="rect">
                <a:avLst/>
              </a:prstGeom>
              <a:noFill/>
            </p:spPr>
            <p:txBody>
              <a:bodyPr wrap="square">
                <a:spAutoFit/>
              </a:bodyPr>
              <a:lstStyle/>
              <a:p>
                <a:r>
                  <a:rPr lang="en-US" sz="2400" b="1" dirty="0">
                    <a:solidFill>
                      <a:schemeClr val="accent6">
                        <a:lumMod val="60000"/>
                        <a:lumOff val="40000"/>
                      </a:schemeClr>
                    </a:solidFill>
                    <a:latin typeface="Inter"/>
                  </a:rPr>
                  <a:t>Left-tailed test</a:t>
                </a:r>
                <a:endParaRPr lang="en-US" sz="2400" b="1" dirty="0">
                  <a:solidFill>
                    <a:schemeClr val="accent6">
                      <a:lumMod val="60000"/>
                      <a:lumOff val="40000"/>
                    </a:schemeClr>
                  </a:solidFill>
                </a:endParaRPr>
              </a:p>
              <a:p>
                <a:r>
                  <a:rPr lang="en-US" sz="2400" b="1" dirty="0">
                    <a:solidFill>
                      <a:schemeClr val="accent6">
                        <a:lumMod val="60000"/>
                        <a:lumOff val="40000"/>
                      </a:schemeClr>
                    </a:solidFill>
                  </a:rPr>
                  <a:t>Example </a:t>
                </a:r>
                <a:r>
                  <a:rPr lang="en-US" sz="2400" dirty="0">
                    <a:solidFill>
                      <a:schemeClr val="accent6">
                        <a:lumMod val="60000"/>
                        <a:lumOff val="40000"/>
                      </a:schemeClr>
                    </a:solidFill>
                  </a:rPr>
                  <a:t>: A school district claims that under its new curriculum, students score 85 or higher on average in the final exam. However, some parents believe that this new curriculum has caused scores to decrease.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hypothesis are</a:t>
                </a:r>
              </a:p>
              <a:p>
                <a:r>
                  <a:rPr lang="en-US" sz="2400" b="1" dirty="0">
                    <a:solidFill>
                      <a:schemeClr val="accent6">
                        <a:lumMod val="60000"/>
                        <a:lumOff val="40000"/>
                      </a:schemeClr>
                    </a:solidFill>
                  </a:rPr>
                  <a:t>Null Hypothesis (H₀):</a:t>
                </a:r>
                <a:r>
                  <a:rPr lang="en-US" sz="2400" dirty="0">
                    <a:solidFill>
                      <a:schemeClr val="accent6">
                        <a:lumMod val="60000"/>
                        <a:lumOff val="40000"/>
                      </a:schemeClr>
                    </a:solidFill>
                  </a:rPr>
                  <a:t>             μ </a:t>
                </a:r>
                <a14:m>
                  <m:oMath xmlns:m="http://schemas.openxmlformats.org/officeDocument/2006/math">
                    <m:r>
                      <a:rPr lang="en-US" sz="2400" i="1" smtClean="0">
                        <a:solidFill>
                          <a:schemeClr val="accent6">
                            <a:lumMod val="60000"/>
                            <a:lumOff val="40000"/>
                          </a:schemeClr>
                        </a:solidFill>
                        <a:latin typeface="Cambria Math" panose="02040503050406030204" pitchFamily="18" charset="0"/>
                        <a:ea typeface="Cambria Math" panose="02040503050406030204" pitchFamily="18" charset="0"/>
                      </a:rPr>
                      <m:t>≥</m:t>
                    </m:r>
                  </m:oMath>
                </a14:m>
                <a:r>
                  <a:rPr lang="en-US" sz="2400" dirty="0">
                    <a:solidFill>
                      <a:schemeClr val="accent6">
                        <a:lumMod val="60000"/>
                        <a:lumOff val="40000"/>
                      </a:schemeClr>
                    </a:solidFill>
                  </a:rPr>
                  <a:t> 85 (new curriculum did not change the scores)</a:t>
                </a:r>
              </a:p>
              <a:p>
                <a:r>
                  <a:rPr lang="en-US" sz="2400" b="1" dirty="0">
                    <a:solidFill>
                      <a:schemeClr val="accent6">
                        <a:lumMod val="60000"/>
                        <a:lumOff val="40000"/>
                      </a:schemeClr>
                    </a:solidFill>
                  </a:rPr>
                  <a:t>Alternative Hypothesis (H₁):</a:t>
                </a:r>
                <a:r>
                  <a:rPr lang="en-US" sz="2400" dirty="0">
                    <a:solidFill>
                      <a:schemeClr val="accent6">
                        <a:lumMod val="60000"/>
                        <a:lumOff val="40000"/>
                      </a:schemeClr>
                    </a:solidFill>
                  </a:rPr>
                  <a:t> μ &lt; 85 hours (new curriculum made score </a:t>
                </a:r>
                <a:r>
                  <a:rPr lang="en-US" sz="2400" b="1" dirty="0">
                    <a:solidFill>
                      <a:schemeClr val="accent6">
                        <a:lumMod val="60000"/>
                        <a:lumOff val="40000"/>
                      </a:schemeClr>
                    </a:solidFill>
                  </a:rPr>
                  <a:t>drop</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r>
                  <a:rPr lang="en-US" sz="2400" i="1" dirty="0">
                    <a:solidFill>
                      <a:schemeClr val="accent6">
                        <a:lumMod val="60000"/>
                        <a:lumOff val="40000"/>
                      </a:schemeClr>
                    </a:solidFill>
                  </a:rPr>
                  <a:t>This is a </a:t>
                </a:r>
                <a:r>
                  <a:rPr lang="en-US" sz="2400" b="1" i="1" dirty="0">
                    <a:solidFill>
                      <a:schemeClr val="accent6">
                        <a:lumMod val="60000"/>
                        <a:lumOff val="40000"/>
                      </a:schemeClr>
                    </a:solidFill>
                  </a:rPr>
                  <a:t>left-tailed test</a:t>
                </a:r>
                <a:r>
                  <a:rPr lang="en-US" sz="2400" i="1" dirty="0">
                    <a:solidFill>
                      <a:schemeClr val="accent6">
                        <a:lumMod val="60000"/>
                        <a:lumOff val="40000"/>
                      </a:schemeClr>
                    </a:solidFill>
                  </a:rPr>
                  <a:t> because we are testing if the </a:t>
                </a:r>
                <a:r>
                  <a:rPr lang="en-US" sz="2400" b="1" i="1" dirty="0">
                    <a:solidFill>
                      <a:schemeClr val="accent6">
                        <a:lumMod val="60000"/>
                        <a:lumOff val="40000"/>
                      </a:schemeClr>
                    </a:solidFill>
                  </a:rPr>
                  <a:t>average test score</a:t>
                </a:r>
                <a:r>
                  <a:rPr lang="en-US" sz="2400" i="1" dirty="0">
                    <a:solidFill>
                      <a:schemeClr val="accent6">
                        <a:lumMod val="60000"/>
                        <a:lumOff val="40000"/>
                      </a:schemeClr>
                    </a:solidFill>
                  </a:rPr>
                  <a:t> is significantly </a:t>
                </a:r>
                <a:r>
                  <a:rPr lang="en-US" sz="2400" b="1" i="1" dirty="0">
                    <a:solidFill>
                      <a:schemeClr val="accent6">
                        <a:lumMod val="60000"/>
                        <a:lumOff val="40000"/>
                      </a:schemeClr>
                    </a:solidFill>
                  </a:rPr>
                  <a:t>below</a:t>
                </a:r>
                <a:r>
                  <a:rPr lang="en-US" sz="2400" i="1" dirty="0">
                    <a:solidFill>
                      <a:schemeClr val="accent6">
                        <a:lumMod val="60000"/>
                        <a:lumOff val="40000"/>
                      </a:schemeClr>
                    </a:solidFill>
                  </a:rPr>
                  <a:t> the claimed threshold.</a:t>
                </a:r>
              </a:p>
            </p:txBody>
          </p:sp>
        </mc:Choice>
        <mc:Fallback>
          <p:sp>
            <p:nvSpPr>
              <p:cNvPr id="5" name="TextBox 4">
                <a:extLst>
                  <a:ext uri="{FF2B5EF4-FFF2-40B4-BE49-F238E27FC236}">
                    <a16:creationId xmlns:a16="http://schemas.microsoft.com/office/drawing/2014/main" id="{7D7675C0-3693-C09B-EC62-E2B4B9D95D73}"/>
                  </a:ext>
                </a:extLst>
              </p:cNvPr>
              <p:cNvSpPr txBox="1">
                <a:spLocks noRot="1" noChangeAspect="1" noMove="1" noResize="1" noEditPoints="1" noAdjustHandles="1" noChangeArrowheads="1" noChangeShapeType="1" noTextEdit="1"/>
              </p:cNvSpPr>
              <p:nvPr/>
            </p:nvSpPr>
            <p:spPr>
              <a:xfrm>
                <a:off x="91059" y="0"/>
                <a:ext cx="11487912" cy="4154984"/>
              </a:xfrm>
              <a:prstGeom prst="rect">
                <a:avLst/>
              </a:prstGeom>
              <a:blipFill>
                <a:blip r:embed="rId2"/>
                <a:stretch>
                  <a:fillRect l="-849" t="-1173" b="-2346"/>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4638C626-599F-1206-B59C-B4BD14FCAE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9204" y="4233672"/>
            <a:ext cx="4559087" cy="2479041"/>
          </a:xfrm>
          <a:prstGeom prst="rect">
            <a:avLst/>
          </a:prstGeom>
        </p:spPr>
      </p:pic>
      <p:sp>
        <p:nvSpPr>
          <p:cNvPr id="8" name="TextBox 7">
            <a:extLst>
              <a:ext uri="{FF2B5EF4-FFF2-40B4-BE49-F238E27FC236}">
                <a16:creationId xmlns:a16="http://schemas.microsoft.com/office/drawing/2014/main" id="{986713C9-620A-9BA3-8F19-EECF700BF2C8}"/>
              </a:ext>
            </a:extLst>
          </p:cNvPr>
          <p:cNvSpPr txBox="1"/>
          <p:nvPr/>
        </p:nvSpPr>
        <p:spPr>
          <a:xfrm>
            <a:off x="6364224" y="5806440"/>
            <a:ext cx="418704" cy="369332"/>
          </a:xfrm>
          <a:prstGeom prst="rect">
            <a:avLst/>
          </a:prstGeom>
          <a:noFill/>
        </p:spPr>
        <p:txBody>
          <a:bodyPr wrap="none" rtlCol="0">
            <a:spAutoFit/>
          </a:bodyPr>
          <a:lstStyle/>
          <a:p>
            <a:r>
              <a:rPr lang="en-US" b="1" dirty="0">
                <a:solidFill>
                  <a:schemeClr val="accent4">
                    <a:lumMod val="60000"/>
                    <a:lumOff val="40000"/>
                  </a:schemeClr>
                </a:solidFill>
              </a:rPr>
              <a:t>85</a:t>
            </a:r>
          </a:p>
        </p:txBody>
      </p:sp>
    </p:spTree>
    <p:extLst>
      <p:ext uri="{BB962C8B-B14F-4D97-AF65-F5344CB8AC3E}">
        <p14:creationId xmlns:p14="http://schemas.microsoft.com/office/powerpoint/2010/main" val="3921526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7CABC-25D3-C4AB-9D3C-E9F172077A4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EA5BE32-CD53-7D36-F540-8BCBA031E00E}"/>
              </a:ext>
            </a:extLst>
          </p:cNvPr>
          <p:cNvSpPr txBox="1"/>
          <p:nvPr/>
        </p:nvSpPr>
        <p:spPr>
          <a:xfrm>
            <a:off x="191642" y="290465"/>
            <a:ext cx="11777853" cy="4154984"/>
          </a:xfrm>
          <a:prstGeom prst="rect">
            <a:avLst/>
          </a:prstGeom>
          <a:noFill/>
        </p:spPr>
        <p:txBody>
          <a:bodyPr wrap="square">
            <a:spAutoFit/>
          </a:bodyPr>
          <a:lstStyle/>
          <a:p>
            <a:r>
              <a:rPr lang="en-US" sz="2400" b="1" dirty="0">
                <a:solidFill>
                  <a:schemeClr val="accent4">
                    <a:lumMod val="60000"/>
                    <a:lumOff val="40000"/>
                  </a:schemeClr>
                </a:solidFill>
              </a:rPr>
              <a:t>Left-tailed test </a:t>
            </a:r>
          </a:p>
          <a:p>
            <a:r>
              <a:rPr lang="en-US" sz="2400" b="1" dirty="0">
                <a:solidFill>
                  <a:schemeClr val="accent6">
                    <a:lumMod val="60000"/>
                    <a:lumOff val="40000"/>
                  </a:schemeClr>
                </a:solidFill>
              </a:rPr>
              <a:t>Example: </a:t>
            </a:r>
            <a:r>
              <a:rPr lang="en-US" sz="2400" dirty="0">
                <a:solidFill>
                  <a:schemeClr val="accent6">
                    <a:lumMod val="60000"/>
                    <a:lumOff val="40000"/>
                  </a:schemeClr>
                </a:solidFill>
              </a:rPr>
              <a:t>A water treatment plant claims their new filtration system reduces contaminant levels to </a:t>
            </a:r>
            <a:r>
              <a:rPr lang="en-US" sz="2400" b="1" dirty="0">
                <a:solidFill>
                  <a:schemeClr val="accent6">
                    <a:lumMod val="60000"/>
                    <a:lumOff val="40000"/>
                  </a:schemeClr>
                </a:solidFill>
              </a:rPr>
              <a:t>below</a:t>
            </a:r>
            <a:r>
              <a:rPr lang="en-US" sz="2400" dirty="0">
                <a:solidFill>
                  <a:schemeClr val="accent6">
                    <a:lumMod val="60000"/>
                    <a:lumOff val="40000"/>
                  </a:schemeClr>
                </a:solidFill>
              </a:rPr>
              <a:t> 5 ppm. Environmental engineers want to verify the claim that filtration system performs better.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hypothesis are</a:t>
            </a:r>
          </a:p>
          <a:p>
            <a:r>
              <a:rPr lang="en-US" sz="2400" b="1" dirty="0">
                <a:solidFill>
                  <a:schemeClr val="accent6">
                    <a:lumMod val="60000"/>
                    <a:lumOff val="40000"/>
                  </a:schemeClr>
                </a:solidFill>
              </a:rPr>
              <a:t>Null Hypothesis (H₀):             </a:t>
            </a:r>
            <a:r>
              <a:rPr lang="en-US" sz="2400" dirty="0">
                <a:solidFill>
                  <a:schemeClr val="accent6">
                    <a:lumMod val="60000"/>
                    <a:lumOff val="40000"/>
                  </a:schemeClr>
                </a:solidFill>
              </a:rPr>
              <a:t>μ = 5 ppm (The mean contaminant level is = 5 ppm. No change)</a:t>
            </a:r>
          </a:p>
          <a:p>
            <a:r>
              <a:rPr lang="en-US" sz="2400" b="1" dirty="0">
                <a:solidFill>
                  <a:schemeClr val="accent6">
                    <a:lumMod val="60000"/>
                    <a:lumOff val="40000"/>
                  </a:schemeClr>
                </a:solidFill>
              </a:rPr>
              <a:t>Alternative Hypothesis (H₁):</a:t>
            </a:r>
            <a:r>
              <a:rPr lang="en-US" sz="2400" dirty="0">
                <a:solidFill>
                  <a:schemeClr val="accent6">
                    <a:lumMod val="60000"/>
                    <a:lumOff val="40000"/>
                  </a:schemeClr>
                </a:solidFill>
              </a:rPr>
              <a:t> μ &lt; 5 ppm (The mean contaminant level </a:t>
            </a:r>
            <a:r>
              <a:rPr lang="en-US" sz="2400" b="1" dirty="0">
                <a:solidFill>
                  <a:schemeClr val="accent6">
                    <a:lumMod val="60000"/>
                    <a:lumOff val="40000"/>
                  </a:schemeClr>
                </a:solidFill>
              </a:rPr>
              <a:t>is less than</a:t>
            </a:r>
            <a:r>
              <a:rPr lang="en-US" sz="2400" dirty="0">
                <a:solidFill>
                  <a:schemeClr val="accent6">
                    <a:lumMod val="60000"/>
                    <a:lumOff val="40000"/>
                  </a:schemeClr>
                </a:solidFill>
              </a:rPr>
              <a:t> 5 ppm)</a:t>
            </a:r>
          </a:p>
          <a:p>
            <a:endParaRPr lang="en-US" sz="2400" i="1" dirty="0">
              <a:solidFill>
                <a:schemeClr val="accent6">
                  <a:lumMod val="60000"/>
                  <a:lumOff val="40000"/>
                </a:schemeClr>
              </a:solidFill>
            </a:endParaRPr>
          </a:p>
          <a:p>
            <a:r>
              <a:rPr lang="en-US" sz="2400" i="1" dirty="0">
                <a:solidFill>
                  <a:schemeClr val="accent6">
                    <a:lumMod val="60000"/>
                    <a:lumOff val="40000"/>
                  </a:schemeClr>
                </a:solidFill>
              </a:rPr>
              <a:t>This is left-tailed because we're testing if the contaminant level is </a:t>
            </a:r>
            <a:r>
              <a:rPr lang="en-US" sz="2400" b="1" i="1" dirty="0">
                <a:solidFill>
                  <a:schemeClr val="accent6">
                    <a:lumMod val="60000"/>
                    <a:lumOff val="40000"/>
                  </a:schemeClr>
                </a:solidFill>
              </a:rPr>
              <a:t>significantly</a:t>
            </a:r>
            <a:r>
              <a:rPr lang="en-US" sz="2400" i="1" dirty="0">
                <a:solidFill>
                  <a:schemeClr val="accent6">
                    <a:lumMod val="60000"/>
                    <a:lumOff val="40000"/>
                  </a:schemeClr>
                </a:solidFill>
              </a:rPr>
              <a:t> below the claimed threshold.</a:t>
            </a:r>
          </a:p>
        </p:txBody>
      </p:sp>
      <p:pic>
        <p:nvPicPr>
          <p:cNvPr id="2" name="Picture 1">
            <a:extLst>
              <a:ext uri="{FF2B5EF4-FFF2-40B4-BE49-F238E27FC236}">
                <a16:creationId xmlns:a16="http://schemas.microsoft.com/office/drawing/2014/main" id="{288820FA-2B06-8D63-D627-B6C7C3138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9204" y="4233672"/>
            <a:ext cx="4559087" cy="2479041"/>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7FFA7EB-6F7C-1B98-E822-766659811118}"/>
                  </a:ext>
                </a:extLst>
              </p14:cNvPr>
              <p14:cNvContentPartPr/>
              <p14:nvPr/>
            </p14:nvContentPartPr>
            <p14:xfrm>
              <a:off x="6490224" y="5930856"/>
              <a:ext cx="163800" cy="154080"/>
            </p14:xfrm>
          </p:contentPart>
        </mc:Choice>
        <mc:Fallback xmlns="">
          <p:pic>
            <p:nvPicPr>
              <p:cNvPr id="4" name="Ink 3">
                <a:extLst>
                  <a:ext uri="{FF2B5EF4-FFF2-40B4-BE49-F238E27FC236}">
                    <a16:creationId xmlns:a16="http://schemas.microsoft.com/office/drawing/2014/main" id="{D7FFA7EB-6F7C-1B98-E822-766659811118}"/>
                  </a:ext>
                </a:extLst>
              </p:cNvPr>
              <p:cNvPicPr/>
              <p:nvPr/>
            </p:nvPicPr>
            <p:blipFill>
              <a:blip r:embed="rId4"/>
              <a:stretch>
                <a:fillRect/>
              </a:stretch>
            </p:blipFill>
            <p:spPr>
              <a:xfrm>
                <a:off x="6454224" y="5894856"/>
                <a:ext cx="235440" cy="225720"/>
              </a:xfrm>
              <a:prstGeom prst="rect">
                <a:avLst/>
              </a:prstGeom>
            </p:spPr>
          </p:pic>
        </mc:Fallback>
      </mc:AlternateContent>
    </p:spTree>
    <p:extLst>
      <p:ext uri="{BB962C8B-B14F-4D97-AF65-F5344CB8AC3E}">
        <p14:creationId xmlns:p14="http://schemas.microsoft.com/office/powerpoint/2010/main" val="2534252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1F7D8-0957-888F-C914-9A49277351D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947FAC-89B7-68B8-87AE-65BFBA038DDA}"/>
              </a:ext>
            </a:extLst>
          </p:cNvPr>
          <p:cNvSpPr txBox="1"/>
          <p:nvPr/>
        </p:nvSpPr>
        <p:spPr>
          <a:xfrm>
            <a:off x="201168" y="3191"/>
            <a:ext cx="11487912" cy="4154984"/>
          </a:xfrm>
          <a:prstGeom prst="rect">
            <a:avLst/>
          </a:prstGeom>
          <a:noFill/>
        </p:spPr>
        <p:txBody>
          <a:bodyPr wrap="square">
            <a:spAutoFit/>
          </a:bodyPr>
          <a:lstStyle/>
          <a:p>
            <a:r>
              <a:rPr lang="en-US" sz="2400" b="1" dirty="0">
                <a:solidFill>
                  <a:schemeClr val="accent4">
                    <a:lumMod val="40000"/>
                    <a:lumOff val="60000"/>
                  </a:schemeClr>
                </a:solidFill>
                <a:latin typeface="Inter"/>
              </a:rPr>
              <a:t>Right tailed test</a:t>
            </a:r>
          </a:p>
          <a:p>
            <a:r>
              <a:rPr lang="en-US" sz="2400" b="1" dirty="0">
                <a:solidFill>
                  <a:schemeClr val="accent6">
                    <a:lumMod val="40000"/>
                    <a:lumOff val="60000"/>
                  </a:schemeClr>
                </a:solidFill>
              </a:rPr>
              <a:t>Example : </a:t>
            </a:r>
            <a:r>
              <a:rPr lang="en-US" sz="2400" dirty="0">
                <a:solidFill>
                  <a:schemeClr val="accent6">
                    <a:lumMod val="40000"/>
                    <a:lumOff val="60000"/>
                  </a:schemeClr>
                </a:solidFill>
              </a:rPr>
              <a:t>An engineer develops a new </a:t>
            </a:r>
            <a:r>
              <a:rPr lang="en-US" sz="2400" b="1" dirty="0">
                <a:solidFill>
                  <a:schemeClr val="accent6">
                    <a:lumMod val="40000"/>
                    <a:lumOff val="60000"/>
                  </a:schemeClr>
                </a:solidFill>
              </a:rPr>
              <a:t>protective coating</a:t>
            </a:r>
            <a:r>
              <a:rPr lang="en-US" sz="2400" dirty="0">
                <a:solidFill>
                  <a:schemeClr val="accent6">
                    <a:lumMod val="40000"/>
                    <a:lumOff val="60000"/>
                  </a:schemeClr>
                </a:solidFill>
              </a:rPr>
              <a:t> to increase the lifetime of a metal component used in automotive manufacturing.</a:t>
            </a:r>
            <a:br>
              <a:rPr lang="en-US" sz="2400" dirty="0">
                <a:solidFill>
                  <a:schemeClr val="accent6">
                    <a:lumMod val="40000"/>
                    <a:lumOff val="60000"/>
                  </a:schemeClr>
                </a:solidFill>
              </a:rPr>
            </a:br>
            <a:r>
              <a:rPr lang="en-US" sz="2400" dirty="0">
                <a:solidFill>
                  <a:schemeClr val="accent6">
                    <a:lumMod val="40000"/>
                    <a:lumOff val="60000"/>
                  </a:schemeClr>
                </a:solidFill>
              </a:rPr>
              <a:t>If the mean lifetime of the component </a:t>
            </a:r>
            <a:r>
              <a:rPr lang="en-US" sz="2400" b="1" dirty="0">
                <a:solidFill>
                  <a:schemeClr val="accent6">
                    <a:lumMod val="40000"/>
                    <a:lumOff val="60000"/>
                  </a:schemeClr>
                </a:solidFill>
              </a:rPr>
              <a:t>without the coating</a:t>
            </a:r>
            <a:r>
              <a:rPr lang="en-US" sz="2400" dirty="0">
                <a:solidFill>
                  <a:schemeClr val="accent6">
                    <a:lumMod val="40000"/>
                    <a:lumOff val="60000"/>
                  </a:schemeClr>
                </a:solidFill>
              </a:rPr>
              <a:t> is </a:t>
            </a:r>
            <a:r>
              <a:rPr lang="en-US" sz="2400" b="1" dirty="0">
                <a:solidFill>
                  <a:schemeClr val="accent6">
                    <a:lumMod val="40000"/>
                    <a:lumOff val="60000"/>
                  </a:schemeClr>
                </a:solidFill>
              </a:rPr>
              <a:t>36 months</a:t>
            </a:r>
            <a:r>
              <a:rPr lang="en-US" sz="2400" dirty="0">
                <a:solidFill>
                  <a:schemeClr val="accent6">
                    <a:lumMod val="40000"/>
                    <a:lumOff val="60000"/>
                  </a:schemeClr>
                </a:solidFill>
              </a:rPr>
              <a:t>, then the engineer’s hypothesis are:</a:t>
            </a:r>
          </a:p>
          <a:p>
            <a:endParaRPr lang="en-US" sz="2400" dirty="0">
              <a:solidFill>
                <a:schemeClr val="accent6">
                  <a:lumMod val="40000"/>
                  <a:lumOff val="60000"/>
                </a:schemeClr>
              </a:solidFill>
            </a:endParaRPr>
          </a:p>
          <a:p>
            <a:r>
              <a:rPr lang="en-US" sz="2400" b="1" dirty="0">
                <a:solidFill>
                  <a:schemeClr val="accent6">
                    <a:lumMod val="40000"/>
                    <a:lumOff val="60000"/>
                  </a:schemeClr>
                </a:solidFill>
                <a:latin typeface="Inter"/>
              </a:rPr>
              <a:t>Null Hypothesis (H₀):</a:t>
            </a:r>
            <a:r>
              <a:rPr lang="en-US" sz="2400" dirty="0">
                <a:solidFill>
                  <a:schemeClr val="accent6">
                    <a:lumMod val="40000"/>
                    <a:lumOff val="60000"/>
                  </a:schemeClr>
                </a:solidFill>
                <a:latin typeface="Inter"/>
              </a:rPr>
              <a:t>             μ = 36 month (</a:t>
            </a:r>
            <a:r>
              <a:rPr lang="en-US" sz="2400" dirty="0">
                <a:solidFill>
                  <a:schemeClr val="accent6">
                    <a:lumMod val="40000"/>
                    <a:lumOff val="60000"/>
                  </a:schemeClr>
                </a:solidFill>
              </a:rPr>
              <a:t>the coating </a:t>
            </a:r>
            <a:r>
              <a:rPr lang="en-US" sz="2400" b="1" dirty="0">
                <a:solidFill>
                  <a:schemeClr val="accent6">
                    <a:lumMod val="40000"/>
                    <a:lumOff val="60000"/>
                  </a:schemeClr>
                </a:solidFill>
              </a:rPr>
              <a:t>does not change</a:t>
            </a:r>
            <a:r>
              <a:rPr lang="en-US" sz="2400" dirty="0">
                <a:solidFill>
                  <a:schemeClr val="accent6">
                    <a:lumMod val="40000"/>
                    <a:lumOff val="60000"/>
                  </a:schemeClr>
                </a:solidFill>
              </a:rPr>
              <a:t> the mean lifetime</a:t>
            </a:r>
            <a:r>
              <a:rPr lang="en-US" sz="2400" dirty="0">
                <a:solidFill>
                  <a:schemeClr val="accent6">
                    <a:lumMod val="40000"/>
                    <a:lumOff val="60000"/>
                  </a:schemeClr>
                </a:solidFill>
                <a:latin typeface="Inter"/>
              </a:rPr>
              <a:t>) </a:t>
            </a:r>
          </a:p>
          <a:p>
            <a:r>
              <a:rPr lang="en-US" sz="2400" b="1" dirty="0">
                <a:solidFill>
                  <a:schemeClr val="accent6">
                    <a:lumMod val="40000"/>
                    <a:lumOff val="60000"/>
                  </a:schemeClr>
                </a:solidFill>
                <a:latin typeface="Inter"/>
              </a:rPr>
              <a:t>Alternative Hypothesis (H₁):</a:t>
            </a:r>
            <a:r>
              <a:rPr lang="en-US" sz="2400" dirty="0">
                <a:solidFill>
                  <a:schemeClr val="accent6">
                    <a:lumMod val="40000"/>
                    <a:lumOff val="60000"/>
                  </a:schemeClr>
                </a:solidFill>
                <a:latin typeface="Inter"/>
              </a:rPr>
              <a:t> μ &gt; 36 months (</a:t>
            </a:r>
            <a:r>
              <a:rPr lang="en-US" sz="2400" dirty="0">
                <a:solidFill>
                  <a:schemeClr val="accent6">
                    <a:lumMod val="40000"/>
                    <a:lumOff val="60000"/>
                  </a:schemeClr>
                </a:solidFill>
              </a:rPr>
              <a:t>the coating </a:t>
            </a:r>
            <a:r>
              <a:rPr lang="en-US" sz="2400" b="1" dirty="0">
                <a:solidFill>
                  <a:schemeClr val="accent6">
                    <a:lumMod val="40000"/>
                    <a:lumOff val="60000"/>
                  </a:schemeClr>
                </a:solidFill>
              </a:rPr>
              <a:t>increases</a:t>
            </a:r>
            <a:r>
              <a:rPr lang="en-US" sz="2400" dirty="0">
                <a:solidFill>
                  <a:schemeClr val="accent6">
                    <a:lumMod val="40000"/>
                    <a:lumOff val="60000"/>
                  </a:schemeClr>
                </a:solidFill>
              </a:rPr>
              <a:t> the mean lifetime</a:t>
            </a:r>
            <a:r>
              <a:rPr lang="en-US" sz="2400" dirty="0">
                <a:solidFill>
                  <a:schemeClr val="accent6">
                    <a:lumMod val="40000"/>
                    <a:lumOff val="60000"/>
                  </a:schemeClr>
                </a:solidFill>
                <a:latin typeface="Inter"/>
              </a:rPr>
              <a:t>)</a:t>
            </a:r>
          </a:p>
          <a:p>
            <a:endParaRPr lang="en-US" sz="2400" dirty="0">
              <a:solidFill>
                <a:schemeClr val="accent6">
                  <a:lumMod val="40000"/>
                  <a:lumOff val="60000"/>
                </a:schemeClr>
              </a:solidFill>
              <a:latin typeface="Inter"/>
            </a:endParaRPr>
          </a:p>
          <a:p>
            <a:r>
              <a:rPr lang="en-US" sz="2400" i="1" dirty="0">
                <a:solidFill>
                  <a:schemeClr val="accent6">
                    <a:lumMod val="40000"/>
                    <a:lumOff val="60000"/>
                  </a:schemeClr>
                </a:solidFill>
                <a:latin typeface="Inter"/>
              </a:rPr>
              <a:t>This is right-tailed because we're specifically testing if after application of coating, the </a:t>
            </a:r>
          </a:p>
          <a:p>
            <a:r>
              <a:rPr lang="en-US" sz="2400" i="1" dirty="0">
                <a:solidFill>
                  <a:schemeClr val="accent6">
                    <a:lumMod val="40000"/>
                    <a:lumOff val="60000"/>
                  </a:schemeClr>
                </a:solidFill>
                <a:latin typeface="Inter"/>
              </a:rPr>
              <a:t>lifetime </a:t>
            </a:r>
            <a:r>
              <a:rPr lang="en-US" sz="2400" b="1" i="1" dirty="0">
                <a:solidFill>
                  <a:schemeClr val="accent6">
                    <a:lumMod val="40000"/>
                    <a:lumOff val="60000"/>
                  </a:schemeClr>
                </a:solidFill>
                <a:latin typeface="Inter"/>
              </a:rPr>
              <a:t>significantly </a:t>
            </a:r>
            <a:r>
              <a:rPr lang="en-US" sz="2400" i="1" dirty="0">
                <a:solidFill>
                  <a:schemeClr val="accent6">
                    <a:lumMod val="40000"/>
                    <a:lumOff val="60000"/>
                  </a:schemeClr>
                </a:solidFill>
                <a:latin typeface="Inter"/>
              </a:rPr>
              <a:t>exceeds the minimum threshold.</a:t>
            </a:r>
          </a:p>
        </p:txBody>
      </p:sp>
      <p:pic>
        <p:nvPicPr>
          <p:cNvPr id="2" name="Picture 1">
            <a:extLst>
              <a:ext uri="{FF2B5EF4-FFF2-40B4-BE49-F238E27FC236}">
                <a16:creationId xmlns:a16="http://schemas.microsoft.com/office/drawing/2014/main" id="{DF3CC4F8-A608-E567-FA0A-914F4CD722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4095" y="4379976"/>
            <a:ext cx="5027539" cy="2160396"/>
          </a:xfrm>
          <a:prstGeom prst="rect">
            <a:avLst/>
          </a:prstGeom>
        </p:spPr>
      </p:pic>
      <p:grpSp>
        <p:nvGrpSpPr>
          <p:cNvPr id="6" name="Group 5">
            <a:extLst>
              <a:ext uri="{FF2B5EF4-FFF2-40B4-BE49-F238E27FC236}">
                <a16:creationId xmlns:a16="http://schemas.microsoft.com/office/drawing/2014/main" id="{9B7FF95D-99EC-822A-9C0E-FA512F372CDA}"/>
              </a:ext>
            </a:extLst>
          </p:cNvPr>
          <p:cNvGrpSpPr/>
          <p:nvPr/>
        </p:nvGrpSpPr>
        <p:grpSpPr>
          <a:xfrm>
            <a:off x="7075584" y="6069528"/>
            <a:ext cx="309600" cy="213840"/>
            <a:chOff x="7075584" y="6069528"/>
            <a:chExt cx="309600" cy="21384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6187294-E9E4-FE71-0F0C-98B11A8B7E67}"/>
                    </a:ext>
                  </a:extLst>
                </p14:cNvPr>
                <p14:cNvContentPartPr/>
                <p14:nvPr/>
              </p14:nvContentPartPr>
              <p14:xfrm>
                <a:off x="7075584" y="6069528"/>
                <a:ext cx="155160" cy="192600"/>
              </p14:xfrm>
            </p:contentPart>
          </mc:Choice>
          <mc:Fallback xmlns="">
            <p:pic>
              <p:nvPicPr>
                <p:cNvPr id="3" name="Ink 2">
                  <a:extLst>
                    <a:ext uri="{FF2B5EF4-FFF2-40B4-BE49-F238E27FC236}">
                      <a16:creationId xmlns:a16="http://schemas.microsoft.com/office/drawing/2014/main" id="{96187294-E9E4-FE71-0F0C-98B11A8B7E67}"/>
                    </a:ext>
                  </a:extLst>
                </p:cNvPr>
                <p:cNvPicPr/>
                <p:nvPr/>
              </p:nvPicPr>
              <p:blipFill>
                <a:blip r:embed="rId4"/>
                <a:stretch>
                  <a:fillRect/>
                </a:stretch>
              </p:blipFill>
              <p:spPr>
                <a:xfrm>
                  <a:off x="7039584" y="6033888"/>
                  <a:ext cx="22680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5E001F88-6F2E-77C3-1662-C22E1A27030C}"/>
                    </a:ext>
                  </a:extLst>
                </p14:cNvPr>
                <p14:cNvContentPartPr/>
                <p14:nvPr/>
              </p14:nvContentPartPr>
              <p14:xfrm>
                <a:off x="7278264" y="6079608"/>
                <a:ext cx="106920" cy="203760"/>
              </p14:xfrm>
            </p:contentPart>
          </mc:Choice>
          <mc:Fallback xmlns="">
            <p:pic>
              <p:nvPicPr>
                <p:cNvPr id="4" name="Ink 3">
                  <a:extLst>
                    <a:ext uri="{FF2B5EF4-FFF2-40B4-BE49-F238E27FC236}">
                      <a16:creationId xmlns:a16="http://schemas.microsoft.com/office/drawing/2014/main" id="{5E001F88-6F2E-77C3-1662-C22E1A27030C}"/>
                    </a:ext>
                  </a:extLst>
                </p:cNvPr>
                <p:cNvPicPr/>
                <p:nvPr/>
              </p:nvPicPr>
              <p:blipFill>
                <a:blip r:embed="rId6"/>
                <a:stretch>
                  <a:fillRect/>
                </a:stretch>
              </p:blipFill>
              <p:spPr>
                <a:xfrm>
                  <a:off x="7242264" y="6043608"/>
                  <a:ext cx="178560" cy="275400"/>
                </a:xfrm>
                <a:prstGeom prst="rect">
                  <a:avLst/>
                </a:prstGeom>
              </p:spPr>
            </p:pic>
          </mc:Fallback>
        </mc:AlternateContent>
      </p:grpSp>
    </p:spTree>
    <p:extLst>
      <p:ext uri="{BB962C8B-B14F-4D97-AF65-F5344CB8AC3E}">
        <p14:creationId xmlns:p14="http://schemas.microsoft.com/office/powerpoint/2010/main" val="2710631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BFC37-863C-1263-D776-3CE344F2733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E7D63C3-8C72-B623-C5DE-8C526747E75A}"/>
              </a:ext>
            </a:extLst>
          </p:cNvPr>
          <p:cNvSpPr txBox="1"/>
          <p:nvPr/>
        </p:nvSpPr>
        <p:spPr>
          <a:xfrm>
            <a:off x="201168" y="231791"/>
            <a:ext cx="11487912" cy="3785652"/>
          </a:xfrm>
          <a:prstGeom prst="rect">
            <a:avLst/>
          </a:prstGeom>
          <a:noFill/>
        </p:spPr>
        <p:txBody>
          <a:bodyPr wrap="square">
            <a:spAutoFit/>
          </a:bodyPr>
          <a:lstStyle/>
          <a:p>
            <a:r>
              <a:rPr lang="en-US" sz="2400" b="1" dirty="0">
                <a:solidFill>
                  <a:schemeClr val="accent4">
                    <a:lumMod val="40000"/>
                    <a:lumOff val="60000"/>
                  </a:schemeClr>
                </a:solidFill>
                <a:latin typeface="Inter"/>
              </a:rPr>
              <a:t>Right tailed test</a:t>
            </a:r>
          </a:p>
          <a:p>
            <a:r>
              <a:rPr lang="en-US" sz="2400" b="1" dirty="0">
                <a:solidFill>
                  <a:schemeClr val="accent6">
                    <a:lumMod val="40000"/>
                    <a:lumOff val="60000"/>
                  </a:schemeClr>
                </a:solidFill>
              </a:rPr>
              <a:t>Example : </a:t>
            </a:r>
            <a:r>
              <a:rPr lang="en-US" sz="2400" dirty="0">
                <a:solidFill>
                  <a:schemeClr val="accent6">
                    <a:lumMod val="40000"/>
                    <a:lumOff val="60000"/>
                  </a:schemeClr>
                </a:solidFill>
              </a:rPr>
              <a:t>Imagine you normally jog an average distance of </a:t>
            </a:r>
            <a:r>
              <a:rPr lang="en-US" sz="2400" b="1" dirty="0">
                <a:solidFill>
                  <a:schemeClr val="accent6">
                    <a:lumMod val="40000"/>
                    <a:lumOff val="60000"/>
                  </a:schemeClr>
                </a:solidFill>
              </a:rPr>
              <a:t>5 km in an hour</a:t>
            </a:r>
            <a:r>
              <a:rPr lang="en-US" sz="2400" dirty="0">
                <a:solidFill>
                  <a:schemeClr val="accent6">
                    <a:lumMod val="40000"/>
                    <a:lumOff val="60000"/>
                  </a:schemeClr>
                </a:solidFill>
              </a:rPr>
              <a:t>.</a:t>
            </a:r>
            <a:br>
              <a:rPr lang="en-US" sz="2400" dirty="0">
                <a:solidFill>
                  <a:schemeClr val="accent6">
                    <a:lumMod val="40000"/>
                    <a:lumOff val="60000"/>
                  </a:schemeClr>
                </a:solidFill>
              </a:rPr>
            </a:br>
            <a:r>
              <a:rPr lang="en-US" sz="2400" dirty="0">
                <a:solidFill>
                  <a:schemeClr val="accent6">
                    <a:lumMod val="40000"/>
                    <a:lumOff val="60000"/>
                  </a:schemeClr>
                </a:solidFill>
              </a:rPr>
              <a:t>After 2 weeks of a new jogging plan, you want to prove that your </a:t>
            </a:r>
            <a:r>
              <a:rPr lang="en-US" sz="2400" b="1" dirty="0">
                <a:solidFill>
                  <a:schemeClr val="accent6">
                    <a:lumMod val="40000"/>
                    <a:lumOff val="60000"/>
                  </a:schemeClr>
                </a:solidFill>
              </a:rPr>
              <a:t>average jogging distance has improved</a:t>
            </a:r>
            <a:r>
              <a:rPr lang="en-US" sz="2400" dirty="0">
                <a:solidFill>
                  <a:schemeClr val="accent6">
                    <a:lumMod val="40000"/>
                    <a:lumOff val="60000"/>
                  </a:schemeClr>
                </a:solidFill>
              </a:rPr>
              <a:t>.</a:t>
            </a:r>
          </a:p>
          <a:p>
            <a:endParaRPr lang="en-US" sz="2400" b="1" dirty="0">
              <a:solidFill>
                <a:schemeClr val="accent6">
                  <a:lumMod val="40000"/>
                  <a:lumOff val="60000"/>
                </a:schemeClr>
              </a:solidFill>
              <a:latin typeface="Inter"/>
            </a:endParaRPr>
          </a:p>
          <a:p>
            <a:r>
              <a:rPr lang="en-US" sz="2400" b="1" dirty="0">
                <a:solidFill>
                  <a:schemeClr val="accent6">
                    <a:lumMod val="40000"/>
                    <a:lumOff val="60000"/>
                  </a:schemeClr>
                </a:solidFill>
                <a:latin typeface="Inter"/>
              </a:rPr>
              <a:t>Null Hypothesis (H₀):</a:t>
            </a:r>
            <a:r>
              <a:rPr lang="en-US" sz="2400" dirty="0">
                <a:solidFill>
                  <a:schemeClr val="accent6">
                    <a:lumMod val="40000"/>
                    <a:lumOff val="60000"/>
                  </a:schemeClr>
                </a:solidFill>
                <a:latin typeface="Inter"/>
              </a:rPr>
              <a:t>             μ = 5 Km  (</a:t>
            </a:r>
            <a:r>
              <a:rPr lang="en-US" sz="2400" dirty="0">
                <a:solidFill>
                  <a:schemeClr val="accent6">
                    <a:lumMod val="40000"/>
                    <a:lumOff val="60000"/>
                  </a:schemeClr>
                </a:solidFill>
              </a:rPr>
              <a:t>the new jogging plan </a:t>
            </a:r>
            <a:r>
              <a:rPr lang="en-US" sz="2400" b="1" dirty="0">
                <a:solidFill>
                  <a:schemeClr val="accent6">
                    <a:lumMod val="40000"/>
                    <a:lumOff val="60000"/>
                  </a:schemeClr>
                </a:solidFill>
              </a:rPr>
              <a:t>does not change</a:t>
            </a:r>
            <a:r>
              <a:rPr lang="en-US" sz="2400" dirty="0">
                <a:solidFill>
                  <a:schemeClr val="accent6">
                    <a:lumMod val="40000"/>
                    <a:lumOff val="60000"/>
                  </a:schemeClr>
                </a:solidFill>
              </a:rPr>
              <a:t> the average) </a:t>
            </a:r>
            <a:endParaRPr lang="en-US" sz="2400" dirty="0">
              <a:solidFill>
                <a:schemeClr val="accent6">
                  <a:lumMod val="40000"/>
                  <a:lumOff val="60000"/>
                </a:schemeClr>
              </a:solidFill>
              <a:latin typeface="Inter"/>
            </a:endParaRPr>
          </a:p>
          <a:p>
            <a:r>
              <a:rPr lang="en-US" sz="2400" b="1" dirty="0">
                <a:solidFill>
                  <a:schemeClr val="accent6">
                    <a:lumMod val="40000"/>
                    <a:lumOff val="60000"/>
                  </a:schemeClr>
                </a:solidFill>
                <a:latin typeface="Inter"/>
              </a:rPr>
              <a:t>Alternative Hypothesis (H₁):</a:t>
            </a:r>
            <a:r>
              <a:rPr lang="en-US" sz="2400" dirty="0">
                <a:solidFill>
                  <a:schemeClr val="accent6">
                    <a:lumMod val="40000"/>
                    <a:lumOff val="60000"/>
                  </a:schemeClr>
                </a:solidFill>
                <a:latin typeface="Inter"/>
              </a:rPr>
              <a:t> μ &gt; 5 Km (</a:t>
            </a:r>
            <a:r>
              <a:rPr lang="en-US" sz="2400" dirty="0">
                <a:solidFill>
                  <a:schemeClr val="accent6">
                    <a:lumMod val="40000"/>
                    <a:lumOff val="60000"/>
                  </a:schemeClr>
                </a:solidFill>
              </a:rPr>
              <a:t>the new jogging plan </a:t>
            </a:r>
            <a:r>
              <a:rPr lang="en-US" sz="2400" b="1" dirty="0">
                <a:solidFill>
                  <a:schemeClr val="accent6">
                    <a:lumMod val="40000"/>
                    <a:lumOff val="60000"/>
                  </a:schemeClr>
                </a:solidFill>
              </a:rPr>
              <a:t>did increase</a:t>
            </a:r>
            <a:r>
              <a:rPr lang="en-US" sz="2400" dirty="0">
                <a:solidFill>
                  <a:schemeClr val="accent6">
                    <a:lumMod val="40000"/>
                    <a:lumOff val="60000"/>
                  </a:schemeClr>
                </a:solidFill>
              </a:rPr>
              <a:t> the average </a:t>
            </a:r>
            <a:r>
              <a:rPr lang="en-US" sz="2400" dirty="0">
                <a:solidFill>
                  <a:schemeClr val="accent6">
                    <a:lumMod val="40000"/>
                    <a:lumOff val="60000"/>
                  </a:schemeClr>
                </a:solidFill>
                <a:latin typeface="Inter"/>
              </a:rPr>
              <a:t>) </a:t>
            </a:r>
          </a:p>
          <a:p>
            <a:endParaRPr lang="en-US" sz="2400" dirty="0">
              <a:solidFill>
                <a:schemeClr val="accent6">
                  <a:lumMod val="40000"/>
                  <a:lumOff val="60000"/>
                </a:schemeClr>
              </a:solidFill>
              <a:latin typeface="Inter"/>
            </a:endParaRPr>
          </a:p>
          <a:p>
            <a:r>
              <a:rPr lang="en-US" sz="2400" i="1" dirty="0">
                <a:solidFill>
                  <a:schemeClr val="accent6">
                    <a:lumMod val="40000"/>
                    <a:lumOff val="60000"/>
                  </a:schemeClr>
                </a:solidFill>
                <a:latin typeface="Inter"/>
              </a:rPr>
              <a:t>This is right-tailed because we're specifically testing if employing new plan, the </a:t>
            </a:r>
          </a:p>
          <a:p>
            <a:r>
              <a:rPr lang="en-US" sz="2400" i="1" dirty="0">
                <a:solidFill>
                  <a:schemeClr val="accent6">
                    <a:lumMod val="40000"/>
                    <a:lumOff val="60000"/>
                  </a:schemeClr>
                </a:solidFill>
                <a:latin typeface="Inter"/>
              </a:rPr>
              <a:t>average </a:t>
            </a:r>
            <a:r>
              <a:rPr lang="en-US" sz="2400" i="1" dirty="0">
                <a:solidFill>
                  <a:schemeClr val="accent6">
                    <a:lumMod val="40000"/>
                    <a:lumOff val="60000"/>
                  </a:schemeClr>
                </a:solidFill>
              </a:rPr>
              <a:t>distance jogged</a:t>
            </a:r>
            <a:r>
              <a:rPr lang="en-US" sz="2400" i="1" dirty="0">
                <a:solidFill>
                  <a:schemeClr val="accent6">
                    <a:lumMod val="40000"/>
                    <a:lumOff val="60000"/>
                  </a:schemeClr>
                </a:solidFill>
                <a:latin typeface="Inter"/>
              </a:rPr>
              <a:t> </a:t>
            </a:r>
            <a:r>
              <a:rPr lang="en-US" sz="2400" b="1" i="1" dirty="0">
                <a:solidFill>
                  <a:schemeClr val="accent6">
                    <a:lumMod val="40000"/>
                    <a:lumOff val="60000"/>
                  </a:schemeClr>
                </a:solidFill>
                <a:latin typeface="Inter"/>
              </a:rPr>
              <a:t>significantly </a:t>
            </a:r>
            <a:r>
              <a:rPr lang="en-US" sz="2400" i="1" dirty="0">
                <a:solidFill>
                  <a:schemeClr val="accent6">
                    <a:lumMod val="40000"/>
                    <a:lumOff val="60000"/>
                  </a:schemeClr>
                </a:solidFill>
                <a:latin typeface="Inter"/>
              </a:rPr>
              <a:t>increased.</a:t>
            </a:r>
          </a:p>
        </p:txBody>
      </p:sp>
      <p:pic>
        <p:nvPicPr>
          <p:cNvPr id="2" name="Picture 1">
            <a:extLst>
              <a:ext uri="{FF2B5EF4-FFF2-40B4-BE49-F238E27FC236}">
                <a16:creationId xmlns:a16="http://schemas.microsoft.com/office/drawing/2014/main" id="{8453A9D1-456F-8E1E-E63D-F773B93FC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4095" y="4379976"/>
            <a:ext cx="5027539" cy="2160396"/>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D05013E-A924-F999-C038-6B46C73589ED}"/>
                  </a:ext>
                </a:extLst>
              </p14:cNvPr>
              <p14:cNvContentPartPr/>
              <p14:nvPr/>
            </p14:nvContentPartPr>
            <p14:xfrm>
              <a:off x="7078104" y="5994936"/>
              <a:ext cx="173520" cy="202320"/>
            </p14:xfrm>
          </p:contentPart>
        </mc:Choice>
        <mc:Fallback xmlns="">
          <p:pic>
            <p:nvPicPr>
              <p:cNvPr id="3" name="Ink 2">
                <a:extLst>
                  <a:ext uri="{FF2B5EF4-FFF2-40B4-BE49-F238E27FC236}">
                    <a16:creationId xmlns:a16="http://schemas.microsoft.com/office/drawing/2014/main" id="{ED05013E-A924-F999-C038-6B46C73589ED}"/>
                  </a:ext>
                </a:extLst>
              </p:cNvPr>
              <p:cNvPicPr/>
              <p:nvPr/>
            </p:nvPicPr>
            <p:blipFill>
              <a:blip r:embed="rId4"/>
              <a:stretch>
                <a:fillRect/>
              </a:stretch>
            </p:blipFill>
            <p:spPr>
              <a:xfrm>
                <a:off x="7042464" y="5958936"/>
                <a:ext cx="245160" cy="273960"/>
              </a:xfrm>
              <a:prstGeom prst="rect">
                <a:avLst/>
              </a:prstGeom>
            </p:spPr>
          </p:pic>
        </mc:Fallback>
      </mc:AlternateContent>
    </p:spTree>
    <p:extLst>
      <p:ext uri="{BB962C8B-B14F-4D97-AF65-F5344CB8AC3E}">
        <p14:creationId xmlns:p14="http://schemas.microsoft.com/office/powerpoint/2010/main" val="3739398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B20CF-86D9-5744-6FC4-13017EE6DF8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5375B6D-E161-2372-092B-293D558FFCB1}"/>
              </a:ext>
            </a:extLst>
          </p:cNvPr>
          <p:cNvSpPr txBox="1"/>
          <p:nvPr/>
        </p:nvSpPr>
        <p:spPr>
          <a:xfrm>
            <a:off x="137160" y="186399"/>
            <a:ext cx="11283696" cy="4154984"/>
          </a:xfrm>
          <a:prstGeom prst="rect">
            <a:avLst/>
          </a:prstGeom>
          <a:noFill/>
        </p:spPr>
        <p:txBody>
          <a:bodyPr wrap="square">
            <a:spAutoFit/>
          </a:bodyPr>
          <a:lstStyle/>
          <a:p>
            <a:r>
              <a:rPr lang="en-US" sz="2200" b="1" dirty="0">
                <a:solidFill>
                  <a:schemeClr val="accent4">
                    <a:lumMod val="40000"/>
                    <a:lumOff val="60000"/>
                  </a:schemeClr>
                </a:solidFill>
              </a:rPr>
              <a:t>2-tailed test</a:t>
            </a:r>
          </a:p>
          <a:p>
            <a:r>
              <a:rPr lang="en-US" sz="2200" b="1" dirty="0">
                <a:solidFill>
                  <a:schemeClr val="accent6">
                    <a:lumMod val="60000"/>
                    <a:lumOff val="40000"/>
                  </a:schemeClr>
                </a:solidFill>
              </a:rPr>
              <a:t>Example : </a:t>
            </a:r>
            <a:r>
              <a:rPr lang="en-US" sz="2200" dirty="0">
                <a:solidFill>
                  <a:schemeClr val="accent6">
                    <a:lumMod val="60000"/>
                    <a:lumOff val="40000"/>
                  </a:schemeClr>
                </a:solidFill>
              </a:rPr>
              <a:t>A medical researcher is interested in finding out whether a new medication will have any undesirable side effects on pulse rate: will the pulse rate </a:t>
            </a:r>
            <a:r>
              <a:rPr lang="en-US" sz="2200" b="1" dirty="0">
                <a:solidFill>
                  <a:schemeClr val="accent6">
                    <a:lumMod val="60000"/>
                    <a:lumOff val="40000"/>
                  </a:schemeClr>
                </a:solidFill>
              </a:rPr>
              <a:t>increase, decrease, or remain unchanged</a:t>
            </a:r>
            <a:r>
              <a:rPr lang="en-US" sz="2200" dirty="0">
                <a:solidFill>
                  <a:schemeClr val="accent6">
                    <a:lumMod val="60000"/>
                    <a:lumOff val="40000"/>
                  </a:schemeClr>
                </a:solidFill>
              </a:rPr>
              <a:t> after a patient takes the medication? The researcher knows that the mean pulse rate for the population under study is 82 beats per minute. </a:t>
            </a:r>
          </a:p>
          <a:p>
            <a:endParaRPr lang="en-US" sz="2200" dirty="0">
              <a:solidFill>
                <a:schemeClr val="accent6">
                  <a:lumMod val="60000"/>
                  <a:lumOff val="40000"/>
                </a:schemeClr>
              </a:solidFill>
            </a:endParaRPr>
          </a:p>
          <a:p>
            <a:r>
              <a:rPr lang="en-US" sz="2200" dirty="0">
                <a:solidFill>
                  <a:schemeClr val="accent6">
                    <a:lumMod val="60000"/>
                    <a:lumOff val="40000"/>
                  </a:schemeClr>
                </a:solidFill>
              </a:rPr>
              <a:t>The hypothesis for this situation are</a:t>
            </a:r>
          </a:p>
          <a:p>
            <a:r>
              <a:rPr lang="en-US" sz="2200" b="1" dirty="0">
                <a:solidFill>
                  <a:schemeClr val="accent6">
                    <a:lumMod val="60000"/>
                    <a:lumOff val="40000"/>
                  </a:schemeClr>
                </a:solidFill>
                <a:latin typeface="Inter"/>
              </a:rPr>
              <a:t>Null Hypothesis (H₀):</a:t>
            </a:r>
            <a:r>
              <a:rPr lang="en-US" sz="2200" dirty="0">
                <a:solidFill>
                  <a:schemeClr val="accent6">
                    <a:lumMod val="60000"/>
                    <a:lumOff val="40000"/>
                  </a:schemeClr>
                </a:solidFill>
              </a:rPr>
              <a:t>             mean </a:t>
            </a:r>
            <a:r>
              <a:rPr lang="el-GR" sz="2200" b="1" dirty="0">
                <a:solidFill>
                  <a:schemeClr val="accent6">
                    <a:lumMod val="60000"/>
                    <a:lumOff val="40000"/>
                  </a:schemeClr>
                </a:solidFill>
              </a:rPr>
              <a:t>μ</a:t>
            </a:r>
            <a:r>
              <a:rPr lang="en-US" sz="2200" b="1" dirty="0">
                <a:solidFill>
                  <a:schemeClr val="accent6">
                    <a:lumMod val="60000"/>
                    <a:lumOff val="40000"/>
                  </a:schemeClr>
                </a:solidFill>
              </a:rPr>
              <a:t> =</a:t>
            </a:r>
            <a:r>
              <a:rPr lang="en-US" sz="2200" dirty="0">
                <a:solidFill>
                  <a:schemeClr val="accent6">
                    <a:lumMod val="60000"/>
                    <a:lumOff val="40000"/>
                  </a:schemeClr>
                </a:solidFill>
              </a:rPr>
              <a:t> 82          ( mean will remain </a:t>
            </a:r>
            <a:r>
              <a:rPr lang="en-US" sz="2200" b="1" dirty="0">
                <a:solidFill>
                  <a:schemeClr val="accent6">
                    <a:lumMod val="60000"/>
                    <a:lumOff val="40000"/>
                  </a:schemeClr>
                </a:solidFill>
              </a:rPr>
              <a:t>unchanged)</a:t>
            </a:r>
          </a:p>
          <a:p>
            <a:r>
              <a:rPr lang="en-US" sz="2200" b="1" dirty="0">
                <a:solidFill>
                  <a:schemeClr val="accent6">
                    <a:lumMod val="60000"/>
                    <a:lumOff val="40000"/>
                  </a:schemeClr>
                </a:solidFill>
                <a:latin typeface="Inter"/>
              </a:rPr>
              <a:t>Alternative Hypothesis (H₁):</a:t>
            </a:r>
            <a:r>
              <a:rPr lang="en-US" sz="2200" dirty="0">
                <a:solidFill>
                  <a:schemeClr val="accent6">
                    <a:lumMod val="60000"/>
                    <a:lumOff val="40000"/>
                  </a:schemeClr>
                </a:solidFill>
              </a:rPr>
              <a:t> mean </a:t>
            </a:r>
            <a:r>
              <a:rPr lang="el-GR" sz="2200" b="1" dirty="0">
                <a:solidFill>
                  <a:schemeClr val="accent6">
                    <a:lumMod val="60000"/>
                    <a:lumOff val="40000"/>
                  </a:schemeClr>
                </a:solidFill>
              </a:rPr>
              <a:t>μ </a:t>
            </a:r>
            <a:r>
              <a:rPr lang="en-US" sz="2200" dirty="0">
                <a:solidFill>
                  <a:schemeClr val="accent6">
                    <a:lumMod val="60000"/>
                    <a:lumOff val="40000"/>
                  </a:schemeClr>
                </a:solidFill>
              </a:rPr>
              <a:t>≠ 82 BPM ( mean will </a:t>
            </a:r>
            <a:r>
              <a:rPr lang="en-US" sz="2200" b="1" dirty="0">
                <a:solidFill>
                  <a:schemeClr val="accent6">
                    <a:lumMod val="60000"/>
                    <a:lumOff val="40000"/>
                  </a:schemeClr>
                </a:solidFill>
              </a:rPr>
              <a:t>change: </a:t>
            </a:r>
            <a:r>
              <a:rPr lang="en-US" sz="2200" dirty="0">
                <a:solidFill>
                  <a:schemeClr val="accent6">
                    <a:lumMod val="60000"/>
                    <a:lumOff val="40000"/>
                  </a:schemeClr>
                </a:solidFill>
              </a:rPr>
              <a:t>the mean could be either &gt; 82 or &lt; 82 BPM</a:t>
            </a:r>
          </a:p>
          <a:p>
            <a:r>
              <a:rPr lang="en-US" sz="2200" i="1" dirty="0">
                <a:solidFill>
                  <a:schemeClr val="accent6">
                    <a:lumMod val="60000"/>
                    <a:lumOff val="40000"/>
                  </a:schemeClr>
                </a:solidFill>
              </a:rPr>
              <a:t>This test is called a two-tailed test since the possible side effects of the medicine could be to </a:t>
            </a:r>
            <a:r>
              <a:rPr lang="en-US" sz="2200" b="1" i="1" dirty="0">
                <a:solidFill>
                  <a:schemeClr val="accent6">
                    <a:lumMod val="60000"/>
                    <a:lumOff val="40000"/>
                  </a:schemeClr>
                </a:solidFill>
                <a:latin typeface="Inter"/>
              </a:rPr>
              <a:t>significantly </a:t>
            </a:r>
            <a:r>
              <a:rPr lang="en-US" sz="2200" i="1" dirty="0">
                <a:solidFill>
                  <a:schemeClr val="accent6">
                    <a:lumMod val="60000"/>
                    <a:lumOff val="40000"/>
                  </a:schemeClr>
                </a:solidFill>
              </a:rPr>
              <a:t>raise or lower the pulse rate.</a:t>
            </a:r>
          </a:p>
        </p:txBody>
      </p:sp>
      <p:pic>
        <p:nvPicPr>
          <p:cNvPr id="2" name="Picture 1">
            <a:extLst>
              <a:ext uri="{FF2B5EF4-FFF2-40B4-BE49-F238E27FC236}">
                <a16:creationId xmlns:a16="http://schemas.microsoft.com/office/drawing/2014/main" id="{6DE050E2-319A-C1D8-8059-16AE6F281B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7477" y="3968497"/>
            <a:ext cx="5305049" cy="2679228"/>
          </a:xfrm>
          <a:prstGeom prst="rect">
            <a:avLst/>
          </a:prstGeom>
        </p:spPr>
      </p:pic>
    </p:spTree>
    <p:extLst>
      <p:ext uri="{BB962C8B-B14F-4D97-AF65-F5344CB8AC3E}">
        <p14:creationId xmlns:p14="http://schemas.microsoft.com/office/powerpoint/2010/main" val="2875530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8396-9478-018D-FABD-C4C3BBE1F6E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BF9A793-071E-0D99-1B93-DE33E7129207}"/>
              </a:ext>
            </a:extLst>
          </p:cNvPr>
          <p:cNvSpPr txBox="1"/>
          <p:nvPr/>
        </p:nvSpPr>
        <p:spPr>
          <a:xfrm>
            <a:off x="137160" y="186399"/>
            <a:ext cx="11283696" cy="3785652"/>
          </a:xfrm>
          <a:prstGeom prst="rect">
            <a:avLst/>
          </a:prstGeom>
          <a:noFill/>
        </p:spPr>
        <p:txBody>
          <a:bodyPr wrap="square">
            <a:spAutoFit/>
          </a:bodyPr>
          <a:lstStyle/>
          <a:p>
            <a:r>
              <a:rPr lang="en-US" sz="2400" b="1" dirty="0">
                <a:solidFill>
                  <a:schemeClr val="accent4">
                    <a:lumMod val="40000"/>
                    <a:lumOff val="60000"/>
                  </a:schemeClr>
                </a:solidFill>
              </a:rPr>
              <a:t>2-tailed test</a:t>
            </a:r>
          </a:p>
          <a:p>
            <a:r>
              <a:rPr lang="en-US" sz="2400" b="1" dirty="0">
                <a:solidFill>
                  <a:schemeClr val="accent6">
                    <a:lumMod val="60000"/>
                    <a:lumOff val="40000"/>
                  </a:schemeClr>
                </a:solidFill>
              </a:rPr>
              <a:t>Example :     </a:t>
            </a:r>
            <a:r>
              <a:rPr lang="en-US" sz="2400" dirty="0">
                <a:solidFill>
                  <a:schemeClr val="accent6">
                    <a:lumMod val="60000"/>
                    <a:lumOff val="40000"/>
                  </a:schemeClr>
                </a:solidFill>
              </a:rPr>
              <a:t>A soft drink company has a bottling machine that's supposed to fill bottles with exactly 500 ml of soda.  The quality control manager suspects the machine might be malfunctioning - it could be </a:t>
            </a:r>
            <a:r>
              <a:rPr lang="en-US" sz="2400" b="1" dirty="0">
                <a:solidFill>
                  <a:schemeClr val="accent6">
                    <a:lumMod val="60000"/>
                    <a:lumOff val="40000"/>
                  </a:schemeClr>
                </a:solidFill>
              </a:rPr>
              <a:t>overfilling OR underfilling</a:t>
            </a:r>
            <a:r>
              <a:rPr lang="en-US" sz="2400" dirty="0">
                <a:solidFill>
                  <a:schemeClr val="accent6">
                    <a:lumMod val="60000"/>
                    <a:lumOff val="40000"/>
                  </a:schemeClr>
                </a:solidFill>
              </a:rPr>
              <a:t> bottles.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hypothesis for this are</a:t>
            </a:r>
          </a:p>
          <a:p>
            <a:r>
              <a:rPr lang="en-US" sz="2400" b="1" dirty="0">
                <a:solidFill>
                  <a:schemeClr val="accent6">
                    <a:lumMod val="60000"/>
                    <a:lumOff val="40000"/>
                  </a:schemeClr>
                </a:solidFill>
              </a:rPr>
              <a:t>Null Hypothesis (H₀):</a:t>
            </a:r>
            <a:r>
              <a:rPr lang="en-US" sz="2400" dirty="0">
                <a:solidFill>
                  <a:schemeClr val="accent6">
                    <a:lumMod val="60000"/>
                    <a:lumOff val="40000"/>
                  </a:schemeClr>
                </a:solidFill>
              </a:rPr>
              <a:t>             μ = 500 ml (the machine is filling correctly - </a:t>
            </a:r>
            <a:r>
              <a:rPr lang="en-US" sz="2400" b="1" dirty="0">
                <a:solidFill>
                  <a:schemeClr val="accent6">
                    <a:lumMod val="60000"/>
                    <a:lumOff val="40000"/>
                  </a:schemeClr>
                </a:solidFill>
              </a:rPr>
              <a:t>No change</a:t>
            </a:r>
            <a:r>
              <a:rPr lang="en-US" sz="2400" dirty="0">
                <a:solidFill>
                  <a:schemeClr val="accent6">
                    <a:lumMod val="60000"/>
                    <a:lumOff val="40000"/>
                  </a:schemeClr>
                </a:solidFill>
              </a:rPr>
              <a:t>)</a:t>
            </a:r>
          </a:p>
          <a:p>
            <a:r>
              <a:rPr lang="en-US" sz="2400" b="1" dirty="0">
                <a:solidFill>
                  <a:schemeClr val="accent6">
                    <a:lumMod val="60000"/>
                    <a:lumOff val="40000"/>
                  </a:schemeClr>
                </a:solidFill>
              </a:rPr>
              <a:t>Alternative Hypothesis (H₁):</a:t>
            </a:r>
            <a:r>
              <a:rPr lang="en-US" sz="2400" dirty="0">
                <a:solidFill>
                  <a:schemeClr val="accent6">
                    <a:lumMod val="60000"/>
                    <a:lumOff val="40000"/>
                  </a:schemeClr>
                </a:solidFill>
              </a:rPr>
              <a:t> μ ≠ 500 ml (the machine is NOT filling correctly - </a:t>
            </a:r>
            <a:r>
              <a:rPr lang="en-US" sz="2400" b="1" dirty="0">
                <a:solidFill>
                  <a:schemeClr val="accent6">
                    <a:lumMod val="60000"/>
                    <a:lumOff val="40000"/>
                  </a:schemeClr>
                </a:solidFill>
              </a:rPr>
              <a:t>There is change . </a:t>
            </a:r>
            <a:r>
              <a:rPr lang="en-US" sz="2400" dirty="0">
                <a:solidFill>
                  <a:schemeClr val="accent6">
                    <a:lumMod val="60000"/>
                    <a:lumOff val="40000"/>
                  </a:schemeClr>
                </a:solidFill>
              </a:rPr>
              <a:t>Could be more OR less.)</a:t>
            </a:r>
          </a:p>
          <a:p>
            <a:r>
              <a:rPr lang="en-US" sz="2400" i="1" dirty="0">
                <a:solidFill>
                  <a:schemeClr val="accent6">
                    <a:lumMod val="60000"/>
                    <a:lumOff val="40000"/>
                  </a:schemeClr>
                </a:solidFill>
              </a:rPr>
              <a:t>This test is called a two-tailed test since the machine could be filling less or more.</a:t>
            </a:r>
          </a:p>
        </p:txBody>
      </p:sp>
      <p:pic>
        <p:nvPicPr>
          <p:cNvPr id="3" name="Picture 2">
            <a:extLst>
              <a:ext uri="{FF2B5EF4-FFF2-40B4-BE49-F238E27FC236}">
                <a16:creationId xmlns:a16="http://schemas.microsoft.com/office/drawing/2014/main" id="{76F0BDE4-5D37-E2EA-7BE9-5D8FE29E4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7477" y="3968497"/>
            <a:ext cx="5305049" cy="2679228"/>
          </a:xfrm>
          <a:prstGeom prst="rect">
            <a:avLst/>
          </a:prstGeom>
        </p:spPr>
      </p:pic>
    </p:spTree>
    <p:extLst>
      <p:ext uri="{BB962C8B-B14F-4D97-AF65-F5344CB8AC3E}">
        <p14:creationId xmlns:p14="http://schemas.microsoft.com/office/powerpoint/2010/main" val="3520038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168E-2889-EB8C-92FA-7877BF03BF4A}"/>
            </a:ext>
          </a:extLst>
        </p:cNvPr>
        <p:cNvGrpSpPr/>
        <p:nvPr/>
      </p:nvGrpSpPr>
      <p:grpSpPr>
        <a:xfrm>
          <a:off x="0" y="0"/>
          <a:ext cx="0" cy="0"/>
          <a:chOff x="0" y="0"/>
          <a:chExt cx="0" cy="0"/>
        </a:xfrm>
      </p:grpSpPr>
    </p:spTree>
    <p:extLst>
      <p:ext uri="{BB962C8B-B14F-4D97-AF65-F5344CB8AC3E}">
        <p14:creationId xmlns:p14="http://schemas.microsoft.com/office/powerpoint/2010/main" val="1917880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1003</TotalTime>
  <Words>1094</Words>
  <Application>Microsoft Office PowerPoint</Application>
  <PresentationFormat>Widescreen</PresentationFormat>
  <Paragraphs>121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Cambria Math</vt:lpstr>
      <vt:lpstr>Inter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140</cp:revision>
  <dcterms:created xsi:type="dcterms:W3CDTF">2025-09-22T02:44:38Z</dcterms:created>
  <dcterms:modified xsi:type="dcterms:W3CDTF">2026-05-04T12:07:42Z</dcterms:modified>
</cp:coreProperties>
</file>