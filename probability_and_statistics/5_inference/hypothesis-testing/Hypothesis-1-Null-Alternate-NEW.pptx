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handoutMasterIdLst>
    <p:handoutMasterId r:id="rId18"/>
  </p:handoutMasterIdLst>
  <p:sldIdLst>
    <p:sldId id="258" r:id="rId2"/>
    <p:sldId id="284" r:id="rId3"/>
    <p:sldId id="283" r:id="rId4"/>
    <p:sldId id="278" r:id="rId5"/>
    <p:sldId id="285" r:id="rId6"/>
    <p:sldId id="268" r:id="rId7"/>
    <p:sldId id="286" r:id="rId8"/>
    <p:sldId id="270" r:id="rId9"/>
    <p:sldId id="279" r:id="rId10"/>
    <p:sldId id="267" r:id="rId11"/>
    <p:sldId id="280" r:id="rId12"/>
    <p:sldId id="281" r:id="rId13"/>
    <p:sldId id="282" r:id="rId14"/>
    <p:sldId id="275" r:id="rId15"/>
    <p:sldId id="276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05:28:35.738"/>
    </inkml:context>
    <inkml:brush xml:id="br0">
      <inkml:brushProperty name="width" value="0.2" units="cm"/>
      <inkml:brushProperty name="height" value="0.2" units="cm"/>
      <inkml:brushProperty name="color" value="#FF0066"/>
    </inkml:brush>
  </inkml:definitions>
  <inkml:trace contextRef="#ctx0" brushRef="#br0">60 38 5665 0 0,'-55'-36'-433'0'0,"53"35"752"0"0,-1 10-363 0 0,8 21 19 0 0,44 200 82 0 0,-37-181 152 0 0,-3 2 0 0 0,6 98 0 0 0,-12-135 64 0 0,3-47-4856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05:28:36.696"/>
    </inkml:context>
    <inkml:brush xml:id="br0">
      <inkml:brushProperty name="width" value="0.2" units="cm"/>
      <inkml:brushProperty name="height" value="0.2" units="cm"/>
      <inkml:brushProperty name="color" value="#FF0066"/>
    </inkml:brush>
  </inkml:definitions>
  <inkml:trace contextRef="#ctx0" brushRef="#br0">0 329 4352 0 0,'165'-38'-448'0'0,"-79"15"1580"0"0,-84 22-992 0 0,-1 1-114 0 0,0 0 1 0 0,1 0-1 0 0,-1 0 1 0 0,0-1-1 0 0,0 1 1 0 0,0 0-1 0 0,1-1 1 0 0,-1 1-1 0 0,0-1 1 0 0,0 1-1 0 0,0-1 1 0 0,0 0-1 0 0,0 1 0 0 0,0-1 1 0 0,0 0-1 0 0,0 0 1 0 0,0 0-1 0 0,0 0 1 0 0,0 0-1 0 0,-1 0 1 0 0,1 0-1 0 0,0 0 1 0 0,-1 0-1 0 0,1 0 1 0 0,-1 0-1 0 0,1 0 1 0 0,-1 0-1 0 0,1-1 1 0 0,-1 1-1 0 0,0 0 1 0 0,0 0-1 0 0,1-2 1 0 0,6-44 361 0 0,-7 17-228 0 0,-2 1 0 0 0,-2-1 0 0 0,0 1-1 0 0,-10-31 1 0 0,14 58-124 0 0,0 1-32 0 0,-1 0-1 0 0,1 1 0 0 0,0-1 0 0 0,0 0 0 0 0,-1 1 0 0 0,1-1 1 0 0,-1 0-1 0 0,1 1 0 0 0,0-1 0 0 0,-1 1 0 0 0,1-1 1 0 0,-1 0-1 0 0,1 1 0 0 0,-1-1 0 0 0,0 1 0 0 0,1 0 1 0 0,-1-1-1 0 0,1 1 0 0 0,-1-1 0 0 0,0 1 0 0 0,1 0 0 0 0,-2-1 1 0 0,0 22-2 0 0,1 0 0 0 0,1 1 0 0 0,0-1 0 0 0,2 0 0 0 0,1 0 0 0 0,0 0 0 0 0,2 0 0 0 0,13 37 0 0 0,-6-13 0 0 0,40 107 402 0 0,-34-105-300 0 0,-18-46 106 0 0,2 5 44 0 0,11-41-4837 0 0,-6 22 2683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05:28:37.312"/>
    </inkml:context>
    <inkml:brush xml:id="br0">
      <inkml:brushProperty name="width" value="0.2" units="cm"/>
      <inkml:brushProperty name="height" value="0.2" units="cm"/>
      <inkml:brushProperty name="color" value="#FF0066"/>
    </inkml:brush>
  </inkml:definitions>
  <inkml:trace contextRef="#ctx0" brushRef="#br0">75 9 4932 0 0,'0'0'-199'0'0,"0"-1"-31"0"0,-1 0 234 0 0,1 1-1 0 0,0 0 1 0 0,0-1-1 0 0,0 1 1 0 0,0-1-1 0 0,-1 1 1 0 0,1 0-1 0 0,0-1 1 0 0,-1 1-1 0 0,1 0 1 0 0,0-1 0 0 0,-1 1-1 0 0,1 0 1 0 0,0 0-1 0 0,-1-1 1 0 0,1 1-1 0 0,0 0 1 0 0,-1 0-1 0 0,1 0 1 0 0,-1-1-1 0 0,1 1 1 0 0,0 0 0 0 0,-1 0-1 0 0,1 0 1 0 0,-1 0-1 0 0,1 0 1 0 0,-1 0-1 0 0,1 0 1 0 0,0 0-1 0 0,-1 0 1 0 0,1 0-1 0 0,-1 0 1 0 0,1 0 0 0 0,-1 0-1 0 0,-3 2 3 0 0,0 0-1 0 0,0 0 0 0 0,0 0 1 0 0,1 0-1 0 0,-1 1 1 0 0,1-1-1 0 0,0 1 1 0 0,0 0-1 0 0,0 0 1 0 0,0 0-1 0 0,0 1 0 0 0,1-1 1 0 0,-1 0-1 0 0,1 1 1 0 0,0 0-1 0 0,0 0 1 0 0,0-1-1 0 0,1 1 1 0 0,-1 0-1 0 0,1 0 1 0 0,0 1-1 0 0,-1 6 0 0 0,2-6 28 0 0,0 0 0 0 0,1-1 0 0 0,-1 1 0 0 0,1 0-1 0 0,0 0 1 0 0,0-1 0 0 0,1 1 0 0 0,0-1-1 0 0,-1 1 1 0 0,1-1 0 0 0,1 0 0 0 0,-1 0 0 0 0,1 0-1 0 0,-1 0 1 0 0,1 0 0 0 0,0 0 0 0 0,1-1-1 0 0,-1 0 1 0 0,1 1 0 0 0,-1-1 0 0 0,1 0 0 0 0,0-1-1 0 0,0 1 1 0 0,0-1 0 0 0,0 0 0 0 0,1 0-1 0 0,-1 0 1 0 0,1 0 0 0 0,-1-1 0 0 0,1 0-1 0 0,0 0 1 0 0,-1 0 0 0 0,1 0 0 0 0,0-1 0 0 0,0 0-1 0 0,-1 0 1 0 0,1 0 0 0 0,0 0 0 0 0,0-1-1 0 0,-1 0 1 0 0,1 0 0 0 0,0 0 0 0 0,5-3 0 0 0,-6 3 9 0 0,0-1 1 0 0,-1 0 0 0 0,1 0 0 0 0,0 0 0 0 0,-1 0 0 0 0,0-1 0 0 0,0 1 0 0 0,0-1 0 0 0,0 0 0 0 0,0 0 0 0 0,0 0-1 0 0,0 0 1 0 0,-1 0 0 0 0,0-1 0 0 0,0 1 0 0 0,0-1 0 0 0,0 0 0 0 0,0 1 0 0 0,1-6 0 0 0,-2 7-22 0 0,-1 0 0 0 0,1-1 1 0 0,-1 1-1 0 0,1-1 1 0 0,-1 1-1 0 0,0-1 0 0 0,0 1 1 0 0,0-1-1 0 0,0 1 0 0 0,0 0 1 0 0,0-1-1 0 0,-1 1 1 0 0,1-1-1 0 0,-1 1 0 0 0,0-1 1 0 0,0 1-1 0 0,0 0 0 0 0,0 0 1 0 0,0-1-1 0 0,0 1 1 0 0,0 0-1 0 0,-1 0 0 0 0,1 0 1 0 0,-1 0-1 0 0,0 0 1 0 0,1 1-1 0 0,-1-1 0 0 0,0 0 1 0 0,-4-2-1 0 0,-2 2-8 0 0,0 0-1 0 0,-1 1 1 0 0,1 0-1 0 0,-1 0 1 0 0,1 1-1 0 0,-1 0 1 0 0,1 0-1 0 0,0 1 1 0 0,-1 0-1 0 0,-11 4 1 0 0,5-3 6 0 0,-11 4 85 0 0,2-1-886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05:28:40.166"/>
    </inkml:context>
    <inkml:brush xml:id="br0">
      <inkml:brushProperty name="width" value="0.2" units="cm"/>
      <inkml:brushProperty name="height" value="0.2" units="cm"/>
      <inkml:brushProperty name="color" value="#FF0066"/>
    </inkml:brush>
  </inkml:definitions>
  <inkml:trace contextRef="#ctx0" brushRef="#br0">34 86 5192 0 0,'1'-14'-566'0'0,"-1"11"644"0"0,1 0-1 0 0,-1 0 1 0 0,0 0-1 0 0,0 0 1 0 0,0 0 0 0 0,0 0-1 0 0,-1-1 1 0 0,1 1 0 0 0,-1 0-1 0 0,0 0 1 0 0,1 0 0 0 0,-1 0-1 0 0,-1 0 1 0 0,-1-4 0 0 0,2 7 114 0 0,0-2-59 0 0,0 0 0 0 0,0 0 0 0 0,0 1 0 0 0,0-1 0 0 0,0 1 0 0 0,0-1 0 0 0,-1 1 0 0 0,1 0 0 0 0,-1-1 0 0 0,1 1 0 0 0,-1 0 0 0 0,1 0 0 0 0,-3-1 0 0 0,3 6-132 0 0,-1 0-1 0 0,1 1 1 0 0,1-1-1 0 0,-1 1 0 0 0,1 0 1 0 0,-1-1-1 0 0,1 1 0 0 0,1-1 1 0 0,-1 1-1 0 0,1 0 1 0 0,1 4-1 0 0,0 4 1 0 0,3 34 1 0 0,29 185 4 0 0,-32-225 34 0 0,-1-1-1 0 0,1 1 1 0 0,-2-1 0 0 0,1 1 0 0 0,-1-1 0 0 0,0 1 0 0 0,0-1-1 0 0,0 1 1 0 0,-1-1 0 0 0,0 1 0 0 0,-1-1 0 0 0,1 1-1 0 0,-1-1 1 0 0,-4 8 0 0 0,5-12 37 0 0,0-3-199 0 0,1 0-1 0 0,-1 1 1 0 0,0-1 0 0 0,1 0 0 0 0,-1 0 0 0 0,0 1 0 0 0,1-1 0 0 0,-1 0-1 0 0,1 0 1 0 0,0 0 0 0 0,-1 0 0 0 0,1 0 0 0 0,0 1 0 0 0,-1-1-1 0 0,1 0 1 0 0,0 0 0 0 0,0 0 0 0 0,0 0 0 0 0,0 0 0 0 0,0 0 0 0 0,0 0-1 0 0,0 0 1 0 0,0 0 0 0 0,0 0 0 0 0,0 0 0 0 0,1 0 0 0 0,-1 0-1 0 0,0 0 1 0 0,1 0 0 0 0,-1 1 0 0 0,0-1 0 0 0,1 0 0 0 0,-1 0-1 0 0,1 0 1 0 0,0 0 0 0 0,0 0 0 0 0,9-16-2035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05:28:41.356"/>
    </inkml:context>
    <inkml:brush xml:id="br0">
      <inkml:brushProperty name="width" value="0.2" units="cm"/>
      <inkml:brushProperty name="height" value="0.2" units="cm"/>
      <inkml:brushProperty name="color" value="#FF0066"/>
    </inkml:brush>
  </inkml:definitions>
  <inkml:trace contextRef="#ctx0" brushRef="#br0">0 280 5136 0 0,'0'0'-334'0'0,"30"-2"-1645"0"0,24-1 2413 0 0,-1-3 0 0 0,84-19 0 0 0,-135 25-389 0 0,0-1 1 0 0,0 0-1 0 0,-1 1 0 0 0,1-1 0 0 0,0 0 0 0 0,-1 0 1 0 0,1 0-1 0 0,-1 0 0 0 0,1 0 0 0 0,-1 0 1 0 0,0-1-1 0 0,1 1 0 0 0,-1 0 0 0 0,0-1 1 0 0,0 1-1 0 0,0-1 0 0 0,0 1 0 0 0,0-1 1 0 0,0 0-1 0 0,0 1 0 0 0,-1-1 0 0 0,1 0 1 0 0,-1 1-1 0 0,1-1 0 0 0,-1 0 0 0 0,1 0 0 0 0,-1 0 1 0 0,0 1-1 0 0,0-1 0 0 0,0 0 0 0 0,0 0 1 0 0,0 0-1 0 0,-1-2 0 0 0,-1-8 49 0 0,-1 0 1 0 0,0 1-1 0 0,-1 0 1 0 0,-6-14-1 0 0,-1-4 188 0 0,8 17-161 0 0,1 5 45 0 0,1 0 1 0 0,-2 0-1 0 0,1 0 1 0 0,-1 0 0 0 0,-4-8-1 0 0,6 14-40 0 0,-17-29 1212 0 0,56 140-1303 0 0,51 104 0 0 0,-54-112-23 0 0,-7-18 59 0 0,-19-69 36 0 0,-2-14-185 0 0,6-25-1368 0 0,-3 1-1429 0 0,1 6-131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05:28:41.906"/>
    </inkml:context>
    <inkml:brush xml:id="br0">
      <inkml:brushProperty name="width" value="0.2" units="cm"/>
      <inkml:brushProperty name="height" value="0.2" units="cm"/>
      <inkml:brushProperty name="color" value="#FF0066"/>
    </inkml:brush>
  </inkml:definitions>
  <inkml:trace contextRef="#ctx0" brushRef="#br0">63 1 6397 0 0,'0'0'-300'0'0,"-6"2"-390"0"0,3-2 688 0 0,0 1 1 0 0,1-1 0 0 0,-1 0 0 0 0,1 1 0 0 0,0-1 1 0 0,-1 1-1 0 0,1 0 0 0 0,0 0 0 0 0,-1 0 0 0 0,1 0 0 0 0,0 0 0 0 0,0 1 0 0 0,0-1 0 0 0,0 1 0 0 0,0-1 0 0 0,0 1 0 0 0,1 0 0 0 0,-1-1 0 0 0,0 1 0 0 0,1 0 1 0 0,-1 0-1 0 0,1 0 0 0 0,0 0 0 0 0,0 1 0 0 0,0-1 0 0 0,0 0 0 0 0,0 1 0 0 0,0-1 0 0 0,0 0 0 0 0,0 5 0 0 0,1-5 8 0 0,0 1 0 0 0,0-1 1 0 0,0 0-1 0 0,0 0 0 0 0,0 0 0 0 0,0 0 0 0 0,1 0 0 0 0,-1 0 1 0 0,0 0-1 0 0,1 0 0 0 0,0 0 0 0 0,0 0 0 0 0,-1-1 0 0 0,1 1 1 0 0,0 0-1 0 0,1 0 0 0 0,-1-1 0 0 0,0 1 0 0 0,0 0 0 0 0,1-1 1 0 0,-1 1-1 0 0,1-1 0 0 0,-1 0 0 0 0,1 1 0 0 0,0-1 0 0 0,-1 0 1 0 0,1 0-1 0 0,0 0 0 0 0,0 0 0 0 0,0-1 0 0 0,0 1 0 0 0,2 0 1 0 0,6 3 20 0 0,-1-1 0 0 0,1 0 0 0 0,-1 0 1 0 0,1-1-1 0 0,13 1 0 0 0,-20-3-10 0 0,12 1 41 0 0,0 0 1 0 0,0-1 0 0 0,26-3-1 0 0,-38 2-25 0 0,0 1 0 0 0,0-1 0 0 0,0 0 0 0 0,0 1 0 0 0,0-1 0 0 0,0-1 0 0 0,0 1 0 0 0,-1 0 0 0 0,1-1 0 0 0,0 1 0 0 0,-1-1-1 0 0,1 0 1 0 0,-1 0 0 0 0,0 0 0 0 0,1 0 0 0 0,-1 0 0 0 0,0 0 0 0 0,0-1 0 0 0,-1 1 0 0 0,1-1 0 0 0,0 1 0 0 0,-1-1-1 0 0,0 0 1 0 0,3-5 0 0 0,-4 6-10 0 0,0 1 0 0 0,0-1 0 0 0,-1 1 0 0 0,1-1 0 0 0,0 1 0 0 0,0-1 0 0 0,-1 1 0 0 0,1-1 0 0 0,-1 1 0 0 0,1-1 0 0 0,-1 1 0 0 0,0 0 0 0 0,1-1 0 0 0,-1 1 0 0 0,0 0 0 0 0,0-1 0 0 0,0 1 0 0 0,0 0 0 0 0,0 0 0 0 0,0 0 0 0 0,0 0 0 0 0,-1 0 0 0 0,1 0 0 0 0,-2-1 0 0 0,-33-18 261 0 0,18 16-393 0 0,0 0 1 0 0,-1 1-1 0 0,0 0 0 0 0,1 2 0 0 0,-1 0 1 0 0,-23 2-1 0 0,8 0-3360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05:28:43.886"/>
    </inkml:context>
    <inkml:brush xml:id="br0">
      <inkml:brushProperty name="width" value="0.2" units="cm"/>
      <inkml:brushProperty name="height" value="0.2" units="cm"/>
      <inkml:brushProperty name="color" value="#FF0066"/>
    </inkml:brush>
  </inkml:definitions>
  <inkml:trace contextRef="#ctx0" brushRef="#br0">42 20 4488 0 0,'-4'-3'-29'0'0,"0"0"-1"0"0,0 1 1 0 0,0 0-1 0 0,-1 0 1 0 0,1 0-1 0 0,-1 0 1 0 0,-6-1-1 0 0,11 25 28 0 0,1-1 0 0 0,0 1 0 0 0,2-1 0 0 0,1 1-1 0 0,1-1 1 0 0,1 0 0 0 0,9 25 0 0 0,2 9 7 0 0,-8-25-9 0 0,28 120 345 0 0,-31-123-1556 0 0,5-54-291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05:28:45.048"/>
    </inkml:context>
    <inkml:brush xml:id="br0">
      <inkml:brushProperty name="width" value="0.2" units="cm"/>
      <inkml:brushProperty name="height" value="0.2" units="cm"/>
      <inkml:brushProperty name="color" value="#FF0066"/>
    </inkml:brush>
  </inkml:definitions>
  <inkml:trace contextRef="#ctx0" brushRef="#br0">50 258 4108 0 0,'-5'1'-238'0'0,"1"1"0"0"0,0-1 0 0 0,-1 1-1 0 0,1 0 1 0 0,0 0 0 0 0,0 1 0 0 0,-6 4-1 0 0,2-1 143 0 0,6-5 160 0 0,32-6 506 0 0,0 0 0 0 0,-1-2 0 0 0,50-19 0 0 0,-67 21-507 0 0,-1 1-1 0 0,0-2 1 0 0,0 1-1 0 0,19-15 0 0 0,-27 19-15 0 0,0-1-1 0 0,-1-1 0 0 0,0 1 0 0 0,1 0 1 0 0,-1-1-1 0 0,0 1 0 0 0,0-1 1 0 0,0 1-1 0 0,-1-1 0 0 0,1 0 1 0 0,0 0-1 0 0,-1 0 0 0 0,0 0 0 0 0,0 0 1 0 0,0 0-1 0 0,0 0 0 0 0,0 0 1 0 0,-1-1-1 0 0,1 1 0 0 0,-1 0 0 0 0,0 0 1 0 0,0-1-1 0 0,0 1 0 0 0,-1 0 1 0 0,0-4-1 0 0,-3-8 148 0 0,-2 1 0 0 0,0 0 0 0 0,0 1 0 0 0,-1-1-1 0 0,-15-19 1 0 0,22 32-108 0 0,-18-20-68 0 0,17 27-22 0 0,-1-1-1 0 0,1 1 1 0 0,1 0 0 0 0,-1-1-1 0 0,1 1 1 0 0,0 0-1 0 0,0-1 1 0 0,0 1 0 0 0,1 0-1 0 0,0 0 1 0 0,3 10-1 0 0,2 5-12 0 0,5 32 14 0 0,2-1-1 0 0,2-1 0 0 0,23 50 0 0 0,-17-46 44 0 0,-9-8-350 0 0,15-91-2691 0 0,-16 27 980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05:28:45.561"/>
    </inkml:context>
    <inkml:brush xml:id="br0">
      <inkml:brushProperty name="width" value="0.2" units="cm"/>
      <inkml:brushProperty name="height" value="0.2" units="cm"/>
      <inkml:brushProperty name="color" value="#FF0066"/>
    </inkml:brush>
  </inkml:definitions>
  <inkml:trace contextRef="#ctx0" brushRef="#br0">56 0 5048 0 0,'0'0'-277'0'0,"-9"7"-1063"0"0,5-4 1332 0 0,0 1-1 0 0,0-1 0 0 0,0 1 0 0 0,1 0 0 0 0,-1 0 0 0 0,1 1 0 0 0,0-1 1 0 0,0 1-1 0 0,1 0 0 0 0,-1-1 0 0 0,1 1 0 0 0,0 0 0 0 0,0 0 0 0 0,-1 7 1 0 0,3-9 20 0 0,0-1 0 0 0,-1 1 0 0 0,1-1 0 0 0,0 0 0 0 0,1 1 1 0 0,-1-1-1 0 0,0 1 0 0 0,1-1 0 0 0,-1 1 0 0 0,1-1 0 0 0,0 0 1 0 0,-1 0-1 0 0,1 1 0 0 0,0-1 0 0 0,1 0 0 0 0,-1 0 0 0 0,0 0 1 0 0,0 0-1 0 0,1 0 0 0 0,0 0 0 0 0,-1 0 0 0 0,1 0 0 0 0,0-1 1 0 0,0 1-1 0 0,0-1 0 0 0,0 1 0 0 0,0-1 0 0 0,0 0 0 0 0,0 0 1 0 0,0 0-1 0 0,1 0 0 0 0,-1 0 0 0 0,0 0 0 0 0,1-1 0 0 0,-1 1 1 0 0,0-1-1 0 0,1 1 0 0 0,3-1 0 0 0,8 2 159 0 0,-1 0 1 0 0,0-1-1 0 0,1 0 1 0 0,16-2-1 0 0,-26 1-82 0 0,-1 0 0 0 0,1-1 1 0 0,0 1-1 0 0,0-1 0 0 0,-1 0 0 0 0,1 0 1 0 0,-1 0-1 0 0,1-1 0 0 0,-1 1 0 0 0,1-1 1 0 0,-1 0-1 0 0,0 0 0 0 0,0 0 0 0 0,0 0 0 0 0,0-1 1 0 0,0 1-1 0 0,0-1 0 0 0,-1 0 0 0 0,1 0 1 0 0,2-4-1 0 0,-4 6-64 0 0,-1 1 0 0 0,1-1 0 0 0,-1 0 0 0 0,1 0 0 0 0,-1 0 0 0 0,0 0 0 0 0,1 0 0 0 0,-1 1 0 0 0,0-1 0 0 0,0 0 0 0 0,1 0 0 0 0,-1 0 0 0 0,0 0 0 0 0,0 0 0 0 0,0 0 0 0 0,0 0 0 0 0,0 0-1 0 0,-1 0 1 0 0,1 0 0 0 0,0 0 0 0 0,0 1 0 0 0,-1-1 0 0 0,1 0 0 0 0,0 0 0 0 0,-1 0 0 0 0,1 0 0 0 0,-1 0 0 0 0,0-1 0 0 0,-1 1 8 0 0,1 0-1 0 0,-1-1 0 0 0,0 1 1 0 0,0 0-1 0 0,1 0 1 0 0,-1 0-1 0 0,0 0 0 0 0,0 0 1 0 0,0 1-1 0 0,0-1 1 0 0,-4 0-1 0 0,-45-2 142 0 0,-24 21-626 0 0,30-3-2907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05:28:48.362"/>
    </inkml:context>
    <inkml:brush xml:id="br0">
      <inkml:brushProperty name="width" value="0.2" units="cm"/>
      <inkml:brushProperty name="height" value="0.2" units="cm"/>
      <inkml:brushProperty name="color" value="#FF0066"/>
    </inkml:brush>
  </inkml:definitions>
  <inkml:trace contextRef="#ctx0" brushRef="#br0">9 13 5096 0 0,'0'0'-317'0'0,"-6"-8"-222"0"0,3 4 17 0 0,23 48-325 0 0,-3-1 1042 0 0,-1 1 1 0 0,-3 1-1 0 0,13 72 1 0 0,-3-15 369 0 0,-15-76-245 0 0,2 18 883 0 0,-10-42-1023 0 0,-2 4 188 0 0,2-4-547 0 0,0-30-2540 0 0,5 8 1184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05:28:49.336"/>
    </inkml:context>
    <inkml:brush xml:id="br0">
      <inkml:brushProperty name="width" value="0.2" units="cm"/>
      <inkml:brushProperty name="height" value="0.2" units="cm"/>
      <inkml:brushProperty name="color" value="#FF0066"/>
    </inkml:brush>
  </inkml:definitions>
  <inkml:trace contextRef="#ctx0" brushRef="#br0">33 288 4344 0 0,'0'0'-246'0'0,"-33"10"-729"0"0,57-19 1031 0 0,0 2-1 0 0,39-8 1 0 0,-37 9 245 0 0,1 0 0 0 0,40-17 0 0 0,-63 21-249 0 0,-1 0-1 0 0,0 0 1 0 0,1 0 0 0 0,-1-1-1 0 0,0 0 1 0 0,-1 1-1 0 0,1-1 1 0 0,0 0 0 0 0,-1-1-1 0 0,0 1 1 0 0,0 0-1 0 0,0-1 1 0 0,0 1 0 0 0,0-1-1 0 0,-1 1 1 0 0,1-1 0 0 0,-1 0-1 0 0,0 0 1 0 0,0 1-1 0 0,0-1 1 0 0,0-5 0 0 0,0-2 55 0 0,0-1 1 0 0,-1 1-1 0 0,0 0 0 0 0,-1 0 1 0 0,-4-23-1 0 0,-12-16 950 0 0,17 49-956 0 0,-3-9 140 0 0,1 4-155 0 0,2 7-156 0 0,6 24 61 0 0,0 0 0 0 0,1-1 1 0 0,2 0-1 0 0,14 28 0 0 0,55 92 19 0 0,-39-75 33 0 0,-13-12 108 0 0,-26-55-125 0 0,4-22-3844 0 0,3 1 1918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05:28:50.010"/>
    </inkml:context>
    <inkml:brush xml:id="br0">
      <inkml:brushProperty name="width" value="0.2" units="cm"/>
      <inkml:brushProperty name="height" value="0.2" units="cm"/>
      <inkml:brushProperty name="color" value="#FF0066"/>
    </inkml:brush>
  </inkml:definitions>
  <inkml:trace contextRef="#ctx0" brushRef="#br0">106 0 4804 0 0,'0'0'-305'0'0,"-11"6"-1252"0"0,6-2 1567 0 0,0 0 1 0 0,1 0-1 0 0,-1 0 0 0 0,1 0 1 0 0,0 1-1 0 0,0-1 0 0 0,0 1 1 0 0,0 0-1 0 0,1 0 0 0 0,0 1 1 0 0,0-1-1 0 0,1 1 0 0 0,-1-1 1 0 0,-2 12-1 0 0,3-11 40 0 0,1 0 0 0 0,0 0 0 0 0,0 0 1 0 0,0 0-1 0 0,0 0 0 0 0,1 1 0 0 0,0-1 0 0 0,1 0 0 0 0,-1 0 1 0 0,1 0-1 0 0,0 0 0 0 0,1 0 0 0 0,-1 0 0 0 0,4 7 0 0 0,-4-10-27 0 0,1 0 0 0 0,0-1-1 0 0,0 1 1 0 0,0-1 0 0 0,0 0-1 0 0,0 1 1 0 0,0-1 0 0 0,1 0-1 0 0,-1 0 1 0 0,1 0 0 0 0,-1-1-1 0 0,1 1 1 0 0,0 0 0 0 0,0-1-1 0 0,-1 0 1 0 0,1 0 0 0 0,0 0-1 0 0,0 0 1 0 0,1 0 0 0 0,-1-1-1 0 0,0 1 1 0 0,0-1-1 0 0,0 0 1 0 0,0 0 0 0 0,0 0-1 0 0,1 0 1 0 0,-1 0 0 0 0,0-1-1 0 0,4-1 1 0 0,-1 2 30 0 0,-1-1 0 0 0,1 1 1 0 0,-1-1-1 0 0,1-1 0 0 0,-1 1 0 0 0,0-1 1 0 0,0 0-1 0 0,1 0 0 0 0,-1 0 0 0 0,-1-1 0 0 0,1 0 1 0 0,0 0-1 0 0,-1 0 0 0 0,1-1 0 0 0,-1 1 0 0 0,0-1 1 0 0,0 0-1 0 0,-1 0 0 0 0,1 0 0 0 0,-1-1 0 0 0,0 1 1 0 0,0-1-1 0 0,0 0 0 0 0,4-10 0 0 0,-7 13-38 0 0,0 1 0 0 0,1-1 0 0 0,-1 1 0 0 0,0-1 0 0 0,0 0 1 0 0,0 1-1 0 0,0-1 0 0 0,-1 1 0 0 0,1-1 0 0 0,0 0 0 0 0,-1 1 0 0 0,1-1 0 0 0,-1 1 0 0 0,1-1 0 0 0,-1 1 0 0 0,0-1 0 0 0,1 1 0 0 0,-1 0 0 0 0,0-1 0 0 0,0 1 0 0 0,0 0 0 0 0,0 0 1 0 0,0-1-1 0 0,-1 1 0 0 0,1 0 0 0 0,0 0 0 0 0,0 0 0 0 0,-1 1 0 0 0,1-1 0 0 0,-1 0 0 0 0,1 0 0 0 0,-1 1 0 0 0,1-1 0 0 0,-1 1 0 0 0,1-1 0 0 0,-1 1 0 0 0,1 0 0 0 0,-1-1 0 0 0,-1 1 1 0 0,-7-2 19 0 0,0 1 0 0 0,0 0 0 0 0,0 0 0 0 0,-17 1 0 0 0,10 3-25 0 0,-1 0 0 0 0,0 1 0 0 0,-18 7 0 0 0,-12 2-3093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02T06:30:36.981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30 78 2772 0 0,'-30'-19'2604'0'0,"38"15"-2590"0"0,0 2-1 0 0,-1-1 1 0 0,1 1 0 0 0,0 0-1 0 0,0 0 1 0 0,14 0 0 0 0,565-35 46 0 0,2 32 7 0 0,-490 5-42 0 0,-75 4 37 0 0,-24-4-59 0 0,0 0-1 0 0,0 0 1 0 0,1 0 0 0 0,-1 0-1 0 0,0 0 1 0 0,0 0-1 0 0,0 0 1 0 0,0 1 0 0 0,1-1-1 0 0,-1 0 1 0 0,0 0 0 0 0,0 0-1 0 0,0 0 1 0 0,0 1 0 0 0,0-1-1 0 0,1 0 1 0 0,-1 0 0 0 0,0 0-1 0 0,0 0 1 0 0,0 1-1 0 0,0-1 1 0 0,0 0 0 0 0,0 0-1 0 0,0 0 1 0 0,0 1 0 0 0,0-1-1 0 0,0 0 1 0 0,0 0 0 0 0,0 0-1 0 0,0 1 1 0 0,0-1-1 0 0,0 0 1 0 0,0 0 0 0 0,0 0-1 0 0,0 1 1 0 0,0-1 0 0 0,0 0-1 0 0,0 0 1 0 0,0 0 0 0 0,0 1-1 0 0,-1-1 1 0 0,1 0 0 0 0,0 0-1 0 0,0 0 1 0 0,0 1-1 0 0,-3 1 8 0 0,1 0-1 0 0,-1 0 1 0 0,0 0-1 0 0,0 0 1 0 0,0-1-1 0 0,0 1 1 0 0,0-1-1 0 0,0 1 0 0 0,-4 0 1 0 0,-370 92 275 0 0,323-82-207 0 0,-448 104 472 0 0,576-113-498 0 0,268-13-336 0 0,-334 16-335 0 0,-31 8-3489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06:40:21.52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1 1 24575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16:13:27.91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245 13 5837 0 0,'0'0'-550'0'0,"22"-7"-3971"0"0,30 5 4575 0 0,-49 2-43 0 0,17-1 25 0 0,12-1 31 0 0,-29 2 297 0 0,-12 0-357 0 0,-125 0 6 0 0,52 7-44 0 0,79-7 23 0 0,2 0-12 0 0,0 1 17 0 0,0-1 0 0 0,-1 0 0 0 0,1 0 0 0 0,0 0 0 0 0,0 1 0 0 0,0-1 0 0 0,0 0 1 0 0,0 1-1 0 0,0-1 0 0 0,0 1 0 0 0,0-1 0 0 0,0 1 0 0 0,0 0 0 0 0,0-1 0 0 0,0 1 1 0 0,0 0-1 0 0,0 0 0 0 0,0 0 0 0 0,1-1 0 0 0,-1 1 0 0 0,0 0 0 0 0,1 0 1 0 0,-1 0-1 0 0,0 2 0 0 0,-7 31 276 0 0,1 0-1 0 0,2 1 1 0 0,-2 55 0 0 0,35-93-8 0 0,40 3-212 0 0,-65 1-53 0 0,44 15-10 0 0,-36-11 9 0 0,-8-5-4 0 0,0 1 1 0 0,0 0 0 0 0,0 0-1 0 0,0 1 1 0 0,0-1 0 0 0,0 0-1 0 0,0 1 1 0 0,0 0 0 0 0,-1 0-1 0 0,1 0 1 0 0,-1 0 0 0 0,1 0-1 0 0,-1 0 1 0 0,0 0 0 0 0,0 1-1 0 0,0-1 1 0 0,0 1 0 0 0,0 0-1 0 0,-1 0 1 0 0,1-1 0 0 0,-1 1-1 0 0,1 0 1 0 0,-1 0 0 0 0,0 0-1 0 0,0 1 1 0 0,-1-1 0 0 0,1 0-1 0 0,0 4 1 0 0,-2-3 4 0 0,0 1 0 0 0,0-1-1 0 0,0 1 1 0 0,0-1 0 0 0,-1 0 0 0 0,1 0 0 0 0,-1 1 0 0 0,0-1 0 0 0,-1 0 0 0 0,1-1-1 0 0,-1 1 1 0 0,1 0 0 0 0,-7 5 0 0 0,-43 40 53 0 0,40-39-50 0 0,5-4 97 0 0,0-1 0 0 0,-1 0 0 0 0,0 0 0 0 0,0 0 0 0 0,0-1 0 0 0,0-1 0 0 0,-1 1 0 0 0,0-1 0 0 0,1-1 0 0 0,-18 4 0 0 0,24-6 63 0 0,-21 1 602 0 0,-9-1-152 0 0,29-1-365 0 0,-35-5-239 0 0,26 1-2345 0 0,10-1 1117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16:13:31.05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89 0 3716 0 0,'0'0'-334'0'0,"11"3"-1078"0"0,-11-3 1432 0 0,0 0 0 0 0,0 0 0 0 0,0 0 0 0 0,0 0 0 0 0,-20 10-20 0 0,15-8 0 0 0,-29 26-38 0 0,22-1 8 0 0,-10 16-27 0 0,22-42 56 0 0,-1 1 0 0 0,0-1 0 0 0,0 1 1 0 0,1 0-1 0 0,-1-1 0 0 0,1 1 0 0 0,0 0 1 0 0,-1-1-1 0 0,1 1 0 0 0,0 0 0 0 0,0-1 0 0 0,0 1 1 0 0,0 2-1 0 0,-1 12 28 0 0,1-14-18 0 0,3 22-6 0 0,-1-10 14 0 0,-2-13-17 0 0,7 29 20 0 0,-2-17-30 0 0,-1-3 19 0 0,0 0 0 0 0,0-1 0 0 0,1 1 0 0 0,6 8 1 0 0,22 15 30 0 0,-31-32-47 0 0,27 19 83 0 0,32-6 20 0 0,-58-14-82 0 0,52 2 269 0 0,0-13-15 0 0,-53 10-258 0 0,43-15 81 0 0,-43 15-79 0 0,40-20 259 0 0,-40 20-51 0 0,27-27 716 0 0,-28 26-798 0 0,21-44 1239 0 0,-12 10-1095 0 0,-9 34-224 0 0,-2-31 562 0 0,-1 16-490 0 0,2 15-48 0 0,0 0-29 0 0,0 0 1 0 0,0 1-1 0 0,-1-1 0 0 0,1 0 0 0 0,0 0 0 0 0,-1 0 0 0 0,1 0 0 0 0,-1 0 0 0 0,0 0 0 0 0,0 0 0 0 0,0 1 1 0 0,0-1-1 0 0,-2-2 0 0 0,-40-26 244 0 0,41 29-292 0 0,-46-19-1 0 0,35 15-14 0 0,1 0-1 0 0,-1 1 0 0 0,0 1 0 0 0,0 0 0 0 0,-19-1 0 0 0,28 4 8 0 0,2-1-23 0 0,-7 0 10 0 0,6 0 12 0 0,-1 2 2 0 0,-30-1-6 0 0,31-1 18 0 0,0 1-14 0 0,-10 0 4 0 0,10 0-7 0 0,-12 2-330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16:13:32.38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149 7 4652 0 0,'0'0'-354'0'0,"3"-5"-252"0"0,-2 4 358 0 0,-13 24-1329 0 0,12-22 1554 0 0,0-1 38 0 0,-1 0 0 0 0,1 1 0 0 0,0-1 0 0 0,0 0 0 0 0,0 1 0 0 0,1-1 0 0 0,-1 0 0 0 0,0 1 0 0 0,0-1 0 0 0,0 1 0 0 0,0-1 0 0 0,0 0 0 0 0,0 1 0 0 0,0-1 0 0 0,1 0 0 0 0,-1 1 0 0 0,0-1 0 0 0,0 0 0 0 0,0 0 0 0 0,1 1 0 0 0,-1-1 0 0 0,0 0 0 0 0,1 0 0 0 0,-1 1 0 0 0,0-1 0 0 0,0 0 0 0 0,1 0 0 0 0,-1 0 0 0 0,0 1 0 0 0,1-1 0 0 0,-1 0 0 0 0,0 0 0 0 0,1 0 0 0 0,-1 0 0 0 0,0 0-1 0 0,1 0 1 0 0,-1 0 0 0 0,1 0 0 0 0,-1 0 0 0 0,0 0 0 0 0,1 0 0 0 0,-1 0 0 0 0,0 0 0 0 0,1 0 0 0 0,18-10 465 0 0,-41 20 558 0 0,-38 16-330 0 0,58-25-698 0 0,2-1-14 0 0,-1 0 0 0 0,1 0 1 0 0,0 0-1 0 0,0 0 0 0 0,-1 0 1 0 0,1 0-1 0 0,0 0 0 0 0,0 0 0 0 0,-1 0 1 0 0,1-1-1 0 0,0 1 0 0 0,0 0 1 0 0,0 0-1 0 0,-1 0 0 0 0,1 0 1 0 0,0-1-1 0 0,0 1 0 0 0,0 0 0 0 0,0 0 1 0 0,-1 0-1 0 0,1-1 0 0 0,0 1 1 0 0,0 0-1 0 0,0 0 0 0 0,0 0 0 0 0,0-1 1 0 0,0 1-1 0 0,0 0 0 0 0,0 0 1 0 0,0-1-1 0 0,0 1 0 0 0,0 0 1 0 0,0 0-1 0 0,0-1 0 0 0,0 1 0 0 0,0 0 1 0 0,0 0-1 0 0,0-1 0 0 0,0 1 1 0 0,0 0-1 0 0,0 0 0 0 0,0-1 1 0 0,0 1-1 0 0,0 0 0 0 0,0 0 0 0 0,1-1 1 0 0,12-18 67 0 0,-11 18-8 0 0,-12 2-382 0 0,0 0 1 0 0,1 1-1 0 0,-1 1 1 0 0,1 0-1 0 0,0 0 0 0 0,-17 8 1 0 0,13-3-240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16:13:43.54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228 45 5068 0 0,'0'0'-468'0'0,"17"-4"-2763"0"0,38-8 3241 0 0,76-11-12 0 0,-129 22 21 0 0,13-1 224 0 0,-9-1 900 0 0,-197 18-803 0 0,176-13-329 0 0,-1-1-1 0 0,1 1-20 0 0,8-2 11 0 0,3 1-12 0 0,0-1 0 0 0,-1 1 0 0 0,1-1 0 0 0,0 1 1 0 0,-1 1-1 0 0,1-1 0 0 0,0 1 0 0 0,0-1 0 0 0,-4 4 1 0 0,6-4-1 0 0,-2 8-29 0 0,2-5 35 0 0,1 1 0 0 0,-1-1 0 0 0,1 1 0 0 0,-1-1 0 0 0,1 1 0 0 0,1-1 0 0 0,-1 1 0 0 0,1 0 0 0 0,0 7 0 0 0,-5 32-26 0 0,2-4 25 0 0,3-38 11 0 0,0-2-13 0 0,0 1 11 0 0,0 0 1 0 0,-1-1 0 0 0,1 1 0 0 0,0-1-1 0 0,0 1 1 0 0,0-1 0 0 0,0 1-1 0 0,0-1 1 0 0,0 1 0 0 0,1-1 0 0 0,-1 1-1 0 0,0 0 1 0 0,0-1 0 0 0,0 1-1 0 0,0-1 1 0 0,1 1 0 0 0,-1-1 0 0 0,0 1-1 0 0,0-1 1 0 0,1 1 0 0 0,-1-1 0 0 0,0 0-1 0 0,1 1 1 0 0,-1-1 0 0 0,1 1-1 0 0,-1-1 1 0 0,0 0 0 0 0,1 1 0 0 0,-1-1-1 0 0,1 0 1 0 0,-1 0 0 0 0,1 1-1 0 0,-1-1 1 0 0,1 0 0 0 0,-1 0 0 0 0,1 0-1 0 0,-1 0 1 0 0,1 1 0 0 0,0-1 0 0 0,-1 0-1 0 0,1 0 1 0 0,-1 0 0 0 0,1 0-1 0 0,-1 0 1 0 0,1 0 0 0 0,0-1 0 0 0,70-10 77 0 0,-69 11-97 0 0,51-3 11 0 0,-39 3 11 0 0,-10 0 6 0 0,15 3-49 0 0,-8-1 35 0 0,-1 0-9 0 0,-1 1 0 0 0,1-1 0 0 0,-1 2 0 0 0,0-1 0 0 0,15 10 0 0 0,-23-13-7 0 0,18 24-7 0 0,-18-21 29 0 0,-1 1 1 0 0,0-1-1 0 0,0 1 1 0 0,0-1-1 0 0,0 0 1 0 0,-1 1-1 0 0,1-1 1 0 0,-1 1-1 0 0,0-1 1 0 0,0 0-1 0 0,0 0 1 0 0,0 1-1 0 0,-4 5 1 0 0,-4 3 70 0 0,0-1 0 0 0,-1 0 0 0 0,-1 0 0 0 0,0-1 0 0 0,0 0 0 0 0,-1-1 0 0 0,0 0 1 0 0,0-1-1 0 0,-1-1 0 0 0,0 0 0 0 0,-1 0 0 0 0,1-1 0 0 0,-1-1 0 0 0,-21 5 0 0 0,33-10 142 0 0,-3 0-2 0 0,-26-6 596 0 0,0-1 0 0 0,-59-21 0 0 0,88 27-752 0 0,-46-15 284 0 0,46 15-456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16:17:53.37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28 105 324 0 0,'0'0'505'0'0,"-28"-9"942"0"0,28 7-1424 0 0,0 1 1 0 0,0-1 0 0 0,0 1 0 0 0,1-1-1 0 0,-1 0 1 0 0,0 1 0 0 0,1-1 0 0 0,-1 1 0 0 0,1-1-1 0 0,-1 1 1 0 0,1-1 0 0 0,0 1 0 0 0,0 0-1 0 0,0-1 1 0 0,0 1 0 0 0,0 0 0 0 0,0 0 0 0 0,0-1-1 0 0,0 1 1 0 0,0 0 0 0 0,2-1 0 0 0,27-20 150 0 0,-29 21-155 0 0,10-5 57 0 0,2-1-45 0 0,1 2 1 0 0,0 0-1 0 0,-1 1 1 0 0,2 0-1 0 0,17-2 1 0 0,-29 6-23 0 0,34-3 31 0 0,-28 3-44 0 0,-1 0 1 0 0,1 1 0 0 0,0-1-1 0 0,0 2 1 0 0,8 1 0 0 0,-2 1 22 0 0,-12-4-8 0 0,0 1 0 0 0,0 0 0 0 0,0-1 0 0 0,0 2 0 0 0,0-1-1 0 0,0 0 1 0 0,0 0 0 0 0,0 1 0 0 0,-1 0 0 0 0,1-1 0 0 0,0 1 0 0 0,-1 0 0 0 0,1 0 0 0 0,-1 1 0 0 0,0-1 0 0 0,0 0-1 0 0,0 1 1 0 0,0-1 0 0 0,0 1 0 0 0,-1 0 0 0 0,3 4 0 0 0,-4-5-25 0 0,1-2 13 0 0,0 0 0 0 0,-1 1 0 0 0,1-1 1 0 0,-1 1-1 0 0,1-1 0 0 0,-1 1 0 0 0,1-1 0 0 0,-1 1 0 0 0,1 0 0 0 0,-1-1 0 0 0,0 1 1 0 0,1-1-1 0 0,-1 1 0 0 0,0 0 0 0 0,0-1 0 0 0,1 1 0 0 0,-1 0 0 0 0,0 0 0 0 0,0-1 1 0 0,0 1-1 0 0,0 0 0 0 0,0-1 0 0 0,0 1 0 0 0,0 0 0 0 0,0 0 0 0 0,0-1 0 0 0,0 1 1 0 0,0 0-1 0 0,0-1 0 0 0,-1 2 0 0 0,-3 17-30 0 0,3-14 28 0 0,-3 4 11 0 0,0 1 0 0 0,-1-1 1 0 0,0 1-1 0 0,0-2 0 0 0,-1 1 0 0 0,-1 0 1 0 0,1-1-1 0 0,-1 0 0 0 0,-1-1 1 0 0,1 0-1 0 0,-1 0 0 0 0,0 0 1 0 0,-15 8-1 0 0,15-10 18 0 0,1 0 43 0 0,-1-1 0 0 0,1 0 0 0 0,-1-1 0 0 0,-16 6-1 0 0,23-9-12 0 0,-19 6 380 0 0,10-2-150 0 0,12-2-157 0 0,18-2-156 0 0,0 0-1 0 0,-1 1 1 0 0,0 1-1 0 0,1 1 1 0 0,-1 1-1 0 0,0 1 1 0 0,0 0 0 0 0,-1 1-1 0 0,0 2 1 0 0,0-1-1 0 0,24 16 1 0 0,-38-21 19 0 0,-1 1 0 0 0,0-1 0 0 0,0 1 0 0 0,-1 0 0 0 0,1 0 0 0 0,0 0 0 0 0,-1 0 1 0 0,0 1-1 0 0,0-1 0 0 0,0 1 0 0 0,0-1 0 0 0,-1 1 0 0 0,1 0 0 0 0,-1-1 0 0 0,0 1 0 0 0,0 0 0 0 0,0 0 1 0 0,0 0-1 0 0,-1 0 0 0 0,0 0 0 0 0,0 0 0 0 0,0 0 0 0 0,0 0 0 0 0,0 0 0 0 0,-2 5 0 0 0,-1-3 15 0 0,0 0 0 0 0,-1-1 0 0 0,0 1 0 0 0,0-1 0 0 0,0 0 1 0 0,-1 0-1 0 0,1 0 0 0 0,-1-1 0 0 0,0 0 0 0 0,-1 0 0 0 0,1 0 0 0 0,-1 0 0 0 0,0-1 0 0 0,1 0 0 0 0,-9 3 0 0 0,-8 6 141 0 0,14-9 29 0 0,0 1 1 0 0,0-2-1 0 0,0 1 0 0 0,-1-1 1 0 0,1 0-1 0 0,-13 1 0 0 0,18-2-86 0 0,0-1 132 0 0,0 1-6 0 0,-12 0-19 0 0,11 0-14 0 0,-16-1 526 0 0,3 0-602 0 0,13 0 68 0 0,-15-1 69 0 0,16 1-433 0 0,1 0-237 0 0,-1 0 0 0 0,0-1 0 0 0,0 1 0 0 0,0-1 0 0 0,0 1 0 0 0,0-1 0 0 0,1 0 0 0 0,-6-3 0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16:17:54.92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112 0 4980 0 0,'0'0'-390'0'0,"-16"15"-1966"0"0,6 3 2334 0 0,0 0 0 0 0,2 1 1 0 0,0 0-1 0 0,1 1 1 0 0,1 0-1 0 0,1 0 1 0 0,-3 25-1 0 0,-12 40 32 0 0,17-77 1 0 0,0 1 0 0 0,1-1 0 0 0,0 1 1 0 0,1 0-1 0 0,-1 0 0 0 0,2-1 0 0 0,-1 1 0 0 0,1 0 1 0 0,1 0-1 0 0,-1 0 0 0 0,2 0 0 0 0,-1 0 0 0 0,1-1 0 0 0,0 1 1 0 0,1-1-1 0 0,0 1 0 0 0,0-1 0 0 0,1 0 0 0 0,0 0 1 0 0,1-1-1 0 0,-1 1 0 0 0,2-1 0 0 0,-1 0 0 0 0,1 0 0 0 0,0 0 1 0 0,0-1-1 0 0,1 0 0 0 0,-1 0 0 0 0,1-1 0 0 0,11 7 1 0 0,-7-6 21 0 0,-1-1 0 0 0,1 0 0 0 0,0-1 0 0 0,0 0 0 0 0,0-1 0 0 0,0 0 0 0 0,1-1 0 0 0,-1 0 0 0 0,21 1 0 0 0,-28-3 48 0 0,32-22 844 0 0,-33 17-864 0 0,0 0 1 0 0,0 0 0 0 0,0-1 0 0 0,-1 1-1 0 0,0-1 1 0 0,0 0 0 0 0,-1 1 0 0 0,0-1-1 0 0,0 0 1 0 0,0 0 0 0 0,0 0 0 0 0,-1 0-1 0 0,0 0 1 0 0,-1-8 0 0 0,1-24 123 0 0,1 34-155 0 0,-1 0 1 0 0,1 0-1 0 0,-1 0 1 0 0,0 0 0 0 0,0 0-1 0 0,-1 0 1 0 0,0-7-1 0 0,0 10 11 0 0,1-2 12 0 0,0 0 0 0 0,0 0 0 0 0,0 0 0 0 0,-1-1 0 0 0,1 1 0 0 0,-1 0-1 0 0,0 0 1 0 0,0 0 0 0 0,0 0 0 0 0,0 0 0 0 0,-1 0 0 0 0,1 1 0 0 0,-1-1-1 0 0,-2-3 1 0 0,3 5-4 0 0,-19-23 542 0 0,16 22-568 0 0,0 0 0 0 0,0-1 0 0 0,0 1 0 0 0,0 0 0 0 0,-1 1 0 0 0,1-1 0 0 0,-1 1 0 0 0,1 0 0 0 0,-1 0 0 0 0,1 1 0 0 0,-1-1 0 0 0,-8 1 0 0 0,10 0-9 0 0,-17-2-21 0 0,5 3 15 0 0,12 0-5 0 0,-13 2-44 0 0,12-2-215 0 0,-8 1 647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16:17:40.86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273 7 304 0 0,'0'0'2179'0'0,"13"-4"-2122"0"0,10 8-23 0 0,0-6 21 0 0,67-1 44 0 0,-88 3-81 0 0,56-2 164 0 0,-215 31 1642 0 0,105-18-1818 0 0,13-3 1 0 0,-54 18-1 0 0,19-2-69 0 0,72-23 55 0 0,-20 8 10 0 0,32 51-61 0 0,-6-47 60 0 0,-2 1 0 0 0,1-1 0 0 0,0 18-1 0 0,-3-30 8 0 0,0 0-1 0 0,0-1 0 0 0,0 1 0 0 0,0-1 0 0 0,0 1 0 0 0,0-1 0 0 0,1 1 0 0 0,-1-1 1 0 0,0 1-1 0 0,0-1 0 0 0,0 1 0 0 0,1-1 0 0 0,-1 1 0 0 0,0-1 0 0 0,1 1 0 0 0,-1-1 0 0 0,0 1 1 0 0,1-1-1 0 0,-1 1 0 0 0,1-1 0 0 0,-1 0 0 0 0,1 1 0 0 0,-1-1 0 0 0,0 0 0 0 0,1 0 1 0 0,-1 1-1 0 0,1-1 0 0 0,0 0 0 0 0,-1 0 0 0 0,1 0 0 0 0,-1 1 0 0 0,1-1 0 0 0,-1 0 1 0 0,1 0-1 0 0,-1 0 0 0 0,1 0 0 0 0,0 0 0 0 0,-1 0 0 0 0,1 0 0 0 0,-1 0 0 0 0,1-1 1 0 0,-1 1-1 0 0,1 0 0 0 0,0 0 0 0 0,32-11 146 0 0,-23 7-167 0 0,2-2 58 0 0,30-5-20 0 0,21 1-5 0 0,-60 10-24 0 0,22 0 18 0 0,5 0-20 0 0,-25-1 2 0 0,-1 1 0 0 0,1 0 0 0 0,0 0 0 0 0,-1 0 0 0 0,1 0 0 0 0,-1 1 0 0 0,1 0 0 0 0,0 0 0 0 0,-1 0 0 0 0,0 1 0 0 0,7 2 0 0 0,-9-3 8 0 0,-1-1-1 0 0,0 0-1 0 0,1 0 1 0 0,-1 0-1 0 0,0 0 1 0 0,1 0-1 0 0,-1 0 1 0 0,0 0 0 0 0,1 1-1 0 0,-1-1 1 0 0,0 1-1 0 0,0-1 1 0 0,1 1-1 0 0,-1-1 1 0 0,0 1-1 0 0,0 0 1 0 0,0-1-1 0 0,0 1 1 0 0,0 0 0 0 0,0 0-1 0 0,1 1 1 0 0,26 19-11 0 0,-24-17 16 0 0,0 0 0 0 0,0 0 1 0 0,0 0-1 0 0,0 1 0 0 0,-1-1 0 0 0,0 1 0 0 0,0 0 0 0 0,0 0 1 0 0,0 0-1 0 0,-1 1 0 0 0,0-1 0 0 0,0 0 0 0 0,0 1 0 0 0,-1-1 1 0 0,0 1-1 0 0,0 0 0 0 0,0 0 0 0 0,-1 5 0 0 0,0-3 18 0 0,-2-1 0 0 0,1 1-1 0 0,-1-1 1 0 0,0 0 0 0 0,0 0 0 0 0,-1 0-1 0 0,0 0 1 0 0,0 0 0 0 0,-1 0 0 0 0,1-1-1 0 0,-1 0 1 0 0,-1 0 0 0 0,0 0 0 0 0,1 0-1 0 0,-2-1 1 0 0,1 1 0 0 0,-1-1 0 0 0,1-1 0 0 0,-11 7-1 0 0,-1 1 107 0 0,1-2 0 0 0,-2 0 0 0 0,1-2 0 0 0,-1 0-1 0 0,-1 0 1 0 0,-25 6 0 0 0,37-12-31 0 0,-1-1 1 0 0,0 1-1 0 0,0-1 0 0 0,0-1 1 0 0,-1 0-1 0 0,1 0 0 0 0,0 0 1 0 0,0-1-1 0 0,0 0 1 0 0,0-1-1 0 0,0 0 0 0 0,1 0 1 0 0,-1 0-1 0 0,0-1 0 0 0,1 0 1 0 0,0-1-1 0 0,0 0 0 0 0,0 0 1 0 0,0 0-1 0 0,-7-7 0 0 0,8 5-21 0 0,0 0-1 0 0,0 0 0 0 0,1-1 1 0 0,0 1-1 0 0,-7-13 1 0 0,11 18-16 0 0,-24-11 479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customXml" Target="../ink/ink5.xml"/><Relationship Id="rId18" Type="http://schemas.openxmlformats.org/officeDocument/2006/relationships/image" Target="../media/image11.png"/><Relationship Id="rId26" Type="http://schemas.openxmlformats.org/officeDocument/2006/relationships/image" Target="../media/image15.png"/><Relationship Id="rId3" Type="http://schemas.openxmlformats.org/officeDocument/2006/relationships/image" Target="../media/image3.png"/><Relationship Id="rId21" Type="http://schemas.openxmlformats.org/officeDocument/2006/relationships/customXml" Target="../ink/ink9.xml"/><Relationship Id="rId7" Type="http://schemas.openxmlformats.org/officeDocument/2006/relationships/customXml" Target="../ink/ink2.xml"/><Relationship Id="rId12" Type="http://schemas.openxmlformats.org/officeDocument/2006/relationships/image" Target="../media/image8.png"/><Relationship Id="rId17" Type="http://schemas.openxmlformats.org/officeDocument/2006/relationships/customXml" Target="../ink/ink7.xml"/><Relationship Id="rId25" Type="http://schemas.openxmlformats.org/officeDocument/2006/relationships/customXml" Target="../ink/ink11.xml"/><Relationship Id="rId2" Type="http://schemas.openxmlformats.org/officeDocument/2006/relationships/image" Target="../media/image2.png"/><Relationship Id="rId16" Type="http://schemas.openxmlformats.org/officeDocument/2006/relationships/image" Target="../media/image10.png"/><Relationship Id="rId20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customXml" Target="../ink/ink4.xml"/><Relationship Id="rId24" Type="http://schemas.openxmlformats.org/officeDocument/2006/relationships/image" Target="../media/image14.png"/><Relationship Id="rId5" Type="http://schemas.openxmlformats.org/officeDocument/2006/relationships/customXml" Target="../ink/ink1.xml"/><Relationship Id="rId15" Type="http://schemas.openxmlformats.org/officeDocument/2006/relationships/customXml" Target="../ink/ink6.xml"/><Relationship Id="rId23" Type="http://schemas.openxmlformats.org/officeDocument/2006/relationships/customXml" Target="../ink/ink10.xml"/><Relationship Id="rId28" Type="http://schemas.openxmlformats.org/officeDocument/2006/relationships/image" Target="../media/image16.png"/><Relationship Id="rId10" Type="http://schemas.openxmlformats.org/officeDocument/2006/relationships/image" Target="../media/image7.png"/><Relationship Id="rId19" Type="http://schemas.openxmlformats.org/officeDocument/2006/relationships/customXml" Target="../ink/ink8.xml"/><Relationship Id="rId4" Type="http://schemas.openxmlformats.org/officeDocument/2006/relationships/image" Target="../media/image4.png"/><Relationship Id="rId9" Type="http://schemas.openxmlformats.org/officeDocument/2006/relationships/customXml" Target="../ink/ink3.xml"/><Relationship Id="rId14" Type="http://schemas.openxmlformats.org/officeDocument/2006/relationships/image" Target="../media/image9.png"/><Relationship Id="rId22" Type="http://schemas.openxmlformats.org/officeDocument/2006/relationships/image" Target="../media/image13.png"/><Relationship Id="rId27" Type="http://schemas.openxmlformats.org/officeDocument/2006/relationships/customXml" Target="../ink/ink1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3.png"/><Relationship Id="rId7" Type="http://schemas.openxmlformats.org/officeDocument/2006/relationships/customXml" Target="../ink/ink14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customXml" Target="../ink/ink13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customXml" Target="../ink/ink15.xml"/><Relationship Id="rId7" Type="http://schemas.openxmlformats.org/officeDocument/2006/relationships/customXml" Target="../ink/ink17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customXml" Target="../ink/ink16.xml"/><Relationship Id="rId4" Type="http://schemas.openxmlformats.org/officeDocument/2006/relationships/image" Target="../media/image6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ustomXml" Target="../ink/ink18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ustomXml" Target="../ink/ink19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0.png"/><Relationship Id="rId5" Type="http://schemas.openxmlformats.org/officeDocument/2006/relationships/customXml" Target="../ink/ink20.xml"/><Relationship Id="rId4" Type="http://schemas.openxmlformats.org/officeDocument/2006/relationships/image" Target="../media/image10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ustomXml" Target="../ink/ink2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994C8BE-D25B-24BF-D0E0-96609EE72A8D}"/>
              </a:ext>
            </a:extLst>
          </p:cNvPr>
          <p:cNvSpPr txBox="1"/>
          <p:nvPr/>
        </p:nvSpPr>
        <p:spPr>
          <a:xfrm>
            <a:off x="155448" y="307771"/>
            <a:ext cx="1129284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Null Hypothesis (H₀)</a:t>
            </a:r>
          </a:p>
          <a:p>
            <a:endParaRPr lang="en-US" sz="28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8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Alternate Hypothesis (H₁) 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22396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DDF28-F63E-8DE5-D30D-58F5DB4A7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3550D57-398C-B515-46BC-A44F16B8A44D}"/>
              </a:ext>
            </a:extLst>
          </p:cNvPr>
          <p:cNvSpPr txBox="1"/>
          <p:nvPr/>
        </p:nvSpPr>
        <p:spPr>
          <a:xfrm>
            <a:off x="155448" y="307771"/>
            <a:ext cx="1129284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Need For Hypothesis Testing</a:t>
            </a:r>
          </a:p>
          <a:p>
            <a:endParaRPr lang="en-US" sz="28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1) A school claims that a </a:t>
            </a:r>
            <a:r>
              <a:rPr lang="en-US" sz="28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new teaching method </a:t>
            </a:r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improves test scores.</a:t>
            </a:r>
          </a:p>
          <a:p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2) A company claims their battery lasts 10 hours. </a:t>
            </a:r>
          </a:p>
          <a:p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do we verify if this is true?</a:t>
            </a:r>
          </a:p>
        </p:txBody>
      </p:sp>
    </p:spTree>
    <p:extLst>
      <p:ext uri="{BB962C8B-B14F-4D97-AF65-F5344CB8AC3E}">
        <p14:creationId xmlns:p14="http://schemas.microsoft.com/office/powerpoint/2010/main" val="3742424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10D56-5E5E-36C6-6C94-F027F275B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CB635CF-DEAB-B8AF-1ACD-BDA14D4B664A}"/>
              </a:ext>
            </a:extLst>
          </p:cNvPr>
          <p:cNvSpPr txBox="1"/>
          <p:nvPr/>
        </p:nvSpPr>
        <p:spPr>
          <a:xfrm>
            <a:off x="155448" y="307771"/>
            <a:ext cx="12036552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A </a:t>
            </a:r>
            <a:r>
              <a:rPr lang="en-US" sz="2400" b="1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statistical hypothesis</a:t>
            </a:r>
            <a:r>
              <a:rPr lang="en-US" sz="24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 is a conjecture/claim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about a population parameter (e.g. mean, variance, std. dev., etc. ). </a:t>
            </a:r>
          </a:p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This conjecture may or may not be true.</a:t>
            </a:r>
          </a:p>
          <a:p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r>
              <a:rPr lang="en-US" sz="2400" b="1" u="sng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Null hypothesis (H0):</a:t>
            </a:r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 </a:t>
            </a:r>
          </a:p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There is no difference between a population parameter and the observed parameter.</a:t>
            </a:r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</a:t>
            </a:r>
          </a:p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That is, </a:t>
            </a:r>
            <a:r>
              <a:rPr lang="en-US" sz="24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nothing is happening. Status quo.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r>
              <a:rPr lang="en-US" sz="2400" b="1" u="sng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Alternative hypothesis (H1):</a:t>
            </a:r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 </a:t>
            </a:r>
          </a:p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There is a difference between population parameter and the observed parameter.</a:t>
            </a:r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</a:t>
            </a:r>
          </a:p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That is, </a:t>
            </a:r>
            <a:r>
              <a:rPr lang="en-US" sz="24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something is happening.</a:t>
            </a:r>
          </a:p>
        </p:txBody>
      </p:sp>
    </p:spTree>
    <p:extLst>
      <p:ext uri="{BB962C8B-B14F-4D97-AF65-F5344CB8AC3E}">
        <p14:creationId xmlns:p14="http://schemas.microsoft.com/office/powerpoint/2010/main" val="42883663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C2399-884B-DCAC-C45E-9644D6879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6495518-A51A-64DB-95ED-E71A70A9A388}"/>
              </a:ext>
            </a:extLst>
          </p:cNvPr>
          <p:cNvSpPr txBox="1"/>
          <p:nvPr/>
        </p:nvSpPr>
        <p:spPr>
          <a:xfrm>
            <a:off x="155448" y="307771"/>
            <a:ext cx="1129284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Simple Example: 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Imagine you want to test if 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new teaching method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improves test scores.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Null hypothesis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(H₀):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The new teaching method has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 effect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on test scores.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 Students scores remained same as before. Nothing happened.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significant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change)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Alternative hypothesis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(H₁):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The new teaching method has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positive effect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test scores.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 Students scores increased. Something happened. There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was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significant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change)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Side Note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: </a:t>
            </a:r>
          </a:p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The null hypothesis isn’t always only about comparing “population mean vs observed mean” — it can also be about </a:t>
            </a:r>
            <a:r>
              <a:rPr lang="en-US" sz="24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proportions, variances, correlations, regression coefficients, etc.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78217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A0BA69-47EA-6B70-88B9-4805ED608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81EA4D4-90C7-DBB0-4A7B-0A7342D942AA}"/>
              </a:ext>
            </a:extLst>
          </p:cNvPr>
          <p:cNvSpPr txBox="1"/>
          <p:nvPr/>
        </p:nvSpPr>
        <p:spPr>
          <a:xfrm>
            <a:off x="155448" y="307771"/>
            <a:ext cx="1129284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Relationship Between H₀ and H₁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They are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mutually exclusive -&gt;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Only one can be true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assume H₀ is true initially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“We don’t prove H₁ directly. We try to reject H₀.”</a:t>
            </a:r>
          </a:p>
          <a:p>
            <a:endParaRPr lang="en-US" sz="24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Here we use statistics / data.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A167E9-9D66-C593-B9A1-D19F81529F81}"/>
              </a:ext>
            </a:extLst>
          </p:cNvPr>
          <p:cNvSpPr txBox="1"/>
          <p:nvPr/>
        </p:nvSpPr>
        <p:spPr>
          <a:xfrm>
            <a:off x="68580" y="4333578"/>
            <a:ext cx="106299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For example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when we are testing if 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new teaching method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improves test scores.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We start with assumption -&gt; Null hypothesis (H₀) is true </a:t>
            </a:r>
          </a:p>
          <a:p>
            <a:pPr marL="342900" indent="-342900">
              <a:buFont typeface="Wingdings" panose="05000000000000000000" pitchFamily="2" charset="2"/>
              <a:buChar char="è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new teaching method has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 effect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on test scores.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We look at the data and then determine if null hypothesis should be rejected or not</a:t>
            </a:r>
          </a:p>
        </p:txBody>
      </p:sp>
    </p:spTree>
    <p:extLst>
      <p:ext uri="{BB962C8B-B14F-4D97-AF65-F5344CB8AC3E}">
        <p14:creationId xmlns:p14="http://schemas.microsoft.com/office/powerpoint/2010/main" val="24984085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E5A10-4F5D-CF67-C125-D68E5B620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7FF740DA-72ED-34F7-0580-B2560F60C55A}"/>
              </a:ext>
            </a:extLst>
          </p:cNvPr>
          <p:cNvSpPr txBox="1"/>
          <p:nvPr/>
        </p:nvSpPr>
        <p:spPr>
          <a:xfrm>
            <a:off x="301571" y="292608"/>
            <a:ext cx="7736005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  <a:latin typeface="+mj-lt"/>
              </a:rPr>
              <a:t>Hypothesis problems fall under following 3 categories:</a:t>
            </a:r>
          </a:p>
          <a:p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  <a:latin typeface="+mj-lt"/>
            </a:endParaRPr>
          </a:p>
          <a:p>
            <a:r>
              <a:rPr lang="en-US" sz="2400" b="1" dirty="0">
                <a:solidFill>
                  <a:schemeClr val="accent4">
                    <a:lumMod val="40000"/>
                    <a:lumOff val="60000"/>
                  </a:schemeClr>
                </a:solidFill>
                <a:latin typeface="+mj-lt"/>
              </a:rPr>
              <a:t>Left-tailed test: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H₁ 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new teaching method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decreased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the test scores.</a:t>
            </a:r>
          </a:p>
          <a:p>
            <a:endParaRPr lang="en-US" sz="2400" b="1" dirty="0">
              <a:solidFill>
                <a:schemeClr val="accent4">
                  <a:lumMod val="40000"/>
                  <a:lumOff val="60000"/>
                </a:schemeClr>
              </a:solidFill>
              <a:latin typeface="+mj-lt"/>
            </a:endParaRPr>
          </a:p>
          <a:p>
            <a:endParaRPr lang="en-US" sz="2400" b="1" dirty="0">
              <a:solidFill>
                <a:schemeClr val="accent4">
                  <a:lumMod val="40000"/>
                  <a:lumOff val="60000"/>
                </a:schemeClr>
              </a:solidFill>
              <a:latin typeface="+mj-lt"/>
            </a:endParaRPr>
          </a:p>
          <a:p>
            <a:endParaRPr lang="en-US" sz="2400" b="1" dirty="0">
              <a:solidFill>
                <a:schemeClr val="accent4">
                  <a:lumMod val="40000"/>
                  <a:lumOff val="60000"/>
                </a:schemeClr>
              </a:solidFill>
              <a:latin typeface="+mj-lt"/>
            </a:endParaRPr>
          </a:p>
          <a:p>
            <a:r>
              <a:rPr lang="en-US" sz="2400" b="1" dirty="0">
                <a:solidFill>
                  <a:schemeClr val="accent4">
                    <a:lumMod val="40000"/>
                    <a:lumOff val="60000"/>
                  </a:schemeClr>
                </a:solidFill>
                <a:latin typeface="+mj-lt"/>
              </a:rPr>
              <a:t>Right-tailed test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H₁: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The new teaching method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increased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the test scores.</a:t>
            </a:r>
          </a:p>
          <a:p>
            <a:endParaRPr lang="en-US" sz="2400" b="1" dirty="0">
              <a:solidFill>
                <a:schemeClr val="accent4">
                  <a:lumMod val="40000"/>
                  <a:lumOff val="60000"/>
                </a:schemeClr>
              </a:solidFill>
              <a:latin typeface="+mj-lt"/>
            </a:endParaRPr>
          </a:p>
          <a:p>
            <a:endParaRPr lang="en-US" sz="2400" b="1" dirty="0">
              <a:solidFill>
                <a:schemeClr val="accent4">
                  <a:lumMod val="40000"/>
                  <a:lumOff val="60000"/>
                </a:schemeClr>
              </a:solidFill>
              <a:latin typeface="+mj-lt"/>
            </a:endParaRPr>
          </a:p>
          <a:p>
            <a:endParaRPr lang="en-US" sz="2400" b="1" dirty="0">
              <a:solidFill>
                <a:schemeClr val="accent4">
                  <a:lumMod val="40000"/>
                  <a:lumOff val="60000"/>
                </a:schemeClr>
              </a:solidFill>
              <a:latin typeface="+mj-lt"/>
            </a:endParaRPr>
          </a:p>
          <a:p>
            <a:endParaRPr lang="en-US" sz="2400" b="1" dirty="0">
              <a:solidFill>
                <a:schemeClr val="accent4">
                  <a:lumMod val="40000"/>
                  <a:lumOff val="60000"/>
                </a:schemeClr>
              </a:solidFill>
              <a:latin typeface="+mj-lt"/>
            </a:endParaRPr>
          </a:p>
          <a:p>
            <a:r>
              <a:rPr lang="en-US" sz="2400" b="1" dirty="0">
                <a:solidFill>
                  <a:schemeClr val="accent4">
                    <a:lumMod val="40000"/>
                    <a:lumOff val="60000"/>
                  </a:schemeClr>
                </a:solidFill>
                <a:latin typeface="+mj-lt"/>
              </a:rPr>
              <a:t>2-tailed test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H₁: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The new teaching method had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 effect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on the test scores.</a:t>
            </a:r>
          </a:p>
          <a:p>
            <a:endParaRPr lang="en-US" sz="2400" b="1" dirty="0">
              <a:solidFill>
                <a:schemeClr val="accent4">
                  <a:lumMod val="40000"/>
                  <a:lumOff val="60000"/>
                </a:schemeClr>
              </a:solidFill>
              <a:latin typeface="+mj-l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707B05C-FEA2-B266-7C8E-F4E9F0DCD5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7648" y="2557908"/>
            <a:ext cx="4054302" cy="174218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72C0A71-64CA-A531-C4C2-FCD37F870C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8691" y="198867"/>
            <a:ext cx="3857034" cy="209729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5EA4751-461F-421A-9FFE-B1F7FA7C07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7648" y="4561839"/>
            <a:ext cx="4152781" cy="2097294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77BDF571-4C75-17FF-753B-974D9FA308C9}"/>
              </a:ext>
            </a:extLst>
          </p:cNvPr>
          <p:cNvGrpSpPr/>
          <p:nvPr/>
        </p:nvGrpSpPr>
        <p:grpSpPr>
          <a:xfrm>
            <a:off x="8474904" y="1298736"/>
            <a:ext cx="291960" cy="209520"/>
            <a:chOff x="8474904" y="1298736"/>
            <a:chExt cx="291960" cy="209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CD3C0F7-73AE-56A7-8801-AE457FDA7336}"/>
                    </a:ext>
                  </a:extLst>
                </p14:cNvPr>
                <p14:cNvContentPartPr/>
                <p14:nvPr/>
              </p14:nvContentPartPr>
              <p14:xfrm>
                <a:off x="8474904" y="1316376"/>
                <a:ext cx="35640" cy="1918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CD3C0F7-73AE-56A7-8801-AE457FDA7336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438904" y="1280736"/>
                  <a:ext cx="10728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5296DA9-83DB-9E28-4573-158850319F1B}"/>
                    </a:ext>
                  </a:extLst>
                </p14:cNvPr>
                <p14:cNvContentPartPr/>
                <p14:nvPr/>
              </p14:nvContentPartPr>
              <p14:xfrm>
                <a:off x="8511264" y="1298736"/>
                <a:ext cx="138600" cy="1724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5296DA9-83DB-9E28-4573-158850319F1B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475264" y="1262736"/>
                  <a:ext cx="21024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16547BA-96C9-7332-8109-82C2074A8358}"/>
                    </a:ext>
                  </a:extLst>
                </p14:cNvPr>
                <p14:cNvContentPartPr/>
                <p14:nvPr/>
              </p14:nvContentPartPr>
              <p14:xfrm>
                <a:off x="8689824" y="1380096"/>
                <a:ext cx="77040" cy="694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16547BA-96C9-7332-8109-82C2074A8358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654184" y="1344456"/>
                  <a:ext cx="148680" cy="14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06609EF-D8A0-48C2-244D-BAF7497554E3}"/>
              </a:ext>
            </a:extLst>
          </p:cNvPr>
          <p:cNvGrpSpPr/>
          <p:nvPr/>
        </p:nvGrpSpPr>
        <p:grpSpPr>
          <a:xfrm>
            <a:off x="11305224" y="3492216"/>
            <a:ext cx="442800" cy="189720"/>
            <a:chOff x="11305224" y="3492216"/>
            <a:chExt cx="442800" cy="189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BCE60B3-1F6C-39CE-57AE-FB9D6B0C9178}"/>
                    </a:ext>
                  </a:extLst>
                </p14:cNvPr>
                <p14:cNvContentPartPr/>
                <p14:nvPr/>
              </p14:nvContentPartPr>
              <p14:xfrm>
                <a:off x="11305224" y="3508056"/>
                <a:ext cx="18720" cy="1652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BCE60B3-1F6C-39CE-57AE-FB9D6B0C9178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1269224" y="3472416"/>
                  <a:ext cx="9036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030BF3D-7AD2-3255-0FBD-C6CD6BF2FF00}"/>
                    </a:ext>
                  </a:extLst>
                </p14:cNvPr>
                <p14:cNvContentPartPr/>
                <p14:nvPr/>
              </p14:nvContentPartPr>
              <p14:xfrm>
                <a:off x="11355984" y="3492216"/>
                <a:ext cx="170280" cy="1897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030BF3D-7AD2-3255-0FBD-C6CD6BF2FF0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1319984" y="3456576"/>
                  <a:ext cx="24192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1E6C19B-0743-9B41-B0D1-1492DF4FC1DD}"/>
                    </a:ext>
                  </a:extLst>
                </p14:cNvPr>
                <p14:cNvContentPartPr/>
                <p14:nvPr/>
              </p14:nvContentPartPr>
              <p14:xfrm>
                <a:off x="11655144" y="3625776"/>
                <a:ext cx="92880" cy="453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1E6C19B-0743-9B41-B0D1-1492DF4FC1D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1619504" y="3590136"/>
                  <a:ext cx="164520" cy="11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E62B0EA-1BB7-A26F-15D2-3A4B8F1BF51D}"/>
              </a:ext>
            </a:extLst>
          </p:cNvPr>
          <p:cNvGrpSpPr/>
          <p:nvPr/>
        </p:nvGrpSpPr>
        <p:grpSpPr>
          <a:xfrm>
            <a:off x="11172024" y="5720256"/>
            <a:ext cx="329760" cy="182160"/>
            <a:chOff x="11172024" y="5720256"/>
            <a:chExt cx="329760" cy="182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5C02F22-8CB2-6834-16A2-40A416F0605E}"/>
                    </a:ext>
                  </a:extLst>
                </p14:cNvPr>
                <p14:cNvContentPartPr/>
                <p14:nvPr/>
              </p14:nvContentPartPr>
              <p14:xfrm>
                <a:off x="11172024" y="5720256"/>
                <a:ext cx="42120" cy="1652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D5C02F22-8CB2-6834-16A2-40A416F0605E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1136384" y="5684616"/>
                  <a:ext cx="11376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D825A22-A108-5B26-7134-058C526DE2DF}"/>
                    </a:ext>
                  </a:extLst>
                </p14:cNvPr>
                <p14:cNvContentPartPr/>
                <p14:nvPr/>
              </p14:nvContentPartPr>
              <p14:xfrm>
                <a:off x="11228544" y="5736816"/>
                <a:ext cx="129600" cy="1656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D825A22-A108-5B26-7134-058C526DE2DF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1192544" y="5700816"/>
                  <a:ext cx="20124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45E9248-1550-94F0-3ECD-F72CA753E7F3}"/>
                    </a:ext>
                  </a:extLst>
                </p14:cNvPr>
                <p14:cNvContentPartPr/>
                <p14:nvPr/>
              </p14:nvContentPartPr>
              <p14:xfrm>
                <a:off x="11423664" y="5845536"/>
                <a:ext cx="78120" cy="550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45E9248-1550-94F0-3ECD-F72CA753E7F3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1387664" y="5809536"/>
                  <a:ext cx="149760" cy="126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50B0E99-1485-88BA-B516-D0FBE7D4A5D2}"/>
              </a:ext>
            </a:extLst>
          </p:cNvPr>
          <p:cNvGrpSpPr/>
          <p:nvPr/>
        </p:nvGrpSpPr>
        <p:grpSpPr>
          <a:xfrm>
            <a:off x="8611704" y="5334696"/>
            <a:ext cx="346320" cy="185040"/>
            <a:chOff x="8611704" y="5334696"/>
            <a:chExt cx="346320" cy="185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BC9DECF-9DE0-E41D-2095-5C8E4365C1F7}"/>
                    </a:ext>
                  </a:extLst>
                </p14:cNvPr>
                <p14:cNvContentPartPr/>
                <p14:nvPr/>
              </p14:nvContentPartPr>
              <p14:xfrm>
                <a:off x="8611704" y="5348376"/>
                <a:ext cx="48960" cy="1713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BC9DECF-9DE0-E41D-2095-5C8E4365C1F7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575704" y="5312736"/>
                  <a:ext cx="12060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99B954C-89F0-D4E5-B101-794DB8844B7A}"/>
                    </a:ext>
                  </a:extLst>
                </p14:cNvPr>
                <p14:cNvContentPartPr/>
                <p14:nvPr/>
              </p14:nvContentPartPr>
              <p14:xfrm>
                <a:off x="8635824" y="5334696"/>
                <a:ext cx="165240" cy="1526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99B954C-89F0-D4E5-B101-794DB8844B7A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8599824" y="5299056"/>
                  <a:ext cx="23688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73BFEE3-BBC8-7812-2CF2-BEA8CE3598D2}"/>
                    </a:ext>
                  </a:extLst>
                </p14:cNvPr>
                <p14:cNvContentPartPr/>
                <p14:nvPr/>
              </p14:nvContentPartPr>
              <p14:xfrm>
                <a:off x="8871264" y="5430456"/>
                <a:ext cx="86760" cy="813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73BFEE3-BBC8-7812-2CF2-BEA8CE3598D2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835624" y="5394456"/>
                  <a:ext cx="158400" cy="153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789453782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44CBE-6C1E-A19B-6465-CDAADDD6E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4B421532-52D2-8F83-2FBA-B0B749917743}"/>
              </a:ext>
            </a:extLst>
          </p:cNvPr>
          <p:cNvSpPr txBox="1"/>
          <p:nvPr/>
        </p:nvSpPr>
        <p:spPr>
          <a:xfrm>
            <a:off x="228600" y="292608"/>
            <a:ext cx="780897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Decision Concept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We collect sample data → then decide: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Reject H₀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OR Fail to reject H₀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⚠️ Important: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never say “accept H₀”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Only: “fail to reject”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A00B00-7FFF-39A2-449D-D489C01D5F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7648" y="2557908"/>
            <a:ext cx="4054302" cy="174218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896A4A9-9B5F-FAA5-8023-ABBD64ECF4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8691" y="198867"/>
            <a:ext cx="3857034" cy="209729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865B5FF-2DCF-CE39-74C7-922FFAC156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7648" y="4561839"/>
            <a:ext cx="4152781" cy="2097294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905A919E-ABDE-686B-3318-8B61D729A2A1}"/>
                  </a:ext>
                </a:extLst>
              </p14:cNvPr>
              <p14:cNvContentPartPr/>
              <p14:nvPr/>
            </p14:nvContentPartPr>
            <p14:xfrm>
              <a:off x="1238175" y="2939115"/>
              <a:ext cx="493920" cy="957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905A919E-ABDE-686B-3318-8B61D729A2A1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202175" y="2903115"/>
                <a:ext cx="565560" cy="167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DD5C5F55-BC63-8204-CBFF-1F4E658509C7}"/>
                  </a:ext>
                </a:extLst>
              </p14:cNvPr>
              <p14:cNvContentPartPr/>
              <p14:nvPr/>
            </p14:nvContentPartPr>
            <p14:xfrm>
              <a:off x="1323855" y="2561835"/>
              <a:ext cx="360" cy="36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DD5C5F55-BC63-8204-CBFF-1F4E658509C7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287855" y="2525835"/>
                <a:ext cx="72000" cy="72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33352162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8A0A1-ABD8-48EF-C536-C75DFAFCF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D7675C0-3693-C09B-EC62-E2B4B9D95D73}"/>
              </a:ext>
            </a:extLst>
          </p:cNvPr>
          <p:cNvSpPr txBox="1"/>
          <p:nvPr/>
        </p:nvSpPr>
        <p:spPr>
          <a:xfrm>
            <a:off x="191643" y="290465"/>
            <a:ext cx="1148791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4">
                    <a:lumMod val="40000"/>
                    <a:lumOff val="60000"/>
                  </a:schemeClr>
                </a:solidFill>
                <a:latin typeface="Inter"/>
              </a:rPr>
              <a:t>Left-tailed test</a:t>
            </a:r>
            <a:r>
              <a:rPr lang="en-US" sz="2400" b="1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 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A battery manufacturer claims that their new AA batteries last for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exactly 50 hours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of continuous use on average. A consumer protection agency wants to test if the batteries actually last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shorter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than claimed (the manufacturer might be overselling their product).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hypothesis are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Null Hypothesis (H₀):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         μ = 50 hours (batteries last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exactly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as claimed)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Alternative Hypothesis (H₁):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μ &lt; 50 hours (batteries last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shorter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than claimed)</a:t>
            </a:r>
          </a:p>
          <a:p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  <a:latin typeface="Inter"/>
              </a:rPr>
              <a:t>This is left-tailed because we're testing if the battery life is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  <a:latin typeface="Inter"/>
              </a:rPr>
              <a:t>significantly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  <a:latin typeface="Inter"/>
              </a:rPr>
              <a:t> below the claimed threshold.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638C626-599F-1206-B59C-B4BD14FCAE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9204" y="4233672"/>
            <a:ext cx="4559087" cy="247904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2208C96C-B6E4-F4E7-41CD-D760E91EEF01}"/>
              </a:ext>
            </a:extLst>
          </p:cNvPr>
          <p:cNvGrpSpPr/>
          <p:nvPr/>
        </p:nvGrpSpPr>
        <p:grpSpPr>
          <a:xfrm>
            <a:off x="6441624" y="5890536"/>
            <a:ext cx="464400" cy="227160"/>
            <a:chOff x="6441624" y="5890536"/>
            <a:chExt cx="464400" cy="227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A755DAB5-8F9A-8A8D-932F-775259FE17E9}"/>
                    </a:ext>
                  </a:extLst>
                </p14:cNvPr>
                <p14:cNvContentPartPr/>
                <p14:nvPr/>
              </p14:nvContentPartPr>
              <p14:xfrm>
                <a:off x="6513624" y="5890536"/>
                <a:ext cx="135720" cy="1713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A755DAB5-8F9A-8A8D-932F-775259FE17E9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477984" y="5854896"/>
                  <a:ext cx="20736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4F3C2117-7316-7B11-AE39-E005BA16D355}"/>
                    </a:ext>
                  </a:extLst>
                </p14:cNvPr>
                <p14:cNvContentPartPr/>
                <p14:nvPr/>
              </p14:nvContentPartPr>
              <p14:xfrm>
                <a:off x="6747624" y="5913936"/>
                <a:ext cx="158400" cy="1317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4F3C2117-7316-7B11-AE39-E005BA16D35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711984" y="5877936"/>
                  <a:ext cx="23004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CFEBAC1B-AEAD-B8D2-2E3B-4729A81C1362}"/>
                    </a:ext>
                  </a:extLst>
                </p14:cNvPr>
                <p14:cNvContentPartPr/>
                <p14:nvPr/>
              </p14:nvContentPartPr>
              <p14:xfrm>
                <a:off x="6441624" y="6094656"/>
                <a:ext cx="61200" cy="230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CFEBAC1B-AEAD-B8D2-2E3B-4729A81C1362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405984" y="6059016"/>
                  <a:ext cx="132840" cy="94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9215269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7CABC-25D3-C4AB-9D3C-E9F172077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EA5BE32-CD53-7D36-F540-8BCBA031E00E}"/>
              </a:ext>
            </a:extLst>
          </p:cNvPr>
          <p:cNvSpPr txBox="1"/>
          <p:nvPr/>
        </p:nvSpPr>
        <p:spPr>
          <a:xfrm>
            <a:off x="191642" y="290465"/>
            <a:ext cx="11777853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Left-tailed test 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water treatment plant claims their new filtration system reduces contaminant levels to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below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5 ppm. Environmental engineers want to verify the claim that filtration system performs better.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hypothesis are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Null Hypothesis (H₀):            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μ = 5 ppm (The mean contaminant level is = 5 ppm. No change)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Alternative Hypothesis (H₁):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μ &lt; 5 ppm (The mean contaminant level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is less than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5 ppm)</a:t>
            </a:r>
          </a:p>
          <a:p>
            <a:endParaRPr lang="en-US" sz="2400" i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This is left-tailed because we're testing if the contaminant level is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significantly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below the claimed threshold.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88820FA-2B06-8D63-D627-B6C7C3138B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9204" y="4233672"/>
            <a:ext cx="4559087" cy="2479041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D7FFA7EB-6F7C-1B98-E822-766659811118}"/>
                  </a:ext>
                </a:extLst>
              </p14:cNvPr>
              <p14:cNvContentPartPr/>
              <p14:nvPr/>
            </p14:nvContentPartPr>
            <p14:xfrm>
              <a:off x="6490224" y="5930856"/>
              <a:ext cx="163800" cy="1540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D7FFA7EB-6F7C-1B98-E822-76665981111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454224" y="5894856"/>
                <a:ext cx="235440" cy="225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342520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1F7D8-0957-888F-C914-9A4927735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F947FAC-89B7-68B8-87AE-65BFBA038DDA}"/>
              </a:ext>
            </a:extLst>
          </p:cNvPr>
          <p:cNvSpPr txBox="1"/>
          <p:nvPr/>
        </p:nvSpPr>
        <p:spPr>
          <a:xfrm>
            <a:off x="201168" y="3191"/>
            <a:ext cx="1148791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4">
                    <a:lumMod val="40000"/>
                    <a:lumOff val="60000"/>
                  </a:schemeClr>
                </a:solidFill>
                <a:latin typeface="Inter"/>
              </a:rPr>
              <a:t>Right tailed test</a:t>
            </a:r>
          </a:p>
          <a:p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Example : 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An engineer develops a new </a:t>
            </a:r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protective coating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to increase the lifetime of a metal component used in automotive manufacturing.</a:t>
            </a:r>
            <a:b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If the mean lifetime of the component </a:t>
            </a:r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without the coating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is </a:t>
            </a:r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36 months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, then the engineer’s hypothesis are:</a:t>
            </a:r>
          </a:p>
          <a:p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Inter"/>
              </a:rPr>
              <a:t>Null Hypothesis (H₀):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  <a:latin typeface="Inter"/>
              </a:rPr>
              <a:t>             μ = 36 month (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the coating </a:t>
            </a:r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does not change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 the mean lifetime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  <a:latin typeface="Inter"/>
              </a:rPr>
              <a:t>) </a:t>
            </a:r>
          </a:p>
          <a:p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Inter"/>
              </a:rPr>
              <a:t>Alternative Hypothesis (H₁):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  <a:latin typeface="Inter"/>
              </a:rPr>
              <a:t> μ &gt; 36 months (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the coating </a:t>
            </a:r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increases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 the mean lifetime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  <a:latin typeface="Inter"/>
              </a:rPr>
              <a:t>)</a:t>
            </a:r>
          </a:p>
          <a:p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  <a:latin typeface="Inter"/>
            </a:endParaRPr>
          </a:p>
          <a:p>
            <a:r>
              <a:rPr lang="en-US" sz="2400" i="1" dirty="0">
                <a:solidFill>
                  <a:schemeClr val="accent6">
                    <a:lumMod val="40000"/>
                    <a:lumOff val="60000"/>
                  </a:schemeClr>
                </a:solidFill>
                <a:latin typeface="Inter"/>
              </a:rPr>
              <a:t>This is right-tailed because we're specifically testing if after application of coating, the </a:t>
            </a:r>
          </a:p>
          <a:p>
            <a:r>
              <a:rPr lang="en-US" sz="2400" i="1" dirty="0">
                <a:solidFill>
                  <a:schemeClr val="accent6">
                    <a:lumMod val="40000"/>
                    <a:lumOff val="60000"/>
                  </a:schemeClr>
                </a:solidFill>
                <a:latin typeface="Inter"/>
              </a:rPr>
              <a:t>lifetime </a:t>
            </a:r>
            <a:r>
              <a:rPr lang="en-US" sz="2400" b="1" i="1" dirty="0">
                <a:solidFill>
                  <a:schemeClr val="accent6">
                    <a:lumMod val="40000"/>
                    <a:lumOff val="60000"/>
                  </a:schemeClr>
                </a:solidFill>
                <a:latin typeface="Inter"/>
              </a:rPr>
              <a:t>significantly </a:t>
            </a:r>
            <a:r>
              <a:rPr lang="en-US" sz="2400" i="1" dirty="0">
                <a:solidFill>
                  <a:schemeClr val="accent6">
                    <a:lumMod val="40000"/>
                    <a:lumOff val="60000"/>
                  </a:schemeClr>
                </a:solidFill>
                <a:latin typeface="Inter"/>
              </a:rPr>
              <a:t>exceeds the minimum threshold.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F3CC4F8-A608-E567-FA0A-914F4CD722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4095" y="4379976"/>
            <a:ext cx="5027539" cy="2160396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9B7FF95D-99EC-822A-9C0E-FA512F372CDA}"/>
              </a:ext>
            </a:extLst>
          </p:cNvPr>
          <p:cNvGrpSpPr/>
          <p:nvPr/>
        </p:nvGrpSpPr>
        <p:grpSpPr>
          <a:xfrm>
            <a:off x="7075584" y="6069528"/>
            <a:ext cx="309600" cy="213840"/>
            <a:chOff x="7075584" y="6069528"/>
            <a:chExt cx="309600" cy="21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96187294-E9E4-FE71-0F0C-98B11A8B7E67}"/>
                    </a:ext>
                  </a:extLst>
                </p14:cNvPr>
                <p14:cNvContentPartPr/>
                <p14:nvPr/>
              </p14:nvContentPartPr>
              <p14:xfrm>
                <a:off x="7075584" y="6069528"/>
                <a:ext cx="155160" cy="1926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96187294-E9E4-FE71-0F0C-98B11A8B7E67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039584" y="6033888"/>
                  <a:ext cx="226800" cy="26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5E001F88-6F2E-77C3-1662-C22E1A27030C}"/>
                    </a:ext>
                  </a:extLst>
                </p14:cNvPr>
                <p14:cNvContentPartPr/>
                <p14:nvPr/>
              </p14:nvContentPartPr>
              <p14:xfrm>
                <a:off x="7278264" y="6079608"/>
                <a:ext cx="106920" cy="2037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5E001F88-6F2E-77C3-1662-C22E1A27030C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242264" y="6043608"/>
                  <a:ext cx="178560" cy="2754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7106319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BFC37-863C-1263-D776-3CE344F27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E7D63C3-8C72-B623-C5DE-8C526747E75A}"/>
              </a:ext>
            </a:extLst>
          </p:cNvPr>
          <p:cNvSpPr txBox="1"/>
          <p:nvPr/>
        </p:nvSpPr>
        <p:spPr>
          <a:xfrm>
            <a:off x="201168" y="231791"/>
            <a:ext cx="11487912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4">
                    <a:lumMod val="40000"/>
                    <a:lumOff val="60000"/>
                  </a:schemeClr>
                </a:solidFill>
                <a:latin typeface="Inter"/>
              </a:rPr>
              <a:t>Right tailed test</a:t>
            </a:r>
          </a:p>
          <a:p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Example : 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Imagine you normally jog an average distance of </a:t>
            </a:r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5 km in an hour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.</a:t>
            </a:r>
            <a:b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After 2 weeks of a new jogging plan, you want to prove that your </a:t>
            </a:r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average jogging distance has improved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.</a:t>
            </a:r>
          </a:p>
          <a:p>
            <a:endParaRPr lang="en-US" sz="2400" b="1" dirty="0">
              <a:solidFill>
                <a:schemeClr val="accent6">
                  <a:lumMod val="40000"/>
                  <a:lumOff val="60000"/>
                </a:schemeClr>
              </a:solidFill>
              <a:latin typeface="Inter"/>
            </a:endParaRPr>
          </a:p>
          <a:p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Inter"/>
              </a:rPr>
              <a:t>Null Hypothesis (H₀):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  <a:latin typeface="Inter"/>
              </a:rPr>
              <a:t>             μ = 5 Km  (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the new jogging plan </a:t>
            </a:r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does not change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 the average) </a:t>
            </a:r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  <a:latin typeface="Inter"/>
            </a:endParaRPr>
          </a:p>
          <a:p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Inter"/>
              </a:rPr>
              <a:t>Alternative Hypothesis (H₁):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  <a:latin typeface="Inter"/>
              </a:rPr>
              <a:t> μ &gt; 5 Km (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the new jogging plan </a:t>
            </a:r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did increase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 the average 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  <a:latin typeface="Inter"/>
              </a:rPr>
              <a:t>) </a:t>
            </a:r>
          </a:p>
          <a:p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  <a:latin typeface="Inter"/>
            </a:endParaRPr>
          </a:p>
          <a:p>
            <a:r>
              <a:rPr lang="en-US" sz="2400" i="1" dirty="0">
                <a:solidFill>
                  <a:schemeClr val="accent6">
                    <a:lumMod val="40000"/>
                    <a:lumOff val="60000"/>
                  </a:schemeClr>
                </a:solidFill>
                <a:latin typeface="Inter"/>
              </a:rPr>
              <a:t>This is right-tailed because we're specifically testing if employing new plan, the </a:t>
            </a:r>
          </a:p>
          <a:p>
            <a:r>
              <a:rPr lang="en-US" sz="2400" i="1" dirty="0">
                <a:solidFill>
                  <a:schemeClr val="accent6">
                    <a:lumMod val="40000"/>
                    <a:lumOff val="60000"/>
                  </a:schemeClr>
                </a:solidFill>
                <a:latin typeface="Inter"/>
              </a:rPr>
              <a:t>average </a:t>
            </a:r>
            <a:r>
              <a:rPr lang="en-US" sz="2400" i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distance jogged</a:t>
            </a:r>
            <a:r>
              <a:rPr lang="en-US" sz="2400" i="1" dirty="0">
                <a:solidFill>
                  <a:schemeClr val="accent6">
                    <a:lumMod val="40000"/>
                    <a:lumOff val="60000"/>
                  </a:schemeClr>
                </a:solidFill>
                <a:latin typeface="Inter"/>
              </a:rPr>
              <a:t> </a:t>
            </a:r>
            <a:r>
              <a:rPr lang="en-US" sz="2400" b="1" i="1" dirty="0">
                <a:solidFill>
                  <a:schemeClr val="accent6">
                    <a:lumMod val="40000"/>
                    <a:lumOff val="60000"/>
                  </a:schemeClr>
                </a:solidFill>
                <a:latin typeface="Inter"/>
              </a:rPr>
              <a:t>significantly </a:t>
            </a:r>
            <a:r>
              <a:rPr lang="en-US" sz="2400" i="1" dirty="0">
                <a:solidFill>
                  <a:schemeClr val="accent6">
                    <a:lumMod val="40000"/>
                    <a:lumOff val="60000"/>
                  </a:schemeClr>
                </a:solidFill>
                <a:latin typeface="Inter"/>
              </a:rPr>
              <a:t>increased.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453A9D1-456F-8E1E-E63D-F773B93FC1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4095" y="4379976"/>
            <a:ext cx="5027539" cy="216039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ED05013E-A924-F999-C038-6B46C73589ED}"/>
                  </a:ext>
                </a:extLst>
              </p14:cNvPr>
              <p14:cNvContentPartPr/>
              <p14:nvPr/>
            </p14:nvContentPartPr>
            <p14:xfrm>
              <a:off x="7078104" y="5994936"/>
              <a:ext cx="173520" cy="2023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ED05013E-A924-F999-C038-6B46C73589E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042464" y="5958936"/>
                <a:ext cx="245160" cy="273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393983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B20CF-86D9-5744-6FC4-13017EE6D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5375B6D-E161-2372-092B-293D558FFCB1}"/>
              </a:ext>
            </a:extLst>
          </p:cNvPr>
          <p:cNvSpPr txBox="1"/>
          <p:nvPr/>
        </p:nvSpPr>
        <p:spPr>
          <a:xfrm>
            <a:off x="137160" y="186399"/>
            <a:ext cx="11283696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2-tailed test</a:t>
            </a:r>
          </a:p>
          <a:p>
            <a:r>
              <a:rPr lang="en-US" sz="2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: </a:t>
            </a:r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medical researcher is interested in finding out whether a new medication will have any undesirable side effects on pulse rate: will the pulse rate </a:t>
            </a:r>
            <a:r>
              <a:rPr lang="en-US" sz="2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increase, decrease, or remain unchanged</a:t>
            </a:r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after a patient takes the medication? The researcher knows that the mean pulse rate for the population under study is 82 beats per minute. </a:t>
            </a:r>
          </a:p>
          <a:p>
            <a:endParaRPr lang="en-US" sz="22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hypothesis for this situation are</a:t>
            </a:r>
          </a:p>
          <a:p>
            <a:r>
              <a:rPr lang="en-US" sz="22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Inter"/>
              </a:rPr>
              <a:t>Null Hypothesis (H₀):</a:t>
            </a:r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         mean </a:t>
            </a:r>
            <a:r>
              <a:rPr lang="el-GR" sz="2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μ</a:t>
            </a:r>
            <a:r>
              <a:rPr lang="en-US" sz="2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=</a:t>
            </a:r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82          ( mean will remain </a:t>
            </a:r>
            <a:r>
              <a:rPr lang="en-US" sz="2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unchanged)</a:t>
            </a:r>
          </a:p>
          <a:p>
            <a:r>
              <a:rPr lang="en-US" sz="22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Inter"/>
              </a:rPr>
              <a:t>Alternative Hypothesis (H₁):</a:t>
            </a:r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mean </a:t>
            </a:r>
            <a:r>
              <a:rPr lang="el-GR" sz="2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μ </a:t>
            </a:r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≠ 82 BPM ( mean will </a:t>
            </a:r>
            <a:r>
              <a:rPr lang="en-US" sz="2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change: </a:t>
            </a:r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mean could be either &gt; 82 or &lt; 82 BPM</a:t>
            </a:r>
          </a:p>
          <a:p>
            <a:r>
              <a:rPr lang="en-US" sz="22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This test is called a two-tailed test since the possible side effects of the medicine could be to </a:t>
            </a:r>
            <a:r>
              <a:rPr lang="en-US" sz="2200" b="1" i="1" dirty="0">
                <a:solidFill>
                  <a:schemeClr val="accent6">
                    <a:lumMod val="60000"/>
                    <a:lumOff val="40000"/>
                  </a:schemeClr>
                </a:solidFill>
                <a:latin typeface="Inter"/>
              </a:rPr>
              <a:t>significantly </a:t>
            </a:r>
            <a:r>
              <a:rPr lang="en-US" sz="22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raise or lower the pulse rate.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DE050E2-319A-C1D8-8059-16AE6F281B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7477" y="3968497"/>
            <a:ext cx="5305049" cy="2679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55301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78396-9478-018D-FABD-C4C3BBE1F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BF9A793-071E-0D99-1B93-DE33E7129207}"/>
              </a:ext>
            </a:extLst>
          </p:cNvPr>
          <p:cNvSpPr txBox="1"/>
          <p:nvPr/>
        </p:nvSpPr>
        <p:spPr>
          <a:xfrm>
            <a:off x="137160" y="186399"/>
            <a:ext cx="11283696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2-tailed test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:    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soft drink company has a bottling machine that's supposed to fill bottles with exactly 500 ml of soda.  The quality control manager suspects the machine might be malfunctioning - it could be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overfilling OR underfilling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bottles. 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hypothesis for this are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Null Hypothesis (H₀):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         μ = 500 ml (the machine is filling correctly -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 change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Alternative Hypothesis (H₁):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μ ≠ 500 ml (the machine is NOT filling correctly -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There is change .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Could be more OR less.)</a:t>
            </a:r>
          </a:p>
          <a:p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This test is called a two-tailed test since the machine could be filling less or more.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6F0BDE4-5D37-E2EA-7BE9-5D8FE29E44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7477" y="3968497"/>
            <a:ext cx="5305049" cy="2679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0387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31D7F-4279-DA2E-FA64-6CF3C441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E1B75-886E-0812-B2FD-DD250C225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36525"/>
            <a:ext cx="11466576" cy="832739"/>
          </a:xfrm>
        </p:spPr>
        <p:txBody>
          <a:bodyPr>
            <a:normAutofit/>
          </a:bodyPr>
          <a:lstStyle/>
          <a:p>
            <a:r>
              <a:rPr lang="en-US" sz="3600" dirty="0"/>
              <a:t>EXTRA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2F8BE4-9CEA-0DAD-0357-E0A8215F169D}"/>
              </a:ext>
            </a:extLst>
          </p:cNvPr>
          <p:cNvSpPr txBox="1"/>
          <p:nvPr/>
        </p:nvSpPr>
        <p:spPr>
          <a:xfrm>
            <a:off x="274320" y="933117"/>
            <a:ext cx="116586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Ffnbksdfd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Fdslj;f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Fl;ds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6253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8168E-2889-EB8C-92FA-7877BF03B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7880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956</TotalTime>
  <Words>1110</Words>
  <Application>Microsoft Office PowerPoint</Application>
  <PresentationFormat>Widescreen</PresentationFormat>
  <Paragraphs>122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Calibri Light</vt:lpstr>
      <vt:lpstr>Inter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138</cp:revision>
  <dcterms:created xsi:type="dcterms:W3CDTF">2025-09-22T02:44:38Z</dcterms:created>
  <dcterms:modified xsi:type="dcterms:W3CDTF">2026-04-12T05:29:00Z</dcterms:modified>
</cp:coreProperties>
</file>