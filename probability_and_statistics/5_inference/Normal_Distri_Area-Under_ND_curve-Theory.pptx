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73" r:id="rId5"/>
    <p:sldId id="259" r:id="rId6"/>
    <p:sldId id="267" r:id="rId7"/>
    <p:sldId id="266" r:id="rId8"/>
    <p:sldId id="265" r:id="rId9"/>
    <p:sldId id="268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8:49.8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427 18 6533 0 0,'0'0'-196'0'0,"1"-1"165"0"0,-1 1 120 0 0,0-1-1 0 0,0 0 1 0 0,0 1-1 0 0,-1-1 1 0 0,1 0-1 0 0,0 1 1 0 0,0-1-1 0 0,0 0 1 0 0,0 1-1 0 0,-1-1 1 0 0,1 0-1 0 0,0 1 0 0 0,-1-1 1 0 0,1 1-1 0 0,0-1 1 0 0,-1 1-1 0 0,1-1 1 0 0,-1 1-1 0 0,1-1 1 0 0,-1 1-1 0 0,1-1 1 0 0,-1 1-1 0 0,1-1 1 0 0,-1 1-1 0 0,1 0 1 0 0,-1-1-1 0 0,1 1 1 0 0,-1 0-1 0 0,0-1 1 0 0,1 1-1 0 0,-1 0 0 0 0,0 0 1 0 0,1 0-1 0 0,-2 0 1 0 0,-26 12-31 0 0,0 2 0 0 0,1 1 0 0 0,0 1 0 0 0,2 2 0 0 0,0 0 1 0 0,-40 39-1 0 0,39-31-39 0 0,1 1 1 0 0,1 2-1 0 0,1 0 1 0 0,1 1-1 0 0,-27 52 1 0 0,47-79-65 0 0,0 1 1 0 0,0-1-1 0 0,0 1 0 0 0,0 0 1 0 0,0 0-1 0 0,1 0 0 0 0,0 0 1 0 0,0 0-1 0 0,0 0 0 0 0,0 0 1 0 0,0 0-1 0 0,1 0 0 0 0,0 0 1 0 0,0 0-1 0 0,0 0 0 0 0,0 1 1 0 0,1-1-1 0 0,0 0 0 0 0,-1 0 0 0 0,2 0 1 0 0,-1 0-1 0 0,0 0 0 0 0,4 7 1 0 0,-4-10 27 0 0,4 22-142 0 0,-4-16-4842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9:04.5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796 37 5821 0 0,'0'0'1074'0'0,"-5"3"-880"0"0,-15 6-15 0 0,15-6 647 0 0,-23 6 2105 0 0,13-10-2845 0 0,11 0 54 0 0,-64-16 231 0 0,-18 0-261 0 0,2 7-88 0 0,81 10-18 0 0,-39 0 2 0 0,27 0-4 0 0,-51-3 12 0 0,29 1 12 0 0,29 3-25 0 0,4 0-1 0 0,-1 0-1 0 0,0-1 1 0 0,0 1-1 0 0,0-1 1 0 0,0 0-1 0 0,0-1 1 0 0,0 1-1 0 0,0-1 1 0 0,-5-1-1 0 0,1 1-7 0 0,0 0 0 0 0,1 1 0 0 0,-1 0 0 0 0,0 1 0 0 0,-13 2 0 0 0,19-3 4 0 0,1 1-1 0 0,-67 17-14 0 0,61-15 11 0 0,-1 0 0 0 0,1 1 0 0 0,0 0-1 0 0,0 1 1 0 0,0 0 0 0 0,0 0 0 0 0,1 1 0 0 0,0 0 0 0 0,-12 12 0 0 0,19-17-1 0 0,-22 36-37 0 0,19-11 3 0 0,4-18 34 0 0,0 0 0 0 0,1 0-1 0 0,0 0 1 0 0,1 0 0 0 0,-1-1 0 0 0,6 9-1 0 0,10 23 14 0 0,2 7-1 0 0,-18-40-4 0 0,1-1 0 0 0,0 1 0 0 0,0-1-1 0 0,1 0 1 0 0,0 0 0 0 0,-1 0 0 0 0,9 7 0 0 0,-3-2-12 0 0,8 11 14 0 0,-11-12 3 0 0,1-1 0 0 0,1 1 0 0 0,0-1 0 0 0,14 11-1 0 0,2-4 4 0 0,0-1 0 0 0,42 18 0 0 0,-53-27-2 0 0,-1-1 0 0 0,1 0 0 0 0,0 0 0 0 0,0-1 1 0 0,0-1-1 0 0,0-1 0 0 0,22 1 0 0 0,-34-2-2 0 0,7 3 1 0 0,18-1 1 0 0,28 3 26 0 0,22-8 12 0 0,16-11 7 0 0,-90 14-45 0 0,49-17 12 0 0,-47 16-9 0 0,5-2 2 0 0,1-1 1 0 0,-1 0-1 0 0,0 0 0 0 0,0 0 1 0 0,0-1-1 0 0,-1-1 0 0 0,0 1 0 0 0,0-2 1 0 0,0 1-1 0 0,-1-1 0 0 0,1 0 1 0 0,-2 0-1 0 0,11-14 0 0 0,-12 14-5 0 0,-1 2 9 0 0,0 0 1 0 0,-1 0-1 0 0,0-1 1 0 0,0 1-1 0 0,0-1 1 0 0,-1 0-1 0 0,0 0 1 0 0,0 0 0 0 0,0 0-1 0 0,-1 0 1 0 0,0 0-1 0 0,0 0 1 0 0,-1-1-1 0 0,0-6 1 0 0,0-2-1 0 0,-2-1 1 0 0,0 1 0 0 0,-1-1 0 0 0,-5-18 0 0 0,7 28-22 0 0,0 3 10 0 0,1 0 0 0 0,-1 0 0 0 0,0 0 0 0 0,0 0 0 0 0,0 0 0 0 0,0 0 0 0 0,-1 0 0 0 0,1 1 0 0 0,-1-1 0 0 0,1 0 0 0 0,-1 1 0 0 0,-4-5 0 0 0,-35-38 231 0 0,39 44-196 0 0,-38-27 251 0 0,14 15-230 0 0,24 12-68 0 0,-1 1 4 0 0,-10-3 4 0 0,3 0-3 0 0,8 2 0 0 0,0 0-2 0 0,-7-2 6 0 0,7 2 4 0 0,-49-14-39 0 0,50 15 62 0 0,-2 0-28 0 0,-8-2 0 0 0,8 2 18 0 0,-4-9-3355 0 0,7-4-1704 0 0,7-10 2488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9:08.8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684 77 5685 0 0,'0'0'-383'0'0,"-22"-1"905"0"0,16 1-217 0 0,-1-2 0 0 0,1 1 0 0 0,0-1 0 0 0,0 1 1 0 0,-11-6-1 0 0,16 6-267 0 0,-2 1-21 0 0,1-1 0 0 0,-1 0 0 0 0,1 1-1 0 0,-1-1 1 0 0,1 0 0 0 0,-1 0 0 0 0,1 0 0 0 0,-1-1-1 0 0,1 1 1 0 0,0-1 0 0 0,0 1 0 0 0,-3-3-1 0 0,3 3 5 0 0,-38-13 268 0 0,17 9-247 0 0,18 5-40 0 0,-1-1-1 0 0,1 0 1 0 0,0 0-1 0 0,0-1 1 0 0,-1 0-1 0 0,1 0 1 0 0,0 0-1 0 0,-5-3 1 0 0,6 5-6 0 0,-10 0 4 0 0,-24-4 0 0 0,23 2-6 0 0,0 0 0 0 0,-1 0 0 0 0,-27 2 0 0 0,-34 7 8 0 0,74-6-5 0 0,-14 2-6 0 0,3-1 12 0 0,0 0-8 0 0,-13 3 5 0 0,25-5 2 0 0,0 1-6 0 0,-8 2 1 0 0,1 0 0 0 0,0 0-1 0 0,0 1 1 0 0,0 0 0 0 0,0 1 0 0 0,0 0 0 0 0,1 1 0 0 0,0 0 0 0 0,-14 12 0 0 0,10-6 12 0 0,7-7-7 0 0,1 0-1 0 0,0 0 0 0 0,0 0 1 0 0,0 0-1 0 0,0 1 0 0 0,1 0 1 0 0,0-1-1 0 0,1 1 0 0 0,-1 0 1 0 0,1 0-1 0 0,0 1 0 0 0,0-1 1 0 0,1 0-1 0 0,0 1 0 0 0,0-1 1 0 0,0 10-1 0 0,1 58 40 0 0,0-72-37 0 0,0 0 0 0 0,0 2-1 0 0,0-1 1 0 0,-1 1-1 0 0,1-1 0 0 0,1 1 0 0 0,-1 0 0 0 0,0-1 0 0 0,1 1 0 0 0,0-1 0 0 0,0 0 0 0 0,0 1 0 0 0,0-1 0 0 0,0 0 0 0 0,1 1 0 0 0,-1-1 0 0 0,1 0 1 0 0,0 0-1 0 0,0 0 0 0 0,0 0 0 0 0,5 4 0 0 0,6 9 24 0 0,-6-7-10 0 0,0 1 0 0 0,1-2-1 0 0,0 1 1 0 0,0-1 0 0 0,1 0 0 0 0,13 9 0 0 0,2-7 16 0 0,1-2 0 0 0,0 0-1 0 0,0-1 1 0 0,0-2 0 0 0,1 0-1 0 0,37 1 1 0 0,2 2 3 0 0,-9-5-6 0 0,17-1-32 0 0,-3-4 30 0 0,-68 2-24 0 0,2-1 0 0 0,35-3 11 0 0,-29 3-14 0 0,44 2 0 0 0,-30-3 26 0 0,-1-1 1 0 0,32-7-1 0 0,-4 0 0 0 0,-48 10-14 0 0,54-18 658 0 0,-52 15-590 0 0,0 1-1 0 0,0-1 1 0 0,0 0 0 0 0,0 0 0 0 0,-1-1 0 0 0,0 1-1 0 0,1-1 1 0 0,-1 0 0 0 0,-1 0 0 0 0,1 0 0 0 0,0-1-1 0 0,-1 1 1 0 0,0-1 0 0 0,0 0 0 0 0,-1 0-1 0 0,1 0 1 0 0,-1 0 0 0 0,0-1 0 0 0,0 1 0 0 0,-1-1-1 0 0,0 1 1 0 0,0-1 0 0 0,0 1 0 0 0,0-1 0 0 0,-1 0-1 0 0,0 1 1 0 0,0-1 0 0 0,-1 1 0 0 0,-1-10-1 0 0,0 3-95 0 0,0 1-1 0 0,-1 0 1 0 0,-1 0-1 0 0,0 0 1 0 0,-6-13-1 0 0,8 20 4 0 0,-1 0 1 0 0,1 0 0 0 0,-1 1-1 0 0,1-1 1 0 0,-1 1-1 0 0,0 0 1 0 0,-1 0-1 0 0,1 0 1 0 0,0 0 0 0 0,-1 0-1 0 0,0 1 1 0 0,0 0-1 0 0,1-1 1 0 0,-1 2-1 0 0,-1-1 1 0 0,-5-2-1 0 0,-109-54-62 0 0,63 37 14 0 0,54 21 65 0 0,-56-12-62 0 0,56 11 63 0 0,-26-1-20 0 0,-113 13-54 0 0,128-9 69 0 0,-22 4 57 0 0,-14 2-3110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49:16.03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1144 10 5649 0 0,'0'0'-263'0'0,"0"-1"-186"0"0,0 0 494 0 0,0 1-1 0 0,0 0 1 0 0,-1-1 0 0 0,1 1 0 0 0,0 0 0 0 0,0-1 0 0 0,0 1 0 0 0,0 0 0 0 0,0-1 0 0 0,0 1-1 0 0,-1 0 1 0 0,1-1 0 0 0,0 1 0 0 0,0 0 0 0 0,-1 0 0 0 0,1-1 0 0 0,0 1 0 0 0,0 0 0 0 0,-1 0-1 0 0,1 0 1 0 0,0-1 0 0 0,0 1 0 0 0,-1 0 0 0 0,1 0 0 0 0,0 0 0 0 0,-1 0 0 0 0,1 0 0 0 0,0-1-1 0 0,-1 1 1 0 0,1 0 0 0 0,0 0 0 0 0,-1 0 0 0 0,1 0 0 0 0,-1 0 0 0 0,1 0 0 0 0,0 0 0 0 0,-1 0-1 0 0,1 0 1 0 0,0 0 0 0 0,-1 1 0 0 0,1-1 0 0 0,-22 6 19 0 0,16-4 157 0 0,3-2-185 0 0,-12 0 7 0 0,11 0 23 0 0,1 0-39 0 0,-12 0-7 0 0,11 0 6 0 0,-18 0 26 0 0,-13 0 21 0 0,32 0-64 0 0,-35 0 123 0 0,3-2-76 0 0,31 2-46 0 0,-15 0 30 0 0,-33 0 9 0 0,49 0-51 0 0,0 0-4 0 0,-12 0 5 0 0,11 0 13 0 0,-16-1 8 0 0,-76-1 31 0 0,-15 2 18 0 0,55 0-79 0 0,-4 0 24 0 0,33 1 44 0 0,-38-4-8 0 0,61 3-39 0 0,1 0-8 0 0,-10 0-2 0 0,10 0 18 0 0,-58-1 222 0 0,8-1-184 0 0,49 2-53 0 0,-62 5 32 0 0,34-2-49 0 0,29-3 22 0 0,-46 7-11 0 0,40-5 1 0 0,-49 8-92 0 0,56-10 84 0 0,1 2 5 0 0,-3 5-4 0 0,0 1 9 0 0,0 1-1 0 0,0 0 1 0 0,1 0 0 0 0,0 1-1 0 0,1-1 1 0 0,0 0 0 0 0,1 1-1 0 0,-1 10 1 0 0,1 17 1 0 0,0-27 2 0 0,1 0 1 0 0,0-1-1 0 0,0 1 0 0 0,4 16 0 0 0,0-11 2 0 0,-1 1-1 0 0,-1 0 0 0 0,0 0 0 0 0,-1 31 0 0 0,1-9 6 0 0,0-17 4 0 0,0 0-1 0 0,-1 1 1 0 0,-2 26-1 0 0,0-21-3 0 0,-1-10 12 0 0,1-12-18 0 0,1 0 0 0 0,0 1 0 0 0,0-1 1 0 0,0 0-1 0 0,0 1 0 0 0,1-1 0 0 0,0 0 1 0 0,0 0-1 0 0,0 0 0 0 0,3 7 0 0 0,-1-5 2 0 0,0 6 3 0 0,-3-12-8 0 0,0 0 0 0 0,0 0 0 0 0,0 1 1 0 0,1-1-1 0 0,-1 0 0 0 0,0 0 0 0 0,1 0 1 0 0,-1 0-1 0 0,1 1 0 0 0,-1-1 0 0 0,1 0 0 0 0,0 0 1 0 0,-1 0-1 0 0,1 0 0 0 0,0 0 0 0 0,0 0 0 0 0,0 0 1 0 0,0-1-1 0 0,1 2 0 0 0,0-1 7 0 0,-2 1-8 0 0,1-1 0 0 0,0 1 0 0 0,0 0 0 0 0,0-1 0 0 0,0 1 0 0 0,0-1 0 0 0,1 1 0 0 0,-1-1 0 0 0,0 0 0 0 0,1 0-1 0 0,-1 1 1 0 0,1-1 0 0 0,-1 0 0 0 0,1 0 0 0 0,0 0 0 0 0,-1-1 0 0 0,1 1 0 0 0,0 0 0 0 0,0-1 0 0 0,-1 1 0 0 0,1-1-1 0 0,3 1 1 0 0,31 7 22 0 0,-36-8-23 0 0,20 2 17 0 0,0-1 0 0 0,0-1 1 0 0,33-5-1 0 0,14 0 7 0 0,-38 4-13 0 0,53-11-1 0 0,-17 1-26 0 0,89-4-18 0 0,-137 13 36 0 0,-6 0-7 0 0,1 0 0 0 0,0 2 0 0 0,0-1 0 0 0,-1 1 0 0 0,1 1 0 0 0,14 3-1 0 0,-21-3 7 0 0,29-1-3 0 0,31 0 21 0 0,230 16-35 0 0,-280-14 17 0 0,60 0-20 0 0,94 1 40 0 0,-164-3 101 0 0,0 0 1 0 0,1 0-1 0 0,-1 0 0 0 0,0-1 0 0 0,0 0 1 0 0,1 0-1 0 0,6-3 0 0 0,-9 3-54 0 0,-1-1-1 0 0,0 1 1 0 0,0 0 0 0 0,0-1-1 0 0,0 0 1 0 0,0 1 0 0 0,0-1-1 0 0,0 0 1 0 0,-1 0-1 0 0,1 0 1 0 0,-1 0 0 0 0,1-1-1 0 0,-1 1 1 0 0,0 0 0 0 0,1-4-1 0 0,4-8 175 0 0,0 0 0 0 0,-2 0-1 0 0,0-1 1 0 0,0 0 0 0 0,-2 0-1 0 0,1 1 1 0 0,-2-2 0 0 0,0 1-1 0 0,-1 0 1 0 0,-3-24 0 0 0,1 26-220 0 0,-2 0 0 0 0,1 1 1 0 0,-8-17-1 0 0,7 21-8 0 0,1 0 0 0 0,0 0-1 0 0,1-1 1 0 0,0 1 0 0 0,-2-12 0 0 0,-7-9 8 0 0,-1 5-12 0 0,3-1-6 0 0,-7-6-10 0 0,15 30 0 0 0,0-1-8 0 0,1-1 10 0 0,0 1 0 0 0,-1 0 0 0 0,0-1 1 0 0,0 1-1 0 0,0 0 0 0 0,0-1 0 0 0,0 1 0 0 0,0 0 0 0 0,0 0 0 0 0,-1 0 0 0 0,1 0 0 0 0,-3-2 0 0 0,2 1-2 0 0,1 2-7 0 0,-20-33-32 0 0,17 28 29 0 0,0 0 1 0 0,-1 0-1 0 0,0 0 1 0 0,0 1-1 0 0,0-1 1 0 0,0 1-1 0 0,-1 0 1 0 0,0 1 0 0 0,0 0-1 0 0,0-1 1 0 0,-9-3-1 0 0,-3-3-19 0 0,16 11 26 0 0,-50-19-143 0 0,49 18 134 0 0,-6 0 17 0 0,-2-1-32 0 0,0 2-1 0 0,-1 0 1 0 0,1 0-1 0 0,-21 3 1 0 0,16 0-85 0 0,-27 1-4063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0:29.3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1072 64 728 0 0,'-4'-3'537'0'0,"-30"-16"4277"0"0,19 19-4562 0 0,7 0 2749 0 0,-60-4-1395 0 0,66 3-1573 0 0,-67-7 391 0 0,-16-8-1 0 0,82 15-401 0 0,-50-8 68 0 0,19 6-92 0 0,31 3 0 0 0,0 0 4 0 0,-71 0 30 0 0,71 0-24 0 0,0 0-2 0 0,-59 5 22 0 0,59-5-23 0 0,-1 0-5 0 0,-80 7 11 0 0,64-7 2 0 0,14 0-17 0 0,-1 0 1 0 0,1 0 0 0 0,0 0-1 0 0,0 1 1 0 0,0 0 0 0 0,0 0-1 0 0,0 1 1 0 0,-11 4-1 0 0,-139 42-12 0 0,149-46 14 0 0,-6 3-1 0 0,1 0 0 0 0,0 0-1 0 0,0 1 1 0 0,0 0 0 0 0,1 1-1 0 0,0 0 1 0 0,0 1 0 0 0,-14 14-1 0 0,-20 23-13 0 0,43-43 20 0 0,-4 1-8 0 0,4 0-2 0 0,-19 56 6 0 0,13-28 12 0 0,7-27-11 0 0,-1 0-1 0 0,2 0 0 0 0,-1 0 0 0 0,0 1 0 0 0,1-1 0 0 0,-1 0 1 0 0,1 0-1 0 0,0 0 0 0 0,1 0 0 0 0,-1 1 0 0 0,2 6 0 0 0,3 31 9 0 0,-4-39-6 0 0,5 37-15 0 0,-6-35 11 0 0,1-1 0 0 0,-1 1 0 0 0,1 0 1 0 0,0-1-1 0 0,1 1 0 0 0,-1 0 0 0 0,1-1 0 0 0,0 0 0 0 0,0 1 0 0 0,5 6 0 0 0,-5-6 3 0 0,1 0-1 0 0,0 0 0 0 0,0 0 0 0 0,1 0 0 0 0,0-1 0 0 0,-1 1 0 0 0,1-1 0 0 0,1 0 0 0 0,6 5 0 0 0,-1-2 1 0 0,-1-1-1 0 0,1-1 1 0 0,1 1-1 0 0,-1-2 0 0 0,1 1 1 0 0,0-1-1 0 0,15 3 0 0 0,-12-4 1 0 0,12 4 11 0 0,1-1 0 0 0,-1-2-1 0 0,1 0 1 0 0,0-2-1 0 0,0-1 1 0 0,39-4-1 0 0,34-2 16 0 0,-64 2-40 0 0,20 1 27 0 0,-20-1-9 0 0,3 1-9 0 0,57-8-11 0 0,35-2 20 0 0,-123 11-7 0 0,52-7 5 0 0,-28 5 10 0 0,-25 3-8 0 0,0-1 0 0 0,0 0 0 0 0,-1 0 0 0 0,1 0-1 0 0,0 0 1 0 0,-1-1 0 0 0,1 0 0 0 0,7-4-1 0 0,-2 0 4 0 0,0 0-1 0 0,-1 0 1 0 0,0-1-1 0 0,0-1 1 0 0,0 1-1 0 0,-1-2 1 0 0,0 0-1 0 0,16-18 1 0 0,-19 19-3 0 0,-1 3 7 0 0,-1-1 1 0 0,0 1-1 0 0,-1-1 1 0 0,0-1-1 0 0,0 1 1 0 0,0-1-1 0 0,3-7 0 0 0,-3 4 21 0 0,-1 0 0 0 0,0 0 0 0 0,-1 0 0 0 0,0 0-1 0 0,0-1 1 0 0,-1 1 0 0 0,-1-1 0 0 0,0 1 0 0 0,0-1-1 0 0,-1 0 1 0 0,0 1 0 0 0,-1 0 0 0 0,0-1 0 0 0,-4-11-1 0 0,-5-8 199 0 0,8 20-165 0 0,0 0-1 0 0,-1 1 1 0 0,0-1 0 0 0,-1 1-1 0 0,0 0 1 0 0,-9-12 0 0 0,-19-13 54 0 0,31 33-122 0 0,1-1-2 0 0,-1-1 3 0 0,0 0 0 0 0,-1 1 0 0 0,1-1 0 0 0,-1 1 0 0 0,0 0 1 0 0,0 0-1 0 0,0 0 0 0 0,0 0 0 0 0,0 0 0 0 0,0 0 0 0 0,0 1 1 0 0,-5-2-1 0 0,1 0-2 0 0,4 2 3 0 0,-47-13-38 0 0,48 13 44 0 0,-56-11-152 0 0,56 12-16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0:36.4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1256 82 6569 0 0,'0'0'-296'0'0,"-36"-12"1060"0"0,-74-9-26 0 0,75 13-653 0 0,0 1 0 0 0,-68-4 1 0 0,3 5 20 0 0,-80-3-36 0 0,78 4-60 0 0,20 5-1 0 0,10-2 9 0 0,1 3 0 0 0,-87 12-1 0 0,156-12-21 0 0,-46 15-40 0 0,47-15 38 0 0,-6 3 9 0 0,2-1-4 0 0,-1 1 0 0 0,1-1 0 0 0,0 1 0 0 0,-1 0 0 0 0,2 0 0 0 0,-1 1 0 0 0,0-1 0 0 0,1 1 0 0 0,-5 7 0 0 0,-16 20-22 0 0,22-28 22 0 0,-1 0 0 0 0,1 1 0 0 0,0-1-1 0 0,1 1 1 0 0,-1 0 0 0 0,1 0-1 0 0,0 0 1 0 0,0 0 0 0 0,1 0 0 0 0,-1 0-1 0 0,1 0 1 0 0,-1 9 0 0 0,-3 16 33 0 0,6-16-16 0 0,0 0-1 0 0,0 0 0 0 0,6 22 0 0 0,4-4-12 0 0,-10-27 8 0 0,0 0 0 0 0,1 0 0 0 0,0 0 1 0 0,0 0-1 0 0,0 0 0 0 0,0 0 0 0 0,1 0 0 0 0,-1-1 0 0 0,1 1 0 0 0,1-1 1 0 0,-1 0-1 0 0,0 0 0 0 0,1 0 0 0 0,0 0 0 0 0,0 0 0 0 0,0-1 0 0 0,0 0 0 0 0,1 0 1 0 0,0 0-1 0 0,5 2 0 0 0,30 16 24 0 0,1-1 0 0 0,0-3 0 0 0,1-1 0 0 0,1-2 0 0 0,1-2 0 0 0,0-2 0 0 0,45 4 0 0 0,-54-12-9 0 0,-21-2-26 0 0,0 1 0 0 0,0 1 0 0 0,0 0 0 0 0,26 7 0 0 0,-35-8-9 0 0,7 0 4 0 0,80 12 31 0 0,15 2-8 0 0,-90-13-14 0 0,124 4 57 0 0,-60-8 10 0 0,-78 2-25 0 0,36-3 312 0 0,-36 3-279 0 0,12-4 29 0 0,0 0 1 0 0,0 0 0 0 0,-1-2 0 0 0,1 1 0 0 0,-2-2-1 0 0,1 0 1 0 0,0-1 0 0 0,-2 0 0 0 0,1-1 0 0 0,18-16-1 0 0,-26 21-6 0 0,1 0 1 0 0,-1-1-1 0 0,0 1 0 0 0,-1-1 0 0 0,1 0 0 0 0,-1 0 0 0 0,0 0 0 0 0,0-1 0 0 0,0 0 1 0 0,-1 0-1 0 0,0 0 0 0 0,0 0 0 0 0,0 0 0 0 0,-1 0 0 0 0,0-1 0 0 0,0 1 0 0 0,1-12 0 0 0,-3 15-12 0 0,-1-14 198 0 0,-1-6-38 0 0,2 21-202 0 0,-21-43 317 0 0,20 43-321 0 0,0-1-34 0 0,-1 0 0 0 0,0 0-1 0 0,0 0 1 0 0,0 0 0 0 0,-1 0-1 0 0,1 0 1 0 0,-1 1 0 0 0,1-1 0 0 0,-1 1-1 0 0,0-1 1 0 0,0 1 0 0 0,0 0-1 0 0,0 0 1 0 0,0 1 0 0 0,-1-1 0 0 0,-2-1-1 0 0,-62-23-21 0 0,54 22 23 0 0,-69-25 7 0 0,-46-19 28 0 0,127 48-51 0 0,-59-19-3986 0 0,57 17 3348 0 0,-16-7-6673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0:42.98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1274 80 6585 0 0,'0'0'-446'0'0,"-32"-14"-1058"0"0,11 6 1583 0 0,20 7-53 0 0,-2 2-19 0 0,0-1-1 0 0,1 0 1 0 0,-1-1-1 0 0,1 1 1 0 0,-1 0-1 0 0,0-1 1 0 0,1 1-1 0 0,-1-1 1 0 0,1 0-1 0 0,-1 0 0 0 0,-1-1 1 0 0,-27-7 121 0 0,-59-5 471 0 0,87 14-563 0 0,-2 0-12 0 0,-1 1 0 0 0,1-1 0 0 0,-1 0-1 0 0,1 0 1 0 0,-1-1 0 0 0,1 1 0 0 0,-10-3 0 0 0,-17-2 71 0 0,30 5-76 0 0,-59-5 130 0 0,11 2 121 0 0,12 2-54 0 0,36 0-176 0 0,-21 1 71 0 0,-31-4 12 0 0,51 3-103 0 0,-60 4 62 0 0,-3-6-10 0 0,63 3-60 0 0,-24 0 22 0 0,-5 0-2 0 0,28 0-13 0 0,-53-2 152 0 0,53 2-155 0 0,-39 0 47 0 0,8-2-22 0 0,-106 4 49 0 0,136-4-90 0 0,-46 9 4 0 0,-3 5-16 0 0,52-12 6 0 0,-27 11-53 0 0,-14 26 11 0 0,39-32 44 0 0,1-1 0 0 0,0 0 0 0 0,0 1 0 0 0,1-1 0 0 0,-1 1 0 0 0,1 0 0 0 0,0 0 0 0 0,0 0 0 0 0,1 0 0 0 0,-1 0 0 0 0,0 9 0 0 0,-11 74 24 0 0,12-73-15 0 0,-1 1-1 0 0,0-1 0 0 0,-7 22 0 0 0,7-30-4 0 0,0 0 1 0 0,1 0 0 0 0,0 0-1 0 0,0 0 1 0 0,0 12 0 0 0,-2 16 2 0 0,0-23 1 0 0,1-1 0 0 0,1 1 0 0 0,0 21 0 0 0,1-22 1 0 0,-1 0-1 0 0,0 0 1 0 0,-4 19 0 0 0,3-22-1 0 0,1 1 0 0 0,0-1 1 0 0,1 1-1 0 0,-1-1 0 0 0,3 16 0 0 0,-1-1 19 0 0,-2 88-4 0 0,1-109-12 0 0,0-1-1 0 0,1 1 1 0 0,-1 0 0 0 0,1 0-1 0 0,-1-1 1 0 0,1 1 0 0 0,-1 0-1 0 0,1 0 1 0 0,0-1 0 0 0,0 1-1 0 0,0-1 1 0 0,0 1 0 0 0,0-1-1 0 0,0 1 1 0 0,1-1 0 0 0,-1 0-1 0 0,0 0 1 0 0,1 0 0 0 0,-1 1-1 0 0,1-1 1 0 0,-1 0 0 0 0,1-1-1 0 0,2 3 1 0 0,-3-3 26 0 0,21 8 71 0 0,92 6 79 0 0,152-1 0 0 0,-103-20-172 0 0,40-12-4 0 0,26 11-7 0 0,-184 10 8 0 0,34-5 6 0 0,-62 1-21 0 0,0 2 0 0 0,1 0 1 0 0,-1 1-1 0 0,22 5 0 0 0,21-8 55 0 0,-57 2-44 0 0,20 0 8 0 0,-8 0 11 0 0,-1-1 162 0 0,1-1-1 0 0,0 0 1 0 0,0-1 0 0 0,-1 0 0 0 0,0-1-1 0 0,0-1 1 0 0,0 0 0 0 0,20-11-1 0 0,-33 15-183 0 0,4-1 89 0 0,0-1 1 0 0,-1 1-1 0 0,0-1 1 0 0,0 0-1 0 0,0-1 1 0 0,0 1-1 0 0,0-1 1 0 0,-1 1-1 0 0,1-1 1 0 0,-1 0-1 0 0,0-1 1 0 0,0 1-1 0 0,-1 0 1 0 0,1-1-1 0 0,-1 0 1 0 0,0 1-1 0 0,0-1 1 0 0,1-8-1 0 0,2-9 31 0 0,-1 0 0 0 0,-1 0 0 0 0,-1-26 0 0 0,6-30 1 0 0,-10-12-68 0 0,1 87-52 0 0,-3-35 13 0 0,0-74 0 0 0,4 110-14 0 0,0 0-3 0 0,0-1 0 0 0,0 0-1 0 0,0 0 1 0 0,-1 0 0 0 0,1 0-1 0 0,-1 0 1 0 0,0 0 0 0 0,0 0 0 0 0,0 0-1 0 0,0 1 1 0 0,-3-5 0 0 0,3 6 2 0 0,-30-25-109 0 0,28 24 101 0 0,-14-5-9 0 0,0 1 0 0 0,0 1 1 0 0,-1 1-1 0 0,1 0 0 0 0,-26-1 0 0 0,39 4 15 0 0,-29-3-19 0 0,-58-1 17 0 0,54 7-529 0 0,-9 1-5864 0 0,36-3 3200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2:38.68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843 45 2532 0 0,'0'0'744'0'0,"-1"5"-216"0"0,-4 17 3203 0 0,-29-20-402 0 0,-64-38-3029 0 0,87 34-297 0 0,6 0 5 0 0,-8-2-6 0 0,1 0-2 0 0,-1 0 1 0 0,1 1 1 0 0,-34-8-21 0 0,43 11 23 0 0,-8 0 1 0 0,8 0-1 0 0,-2 2-5 0 0,-38-9 1 0 0,39 7 1 0 0,-15-2-12 0 0,-35 4-11 0 0,51-2 16 0 0,-17 0 7 0 0,-12 3-25 0 0,27-3 22 0 0,0 1-1 0 0,0 0 0 0 0,0 0 0 0 0,0 1 1 0 0,0-1-1 0 0,1 1 0 0 0,-6 3 0 0 0,3-2-2 0 0,5-2 0 0 0,-35 14-37 0 0,11 6 26 0 0,0 0 1 0 0,1 2-1 0 0,2 1 1 0 0,-29 35 0 0 0,25-27 25 0 0,-36 47-6 0 0,54-68-3 0 0,2 1 0 0 0,0-1 0 0 0,-9 20 0 0 0,-2 6-3 0 0,17-33-5 0 0,-4 25-11 0 0,5-23 21 0 0,1-1 0 0 0,-1 1-1 0 0,1 0 1 0 0,0-1-1 0 0,1 1 1 0 0,-1-1 0 0 0,1 0-1 0 0,0 0 1 0 0,0 1-1 0 0,1-1 1 0 0,0-1 0 0 0,0 1-1 0 0,0 0 1 0 0,0-1-1 0 0,1 1 1 0 0,-1-1 0 0 0,1 0-1 0 0,0 0 1 0 0,1-1-1 0 0,5 5 1 0 0,6 8 12 0 0,-9-10-4 0 0,0 0-1 0 0,1 0 1 0 0,-1-1-1 0 0,1 0 1 0 0,0-1-1 0 0,0 1 1 0 0,1-1-1 0 0,0-1 1 0 0,-1 0-1 0 0,11 3 1 0 0,12 1 27 0 0,49 7 0 0 0,-26-10 4 0 0,0-3-1 0 0,0-2 0 0 0,71-10 1 0 0,-23-5 2 0 0,-61 9-27 0 0,45-13-1 0 0,-6-1 1 0 0,-55 15 156 0 0,-1-1 1 0 0,-1-1 0 0 0,31-15-1 0 0,-46 18-79 0 0,0-1 0 0 0,0 1 0 0 0,-1-1-1 0 0,1 0 1 0 0,-1-1 0 0 0,-1 0 0 0 0,0 0-1 0 0,0 0 1 0 0,0-1 0 0 0,-1 0 0 0 0,0 0-1 0 0,0 0 1 0 0,-1-1 0 0 0,0 0-1 0 0,0 0 1 0 0,2-12 0 0 0,-4 11-53 0 0,-1 1-1 0 0,-1-1 1 0 0,1 0 0 0 0,-1 0 0 0 0,-1 1-1 0 0,0-1 1 0 0,0 0 0 0 0,-1 1-1 0 0,-1-1 1 0 0,1 1 0 0 0,-1-1 0 0 0,-1 1-1 0 0,0 0 1 0 0,0 1 0 0 0,-1-1 0 0 0,0 1-1 0 0,0-1 1 0 0,-1 1 0 0 0,0 1-1 0 0,0-1 1 0 0,-1 1 0 0 0,0 1 0 0 0,-8-7-1 0 0,1 3-53 0 0,0 0 0 0 0,-1 1 0 0 0,0 0-1 0 0,0 1 1 0 0,-1 1 0 0 0,0 1 0 0 0,0 0-1 0 0,-22-4 1 0 0,5 4 43 0 0,21 5-29 0 0,0-1 0 0 0,-1-1 1 0 0,-20-6-1 0 0,-22-5-734 0 0,52 14 212 0 0,-7-4-837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2:42.61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1040 22 6505 0 0,'0'0'-374'0'0,"-5"2"-438"0"0,-17 4 870 0 0,16-4 820 0 0,-32 0 241 0 0,-35-16-799 0 0,52 12-293 0 0,19 1-3 0 0,-2 1-8 0 0,-184-9 431 0 0,185 8-412 0 0,-41 4 87 0 0,-14-3 182 0 0,-10 0-29 0 0,65 0-259 0 0,-25 0 18 0 0,-2 2-1 0 0,28-2-24 0 0,-2 0-2 0 0,-10 0 5 0 0,10 0 2 0 0,0 0-6 0 0,-36 0 33 0 0,4 0-5 0 0,1 1-21 0 0,-38 3 0 0 0,69-4-19 0 0,-14 5 7 0 0,10-5-5 0 0,-1 0-2 0 0,7 0 3 0 0,-26 7 10 0 0,13-3-11 0 0,5-2 2 0 0,1 0 0 0 0,-1 1 0 0 0,0 1 1 0 0,1 0-1 0 0,0 0 0 0 0,-10 6 0 0 0,8-3 1 0 0,0 1-1 0 0,-3 1-1 0 0,12-7 1 0 0,-12 17 1 0 0,11-17 3 0 0,1 1 0 0 0,0 0 0 0 0,0 1 0 0 0,0-1 0 0 0,0 0-1 0 0,0 0 1 0 0,1 1 0 0 0,-1-1 0 0 0,1 1 0 0 0,0 0 0 0 0,0-1 0 0 0,0 1 0 0 0,1 0 0 0 0,-1 0 0 0 0,1-1 0 0 0,0 1 0 0 0,0 0 0 0 0,0 0 0 0 0,1-1 0 0 0,-1 1-1 0 0,1 0 1 0 0,0-1 0 0 0,0 1 0 0 0,2 5 0 0 0,3 2 17 0 0,0-1-1 0 0,1 1 1 0 0,0-1-1 0 0,1-1 1 0 0,15 17-1 0 0,0-1 32 0 0,-14-17-31 0 0,0-1 0 0 0,1 0 0 0 0,0-1 0 0 0,21 11 0 0 0,-18-10-6 0 0,0 0 15 0 0,0 0-1 0 0,1-1 1 0 0,-1 0-1 0 0,27 6 0 0 0,14 5 27 0 0,11-4 44 0 0,-57-13-82 0 0,0 1 0 0 0,0 1 0 0 0,-1-1 0 0 0,1 1 0 0 0,0 0 0 0 0,-1 1 0 0 0,12 5 0 0 0,35-2 83 0 0,2 2 23 0 0,58-1 1 0 0,-111-7-116 0 0,35-3 41 0 0,-34 3-35 0 0,46-4 123 0 0,-46 3-99 0 0,45-6 345 0 0,-29 2-212 0 0,-1 0 0 0 0,0 0 1 0 0,0-2-1 0 0,20-10 0 0 0,-37 16-78 0 0,52-27 1054 0 0,-5-31 42 0 0,-48 58-1118 0 0,25-36 516 0 0,-24 34-519 0 0,0-1-1 0 0,0 0 1 0 0,0 0 0 0 0,0 0 0 0 0,-1 0 0 0 0,0-1-1 0 0,0 1 1 0 0,1-7 0 0 0,-2 9-16 0 0,3-43 321 0 0,-3 43-320 0 0,-10-39 370 0 0,6 34-390 0 0,0 0 0 0 0,0 0 0 0 0,0 1 0 0 0,-1-1 0 0 0,1 1 0 0 0,-2 0 0 0 0,1 0 1 0 0,-1 1-1 0 0,0-1 0 0 0,0 1 0 0 0,0 1 0 0 0,-1-1 0 0 0,-11-5 0 0 0,2 1-140 0 0,-1 1 1 0 0,0 1-1 0 0,0 1 0 0 0,-1 0 1 0 0,-20-4-1 0 0,31 9-117 0 0,-24-6-1495 0 0,11 0-3575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2:47.3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865 25 6177 0 0,'0'0'1934'0'0,"-36"-10"-1303"0"0,-201 2-97 0 0,175 8-484 0 0,16 0-22 0 0,-45 5 72 0 0,88-5-82 0 0,-1 0-6 0 0,-28 0 28 0 0,30 0-24 0 0,-39 0 271 0 0,-22 3-66 0 0,60-3-211 0 0,-33 5 48 0 0,25-5-49 0 0,-49 9 44 0 0,57-9-51 0 0,-4 2-7 0 0,1 0 1 0 0,-1 0-1 0 0,0 0 1 0 0,1 0 0 0 0,-1 1-1 0 0,-5 4 1 0 0,8-7-1 0 0,-21 18-13 0 0,18-9 13 0 0,2-5 5 0 0,1 2-1 0 0,-1-1 1 0 0,1 0 0 0 0,0 1-1 0 0,1 0 1 0 0,-1 0 0 0 0,1 0-1 0 0,0 0 1 0 0,1 1 0 0 0,0-1-1 0 0,0 1 1 0 0,0 0 0 0 0,-1 10-1 0 0,3-7 1 0 0,0 2-4 0 0,1 16 14 0 0,1 0-1 0 0,1 0 1 0 0,1 0 0 0 0,11 35 0 0 0,-10-44 1 0 0,27 102 71 0 0,-10-62-58 0 0,-21-57-18 0 0,11 12 11 0 0,7 5 35 0 0,-17-18-45 0 0,20 11 49 0 0,-13-9-44 0 0,25 0 8 0 0,72 4-2 0 0,-21-5-21 0 0,25 4-10 0 0,-64-1 16 0 0,1-2 1 0 0,70-4 0 0 0,-86 0 2 0 0,27 1 5 0 0,-5-2-39 0 0,-50 2 24 0 0,20-2 10 0 0,-16 2-8 0 0,138-5-8 0 0,-142 5 7 0 0,1 0 11 0 0,28 0-6 0 0,-29 0 5 0 0,1 0-11 0 0,15 0 3 0 0,-2 0 1 0 0,11-3 4 0 0,-25 3-1 0 0,1 0-6 0 0,78-7 8 0 0,-80 7 13 0 0,49-11 484 0 0,-40 2-320 0 0,-1-1 0 0 0,0 0 0 0 0,-1 0 0 0 0,0-1 0 0 0,0 0 0 0 0,7-13 1 0 0,12-15 193 0 0,-22 29-272 0 0,0 0-1 0 0,-1-1 1 0 0,0 0 0 0 0,-1-1-1 0 0,0 1 1 0 0,-1-1 0 0 0,0 1-1 0 0,-1-1 1 0 0,0 0 0 0 0,-1 0-1 0 0,0 0 1 0 0,-1-19 0 0 0,0 29-84 0 0,0-44 124 0 0,-9-29-4 0 0,-7 25-92 0 0,3 0-70 0 0,12 49 40 0 0,-24-57-148 0 0,19 54 116 0 0,1 0 0 0 0,-1 0 0 0 0,0 0 0 0 0,0 1 0 0 0,0 0-1 0 0,0 0 1 0 0,0 1 0 0 0,-1-1 0 0 0,1 1 0 0 0,-1 1 0 0 0,0-1 0 0 0,1 1-1 0 0,-1 0 1 0 0,0 1 0 0 0,0 0 0 0 0,0 0 0 0 0,-11 2 0 0 0,-79 5-2 0 0,41-3 23 0 0,-38 9 10 0 0,92-13-18 0 0,-34 3-20 0 0,-148 31 36 0 0,182-34-14 0 0,-46 7-324 0 0,44-8 10 0 0,-3 0 155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1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1054 62 1544 0 0,'0'0'815'0'0,"-13"-5"1280"0"0,-48-2-588 0 0,59 7-1391 0 0,-61-12 824 0 0,60 12-886 0 0,-5 0 26 0 0,0 0 0 0 0,0 0-1 0 0,-1-1 1 0 0,1 0 0 0 0,-12-3-1 0 0,-26-3 626 0 0,-17-2 53 0 0,60 8-646 0 0,-47-4 591 0 0,-48-4-553 0 0,95 9-75 0 0,-20 0 7 0 0,9-1-73 0 0,-89 11 68 0 0,24 0-67 0 0,76-10 0 0 0,-30 6 0 0 0,20-5-10 0 0,7 0 1 0 0,-5 1-6 0 0,1-2 0 0 0,-4 4 7 0 0,-8 3 1 0 0,12-4-5 0 0,-24 6-12 0 0,-2 2 11 0 0,21-4-10 0 0,0-1 0 0 0,0 2 0 0 0,-23 16-1 0 0,32-20 16 0 0,-2 0-6 0 0,-19 21-7 0 0,20-16 13 0 0,0 1-6 0 0,2 1 1 0 0,0-1-1 0 0,0 1 1 0 0,1 0-1 0 0,0 1 0 0 0,0-1 1 0 0,2 1-1 0 0,-1-1 1 0 0,0 19-1 0 0,2 3 6 0 0,-1-14-6 0 0,2-1 1 0 0,0 1-1 0 0,3 22 1 0 0,5-11 5 0 0,6 29 38 0 0,-12-53-34 0 0,0 0 1 0 0,1 0-1 0 0,-1 0 1 0 0,1 0-1 0 0,0 0 1 0 0,1 0-1 0 0,-1-1 1 0 0,1 1-1 0 0,0-1 1 0 0,0 0-1 0 0,1 0 1 0 0,0-1-1 0 0,0 1 1 0 0,0-1-1 0 0,6 4 1 0 0,4 0 19 0 0,-1 0 1 0 0,1-1-1 0 0,0-1 0 0 0,20 5 1 0 0,-15-4-8 0 0,-3-2-2 0 0,0 0-1 0 0,0-1 0 0 0,1-1 0 0 0,-1-1 0 0 0,33 1 1 0 0,-4 1 2 0 0,-34-3-14 0 0,-1-1 1 0 0,1 0-1 0 0,0-1 0 0 0,0 0 1 0 0,20-4-1 0 0,1 2-5 0 0,109-7 43 0 0,-40 0-35 0 0,-32 6-3 0 0,102-11 88 0 0,-89 1 277 0 0,-81 13-303 0 0,38-12 453 0 0,-12-8 268 0 0,31-30 1 0 0,-50 43-640 0 0,7-33 393 0 0,-10 23-330 0 0,-2 10-82 0 0,0 0 0 0 0,-1 0 0 0 0,0-1 0 0 0,-1 1 0 0 0,0-1 0 0 0,0 1 0 0 0,-1-1 1 0 0,0 0-1 0 0,-1 0 0 0 0,1 0 0 0 0,-3-11 0 0 0,0 3-36 0 0,0-1 0 0 0,-2 0 0 0 0,0 1 0 0 0,-9-23 0 0 0,11 36-78 0 0,-13-24 1 0 0,13 24-13 0 0,0 0 1 0 0,0-1-1 0 0,-1 1 1 0 0,1 0-1 0 0,-1 0 0 0 0,0 0 1 0 0,0 1-1 0 0,0-1 0 0 0,0 1 1 0 0,-1-1-1 0 0,1 1 1 0 0,-1 0-1 0 0,0 0 0 0 0,0 1 1 0 0,0-1-1 0 0,-6-2 0 0 0,-26-12 4 0 0,-49-19 14 0 0,82 34-26 0 0,-11-5-50 0 0,0 1 0 0 0,-1 0 0 0 0,1 1-1 0 0,-1 0 1 0 0,-21-3 0 0 0,-25 1-6227 0 0,58 6 5575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6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973 65 6017 0 0,'0'0'64'0'0,"-6"-2"18"0"0,-54-13 1128 0 0,58 15-1046 0 0,-52-12 686 0 0,53 11-625 0 0,-28-9 272 0 0,17 7-334 0 0,-43-10-68 0 0,52 12-101 0 0,0 1 0 0 0,-10 0 2 0 0,-28-2 9 0 0,38 2-7 0 0,-58-3 24 0 0,25 1 4 0 0,-24 2-28 0 0,30 0-30 0 0,27 0 36 0 0,-19 0 14 0 0,9 2-18 0 0,-47-2-2 0 0,2 7-26 0 0,55-6 31 0 0,0-1-4 0 0,-63 11-21 0 0,50-5 9 0 0,12-5 10 0 0,1 1-1 0 0,0-1 1 0 0,-1 0-1 0 0,1-1 0 0 0,-1 1 1 0 0,1 0-1 0 0,-1-1 1 0 0,0 0-1 0 0,-3 0 1 0 0,-13 8-16 0 0,-6 7 21 0 0,13-9 0 0 0,-16 20 34 0 0,-17 13-73 0 0,24-14 39 0 0,-21 30 23 0 0,30-32-10 0 0,11-20-13 0 0,1 1 0 0 0,-1 1 0 0 0,1-1 0 0 0,0 0 0 0 0,1 0 0 0 0,-1 0 0 0 0,1 0 0 0 0,0 1 0 0 0,0-1 1 0 0,0 0-1 0 0,1 0 0 0 0,-1 1 0 0 0,1-1 0 0 0,0 0 0 0 0,0 0 0 0 0,0 0 0 0 0,1 0 0 0 0,2 5 1 0 0,-2-6-1 0 0,5 7 10 0 0,0-1 0 0 0,0 0 1 0 0,1 0-1 0 0,0-1 1 0 0,1 0-1 0 0,0 0 1 0 0,19 12-1 0 0,-22-16-7 0 0,1 1 3 0 0,0-1 0 0 0,0 0 0 0 0,0 0 1 0 0,14 5-1 0 0,27 12 43 0 0,10-2-17 0 0,-56-18-30 0 0,1-1 2 0 0,54 15 12 0 0,-46-13-8 0 0,41 5-9 0 0,83 20 19 0 0,-67-21 27 0 0,-65-6-33 0 0,38 2-7 0 0,12-1 1 0 0,34-4 57 0 0,-84 3-58 0 0,35 0 51 0 0,14-8 211 0 0,-36 4-121 0 0,-1 0 1 0 0,0-1-1 0 0,0-1 0 0 0,0 0 0 0 0,0-1 1 0 0,-1-1-1 0 0,0 0 0 0 0,-1-1 0 0 0,21-17 0 0 0,-25 17 3 0 0,0-1-1 0 0,-1 0 0 0 0,0 0 0 0 0,0-1 1 0 0,-1 0-1 0 0,-1 0 0 0 0,1 0 0 0 0,6-22 1 0 0,-11 24-47 0 0,0 0 0 0 0,-1 0 1 0 0,0 0-1 0 0,0-1 1 0 0,-2-13-1 0 0,1 11-46 0 0,0 11-38 0 0,-12-45 154 0 0,5 33-179 0 0,0 1-1 0 0,-1 0 1 0 0,-1 0-1 0 0,0 1 1 0 0,-1 1-1 0 0,0-1 1 0 0,0 2-1 0 0,-1-1 1 0 0,0 1-1 0 0,-15-8 1 0 0,17 12-5 0 0,0-1 0 0 0,-1 2 1 0 0,1-1-1 0 0,-1 1 0 0 0,0 1 1 0 0,-1 0-1 0 0,-13-2 0 0 0,21 4 12 0 0,-33-7-37 0 0,-16 4-712 0 0,13 1-1333 0 0,5-1-3996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33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1247 16 6317 0 0,'0'0'3731'0'0,"-6"1"-3641"0"0,-18 1 113 0 0,1-1 0 0 0,-45-4 0 0 0,-43-1-62 0 0,50 7-102 0 0,-12 2 6 0 0,47-6-45 0 0,22 2 3 0 0,-57 6-8 0 0,-56 3 32 0 0,115-10-21 0 0,-3 0-7 0 0,-13 2 3 0 0,1-1-2 0 0,-2 0-3 0 0,6 0-1 0 0,11-1 2 0 0,-2 0 7 0 0,-11 0 1 0 0,8 0 4 0 0,-10 2-2 0 0,2-2-8 0 0,9 0-1 0 0,-7 0 5 0 0,-152 3 57 0 0,162-3-55 0 0,-19-2-12 0 0,9 3 2 0 0,9 0 3 0 0,1 0 0 0 0,-1-1 1 0 0,0 0-1 0 0,0 0 0 0 0,0 0 0 0 0,1-1 0 0 0,-1 1 0 0 0,-6-2 0 0 0,1 0 0 0 0,1 1 0 0 0,0 0 0 0 0,0 0 0 0 0,-1 1 0 0 0,1 1 0 0 0,0-1-1 0 0,-1 1 1 0 0,-13 3 0 0 0,19-3 1 0 0,-17 2 18 0 0,-25 1-32 0 0,42-4 6 0 0,-10 4-19 0 0,5-1 14 0 0,7-2 1 0 0,-26 9-5 0 0,17-6 11 0 0,-13 13-13 0 0,22-16 15 0 0,-23 37-34 0 0,16 10-5 0 0,7-38 38 0 0,1 1 0 0 0,-1-1 1 0 0,2 1-1 0 0,-1-1 1 0 0,1 1-1 0 0,1-1 1 0 0,0 0-1 0 0,0 1 1 0 0,6 12-1 0 0,1 5-2 0 0,12 57 41 0 0,11 14 9 0 0,-31-80-50 0 0,-1-17 9 0 0,0 0 0 0 0,0 1 0 0 0,0-1 0 0 0,1 0 0 0 0,-1 0 0 0 0,0 0 0 0 0,1 1-1 0 0,0-1 1 0 0,-1 0 0 0 0,1 0 0 0 0,1 3 0 0 0,-1-4-4 0 0,9 35 34 0 0,-9-35-17 0 0,0 1-8 0 0,3 6-8 0 0,-2-4 5 0 0,-1 0 0 0 0,1-1-1 0 0,0 0 1 0 0,0 1 0 0 0,1-1-1 0 0,-1 0 1 0 0,1 0 0 0 0,0 0-1 0 0,0 0 1 0 0,0-1 0 0 0,0 1-1 0 0,0-1 1 0 0,0 1 0 0 0,1-1-1 0 0,-1 0 1 0 0,1-1 0 0 0,-1 1-1 0 0,6 1 1 0 0,14 3 28 0 0,0-1 1 0 0,43 2-1 0 0,-22-2-23 0 0,-16-2 13 0 0,53-2 0 0 0,-8-2-8 0 0,116-7 15 0 0,-183 8-33 0 0,7 0-1 0 0,200-7-3 0 0,-180 3-3 0 0,78 1 15 0 0,-104 2-2 0 0,60-5-1 0 0,-64 5-4 0 0,35-2 15 0 0,45-13 117 0 0,-81 15-97 0 0,30-7 234 0 0,-22 3-206 0 0,-5 3 5 0 0,-1 0 0 0 0,1-1 1 0 0,-1 1-1 0 0,0-1 1 0 0,0 0-1 0 0,0 0 1 0 0,0 0-1 0 0,-1 0 0 0 0,1-1 1 0 0,5-7-1 0 0,-4 2 93 0 0,30-62 976 0 0,-33 66-1078 0 0,-1-1 0 0 0,1 0-1 0 0,-1 0 1 0 0,0 0 0 0 0,0 1 0 0 0,-1-1-1 0 0,0 0 1 0 0,0 0 0 0 0,0 0 0 0 0,-2-11 0 0 0,-28-118 346 0 0,23 114-366 0 0,3 8-32 0 0,0 1 0 0 0,1-1 0 0 0,-2-17 0 0 0,2-48-28 0 0,3 58 2 0 0,0 19 23 0 0,0-16-2 0 0,0 11-3 0 0,0-4 8 0 0,-1 0-1 0 0,0 1 0 0 0,0-1 0 0 0,-6-18 0 0 0,6 26-17 0 0,-23-5-61 0 0,8 5 38 0 0,-19-1 143 0 0,-1 3-1 0 0,-43 3 1 0 0,36 0-3010 0 0,-1-2-4690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1.3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1054 62 1544 0 0,'0'0'815'0'0,"-13"-5"1280"0"0,-48-2-588 0 0,59 7-1391 0 0,-61-12 824 0 0,60 12-886 0 0,-5 0 26 0 0,0 0 0 0 0,0 0-1 0 0,-1-1 1 0 0,1 0 0 0 0,-12-3-1 0 0,-26-3 626 0 0,-17-2 53 0 0,60 8-646 0 0,-47-4 591 0 0,-48-4-553 0 0,95 9-75 0 0,-20 0 7 0 0,9-1-73 0 0,-89 11 68 0 0,24 0-67 0 0,76-10 0 0 0,-30 6 0 0 0,20-5-10 0 0,7 0 1 0 0,-5 1-6 0 0,1-2 0 0 0,-4 4 7 0 0,-8 3 1 0 0,12-4-5 0 0,-24 6-12 0 0,-2 2 11 0 0,21-4-10 0 0,0-1 0 0 0,0 2 0 0 0,-23 16-1 0 0,32-20 16 0 0,-2 0-6 0 0,-19 21-7 0 0,20-16 13 0 0,0 1-6 0 0,2 1 1 0 0,0-1-1 0 0,0 1 1 0 0,1 0-1 0 0,0 1 0 0 0,0-1 1 0 0,2 1-1 0 0,-1-1 1 0 0,0 19-1 0 0,2 3 6 0 0,-1-14-6 0 0,2-1 1 0 0,0 1-1 0 0,3 22 1 0 0,5-11 5 0 0,6 29 38 0 0,-12-53-34 0 0,0 0 1 0 0,1 0-1 0 0,-1 0 1 0 0,1 0-1 0 0,0 0 1 0 0,1 0-1 0 0,-1-1 1 0 0,1 1-1 0 0,0-1 1 0 0,0 0-1 0 0,1 0 1 0 0,0-1-1 0 0,0 1 1 0 0,0-1-1 0 0,6 4 1 0 0,4 0 19 0 0,-1 0 1 0 0,1-1-1 0 0,0-1 0 0 0,20 5 1 0 0,-15-4-8 0 0,-3-2-2 0 0,0 0-1 0 0,0-1 0 0 0,1-1 0 0 0,-1-1 0 0 0,33 1 1 0 0,-4 1 2 0 0,-34-3-14 0 0,-1-1 1 0 0,1 0-1 0 0,0-1 0 0 0,0 0 1 0 0,20-4-1 0 0,1 2-5 0 0,109-7 43 0 0,-40 0-35 0 0,-32 6-3 0 0,102-11 88 0 0,-89 1 277 0 0,-81 13-303 0 0,38-12 453 0 0,-12-8 268 0 0,31-30 1 0 0,-50 43-640 0 0,7-33 393 0 0,-10 23-330 0 0,-2 10-82 0 0,0 0 0 0 0,-1 0 0 0 0,0-1 0 0 0,-1 1 0 0 0,0-1 0 0 0,0 1 0 0 0,-1-1 1 0 0,0 0-1 0 0,-1 0 0 0 0,1 0 0 0 0,-3-11 0 0 0,0 3-36 0 0,0-1 0 0 0,-2 0 0 0 0,0 1 0 0 0,-9-23 0 0 0,11 36-78 0 0,-13-24 1 0 0,13 24-13 0 0,0 0 1 0 0,0-1-1 0 0,-1 1 1 0 0,1 0-1 0 0,-1 0 0 0 0,0 0 1 0 0,0 1-1 0 0,0-1 0 0 0,0 1 1 0 0,-1-1-1 0 0,1 1 1 0 0,-1 0-1 0 0,0 0 0 0 0,0 1 1 0 0,0-1-1 0 0,-6-2 0 0 0,-26-12 4 0 0,-49-19 14 0 0,82 34-26 0 0,-11-5-50 0 0,0 1 0 0 0,-1 0 0 0 0,1 1-1 0 0,-1 0 1 0 0,-21-3 0 0 0,-25 1-6227 0 0,58 6 5575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26.55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973 65 6017 0 0,'0'0'64'0'0,"-6"-2"18"0"0,-54-13 1128 0 0,58 15-1046 0 0,-52-12 686 0 0,53 11-625 0 0,-28-9 272 0 0,17 7-334 0 0,-43-10-68 0 0,52 12-101 0 0,0 1 0 0 0,-10 0 2 0 0,-28-2 9 0 0,38 2-7 0 0,-58-3 24 0 0,25 1 4 0 0,-24 2-28 0 0,30 0-30 0 0,27 0 36 0 0,-19 0 14 0 0,9 2-18 0 0,-47-2-2 0 0,2 7-26 0 0,55-6 31 0 0,0-1-4 0 0,-63 11-21 0 0,50-5 9 0 0,12-5 10 0 0,1 1-1 0 0,0-1 1 0 0,-1 0-1 0 0,1-1 0 0 0,-1 1 1 0 0,1 0-1 0 0,-1-1 1 0 0,0 0-1 0 0,-3 0 1 0 0,-13 8-16 0 0,-6 7 21 0 0,13-9 0 0 0,-16 20 34 0 0,-17 13-73 0 0,24-14 39 0 0,-21 30 23 0 0,30-32-10 0 0,11-20-13 0 0,1 1 0 0 0,-1 1 0 0 0,1-1 0 0 0,0 0 0 0 0,1 0 0 0 0,-1 0 0 0 0,1 0 0 0 0,0 1 0 0 0,0-1 1 0 0,0 0-1 0 0,1 0 0 0 0,-1 1 0 0 0,1-1 0 0 0,0 0 0 0 0,0 0 0 0 0,0 0 0 0 0,1 0 0 0 0,2 5 1 0 0,-2-6-1 0 0,5 7 10 0 0,0-1 0 0 0,0 0 1 0 0,1 0-1 0 0,0-1 1 0 0,1 0-1 0 0,0 0 1 0 0,19 12-1 0 0,-22-16-7 0 0,1 1 3 0 0,0-1 0 0 0,0 0 0 0 0,0 0 1 0 0,14 5-1 0 0,27 12 43 0 0,10-2-17 0 0,-56-18-30 0 0,1-1 2 0 0,54 15 12 0 0,-46-13-8 0 0,41 5-9 0 0,83 20 19 0 0,-67-21 27 0 0,-65-6-33 0 0,38 2-7 0 0,12-1 1 0 0,34-4 57 0 0,-84 3-58 0 0,35 0 51 0 0,14-8 211 0 0,-36 4-121 0 0,-1 0 1 0 0,0-1-1 0 0,0-1 0 0 0,0 0 0 0 0,0-1 1 0 0,-1-1-1 0 0,0 0 0 0 0,-1-1 0 0 0,21-17 0 0 0,-25 17 3 0 0,0-1-1 0 0,-1 0 0 0 0,0 0 0 0 0,0-1 1 0 0,-1 0-1 0 0,-1 0 0 0 0,1 0 0 0 0,6-22 1 0 0,-11 24-47 0 0,0 0 0 0 0,-1 0 1 0 0,0 0-1 0 0,0-1 1 0 0,-2-13-1 0 0,1 11-46 0 0,0 11-38 0 0,-12-45 154 0 0,5 33-179 0 0,0 1-1 0 0,-1 0 1 0 0,-1 0-1 0 0,0 1 1 0 0,-1 1-1 0 0,0-1 1 0 0,0 2-1 0 0,-1-1 1 0 0,0 1-1 0 0,-15-8 1 0 0,17 12-5 0 0,0-1 0 0 0,-1 2 1 0 0,1-1-1 0 0,-1 1 0 0 0,0 1 1 0 0,-1 0-1 0 0,-13-2 0 0 0,21 4 12 0 0,-33-7-37 0 0,-16 4-712 0 0,13 1-1333 0 0,5-1-3996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8T04:53:33.7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1247 16 6317 0 0,'0'0'3731'0'0,"-6"1"-3641"0"0,-18 1 113 0 0,1-1 0 0 0,-45-4 0 0 0,-43-1-62 0 0,50 7-102 0 0,-12 2 6 0 0,47-6-45 0 0,22 2 3 0 0,-57 6-8 0 0,-56 3 32 0 0,115-10-21 0 0,-3 0-7 0 0,-13 2 3 0 0,1-1-2 0 0,-2 0-3 0 0,6 0-1 0 0,11-1 2 0 0,-2 0 7 0 0,-11 0 1 0 0,8 0 4 0 0,-10 2-2 0 0,2-2-8 0 0,9 0-1 0 0,-7 0 5 0 0,-152 3 57 0 0,162-3-55 0 0,-19-2-12 0 0,9 3 2 0 0,9 0 3 0 0,1 0 0 0 0,-1-1 1 0 0,0 0-1 0 0,0 0 0 0 0,0 0 0 0 0,1-1 0 0 0,-1 1 0 0 0,-6-2 0 0 0,1 0 0 0 0,1 1 0 0 0,0 0 0 0 0,0 0 0 0 0,-1 1 0 0 0,1 1 0 0 0,0-1-1 0 0,-1 1 1 0 0,-13 3 0 0 0,19-3 1 0 0,-17 2 18 0 0,-25 1-32 0 0,42-4 6 0 0,-10 4-19 0 0,5-1 14 0 0,7-2 1 0 0,-26 9-5 0 0,17-6 11 0 0,-13 13-13 0 0,22-16 15 0 0,-23 37-34 0 0,16 10-5 0 0,7-38 38 0 0,1 1 0 0 0,-1-1 1 0 0,2 1-1 0 0,-1-1 1 0 0,1 1-1 0 0,1-1 1 0 0,0 0-1 0 0,0 1 1 0 0,6 12-1 0 0,1 5-2 0 0,12 57 41 0 0,11 14 9 0 0,-31-80-50 0 0,-1-17 9 0 0,0 0 0 0 0,0 1 0 0 0,0-1 0 0 0,1 0 0 0 0,-1 0 0 0 0,0 0 0 0 0,1 1-1 0 0,0-1 1 0 0,-1 0 0 0 0,1 0 0 0 0,1 3 0 0 0,-1-4-4 0 0,9 35 34 0 0,-9-35-17 0 0,0 1-8 0 0,3 6-8 0 0,-2-4 5 0 0,-1 0 0 0 0,1-1-1 0 0,0 0 1 0 0,0 1 0 0 0,1-1-1 0 0,-1 0 1 0 0,1 0 0 0 0,0 0-1 0 0,0 0 1 0 0,0-1 0 0 0,0 1-1 0 0,0-1 1 0 0,0 1 0 0 0,1-1-1 0 0,-1 0 1 0 0,1-1 0 0 0,-1 1-1 0 0,6 1 1 0 0,14 3 28 0 0,0-1 1 0 0,43 2-1 0 0,-22-2-23 0 0,-16-2 13 0 0,53-2 0 0 0,-8-2-8 0 0,116-7 15 0 0,-183 8-33 0 0,7 0-1 0 0,200-7-3 0 0,-180 3-3 0 0,78 1 15 0 0,-104 2-2 0 0,60-5-1 0 0,-64 5-4 0 0,35-2 15 0 0,45-13 117 0 0,-81 15-97 0 0,30-7 234 0 0,-22 3-206 0 0,-5 3 5 0 0,-1 0 0 0 0,1-1 1 0 0,-1 1-1 0 0,0-1 1 0 0,0 0-1 0 0,0 0 1 0 0,0 0-1 0 0,-1 0 0 0 0,1-1 1 0 0,5-7-1 0 0,-4 2 93 0 0,30-62 976 0 0,-33 66-1078 0 0,-1-1 0 0 0,1 0-1 0 0,-1 0 1 0 0,0 0 0 0 0,0 1 0 0 0,-1-1-1 0 0,0 0 1 0 0,0 0 0 0 0,0 0 0 0 0,-2-11 0 0 0,-28-118 346 0 0,23 114-366 0 0,3 8-32 0 0,0 1 0 0 0,1-1 0 0 0,-2-17 0 0 0,2-48-28 0 0,3 58 2 0 0,0 19 23 0 0,0-16-2 0 0,0 11-3 0 0,0-4 8 0 0,-1 0-1 0 0,0 1 0 0 0,0-1 0 0 0,-6-18 0 0 0,6 26-17 0 0,-23-5-61 0 0,8 5 38 0 0,-19-1 143 0 0,-1 3-1 0 0,-43 3 1 0 0,36 0-3010 0 0,-1-2-4690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95995-B564-411D-95C1-2DFA737E6910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BBF7-E59E-4163-ACB9-0E40D427E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0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3BBF7-E59E-4163-ACB9-0E40D427E7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10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B875-05FE-F1A6-E7D1-A5BF4C307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D5B37-C22D-ED4F-9EBD-D45A1A5A2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98F6-9397-381E-98A4-1968EFD46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A26B5-BB5B-7BBC-8804-C80E67C81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3BBF7-E59E-4163-ACB9-0E40D427E7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34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customXml" Target="../ink/ink5.xml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customXml" Target="../ink/ink8.xml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11.png"/><Relationship Id="rId10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customXml" Target="../ink/ink11.xml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14.png"/><Relationship Id="rId10" Type="http://schemas.openxmlformats.org/officeDocument/2006/relationships/image" Target="../media/image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customXml" Target="../ink/ink14.xml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7.png"/><Relationship Id="rId10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1995-7212-6A03-29CB-8D76AFE13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to read the </a:t>
            </a:r>
            <a:r>
              <a:rPr lang="en-US" dirty="0"/>
              <a:t>Z-table AKA Standard Normal Distribution Table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11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294956-D599-34CE-4894-5AC6F897E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272" y="362188"/>
            <a:ext cx="6830568" cy="34882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96491D-66F6-E577-E947-99F5ACCF49A5}"/>
              </a:ext>
            </a:extLst>
          </p:cNvPr>
          <p:cNvSpPr txBox="1"/>
          <p:nvPr/>
        </p:nvSpPr>
        <p:spPr>
          <a:xfrm>
            <a:off x="274320" y="4094816"/>
            <a:ext cx="11713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Once we know z-value, then using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 Normal Distribution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table, we can find the area under the curve.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area represents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of finding a values less than z-value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i.e. P(value &lt; z)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3946-2E66-8DBA-07FD-F1DFB365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CDE75-F718-81F7-E76F-EA27DA04C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557540"/>
            <a:ext cx="4445942" cy="22704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ECD0D4-1983-8A3D-ECB1-3FD476AEDD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934" y="106552"/>
            <a:ext cx="6927922" cy="6692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2346DA-F707-25F4-FC61-736485391F75}"/>
              </a:ext>
            </a:extLst>
          </p:cNvPr>
          <p:cNvSpPr txBox="1"/>
          <p:nvPr/>
        </p:nvSpPr>
        <p:spPr>
          <a:xfrm>
            <a:off x="267462" y="1405051"/>
            <a:ext cx="3188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table shows area for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z-values between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-3.1 to -0.1</a:t>
            </a:r>
            <a:endParaRPr lang="en-US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872C4B4-A721-A823-FC7B-0EFE0B23B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" y="106552"/>
            <a:ext cx="5370576" cy="73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Standard Normal Distribution: </a:t>
            </a:r>
          </a:p>
          <a:p>
            <a:pPr marL="0" indent="0">
              <a:buNone/>
            </a:pPr>
            <a:r>
              <a:rPr lang="en-US" sz="1800" b="1" dirty="0"/>
              <a:t>Table values represent AREA to the LEFT of the z-score</a:t>
            </a:r>
          </a:p>
        </p:txBody>
      </p:sp>
    </p:spTree>
    <p:extLst>
      <p:ext uri="{BB962C8B-B14F-4D97-AF65-F5344CB8AC3E}">
        <p14:creationId xmlns:p14="http://schemas.microsoft.com/office/powerpoint/2010/main" val="83770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10A3-1CB6-DD7C-3851-EE3C0166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3C0A10-5D0A-0B48-458C-B6FE9E2AC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28" y="106552"/>
            <a:ext cx="5370576" cy="734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Standard Normal Distribution: </a:t>
            </a:r>
          </a:p>
          <a:p>
            <a:pPr marL="0" indent="0">
              <a:buNone/>
            </a:pPr>
            <a:r>
              <a:rPr lang="en-US" sz="1800" b="1" dirty="0"/>
              <a:t>Table values represent AREA to the LEFT of the z-score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39C7D4-8F4B-79FC-6ED0-56A23DE71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704" y="101929"/>
            <a:ext cx="6559296" cy="67039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213074-FD52-8E3A-52DB-02E163A4B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786140"/>
            <a:ext cx="4445942" cy="22704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D9EB73-DF50-10D8-D4FC-0204899B306C}"/>
              </a:ext>
            </a:extLst>
          </p:cNvPr>
          <p:cNvSpPr txBox="1"/>
          <p:nvPr/>
        </p:nvSpPr>
        <p:spPr>
          <a:xfrm>
            <a:off x="267462" y="1569643"/>
            <a:ext cx="2942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table shows area for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z-values between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0.0 to +3.0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3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408304"/>
            <a:ext cx="5806440" cy="2234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- 2.76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0.0029</a:t>
            </a:r>
          </a:p>
          <a:p>
            <a:pPr marL="0" indent="0">
              <a:buNone/>
            </a:pPr>
            <a:r>
              <a:rPr lang="en-US" sz="1800" dirty="0"/>
              <a:t>This represents probability of finding z &lt; -2.76,</a:t>
            </a:r>
          </a:p>
          <a:p>
            <a:pPr marL="0" indent="0">
              <a:buNone/>
            </a:pPr>
            <a:r>
              <a:rPr lang="en-US" sz="1800" dirty="0"/>
              <a:t>i.e., P(z &lt; -2.76) = 0.0029 = 0.029%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17F93-C6DE-D61F-404A-82B45B369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491CE6-7C4A-6BDE-651E-387056F46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137160"/>
            <a:ext cx="6199632" cy="66019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4E72766-741E-90C4-0810-43AC6DD2DED1}"/>
                  </a:ext>
                </a:extLst>
              </p14:cNvPr>
              <p14:cNvContentPartPr/>
              <p14:nvPr/>
            </p14:nvContentPartPr>
            <p14:xfrm>
              <a:off x="1116144" y="3413376"/>
              <a:ext cx="154080" cy="182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4E72766-741E-90C4-0810-43AC6DD2DE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0024" y="3407256"/>
                <a:ext cx="1663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FAEB1F-5C34-7198-C3DB-C385FACE49B8}"/>
                  </a:ext>
                </a:extLst>
              </p14:cNvPr>
              <p14:cNvContentPartPr/>
              <p14:nvPr/>
            </p14:nvContentPartPr>
            <p14:xfrm>
              <a:off x="5923224" y="1182456"/>
              <a:ext cx="317880" cy="191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FAEB1F-5C34-7198-C3DB-C385FACE49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05584" y="1164456"/>
                <a:ext cx="3535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96C303-703F-5B06-495D-08E6A2007F37}"/>
                  </a:ext>
                </a:extLst>
              </p14:cNvPr>
              <p14:cNvContentPartPr/>
              <p14:nvPr/>
            </p14:nvContentPartPr>
            <p14:xfrm>
              <a:off x="9842904" y="157536"/>
              <a:ext cx="354600" cy="178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96C303-703F-5B06-495D-08E6A2007F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824904" y="139536"/>
                <a:ext cx="39024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29792F-A856-935F-5490-223454FD4621}"/>
                  </a:ext>
                </a:extLst>
              </p14:cNvPr>
              <p14:cNvContentPartPr/>
              <p14:nvPr/>
            </p14:nvContentPartPr>
            <p14:xfrm>
              <a:off x="9795024" y="1167336"/>
              <a:ext cx="542880" cy="244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29792F-A856-935F-5490-223454FD46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77384" y="1149336"/>
                <a:ext cx="578520" cy="2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B1D1-F47B-BBE0-F12B-C8FBA271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91CAF-DA28-DFB2-0CF3-FAA293B2A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408304"/>
            <a:ext cx="5806440" cy="2234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- 1.89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0.0294</a:t>
            </a:r>
          </a:p>
          <a:p>
            <a:pPr marL="0" indent="0">
              <a:buNone/>
            </a:pPr>
            <a:r>
              <a:rPr lang="en-US" sz="1800" dirty="0"/>
              <a:t>This represents probability of finding z &lt; -1.89</a:t>
            </a:r>
          </a:p>
          <a:p>
            <a:pPr marL="0" indent="0">
              <a:buNone/>
            </a:pPr>
            <a:r>
              <a:rPr lang="en-US" sz="1800" dirty="0"/>
              <a:t>i.e., P(z &lt; -1.89) = 0.0294 = 2.94%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8D7E61-13BB-2F11-6803-1D8089699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024" y="137160"/>
            <a:ext cx="6199632" cy="66019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EADA3D-56AF-42F6-7CD4-A7BD925D54EE}"/>
                  </a:ext>
                </a:extLst>
              </p14:cNvPr>
              <p14:cNvContentPartPr/>
              <p14:nvPr/>
            </p14:nvContentPartPr>
            <p14:xfrm>
              <a:off x="5899824" y="3026016"/>
              <a:ext cx="451440" cy="219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EADA3D-56AF-42F6-7CD4-A7BD925D54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1824" y="3008016"/>
                <a:ext cx="48708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186887-33DF-B0D5-4C45-573B8763B8CB}"/>
                  </a:ext>
                </a:extLst>
              </p14:cNvPr>
              <p14:cNvContentPartPr/>
              <p14:nvPr/>
            </p14:nvContentPartPr>
            <p14:xfrm>
              <a:off x="11517984" y="134136"/>
              <a:ext cx="483840" cy="214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186887-33DF-B0D5-4C45-573B8763B8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99984" y="116496"/>
                <a:ext cx="5194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879DC9-6307-4AF9-487B-8AEB0406DB12}"/>
                  </a:ext>
                </a:extLst>
              </p14:cNvPr>
              <p14:cNvContentPartPr/>
              <p14:nvPr/>
            </p14:nvContentPartPr>
            <p14:xfrm>
              <a:off x="11533104" y="2998296"/>
              <a:ext cx="574560" cy="286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879DC9-6307-4AF9-487B-8AEB0406DB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515104" y="2980656"/>
                <a:ext cx="610200" cy="3222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3E4D639-DAB3-0F0C-7206-6FE74AE950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990A9-D09A-86DD-41D7-EC78F2A47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9642C-0AD0-B236-B6CD-CA14F9E7B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5806440" cy="22343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2.09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0.9817</a:t>
            </a:r>
          </a:p>
          <a:p>
            <a:pPr marL="0" indent="0">
              <a:buNone/>
            </a:pPr>
            <a:r>
              <a:rPr lang="en-US" sz="1800" dirty="0"/>
              <a:t>This represents probability of finding z &lt; 2.09</a:t>
            </a:r>
          </a:p>
          <a:p>
            <a:pPr marL="0" indent="0">
              <a:buNone/>
            </a:pPr>
            <a:r>
              <a:rPr lang="en-US" sz="1800" dirty="0"/>
              <a:t>i.e., P(z &lt; 2.09) = 0.9817 = 98.17%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C7130-3E53-980F-F6B9-BFCC537CD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04" y="100583"/>
            <a:ext cx="6194735" cy="66363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AE1C1D-3F5B-EDC2-7443-DA4D3D6B350E}"/>
                  </a:ext>
                </a:extLst>
              </p14:cNvPr>
              <p14:cNvContentPartPr/>
              <p14:nvPr/>
            </p14:nvContentPartPr>
            <p14:xfrm>
              <a:off x="5966784" y="4480056"/>
              <a:ext cx="400320" cy="227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AE1C1D-3F5B-EDC2-7443-DA4D3D6B35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9144" y="4462416"/>
                <a:ext cx="4359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901F5B-EA64-C0C8-FBDC-48DD6FADDDD0}"/>
                  </a:ext>
                </a:extLst>
              </p14:cNvPr>
              <p14:cNvContentPartPr/>
              <p14:nvPr/>
            </p14:nvContentPartPr>
            <p14:xfrm>
              <a:off x="11511864" y="178056"/>
              <a:ext cx="393480" cy="166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901F5B-EA64-C0C8-FBDC-48DD6FADDD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93864" y="160416"/>
                <a:ext cx="42912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F3779CE-BC5D-5E45-B62A-76A8F1151A65}"/>
                  </a:ext>
                </a:extLst>
              </p14:cNvPr>
              <p14:cNvContentPartPr/>
              <p14:nvPr/>
            </p14:nvContentPartPr>
            <p14:xfrm>
              <a:off x="11468304" y="4473216"/>
              <a:ext cx="507960" cy="23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F3779CE-BC5D-5E45-B62A-76A8F1151A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50664" y="4455576"/>
                <a:ext cx="543600" cy="2671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331CE12-DFF9-0574-98B7-A85385E635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6BF0-D3EF-9016-10FC-D524660E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3CDD-F59D-EE0F-AE6C-0F773F843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5806440" cy="2234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left</a:t>
            </a:r>
            <a:r>
              <a:rPr lang="en-US" sz="1800" dirty="0"/>
              <a:t> of z = 1.56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= 0.9406</a:t>
            </a:r>
          </a:p>
          <a:p>
            <a:pPr marL="0" indent="0">
              <a:buNone/>
            </a:pPr>
            <a:r>
              <a:rPr lang="en-US" sz="1800" dirty="0"/>
              <a:t>i.e., P(z &lt; 1.56) = 0.9406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C4231B-ADE6-3437-9CFE-720C51F71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764" y="173736"/>
            <a:ext cx="6240275" cy="66842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71A38E-C8A8-7ECF-9BD1-A470B063BEC8}"/>
                  </a:ext>
                </a:extLst>
              </p14:cNvPr>
              <p14:cNvContentPartPr/>
              <p14:nvPr/>
            </p14:nvContentPartPr>
            <p14:xfrm>
              <a:off x="5906304" y="3528936"/>
              <a:ext cx="454680" cy="23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71A38E-C8A8-7ECF-9BD1-A470B063BE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8664" y="3510936"/>
                <a:ext cx="49032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823441-1C86-7F62-9FE0-5151758F1C30}"/>
                  </a:ext>
                </a:extLst>
              </p14:cNvPr>
              <p14:cNvContentPartPr/>
              <p14:nvPr/>
            </p14:nvContentPartPr>
            <p14:xfrm>
              <a:off x="9801144" y="245376"/>
              <a:ext cx="399960" cy="19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823441-1C86-7F62-9FE0-5151758F1C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83504" y="227736"/>
                <a:ext cx="435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29462AB-742E-46A6-1ABA-1495AD6B230A}"/>
                  </a:ext>
                </a:extLst>
              </p14:cNvPr>
              <p14:cNvContentPartPr/>
              <p14:nvPr/>
            </p14:nvContentPartPr>
            <p14:xfrm>
              <a:off x="9743184" y="3519936"/>
              <a:ext cx="505440" cy="246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29462AB-742E-46A6-1ABA-1495AD6B23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25184" y="3502296"/>
                <a:ext cx="541080" cy="28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74EF116-6E5D-E4DF-F789-A21D2DCA418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076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182F3-85E6-526E-6ACD-46C6626B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36486-7361-6825-7BE8-9C01B78C2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5806440" cy="311163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dirty="0"/>
              <a:t>Q. Find the area under the standard normal distribution curve to the </a:t>
            </a:r>
            <a:r>
              <a:rPr lang="en-US" sz="1800" b="1" dirty="0"/>
              <a:t>right</a:t>
            </a:r>
            <a:r>
              <a:rPr lang="en-US" sz="1800" dirty="0"/>
              <a:t> of z = 1.56</a:t>
            </a:r>
          </a:p>
          <a:p>
            <a:pPr marL="0" indent="0">
              <a:buNone/>
            </a:pPr>
            <a:r>
              <a:rPr lang="en-US" sz="1800" dirty="0"/>
              <a:t>Ans: </a:t>
            </a:r>
          </a:p>
          <a:p>
            <a:pPr marL="0" indent="0">
              <a:buNone/>
            </a:pPr>
            <a:r>
              <a:rPr lang="en-US" sz="18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800" dirty="0"/>
              <a:t>From the table we see that area to the left = 0.9406</a:t>
            </a:r>
          </a:p>
          <a:p>
            <a:pPr marL="0" indent="0">
              <a:buNone/>
            </a:pPr>
            <a:r>
              <a:rPr lang="en-US" sz="1800" dirty="0"/>
              <a:t>i.e., P(z &lt; 1.56) = 0.9406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area to the right = 1 – 0.9406 = 0.0594</a:t>
            </a:r>
          </a:p>
          <a:p>
            <a:pPr marL="0" indent="0">
              <a:buNone/>
            </a:pPr>
            <a:r>
              <a:rPr lang="en-US" sz="1800" dirty="0"/>
              <a:t>i.e., P(z &gt; 1.56) = 0.0594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CFD765-BE5C-1B45-EBDE-0ECC75196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764" y="173736"/>
            <a:ext cx="6240275" cy="668426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D0DCB0-532A-072A-71D9-D9657C84B1F1}"/>
                  </a:ext>
                </a:extLst>
              </p14:cNvPr>
              <p14:cNvContentPartPr/>
              <p14:nvPr/>
            </p14:nvContentPartPr>
            <p14:xfrm>
              <a:off x="5906304" y="3528936"/>
              <a:ext cx="454680" cy="238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D0DCB0-532A-072A-71D9-D9657C84B1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8304" y="3510936"/>
                <a:ext cx="49032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B77DF-4614-0390-C036-85C7B7B98C2B}"/>
                  </a:ext>
                </a:extLst>
              </p14:cNvPr>
              <p14:cNvContentPartPr/>
              <p14:nvPr/>
            </p14:nvContentPartPr>
            <p14:xfrm>
              <a:off x="9801144" y="245376"/>
              <a:ext cx="399960" cy="190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B77DF-4614-0390-C036-85C7B7B98C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83144" y="227376"/>
                <a:ext cx="435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4F5C08-9614-FBEE-6751-E521549BBE64}"/>
                  </a:ext>
                </a:extLst>
              </p14:cNvPr>
              <p14:cNvContentPartPr/>
              <p14:nvPr/>
            </p14:nvContentPartPr>
            <p14:xfrm>
              <a:off x="9743184" y="3519936"/>
              <a:ext cx="505440" cy="246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4F5C08-9614-FBEE-6751-E521549BBE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25184" y="3501936"/>
                <a:ext cx="541080" cy="28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08B3E44-F9A7-BAAC-2757-9DF555D75A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56" y="4217278"/>
            <a:ext cx="2258568" cy="115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88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5D4E-2506-090F-4D23-642B5165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12947-4F66-CF29-7E6E-F765E82B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" y="408304"/>
            <a:ext cx="6138672" cy="3999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Q. Find the area under the standard normal distribution curve  </a:t>
            </a:r>
            <a:r>
              <a:rPr lang="en-US" sz="1600" b="1" dirty="0"/>
              <a:t>between</a:t>
            </a:r>
            <a:r>
              <a:rPr lang="en-US" sz="1600" dirty="0"/>
              <a:t> z1 = -1.45 and  z2 = 1.56</a:t>
            </a:r>
          </a:p>
          <a:p>
            <a:pPr marL="0" indent="0">
              <a:buNone/>
            </a:pPr>
            <a:r>
              <a:rPr lang="en-US" sz="1600" dirty="0"/>
              <a:t>Ans: </a:t>
            </a:r>
          </a:p>
          <a:p>
            <a:pPr marL="0" indent="0">
              <a:buNone/>
            </a:pPr>
            <a:r>
              <a:rPr lang="en-US" sz="1600" dirty="0"/>
              <a:t>Look up in the Standard Normal Distribution table for the area.</a:t>
            </a:r>
          </a:p>
          <a:p>
            <a:pPr marL="0" indent="0">
              <a:buNone/>
            </a:pPr>
            <a:r>
              <a:rPr lang="en-US" sz="1600" dirty="0"/>
              <a:t>From the table we see that area to the left of z1 = -1.45 is 0.0735</a:t>
            </a:r>
          </a:p>
          <a:p>
            <a:pPr marL="0" indent="0">
              <a:buNone/>
            </a:pPr>
            <a:r>
              <a:rPr lang="en-US" sz="1600" dirty="0"/>
              <a:t>From the table we see that area to the left of z2 = 1.56 is 0.9406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So, using plain visual geometry we can find the area between z1 = -1.45 and  z2 = 1.56 to be 0.9406 - 0.0735 = 0.8671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i.e., P( -1.45 &lt;  z &lt; 1.56 ) = 0.8671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B919B9-124E-4C65-5502-06D9350AE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32011" y="462144"/>
            <a:ext cx="4944165" cy="569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8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454</TotalTime>
  <Words>547</Words>
  <Application>Microsoft Office PowerPoint</Application>
  <PresentationFormat>Widescreen</PresentationFormat>
  <Paragraphs>53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How to read the Z-table AKA Standard Normal Distribution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72</cp:revision>
  <dcterms:created xsi:type="dcterms:W3CDTF">2025-09-22T02:44:38Z</dcterms:created>
  <dcterms:modified xsi:type="dcterms:W3CDTF">2025-10-24T06:47:12Z</dcterms:modified>
</cp:coreProperties>
</file>