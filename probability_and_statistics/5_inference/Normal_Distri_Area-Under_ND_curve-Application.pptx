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72" r:id="rId3"/>
    <p:sldId id="273" r:id="rId4"/>
    <p:sldId id="261" r:id="rId5"/>
    <p:sldId id="270" r:id="rId6"/>
    <p:sldId id="269" r:id="rId7"/>
    <p:sldId id="271" r:id="rId8"/>
    <p:sldId id="275" r:id="rId9"/>
    <p:sldId id="27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5:55:45.07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24482,'0'536'0,"865"-536"0,-865-536 0,-865 536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5:55:47.93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1268 1 24575,'-1222'0'0,"1198"1"-1365,2 6-5461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5:55:57.03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1321 49 24575,'-1'0'0,"0"0"0,0 1 0,0-1 0,0 0 0,1 1 0,-1-1 0,0 1 0,0 0 0,0-1 0,0 1 0,0 0 0,1 0 0,-1-1 0,0 1 0,1 0 0,-1 0 0,0 0 0,1 0 0,-1 0 0,1 0 0,0 0 0,-1 0 0,1 0 0,0 0 0,-1 0 0,1 0 0,0 0 0,0 1 0,-4 38 0,3-32 0,-3 231 0,4-234 0,-1-1 0,0-1 0,0 1 0,0 0 0,-1 0 0,1 0 0,-1 0 0,0-1 0,0 1 0,0-1 0,-1 0 0,1 1 0,-1-1 0,1 0 0,-1 0 0,0-1 0,-1 1 0,1-1 0,0 1 0,-1-1 0,1 0 0,-1 0 0,1-1 0,-1 1 0,0-1 0,0 0 0,-4 1 0,-14 4 0,1-1 0,-1-2 0,-36 2 0,56-4 0,-240-3 0,95-2 0,-42-8 0,-11-1 0,141 16 0,40-1 0,0-1 0,0-1 0,0 0 0,0-1 0,0-1 0,-21-6 0,35 6 0,-1-1 0,1 0 0,0 0 0,0-1 0,0 1 0,0-1 0,0 0 0,1-1 0,0 1 0,0-1 0,0 0 0,0 0 0,1 0 0,0 0 0,0-1 0,0 1 0,1-1 0,0 0 0,0 1 0,-2-12 0,-2-12 0,0-1 0,-1-56 0,6-66-1365,1 131-5461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5:56:14.13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1467 51 2388 0 0,'0'0'2629'0'0,"-8"0"-2427"0"0,-3 0-61 0 0,8 0 22 0 0,-1 0 1 0 0,0 0-1 0 0,1 0 0 0 0,-1 0 1 0 0,1 1-1 0 0,-1 0 0 0 0,1-1 1 0 0,-1 1-1 0 0,-3 2 0 0 0,5-2 445 0 0,-23-3-236 0 0,1 2 0 0 0,-29 2 0 0 0,-8 0-288 0 0,-3 0-50 0 0,21 0 33 0 0,-57-5-1 0 0,97 2-46 0 0,-2 1-1 0 0,-37 0 5 0 0,6-2-4 0 0,-9 2 12 0 0,-234-2 382 0 0,217 4-366 0 0,59-2-40 0 0,-40 0 16 0 0,27-2-20 0 0,3 0 3 0 0,6 2-5 0 0,-17 2 12 0 0,10-3-7 0 0,-29 2 20 0 0,16 3-17 0 0,25-4-15 0 0,-38 3 20 0 0,3-5-14 0 0,-91 8 31 0 0,48 4-65 0 0,77-9 44 0 0,-24 4-6 0 0,15-1-14 0 0,9-3 11 0 0,2-1-3 0 0,-1 0 0 0 0,0 1 0 0 0,0-1 0 0 0,0 1 0 0 0,0-1 0 0 0,1 1 0 0 0,-1 0 1 0 0,0 0-1 0 0,1 0 0 0 0,-1 0 0 0 0,1 0 0 0 0,-1 0 0 0 0,1 0 0 0 0,-1 1 0 0 0,1-1 0 0 0,0 1 0 0 0,-1-1 0 0 0,1 1 0 0 0,0-1 1 0 0,0 1-1 0 0,0-1 0 0 0,0 1 0 0 0,1 0 0 0 0,-1 0 0 0 0,0-1 0 0 0,1 1 0 0 0,-1 0 0 0 0,1 0 0 0 0,-1 3 0 0 0,0 3 5 0 0,0-1-1 0 0,0 0 0 0 0,0 1 0 0 0,1-1 1 0 0,1 11-1 0 0,20 80-16 0 0,-6-25-1 0 0,-2 0 6 0 0,-2 5 12 0 0,-8-64 5 0 0,0 1-1 0 0,-2-1 0 0 0,1 25 1 0 0,-2-37 1 0 0,1 21 32 0 0,2-18-44 0 0,0-3 3 0 0,1 0 0 0 0,-1 0 1 0 0,0 0-1 0 0,1-1 0 0 0,-1 1 0 0 0,1-1 1 0 0,-1 0-1 0 0,1 0 0 0 0,-1 0 1 0 0,1 0-1 0 0,0-1 0 0 0,-1 0 1 0 0,1 0-1 0 0,7 0 0 0 0,3 1 9 0 0,246 5 66 0 0,-178-7-75 0 0,230 5 15 0 0,-169 1-61 0 0,-32-2 72 0 0,11 2-51 0 0,-70-5 48 0 0,52 7 1 0 0,-38-7 254 0 0,-63 0-138 0 0,37-1 858 0 0,-37-1-949 0 0,-1-1 1 0 0,1 1-1 0 0,-1-1 0 0 0,0 0 0 0 0,0 0 0 0 0,0 1 0 0 0,0-2 0 0 0,0 1 0 0 0,-1 0 0 0 0,1 0 0 0 0,-1 0 1 0 0,0-1-1 0 0,0 1 0 0 0,0-1 0 0 0,0 1 0 0 0,-1-1 0 0 0,1 1 0 0 0,-1-5 0 0 0,4-70 248 0 0,-4 77-292 0 0,-1-22 110 0 0,-1 0 0 0 0,-1 0 0 0 0,-11-41 0 0 0,-9-51 29 0 0,12-8-70 0 0,11 121-68 0 0,3-44 85 0 0,-3 45-88 0 0,2-3 43 0 0,-1 0-1 0 0,0 0 0 0 0,0-1 0 0 0,0 1 0 0 0,-1 0 0 0 0,0-1 0 0 0,1 1 0 0 0,-2 0 0 0 0,1-5 1 0 0,-1 7 135 0 0,1 0-171 0 0,0 0 0 0 0,0 0 0 0 0,0 1 0 0 0,0-1 1 0 0,0 0-1 0 0,0 0 0 0 0,-1 0 0 0 0,1 1 0 0 0,-1-1 0 0 0,0 0 0 0 0,1 1 0 0 0,-1-1 0 0 0,-2-2 0 0 0,2-1 12 0 0,-6-13 567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5:55:45.07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24482,'0'536'0,"865"-536"0,-865-536 0,-865 536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5:55:47.93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1268 1 24575,'-1222'0'0,"1198"1"-1365,2 6-5461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05:55:57.03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1321 49 24575,'-1'0'0,"0"0"0,0 1 0,0-1 0,0 0 0,1 1 0,-1-1 0,0 1 0,0 0 0,0-1 0,0 1 0,0 0 0,1 0 0,-1-1 0,0 1 0,1 0 0,-1 0 0,0 0 0,1 0 0,-1 0 0,1 0 0,0 0 0,-1 0 0,1 0 0,0 0 0,-1 0 0,1 0 0,0 0 0,0 1 0,-4 38 0,3-32 0,-3 231 0,4-234 0,-1-1 0,0-1 0,0 1 0,0 0 0,-1 0 0,1 0 0,-1 0 0,0-1 0,0 1 0,0-1 0,-1 0 0,1 1 0,-1-1 0,1 0 0,-1 0 0,0-1 0,-1 1 0,1-1 0,0 1 0,-1-1 0,1 0 0,-1 0 0,1-1 0,-1 1 0,0-1 0,0 0 0,-4 1 0,-14 4 0,1-1 0,-1-2 0,-36 2 0,56-4 0,-240-3 0,95-2 0,-42-8 0,-11-1 0,141 16 0,40-1 0,0-1 0,0-1 0,0 0 0,0-1 0,0-1 0,-21-6 0,35 6 0,-1-1 0,1 0 0,0 0 0,0-1 0,0 1 0,0-1 0,0 0 0,1-1 0,0 1 0,0-1 0,0 0 0,0 0 0,1 0 0,0 0 0,0-1 0,0 1 0,1-1 0,0 0 0,0 1 0,-2-12 0,-2-12 0,0-1 0,-1-56 0,6-66-1365,1 131-5461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5:56:14.13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1467 51 2388 0 0,'0'0'2629'0'0,"-8"0"-2427"0"0,-3 0-61 0 0,8 0 22 0 0,-1 0 1 0 0,0 0-1 0 0,1 0 0 0 0,-1 0 1 0 0,1 1-1 0 0,-1 0 0 0 0,1-1 1 0 0,-1 1-1 0 0,-3 2 0 0 0,5-2 445 0 0,-23-3-236 0 0,1 2 0 0 0,-29 2 0 0 0,-8 0-288 0 0,-3 0-50 0 0,21 0 33 0 0,-57-5-1 0 0,97 2-46 0 0,-2 1-1 0 0,-37 0 5 0 0,6-2-4 0 0,-9 2 12 0 0,-234-2 382 0 0,217 4-366 0 0,59-2-40 0 0,-40 0 16 0 0,27-2-20 0 0,3 0 3 0 0,6 2-5 0 0,-17 2 12 0 0,10-3-7 0 0,-29 2 20 0 0,16 3-17 0 0,25-4-15 0 0,-38 3 20 0 0,3-5-14 0 0,-91 8 31 0 0,48 4-65 0 0,77-9 44 0 0,-24 4-6 0 0,15-1-14 0 0,9-3 11 0 0,2-1-3 0 0,-1 0 0 0 0,0 1 0 0 0,0-1 0 0 0,0 1 0 0 0,0-1 0 0 0,1 1 0 0 0,-1 0 1 0 0,0 0-1 0 0,1 0 0 0 0,-1 0 0 0 0,1 0 0 0 0,-1 0 0 0 0,1 0 0 0 0,-1 1 0 0 0,1-1 0 0 0,0 1 0 0 0,-1-1 0 0 0,1 1 0 0 0,0-1 1 0 0,0 1-1 0 0,0-1 0 0 0,0 1 0 0 0,1 0 0 0 0,-1 0 0 0 0,0-1 0 0 0,1 1 0 0 0,-1 0 0 0 0,1 0 0 0 0,-1 3 0 0 0,0 3 5 0 0,0-1-1 0 0,0 0 0 0 0,0 1 0 0 0,1-1 1 0 0,1 11-1 0 0,20 80-16 0 0,-6-25-1 0 0,-2 0 6 0 0,-2 5 12 0 0,-8-64 5 0 0,0 1-1 0 0,-2-1 0 0 0,1 25 1 0 0,-2-37 1 0 0,1 21 32 0 0,2-18-44 0 0,0-3 3 0 0,1 0 0 0 0,-1 0 1 0 0,0 0-1 0 0,1-1 0 0 0,-1 1 0 0 0,1-1 1 0 0,-1 0-1 0 0,1 0 0 0 0,-1 0 1 0 0,1 0-1 0 0,0-1 0 0 0,-1 0 1 0 0,1 0-1 0 0,7 0 0 0 0,3 1 9 0 0,246 5 66 0 0,-178-7-75 0 0,230 5 15 0 0,-169 1-61 0 0,-32-2 72 0 0,11 2-51 0 0,-70-5 48 0 0,52 7 1 0 0,-38-7 254 0 0,-63 0-138 0 0,37-1 858 0 0,-37-1-949 0 0,-1-1 1 0 0,1 1-1 0 0,-1-1 0 0 0,0 0 0 0 0,0 0 0 0 0,0 1 0 0 0,0-2 0 0 0,0 1 0 0 0,-1 0 0 0 0,1 0 0 0 0,-1 0 1 0 0,0-1-1 0 0,0 1 0 0 0,0-1 0 0 0,0 1 0 0 0,-1-1 0 0 0,1 1 0 0 0,-1-5 0 0 0,4-70 248 0 0,-4 77-292 0 0,-1-22 110 0 0,-1 0 0 0 0,-1 0 0 0 0,-11-41 0 0 0,-9-51 29 0 0,12-8-70 0 0,11 121-68 0 0,3-44 85 0 0,-3 45-88 0 0,2-3 43 0 0,-1 0-1 0 0,0 0 0 0 0,0-1 0 0 0,0 1 0 0 0,-1 0 0 0 0,0-1 0 0 0,1 1 0 0 0,-2 0 0 0 0,1-5 1 0 0,-1 7 135 0 0,1 0-171 0 0,0 0 0 0 0,0 0 0 0 0,0 1 0 0 0,0-1 1 0 0,0 0-1 0 0,0 0 0 0 0,-1 0 0 0 0,1 1 0 0 0,-1-1 0 0 0,0 0 0 0 0,1 1 0 0 0,-1-1 0 0 0,-2-2 0 0 0,2-1 12 0 0,-6-13 567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6:14:12.86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831 48 620 0 0,'0'0'7353'0'0,"-9"-1"-7243"0"0,-48-3 156 0 0,55 4-193 0 0,-36-5 142 0 0,-149-10 472 0 0,184 15-637 0 0,-1-1-2 0 0,-58-5 186 0 0,59 5-205 0 0,-1 1-2 0 0,-48-2 56 0 0,-40-5 20 0 0,89 7-101 0 0,-41-3 44 0 0,-85 1-17 0 0,87 5-28 0 0,-30 4 11 0 0,65-6-32 0 0,6-2 13 0 0,0 1 1 0 0,0 0-1 0 0,0 0 1 0 0,0 0 0 0 0,1 0-1 0 0,-1 0 1 0 0,0 0-1 0 0,0 1 1 0 0,0-1-1 0 0,0 0 1 0 0,0 0 0 0 0,0 1-1 0 0,1-1 1 0 0,-1 0-1 0 0,0 1 1 0 0,0-1 0 0 0,0 1-1 0 0,1-1 1 0 0,-1 1-1 0 0,0-1 1 0 0,1 1-1 0 0,-1 0 1 0 0,0 0 0 0 0,0 0-18 0 0,7 48-124 0 0,-3-7 137 0 0,3-1 0 0 0,1 0 0 0 0,2-1 0 0 0,15 43 0 0 0,-17-58 9 0 0,0-1 1 0 0,-2 1-1 0 0,3 32 1 0 0,-1-23 13 0 0,-5-27-9 0 0,-1 0 1 0 0,0 0-1 0 0,0-1 0 0 0,-1 1 1 0 0,1 0-1 0 0,-3 12 0 0 0,2-15 8 0 0,1 0 0 0 0,-1 0 0 0 0,1 0 0 0 0,-1 0 0 0 0,1 0 0 0 0,0 0 0 0 0,1 0 0 0 0,2 7 0 0 0,-3-9 22 0 0,22 8 132 0 0,310-8 24 0 0,-270-5-185 0 0,116 1-2 0 0,-176 2 1 0 0,0 0-8 0 0,8 0 2 0 0,75-2 1 0 0,-54 0 13 0 0,-30 1 0 0 0,2 1-6 0 0,59-4 616 0 0,-61 3-4 0 0,15-22 641 0 0,-14 6-1065 0 0,0 1-1 0 0,0-34 0 0 0,-2 31-126 0 0,0 0 0 0 0,7-27 1 0 0,3-40 118 0 0,-4 22-53 0 0,-1 16-46 0 0,-6 46-90 0 0,9-42 46 0 0,-7 16-2 0 0,-4-12-83 0 0,1 39 24 0 0,-47-9-83 0 0,-174 19-618 0 0,203-11-965 0 0,18 2 1545 0 0,1 0 0 0 0,0-1 0 0 0,-1 1 0 0 0,-2-5-1963 0 0,3 5 1963 0 0,0 0 0 0 0,0-1 0 0 0,0 1 0 0 0,0-1-1 0 0,0 1 1 0 0,0 0 0 0 0,0-1 0 0 0,0 1 0 0 0,0-1 0 0 0,0 1-1 0 0,0 0 1 0 0,0-1 0 0 0,0 1 0 0 0,0-1 0 0 0,0 1 0 0 0,1 0 0 0 0,-1-1-1 0 0,0 1 1 0 0,0 0 0 0 0,0-1 0 0 0,2 0-561 0 0,10-16-2448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6:14:16.08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760 17 6541 0 0,'0'0'-317'0'0,"-44"8"1167"0"0,-1-4-629 0 0,-60-1 1 0 0,99-3-222 0 0,3 0 4 0 0,-23 0 20 0 0,-27-2 4 0 0,50 1-20 0 0,-20 4 42 0 0,-177 2 137 0 0,198-5-183 0 0,-72 0 57 0 0,71 0-47 0 0,-60 4 74 0 0,60-3-50 0 0,0-1-32 0 0,-10 0-2 0 0,10 0 16 0 0,0 0-38 0 0,0 0 14 0 0,0 0 0 0 0,0 1-1 0 0,0-1 1 0 0,0 1 0 0 0,0-1-1 0 0,0 1 1 0 0,1 0 0 0 0,-1 0-1 0 0,0 1 1 0 0,0-1 0 0 0,1 1 0 0 0,-1-1-1 0 0,1 1 1 0 0,-1 0 0 0 0,1 0-1 0 0,0 0 1 0 0,0 0 0 0 0,0 0-1 0 0,0 0 1 0 0,0 1 0 0 0,0-1 0 0 0,1 0-1 0 0,-1 1 1 0 0,1 0 0 0 0,-1-1-1 0 0,1 1 1 0 0,0 0 0 0 0,0 0-1 0 0,0 0 1 0 0,1 0 0 0 0,-1 4 0 0 0,-3 12 11 0 0,2 1-1 0 0,0 0 1 0 0,3 39 0 0 0,-1-32-12 0 0,-8 131 12 0 0,7-105 12 0 0,0-34-2 0 0,0 1 0 0 0,2-1-1 0 0,0 0 1 0 0,1 1-1 0 0,5 19 1 0 0,-7-38-2 0 0,0 1 4 0 0,1-1 1 0 0,-1 0 0 0 0,0 0-1 0 0,0 0 1 0 0,1 0 0 0 0,-1 0-1 0 0,1 0 1 0 0,-1 0 0 0 0,1 0-1 0 0,-1 0 1 0 0,1 0-1 0 0,0 0 1 0 0,-1 0 0 0 0,1 0-1 0 0,0 0 1 0 0,0 0 0 0 0,0 0-1 0 0,0-1 1 0 0,0 1 0 0 0,0 0-1 0 0,0-1 1 0 0,0 1-1 0 0,0-1 1 0 0,0 1 0 0 0,0-1-1 0 0,0 1 1 0 0,0-1 0 0 0,0 0-1 0 0,0 1 1 0 0,0-1 0 0 0,1 0-1 0 0,-1 0 1 0 0,0 0 0 0 0,2 0-1 0 0,51-3 420 0 0,-38 2-388 0 0,263-5 409 0 0,-232 6-421 0 0,53-3-27 0 0,-15-1 3 0 0,94 9 1 0 0,-142-1-3 0 0,38-1-8 0 0,5-5 51 0 0,-77 2-5 0 0,54-7 2323 0 0,-54 4-2301 0 0,1 0 0 0 0,-1 0 0 0 0,0-1 0 0 0,-1 1 0 0 0,1-1 0 0 0,0 0 0 0 0,-1 0 0 0 0,0 0 0 0 0,0 0 0 0 0,0 0 0 0 0,-1 0 0 0 0,1 0 0 0 0,0-6 0 0 0,12-70 260 0 0,-7 27-166 0 0,-4 36-141 0 0,0 0-1 0 0,-2 0 0 0 0,0 0 1 0 0,-1 0-1 0 0,-1-1 0 0 0,-1 1 1 0 0,0 0-1 0 0,-1 0 0 0 0,-1 0 1 0 0,-11-31-1 0 0,8 27-24 0 0,-2 0 0 0 0,0 0 0 0 0,-12-19 0 0 0,18 35-11 0 0,-1 0 1 0 0,0 1-1 0 0,0-1 1 0 0,0 0-1 0 0,-1 1 0 0 0,1 0 1 0 0,-1 0-1 0 0,0 1 0 0 0,0-1 1 0 0,-1 1-1 0 0,1 0 1 0 0,-1 1-1 0 0,1-1 0 0 0,-9-2 1 0 0,-12-2 9 0 0,1 0-1 0 0,-27-3 1 0 0,13 3-6 0 0,30 6-47 0 0,0-1-1 0 0,0 1 1 0 0,-1 1-1 0 0,1 0 1 0 0,-19 2 0 0 0,-1 0-1313 0 0,26-2 653 0 0,-3 0-577 0 0,-5 0 616 0 0,-7-3-7040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6:14:21.43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668 48 6365 0 0,'2'-4'-301'0'0,"12"-12"3705"0"0,-21 16-3400 0 0,-23 2-1 0 0,23-2 26 0 0,-26-5 25 0 0,-55-9-6 0 0,86 14-45 0 0,-37-3-19 0 0,36 3 19 0 0,-10-2-1 0 0,10 2 1 0 0,-55-2 21 0 0,45 3-26 0 0,10 0 6 0 0,-55-4-12 0 0,54 3 8 0 0,4 0 0 0 0,0 0 0 0 0,0 0 0 0 0,0 0 0 0 0,0 0 0 0 0,0 0 0 0 0,0 0 0 0 0,0 0 0 0 0,0 0 0 0 0,0 0 0 0 0,0 0 0 0 0,0 0 0 0 0,-1 0 0 0 0,1 1 0 0 0,0-1 0 0 0,0 0 0 0 0,0 0 0 0 0,0 0 0 0 0,0 0 0 0 0,0 0 0 0 0,0 0 0 0 0,0 0 0 0 0,0 0 0 0 0,0 0 0 0 0,0 0 0 0 0,0 0 0 0 0,0 0 0 0 0,0 0 0 0 0,0 0 0 0 0,0 0 0 0 0,0 0 0 0 0,0 1 0 0 0,0-1 0 0 0,0 0 0 0 0,0 0 0 0 0,0 0 0 0 0,0 0-1 0 0,0 0 1 0 0,0 0 0 0 0,0 0 0 0 0,0 0 0 0 0,0 0 0 0 0,-43-4 12 0 0,39 4-10 0 0,-75 5-6 0 0,76-5 0 0 0,0 0 0 0 0,-8 2-2 0 0,9-2 3 0 0,-1 1 7 0 0,-8 0-6 0 0,-24 7 10 0 0,7-3 12 0 0,16-4-26 0 0,10-1 0 0 0,0 0 1 0 0,0 0 0 0 0,0 0 0 0 0,0 0 0 0 0,0 1 0 0 0,0-1-1 0 0,0 0 1 0 0,1 1 0 0 0,-1-1 0 0 0,0 1 0 0 0,0 0 0 0 0,0-1-1 0 0,1 1 1 0 0,-1 0 0 0 0,0 0 0 0 0,1 0 0 0 0,-1 1-1 0 0,1-1 1 0 0,0 0 0 0 0,-1 0 0 0 0,1 1 0 0 0,0-1 0 0 0,-1 1-1 0 0,1-1 1 0 0,0 1 0 0 0,0-1 0 0 0,0 1 0 0 0,1 0 0 0 0,-1 0-1 0 0,0-1 1 0 0,1 1 0 0 0,-1 0 0 0 0,1 0 0 0 0,-1 3 0 0 0,-17 49-27 0 0,14-44 28 0 0,0 0 0 0 0,1 1 0 0 0,1-1 0 0 0,-1 1 0 0 0,2-1 0 0 0,-1 1 0 0 0,1 16 0 0 0,1 24 7 0 0,1 1-9 0 0,1 12-4 0 0,-2-63 18 0 0,3 47 33 0 0,-3-47-41 0 0,21 20 22 0 0,13-10 16 0 0,-26-8-24 0 0,0-1 0 0 0,1 0 0 0 0,-1 0 0 0 0,1-1 0 0 0,14 1 1 0 0,29 3 12 0 0,20-2 4 0 0,-14 0-32 0 0,21-3 13 0 0,-30 0-9 0 0,-46 0 3 0 0,38 0-10 0 0,-30 2 0 0 0,-6-2 1 0 0,50 0-1 0 0,-52 0 0 0 0,55 0-14 0 0,-47 0 23 0 0,60 3 32 0 0,-68-3-35 0 0,0 0-4 0 0,10 0 4 0 0,-7 0-3 0 0,5 0 6 0 0,5 2-8 0 0,-13-1 2 0 0,0 0 0 0 0,1-1 0 0 0,-1 0 0 0 0,0 1 0 0 0,1-1 0 0 0,-1 0 0 0 0,0 0 0 0 0,1-1 0 0 0,-1 1 0 0 0,6-2 0 0 0,43 0 23 0 0,3-1-1 0 0,22-4 46 0 0,-75 7-61 0 0,60-26 697 0 0,-19-1 550 0 0,-41 25-1143 0 0,0 0-10 0 0,1-1 0 0 0,-1 0 0 0 0,0 0 0 0 0,1 0-1 0 0,-1-1 1 0 0,-1 1 0 0 0,1-1 0 0 0,2-6 0 0 0,-3 8-35 0 0,18-36 567 0 0,-16 2-291 0 0,-2 29-291 0 0,0 0-1 0 0,0-1 1 0 0,-1 1-1 0 0,0 0 1 0 0,0 0-1 0 0,-3-10 1 0 0,-1-24 73 0 0,4 36-117 0 0,0 1 0 0 0,0-1 0 0 0,-1 0-1 0 0,1 1 1 0 0,-1-1 0 0 0,0 1 0 0 0,0-1 0 0 0,-1 1 0 0 0,0-1 0 0 0,1 1-1 0 0,-5-6 1 0 0,5 8 0 0 0,-7-41 99 0 0,3 4-56 0 0,5 37-41 0 0,-23-28-97 0 0,21 28 76 0 0,-32-12-67 0 0,28 12 73 0 0,0-1-1 0 0,0 1 0 0 0,0 1 1 0 0,0-1-1 0 0,0 1 0 0 0,-9-1 1 0 0,4 0-4 0 0,8 2 11 0 0,0-1-6 0 0,-24-3-3 0 0,17 3-6 0 0,-40 2 8 0 0,47-1 10 0 0,-51 1 5 0 0,29-2-16 0 0,22 1-1 0 0,0 0-2 0 0,-8 0 16 0 0,8 0 16 0 0,0 0-19 0 0,-12 0-4 0 0,-10 1-21 0 0,1 2 0 0 0,-48 11 1 0 0,17-3 10 0 0,24-4 3 0 0,18-5 10 0 0,0 0 0 0 0,0 0 1 0 0,0-1-1 0 0,0-1 0 0 0,-18-1 0 0 0,20 2-180 0 0,-20-1-122 0 0,12-7-5531 0 0,31-14-117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6:14:44.01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798 25 2532 0 0,'0'-5'7820'0'0,"-26"11"-7763"0"0,20-4 38 0 0,1-3-61 0 0,-29-3 64 0 0,31 4-72 0 0,-1 0 0 0 0,-87-3 135 0 0,88 3-154 0 0,-36-2 35 0 0,-42 2-5 0 0,77 0-34 0 0,0 0-9 0 0,-12 0 8 0 0,-44 2 12 0 0,55 0-13 0 0,2 0-3 0 0,-44-1 39 0 0,43-2-35 0 0,-24 3 30 0 0,-99 5 55 0 0,38 0-74 0 0,86-7-3 0 0,-7-1 2 0 0,1 1 1 0 0,0-1-1 0 0,0 2 0 0 0,-16 1 0 0 0,10 0 13 0 0,13-2-21 0 0,-5 2-9 0 0,5-2 22 0 0,-1 0-8 0 0,-10 0-6 0 0,10 0-1 0 0,-6 29-188 0 0,16 45 162 0 0,3 34-5 0 0,-10-89 34 0 0,0 0-1 0 0,2 0 1 0 0,6 35 0 0 0,-4-5 24 0 0,-4-26-24 0 0,0-22-4 0 0,0 1-10 0 0,4 4 13 0 0,-3-4 0 0 0,2 2 27 0 0,-2-3-25 0 0,-1 0 0 0 0,1 0 0 0 0,-1 0 0 0 0,1 0 0 0 0,0-1 0 0 0,-1 1 0 0 0,1 0 0 0 0,0 0-1 0 0,0-1 1 0 0,0 1 0 0 0,-1 0 0 0 0,1-1 0 0 0,0 1 0 0 0,0-1 0 0 0,0 1 0 0 0,0-1 0 0 0,0 1-1 0 0,0-1 1 0 0,0 0 0 0 0,0 0 0 0 0,1 1 0 0 0,140 3 159 0 0,-105-4-141 0 0,148-2 6 0 0,-138 4-18 0 0,-22 0-8 0 0,1-2 0 0 0,30-2 0 0 0,26-5 10 0 0,-60 7-16 0 0,-2 0 4 0 0,-2 0-4 0 0,0-1 2 0 0,0 0-8 0 0,58 0-8 0 0,-36 1 14 0 0,40-2 39 0 0,-75 2-28 0 0,6 1 478 0 0,1-1 0 0 0,0 0 0 0 0,19-3 1 0 0,-29 2-104 0 0,-10-60 476 0 0,-30-71 157 0 0,27 42-889 0 0,11 22-50 0 0,0 66-68 0 0,-3-29 158 0 0,2 29-167 0 0,1 1 0 0 0,-1-1 1 0 0,1 0-1 0 0,-1 1 0 0 0,1-1 0 0 0,-1 1 0 0 0,0-1 1 0 0,0 1-1 0 0,0-1 0 0 0,0 1 0 0 0,0-1 0 0 0,0 1 0 0 0,0 0 1 0 0,0 0-1 0 0,-1-1 0 0 0,1 1 0 0 0,0 0 0 0 0,-1 0 0 0 0,1 0 1 0 0,-3-1-1 0 0,2 2-16 0 0,-14-6-10 0 0,-4 3-12 0 0,0 1 0 0 0,0 0 1 0 0,0 2-1 0 0,-23 2 0 0 0,-57 1 24 0 0,27-2-2216 0 0,72-1 2125 0 0,1 0 0 0 0,0 0-1 0 0,-1 0 1 0 0,1 0-1 0 0,0 0 1 0 0,-1 0 0 0 0,1 0-1 0 0,0 0 1 0 0,-1-1 0 0 0,1 1-1 0 0,0 0 1 0 0,-1 0 0 0 0,1 0-1 0 0,0 0 1 0 0,-1 0-1 0 0,1-1 1 0 0,0 1 0 0 0,0 0-1 0 0,-1 0 1 0 0,1 0 0 0 0,0-1-1 0 0,0 1 1 0 0,-1 0 0 0 0,1 0-1 0 0,0-1 1 0 0,0 1-1 0 0,0 0 1 0 0,-1-1 0 0 0,1 1-1 0 0,0 0 1 0 0,0 0 0 0 0,0-1-1 0 0,0 1 1 0 0,0 0 0 0 0,0-1-1 0 0,0 1 1 0 0,0 0-1 0 0,0-1 1 0 0,0 1 0 0 0,0 0-1 0 0,0-1 1 0 0,0 1 0 0 0,0-1-1 0 0,0 1 1 0 0,0 0 0 0 0,0 0-1 0 0,0-1 1 0 0,0 1-1 0 0,0 0 1 0 0,1-1 0 0 0,-1 1-1 0 0,0 0 1 0 0,0-1 0 0 0,0 1-1 0 0,1 0 1 0 0,-1-1-1 0 0,11-11-2945 0 0,1 3 258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6:14:48.39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731 6 6033 0 0,'0'0'-297'0'0,"-13"-5"2900"0"0,4 7-2438 0 0,0 0 0 0 0,0 0-1 0 0,0 0 1 0 0,0-1 0 0 0,0 0 0 0 0,-12-1-1 0 0,18 0 321 0 0,-14 3-281 0 0,-66 3-7 0 0,82-5-187 0 0,-60-1 136 0 0,26 2-95 0 0,32-2-43 0 0,-1 0-1 0 0,-74-2 35 0 0,19 2 6 0 0,-31-3-1 0 0,63 3-46 0 0,5 0 0 0 0,0 1 1 0 0,0 1-1 0 0,-27 6 1 0 0,10-2-26 0 0,37-5 20 0 0,1-2 23 0 0,0 1-28 0 0,0 0-1 0 0,0 0 1 0 0,0 0 0 0 0,0 0-1 0 0,1 0 1 0 0,-1 0 0 0 0,0 0-1 0 0,0 0 1 0 0,0 0 0 0 0,0 0-1 0 0,0 0 1 0 0,0 0 0 0 0,0 1-1 0 0,1-1 1 0 0,-1 0 0 0 0,0 1-1 0 0,0-1 1 0 0,0 1 0 0 0,1-1-1 0 0,-1 1 1 0 0,0-1 0 0 0,0 1-1 0 0,1-1 1 0 0,-1 1 0 0 0,0 0-1 0 0,1-1 1 0 0,-1 1 0 0 0,0 1-1 0 0,15 204 27 0 0,-14-202-14 0 0,3 20 3 0 0,4 12 2 0 0,2 17 27 0 0,-4-37-26 0 0,-5-14-7 0 0,1 9 7 0 0,3-6-2 0 0,-3-4-1 0 0,0 1 0 0 0,2 3 0 0 0,-2-4 14 0 0,0-1-16 0 0,-1 1 0 0 0,0 0 1 0 0,1-1-1 0 0,-1 1 0 0 0,0-1 1 0 0,1 1-1 0 0,-1-1 0 0 0,1 1 1 0 0,-1-1-1 0 0,1 1 0 0 0,-1-1 1 0 0,1 0-1 0 0,-1 1 0 0 0,1-1 1 0 0,-1 0-1 0 0,1 1 0 0 0,0-1 1 0 0,-1 0-1 0 0,1 0 0 0 0,0 0 0 0 0,-1 1 1 0 0,1-1-1 0 0,-1 0 0 0 0,1 0 1 0 0,0 0-1 0 0,-1 0 0 0 0,1 0 1 0 0,0 0-1 0 0,-1 0 0 0 0,1 0 1 0 0,0-1-1 0 0,-1 1 0 0 0,2 0 1 0 0,24-5 43 0 0,-24 5-37 0 0,251-25 190 0 0,-232 24-201 0 0,32-3 2 0 0,60 3-1 0 0,-108 2 1 0 0,0 0-1 0 0,-1-1 0 0 0,1 1 1 0 0,0-1-1 0 0,0-1 0 0 0,-1 1 1 0 0,9-2-1 0 0,6-1-1 0 0,-1 1-1 0 0,1 0 1 0 0,23 2 0 0 0,23-2 15 0 0,-62 2-8 0 0,0 0 1 0 0,12 0-2 0 0,58-3 86 0 0,-71 3-82 0 0,50-8 32 0 0,-24 4 1917 0 0,-27-32-921 0 0,-18-13-685 0 0,16 48-346 0 0,-8-39 78 0 0,-14-52 7 0 0,22 90-90 0 0,-5-29 75 0 0,-2-8 22 0 0,8 38-92 0 0,-5-27 57 0 0,5 26 9 0 0,-16-11 250 0 0,-54-1-435 0 0,68 14 107 0 0,-42-3-11 0 0,-5 1 31 0 0,46 2 3 0 0,-8-2 121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6:14:53.12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892 33 5973 0 0,'0'0'-280'0'0,"-6"-2"-206"0"0,-16-6 511 0 0,17 6 19 0 0,-48-5 439 0 0,-72 4 17 0 0,122 3-421 0 0,-1 0 7 0 0,-50-2 254 0 0,51 2-284 0 0,-1 0-1 0 0,-46 2 211 0 0,47-2-210 0 0,-2 0-10 0 0,-31 0 105 0 0,33 0-90 0 0,-1 0 15 0 0,-73-2 608 0 0,73 2-632 0 0,0 0-7 0 0,-104-5 307 0 0,105 5-339 0 0,-58-1 103 0 0,51 0-100 0 0,-1 0-1 0 0,1 0 1 0 0,-1 1-1 0 0,0 1 1 0 0,-12 1-1 0 0,20-1-6 0 0,-37-2 49 0 0,26 0-54 0 0,10 0 0 0 0,1 2-1 0 0,-8 0-3 0 0,9 0-1 0 0,-1-1 7 0 0,-10 0 2 0 0,10 0 2 0 0,-1 0-5 0 0,-8 2-3 0 0,8-2 11 0 0,2 1-53 0 0,1-2 36 0 0,1 1 1 0 0,-1 0-1 0 0,1 0 0 0 0,-1 0 1 0 0,1-1-1 0 0,-1 1 1 0 0,1 0-1 0 0,-1 0 1 0 0,0 0-1 0 0,1 0 1 0 0,-1 0-1 0 0,1 0 0 0 0,-1 0 1 0 0,1 0-1 0 0,-1 0 1 0 0,0 1-1 0 0,1-1 1 0 0,-1 0-1 0 0,1 0 0 0 0,-1 0 1 0 0,1 1-1 0 0,-1-1 1 0 0,1 0-1 0 0,-1 0 1 0 0,1 1-1 0 0,-1-1 0 0 0,1 1 1 0 0,-1-1-1 0 0,1 0 1 0 0,0 1-1 0 0,-1-1 1 0 0,1 1-1 0 0,0-1 1 0 0,-1 1-1 0 0,1-1 0 0 0,-1 2 1 0 0,-2 6-10 0 0,-3 19 8 0 0,1 0-1 0 0,-3 51 0 0 0,-1 23 22 0 0,3-66-15 0 0,3 11 24 0 0,1 50 0 0 0,2-75-17 0 0,6 52 113 0 0,-6-72-113 0 0,19 10 176 0 0,29-9 51 0 0,0-1 0 0 0,84-11 0 0 0,-96 7-157 0 0,68-5 36 0 0,-67 6-88 0 0,115-11 82 0 0,-49 8-52 0 0,-25-2 25 0 0,-76 7-73 0 0,35-5 33 0 0,-2 2-1 0 0,17-4 103 0 0,-49 7-128 0 0,32-3 41 0 0,1 1-32 0 0,11-3-20 0 0,-45 5-4 0 0,72-5 486 0 0,-67 5-120 0 0,-1 0-1 0 0,1-1 1 0 0,-1 0 0 0 0,0 0 0 0 0,1 0 0 0 0,7-4 0 0 0,-12 4 204 0 0,1-45 302 0 0,-14-130-192 0 0,14 96-728 0 0,-3 78 36 0 0,-1-18 64 0 0,-1-2-4 0 0,2 20-44 0 0,-7-14 7 0 0,6 15-16 0 0,-28-30-133 0 0,28 30 134 0 0,0 0-1 0 0,0 0 0 0 0,0 0 1 0 0,0 0-1 0 0,0 0 0 0 0,0 1 0 0 0,0-1 1 0 0,0 0-1 0 0,0 1 0 0 0,-1-1 0 0 0,1 1 1 0 0,0-1-1 0 0,-1 1 0 0 0,1-1 1 0 0,0 1-1 0 0,0 0 0 0 0,-1 0 0 0 0,1 0 1 0 0,0 0-1 0 0,-2 0 0 0 0,-39-5-94 0 0,40 5 87 0 0,-21 0-5 0 0,-100 5-25 0 0,3 2 97 0 0,117-7-60 0 0,-20 0-1128 0 0,18-2 823 0 0,-9-2-1834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895995-B564-411D-95C1-2DFA737E6910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33BBF7-E59E-4163-ACB9-0E40D427E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809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3BBF7-E59E-4163-ACB9-0E40D427E7B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6109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8B875-05FE-F1A6-E7D1-A5BF4C307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5D5B37-C22D-ED4F-9EBD-D45A1A5A26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4B98F6-9397-381E-98A4-1968EFD464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3A26B5-BB5B-7BBC-8804-C80E67C816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3BBF7-E59E-4163-ACB9-0E40D427E7B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3402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1.png"/><Relationship Id="rId3" Type="http://schemas.openxmlformats.org/officeDocument/2006/relationships/image" Target="../media/image5.png"/><Relationship Id="rId7" Type="http://schemas.openxmlformats.org/officeDocument/2006/relationships/customXml" Target="../ink/ink2.xml"/><Relationship Id="rId12" Type="http://schemas.openxmlformats.org/officeDocument/2006/relationships/image" Target="../media/image2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0.png"/><Relationship Id="rId11" Type="http://schemas.openxmlformats.org/officeDocument/2006/relationships/customXml" Target="../ink/ink4.xml"/><Relationship Id="rId5" Type="http://schemas.openxmlformats.org/officeDocument/2006/relationships/customXml" Target="../ink/ink1.xml"/><Relationship Id="rId10" Type="http://schemas.openxmlformats.org/officeDocument/2006/relationships/image" Target="../media/image24.png"/><Relationship Id="rId4" Type="http://schemas.openxmlformats.org/officeDocument/2006/relationships/image" Target="../media/image3.png"/><Relationship Id="rId9" Type="http://schemas.openxmlformats.org/officeDocument/2006/relationships/customXml" Target="../ink/ink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1.png"/><Relationship Id="rId3" Type="http://schemas.openxmlformats.org/officeDocument/2006/relationships/image" Target="../media/image5.png"/><Relationship Id="rId7" Type="http://schemas.openxmlformats.org/officeDocument/2006/relationships/customXml" Target="../ink/ink6.xml"/><Relationship Id="rId12" Type="http://schemas.openxmlformats.org/officeDocument/2006/relationships/image" Target="../media/image2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0.png"/><Relationship Id="rId11" Type="http://schemas.openxmlformats.org/officeDocument/2006/relationships/customXml" Target="../ink/ink8.xml"/><Relationship Id="rId5" Type="http://schemas.openxmlformats.org/officeDocument/2006/relationships/customXml" Target="../ink/ink5.xml"/><Relationship Id="rId10" Type="http://schemas.openxmlformats.org/officeDocument/2006/relationships/image" Target="../media/image27.png"/><Relationship Id="rId4" Type="http://schemas.openxmlformats.org/officeDocument/2006/relationships/image" Target="../media/image3.png"/><Relationship Id="rId9" Type="http://schemas.openxmlformats.org/officeDocument/2006/relationships/customXml" Target="../ink/ink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.xml"/><Relationship Id="rId3" Type="http://schemas.openxmlformats.org/officeDocument/2006/relationships/image" Target="../media/image6.png"/><Relationship Id="rId7" Type="http://schemas.openxmlformats.org/officeDocument/2006/relationships/image" Target="../media/image3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.xml"/><Relationship Id="rId11" Type="http://schemas.openxmlformats.org/officeDocument/2006/relationships/image" Target="../media/image32.png"/><Relationship Id="rId5" Type="http://schemas.openxmlformats.org/officeDocument/2006/relationships/image" Target="../media/image1.png"/><Relationship Id="rId10" Type="http://schemas.openxmlformats.org/officeDocument/2006/relationships/customXml" Target="../ink/ink11.xml"/><Relationship Id="rId4" Type="http://schemas.openxmlformats.org/officeDocument/2006/relationships/image" Target="../media/image2.png"/><Relationship Id="rId9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6.png"/><Relationship Id="rId7" Type="http://schemas.openxmlformats.org/officeDocument/2006/relationships/customXml" Target="../ink/ink1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1.png"/><Relationship Id="rId5" Type="http://schemas.openxmlformats.org/officeDocument/2006/relationships/customXml" Target="../ink/ink12.xml"/><Relationship Id="rId10" Type="http://schemas.openxmlformats.org/officeDocument/2006/relationships/image" Target="../media/image35.png"/><Relationship Id="rId4" Type="http://schemas.openxmlformats.org/officeDocument/2006/relationships/image" Target="../media/image2.png"/><Relationship Id="rId9" Type="http://schemas.openxmlformats.org/officeDocument/2006/relationships/customXml" Target="../ink/ink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B1995-7212-6A03-29CB-8D76AFE131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Z – table: Application</a:t>
            </a:r>
          </a:p>
        </p:txBody>
      </p:sp>
    </p:spTree>
    <p:extLst>
      <p:ext uri="{BB962C8B-B14F-4D97-AF65-F5344CB8AC3E}">
        <p14:creationId xmlns:p14="http://schemas.microsoft.com/office/powerpoint/2010/main" val="1709110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63946-2E66-8DBA-07FD-F1DFB3653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8CDE75-F718-81F7-E76F-EA27DA04CD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2136916"/>
            <a:ext cx="4445942" cy="227049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8ECD0D4-1983-8A3D-ECB1-3FD476AEDD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8112" y="400820"/>
            <a:ext cx="6623304" cy="6398259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2B7F5BA-DB52-B819-DE2E-05E35C7A1D73}"/>
              </a:ext>
            </a:extLst>
          </p:cNvPr>
          <p:cNvSpPr txBox="1">
            <a:spLocks/>
          </p:cNvSpPr>
          <p:nvPr/>
        </p:nvSpPr>
        <p:spPr>
          <a:xfrm>
            <a:off x="344424" y="106553"/>
            <a:ext cx="8717280" cy="28062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b="1"/>
              <a:t>Standard Normal Distribution: Table values represent AREA to the LEFT of the z-score</a:t>
            </a:r>
            <a:endParaRPr lang="en-US" sz="1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2346DA-F707-25F4-FC61-736485391F75}"/>
              </a:ext>
            </a:extLst>
          </p:cNvPr>
          <p:cNvSpPr txBox="1"/>
          <p:nvPr/>
        </p:nvSpPr>
        <p:spPr>
          <a:xfrm>
            <a:off x="267462" y="591235"/>
            <a:ext cx="4361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table shows z-values from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-3.1 to -0.1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01522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410A3-1CB6-DD7C-3851-EE3C01665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C3C0A10-5D0A-0B48-458C-B6FE9E2AC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424" y="106553"/>
            <a:ext cx="8717280" cy="28062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1800" b="1" dirty="0"/>
              <a:t>Standard Normal Distribution: Table values represent AREA to the LEFT of the z-score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639C7D4-8F4B-79FC-6ED0-56A23DE71A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7024" y="382300"/>
            <a:ext cx="6284976" cy="642361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C8CB392-B2CD-887B-38DA-C88D42B99C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2136916"/>
            <a:ext cx="4445942" cy="22704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EFCEC15-E575-5DA3-9081-F7BF7C2AADE0}"/>
              </a:ext>
            </a:extLst>
          </p:cNvPr>
          <p:cNvSpPr txBox="1"/>
          <p:nvPr/>
        </p:nvSpPr>
        <p:spPr>
          <a:xfrm>
            <a:off x="267462" y="591235"/>
            <a:ext cx="4361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table shows z-values from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0.0 to +3.0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834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0314C-258F-6AA5-6887-2760D7D9D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BDEC1C-643F-FF13-C896-28D6F0046825}"/>
              </a:ext>
            </a:extLst>
          </p:cNvPr>
          <p:cNvSpPr txBox="1"/>
          <p:nvPr/>
        </p:nvSpPr>
        <p:spPr>
          <a:xfrm>
            <a:off x="201168" y="238430"/>
            <a:ext cx="5175504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Q1) The annual rainfall at a particular geographical location is modeled as </a:t>
            </a:r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normal random variable</a:t>
            </a:r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with a </a:t>
            </a:r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mean</a:t>
            </a:r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of  60 cm and </a:t>
            </a:r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std dev</a:t>
            </a:r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of 20 cm. What is the probability that this year the average rainfall will be </a:t>
            </a:r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at most </a:t>
            </a:r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80 cm? </a:t>
            </a:r>
          </a:p>
          <a:p>
            <a:endParaRPr lang="en-US" sz="16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Solution: </a:t>
            </a:r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Let X represent the mean rainfall.</a:t>
            </a:r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</a:t>
            </a:r>
          </a:p>
          <a:p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You have to find </a:t>
            </a:r>
          </a:p>
          <a:p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P(mean rainfall is </a:t>
            </a:r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at most</a:t>
            </a:r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80 cm)</a:t>
            </a:r>
          </a:p>
          <a:p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= P(X &lt; 80)</a:t>
            </a:r>
          </a:p>
          <a:p>
            <a:endParaRPr lang="en-US" sz="16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First, we convert normal RV to standard RV</a:t>
            </a:r>
          </a:p>
          <a:p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X = 80 =&gt; Z = 1.00</a:t>
            </a:r>
          </a:p>
          <a:p>
            <a:endParaRPr lang="en-US" sz="16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endParaRPr lang="en-US" sz="16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endParaRPr lang="en-US" sz="16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endParaRPr lang="en-US" sz="16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endParaRPr lang="en-US" sz="16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endParaRPr lang="en-US" sz="16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P(X &lt; 80)</a:t>
            </a:r>
          </a:p>
          <a:p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= P (Z &lt; 1)</a:t>
            </a:r>
          </a:p>
          <a:p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= 0.8413</a:t>
            </a:r>
          </a:p>
          <a:p>
            <a:endParaRPr lang="en-US" sz="16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525386-0912-39B7-B351-5DB37061D6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6776" y="3781237"/>
            <a:ext cx="3660876" cy="7679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53FF96-C04E-F106-2810-3C5DCAEAB0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6776" y="4648992"/>
            <a:ext cx="3540132" cy="5397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FFF3BD6-3EE0-630C-3655-82642D3713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5764" y="173736"/>
            <a:ext cx="6240275" cy="668426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F83DA54-B0D9-B3EF-F4F9-92A8B93F38DD}"/>
                  </a:ext>
                </a:extLst>
              </p14:cNvPr>
              <p14:cNvContentPartPr/>
              <p14:nvPr/>
            </p14:nvContentPartPr>
            <p14:xfrm>
              <a:off x="5961566" y="2509545"/>
              <a:ext cx="311756" cy="193422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F83DA54-B0D9-B3EF-F4F9-92A8B93F38D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943566" y="2491536"/>
                <a:ext cx="347396" cy="2290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EEA68E0-8A52-7E51-91B5-6A95C80CA0E0}"/>
                  </a:ext>
                </a:extLst>
              </p14:cNvPr>
              <p14:cNvContentPartPr/>
              <p14:nvPr/>
            </p14:nvContentPartPr>
            <p14:xfrm>
              <a:off x="6447384" y="274176"/>
              <a:ext cx="456480" cy="36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EEA68E0-8A52-7E51-91B5-6A95C80CA0E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429384" y="256536"/>
                <a:ext cx="49212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642B519-6D4B-2115-CAAA-F2DC77B63579}"/>
                  </a:ext>
                </a:extLst>
              </p14:cNvPr>
              <p14:cNvContentPartPr/>
              <p14:nvPr/>
            </p14:nvContentPartPr>
            <p14:xfrm>
              <a:off x="6437304" y="284256"/>
              <a:ext cx="475920" cy="1656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642B519-6D4B-2115-CAAA-F2DC77B6357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419304" y="266616"/>
                <a:ext cx="51156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FC841F2-ACC1-B264-2820-29118B930C35}"/>
                  </a:ext>
                </a:extLst>
              </p14:cNvPr>
              <p14:cNvContentPartPr/>
              <p14:nvPr/>
            </p14:nvContentPartPr>
            <p14:xfrm>
              <a:off x="6400584" y="2502936"/>
              <a:ext cx="531720" cy="2390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FC841F2-ACC1-B264-2820-29118B930C3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82944" y="2485296"/>
                <a:ext cx="567360" cy="27468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9B7A4EE6-A990-6E72-1D7E-0C57E965CC9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5808" y="5371763"/>
            <a:ext cx="2677493" cy="136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11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5F44F-BFFE-D6C4-FA17-52AD0240A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63B8265-188F-8E6A-5E55-CB8FF50BDBD1}"/>
              </a:ext>
            </a:extLst>
          </p:cNvPr>
          <p:cNvSpPr txBox="1"/>
          <p:nvPr/>
        </p:nvSpPr>
        <p:spPr>
          <a:xfrm>
            <a:off x="201168" y="393878"/>
            <a:ext cx="5175504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Q2) The annual rainfall at a particular geographical location is modeled as </a:t>
            </a:r>
            <a:r>
              <a:rPr lang="en-US" sz="16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normal random variable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with a </a:t>
            </a:r>
            <a:r>
              <a:rPr lang="en-US" sz="16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mean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of  60 cm and </a:t>
            </a:r>
            <a:r>
              <a:rPr lang="en-US" sz="16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std dev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of 20 cm. What is the probability that this year the average rainfall will be </a:t>
            </a:r>
            <a:r>
              <a:rPr lang="en-US" sz="16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at least 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80 cm? </a:t>
            </a:r>
          </a:p>
          <a:p>
            <a:endParaRPr lang="en-US" sz="16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r>
              <a:rPr lang="en-US" sz="16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Solution: 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Let X represent the mean rainfall.</a:t>
            </a:r>
            <a:r>
              <a:rPr lang="en-US" sz="16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You have to find 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P(mean rainfall is </a:t>
            </a:r>
            <a:r>
              <a:rPr lang="en-US" sz="16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at least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80 cm)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= P(X &gt; 80)</a:t>
            </a:r>
          </a:p>
          <a:p>
            <a:endParaRPr lang="en-US" sz="16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First, we convert normal RV to standard RV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X = 80 =&gt; Z = 1.00</a:t>
            </a:r>
          </a:p>
          <a:p>
            <a:endParaRPr lang="en-US" sz="16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endParaRPr lang="en-US" sz="16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endParaRPr lang="en-US" sz="16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endParaRPr lang="en-US" sz="16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endParaRPr lang="en-US" sz="16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endParaRPr lang="en-US" sz="16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P(X &gt; 80)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= P (Z &gt; 1)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= 1 – P(Z &lt; 1) 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= 1 - 0.8413 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= 0.1587</a:t>
            </a:r>
          </a:p>
          <a:p>
            <a:endParaRPr lang="en-US" sz="16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23782D-30A6-5DD0-5AB2-0E449D34BB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9610" y="3753805"/>
            <a:ext cx="3660876" cy="7679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65ABE8-3AFA-5B1F-41A4-031DA025EF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9610" y="4625345"/>
            <a:ext cx="3540132" cy="5397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9E0A77C-76A4-C4F4-DF2B-8A8EB28FBB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5764" y="173736"/>
            <a:ext cx="6240275" cy="668426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1234986-0F2D-922C-A5BC-D57BD16A578E}"/>
                  </a:ext>
                </a:extLst>
              </p14:cNvPr>
              <p14:cNvContentPartPr/>
              <p14:nvPr/>
            </p14:nvContentPartPr>
            <p14:xfrm>
              <a:off x="5961566" y="2509545"/>
              <a:ext cx="311756" cy="193422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1234986-0F2D-922C-A5BC-D57BD16A578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943566" y="2491536"/>
                <a:ext cx="347396" cy="2290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3B76E07-2BE5-BB1F-DE9F-DC710456558D}"/>
                  </a:ext>
                </a:extLst>
              </p14:cNvPr>
              <p14:cNvContentPartPr/>
              <p14:nvPr/>
            </p14:nvContentPartPr>
            <p14:xfrm>
              <a:off x="6447384" y="274176"/>
              <a:ext cx="456480" cy="36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3B76E07-2BE5-BB1F-DE9F-DC710456558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429398" y="254176"/>
                <a:ext cx="492092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9CBFD0D-006D-2305-08A0-F8EDEEA08197}"/>
                  </a:ext>
                </a:extLst>
              </p14:cNvPr>
              <p14:cNvContentPartPr/>
              <p14:nvPr/>
            </p14:nvContentPartPr>
            <p14:xfrm>
              <a:off x="6437304" y="284256"/>
              <a:ext cx="475920" cy="1656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9CBFD0D-006D-2305-08A0-F8EDEEA0819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419304" y="266256"/>
                <a:ext cx="51156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639E0E0-B37E-9A64-3318-80A8552D9134}"/>
                  </a:ext>
                </a:extLst>
              </p14:cNvPr>
              <p14:cNvContentPartPr/>
              <p14:nvPr/>
            </p14:nvContentPartPr>
            <p14:xfrm>
              <a:off x="6400584" y="2502936"/>
              <a:ext cx="531720" cy="2390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1639E0E0-B37E-9A64-3318-80A8552D913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82584" y="2484909"/>
                <a:ext cx="567360" cy="274734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8E3861F5-2EB7-8DDC-C508-21E3529873D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5808" y="5371763"/>
            <a:ext cx="2677493" cy="136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569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27D8F-DCF9-9742-B566-8E10DC5AC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8465EB-50D1-198F-D4DB-30ED3D895A6E}"/>
              </a:ext>
            </a:extLst>
          </p:cNvPr>
          <p:cNvSpPr txBox="1"/>
          <p:nvPr/>
        </p:nvSpPr>
        <p:spPr>
          <a:xfrm>
            <a:off x="201168" y="393878"/>
            <a:ext cx="5175504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Q3) The average height of a person is modeled as </a:t>
            </a:r>
            <a:r>
              <a:rPr lang="en-US" sz="16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normal random variable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with a </a:t>
            </a:r>
            <a:r>
              <a:rPr lang="en-US" sz="16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mean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of  179 cm and </a:t>
            </a:r>
            <a:r>
              <a:rPr lang="en-US" sz="16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std dev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of 10 cm. What is the probability that a random person selected height is </a:t>
            </a:r>
            <a:r>
              <a:rPr lang="en-US" sz="16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at most 170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cm? </a:t>
            </a:r>
          </a:p>
          <a:p>
            <a:endParaRPr lang="en-US" sz="16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r>
              <a:rPr lang="en-US" sz="16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Solution: 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Let X represent the height.</a:t>
            </a:r>
            <a:r>
              <a:rPr lang="en-US" sz="16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You have to find 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P(mean height is </a:t>
            </a:r>
            <a:r>
              <a:rPr lang="en-US" sz="16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at most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170 cm)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= P(X &lt; 170)</a:t>
            </a:r>
          </a:p>
          <a:p>
            <a:endParaRPr lang="en-US" sz="16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First, we convert normal RV to standard RV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X = 170 =&gt; Z = -0.90</a:t>
            </a:r>
          </a:p>
          <a:p>
            <a:endParaRPr lang="en-US" sz="16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endParaRPr lang="en-US" sz="16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endParaRPr lang="en-US" sz="16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endParaRPr lang="en-US" sz="16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endParaRPr lang="en-US" sz="16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endParaRPr lang="en-US" sz="16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endParaRPr lang="en-US" sz="16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endParaRPr lang="en-US" sz="16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P(X &lt; 170)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= P (Z &lt; -0.9)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= 0.1841</a:t>
            </a:r>
          </a:p>
          <a:p>
            <a:endParaRPr lang="en-US" sz="16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3CD155-4D04-8DE1-D2C6-9A3504BAA4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5342" y="3836101"/>
            <a:ext cx="3660876" cy="7679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05195E-02D4-3D55-B949-6F99CC1227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5342" y="4702535"/>
            <a:ext cx="3584235" cy="5637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7E3174-4B91-E0E5-2CC6-175F428A0E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7024" y="137160"/>
            <a:ext cx="6199632" cy="66019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AAD7A5-4C29-C10F-27D4-3E4A636832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5808" y="5371763"/>
            <a:ext cx="2677493" cy="136736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2468474-20B1-58C5-E6C1-310130F0843F}"/>
                  </a:ext>
                </a:extLst>
              </p14:cNvPr>
              <p14:cNvContentPartPr/>
              <p14:nvPr/>
            </p14:nvContentPartPr>
            <p14:xfrm>
              <a:off x="5922504" y="4880016"/>
              <a:ext cx="352800" cy="2156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2468474-20B1-58C5-E6C1-310130F0843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04504" y="4862376"/>
                <a:ext cx="388440" cy="25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9B2A4B2-0DC8-AE07-73DA-7F75E7203C63}"/>
                  </a:ext>
                </a:extLst>
              </p14:cNvPr>
              <p14:cNvContentPartPr/>
              <p14:nvPr/>
            </p14:nvContentPartPr>
            <p14:xfrm>
              <a:off x="6497064" y="153216"/>
              <a:ext cx="401760" cy="2239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9B2A4B2-0DC8-AE07-73DA-7F75E7203C6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479064" y="135576"/>
                <a:ext cx="437400" cy="25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ABE0E52-9345-C56D-AEE1-9A84CAFFD98B}"/>
                  </a:ext>
                </a:extLst>
              </p14:cNvPr>
              <p14:cNvContentPartPr/>
              <p14:nvPr/>
            </p14:nvContentPartPr>
            <p14:xfrm>
              <a:off x="6432624" y="4891536"/>
              <a:ext cx="406440" cy="180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ABE0E52-9345-C56D-AEE1-9A84CAFFD98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414984" y="4873896"/>
                <a:ext cx="442080" cy="215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96148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07B0D-5D58-6A86-DDAF-5759621B8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88035A6-672A-CAE0-1819-7FDD92EC7E21}"/>
              </a:ext>
            </a:extLst>
          </p:cNvPr>
          <p:cNvSpPr txBox="1"/>
          <p:nvPr/>
        </p:nvSpPr>
        <p:spPr>
          <a:xfrm>
            <a:off x="201168" y="265862"/>
            <a:ext cx="5175504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Q4) The average height of a person is modeled as </a:t>
            </a:r>
            <a:r>
              <a:rPr lang="en-US" sz="16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normal random variable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with a </a:t>
            </a:r>
            <a:r>
              <a:rPr lang="en-US" sz="16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mean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of  179 cm and </a:t>
            </a:r>
            <a:r>
              <a:rPr lang="en-US" sz="16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std dev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of 10 cm. What is the probability that a random person selected height is </a:t>
            </a:r>
            <a:r>
              <a:rPr lang="en-US" sz="16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at least 170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cm? </a:t>
            </a:r>
          </a:p>
          <a:p>
            <a:endParaRPr lang="en-US" sz="16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r>
              <a:rPr lang="en-US" sz="16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Solution: 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Let X represent the height.</a:t>
            </a:r>
            <a:r>
              <a:rPr lang="en-US" sz="16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You have to find </a:t>
            </a:r>
          </a:p>
          <a:p>
            <a:r>
              <a:rPr lang="en-US" sz="1600">
                <a:solidFill>
                  <a:schemeClr val="accent6">
                    <a:lumMod val="20000"/>
                    <a:lumOff val="80000"/>
                  </a:schemeClr>
                </a:solidFill>
              </a:rPr>
              <a:t>P(height 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is </a:t>
            </a:r>
            <a:r>
              <a:rPr lang="en-US" sz="16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at least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170 cm)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= P(X &gt; 170)</a:t>
            </a:r>
          </a:p>
          <a:p>
            <a:endParaRPr lang="en-US" sz="16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First, we convert normal RV to standard RV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X = 170 =&gt; Z = -0.90</a:t>
            </a:r>
          </a:p>
          <a:p>
            <a:endParaRPr lang="en-US" sz="16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endParaRPr lang="en-US" sz="16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endParaRPr lang="en-US" sz="16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endParaRPr lang="en-US" sz="16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endParaRPr lang="en-US" sz="16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endParaRPr lang="en-US" sz="16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endParaRPr lang="en-US" sz="16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P(X &gt; 170)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= P (Z &gt; -0.9)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= 1 - P (Z &lt; -0.9) 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= 1 - 0.1841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=  0. 8159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C823D5-554E-57E4-C69F-FD1CDED2C4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5342" y="3836101"/>
            <a:ext cx="3660876" cy="7679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1C0A47-9879-533A-5D25-69E61640F9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5342" y="4702535"/>
            <a:ext cx="3584235" cy="5637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8004BC2-587B-AF2A-8D8A-BEB355D034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7024" y="137160"/>
            <a:ext cx="6199632" cy="660196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F55481A-5069-7BF6-3E95-524B0983FB63}"/>
                  </a:ext>
                </a:extLst>
              </p14:cNvPr>
              <p14:cNvContentPartPr/>
              <p14:nvPr/>
            </p14:nvContentPartPr>
            <p14:xfrm>
              <a:off x="5955984" y="4895136"/>
              <a:ext cx="368640" cy="171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F55481A-5069-7BF6-3E95-524B0983FB6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937984" y="4877496"/>
                <a:ext cx="404280" cy="20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DD0B822-7B9D-3A1E-2D96-E64328DE966E}"/>
                  </a:ext>
                </a:extLst>
              </p14:cNvPr>
              <p14:cNvContentPartPr/>
              <p14:nvPr/>
            </p14:nvContentPartPr>
            <p14:xfrm>
              <a:off x="6509664" y="179496"/>
              <a:ext cx="332640" cy="1512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DD0B822-7B9D-3A1E-2D96-E64328DE966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492024" y="161856"/>
                <a:ext cx="36828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D09DAA5-E6E2-D55A-B114-DB85B30F703F}"/>
                  </a:ext>
                </a:extLst>
              </p14:cNvPr>
              <p14:cNvContentPartPr/>
              <p14:nvPr/>
            </p14:nvContentPartPr>
            <p14:xfrm>
              <a:off x="6439824" y="4890456"/>
              <a:ext cx="412200" cy="1947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D09DAA5-E6E2-D55A-B114-DB85B30F703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421824" y="4872456"/>
                <a:ext cx="447840" cy="230400"/>
              </a:xfrm>
              <a:prstGeom prst="rect">
                <a:avLst/>
              </a:prstGeom>
            </p:spPr>
          </p:pic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2EABB1D3-56B0-EF0D-DC6A-72EFC0C1166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5808" y="5371763"/>
            <a:ext cx="2677493" cy="136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362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A7C73-1618-F49B-8529-748022A48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C2D1667-5495-5C06-BF26-CE4322F8C481}"/>
              </a:ext>
            </a:extLst>
          </p:cNvPr>
          <p:cNvSpPr txBox="1"/>
          <p:nvPr/>
        </p:nvSpPr>
        <p:spPr>
          <a:xfrm>
            <a:off x="201168" y="265862"/>
            <a:ext cx="7763256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Q5) The average height of a person is modeled as </a:t>
            </a:r>
            <a:r>
              <a:rPr lang="en-US" sz="16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normal random variable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with a </a:t>
            </a:r>
            <a:r>
              <a:rPr lang="en-US" sz="16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mean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of  179 cm and </a:t>
            </a:r>
            <a:r>
              <a:rPr lang="en-US" sz="16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std dev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of 10 cm. What is the probability that a random person selected height is </a:t>
            </a:r>
            <a:r>
              <a:rPr lang="en-US" sz="16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between 160 cm and  170 cm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? </a:t>
            </a:r>
          </a:p>
          <a:p>
            <a:endParaRPr lang="en-US" sz="16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r>
              <a:rPr lang="en-US" sz="16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Solution: 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Let X represent the height.</a:t>
            </a:r>
            <a:r>
              <a:rPr lang="en-US" sz="16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You have to find 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P(mean height </a:t>
            </a:r>
            <a:r>
              <a:rPr lang="en-US" sz="16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between 160 cm and  170 cm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)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= P( 160 &lt; X &lt; 170)</a:t>
            </a:r>
          </a:p>
          <a:p>
            <a:endParaRPr lang="en-US" sz="16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First, we convert normal RV to standard RV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x1 = 160 =&gt; z1 = -1.90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x2 = 170 =&gt; z2 = -0.90</a:t>
            </a:r>
          </a:p>
          <a:p>
            <a:endParaRPr lang="en-US" sz="16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endParaRPr lang="en-US" sz="16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endParaRPr lang="en-US" sz="16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endParaRPr lang="en-US" sz="16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endParaRPr lang="en-US" sz="16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We see from z-table:</a:t>
            </a:r>
          </a:p>
          <a:p>
            <a:r>
              <a:rPr lang="pl-PL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P(</a:t>
            </a:r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</a:t>
            </a:r>
            <a:r>
              <a:rPr lang="pl-PL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Z &lt; −</a:t>
            </a:r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1.9</a:t>
            </a:r>
            <a:r>
              <a:rPr lang="pl-PL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) </a:t>
            </a:r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</a:t>
            </a:r>
            <a:r>
              <a:rPr lang="pl-PL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= 0.</a:t>
            </a:r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0287</a:t>
            </a:r>
            <a:endParaRPr lang="pl-PL" sz="16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pl-PL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P( Z</a:t>
            </a:r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</a:t>
            </a:r>
            <a:r>
              <a:rPr lang="pl-PL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&lt;  </a:t>
            </a:r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-0.9</a:t>
            </a:r>
            <a:r>
              <a:rPr lang="pl-PL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) = 0.</a:t>
            </a:r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1841</a:t>
            </a:r>
          </a:p>
          <a:p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So , </a:t>
            </a:r>
          </a:p>
          <a:p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P(160 &lt; X &lt; 170)</a:t>
            </a:r>
          </a:p>
          <a:p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= P(-1.9 &lt; z &lt; -0.9 )</a:t>
            </a:r>
          </a:p>
          <a:p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= 0.1841−0.0287</a:t>
            </a:r>
          </a:p>
          <a:p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= 0.1554</a:t>
            </a:r>
          </a:p>
          <a:p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= 15.54% that a randomly chosen person height is between 160 cm and 170 cm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6710E4-3EA2-C9B3-45BD-D9555BFCDB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5124" y="2862072"/>
            <a:ext cx="3660876" cy="76799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380D44D-6E7A-CAF6-D720-3BA6920B13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68266" y="3127248"/>
            <a:ext cx="2860227" cy="329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674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016CC-4FE8-409C-0124-BD1B6B7BA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FC94C3E-253B-985E-8C5A-D55139585A11}"/>
              </a:ext>
            </a:extLst>
          </p:cNvPr>
          <p:cNvSpPr txBox="1"/>
          <p:nvPr/>
        </p:nvSpPr>
        <p:spPr>
          <a:xfrm>
            <a:off x="201168" y="265862"/>
            <a:ext cx="10597896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Q6) Suppose normal human body temperature follows a normal distribution with mean 98.6 deg Fahrenheit and standard deviation of 0.7 deg Fahrenheit</a:t>
            </a:r>
          </a:p>
          <a:p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What is the probability that a randomly chosen patient’s temperature is between 98°F and 99°F?</a:t>
            </a:r>
          </a:p>
          <a:p>
            <a:endParaRPr lang="en-US" sz="16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Solution: </a:t>
            </a:r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Let X represent the temperature.</a:t>
            </a:r>
            <a:endParaRPr lang="en-US" sz="16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You have to find </a:t>
            </a:r>
          </a:p>
          <a:p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P(temperature is between 98°F and 99°F )</a:t>
            </a:r>
          </a:p>
          <a:p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= P(98 &lt; X &lt; 99)</a:t>
            </a:r>
          </a:p>
          <a:p>
            <a:endParaRPr lang="en-US" sz="16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First, we convert normal RV to standard RV</a:t>
            </a:r>
          </a:p>
          <a:p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x1 = 98 =&gt; z1 = −0.86</a:t>
            </a:r>
          </a:p>
          <a:p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x2 = 99 =&gt; z2 = + 0.57</a:t>
            </a:r>
          </a:p>
          <a:p>
            <a:endParaRPr lang="en-US" sz="16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endParaRPr lang="en-US" sz="16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endParaRPr lang="en-US" sz="16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endParaRPr lang="en-US" sz="16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We see from z-table:</a:t>
            </a:r>
          </a:p>
          <a:p>
            <a:r>
              <a:rPr lang="pl-PL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P(</a:t>
            </a:r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</a:t>
            </a:r>
            <a:r>
              <a:rPr lang="pl-PL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Z &lt; −0.86) = 0.1949</a:t>
            </a:r>
          </a:p>
          <a:p>
            <a:r>
              <a:rPr lang="pl-PL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P( Z</a:t>
            </a:r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</a:t>
            </a:r>
            <a:r>
              <a:rPr lang="pl-PL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&lt;  0.57 ) = 0.7157</a:t>
            </a:r>
            <a:endParaRPr lang="en-US" sz="16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So , </a:t>
            </a:r>
          </a:p>
          <a:p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P(98 &lt; X &lt; 99)</a:t>
            </a:r>
          </a:p>
          <a:p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= P(-0.86 &lt; z &lt; +0.57 )</a:t>
            </a:r>
          </a:p>
          <a:p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= 0.7157−0.1949</a:t>
            </a:r>
          </a:p>
          <a:p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= 0.5208 </a:t>
            </a:r>
          </a:p>
          <a:p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= 52.08% that a randomly chosen patient’s temperature is between 98°F and 99°F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B0C48C-BDC9-D59D-0A0F-4F90AFC842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676" y="3397189"/>
            <a:ext cx="3660876" cy="7679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B2021D2-7704-037A-F8F9-DC0B1DAB9F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68266" y="3127248"/>
            <a:ext cx="2860227" cy="329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065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268</TotalTime>
  <Words>847</Words>
  <Application>Microsoft Office PowerPoint</Application>
  <PresentationFormat>Widescreen</PresentationFormat>
  <Paragraphs>136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Z – table: Application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66</cp:revision>
  <dcterms:created xsi:type="dcterms:W3CDTF">2025-09-22T02:44:38Z</dcterms:created>
  <dcterms:modified xsi:type="dcterms:W3CDTF">2025-09-28T14:22:56Z</dcterms:modified>
</cp:coreProperties>
</file>