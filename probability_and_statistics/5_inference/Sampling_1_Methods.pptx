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57" r:id="rId2"/>
    <p:sldId id="259" r:id="rId3"/>
    <p:sldId id="279" r:id="rId4"/>
    <p:sldId id="278" r:id="rId5"/>
    <p:sldId id="260" r:id="rId6"/>
    <p:sldId id="261" r:id="rId7"/>
    <p:sldId id="272" r:id="rId8"/>
    <p:sldId id="273" r:id="rId9"/>
    <p:sldId id="274" r:id="rId10"/>
    <p:sldId id="277" r:id="rId11"/>
    <p:sldId id="280" r:id="rId12"/>
    <p:sldId id="264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FF2E42-4550-4D4D-9D0B-722E7408EBE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85A575-DC47-4190-BDDA-CCD6695C2741}">
      <dgm:prSet phldrT="[Text]" phldr="0" custT="1"/>
      <dgm:spPr/>
      <dgm:t>
        <a:bodyPr/>
        <a:lstStyle/>
        <a:p>
          <a:r>
            <a:rPr lang="en-US" sz="3600" dirty="0">
              <a:solidFill>
                <a:schemeClr val="accent6">
                  <a:lumMod val="60000"/>
                  <a:lumOff val="40000"/>
                </a:schemeClr>
              </a:solidFill>
            </a:rPr>
            <a:t>Sampling Methods</a:t>
          </a:r>
        </a:p>
      </dgm:t>
    </dgm:pt>
    <dgm:pt modelId="{297D7C67-F790-4C9F-BA22-A99DDCBE5717}" type="parTrans" cxnId="{61FCB0FC-31E2-4362-A129-259247D1E487}">
      <dgm:prSet/>
      <dgm:spPr/>
      <dgm:t>
        <a:bodyPr/>
        <a:lstStyle/>
        <a:p>
          <a:endParaRPr lang="en-US"/>
        </a:p>
      </dgm:t>
    </dgm:pt>
    <dgm:pt modelId="{61ACFC3A-62C2-487F-8C5F-A3CA60C875A3}" type="sibTrans" cxnId="{61FCB0FC-31E2-4362-A129-259247D1E487}">
      <dgm:prSet/>
      <dgm:spPr/>
      <dgm:t>
        <a:bodyPr/>
        <a:lstStyle/>
        <a:p>
          <a:endParaRPr lang="en-US"/>
        </a:p>
      </dgm:t>
    </dgm:pt>
    <dgm:pt modelId="{9814B9DC-98FB-40E7-BEEA-2423F9F2DFC9}">
      <dgm:prSet phldrT="[Text]" custT="1"/>
      <dgm:spPr/>
      <dgm:t>
        <a:bodyPr/>
        <a:lstStyle/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Probability Sampling:</a:t>
          </a:r>
        </a:p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Every individual in the population has a </a:t>
          </a:r>
          <a:r>
            <a:rPr lang="en-US" sz="2000" b="1" dirty="0">
              <a:solidFill>
                <a:schemeClr val="accent6">
                  <a:lumMod val="60000"/>
                  <a:lumOff val="40000"/>
                </a:schemeClr>
              </a:solidFill>
            </a:rPr>
            <a:t>known, non-zero chance</a:t>
          </a:r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 of being selected - It helps avoid bias and supports statistical inference.</a:t>
          </a:r>
        </a:p>
      </dgm:t>
    </dgm:pt>
    <dgm:pt modelId="{BE3B7627-7AED-44B0-BD98-F7323AB9D96A}" type="parTrans" cxnId="{FC106CA0-45D5-4234-A92C-A641892B5CB7}">
      <dgm:prSet>
        <dgm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FA5FB2FD-B670-42FC-B492-96CEE77E32A6}" type="sibTrans" cxnId="{FC106CA0-45D5-4234-A92C-A641892B5CB7}">
      <dgm:prSet/>
      <dgm:spPr/>
      <dgm:t>
        <a:bodyPr/>
        <a:lstStyle/>
        <a:p>
          <a:endParaRPr lang="en-US"/>
        </a:p>
      </dgm:t>
    </dgm:pt>
    <dgm:pt modelId="{5A7AE08A-0388-47FE-983E-7E23C087F94F}">
      <dgm:prSet phldrT="[Text]" custT="1"/>
      <dgm:spPr/>
      <dgm:t>
        <a:bodyPr/>
        <a:lstStyle/>
        <a:p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Non-Probability Sampling:</a:t>
          </a:r>
        </a:p>
        <a:p>
          <a:r>
            <a:rPr lang="en-US" sz="2000" b="1" dirty="0">
              <a:solidFill>
                <a:schemeClr val="accent6">
                  <a:lumMod val="60000"/>
                  <a:lumOff val="40000"/>
                </a:schemeClr>
              </a:solidFill>
            </a:rPr>
            <a:t>Not everyone has a known or equal chance of being selected</a:t>
          </a:r>
          <a:r>
            <a:rPr lang="en-US" sz="2000" dirty="0">
              <a:solidFill>
                <a:schemeClr val="accent6">
                  <a:lumMod val="60000"/>
                  <a:lumOff val="40000"/>
                </a:schemeClr>
              </a:solidFill>
            </a:rPr>
            <a:t> — can lead to bias but often used when probability sampling isn’t possible.</a:t>
          </a:r>
        </a:p>
      </dgm:t>
    </dgm:pt>
    <dgm:pt modelId="{DB5766BB-15DE-4E7F-B470-87666D9FD1B4}" type="parTrans" cxnId="{48388A38-6153-4261-914A-CEC246D2EF0E}">
      <dgm:prSet>
        <dgm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43559371-EA0E-4832-B175-9E7B9CACAAD2}" type="sibTrans" cxnId="{48388A38-6153-4261-914A-CEC246D2EF0E}">
      <dgm:prSet/>
      <dgm:spPr/>
      <dgm:t>
        <a:bodyPr/>
        <a:lstStyle/>
        <a:p>
          <a:endParaRPr lang="en-US"/>
        </a:p>
      </dgm:t>
    </dgm:pt>
    <dgm:pt modelId="{767D9075-6FF1-47FA-BFE0-04BC2A3BF0F1}" type="pres">
      <dgm:prSet presAssocID="{89FF2E42-4550-4D4D-9D0B-722E7408EB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10BBFE-59A9-4D86-BA56-FCBA2C302155}" type="pres">
      <dgm:prSet presAssocID="{8685A575-DC47-4190-BDDA-CCD6695C2741}" presName="hierRoot1" presStyleCnt="0">
        <dgm:presLayoutVars>
          <dgm:hierBranch val="init"/>
        </dgm:presLayoutVars>
      </dgm:prSet>
      <dgm:spPr/>
    </dgm:pt>
    <dgm:pt modelId="{2B9D6BBA-8775-45AA-A21C-E2C02EB92AC4}" type="pres">
      <dgm:prSet presAssocID="{8685A575-DC47-4190-BDDA-CCD6695C2741}" presName="rootComposite1" presStyleCnt="0"/>
      <dgm:spPr/>
    </dgm:pt>
    <dgm:pt modelId="{22E53C53-0494-4774-8D90-F4B76E6085D6}" type="pres">
      <dgm:prSet presAssocID="{8685A575-DC47-4190-BDDA-CCD6695C2741}" presName="rootText1" presStyleLbl="node0" presStyleIdx="0" presStyleCnt="1" custScaleY="44253" custLinFactNeighborY="-34872">
        <dgm:presLayoutVars>
          <dgm:chPref val="3"/>
        </dgm:presLayoutVars>
      </dgm:prSet>
      <dgm:spPr/>
    </dgm:pt>
    <dgm:pt modelId="{7CC1105E-4D02-438E-9B3D-20B91A014B33}" type="pres">
      <dgm:prSet presAssocID="{8685A575-DC47-4190-BDDA-CCD6695C2741}" presName="rootConnector1" presStyleLbl="node1" presStyleIdx="0" presStyleCnt="0"/>
      <dgm:spPr/>
    </dgm:pt>
    <dgm:pt modelId="{DF04A740-408E-48CD-9532-EB90FF2059DF}" type="pres">
      <dgm:prSet presAssocID="{8685A575-DC47-4190-BDDA-CCD6695C2741}" presName="hierChild2" presStyleCnt="0"/>
      <dgm:spPr/>
    </dgm:pt>
    <dgm:pt modelId="{CB2CD597-F711-44B6-9F25-53B445781270}" type="pres">
      <dgm:prSet presAssocID="{BE3B7627-7AED-44B0-BD98-F7323AB9D96A}" presName="Name37" presStyleLbl="parChTrans1D2" presStyleIdx="0" presStyleCnt="2"/>
      <dgm:spPr/>
    </dgm:pt>
    <dgm:pt modelId="{FFE34126-A020-485C-8575-3F06ACDB9579}" type="pres">
      <dgm:prSet presAssocID="{9814B9DC-98FB-40E7-BEEA-2423F9F2DFC9}" presName="hierRoot2" presStyleCnt="0">
        <dgm:presLayoutVars>
          <dgm:hierBranch val="init"/>
        </dgm:presLayoutVars>
      </dgm:prSet>
      <dgm:spPr/>
    </dgm:pt>
    <dgm:pt modelId="{E8B5BC71-522E-4169-A840-B7F609CAEAFD}" type="pres">
      <dgm:prSet presAssocID="{9814B9DC-98FB-40E7-BEEA-2423F9F2DFC9}" presName="rootComposite" presStyleCnt="0"/>
      <dgm:spPr/>
    </dgm:pt>
    <dgm:pt modelId="{03702D6E-444A-4BCF-A11F-D12B26F62C9A}" type="pres">
      <dgm:prSet presAssocID="{9814B9DC-98FB-40E7-BEEA-2423F9F2DFC9}" presName="rootText" presStyleLbl="node2" presStyleIdx="0" presStyleCnt="2" custScaleY="86391" custLinFactNeighborY="-13980">
        <dgm:presLayoutVars>
          <dgm:chPref val="3"/>
        </dgm:presLayoutVars>
      </dgm:prSet>
      <dgm:spPr/>
    </dgm:pt>
    <dgm:pt modelId="{194F75D7-8396-4758-8EEC-2A4F43081358}" type="pres">
      <dgm:prSet presAssocID="{9814B9DC-98FB-40E7-BEEA-2423F9F2DFC9}" presName="rootConnector" presStyleLbl="node2" presStyleIdx="0" presStyleCnt="2"/>
      <dgm:spPr/>
    </dgm:pt>
    <dgm:pt modelId="{35FA7669-0746-4669-8C54-3BEEEFF01E2A}" type="pres">
      <dgm:prSet presAssocID="{9814B9DC-98FB-40E7-BEEA-2423F9F2DFC9}" presName="hierChild4" presStyleCnt="0"/>
      <dgm:spPr/>
    </dgm:pt>
    <dgm:pt modelId="{62B9B9C5-AE99-4C8D-82C3-BD9280E46238}" type="pres">
      <dgm:prSet presAssocID="{9814B9DC-98FB-40E7-BEEA-2423F9F2DFC9}" presName="hierChild5" presStyleCnt="0"/>
      <dgm:spPr/>
    </dgm:pt>
    <dgm:pt modelId="{17850C7E-A159-421D-A20D-2AE6280FD0A7}" type="pres">
      <dgm:prSet presAssocID="{DB5766BB-15DE-4E7F-B470-87666D9FD1B4}" presName="Name37" presStyleLbl="parChTrans1D2" presStyleIdx="1" presStyleCnt="2"/>
      <dgm:spPr/>
    </dgm:pt>
    <dgm:pt modelId="{111DB3BF-8386-4908-99FD-C5577C036C99}" type="pres">
      <dgm:prSet presAssocID="{5A7AE08A-0388-47FE-983E-7E23C087F94F}" presName="hierRoot2" presStyleCnt="0">
        <dgm:presLayoutVars>
          <dgm:hierBranch val="init"/>
        </dgm:presLayoutVars>
      </dgm:prSet>
      <dgm:spPr/>
    </dgm:pt>
    <dgm:pt modelId="{5E70570F-2028-447D-9AC7-A49744FF55AE}" type="pres">
      <dgm:prSet presAssocID="{5A7AE08A-0388-47FE-983E-7E23C087F94F}" presName="rootComposite" presStyleCnt="0"/>
      <dgm:spPr/>
    </dgm:pt>
    <dgm:pt modelId="{6D7310A7-263A-4208-9279-C6F56FCFBBC5}" type="pres">
      <dgm:prSet presAssocID="{5A7AE08A-0388-47FE-983E-7E23C087F94F}" presName="rootText" presStyleLbl="node2" presStyleIdx="1" presStyleCnt="2" custScaleY="97573" custLinFactNeighborX="53" custLinFactNeighborY="-15841">
        <dgm:presLayoutVars>
          <dgm:chPref val="3"/>
        </dgm:presLayoutVars>
      </dgm:prSet>
      <dgm:spPr/>
    </dgm:pt>
    <dgm:pt modelId="{446D8088-EAAD-411B-BC98-7DF3F34B6E86}" type="pres">
      <dgm:prSet presAssocID="{5A7AE08A-0388-47FE-983E-7E23C087F94F}" presName="rootConnector" presStyleLbl="node2" presStyleIdx="1" presStyleCnt="2"/>
      <dgm:spPr/>
    </dgm:pt>
    <dgm:pt modelId="{33130460-B190-4CB5-BB23-5DC0AB63E116}" type="pres">
      <dgm:prSet presAssocID="{5A7AE08A-0388-47FE-983E-7E23C087F94F}" presName="hierChild4" presStyleCnt="0"/>
      <dgm:spPr/>
    </dgm:pt>
    <dgm:pt modelId="{D1A5F497-E6D2-4B46-8D3F-432DE5A13374}" type="pres">
      <dgm:prSet presAssocID="{5A7AE08A-0388-47FE-983E-7E23C087F94F}" presName="hierChild5" presStyleCnt="0"/>
      <dgm:spPr/>
    </dgm:pt>
    <dgm:pt modelId="{84DB0D46-7C66-433C-8574-02441EA1F17A}" type="pres">
      <dgm:prSet presAssocID="{8685A575-DC47-4190-BDDA-CCD6695C2741}" presName="hierChild3" presStyleCnt="0"/>
      <dgm:spPr/>
    </dgm:pt>
  </dgm:ptLst>
  <dgm:cxnLst>
    <dgm:cxn modelId="{02A64714-14A9-4524-A33A-BA7B9F07401D}" type="presOf" srcId="{8685A575-DC47-4190-BDDA-CCD6695C2741}" destId="{7CC1105E-4D02-438E-9B3D-20B91A014B33}" srcOrd="1" destOrd="0" presId="urn:microsoft.com/office/officeart/2005/8/layout/orgChart1"/>
    <dgm:cxn modelId="{8E3B292B-8C75-4B2F-B88A-46D96D90016D}" type="presOf" srcId="{5A7AE08A-0388-47FE-983E-7E23C087F94F}" destId="{6D7310A7-263A-4208-9279-C6F56FCFBBC5}" srcOrd="0" destOrd="0" presId="urn:microsoft.com/office/officeart/2005/8/layout/orgChart1"/>
    <dgm:cxn modelId="{48388A38-6153-4261-914A-CEC246D2EF0E}" srcId="{8685A575-DC47-4190-BDDA-CCD6695C2741}" destId="{5A7AE08A-0388-47FE-983E-7E23C087F94F}" srcOrd="1" destOrd="0" parTransId="{DB5766BB-15DE-4E7F-B470-87666D9FD1B4}" sibTransId="{43559371-EA0E-4832-B175-9E7B9CACAAD2}"/>
    <dgm:cxn modelId="{ACCE5946-DAC5-47AC-BE62-03618112451E}" type="presOf" srcId="{89FF2E42-4550-4D4D-9D0B-722E7408EBE8}" destId="{767D9075-6FF1-47FA-BFE0-04BC2A3BF0F1}" srcOrd="0" destOrd="0" presId="urn:microsoft.com/office/officeart/2005/8/layout/orgChart1"/>
    <dgm:cxn modelId="{A71D0D68-1419-49C2-9B57-11942CF0A7A1}" type="presOf" srcId="{DB5766BB-15DE-4E7F-B470-87666D9FD1B4}" destId="{17850C7E-A159-421D-A20D-2AE6280FD0A7}" srcOrd="0" destOrd="0" presId="urn:microsoft.com/office/officeart/2005/8/layout/orgChart1"/>
    <dgm:cxn modelId="{1667D86A-3FDE-49F3-BD16-47444609B552}" type="presOf" srcId="{8685A575-DC47-4190-BDDA-CCD6695C2741}" destId="{22E53C53-0494-4774-8D90-F4B76E6085D6}" srcOrd="0" destOrd="0" presId="urn:microsoft.com/office/officeart/2005/8/layout/orgChart1"/>
    <dgm:cxn modelId="{9B3DC97B-1CEB-41A2-AA3B-ED0D087EF99E}" type="presOf" srcId="{9814B9DC-98FB-40E7-BEEA-2423F9F2DFC9}" destId="{194F75D7-8396-4758-8EEC-2A4F43081358}" srcOrd="1" destOrd="0" presId="urn:microsoft.com/office/officeart/2005/8/layout/orgChart1"/>
    <dgm:cxn modelId="{511F0D82-0C56-4D57-8EA0-30D13883B9E5}" type="presOf" srcId="{BE3B7627-7AED-44B0-BD98-F7323AB9D96A}" destId="{CB2CD597-F711-44B6-9F25-53B445781270}" srcOrd="0" destOrd="0" presId="urn:microsoft.com/office/officeart/2005/8/layout/orgChart1"/>
    <dgm:cxn modelId="{FC106CA0-45D5-4234-A92C-A641892B5CB7}" srcId="{8685A575-DC47-4190-BDDA-CCD6695C2741}" destId="{9814B9DC-98FB-40E7-BEEA-2423F9F2DFC9}" srcOrd="0" destOrd="0" parTransId="{BE3B7627-7AED-44B0-BD98-F7323AB9D96A}" sibTransId="{FA5FB2FD-B670-42FC-B492-96CEE77E32A6}"/>
    <dgm:cxn modelId="{906D7DAB-3DDB-426D-BB9F-657FE8FA2A01}" type="presOf" srcId="{9814B9DC-98FB-40E7-BEEA-2423F9F2DFC9}" destId="{03702D6E-444A-4BCF-A11F-D12B26F62C9A}" srcOrd="0" destOrd="0" presId="urn:microsoft.com/office/officeart/2005/8/layout/orgChart1"/>
    <dgm:cxn modelId="{61FCB0FC-31E2-4362-A129-259247D1E487}" srcId="{89FF2E42-4550-4D4D-9D0B-722E7408EBE8}" destId="{8685A575-DC47-4190-BDDA-CCD6695C2741}" srcOrd="0" destOrd="0" parTransId="{297D7C67-F790-4C9F-BA22-A99DDCBE5717}" sibTransId="{61ACFC3A-62C2-487F-8C5F-A3CA60C875A3}"/>
    <dgm:cxn modelId="{A5C134FF-FAF2-4C6C-AF2A-946D93039CA2}" type="presOf" srcId="{5A7AE08A-0388-47FE-983E-7E23C087F94F}" destId="{446D8088-EAAD-411B-BC98-7DF3F34B6E86}" srcOrd="1" destOrd="0" presId="urn:microsoft.com/office/officeart/2005/8/layout/orgChart1"/>
    <dgm:cxn modelId="{40F254C8-7EF1-4CDA-BFC1-15B5AE013729}" type="presParOf" srcId="{767D9075-6FF1-47FA-BFE0-04BC2A3BF0F1}" destId="{1610BBFE-59A9-4D86-BA56-FCBA2C302155}" srcOrd="0" destOrd="0" presId="urn:microsoft.com/office/officeart/2005/8/layout/orgChart1"/>
    <dgm:cxn modelId="{4321A6C7-E32B-4EE3-8A61-BAE1399D0A1F}" type="presParOf" srcId="{1610BBFE-59A9-4D86-BA56-FCBA2C302155}" destId="{2B9D6BBA-8775-45AA-A21C-E2C02EB92AC4}" srcOrd="0" destOrd="0" presId="urn:microsoft.com/office/officeart/2005/8/layout/orgChart1"/>
    <dgm:cxn modelId="{A987B799-3AAC-4155-BA1F-454357A17F06}" type="presParOf" srcId="{2B9D6BBA-8775-45AA-A21C-E2C02EB92AC4}" destId="{22E53C53-0494-4774-8D90-F4B76E6085D6}" srcOrd="0" destOrd="0" presId="urn:microsoft.com/office/officeart/2005/8/layout/orgChart1"/>
    <dgm:cxn modelId="{1ED219CE-99DE-4EC6-B703-899FAE585946}" type="presParOf" srcId="{2B9D6BBA-8775-45AA-A21C-E2C02EB92AC4}" destId="{7CC1105E-4D02-438E-9B3D-20B91A014B33}" srcOrd="1" destOrd="0" presId="urn:microsoft.com/office/officeart/2005/8/layout/orgChart1"/>
    <dgm:cxn modelId="{C361DD66-3F8B-435C-B0F1-595886B6B99F}" type="presParOf" srcId="{1610BBFE-59A9-4D86-BA56-FCBA2C302155}" destId="{DF04A740-408E-48CD-9532-EB90FF2059DF}" srcOrd="1" destOrd="0" presId="urn:microsoft.com/office/officeart/2005/8/layout/orgChart1"/>
    <dgm:cxn modelId="{6867F605-9065-4692-8FA0-E723C58B3B1E}" type="presParOf" srcId="{DF04A740-408E-48CD-9532-EB90FF2059DF}" destId="{CB2CD597-F711-44B6-9F25-53B445781270}" srcOrd="0" destOrd="0" presId="urn:microsoft.com/office/officeart/2005/8/layout/orgChart1"/>
    <dgm:cxn modelId="{A9CC6365-53E9-488D-9707-08471F02974C}" type="presParOf" srcId="{DF04A740-408E-48CD-9532-EB90FF2059DF}" destId="{FFE34126-A020-485C-8575-3F06ACDB9579}" srcOrd="1" destOrd="0" presId="urn:microsoft.com/office/officeart/2005/8/layout/orgChart1"/>
    <dgm:cxn modelId="{A75A5724-ABFE-463E-BFDC-94082D5CB788}" type="presParOf" srcId="{FFE34126-A020-485C-8575-3F06ACDB9579}" destId="{E8B5BC71-522E-4169-A840-B7F609CAEAFD}" srcOrd="0" destOrd="0" presId="urn:microsoft.com/office/officeart/2005/8/layout/orgChart1"/>
    <dgm:cxn modelId="{F33FE2E8-89FA-4438-B9E4-085327C7CA15}" type="presParOf" srcId="{E8B5BC71-522E-4169-A840-B7F609CAEAFD}" destId="{03702D6E-444A-4BCF-A11F-D12B26F62C9A}" srcOrd="0" destOrd="0" presId="urn:microsoft.com/office/officeart/2005/8/layout/orgChart1"/>
    <dgm:cxn modelId="{1CF97742-94F3-43FC-AD5E-0E31D08A91AC}" type="presParOf" srcId="{E8B5BC71-522E-4169-A840-B7F609CAEAFD}" destId="{194F75D7-8396-4758-8EEC-2A4F43081358}" srcOrd="1" destOrd="0" presId="urn:microsoft.com/office/officeart/2005/8/layout/orgChart1"/>
    <dgm:cxn modelId="{B0699FAC-491C-4CD5-AEFF-FCF921ECB2AE}" type="presParOf" srcId="{FFE34126-A020-485C-8575-3F06ACDB9579}" destId="{35FA7669-0746-4669-8C54-3BEEEFF01E2A}" srcOrd="1" destOrd="0" presId="urn:microsoft.com/office/officeart/2005/8/layout/orgChart1"/>
    <dgm:cxn modelId="{965B06FE-3E46-4448-8B30-B8E48BB77F0C}" type="presParOf" srcId="{FFE34126-A020-485C-8575-3F06ACDB9579}" destId="{62B9B9C5-AE99-4C8D-82C3-BD9280E46238}" srcOrd="2" destOrd="0" presId="urn:microsoft.com/office/officeart/2005/8/layout/orgChart1"/>
    <dgm:cxn modelId="{18782A7B-7702-41F6-A6CE-F3D030B542AA}" type="presParOf" srcId="{DF04A740-408E-48CD-9532-EB90FF2059DF}" destId="{17850C7E-A159-421D-A20D-2AE6280FD0A7}" srcOrd="2" destOrd="0" presId="urn:microsoft.com/office/officeart/2005/8/layout/orgChart1"/>
    <dgm:cxn modelId="{C0B3472B-4D9E-4FB4-B317-6C874E1AC8AC}" type="presParOf" srcId="{DF04A740-408E-48CD-9532-EB90FF2059DF}" destId="{111DB3BF-8386-4908-99FD-C5577C036C99}" srcOrd="3" destOrd="0" presId="urn:microsoft.com/office/officeart/2005/8/layout/orgChart1"/>
    <dgm:cxn modelId="{1770DDF2-7AF0-447B-A787-20BF7BD72DFD}" type="presParOf" srcId="{111DB3BF-8386-4908-99FD-C5577C036C99}" destId="{5E70570F-2028-447D-9AC7-A49744FF55AE}" srcOrd="0" destOrd="0" presId="urn:microsoft.com/office/officeart/2005/8/layout/orgChart1"/>
    <dgm:cxn modelId="{2DD6947A-6BB4-4133-8BC3-01BF942FC30B}" type="presParOf" srcId="{5E70570F-2028-447D-9AC7-A49744FF55AE}" destId="{6D7310A7-263A-4208-9279-C6F56FCFBBC5}" srcOrd="0" destOrd="0" presId="urn:microsoft.com/office/officeart/2005/8/layout/orgChart1"/>
    <dgm:cxn modelId="{07A97022-8E3C-49B4-B667-3E3CAFCDF7B9}" type="presParOf" srcId="{5E70570F-2028-447D-9AC7-A49744FF55AE}" destId="{446D8088-EAAD-411B-BC98-7DF3F34B6E86}" srcOrd="1" destOrd="0" presId="urn:microsoft.com/office/officeart/2005/8/layout/orgChart1"/>
    <dgm:cxn modelId="{15416ED5-5E38-43B2-B300-12B221260EBD}" type="presParOf" srcId="{111DB3BF-8386-4908-99FD-C5577C036C99}" destId="{33130460-B190-4CB5-BB23-5DC0AB63E116}" srcOrd="1" destOrd="0" presId="urn:microsoft.com/office/officeart/2005/8/layout/orgChart1"/>
    <dgm:cxn modelId="{CD22CABA-7E7A-4164-B569-2A8A2DA821B8}" type="presParOf" srcId="{111DB3BF-8386-4908-99FD-C5577C036C99}" destId="{D1A5F497-E6D2-4B46-8D3F-432DE5A13374}" srcOrd="2" destOrd="0" presId="urn:microsoft.com/office/officeart/2005/8/layout/orgChart1"/>
    <dgm:cxn modelId="{59ADB9D7-2A52-4569-B03A-3E3782346482}" type="presParOf" srcId="{1610BBFE-59A9-4D86-BA56-FCBA2C302155}" destId="{84DB0D46-7C66-433C-8574-02441EA1F1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50C7E-A159-421D-A20D-2AE6280FD0A7}">
      <dsp:nvSpPr>
        <dsp:cNvPr id="0" name=""/>
        <dsp:cNvSpPr/>
      </dsp:nvSpPr>
      <dsp:spPr>
        <a:xfrm>
          <a:off x="4339336" y="868488"/>
          <a:ext cx="2376770" cy="8505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456"/>
              </a:lnTo>
              <a:lnTo>
                <a:pt x="2376770" y="438456"/>
              </a:lnTo>
              <a:lnTo>
                <a:pt x="2376770" y="850592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dsp:style>
    </dsp:sp>
    <dsp:sp modelId="{CB2CD597-F711-44B6-9F25-53B445781270}">
      <dsp:nvSpPr>
        <dsp:cNvPr id="0" name=""/>
        <dsp:cNvSpPr/>
      </dsp:nvSpPr>
      <dsp:spPr>
        <a:xfrm>
          <a:off x="1964646" y="868488"/>
          <a:ext cx="2374689" cy="887116"/>
        </a:xfrm>
        <a:custGeom>
          <a:avLst/>
          <a:gdLst/>
          <a:ahLst/>
          <a:cxnLst/>
          <a:rect l="0" t="0" r="0" b="0"/>
          <a:pathLst>
            <a:path>
              <a:moveTo>
                <a:pt x="2374689" y="0"/>
              </a:moveTo>
              <a:lnTo>
                <a:pt x="2374689" y="474979"/>
              </a:lnTo>
              <a:lnTo>
                <a:pt x="0" y="474979"/>
              </a:lnTo>
              <a:lnTo>
                <a:pt x="0" y="887116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3">
          <a:schemeClr val="accent2"/>
        </a:lnRef>
        <a:fillRef idx="0">
          <a:schemeClr val="accent2"/>
        </a:fillRef>
        <a:effectRef idx="2">
          <a:schemeClr val="accent2"/>
        </a:effectRef>
        <a:fontRef idx="minor">
          <a:schemeClr val="tx1"/>
        </a:fontRef>
      </dsp:style>
    </dsp:sp>
    <dsp:sp modelId="{22E53C53-0494-4774-8D90-F4B76E6085D6}">
      <dsp:nvSpPr>
        <dsp:cNvPr id="0" name=""/>
        <dsp:cNvSpPr/>
      </dsp:nvSpPr>
      <dsp:spPr>
        <a:xfrm>
          <a:off x="2376782" y="0"/>
          <a:ext cx="3925107" cy="8684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Sampling Methods</a:t>
          </a:r>
        </a:p>
      </dsp:txBody>
      <dsp:txXfrm>
        <a:off x="2376782" y="0"/>
        <a:ext cx="3925107" cy="868488"/>
      </dsp:txXfrm>
    </dsp:sp>
    <dsp:sp modelId="{03702D6E-444A-4BCF-A11F-D12B26F62C9A}">
      <dsp:nvSpPr>
        <dsp:cNvPr id="0" name=""/>
        <dsp:cNvSpPr/>
      </dsp:nvSpPr>
      <dsp:spPr>
        <a:xfrm>
          <a:off x="2092" y="1755604"/>
          <a:ext cx="3925107" cy="16954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Probability Sampling: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Every individual in the population has a </a:t>
          </a:r>
          <a:r>
            <a:rPr lang="en-US" sz="2000" b="1" kern="1200" dirty="0">
              <a:solidFill>
                <a:schemeClr val="accent6">
                  <a:lumMod val="60000"/>
                  <a:lumOff val="40000"/>
                </a:schemeClr>
              </a:solidFill>
            </a:rPr>
            <a:t>known, non-zero chance</a:t>
          </a: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 of being selected - It helps avoid bias and supports statistical inference.</a:t>
          </a:r>
        </a:p>
      </dsp:txBody>
      <dsp:txXfrm>
        <a:off x="2092" y="1755604"/>
        <a:ext cx="3925107" cy="1695469"/>
      </dsp:txXfrm>
    </dsp:sp>
    <dsp:sp modelId="{6D7310A7-263A-4208-9279-C6F56FCFBBC5}">
      <dsp:nvSpPr>
        <dsp:cNvPr id="0" name=""/>
        <dsp:cNvSpPr/>
      </dsp:nvSpPr>
      <dsp:spPr>
        <a:xfrm>
          <a:off x="4753552" y="1719081"/>
          <a:ext cx="3925107" cy="19149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Non-Probability Sampling: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6">
                  <a:lumMod val="60000"/>
                  <a:lumOff val="40000"/>
                </a:schemeClr>
              </a:solidFill>
            </a:rPr>
            <a:t>Not everyone has a known or equal chance of being selected</a:t>
          </a:r>
          <a:r>
            <a:rPr lang="en-US" sz="2000" kern="1200" dirty="0">
              <a:solidFill>
                <a:schemeClr val="accent6">
                  <a:lumMod val="60000"/>
                  <a:lumOff val="40000"/>
                </a:schemeClr>
              </a:solidFill>
            </a:rPr>
            <a:t> — can lead to bias but often used when probability sampling isn’t possible.</a:t>
          </a:r>
        </a:p>
      </dsp:txBody>
      <dsp:txXfrm>
        <a:off x="4753552" y="1719081"/>
        <a:ext cx="3925107" cy="19149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11.1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3379 152 3916 0 0,'0'0'-74'0'0,"8"0"48"0"0,33-2 1226 0 0,-75-25-914 0 0,3 10-214 0 0,0 2 0 0 0,-1 0-1 0 0,-1 3 1 0 0,0 0-1 0 0,-1 3 1 0 0,0 0 0 0 0,-41-4-1 0 0,-31 2-48 0 0,-130 2-1 0 0,-107 20 42 0 0,249-6-58 0 0,-174 24 31 0 0,17-1 8 0 0,198-23-47 0 0,1 2 1 0 0,-1 3 0 0 0,-72 23-1 0 0,-150 65-10 0 0,244-86 12 0 0,-101 43 45 0 0,-133 75 1 0 0,-92 65-65 0 0,314-167 17 0 0,1 1 1 0 0,2 3-1 0 0,1 0 0 0 0,1 3 1 0 0,-32 39-1 0 0,48-49-2 0 0,1 2 0 0 0,1-1-1 0 0,1 2 1 0 0,2 1 0 0 0,1 0 0 0 0,1 1 0 0 0,-13 38 0 0 0,23-51 9 0 0,1 1 1 0 0,0-1 0 0 0,1 1 0 0 0,1 0 0 0 0,1 0 0 0 0,0 0 0 0 0,3 22 0 0 0,23 128 29 0 0,-1-12-2 0 0,-19-73-10 0 0,-3-37-18 0 0,1 0 1 0 0,2 0-1 0 0,3 0 1 0 0,13 48-1 0 0,-7-47 13 0 0,3 0 0 0 0,1-1 0 0 0,2-1 1 0 0,2-1-1 0 0,2-1 0 0 0,42 57 0 0 0,153 136 83 0 0,-102-116-36 0 0,-64-67-59 0 0,115 91 0 0 0,-121-105 14 0 0,64 68 1 0 0,-10-8 3 0 0,-90-88-18 0 0,51 43 16 0 0,-2 3 1 0 0,83 104-1 0 0,-97-100 18 0 0,102 104 1 0 0,-119-138-29 0 0,1-1 0 0 0,2-1-1 0 0,0-2 1 0 0,2-1 0 0 0,53 25 0 0 0,-24-19-3 0 0,2-4-1 0 0,1-2 0 0 0,1-3 1 0 0,0-3-1 0 0,74 7 0 0 0,-8-10 15 0 0,226-7 0 0 0,472-74-45 0 0,-319-23 12 0 0,-442 77 8 0 0,3-1 25 0 0,214-49-56 0 0,-214 44 116 0 0,130-54 0 0 0,-178 61-35 0 0,0-1 0 0 0,0 0-1 0 0,-1-2 1 0 0,-1-1-1 0 0,-1-1 1 0 0,-1-1 0 0 0,0-1-1 0 0,-1-1 1 0 0,27-37-1 0 0,4-16 349 0 0,70-139-1 0 0,14-21-84 0 0,-75 153-315 0 0,70-72-1 0 0,0 2 0 0 0,-112 129-4 0 0,1 2-1 0 0,1 0 1 0 0,1 1-1 0 0,1 1 0 0 0,0 1 1 0 0,44-25-1 0 0,-3 9-29 0 0,97-35 0 0 0,-128 55 43 0 0,260-112-33 0 0,-256 106 82 0 0,0-1 0 0 0,-1-2 0 0 0,-1-1 0 0 0,-1-2 0 0 0,48-48 0 0 0,-55 46 103 0 0,-2-2 0 0 0,-1 0 0 0 0,-2-1 0 0 0,0-2 0 0 0,-2 0-1 0 0,-2-1 1 0 0,-1 0 0 0 0,13-40 0 0 0,-21 48-36 0 0,-2 0 0 0 0,0 0 0 0 0,-1-1-1 0 0,-2 0 1 0 0,0 0 0 0 0,-2 0 0 0 0,-1 0-1 0 0,-1 0 1 0 0,-1 0 0 0 0,-1 0 0 0 0,-2 0 0 0 0,0 1-1 0 0,-11-31 1 0 0,3 22-85 0 0,-1 1 0 0 0,-1 1 0 0 0,-2 0 0 0 0,-1 2 0 0 0,-2 0 0 0 0,-23-28 0 0 0,-153-154-116 0 0,168 188 27 0 0,-1 2 1 0 0,-1 1-1 0 0,-2 1 0 0 0,1 1 1 0 0,-2 2-1 0 0,-44-16 0 0 0,-93-31-126 0 0,-2 6 0 0 0,-355-67-1 0 0,393 107 133 0 0,-142 0 0 0 0,22 2 38 0 0,42-12 6 0 0,-79-6 2 0 0,87 13-29 0 0,33 3 39 0 0,-106-24 27 0 0,79-5 312 0 0,146 33-167 0 0,50 13-199 0 0,-5 0 431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51.4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0 5128 0 0,'0'0'-364'0'0,"-3"11"-728"0"0,2-5 1086 0 0,1 0 1 0 0,-1 0-1 0 0,1 0 1 0 0,0 0-1 0 0,0 0 0 0 0,1 1 1 0 0,0-1-1 0 0,0 0 1 0 0,0 0-1 0 0,3 6 1 0 0,-1 0 8 0 0,1-1 0 0 0,0 1 0 0 0,0-1 0 0 0,1-1 0 0 0,1 1 0 0 0,0-1 0 0 0,0 1 0 0 0,1-2 0 0 0,1 1 0 0 0,-1-1 0 0 0,10 8 0 0 0,-5-7 12 0 0,0-1 0 0 0,0 0 0 0 0,1-1 0 0 0,0 0 0 0 0,1-1 0 0 0,0-1 0 0 0,0 0 0 0 0,22 5 0 0 0,202 39 93 0 0,-52-15-100 0 0,117 49 2 0 0,-212-53-27 0 0,110 54 0 0 0,-170-70 18 0 0,19 11 20 0 0,1-3 0 0 0,106 32 0 0 0,-78-39 31 0 0,-44-9-64 0 0,-1 0 0 0 0,37 14 0 0 0,-41-12 32 0 0,1-1 0 0 0,0-2 0 0 0,0-1 0 0 0,0-1 0 0 0,1-2 0 0 0,43-3 1 0 0,-27 2 97 0 0,63 7 0 0 0,-20-11-41 0 0,305-22 447 0 0,43-21-344 0 0,-331 34-164 0 0,-34-1 37 0 0,-1-2-1 0 0,0-4 1 0 0,69-27-1 0 0,-65 20-34 0 0,-10 6 8 0 0,1 2 0 0 0,103-13 0 0 0,-2 12-6 0 0,-167 18-18 0 0,3 0-11 0 0,1 0 0 0 0,0 1 0 0 0,-1-1 0 0 0,1 1-1 0 0,0 1 1 0 0,10 0 0 0 0,-2 0-4 0 0,227 9-32 0 0,-137-7-12 0 0,-102-3 61 0 0,26-3 18 0 0,8-2 20 0 0,77-11 2 0 0,-99 14-5 0 0,0-2 0 0 0,0 0 0 0 0,-1 0 0 0 0,1-1 0 0 0,19-11 0 0 0,23-5 270 0 0,-15 7-224 0 0,288-109 25 0 0,-276 107-126 0 0,1 2 0 0 0,70-8-1 0 0,113-1 13 0 0,-187 19 2 0 0,38-4 293 0 0,-85 8-231 0 0,22-2 102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29:53.6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39 144 3168 0 0,'-3'-33'4814'0'0,"3"33"-4795"0"0,-5 21-540 0 0,2-9 497 0 0,-7 36-1 0 0,3 0 0 0 0,1 1 0 0 0,2 0 0 0 0,4 56 0 0 0,11 83 89 0 0,-10-172 510 0 0,0-24 760 0 0,0-31-541 0 0,-4-128-289 0 0,3 123-417 0 0,4-198 289 0 0,-2 175 215 0 0,-3 64-522 0 0,1 1-99 0 0,0 1 6 0 0,0 1 0 0 0,0 0 0 0 0,0 0 0 0 0,0-1 0 0 0,-1 1 0 0 0,1 0 0 0 0,0 0 0 0 0,0-1 0 0 0,0 1 0 0 0,0 0 0 0 0,0 0 0 0 0,0-1 0 0 0,0 1 0 0 0,0 0 0 0 0,0 0 0 0 0,0-1 0 0 0,0 1 0 0 0,0 0 0 0 0,0-1 0 0 0,0 1 0 0 0,0 0 0 0 0,0 0 0 0 0,0-1 0 0 0,0 1 0 0 0,0 0 0 0 0,0-1 0 0 0,0 1 0 0 0,0 0 0 0 0,1 0 0 0 0,-1-1 0 0 0,0 1 0 0 0,0 0 0 0 0,0 0 0 0 0,0 0 0 0 0,1-1 0 0 0,-1 1 0 0 0,0 0 0 0 0,0 0 0 0 0,0 0 1 0 0,1 0-1 0 0,-1-1 0 0 0,0 1 0 0 0,0 0 0 0 0,1 0 0 0 0,48 58-172 0 0,89 83 0 0 0,-114-118 191 0 0,34 29 0 0 0,99 66 1 0 0,-65-52 66 0 0,-50-36 1969 0 0,-41-31-1981 0 0,0-1 0 0 0,0 1 0 0 0,0 0-1 0 0,0 0 1 0 0,0 0 0 0 0,0 0 0 0 0,0-1 0 0 0,0 1-1 0 0,-1 0 1 0 0,1-1 0 0 0,0 1 0 0 0,-1-1 0 0 0,1 1-1 0 0,-1-1 1 0 0,1 1 0 0 0,-1-1 0 0 0,0 1 0 0 0,0-1-1 0 0,0 1 1 0 0,0-1 0 0 0,0 1 0 0 0,0-1 0 0 0,0-1-1 0 0,-7-45 160 0 0,4 34-79 0 0,-25-220 210 0 0,12 91-78 0 0,7 78-667 0 0,9 63 351 0 0,-2-9-517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29:55.0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678 93 5597 0 0,'0'0'-212'0'0,"17"0"1497"0"0,-17-1-1266 0 0,0 0 1 0 0,0-1-1 0 0,0 1 0 0 0,0 0 1 0 0,0 0-1 0 0,0-1 0 0 0,0 1 1 0 0,-1 0-1 0 0,1-1 0 0 0,-1 1 1 0 0,1 0-1 0 0,-1 0 0 0 0,1-1 1 0 0,-1 1-1 0 0,0 0 0 0 0,1 0 1 0 0,-1 0-1 0 0,0 0 0 0 0,0 0 1 0 0,0 0-1 0 0,0 0 0 0 0,-1-1 1 0 0,-35-22 194 0 0,-44-5-68 0 0,61 25-151 0 0,0 1 0 0 0,-1 0 1 0 0,1 2-1 0 0,0 0 0 0 0,-1 2 0 0 0,1 0 1 0 0,0 1-1 0 0,-1 1 0 0 0,1 1 1 0 0,1 0-1 0 0,-1 2 0 0 0,1 0 0 0 0,-26 13 1 0 0,31-12-40 0 0,2 0 0 0 0,-1 1 0 0 0,1 1 0 0 0,-21 18 0 0 0,32-26 40 0 0,1 0-1 0 0,-1-1 1 0 0,1 1 0 0 0,0 0 0 0 0,-1 0 0 0 0,1 0 0 0 0,0 0 0 0 0,-1-1 0 0 0,1 1 0 0 0,0 0 0 0 0,0 0-1 0 0,0 0 1 0 0,0 0 0 0 0,0 0 0 0 0,0 0 0 0 0,0 0 0 0 0,0 0 0 0 0,0-1 0 0 0,0 1 0 0 0,0 0 0 0 0,1 0-1 0 0,-1 0 1 0 0,0 0 0 0 0,1 0 0 0 0,-1-1 0 0 0,0 1 0 0 0,1 0 0 0 0,-1 0 0 0 0,1-1 0 0 0,0 1 0 0 0,-1 0-1 0 0,1 0 1 0 0,-1-1 0 0 0,1 1 0 0 0,0-1 0 0 0,0 1 0 0 0,-1-1 0 0 0,2 1 0 0 0,28 21-33 0 0,177 69-10 0 0,-125-57 23 0 0,-1 2-1 0 0,81 52 1 0 0,-148-80 6 0 0,-11-7 15 0 0,-1 0 1 0 0,0 0 0 0 0,0 0-1 0 0,0 0 1 0 0,0 1-1 0 0,0-1 1 0 0,0 0 0 0 0,0 1-1 0 0,0 0 1 0 0,0-1-1 0 0,-1 1 1 0 0,1 0 0 0 0,-1 0-1 0 0,1 0 1 0 0,1 4-1 0 0,-2-4 25 0 0,-5 0 8 0 0,-8 6 14 0 0,0-2 1 0 0,0 1 0 0 0,-1-2 0 0 0,0 1-1 0 0,-1-2 1 0 0,1 0 0 0 0,-1 0-1 0 0,1-1 1 0 0,-21 1 0 0 0,-133 4 341 0 0,157-8-380 0 0,-203-8 616 0 0,189 6-663 0 0,1-2-1 0 0,0 0 0 0 0,0-2 0 0 0,0 0 1 0 0,0-1-1 0 0,-40-21 0 0 0,59 26-381 0 0,0-1-1 0 0,0 0 1 0 0,0 0 0 0 0,0-1 0 0 0,1 1-1 0 0,-1-1 1 0 0,1 1 0 0 0,-3-6-1 0 0,-2-3-1946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3.9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 46 5529 0 0,'-1'-1'99'0'0,"0"1"1"0"0,0-1-1 0 0,0 1 1 0 0,0 0 0 0 0,0-1-1 0 0,0 1 1 0 0,-1 0 0 0 0,1 0-1 0 0,0 0 1 0 0,0-1 0 0 0,0 1-1 0 0,0 0 1 0 0,0 1 0 0 0,0-1-1 0 0,-1 0 1 0 0,1 0-1 0 0,0 0 1 0 0,0 1 0 0 0,0-1-1 0 0,0 0 1 0 0,0 1 0 0 0,0-1-1 0 0,-1 2 1 0 0,6 24 1577 0 0,2-6-2249 0 0,14 36 540 0 0,1 0 0 0 0,4-1 0 0 0,33 57 0 0 0,7 13 56 0 0,-32-69 179 0 0,-32-55 28 0 0,0-2-138 0 0,1-1 1 0 0,-1 0 0 0 0,0 0-1 0 0,1 1 1 0 0,-1-1 0 0 0,0 0-1 0 0,0 0 1 0 0,0-1-1 0 0,0 1 1 0 0,-1 0 0 0 0,1 0-1 0 0,-1 0 1 0 0,1 0-1 0 0,-1-4 1 0 0,14-61 77 0 0,-4 22-9 0 0,31-133 194 0 0,-33 124-1756 0 0,13 73 1260 0 0,44 65-207 0 0,-11-12 230 0 0,69 68 64 0 0,-99-113 128 0 0,-23-26-23 0 0,-1-1-18 0 0,1 1 0 0 0,-1-1 0 0 0,0 0 0 0 0,0 0 0 0 0,0 1 0 0 0,0-1 0 0 0,1 0 0 0 0,-1 1 0 0 0,0-1 0 0 0,0 0 0 0 0,0 0 0 0 0,1 0 0 0 0,-1 1 0 0 0,0-1 0 0 0,0 0 0 0 0,1 0 0 0 0,-1 0 0 0 0,0 1 0 0 0,1-1 0 0 0,-1 0 0 0 0,0 0 0 0 0,1 0 0 0 0,-1 0 0 0 0,0 0 0 0 0,0 0 0 0 0,1 0 0 0 0,-1 0 0 0 0,0 0 0 0 0,1 0 0 0 0,-1 0 0 0 0,0 0 0 0 0,1 0 0 0 0,-1 0 0 0 0,0 0 0 0 0,1 0 0 0 0,-1 0 0 0 0,0 0 0 0 0,1 0 0 0 0,-1-1 0 0 0,11-15 96 0 0,0 0 0 0 0,-2-2 1 0 0,0 1-1 0 0,-1-1 0 0 0,0 0 1 0 0,-2-1-1 0 0,7-27 0 0 0,6-14 1 0 0,13-25 31 0 0,26-81 42 0 0,-42 121-2041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4.9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7221 0 0,'1'-3'37'0'0,"0"-1"1"0"0,0 1-1 0 0,-1 0 1 0 0,1-1 0 0 0,-1 1-1 0 0,0-1 1 0 0,0 1-1 0 0,0-1 1 0 0,-1-4-1 0 0,0-12 948 0 0,3 15-635 0 0,1 10-162 0 0,9 25-142 0 0,10 42-176 0 0,82 301 266 0 0,-104-372-129 0 0,8-38-7329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5.5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3 5821 0 0,'0'0'-280'0'0,"-11"-1"-571"0"0,8 0 912 0 0,13 1 308 0 0,660 54-214 0 0,-537-40 1062 0 0,-131-13-1127 0 0,13-3-346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6.14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 0 4404 0 0,'-20'9'-401'0'0,"19"-8"356"0"0,-12 4-74 0 0,9 1 1398 0 0,89 2-1125 0 0,99-2 0 0 0,-123-2-90 0 0,-59-3 1 0 0,2-1-42 0 0,10 0-4 0 0,-10 0-30 0 0,11-7-3191 0 0,-8 1 2674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06.5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3172 0 0,'0'3'522'0'0,"11"-1"-186"0"0,39 0-53 0 0,59-4-106 0 0,158 0 548 0 0,-254 3-690 0 0,-12 0-157 0 0,1-1 0 0 0,-1 1 0 0 0,0-1 0 0 0,1 0 1 0 0,-1 0-1 0 0,0 0 0 0 0,1 1 0 0 0,-1-1 0 0 0,0 0 1 0 0,1-1-1 0 0,-1 1 0 0 0,0 0 0 0 0,1 0 0 0 0,-1-1 0 0 0,0 1 1 0 0,0 0-1 0 0,3-2 0 0 0,0-8-1079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54.90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1 3148 0 0,'0'0'-153'0'0,"-17"14"-500"0"0,12 8 653 0 0,0 0-1 0 0,2 0 1 0 0,0 0-1 0 0,2 0 1 0 0,0 1-1 0 0,2-1 1 0 0,0 0-1 0 0,2 0 1 0 0,0 0-1 0 0,2 0 1 0 0,0 0-1 0 0,1 0 1 0 0,1-1-1 0 0,2 0 1 0 0,0-1-1 0 0,0 0 1 0 0,2 0-1 0 0,16 21 1 0 0,-16-29 25 0 0,0 1 0 0 0,1-2 0 0 0,1 1 0 0 0,0-2 0 0 0,0 0 0 0 0,1 0 0 0 0,1-1-1 0 0,23 10 1 0 0,19 6 106 0 0,60 17 0 0 0,-13-5-28 0 0,-82-29-79 0 0,0 2 1 0 0,-1 1-1 0 0,0 0 0 0 0,20 16 0 0 0,-31-19-19 0 0,0 0 0 0 0,0 1-1 0 0,-1 1 1 0 0,0-1 0 0 0,-1 1-1 0 0,0 1 1 0 0,-1 0 0 0 0,0 0 0 0 0,5 12-1 0 0,3 8 8 0 0,2-1-1 0 0,0 0 1 0 0,2-1-1 0 0,1-2 0 0 0,2 0 1 0 0,0-1-1 0 0,31 27 1 0 0,-5-12 13 0 0,1-2 1 0 0,3-3 0 0 0,0-2 0 0 0,3-2 0 0 0,111 48-1 0 0,334 116 18 0 0,-290-116-54 0 0,-101-42 17 0 0,64 26 98 0 0,-142-50-1220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0:57.0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2457 65 3016 0 0,'2'-1'133'0'0,"-1"0"-1"0"0,0 1 1 0 0,0-1 0 0 0,0 0-1 0 0,0 0 1 0 0,0 0 0 0 0,0-1-1 0 0,0 1 1 0 0,0 0-1 0 0,0 0 1 0 0,0 0 0 0 0,-1-1-1 0 0,1 1 1 0 0,0 0-1 0 0,-1-1 1 0 0,1 1 0 0 0,-1-2-1 0 0,-14-4-72 0 0,0 1 0 0 0,-1 0 0 0 0,0 1 0 0 0,0 1 0 0 0,0 0 0 0 0,-22-2 0 0 0,21 4-65 0 0,0 1 0 0 0,-1 0 0 0 0,1 1 0 0 0,-1 0-1 0 0,-31 7 1 0 0,26-4 9 0 0,-42 4-7 0 0,1 3 0 0 0,0 2 0 0 0,0 4 1 0 0,-112 43-1 0 0,83-23 15 0 0,50-20-32 0 0,-63 32 1 0 0,-28 31-88 0 0,-51 28 139 0 0,-195 119 71 0 0,361-215-98 0 0,-8 4 19 0 0,-29 23 5 0 0,53-37-21 0 0,-34 15 65 0 0,-282 94 424 0 0,269-96-357 0 0,0-3-1 0 0,-1-2 0 0 0,-53 2 1 0 0,41-5-64 0 0,60-5-68 0 0,-6 1-66 0 0,0-1-1 0 0,0 0 0 0 0,0-1 0 0 0,0 1 0 0 0,-15-2 1 0 0,38-15-2153 0 0,0 6-431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31:00.2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45 6077 0 0,'0'0'-268'0'0,"-17"-37"1007"0"0,16 35-700 0 0,-5-2-27 0 0,5 2-16 0 0,-2 3-61 0 0,1 0 62 0 0,0 0 0 0 0,-1-1-1 0 0,1 2 1 0 0,0-1 0 0 0,-1 0 0 0 0,1 0 0 0 0,0 1-1 0 0,0-1 1 0 0,0 1 0 0 0,0 0 0 0 0,0-1 0 0 0,1 1-1 0 0,-1 0 1 0 0,-2 4 0 0 0,-27 39-64 0 0,24-34 55 0 0,-8 14-8 0 0,1 2 1 0 0,2 0 0 0 0,0 0 0 0 0,2 1-1 0 0,1 0 1 0 0,1 1 0 0 0,-6 48 0 0 0,12-33-83 0 0,2-43 103 0 0,0 1 9 0 0,0 7-3 0 0,11-32 173 0 0,-1-1 0 0 0,9-31 0 0 0,42-173-290 0 0,-61 226 66 0 0,28 150-333 0 0,-1-31 512 0 0,-27-115-120 0 0,-11-37-4483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26.9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2659 98 6673 0 0,'15'-12'561'0'0,"-17"9"-474"0"0,0 1 1 0 0,-1-1-1 0 0,1 0 0 0 0,-1 1 0 0 0,0 0 1 0 0,0-1-1 0 0,0 1 0 0 0,0 0 1 0 0,-1 0-1 0 0,1 1 0 0 0,-1-1 1 0 0,0 1-1 0 0,1-1 0 0 0,-1 1 0 0 0,-7-1 1 0 0,-8-3 61 0 0,-34-4 0 0 0,-44-6-33 0 0,-67-6 97 0 0,93 19-213 0 0,-1 2-1 0 0,-89 11 0 0 0,-70 18-34 0 0,149-17 52 0 0,26-5-6 0 0,-142 18-27 0 0,147-20 16 0 0,-53 13 1 0 0,52-7-10 0 0,-174 32-13 0 0,165-30-13 0 0,-112 37-1 0 0,161-46 36 0 0,-22 8-22 0 0,2 2-1 0 0,0 0 1 0 0,-50 30-1 0 0,40-15 9 0 0,3 2 0 0 0,1 1 1 0 0,1 2-1 0 0,-44 52 0 0 0,50-50-29 0 0,-33 48 0 0 0,-21 63-101 0 0,78-130 117 0 0,-4 5-58 0 0,-12 42-1 0 0,3-4 4 0 0,14-43 61 0 0,-7 38 0 0 0,7-29 3 0 0,0 15-15 0 0,1 0 0 0 0,2 61 1 0 0,0 2 10 0 0,2-46 12 0 0,1-34-8 0 0,-2 0 0 0 0,-5 31 0 0 0,2-25 19 0 0,3 0-1 0 0,0 40 1 0 0,2-52 1 0 0,-6 132 7 0 0,-2 104 6 0 0,8-196 35 0 0,17 111 0 0 0,-11-132-31 0 0,3 1 1 0 0,1-1 0 0 0,2 0 0 0 0,2-1-1 0 0,2-1 1 0 0,21 37 0 0 0,7 1-20 0 0,-12-16-1 0 0,60 76 0 0 0,59 66-40 0 0,-133-172 29 0 0,0 1 1 0 0,-2 1-1 0 0,-2 0 1 0 0,-1 0-1 0 0,-2 1 0 0 0,0 1 1 0 0,-3 0-1 0 0,5 34 0 0 0,-1 97-16 0 0,13-53-1 0 0,-24-97 31 0 0,1-1 0 0 0,1 0 0 0 0,1 0 0 0 0,0 0 0 0 0,0 0 0 0 0,2 0 0 0 0,9 15-1 0 0,0 1 11 0 0,-13-22-12 0 0,-1-1 0 0 0,2 0-1 0 0,-1-1 1 0 0,0 2-1 0 0,1-1 1 0 0,4 3-1 0 0,63 74 79 0 0,-45-55-64 0 0,-15-16-1 0 0,-1 1-1 0 0,1-2 1 0 0,2 1-1 0 0,-1-1 1 0 0,17 10-1 0 0,53 34 22 0 0,7 5 0 0 0,-40-27-21 0 0,-34-21-7 0 0,0-2-1 0 0,19 11 1 0 0,0-1 0 0 0,-12-6 2 0 0,36 14 0 0 0,-31-16 14 0 0,-1-1 0 0 0,1-2 1 0 0,36 6-1 0 0,-33-7-17 0 0,16 0 48 0 0,60 2-1 0 0,-84-7-27 0 0,20 2 0 0 0,14 1-2 0 0,-25-3-33 0 0,87 0 52 0 0,27-8-7 0 0,-110 5-38 0 0,58-6 52 0 0,95-21-1 0 0,45-32 316 0 0,-170 38-274 0 0,0-3 0 0 0,-2-2 0 0 0,68-43 0 0 0,-88 48 54 0 0,-1-3-1 0 0,0-1 0 0 0,-3-1 1 0 0,54-53-1 0 0,-54 44-81 0 0,94-106 131 0 0,-50 55-28 0 0,-53 59-93 0 0,1-1 0 0 0,-3-1 0 0 0,32-50 0 0 0,31-118 257 0 0,-61 134-280 0 0,-20 47-49 0 0,99-262 195 0 0,-85 227-110 0 0,39-74 0 0 0,3-3 203 0 0,0 8 8 0 0,-35 62-171 0 0,39-100 681 0 0,-37 46-173 0 0,-18 63-478 0 0,27-149-37 0 0,-37 181-41 0 0,3-6 75 0 0,-2 0 0 0 0,-2 0 1 0 0,0 0-1 0 0,-2-1 0 0 0,-1 0 1 0 0,-6-25-1 0 0,4 29 54 0 0,-3-39 1 0 0,3 14-37 0 0,-5 0 267 0 0,-3 1 0 0 0,-1 0 0 0 0,-24-55 1 0 0,36 100-431 0 0,-3-10 67 0 0,1 1 1 0 0,-3 0-1 0 0,2 0 0 0 0,-2 0 0 0 0,0 1 1 0 0,-12-15-1 0 0,13 18-51 0 0,1 0 1 0 0,0 0-1 0 0,1 0 1 0 0,0-1-1 0 0,-4-8 0 0 0,6 11-9 0 0,-8-14 46 0 0,0 0-1 0 0,-17-22 1 0 0,4 6 16 0 0,-43-75 78 0 0,59 99-145 0 0,-67-102 207 0 0,59 93-155 0 0,0 2 1 0 0,-1 0-1 0 0,-32-28 0 0 0,15 11 2 0 0,26 27-61 0 0,1 1 0 0 0,-1-1 0 0 0,0 2 0 0 0,-8-7 0 0 0,-25-25 5 0 0,8 6-23 0 0,12 14 10 0 0,-9-7-7 0 0,2-1 8 0 0,3 3-26 0 0,0 2-1 0 0,-39-28 0 0 0,54 43 31 0 0,-67-46-6 0 0,-36-11-93 0 0,27 28 1 0 0,-16 1-57 0 0,49 17 88 0 0,28 10 17 0 0,-22-8-15 0 0,41 13 66 0 0,-2 0 0 0 0,-39-14-63 0 0,22 11 61 0 0,-27-7-28 0 0,49 11 33 0 0,-2-1 1 0 0,-3 0-3 0 0,4 1 3 0 0,-10-4 333 0 0,-2 2-1335 0 0,69-14-12216 0 0,-31 11 10259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29.62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418 48 1440 0 0,'6'-8'3411'0'0,"-6"8"-3220"0"0,0-1-1 0 0,0 1 0 0 0,0-1 1 0 0,0 0-1 0 0,0 0 0 0 0,-20-16 388 0 0,19 16-506 0 0,-38-9 213 0 0,22 7-278 0 0,0 1 1 0 0,1 0-1 0 0,-1 1 0 0 0,1 1 1 0 0,-2 1-1 0 0,1 0 0 0 0,1 1 1 0 0,0 0-1 0 0,-2 1 0 0 0,3 1 1 0 0,-1 1-1 0 0,0 0 0 0 0,0 0 1 0 0,1 2-1 0 0,0 0 0 0 0,-26 15 1 0 0,36-19-19 0 0,0-1 0 0 0,1 1 0 0 0,0 0 0 0 0,0 0 0 0 0,0 0 0 0 0,0 0-1 0 0,0 0 1 0 0,1 1 0 0 0,-1 0 0 0 0,1 0 0 0 0,1 0 0 0 0,-1-1 0 0 0,0 2 0 0 0,-1 4 0 0 0,3-8-3 0 0,1 1-2 0 0,-3 2 0 0 0,2-3 5 0 0,1 1 6 0 0,1 0 0 0 0,-1 0 0 0 0,1 0 0 0 0,-1-1 0 0 0,1 2 0 0 0,0-1 0 0 0,0-1 0 0 0,-1 1-1 0 0,2 0 1 0 0,-1-1 0 0 0,0 1 0 0 0,0 0 0 0 0,1-1 0 0 0,-1 0 0 0 0,1 1 0 0 0,-1-1 0 0 0,1 1 0 0 0,-1-2 0 0 0,1 2 0 0 0,0-2 0 0 0,0 2 0 0 0,-1-1 0 0 0,2-1 0 0 0,-2 1 0 0 0,2 0-1 0 0,-1-1 1 0 0,0 1 0 0 0,4 0 0 0 0,4 2 11 0 0,1-2 0 0 0,-1 0 0 0 0,1 1 0 0 0,12-1 0 0 0,78 0-9 0 0,-98-1 1 0 0,41 0-12 0 0,-44 0 14 0 0,1-1 1 0 0,-1 1 0 0 0,0 0-1 0 0,1 0 1 0 0,-1 0-1 0 0,0 0 1 0 0,0 0-1 0 0,0 0 1 0 0,1 0-1 0 0,-1 0 1 0 0,1-1-1 0 0,-1 1 1 0 0,1 0-1 0 0,-1 0 1 0 0,0 0-1 0 0,1 0 1 0 0,-1 0-1 0 0,0 0 1 0 0,0 0 0 0 0,1 0-1 0 0,-1 0 1 0 0,1 0-1 0 0,-1 0 1 0 0,0 1-1 0 0,1-1 1 0 0,-1 0-1 0 0,1 0 1 0 0,20 2 3 0 0,-8-1-8 0 0,-2 0-9 0 0,2-1-1 0 0,-1 2 1 0 0,-1 0-1 0 0,1 0 0 0 0,0 1 1 0 0,-1 0-1 0 0,13 6 1 0 0,-20-8 7 0 0,1 0-3 0 0,0 0-1 0 0,2 1 0 0 0,-2 0 1 0 0,1 0-1 0 0,-1 0 0 0 0,0 1 1 0 0,0 0-1 0 0,0 0 0 0 0,-1 0 1 0 0,1 0-1 0 0,0 1 0 0 0,0 0 1 0 0,-2-1-1 0 0,1 1 0 0 0,6 9 1 0 0,-3-4-9 0 0,-4-7 11 0 0,-1 2 0 0 0,0-1 1 0 0,1 0-1 0 0,-2 1 0 0 0,2-1 1 0 0,-2 1-1 0 0,0 0 0 0 0,2 6 1 0 0,-1-8 7 0 0,-2 0 0 0 0,1 0 1 0 0,0 0-1 0 0,0 1 1 0 0,-1-1-1 0 0,1 0 0 0 0,-1 1 1 0 0,0-1-1 0 0,0 1 1 0 0,0-1-1 0 0,0 0 0 0 0,0 1 1 0 0,-1-1-1 0 0,1 1 1 0 0,-1-1-1 0 0,-1 3 0 0 0,-1 2 29 0 0,3-5-21 0 0,-1 0-1 0 0,0-1 1 0 0,-1 1-1 0 0,2 0 1 0 0,-1 0-1 0 0,-1-1 1 0 0,1 1 0 0 0,0 0-1 0 0,-1-1 1 0 0,1 1-1 0 0,-1-1 1 0 0,0 0 0 0 0,0 1-1 0 0,1-1 1 0 0,-1 0-1 0 0,-2 1 1 0 0,-35 12 93 0 0,18-7-44 0 0,-2 0 173 0 0,0-1 0 0 0,-1 0 1 0 0,1-2-1 0 0,-1-1 0 0 0,1-1 1 0 0,-44 0-1 0 0,8-6 1243 0 0,58 4-1357 0 0,-41-10-835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1.0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213 61 5773 0 0,'3'-5'-406'0'0,"-2"5"456"0"0,-1-1 0 0 0,0 1 0 0 0,1-1-1 0 0,-1 1 1 0 0,1-1 0 0 0,-1 0 0 0 0,1 0-1 0 0,-1 1 1 0 0,1-1 0 0 0,-1 0 0 0 0,0 1-1 0 0,0-1 1 0 0,0 0 0 0 0,0 1 0 0 0,0-1-1 0 0,0 0 1 0 0,0 0 0 0 0,0 1 0 0 0,0-1-1 0 0,0 0 1 0 0,0 1 0 0 0,0-1 0 0 0,0 0-1 0 0,0 0 1 0 0,0 1 0 0 0,-1-2 0 0 0,0 0 87 0 0,0 1-92 0 0,0 0-1 0 0,1 0 1 0 0,-1-1 0 0 0,0 1 0 0 0,0-1-1 0 0,1 2 1 0 0,-2-2 0 0 0,1 2-1 0 0,0-2 1 0 0,0 2 0 0 0,-1-2 0 0 0,2 1-1 0 0,-2 1 1 0 0,0-1 0 0 0,2 0 0 0 0,-2 1-1 0 0,-1-2 1 0 0,-29-10 250 0 0,21 10-294 0 0,0 1 0 0 0,0 1-1 0 0,0-1 1 0 0,-11 2 0 0 0,17 1-13 0 0,1 0 0 0 0,-2 0 0 0 0,1 0 1 0 0,2 0-1 0 0,-2 1 0 0 0,1 0 0 0 0,-1 0 0 0 0,1 0 0 0 0,1 0 0 0 0,-5 5 1 0 0,1-2-5 0 0,2 0-1 0 0,0 0 1 0 0,0 1 0 0 0,-1 0 0 0 0,-4 9 0 0 0,9-11-4 0 0,-2 0-1 0 0,2 1 0 0 0,-1 0 1 0 0,2-1-1 0 0,-1 1 0 0 0,0 0 1 0 0,1-1-1 0 0,0 1 0 0 0,0-1 0 0 0,1 1 1 0 0,0 0-1 0 0,2 9 0 0 0,-3-11 9 0 0,2-1 0 0 0,0 2-1 0 0,-1-1 1 0 0,1-1-1 0 0,1 2 1 0 0,-1-2-1 0 0,0 1 1 0 0,1-1 0 0 0,0 1-1 0 0,0-1 1 0 0,0 0-1 0 0,0 0 1 0 0,0 0-1 0 0,1 0 1 0 0,0 0 0 0 0,0-1-1 0 0,5 3 1 0 0,-5-2 14 0 0,2-1 0 0 0,-1 0-1 0 0,1 0 1 0 0,-1 0 0 0 0,1 0 0 0 0,0-1 0 0 0,11 2 0 0 0,-15-3 2 0 0,1-1 1 0 0,0 1-1 0 0,-1 0 0 0 0,0-1 1 0 0,1 1-1 0 0,0-1 0 0 0,-1 0 1 0 0,0 1-1 0 0,1-1 0 0 0,-1 0 1 0 0,0 0-1 0 0,1-1 0 0 0,-1 1 1 0 0,0 0-1 0 0,1-1 0 0 0,-2 1 1 0 0,2-1-1 0 0,-2 0 0 0 0,1 1 1 0 0,-1-1-1 0 0,3-3 0 0 0,13-18 339 0 0,0 1 1 0 0,-2-2-1 0 0,-1 0 0 0 0,13-31 0 0 0,-15 29 459 0 0,-11 24-742 0 0,-1 19-388 0 0,0-1 0 0 0,2 1 0 0 0,5 26 0 0 0,-3-31 288 0 0,0-2 0 0 0,1 1 0 0 0,0-1 0 0 0,9 11 0 0 0,-13-18-140 0 0,1 0 1 0 0,1 0-1 0 0,0 0 0 0 0,-1 0 0 0 0,1-1 0 0 0,0 1 0 0 0,0-1 0 0 0,1 0 0 0 0,-1 0 0 0 0,0 0 0 0 0,0-1 0 0 0,1 2 0 0 0,0-2 0 0 0,-1 0 0 0 0,1 0 0 0 0,0 0 0 0 0,4 1 0 0 0,15-5-3134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2.7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1 133 4832 0 0,'5'-13'874'0'0,"-2"22"-519"0"0,1 16-415 0 0,1-15 59 0 0,46 113 22 0 0,-38-89 2519 0 0,-14-37-2372 0 0,-7-24 174 0 0,-2-2-94 0 0,2-2 1 0 0,-5-32-1 0 0,10 39-180 0 0,-3-59 80 0 0,11 56-1703 0 0,-2 28 1504 0 0,0 1 29 0 0,-1-2-1 0 0,1 2 1 0 0,0-1 0 0 0,-1 1-1 0 0,0-1 1 0 0,1 0-1 0 0,-1 2 1 0 0,0-2 0 0 0,1 1-1 0 0,-2 0 1 0 0,1 0 0 0 0,0 0-1 0 0,0 1 1 0 0,-1-1-1 0 0,2 3 1 0 0,22 33-163 0 0,48 79 65 0 0,-55-86 159 0 0,-18-30 2 0 0,1-7 441 0 0,0-1-1 0 0,-1 1 0 0 0,0-1 1 0 0,-1 1-1 0 0,0-1 0 0 0,-1-6 1 0 0,-2-48-483 0 0,6 48-44 0 0,-1-1 0 0 0,2 1 0 0 0,0 0 0 0 0,11-25 1 0 0,-3 12-306 0 0,-11 25 278 0 0,3-3-216 0 0,4-9-10 0 0,-6 13 257 0 0,-1-1-1 0 0,0 1 1 0 0,0 0-1 0 0,1 0 1 0 0,-1 0-1 0 0,0-1 1 0 0,1 1-1 0 0,-1-1 1 0 0,0 1-1 0 0,1 0 1 0 0,-1 0-1 0 0,0-1 1 0 0,0 1-1 0 0,0 0 1 0 0,1 0 0 0 0,-1 0-1 0 0,1 0 1 0 0,-1 0-1 0 0,1 0 1 0 0,-1 0-1 0 0,0 0 1 0 0,0 0-1 0 0,1-1 1 0 0,-1 1-1 0 0,1 0 1 0 0,-1 0-1 0 0,1 0 1 0 0,-1 1-1 0 0,1-1 1 0 0,-1 0 0 0 0,0 0-1 0 0,0 0 1 0 0,1 0-1 0 0,3 3 0 0 0,0-1 1 0 0,-1 2-1 0 0,0-1 1 0 0,0 0-1 0 0,0 1 0 0 0,0-1 1 0 0,0 1-1 0 0,-1-1 0 0 0,1 2 1 0 0,-2-2-1 0 0,1 1 0 0 0,2 7 1 0 0,17 40-88 0 0,46 117-31 0 0,-64-159-34 0 0,4 10 307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4.0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5617 0 0,'9'-20'974'0'0,"-9"20"-962"0"0,0 0 1 0 0,1 0 0 0 0,-1 1-1 0 0,0-1 1 0 0,1 0 0 0 0,-1 1-1 0 0,1-1 1 0 0,-1 0 0 0 0,0 1-1 0 0,0-1 1 0 0,0 0 0 0 0,0 0-1 0 0,0 0 1 0 0,1 1 0 0 0,-1-1-1 0 0,0 1 1 0 0,0-1 0 0 0,0 0-1 0 0,0 0 1 0 0,0 1 0 0 0,1-1-1 0 0,-1 1 1 0 0,0-1 0 0 0,0 0-1 0 0,0 0 1 0 0,0 1 0 0 0,0-1-1 0 0,0 0 1 0 0,-1 1 0 0 0,1 0-1 0 0,2 49-33 0 0,-2-43 19 0 0,1 28-15 0 0,3-1 0 0 0,13 49 0 0 0,1 16 2 0 0,6 6 8 0 0,-5-26 44 0 0,-14-57 18 0 0,3 26 2644 0 0,-19-63-2384 0 0,8 12-262 0 0,-4-12 18 0 0,0 0-1 0 0,1 0 1 0 0,1 0-1 0 0,1-1 1 0 0,-4-25-1 0 0,4 20-43 0 0,-7-39 41 0 0,3 0 0 0 0,1-81 0 0 0,10 55-47 0 0,-3 79-25 0 0,1 1 0 0 0,-1 0-1 0 0,2 0 1 0 0,-1 0 0 0 0,2-6 0 0 0,-3 12-2 0 0,0-4-1 0 0,1 1 1 0 0,0-1-1 0 0,1 1 1 0 0,-2-1 0 0 0,2 1-1 0 0,-1-1 1 0 0,4-4-1 0 0,-4 8-13 0 0,22-26-246 0 0,-18 24 205 0 0,0 0 1 0 0,2 1 0 0 0,-2-1 0 0 0,1 1 0 0 0,1 0 0 0 0,-1 0-1 0 0,-1 1 1 0 0,1-1 0 0 0,1 1 0 0 0,-1 0 0 0 0,0 1 0 0 0,0-1-1 0 0,0 1 1 0 0,8 2 0 0 0,-4-1-39 0 0,1 1 1 0 0,-1 0-1 0 0,0 0 0 0 0,0 1 1 0 0,0 0-1 0 0,0 1 0 0 0,12 8 0 0 0,-19-11 67 0 0,1 0-1 0 0,-1 0 1 0 0,1 0 0 0 0,-1 0-1 0 0,0 1 1 0 0,0-1-1 0 0,-1 1 1 0 0,1 0-1 0 0,0 0 1 0 0,-2 0-1 0 0,2 0 1 0 0,-1 0-1 0 0,-1 0 1 0 0,1 1-1 0 0,0-1 1 0 0,-1 0-1 0 0,1 1 1 0 0,-2-1-1 0 0,1 1 1 0 0,1 4-1 0 0,-3-6 33 0 0,1 0-1 0 0,-1-1 1 0 0,0 0-1 0 0,1 2 1 0 0,-1-2-1 0 0,0 0 1 0 0,0 2-1 0 0,1-2 1 0 0,-2 0-1 0 0,1 1 1 0 0,0-1-1 0 0,0 1 1 0 0,-1-1-1 0 0,1 0 1 0 0,-1 0-1 0 0,1 1 1 0 0,-1-2-1 0 0,1 1 1 0 0,-3 2-1 0 0,-35 15 87 0 0,36-17-74 0 0,-14 6 183 0 0,0-2 1 0 0,0 1 0 0 0,-27 4-1 0 0,42-9-359 0 0,-8-1-582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4.7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86 5569 0 0,'1'-14'415'0'0,"0"0"1"0"0,2 0-1 0 0,-1 0 1 0 0,6-14-1 0 0,-8 27-102 0 0,40 172-431 0 0,13 27 80 0 0,-50-187 39 0 0,7 25 29 0 0,-3 0 0 0 0,-1 0 0 0 0,1 52 0 0 0,-3-75 94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5.5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1 204 5240 0 0,'30'-1'-1182'0'0,"-29"1"1153"0"0,13-1 36 0 0,0-1-1 0 0,0 0 1 0 0,18-6-1 0 0,-26 6 91 0 0,-2 0 1 0 0,1 0-1 0 0,0-1 0 0 0,-1 1 0 0 0,0 0 0 0 0,1-1 0 0 0,-1 0 0 0 0,0-1 0 0 0,-1 1 0 0 0,1 0 1 0 0,0-1-1 0 0,4-7 0 0 0,-1 1 181 0 0,0 0 0 0 0,-1-2-1 0 0,8-14 1 0 0,-13 22-111 0 0,1-1 0 0 0,0 1-1 0 0,-1 0 1 0 0,0-1-1 0 0,-1 0 1 0 0,1 1 0 0 0,0-1-1 0 0,-1 1 1 0 0,0-1 0 0 0,-1 0-1 0 0,1 0 1 0 0,-2-4-1 0 0,2 8-147 0 0,0-1-1 0 0,-1 2 0 0 0,0-2 0 0 0,1 1 0 0 0,-1 0 0 0 0,1 0 0 0 0,-1 0 0 0 0,0 0 0 0 0,0 0 0 0 0,1 0 0 0 0,-1 0 0 0 0,-1 0 0 0 0,1 0 1 0 0,1 0-1 0 0,-2 0 0 0 0,1 1 0 0 0,1-1 0 0 0,-2 0 0 0 0,0 1 0 0 0,2-1 0 0 0,-2 1 0 0 0,-1-2 0 0 0,0 2-14 0 0,1 0-1 0 0,-2-1 1 0 0,1 1 0 0 0,0 0-1 0 0,0 0 1 0 0,1 0-1 0 0,-1 0 1 0 0,0 1 0 0 0,-1-1-1 0 0,-2 2 1 0 0,0-1-26 0 0,0 1 1 0 0,-1 0 0 0 0,1 1-1 0 0,0-1 1 0 0,1 1-1 0 0,-1 1 1 0 0,0-1 0 0 0,1 1-1 0 0,-6 4 1 0 0,5-2-8 0 0,1 0 0 0 0,-1 0 0 0 0,1 1 1 0 0,0 0-1 0 0,0 0 0 0 0,1 0 0 0 0,1 0 0 0 0,-1 1 1 0 0,1 0-1 0 0,-2 7 0 0 0,4-11 23 0 0,0-1 1 0 0,1 0-1 0 0,0 1 0 0 0,0-2 1 0 0,0 2-1 0 0,0-1 0 0 0,0 0 1 0 0,0 1-1 0 0,1-1 0 0 0,0 0 1 0 0,0 1-1 0 0,-1-2 0 0 0,2 1 1 0 0,0 1-1 0 0,-1-1 0 0 0,1-1 1 0 0,-1 1-1 0 0,2 0 0 0 0,-2 0 1 0 0,1 0-1 0 0,1-1 0 0 0,-1 1 1 0 0,1-1-1 0 0,0 0 0 0 0,-1 0 1 0 0,1 0-1 0 0,6 3 0 0 0,5 2 3 0 0,2 0-1 0 0,0-1 1 0 0,0 0-1 0 0,1-1 1 0 0,-1 0-1 0 0,2-2 1 0 0,29 5-1 0 0,6-4-308 0 0,65-2 0 0 0,31-11-2921 0 0,-77 2 613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49.6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3683 499 6001 0 0,'0'0'-204'0'0,"9"0"-119"0"0,-6 0 266 0 0,-5-1-273 0 0,-35-9 393 0 0,-1 2 0 0 0,-1 2 0 0 0,1 1-1 0 0,-1 1 1 0 0,0 2 0 0 0,0 1 0 0 0,0 3 0 0 0,-55 7 0 0 0,-3 2 60 0 0,-123 20 177 0 0,146-19-289 0 0,-34 9 31 0 0,-65 31-2 0 0,141-42-52 0 0,0 2 0 0 0,-47 24 1 0 0,26-10 20 0 0,14-5-14 0 0,-1 2 0 0 0,2 2 0 0 0,1 0 0 0 0,-42 40 0 0 0,55-45 14 0 0,-7 4-10 0 0,2 3 0 0 0,1-1-1 0 0,2 3 1 0 0,-36 47 0 0 0,27-23-44 0 0,-52 71 98 0 0,-7 11-32 0 0,29-41 14 0 0,38-51-72 0 0,-25 53-1 0 0,31-55 48 0 0,-47 68 1 0 0,16-39 20 0 0,-4 7-7 0 0,-80 82-1 0 0,105-127-13 0 0,-1-2 0 0 0,0-2 0 0 0,-3-1 0 0 0,-1-1 0 0 0,-71 39 0 0 0,70-46-45 0 0,1 2 0 0 0,1 1 1 0 0,1 1-1 0 0,1 2 0 0 0,2 1 1 0 0,-56 59-1 0 0,57-51 50 0 0,0-3-31 0 0,2 2 1 0 0,-28 44-1 0 0,24-27 2 0 0,13-22 18 0 0,2 0 0 0 0,-26 57 0 0 0,18-11-29 0 0,12-32 44 0 0,-39 78-1 0 0,6-12-7 0 0,4-11-28 0 0,-44 115-30 0 0,63-148 55 0 0,0 4 15 0 0,-28 67-48 0 0,29-83 12 0 0,-16 66 0 0 0,28-83-2 0 0,0 2-6 0 0,2 1 0 0 0,-1 53 0 0 0,-1 1 28 0 0,5-43 58 0 0,3 0 0 0 0,4 52 0 0 0,1-13-5 0 0,-1-47 612 0 0,-2-40-538 0 0,2 21 736 0 0,8 34-780 0 0,-3 0 1 0 0,0 108-1 0 0,-5-36-88 0 0,2-32-32 0 0,9 108-14 0 0,-6-152 49 0 0,3 1-1 0 0,23 71 0 0 0,-17-80-19 0 0,50 124-23 0 0,-51-139 58 0 0,-1 1-63 0 0,2 0 1 0 0,30 42-1 0 0,-38-63 25 0 0,-1 0-1 0 0,1 0 1 0 0,1-1 0 0 0,0 0 0 0 0,0 0-1 0 0,2-1 1 0 0,-2 0 0 0 0,2-1-1 0 0,0 0 1 0 0,0 0 0 0 0,14 5 0 0 0,32 6 11 0 0,2-1-1 0 0,1-3 1 0 0,96 10 0 0 0,-37-6 12 0 0,-40-6 20 0 0,0-3 1 0 0,1-4-1 0 0,0-3 0 0 0,104-10 0 0 0,-27-3-16 0 0,169 8 0 0 0,-282 8-52 0 0,-2 0 0 0 0,1 2 0 0 0,-1 3 0 0 0,0 0 0 0 0,0 3 0 0 0,-1 0 0 0 0,-1 3 0 0 0,73 37 0 0 0,-76-33 22 0 0,66 38-102 0 0,-92-49 102 0 0,1-1 0 0 0,-1 2 0 0 0,-1 0-1 0 0,0 1 1 0 0,0-1 0 0 0,10 15 0 0 0,-12-12 2 0 0,0 0 0 0 0,-1 0 0 0 0,0 1 1 0 0,-1 0-1 0 0,0 0 0 0 0,-1 0 0 0 0,-2 1 0 0 0,1 0 0 0 0,2 26 0 0 0,2 27-3 0 0,4 1-1 0 0,3-2 1 0 0,3 1-1 0 0,3-2 1 0 0,4-1-1 0 0,57 107 1 0 0,-76-160 38 0 0,2 3-5 0 0,1 0-1 0 0,-1 0 0 0 0,2 0 0 0 0,1-1 0 0 0,12 12 0 0 0,-5-10 16 0 0,1-2-1 0 0,1 0 0 0 0,0-1 1 0 0,0-1-1 0 0,40 16 1 0 0,-54-24-24 0 0,31 11 28 0 0,2 0 1 0 0,0-2-1 0 0,1-2 0 0 0,-1-1 0 0 0,79 7 1 0 0,208-5 134 0 0,165-27-105 0 0,-175 3-30 0 0,-192 8-24 0 0,442-1 51 0 0,-170 6-35 0 0,223-3 23 0 0,-285-5-22 0 0,30-1-58 0 0,-225 7 25 0 0,144 14-1 0 0,-84 9 72 0 0,-152-16 923 0 0,-45-5-774 0 0,11 2 91 0 0,-7-2-175 0 0,-6-1-74 0 0,1 1-1 0 0,0 0 1 0 0,0-1-1 0 0,0 1 1 0 0,0 0-1 0 0,0 0 1 0 0,0 0-1 0 0,-1 0 1 0 0,1 0-1 0 0,1 0 1 0 0,-2 0-1 0 0,1 0 1 0 0,0 1-1 0 0,0-1 0 0 0,0 0 1 0 0,-1 1-1 0 0,1-1 1 0 0,1 0-1 0 0,-2 0 1 0 0,1 1-1 0 0,0 0 1 0 0,-1-1-1 0 0,1 1 1 0 0,0-1-1 0 0,-1 1 1 0 0,2 0-1 0 0,-1 1-72 0 0,82 5-65 0 0,-38-2 71 0 0,673 110-686 0 0,-593-91 639 0 0,29 12-132 0 0,5 2 121 0 0,56 14 64 0 0,-106-23 7 0 0,-11-1-15 0 0,57 12-17 0 0,-68-22 33 0 0,-84-16-2 0 0,16 4 1 0 0,2 0 0 0 0,34 6 0 0 0,-18-5-1 0 0,142 42-142 0 0,-69-18 31 0 0,103 23-20 0 0,-31-11 135 0 0,-88-23-1 0 0,24 14-40 0 0,-97-28 34 0 0,-1 0-30 0 0,27 12 18 0 0,-21-10 20 0 0,1 0 0 0 0,33 5 0 0 0,6 1 8 0 0,-41-9 5 0 0,54 4-1 0 0,-8-2 5 0 0,64-1-28 0 0,71-1 79 0 0,-131-6-54 0 0,180-11-6 0 0,-145 3-10 0 0,-48 6-17 0 0,39-1 11 0 0,61-4 11 0 0,224-18 1 0 0,-87-2-43 0 0,-238 20 52 0 0,112-26 1 0 0,-112 20-12 0 0,3-2-8 0 0,81-13-9 0 0,-76 18-7 0 0,29-3-16 0 0,-26 10 14 0 0,194-8-17 0 0,-240 12 36 0 0,453-6-43 0 0,-188 8 8 0 0,-99 2 18 0 0,40 1-30 0 0,119-2 14 0 0,-246-9 64 0 0,0-5 0 0 0,0-3-1 0 0,-1-4 1 0 0,112-34 0 0 0,-195 45 94 0 0,1-1 0 0 0,-1-1 0 0 0,-1-1-1 0 0,1-1 1 0 0,21-14 0 0 0,89-73 405 0 0,-57 42-422 0 0,58-40 8 0 0,65-47-54 0 0,-149 103 79 0 0,81-83 1 0 0,-37 5 403 0 0,-15 14-42 0 0,-58 83-432 0 0,1 1 0 0 0,1 1 0 0 0,31-23-1 0 0,75-42 14 0 0,-100 67-55 0 0,-7 2 78 0 0,0 0 0 0 0,-1-1 1 0 0,-1-1-1 0 0,0-1 0 0 0,-2 0 1 0 0,0 0-1 0 0,20-34 0 0 0,74-152 875 0 0,-80 135-680 0 0,-4 0 1 0 0,-3-1-1 0 0,20-118 0 0 0,-20 32-28 0 0,5-29-71 0 0,-9 20 90 0 0,-9 77-22 0 0,30-130 0 0 0,34-21-75 0 0,-39 136-2 0 0,-4-21 161 0 0,-10 37-245 0 0,46-157 199 0 0,-7-43 89 0 0,-21 87-212 0 0,-18 75 315 0 0,9-203 1 0 0,-26 223-352 0 0,15-559 49 0 0,-12 523-319 0 0,-4-23 83 0 0,4-36 131 0 0,-2 118 193 0 0,-10-121 0 0 0,-1 137-371 0 0,-2 0 0 0 0,-5 2 0 0 0,-2-1 0 0 0,-28-70 0 0 0,17 73-157 0 0,-3 1-1 0 0,-57-89 1 0 0,-34-20-131 0 0,97 142 247 0 0,-2-1 0 0 0,-2 3 0 0 0,0-1 0 0 0,-52-35 0 0 0,-137-77-515 0 0,103 70 253 0 0,63 39 211 0 0,-2 2 1 0 0,-1 1-1 0 0,-1 3 1 0 0,-105-31-1 0 0,131 47 82 0 0,1 3 0 0 0,-1 0 0 0 0,0 1 0 0 0,0 2 0 0 0,-47 0 0 0 0,-143 20-330 0 0,68-2 340 0 0,-34 0 44 0 0,66-4 62 0 0,-197-2-1 0 0,206-19 22 0 0,0-4 0 0 0,-113-28 0 0 0,203 37 4 0 0,0-1-1 0 0,1 0 1 0 0,-1-2 0 0 0,-33-15 0 0 0,39 14-16 0 0,1 0 0 0 0,0 0-1 0 0,1 0 1 0 0,-13-13 0 0 0,13 13-44 0 0,0-1 1 0 0,0 1 0 0 0,-1 0 0 0 0,0 1-1 0 0,-1 0 1 0 0,-14-5 0 0 0,-87-28-72 0 0,62 23 51 0 0,-345-98-225 0 0,209 76 166 0 0,-240-24 1 0 0,367 58 31 0 0,-2 3 1 0 0,-105 9 0 0 0,-120 30-78 0 0,195-24 145 0 0,-286 20-12 0 0,198-21 10 0 0,88-5-4 0 0,-565 49 43 0 0,33-29-21 0 0,466-25-3 0 0,-582 12 2 0 0,-118-7-5 0 0,822-7-15 0 0,-265-9 6 0 0,0-1-1 0 0,-102-6 29 0 0,107 0-24 0 0,-84 15-57 0 0,210 2 30 0 0,-432 23-37 0 0,446-16 60 0 0,-401 36-72 0 0,373-30 56 0 0,-44 5 27 0 0,-166 32-55 0 0,86-10-7 0 0,-46 23-7 0 0,178-27 67 0 0,-51 4-57 0 0,62-13 21 0 0,25-5 45 0 0,131-21-10 0 0,-4 0-2 0 0,-5-1 26 0 0,-19 3-5 0 0,35-4-24 0 0,0 3-4 0 0,-29-6 72 0 0,12 1-43 0 0,1 0-33 0 0,0-2 1 0 0,-34-9-1 0 0,33 10-27 0 0,0 0 0 0 0,-42 0 0 0 0,43 1 20 0 0,-39-1 37 0 0,52 3-29 0 0,-15-3 29 0 0,-25-4 8 0 0,44 7-45 0 0,-45-7 85 0 0,45 7-75 0 0,-6-2 158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1.5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 32 6921 0 0,'-2'-31'407'0'0,"2"30"-265"0"0,7 16-422 0 0,63 272 62 0 0,-21-68 212 0 0,-30-139 67 0 0,-12-45 1048 0 0,-23-60-7389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2.4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9 102 5493 0 0,'0'0'-259'0'0,"-8"-12"2081"0"0,10 9-1788 0 0,0 0 1 0 0,0 0-1 0 0,1 1 0 0 0,0-1 1 0 0,-1 1-1 0 0,1 0 0 0 0,0 0 1 0 0,0 0-1 0 0,0 1 0 0 0,1-2 1 0 0,-1 2-1 0 0,0 0 0 0 0,4-2 1 0 0,54-18-101 0 0,-50 19 86 0 0,16-7-21 0 0,50-13-20 0 0,-69 21-1 0 0,-1-1 0 0 0,1 2-1 0 0,0-1 1 0 0,0 1-1 0 0,0 0 1 0 0,-1 0 0 0 0,1 1-1 0 0,12 2 1 0 0,-9 0-3 0 0,0 1 0 0 0,0 0 1 0 0,-1 0-1 0 0,1 1 0 0 0,-1 1 0 0 0,0-1 1 0 0,0 2-1 0 0,-1-1 0 0 0,0 0 0 0 0,-1 2 1 0 0,1-1-1 0 0,-2 1 0 0 0,13 14 0 0 0,-19-20 25 0 0,0-1-1 0 0,0 0 1 0 0,0 0-1 0 0,0 1 0 0 0,-1-1 1 0 0,1 1-1 0 0,0-1 1 0 0,0 0-1 0 0,-1 1 1 0 0,0-1-1 0 0,1 1 1 0 0,-1-1-1 0 0,0 0 0 0 0,1 1 1 0 0,-1-1-1 0 0,0 1 1 0 0,0-1-1 0 0,0 0 1 0 0,0 1-1 0 0,-1-1 1 0 0,1 1-1 0 0,-1 0 0 0 0,1-1 1 0 0,-1 2-1 0 0,-1-1 7 0 0,1 1-1 0 0,-1-1 1 0 0,0 0 0 0 0,0 0-1 0 0,0 0 1 0 0,0 1-1 0 0,-1-1 1 0 0,1-1-1 0 0,-1 1 1 0 0,1 0-1 0 0,-6 1 1 0 0,-6 3 26 0 0,0 0 0 0 0,-1-1-1 0 0,-26 6 1 0 0,-153 23 282 0 0,141-25 93 0 0,31-7-4341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3.4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111 3 5144 0 0,'0'0'-129'0'0,"4"-2"102"0"0,-8 1 662 0 0,-20 5-633 0 0,21-4-2 0 0,-1 2 1 0 0,1-1-1 0 0,0 0 0 0 0,0 0 1 0 0,0 1-1 0 0,1 0 1 0 0,-1-1-1 0 0,-4 4 1 0 0,5-4-6 0 0,-2 2-6 0 0,-1 0 1 0 0,1 0 0 0 0,1 0-1 0 0,-1 1 1 0 0,1-1-1 0 0,-1 1 1 0 0,1 0-1 0 0,-1 0 1 0 0,2 0 0 0 0,-1 0-1 0 0,1 0 1 0 0,-1 1-1 0 0,2 0 1 0 0,-2-1-1 0 0,2 1 1 0 0,0-1 0 0 0,0 1-1 0 0,0 0 1 0 0,0-1-1 0 0,1 1 1 0 0,0 9 0 0 0,1-10 14 0 0,0 1 0 0 0,0 0 0 0 0,0-1 0 0 0,1 1 0 0 0,0-1 0 0 0,-1 0 0 0 0,2 0 0 0 0,-1 1 0 0 0,1-2 0 0 0,-1 1 0 0 0,2 0 0 0 0,-1 0 0 0 0,1 0 0 0 0,-1-2 0 0 0,1 2 1 0 0,-1-1-1 0 0,1 0 0 0 0,0-1 0 0 0,1 1 0 0 0,7 4 0 0 0,-2-2 57 0 0,1-1 0 0 0,0 0 1 0 0,-1 0-1 0 0,1-1 0 0 0,0 0 0 0 0,1-1 1 0 0,0 0-1 0 0,-1 0 0 0 0,20-1 0 0 0,-26-1 1 0 0,-1-1 1 0 0,1 1-1 0 0,-1 0 0 0 0,1-1 0 0 0,0-1 0 0 0,-1 2 1 0 0,0-2-1 0 0,0 1 0 0 0,1-1 0 0 0,-1 0 0 0 0,0 0 1 0 0,-1 0-1 0 0,1 0 0 0 0,0-1 0 0 0,0 0 0 0 0,-1 1 0 0 0,0-1 1 0 0,1 0-1 0 0,-1 0 0 0 0,0 0 0 0 0,0 0 0 0 0,-1-1 1 0 0,1 1-1 0 0,-1-2 0 0 0,-1 2 0 0 0,4-8 0 0 0,-2 6 41 0 0,0-1 1 0 0,-2 0-1 0 0,1 0 0 0 0,-1 0 0 0 0,0 0 0 0 0,0 0 0 0 0,0 0 0 0 0,-1 0 0 0 0,-1-11 0 0 0,0 13-62 0 0,0 0 0 0 0,0 1 0 0 0,-1-1 0 0 0,1 1 0 0 0,-1-1 0 0 0,0 0 0 0 0,0 1 0 0 0,0 0 0 0 0,-1 0 0 0 0,1 0 0 0 0,-1 0 0 0 0,1 0-1 0 0,-1 0 1 0 0,-1 1 0 0 0,1-1 0 0 0,-7-4 0 0 0,0 2-22 0 0,0 0-1 0 0,0 1 0 0 0,-1 1 1 0 0,0-1-1 0 0,0 1 1 0 0,0 1-1 0 0,0-1 1 0 0,0 2-1 0 0,0 0 1 0 0,-14 0-1 0 0,-11-3-14 0 0,-8 4 53 0 0,15 2-6192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4.6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 93 4792 0 0,'-13'-28'551'0'0,"12"26"-341"0"0,-5-7 951 0 0,2 4-542 0 0,2 6-668 0 0,8 30 11 0 0,2 0 1 0 0,1-1-1 0 0,26 59 1 0 0,-12-36 36 0 0,-14-29 3 0 0,17 39 41 0 0,22 93 0 0 0,-47-153 19 0 0,1 6 219 0 0,0 0-1 0 0,0 0 1 0 0,1 0 0 0 0,7 11 2542 0 0,-13-24-2562 0 0,-11-11-136 0 0,3-1 0 0 0,0-1-1 0 0,1 0 1 0 0,0 0 0 0 0,-11-33 0 0 0,-27-99-218 0 0,38 114 40 0 0,1 0 1 0 0,3-1-1 0 0,1 0 1 0 0,0-44-1 0 0,5 77 33 0 0,0 0 0 0 0,0 0 0 0 0,0 1 1 0 0,0-1-1 0 0,1-1 0 0 0,-1 2 0 0 0,1-1 0 0 0,-1 0 0 0 0,1 0 0 0 0,1 0 0 0 0,-2 1 0 0 0,2-1 0 0 0,0 0 1 0 0,-1 1-1 0 0,1 0 0 0 0,2-4 0 0 0,1 3-53 0 0,-1 0 1 0 0,1 0-1 0 0,-1 1 0 0 0,1 0 1 0 0,0-1-1 0 0,0 1 1 0 0,1 1-1 0 0,-2-1 1 0 0,8 0-1 0 0,-3 0-26 0 0,1 0-1 0 0,-1 1 1 0 0,1 1 0 0 0,-1-1-1 0 0,1 2 1 0 0,0-1 0 0 0,-1 0-1 0 0,1 2 1 0 0,-1-1 0 0 0,0 1 0 0 0,1 0-1 0 0,8 5 1 0 0,9 2-105 0 0,-1 2 1 0 0,44 23-1 0 0,-25-5-49 0 0,-42-28 236 0 0,-1 1 0 0 0,0 0 0 0 0,0-1 0 0 0,0 1 1 0 0,0 1-1 0 0,-1-1 0 0 0,1 0 0 0 0,0 0 0 0 0,-1 0 0 0 0,1 0 0 0 0,-2 1 0 0 0,1-1 0 0 0,1 1 0 0 0,-1-1 1 0 0,-1 1-1 0 0,1 2 0 0 0,-1-2 17 0 0,0-2 0 0 0,-1 0 0 0 0,1 1 0 0 0,-1 0 0 0 0,1-1 0 0 0,-1 1 0 0 0,0-1 0 0 0,0 1 0 0 0,0-1 0 0 0,0 0 0 0 0,0 1 0 0 0,0-1 0 0 0,-1 1 0 0 0,1-2 0 0 0,0 2 0 0 0,-1-2 0 0 0,1 2 0 0 0,0-1 0 0 0,-1-1 0 0 0,-2 3 0 0 0,-36 13 48 0 0,35-14-40 0 0,-14 4 91 0 0,-1-1-1 0 0,0 0 1 0 0,0-2 0 0 0,-29 2 0 0 0,-77 0 1495 0 0,123-5-1470 0 0,-4-1 35 0 0,-18-2-668 0 0,56-6-7930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5.5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88 5609 0 0,'1'-9'459'0'0,"1"0"0"0"0,-2 0 1 0 0,0 0-1 0 0,-2-15 1 0 0,1-2 1380 0 0,1 25-1746 0 0,0 5-1089 0 0,-1 3 973 0 0,1 0 0 0 0,0 1 1 0 0,1 0-1 0 0,0 0 1 0 0,-1-1-1 0 0,2 0 0 0 0,0 0 1 0 0,0 1-1 0 0,1-1 0 0 0,0 0 1 0 0,0 0-1 0 0,1 0 0 0 0,0 0 1 0 0,0-1-1 0 0,0 0 0 0 0,1 1 1 0 0,1-1-1 0 0,-1 0 0 0 0,1-1 1 0 0,0 0-1 0 0,0 0 0 0 0,0 0 1 0 0,1 0-1 0 0,0-1 0 0 0,0 0 1 0 0,9 4-1 0 0,-11-6 42 0 0,1 0 1 0 0,1-1-1 0 0,-2 1 1 0 0,1-1-1 0 0,1 1 1 0 0,-1-2-1 0 0,0 1 0 0 0,0-1 1 0 0,11 0-1 0 0,-14-1 6 0 0,0 1 0 0 0,-1 0 0 0 0,1-1-1 0 0,0 0 1 0 0,0 0 0 0 0,-1 0 0 0 0,1 0 0 0 0,0 0-1 0 0,-1-1 1 0 0,0 1 0 0 0,1 0 0 0 0,-1-1 0 0 0,0 0-1 0 0,1 1 1 0 0,-2-1 0 0 0,1 0 0 0 0,0 0 0 0 0,0 0-1 0 0,-1 0 1 0 0,1 0 0 0 0,-1 0 0 0 0,1-1 0 0 0,1-4-1 0 0,2-7 438 0 0,0 0-1 0 0,4-26 0 0 0,2-4 1235 0 0,-11 44-1573 0 0,0-8-362 0 0,2 4-254 0 0,3 13-766 0 0,-2-1 1168 0 0,1 0 0 0 0,0 0 0 0 0,1-1 0 0 0,0 1-1 0 0,0-1 1 0 0,0 0 0 0 0,1-1 0 0 0,0 0-1 0 0,1 1 1 0 0,0-2 0 0 0,0 1 0 0 0,0 0 0 0 0,1-1-1 0 0,0 0 1 0 0,0-1 0 0 0,0 0 0 0 0,1 0-1 0 0,-1-1 1 0 0,1 1 0 0 0,0-2 0 0 0,0 0 0 0 0,0 1-1 0 0,14-1 1 0 0,54 1-3487 0 0,-45-6 872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6.1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61 6469 0 0,'-2'-26'278'0'0,"-2"-8"1569"0"0,4 34-1835 0 0,0 0 1 0 0,0 0-1 0 0,0 0 1 0 0,0 0 0 0 0,0 0-1 0 0,-1 0 1 0 0,1 0-1 0 0,0 0 1 0 0,0 0-1 0 0,0 0 1 0 0,0 0-1 0 0,0 0 1 0 0,0 0-1 0 0,0 0 1 0 0,0 0-1 0 0,0 0 1 0 0,0 0 0 0 0,-1 0-1 0 0,1 0 1 0 0,0 0-1 0 0,0 0 1 0 0,0 0-1 0 0,0 0 1 0 0,0 0-1 0 0,0 0 1 0 0,0 0-1 0 0,0 0 1 0 0,0 0 0 0 0,0 0-1 0 0,0-1 1 0 0,2 22-142 0 0,3 33 49 0 0,-1-11 57 0 0,2-1-1 0 0,17 57 0 0 0,-18-82 36 0 0,1 0-1 0 0,1-1 0 0 0,0 0 1 0 0,1-1-1 0 0,2 1 0 0 0,10 14 1 0 0,-16-24-22 0 0,1 0 1 0 0,1-1 0 0 0,-1 0-1 0 0,1 0 1 0 0,0 0-1 0 0,1-1 1 0 0,-1 0 0 0 0,1 1-1 0 0,0-2 1 0 0,0 1 0 0 0,0-1-1 0 0,0 0 1 0 0,1-1 0 0 0,0 1-1 0 0,-1-2 1 0 0,1 2-1 0 0,8-1 1 0 0,-3-1-682 0 0,-1-1 0 0 0,1 1 0 0 0,-1-2 0 0 0,1 0 0 0 0,24-5 0 0 0,-11 1-1921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7.0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233 81 5949 0 0,'4'-8'-577'0'0,"0"-9"649"0"0,-4 16 9 0 0,-14-24 579 0 0,12 22-642 0 0,0 1 0 0 0,-1 1 1 0 0,1-1-1 0 0,0 0 0 0 0,-1 1 0 0 0,0 0 0 0 0,1-1 0 0 0,0 1 0 0 0,-2 0 0 0 0,1 0 0 0 0,1 0 0 0 0,-1 0 0 0 0,0 1 1 0 0,0-1-1 0 0,0 1 0 0 0,0-1 0 0 0,0 1 0 0 0,0 0 0 0 0,0 0 0 0 0,0 0 0 0 0,0 0 0 0 0,0 1 0 0 0,-1 0 0 0 0,-4 1 1 0 0,-1 0-32 0 0,1 0 1 0 0,0 1-1 0 0,-1 0 1 0 0,2 0-1 0 0,-1 1 1 0 0,0 0-1 0 0,-10 6 1 0 0,7-2-13 0 0,2 0-1 0 0,-1 0 1 0 0,-13 15 0 0 0,21-20 19 0 0,-1 0 0 0 0,1 0 0 0 0,0 1 0 0 0,-1-2 0 0 0,1 2 1 0 0,1-1-1 0 0,-1 1 0 0 0,0 0 0 0 0,1-1 0 0 0,0 1 0 0 0,0-1 1 0 0,1 1-1 0 0,-1 0 0 0 0,1-1 0 0 0,-1 7 0 0 0,3-7 15 0 0,-2 0 0 0 0,1 0-1 0 0,1 0 1 0 0,-1-1 0 0 0,1 1 0 0 0,-1-1-1 0 0,2 1 1 0 0,-2 0 0 0 0,2-1 0 0 0,-2 0-1 0 0,1 0 1 0 0,2 1 0 0 0,-2-1 0 0 0,0 0-1 0 0,1 0 1 0 0,0-1 0 0 0,0 1-1 0 0,0 0 1 0 0,-1-1 0 0 0,1 0 0 0 0,0 0-1 0 0,7 2 1 0 0,1 0 30 0 0,-1 0 1 0 0,1-1-1 0 0,-1 0 0 0 0,1 0 1 0 0,18-1-1 0 0,-24-1-5 0 0,0 0 0 0 0,0 0-1 0 0,1-1 1 0 0,-2 0 0 0 0,2 0 0 0 0,-2 0 0 0 0,2-1 0 0 0,-1 1 0 0 0,-1-1-1 0 0,1 0 1 0 0,0-1 0 0 0,-1 1 0 0 0,0-1 0 0 0,1 1 0 0 0,-1-1 0 0 0,0 0-1 0 0,-1-1 1 0 0,1 2 0 0 0,-1-2 0 0 0,1 0 0 0 0,-1 0 0 0 0,0 1-1 0 0,4-9 1 0 0,2-6 288 0 0,0 0 0 0 0,-2 0 0 0 0,0-2 0 0 0,4-25 0 0 0,0 8 1024 0 0,-8 41-1740 0 0,1 17 171 0 0,-1-7 170 0 0,0 0-1 0 0,1 0 1 0 0,9 21 0 0 0,-9-30 26 0 0,-1 1 0 0 0,1-1 1 0 0,0 0-1 0 0,1 0 1 0 0,0-1-1 0 0,-1 1 1 0 0,2-1-1 0 0,-1 0 1 0 0,0 0-1 0 0,1-1 1 0 0,0 1-1 0 0,11 4 1 0 0,-10-6-635 0 0,1 1 0 0 0,-1-1 1 0 0,0 0-1 0 0,1 0 0 0 0,0-1 0 0 0,13 1 1 0 0,-3-2-2232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7.7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57 6957 0 0,'-5'-21'240'0'0,"-7"-13"1740"0"0,12 33-1717 0 0,-1 11-327 0 0,1 0 0 0 0,0 0 1 0 0,1 1-1 0 0,3 13 0 0 0,0 17 27 0 0,-1 48-15 0 0,-3-46 23 0 0,1-2 0 0 0,15 75 0 0 0,-15-110 36 0 0,0 0 0 0 0,1 0 0 0 0,-1 0 0 0 0,2 0 0 0 0,-1 0 0 0 0,1-1 0 0 0,0 0 0 0 0,0 1-1 0 0,0-1 1 0 0,1 0 0 0 0,0 0 0 0 0,1 0 0 0 0,-1 0 0 0 0,0-1 0 0 0,1 0 0 0 0,1 0-1 0 0,-1 0 1 0 0,0-1 0 0 0,1 1 0 0 0,-1-1 0 0 0,2 0 0 0 0,-2-1 0 0 0,1 1 0 0 0,0-1 0 0 0,1 0-1 0 0,0 0 1 0 0,6 1 0 0 0,1-1-86 0 0,0 1 0 0 0,1-2-1 0 0,-1 0 1 0 0,0-1 0 0 0,1 0 0 0 0,-1 0-1 0 0,23-5 1 0 0,-15 0-1320 0 0,-1 1 0 0 0,24-10 0 0 0,-21 6-1052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8.1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 54 5737 0 0,'-24'-7'549'0'0,"24"7"-544"0"0,0 0 0 0 0,0 0 0 0 0,0 0 0 0 0,0 0 0 0 0,0-1 0 0 0,0 1-1 0 0,0 0 1 0 0,0 0 0 0 0,0-1 0 0 0,0 1 0 0 0,0 0 0 0 0,0 0-1 0 0,0-1 1 0 0,0 1 0 0 0,0 0 0 0 0,0 0 0 0 0,0 0 0 0 0,0 0 0 0 0,0 0-1 0 0,1-1 1 0 0,-1 1 0 0 0,0 0 0 0 0,0 0 0 0 0,0 0 0 0 0,0-1 0 0 0,1 1-1 0 0,-1 0 1 0 0,0 0 0 0 0,0 0 0 0 0,0 0 0 0 0,0 0 0 0 0,0 0 0 0 0,0 0-1 0 0,0 0 1 0 0,1 0 0 0 0,-1 0 0 0 0,0 0 0 0 0,0 0 0 0 0,1-1 0 0 0,-1 1-1 0 0,0 0 1 0 0,0 0 0 0 0,1 0 0 0 0,-1 0 0 0 0,0 0 0 0 0,0 0-1 0 0,0 0 1 0 0,0 0 0 0 0,47-9 68 0 0,-41 8-59 0 0,172-22 111 0 0,-105 15-3587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8.5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 4716 0 0,'12'-3'5356'0'0,"-10"4"-5396"0"0,-1 0 0 0 0,0 1-1 0 0,0-2 1 0 0,0 2-1 0 0,0-2 1 0 0,-1 2 0 0 0,1-1-1 0 0,0 1 1 0 0,0-1-1 0 0,0 0 1 0 0,-1 0 0 0 0,0 1-1 0 0,0-1 1 0 0,1 0 0 0 0,0 4-1 0 0,6 31-249 0 0,-5-24 222 0 0,36 145-345 0 0,-36-152 33 0 0,0 4 630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9.1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13 5537 0 0,'7'-12'-2749'0'0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0.1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131 56 3644 0 0,'0'0'868'0'0,"-1"0"-854"0"0,1 0 0 0 0,0 0 0 0 0,0 0 0 0 0,0 0 0 0 0,0 0 0 0 0,0 0 0 0 0,-1 0 0 0 0,1 0 0 0 0,0 0 0 0 0,0 0 0 0 0,0 0 0 0 0,0 0 0 0 0,0 0 0 0 0,-1 0 0 0 0,1 0 0 0 0,0 0 0 0 0,0 0 0 0 0,0 0 0 0 0,0-1 0 0 0,0 1 0 0 0,0 0 0 0 0,0 0 0 0 0,0 0 0 0 0,0 0 0 0 0,0 0 0 0 0,0 0 0 0 0,0 0 0 0 0,0 0 0 0 0,0 0 0 0 0,0 0 0 0 0,0 0 0 0 0,0 0 0 0 0,0 0 0 0 0,0-1 0 0 0,0 1 0 0 0,0 0 0 0 0,0 0 0 0 0,0 0 0 0 0,0 0 0 0 0,0 0 0 0 0,0-1 0 0 0,0 1 0 0 0,0 0 0 0 0,0 0 0 0 0,0 0 0 0 0,0 0 0 0 0,0 0 0 0 0,0-1 0 0 0,0 1 0 0 0,0 0 0 0 0,0 0 0 0 0,0 0 0 0 0,0 0 0 0 0,0 0 0 0 0,-8 3-9 0 0,0-1 0 0 0,0 1-1 0 0,1 0 1 0 0,0 1-1 0 0,0-1 1 0 0,0 1-1 0 0,0 1 1 0 0,0-1-1 0 0,1 1 1 0 0,0 0-1 0 0,0 0 1 0 0,0 1-1 0 0,1 0 1 0 0,0-1-1 0 0,0 2 1 0 0,1-1-1 0 0,0 0 1 0 0,0 1-1 0 0,1 0 1 0 0,-4 10-1 0 0,6-16 1 0 0,1 1-1 0 0,0-1 0 0 0,0 1 1 0 0,0 0-1 0 0,0-1 0 0 0,1 1 1 0 0,-1 0-1 0 0,1-1 0 0 0,-1 1 1 0 0,0 0-1 0 0,1-1 1 0 0,0 1-1 0 0,0-1 0 0 0,-1 1 1 0 0,1-1-1 0 0,0 0 0 0 0,0 1 1 0 0,0-1-1 0 0,0 1 0 0 0,1-1 1 0 0,-1 0-1 0 0,0 0 1 0 0,1 0-1 0 0,-1 0 0 0 0,3 1 1 0 0,1 2 15 0 0,1-1 0 0 0,-1 0 0 0 0,2 1 0 0 0,-1-2 0 0 0,9 3 0 0 0,10 3 35 0 0,-1-3 0 0 0,1 0 0 0 0,0-1-1 0 0,35 1 1 0 0,-47-5-4 0 0,-1 0 0 0 0,1 0-1 0 0,0-1 1 0 0,-1-1 0 0 0,1 1-1 0 0,-1-2 1 0 0,0 0 0 0 0,0 0-1 0 0,0-1 1 0 0,20-8 0 0 0,-28 10-28 0 0,0-1 0 0 0,-1 1 0 0 0,1 0 0 0 0,-1 0 0 0 0,1-1 0 0 0,-1 0 0 0 0,-1 1 0 0 0,1-1 0 0 0,0 0 0 0 0,0-1 0 0 0,-1 1 0 0 0,0 0 0 0 0,1 0 0 0 0,-2-1 0 0 0,2 1 0 0 0,-2-1 0 0 0,1 0 0 0 0,-1 0 0 0 0,0 1 0 0 0,0-2 0 0 0,0 2 0 0 0,-1-1 0 0 0,0 0 0 0 0,0-4 0 0 0,0 3 1 0 0,-1 0 1 0 0,-1 0-1 0 0,1 1 1 0 0,-1-1-1 0 0,1 1 1 0 0,-2-1-1 0 0,1 0 1 0 0,0 1-1 0 0,-1 0 1 0 0,0 0-1 0 0,0-1 1 0 0,0 2-1 0 0,-1-1 1 0 0,0 0-1 0 0,0 1 1 0 0,0-1-1 0 0,1 1 1 0 0,-10-4-1 0 0,2 0 15 0 0,-1 2-1 0 0,1 0 0 0 0,-1 0 0 0 0,0 0 0 0 0,-1 2 0 0 0,1-1 0 0 0,-17-1 1 0 0,-90-6 156 0 0,106 10-186 0 0,0-1 192 0 0,8 1-1096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0.8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1 4068 0 0,'0'0'4741'0'0,"0"3"-4873"0"0,-4 7 93 0 0,2 0 0 0 0,0 1-1 0 0,-1-1 1 0 0,3 1-1 0 0,-1 0 1 0 0,1 0 0 0 0,1 14-1 0 0,2-4 24 0 0,0 0-1 0 0,2-1 1 0 0,6 21 0 0 0,-5-13 2878 0 0,-14-37-2264 0 0,4 3-516 0 0,-1-1 1 0 0,1 0-1 0 0,1 0 0 0 0,-1 0 1 0 0,2 0-1 0 0,-1-1 1 0 0,1 0-1 0 0,0 0 0 0 0,1 1 1 0 0,0 0-1 0 0,0-1 0 0 0,1 0 1 0 0,0 0-1 0 0,2-12 0 0 0,-2 16-111 0 0,0 0 0 0 0,2 1 0 0 0,-1-1 0 0 0,-1 0 0 0 0,2 1 0 0 0,0-1 0 0 0,-1 1 0 0 0,1-1 0 0 0,0 1 0 0 0,0 0 0 0 0,1 0 0 0 0,-1 0 0 0 0,0 0 0 0 0,1 0 0 0 0,1 0 0 0 0,-2 1 0 0 0,1-1 0 0 0,1 1 0 0 0,-1 0 0 0 0,0 0 0 0 0,1 0 0 0 0,-1 0 0 0 0,1 0 0 0 0,0 1 0 0 0,0-1 0 0 0,0 2 0 0 0,0-2 0 0 0,0 2 0 0 0,-1-1 0 0 0,2 0 0 0 0,4 1 0 0 0,-2 0-43 0 0,1 0 1 0 0,0 1 0 0 0,0 0-1 0 0,0 0 1 0 0,-1 0 0 0 0,0 2-1 0 0,1-1 1 0 0,-1 0 0 0 0,1 1-1 0 0,-1-1 1 0 0,0 2 0 0 0,0 0-1 0 0,-1-1 1 0 0,7 6 0 0 0,12 9-164 0 0,-3 0 0 0 0,27 27 0 0 0,-34-31 86 0 0,-13-12 46 0 0,-1 0 0 0 0,1-1 0 0 0,-1 1-1 0 0,0 0 1 0 0,1 0 0 0 0,-2-1 0 0 0,2 1 0 0 0,-1 1-1 0 0,-1-1 1 0 0,1-1 0 0 0,0 1 0 0 0,-1 0 0 0 0,1 0-1 0 0,0 4 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1.8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 9 6653 0 0,'0'0'-269'0'0,"4"-4"-1006"0"0,-4 4 1247 0 0,0 0-1 0 0,0 0 1 0 0,-1 0 0 0 0,1 0 0 0 0,0 0 0 0 0,0 0 0 0 0,0 0 0 0 0,0-1 0 0 0,0 1 0 0 0,0 0 0 0 0,-1 0-1 0 0,1 0 1 0 0,0 0 0 0 0,0-1 0 0 0,-2 1-4 0 0,-1-1-1 0 0,1 1 1 0 0,-1 0-1 0 0,0-1 1 0 0,1 1-1 0 0,0 0 1 0 0,-1 0-1 0 0,0 0 0 0 0,1 0 1 0 0,0 1-1 0 0,-1-1 1 0 0,1 0-1 0 0,0 1 1 0 0,-1 0-1 0 0,1 0 1 0 0,-4 1-1 0 0,4-1-16 0 0,2-1-50 0 0,-1 0 66 0 0,1 0 1 0 0,0 0-1 0 0,-1 1 0 0 0,1-1 0 0 0,-1 0 0 0 0,0 0 1 0 0,1 0-1 0 0,0 0 0 0 0,0 1 0 0 0,-1-1 0 0 0,1 1 1 0 0,-1-1-1 0 0,1 1 0 0 0,-1-1 0 0 0,1 0 0 0 0,0 0 1 0 0,-1 1-1 0 0,1 0 0 0 0,0-1 0 0 0,0 0 0 0 0,0 0 1 0 0,0 1-1 0 0,0 0 0 0 0,-1-1 0 0 0,1 1 0 0 0,0-1 1 0 0,0 0-1 0 0,0 1 0 0 0,0 0 0 0 0,0-1 0 0 0,0 0 1 0 0,0 1-1 0 0,0-1 0 0 0,0 1 0 0 0,1-1 0 0 0,-1 0 1 0 0,0 1-1 0 0,0 0 0 0 0,0-1 0 0 0,0 1 0 0 0,0-1 1 0 0,0 0-1 0 0,1 1 0 0 0,0 1 24 0 0,-8 18 171 0 0,9-20-92 0 0,1 1 0 0 0,-1-1 0 0 0,0 0-1 0 0,1 0 1 0 0,-1 0 0 0 0,0 0 0 0 0,1-1-1 0 0,-2 1 1 0 0,5-2 0 0 0,-6 2-90 0 0,4-1 188 0 0,5-2-1087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26.9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2659 98 6673 0 0,'15'-12'561'0'0,"-17"9"-474"0"0,0 1 1 0 0,-1-1-1 0 0,1 0 0 0 0,-1 1 0 0 0,0 0 1 0 0,0-1-1 0 0,0 1 0 0 0,0 0 1 0 0,-1 0-1 0 0,1 1 0 0 0,-1-1 1 0 0,0 1-1 0 0,1-1 0 0 0,-1 1 0 0 0,-7-1 1 0 0,-8-3 61 0 0,-34-4 0 0 0,-44-6-33 0 0,-67-6 97 0 0,93 19-213 0 0,-1 2-1 0 0,-89 11 0 0 0,-70 18-34 0 0,149-17 52 0 0,26-5-6 0 0,-142 18-27 0 0,147-20 16 0 0,-53 13 1 0 0,52-7-10 0 0,-174 32-13 0 0,165-30-13 0 0,-112 37-1 0 0,161-46 36 0 0,-22 8-22 0 0,2 2-1 0 0,0 0 1 0 0,-50 30-1 0 0,40-15 9 0 0,3 2 0 0 0,1 1 1 0 0,1 2-1 0 0,-44 52 0 0 0,50-50-29 0 0,-33 48 0 0 0,-21 63-101 0 0,78-130 117 0 0,-4 5-58 0 0,-12 42-1 0 0,3-4 4 0 0,14-43 61 0 0,-7 38 0 0 0,7-29 3 0 0,0 15-15 0 0,1 0 0 0 0,2 61 1 0 0,0 2 10 0 0,2-46 12 0 0,1-34-8 0 0,-2 0 0 0 0,-5 31 0 0 0,2-25 19 0 0,3 0-1 0 0,0 40 1 0 0,2-52 1 0 0,-6 132 7 0 0,-2 104 6 0 0,8-196 35 0 0,17 111 0 0 0,-11-132-31 0 0,3 1 1 0 0,1-1 0 0 0,2 0 0 0 0,2-1-1 0 0,2-1 1 0 0,21 37 0 0 0,7 1-20 0 0,-12-16-1 0 0,60 76 0 0 0,59 66-40 0 0,-133-172 29 0 0,0 1 1 0 0,-2 1-1 0 0,-2 0 1 0 0,-1 0-1 0 0,-2 1 0 0 0,0 1 1 0 0,-3 0-1 0 0,5 34 0 0 0,-1 97-16 0 0,13-53-1 0 0,-24-97 31 0 0,1-1 0 0 0,1 0 0 0 0,1 0 0 0 0,0 0 0 0 0,0 0 0 0 0,2 0 0 0 0,9 15-1 0 0,0 1 11 0 0,-13-22-12 0 0,-1-1 0 0 0,2 0-1 0 0,-1-1 1 0 0,0 2-1 0 0,1-1 1 0 0,4 3-1 0 0,63 74 79 0 0,-45-55-64 0 0,-15-16-1 0 0,-1 1-1 0 0,1-2 1 0 0,2 1-1 0 0,-1-1 1 0 0,17 10-1 0 0,53 34 22 0 0,7 5 0 0 0,-40-27-21 0 0,-34-21-7 0 0,0-2-1 0 0,19 11 1 0 0,0-1 0 0 0,-12-6 2 0 0,36 14 0 0 0,-31-16 14 0 0,-1-1 0 0 0,1-2 1 0 0,36 6-1 0 0,-33-7-17 0 0,16 0 48 0 0,60 2-1 0 0,-84-7-27 0 0,20 2 0 0 0,14 1-2 0 0,-25-3-33 0 0,87 0 52 0 0,27-8-7 0 0,-110 5-38 0 0,58-6 52 0 0,95-21-1 0 0,45-32 316 0 0,-170 38-274 0 0,0-3 0 0 0,-2-2 0 0 0,68-43 0 0 0,-88 48 54 0 0,-1-3-1 0 0,0-1 0 0 0,-3-1 1 0 0,54-53-1 0 0,-54 44-81 0 0,94-106 131 0 0,-50 55-28 0 0,-53 59-93 0 0,1-1 0 0 0,-3-1 0 0 0,32-50 0 0 0,31-118 257 0 0,-61 134-280 0 0,-20 47-49 0 0,99-262 195 0 0,-85 227-110 0 0,39-74 0 0 0,3-3 203 0 0,0 8 8 0 0,-35 62-171 0 0,39-100 681 0 0,-37 46-173 0 0,-18 63-478 0 0,27-149-37 0 0,-37 181-41 0 0,3-6 75 0 0,-2 0 0 0 0,-2 0 1 0 0,0 0-1 0 0,-2-1 0 0 0,-1 0 1 0 0,-6-25-1 0 0,4 29 54 0 0,-3-39 1 0 0,3 14-37 0 0,-5 0 267 0 0,-3 1 0 0 0,-1 0 0 0 0,-24-55 1 0 0,36 100-431 0 0,-3-10 67 0 0,1 1 1 0 0,-3 0-1 0 0,2 0 0 0 0,-2 0 0 0 0,0 1 1 0 0,-12-15-1 0 0,13 18-51 0 0,1 0 1 0 0,0 0-1 0 0,1 0 1 0 0,0-1-1 0 0,-4-8 0 0 0,6 11-9 0 0,-8-14 46 0 0,0 0-1 0 0,-17-22 1 0 0,4 6 16 0 0,-43-75 78 0 0,59 99-145 0 0,-67-102 207 0 0,59 93-155 0 0,0 2 1 0 0,-1 0-1 0 0,-32-28 0 0 0,15 11 2 0 0,26 27-61 0 0,1 1 0 0 0,-1-1 0 0 0,0 2 0 0 0,-8-7 0 0 0,-25-25 5 0 0,8 6-23 0 0,12 14 10 0 0,-9-7-7 0 0,2-1 8 0 0,3 3-26 0 0,0 2-1 0 0,-39-28 0 0 0,54 43 31 0 0,-67-46-6 0 0,-36-11-93 0 0,27 28 1 0 0,-16 1-57 0 0,49 17 88 0 0,28 10 17 0 0,-22-8-15 0 0,41 13 66 0 0,-2 0 0 0 0,-39-14-63 0 0,22 11 61 0 0,-27-7-28 0 0,49 11 33 0 0,-2-1 1 0 0,-3 0-3 0 0,4 1 3 0 0,-10-4 333 0 0,-2 2-1335 0 0,69-14-12216 0 0,-31 11 10259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29.62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418 48 1440 0 0,'6'-8'3411'0'0,"-6"8"-3220"0"0,0-1-1 0 0,0 1 0 0 0,0-1 1 0 0,0 0-1 0 0,0 0 0 0 0,-20-16 388 0 0,19 16-506 0 0,-38-9 213 0 0,22 7-278 0 0,0 1 1 0 0,1 0-1 0 0,-1 1 0 0 0,1 1 1 0 0,-2 1-1 0 0,1 0 0 0 0,1 1 1 0 0,0 0-1 0 0,-2 1 0 0 0,3 1 1 0 0,-1 1-1 0 0,0 0 0 0 0,0 0 1 0 0,1 2-1 0 0,0 0 0 0 0,-26 15 1 0 0,36-19-19 0 0,0-1 0 0 0,1 1 0 0 0,0 0 0 0 0,0 0 0 0 0,0 0 0 0 0,0 0-1 0 0,0 0 1 0 0,1 1 0 0 0,-1 0 0 0 0,1 0 0 0 0,1 0 0 0 0,-1-1 0 0 0,0 2 0 0 0,-1 4 0 0 0,3-8-3 0 0,1 1-2 0 0,-3 2 0 0 0,2-3 5 0 0,1 1 6 0 0,1 0 0 0 0,-1 0 0 0 0,1 0 0 0 0,-1-1 0 0 0,1 2 0 0 0,0-1 0 0 0,0-1 0 0 0,-1 1-1 0 0,2 0 1 0 0,-1-1 0 0 0,0 1 0 0 0,0 0 0 0 0,1-1 0 0 0,-1 0 0 0 0,1 1 0 0 0,-1-1 0 0 0,1 1 0 0 0,-1-2 0 0 0,1 2 0 0 0,0-2 0 0 0,0 2 0 0 0,-1-1 0 0 0,2-1 0 0 0,-2 1 0 0 0,2 0-1 0 0,-1-1 1 0 0,0 1 0 0 0,4 0 0 0 0,4 2 11 0 0,1-2 0 0 0,-1 0 0 0 0,1 1 0 0 0,12-1 0 0 0,78 0-9 0 0,-98-1 1 0 0,41 0-12 0 0,-44 0 14 0 0,1-1 1 0 0,-1 1 0 0 0,0 0-1 0 0,1 0 1 0 0,-1 0-1 0 0,0 0 1 0 0,0 0-1 0 0,0 0 1 0 0,1 0-1 0 0,-1 0 1 0 0,1-1-1 0 0,-1 1 1 0 0,1 0-1 0 0,-1 0 1 0 0,0 0-1 0 0,1 0 1 0 0,-1 0-1 0 0,0 0 1 0 0,0 0 0 0 0,1 0-1 0 0,-1 0 1 0 0,1 0-1 0 0,-1 0 1 0 0,0 1-1 0 0,1-1 1 0 0,-1 0-1 0 0,1 0 1 0 0,20 2 3 0 0,-8-1-8 0 0,-2 0-9 0 0,2-1-1 0 0,-1 2 1 0 0,-1 0-1 0 0,1 0 0 0 0,0 1 1 0 0,-1 0-1 0 0,13 6 1 0 0,-20-8 7 0 0,1 0-3 0 0,0 0-1 0 0,2 1 0 0 0,-2 0 1 0 0,1 0-1 0 0,-1 0 0 0 0,0 1 1 0 0,0 0-1 0 0,0 0 0 0 0,-1 0 1 0 0,1 0-1 0 0,0 1 0 0 0,0 0 1 0 0,-2-1-1 0 0,1 1 0 0 0,6 9 1 0 0,-3-4-9 0 0,-4-7 11 0 0,-1 2 0 0 0,0-1 1 0 0,1 0-1 0 0,-2 1 0 0 0,2-1 1 0 0,-2 1-1 0 0,0 0 0 0 0,2 6 1 0 0,-1-8 7 0 0,-2 0 0 0 0,1 0 1 0 0,0 0-1 0 0,0 1 1 0 0,-1-1-1 0 0,1 0 0 0 0,-1 1 1 0 0,0-1-1 0 0,0 1 1 0 0,0-1-1 0 0,0 0 0 0 0,0 1 1 0 0,-1-1-1 0 0,1 1 1 0 0,-1-1-1 0 0,-1 3 0 0 0,-1 2 29 0 0,3-5-21 0 0,-1 0-1 0 0,0-1 1 0 0,-1 1-1 0 0,2 0 1 0 0,-1 0-1 0 0,-1-1 1 0 0,1 1 0 0 0,0 0-1 0 0,-1-1 1 0 0,1 1-1 0 0,-1-1 1 0 0,0 0 0 0 0,0 1-1 0 0,1-1 1 0 0,-1 0-1 0 0,-2 1 1 0 0,-35 12 93 0 0,18-7-44 0 0,-2 0 173 0 0,0-1 0 0 0,-1 0 1 0 0,1-2-1 0 0,-1-1 0 0 0,1-1 1 0 0,-44 0-1 0 0,8-6 1243 0 0,58 4-1357 0 0,-41-10-835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1.0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213 61 5773 0 0,'3'-5'-406'0'0,"-2"5"456"0"0,-1-1 0 0 0,0 1 0 0 0,1-1-1 0 0,-1 1 1 0 0,1-1 0 0 0,-1 0 0 0 0,1 0-1 0 0,-1 1 1 0 0,1-1 0 0 0,-1 0 0 0 0,0 1-1 0 0,0-1 1 0 0,0 0 0 0 0,0 1 0 0 0,0-1-1 0 0,0 0 1 0 0,0 0 0 0 0,0 1 0 0 0,0-1-1 0 0,0 0 1 0 0,0 1 0 0 0,0-1 0 0 0,0 0-1 0 0,0 0 1 0 0,0 1 0 0 0,-1-2 0 0 0,0 0 87 0 0,0 1-92 0 0,0 0-1 0 0,1 0 1 0 0,-1-1 0 0 0,0 1 0 0 0,0-1-1 0 0,1 2 1 0 0,-2-2 0 0 0,1 2-1 0 0,0-2 1 0 0,0 2 0 0 0,-1-2 0 0 0,2 1-1 0 0,-2 1 1 0 0,0-1 0 0 0,2 0 0 0 0,-2 1-1 0 0,-1-2 1 0 0,-29-10 250 0 0,21 10-294 0 0,0 1 0 0 0,0 1-1 0 0,0-1 1 0 0,-11 2 0 0 0,17 1-13 0 0,1 0 0 0 0,-2 0 0 0 0,1 0 1 0 0,2 0-1 0 0,-2 1 0 0 0,1 0 0 0 0,-1 0 0 0 0,1 0 0 0 0,1 0 0 0 0,-5 5 1 0 0,1-2-5 0 0,2 0-1 0 0,0 0 1 0 0,0 1 0 0 0,-1 0 0 0 0,-4 9 0 0 0,9-11-4 0 0,-2 0-1 0 0,2 1 0 0 0,-1 0 1 0 0,2-1-1 0 0,-1 1 0 0 0,0 0 1 0 0,1-1-1 0 0,0 1 0 0 0,0-1 0 0 0,1 1 1 0 0,0 0-1 0 0,2 9 0 0 0,-3-11 9 0 0,2-1 0 0 0,0 2-1 0 0,-1-1 1 0 0,1-1-1 0 0,1 2 1 0 0,-1-2-1 0 0,0 1 1 0 0,1-1 0 0 0,0 1-1 0 0,0-1 1 0 0,0 0-1 0 0,0 0 1 0 0,0 0-1 0 0,1 0 1 0 0,0 0 0 0 0,0-1-1 0 0,5 3 1 0 0,-5-2 14 0 0,2-1 0 0 0,-1 0-1 0 0,1 0 1 0 0,-1 0 0 0 0,1 0 0 0 0,0-1 0 0 0,11 2 0 0 0,-15-3 2 0 0,1-1 1 0 0,0 1-1 0 0,-1 0 0 0 0,0-1 1 0 0,1 1-1 0 0,0-1 0 0 0,-1 0 1 0 0,0 1-1 0 0,1-1 0 0 0,-1 0 1 0 0,0 0-1 0 0,1-1 0 0 0,-1 1 1 0 0,0 0-1 0 0,1-1 0 0 0,-2 1 1 0 0,2-1-1 0 0,-2 0 0 0 0,1 1 1 0 0,-1-1-1 0 0,3-3 0 0 0,13-18 339 0 0,0 1 1 0 0,-2-2-1 0 0,-1 0 0 0 0,13-31 0 0 0,-15 29 459 0 0,-11 24-742 0 0,-1 19-388 0 0,0-1 0 0 0,2 1 0 0 0,5 26 0 0 0,-3-31 288 0 0,0-2 0 0 0,1 1 0 0 0,0-1 0 0 0,9 11 0 0 0,-13-18-140 0 0,1 0 1 0 0,1 0-1 0 0,0 0 0 0 0,-1 0 0 0 0,1-1 0 0 0,0 1 0 0 0,0-1 0 0 0,1 0 0 0 0,-1 0 0 0 0,0 0 0 0 0,0-1 0 0 0,1 2 0 0 0,0-2 0 0 0,-1 0 0 0 0,1 0 0 0 0,0 0 0 0 0,4 1 0 0 0,15-5-3134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2.7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1 133 4832 0 0,'5'-13'874'0'0,"-2"22"-519"0"0,1 16-415 0 0,1-15 59 0 0,46 113 22 0 0,-38-89 2519 0 0,-14-37-2372 0 0,-7-24 174 0 0,-2-2-94 0 0,2-2 1 0 0,-5-32-1 0 0,10 39-180 0 0,-3-59 80 0 0,11 56-1703 0 0,-2 28 1504 0 0,0 1 29 0 0,-1-2-1 0 0,1 2 1 0 0,0-1 0 0 0,-1 1-1 0 0,0-1 1 0 0,1 0-1 0 0,-1 2 1 0 0,0-2 0 0 0,1 1-1 0 0,-2 0 1 0 0,1 0 0 0 0,0 0-1 0 0,0 1 1 0 0,-1-1-1 0 0,2 3 1 0 0,22 33-163 0 0,48 79 65 0 0,-55-86 159 0 0,-18-30 2 0 0,1-7 441 0 0,0-1-1 0 0,-1 1 0 0 0,0-1 1 0 0,-1 1-1 0 0,0-1 0 0 0,-1-6 1 0 0,-2-48-483 0 0,6 48-44 0 0,-1-1 0 0 0,2 1 0 0 0,0 0 0 0 0,11-25 1 0 0,-3 12-306 0 0,-11 25 278 0 0,3-3-216 0 0,4-9-10 0 0,-6 13 257 0 0,-1-1-1 0 0,0 1 1 0 0,0 0-1 0 0,1 0 1 0 0,-1 0-1 0 0,0-1 1 0 0,1 1-1 0 0,-1-1 1 0 0,0 1-1 0 0,1 0 1 0 0,-1 0-1 0 0,0-1 1 0 0,0 1-1 0 0,0 0 1 0 0,1 0 0 0 0,-1 0-1 0 0,1 0 1 0 0,-1 0-1 0 0,1 0 1 0 0,-1 0-1 0 0,0 0 1 0 0,0 0-1 0 0,1-1 1 0 0,-1 1-1 0 0,1 0 1 0 0,-1 0-1 0 0,1 0 1 0 0,-1 1-1 0 0,1-1 1 0 0,-1 0 0 0 0,0 0-1 0 0,0 0 1 0 0,1 0-1 0 0,3 3 0 0 0,0-1 1 0 0,-1 2-1 0 0,0-1 1 0 0,0 0-1 0 0,0 1 0 0 0,0-1 1 0 0,0 1-1 0 0,-1-1 0 0 0,1 2 1 0 0,-2-2-1 0 0,1 1 0 0 0,2 7 1 0 0,17 40-88 0 0,46 117-31 0 0,-64-159-34 0 0,4 10 307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4.0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5617 0 0,'9'-20'974'0'0,"-9"20"-962"0"0,0 0 1 0 0,1 0 0 0 0,-1 1-1 0 0,0-1 1 0 0,1 0 0 0 0,-1 1-1 0 0,1-1 1 0 0,-1 0 0 0 0,0 1-1 0 0,0-1 1 0 0,0 0 0 0 0,0 0-1 0 0,0 0 1 0 0,1 1 0 0 0,-1-1-1 0 0,0 1 1 0 0,0-1 0 0 0,0 0-1 0 0,0 0 1 0 0,0 1 0 0 0,1-1-1 0 0,-1 1 1 0 0,0-1 0 0 0,0 0-1 0 0,0 0 1 0 0,0 1 0 0 0,0-1-1 0 0,0 0 1 0 0,-1 1 0 0 0,1 0-1 0 0,2 49-33 0 0,-2-43 19 0 0,1 28-15 0 0,3-1 0 0 0,13 49 0 0 0,1 16 2 0 0,6 6 8 0 0,-5-26 44 0 0,-14-57 18 0 0,3 26 2644 0 0,-19-63-2384 0 0,8 12-262 0 0,-4-12 18 0 0,0 0-1 0 0,1 0 1 0 0,1 0-1 0 0,1-1 1 0 0,-4-25-1 0 0,4 20-43 0 0,-7-39 41 0 0,3 0 0 0 0,1-81 0 0 0,10 55-47 0 0,-3 79-25 0 0,1 1 0 0 0,-1 0-1 0 0,2 0 1 0 0,-1 0 0 0 0,2-6 0 0 0,-3 12-2 0 0,0-4-1 0 0,1 1 1 0 0,0-1-1 0 0,1 1 1 0 0,-2-1 0 0 0,2 1-1 0 0,-1-1 1 0 0,4-4-1 0 0,-4 8-13 0 0,22-26-246 0 0,-18 24 205 0 0,0 0 1 0 0,2 1 0 0 0,-2-1 0 0 0,1 1 0 0 0,1 0 0 0 0,-1 0-1 0 0,-1 1 1 0 0,1-1 0 0 0,1 1 0 0 0,-1 0 0 0 0,0 1 0 0 0,0-1-1 0 0,0 1 1 0 0,8 2 0 0 0,-4-1-39 0 0,1 1 1 0 0,-1 0-1 0 0,0 0 0 0 0,0 1 1 0 0,0 0-1 0 0,0 1 0 0 0,12 8 0 0 0,-19-11 67 0 0,1 0-1 0 0,-1 0 1 0 0,1 0 0 0 0,-1 0-1 0 0,0 1 1 0 0,0-1-1 0 0,-1 1 1 0 0,1 0-1 0 0,0 0 1 0 0,-2 0-1 0 0,2 0 1 0 0,-1 0-1 0 0,-1 0 1 0 0,1 1-1 0 0,0-1 1 0 0,-1 0-1 0 0,1 1 1 0 0,-2-1-1 0 0,1 1 1 0 0,1 4-1 0 0,-3-6 33 0 0,1 0-1 0 0,-1-1 1 0 0,0 0-1 0 0,1 2 1 0 0,-1-2-1 0 0,0 0 1 0 0,0 2-1 0 0,1-2 1 0 0,-2 0-1 0 0,1 1 1 0 0,0-1-1 0 0,0 1 1 0 0,-1-1-1 0 0,1 0 1 0 0,-1 0-1 0 0,1 1 1 0 0,-1-2-1 0 0,1 1 1 0 0,-3 2-1 0 0,-35 15 87 0 0,36-17-74 0 0,-14 6 183 0 0,0-2 1 0 0,0 1 0 0 0,-27 4-1 0 0,42-9-359 0 0,-8-1-582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4.7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86 5569 0 0,'1'-14'415'0'0,"0"0"1"0"0,2 0-1 0 0,-1 0 1 0 0,6-14-1 0 0,-8 27-102 0 0,40 172-431 0 0,13 27 80 0 0,-50-187 39 0 0,7 25 29 0 0,-3 0 0 0 0,-1 0 0 0 0,1 52 0 0 0,-3-75 94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35.5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1 204 5240 0 0,'30'-1'-1182'0'0,"-29"1"1153"0"0,13-1 36 0 0,0-1-1 0 0,0 0 1 0 0,18-6-1 0 0,-26 6 91 0 0,-2 0 1 0 0,1 0-1 0 0,0-1 0 0 0,-1 1 0 0 0,0 0 0 0 0,1-1 0 0 0,-1 0 0 0 0,0-1 0 0 0,-1 1 0 0 0,1 0 1 0 0,0-1-1 0 0,4-7 0 0 0,-1 1 181 0 0,0 0 0 0 0,-1-2-1 0 0,8-14 1 0 0,-13 22-111 0 0,1-1 0 0 0,0 1-1 0 0,-1 0 1 0 0,0-1-1 0 0,-1 0 1 0 0,1 1 0 0 0,0-1-1 0 0,-1 1 1 0 0,0-1 0 0 0,-1 0-1 0 0,1 0 1 0 0,-2-4-1 0 0,2 8-147 0 0,0-1-1 0 0,-1 2 0 0 0,0-2 0 0 0,1 1 0 0 0,-1 0 0 0 0,1 0 0 0 0,-1 0 0 0 0,0 0 0 0 0,0 0 0 0 0,1 0 0 0 0,-1 0 0 0 0,-1 0 0 0 0,1 0 1 0 0,1 0-1 0 0,-2 0 0 0 0,1 1 0 0 0,1-1 0 0 0,-2 0 0 0 0,0 1 0 0 0,2-1 0 0 0,-2 1 0 0 0,-1-2 0 0 0,0 2-14 0 0,1 0-1 0 0,-2-1 1 0 0,1 1 0 0 0,0 0-1 0 0,0 0 1 0 0,1 0-1 0 0,-1 0 1 0 0,0 1 0 0 0,-1-1-1 0 0,-2 2 1 0 0,0-1-26 0 0,0 1 1 0 0,-1 0 0 0 0,1 1-1 0 0,0-1 1 0 0,1 1-1 0 0,-1 1 1 0 0,0-1 0 0 0,1 1-1 0 0,-6 4 1 0 0,5-2-8 0 0,1 0 0 0 0,-1 0 0 0 0,1 1 1 0 0,0 0-1 0 0,0 0 0 0 0,1 0 0 0 0,1 0 0 0 0,-1 1 1 0 0,1 0-1 0 0,-2 7 0 0 0,4-11 23 0 0,0-1 1 0 0,1 0-1 0 0,0 1 0 0 0,0-2 1 0 0,0 2-1 0 0,0-1 0 0 0,0 0 1 0 0,0 1-1 0 0,1-1 0 0 0,0 0 1 0 0,0 1-1 0 0,-1-2 0 0 0,2 1 1 0 0,0 1-1 0 0,-1-1 0 0 0,1-1 1 0 0,-1 1-1 0 0,2 0 0 0 0,-2 0 1 0 0,1 0-1 0 0,1-1 0 0 0,-1 1 1 0 0,1-1-1 0 0,0 0 0 0 0,-1 0 1 0 0,1 0-1 0 0,6 3 0 0 0,5 2 3 0 0,2 0-1 0 0,0-1 1 0 0,0 0-1 0 0,1-1 1 0 0,-1 0-1 0 0,2-2 1 0 0,29 5-1 0 0,6-4-308 0 0,65-2 0 0 0,31-11-2921 0 0,-77 2 613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49.6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3683 499 6001 0 0,'0'0'-204'0'0,"9"0"-119"0"0,-6 0 266 0 0,-5-1-273 0 0,-35-9 393 0 0,-1 2 0 0 0,-1 2 0 0 0,1 1-1 0 0,-1 1 1 0 0,0 2 0 0 0,0 1 0 0 0,0 3 0 0 0,-55 7 0 0 0,-3 2 60 0 0,-123 20 177 0 0,146-19-289 0 0,-34 9 31 0 0,-65 31-2 0 0,141-42-52 0 0,0 2 0 0 0,-47 24 1 0 0,26-10 20 0 0,14-5-14 0 0,-1 2 0 0 0,2 2 0 0 0,1 0 0 0 0,-42 40 0 0 0,55-45 14 0 0,-7 4-10 0 0,2 3 0 0 0,1-1-1 0 0,2 3 1 0 0,-36 47 0 0 0,27-23-44 0 0,-52 71 98 0 0,-7 11-32 0 0,29-41 14 0 0,38-51-72 0 0,-25 53-1 0 0,31-55 48 0 0,-47 68 1 0 0,16-39 20 0 0,-4 7-7 0 0,-80 82-1 0 0,105-127-13 0 0,-1-2 0 0 0,0-2 0 0 0,-3-1 0 0 0,-1-1 0 0 0,-71 39 0 0 0,70-46-45 0 0,1 2 0 0 0,1 1 1 0 0,1 1-1 0 0,1 2 0 0 0,2 1 1 0 0,-56 59-1 0 0,57-51 50 0 0,0-3-31 0 0,2 2 1 0 0,-28 44-1 0 0,24-27 2 0 0,13-22 18 0 0,2 0 0 0 0,-26 57 0 0 0,18-11-29 0 0,12-32 44 0 0,-39 78-1 0 0,6-12-7 0 0,4-11-28 0 0,-44 115-30 0 0,63-148 55 0 0,0 4 15 0 0,-28 67-48 0 0,29-83 12 0 0,-16 66 0 0 0,28-83-2 0 0,0 2-6 0 0,2 1 0 0 0,-1 53 0 0 0,-1 1 28 0 0,5-43 58 0 0,3 0 0 0 0,4 52 0 0 0,1-13-5 0 0,-1-47 612 0 0,-2-40-538 0 0,2 21 736 0 0,8 34-780 0 0,-3 0 1 0 0,0 108-1 0 0,-5-36-88 0 0,2-32-32 0 0,9 108-14 0 0,-6-152 49 0 0,3 1-1 0 0,23 71 0 0 0,-17-80-19 0 0,50 124-23 0 0,-51-139 58 0 0,-1 1-63 0 0,2 0 1 0 0,30 42-1 0 0,-38-63 25 0 0,-1 0-1 0 0,1 0 1 0 0,1-1 0 0 0,0 0 0 0 0,0 0-1 0 0,2-1 1 0 0,-2 0 0 0 0,2-1-1 0 0,0 0 1 0 0,0 0 0 0 0,14 5 0 0 0,32 6 11 0 0,2-1-1 0 0,1-3 1 0 0,96 10 0 0 0,-37-6 12 0 0,-40-6 20 0 0,0-3 1 0 0,1-4-1 0 0,0-3 0 0 0,104-10 0 0 0,-27-3-16 0 0,169 8 0 0 0,-282 8-52 0 0,-2 0 0 0 0,1 2 0 0 0,-1 3 0 0 0,0 0 0 0 0,0 3 0 0 0,-1 0 0 0 0,-1 3 0 0 0,73 37 0 0 0,-76-33 22 0 0,66 38-102 0 0,-92-49 102 0 0,1-1 0 0 0,-1 2 0 0 0,-1 0-1 0 0,0 1 1 0 0,0-1 0 0 0,10 15 0 0 0,-12-12 2 0 0,0 0 0 0 0,-1 0 0 0 0,0 1 1 0 0,-1 0-1 0 0,0 0 0 0 0,-1 0 0 0 0,-2 1 0 0 0,1 0 0 0 0,2 26 0 0 0,2 27-3 0 0,4 1-1 0 0,3-2 1 0 0,3 1-1 0 0,3-2 1 0 0,4-1-1 0 0,57 107 1 0 0,-76-160 38 0 0,2 3-5 0 0,1 0-1 0 0,-1 0 0 0 0,2 0 0 0 0,1-1 0 0 0,12 12 0 0 0,-5-10 16 0 0,1-2-1 0 0,1 0 0 0 0,0-1 1 0 0,0-1-1 0 0,40 16 1 0 0,-54-24-24 0 0,31 11 28 0 0,2 0 1 0 0,0-2-1 0 0,1-2 0 0 0,-1-1 0 0 0,79 7 1 0 0,208-5 134 0 0,165-27-105 0 0,-175 3-30 0 0,-192 8-24 0 0,442-1 51 0 0,-170 6-35 0 0,223-3 23 0 0,-285-5-22 0 0,30-1-58 0 0,-225 7 25 0 0,144 14-1 0 0,-84 9 72 0 0,-152-16 923 0 0,-45-5-774 0 0,11 2 91 0 0,-7-2-175 0 0,-6-1-74 0 0,1 1-1 0 0,0 0 1 0 0,0-1-1 0 0,0 1 1 0 0,0 0-1 0 0,0 0 1 0 0,0 0-1 0 0,-1 0 1 0 0,1 0-1 0 0,1 0 1 0 0,-2 0-1 0 0,1 0 1 0 0,0 1-1 0 0,0-1 0 0 0,0 0 1 0 0,-1 1-1 0 0,1-1 1 0 0,1 0-1 0 0,-2 0 1 0 0,1 1-1 0 0,0 0 1 0 0,-1-1-1 0 0,1 1 1 0 0,0-1-1 0 0,-1 1 1 0 0,2 0-1 0 0,-1 1-72 0 0,82 5-65 0 0,-38-2 71 0 0,673 110-686 0 0,-593-91 639 0 0,29 12-132 0 0,5 2 121 0 0,56 14 64 0 0,-106-23 7 0 0,-11-1-15 0 0,57 12-17 0 0,-68-22 33 0 0,-84-16-2 0 0,16 4 1 0 0,2 0 0 0 0,34 6 0 0 0,-18-5-1 0 0,142 42-142 0 0,-69-18 31 0 0,103 23-20 0 0,-31-11 135 0 0,-88-23-1 0 0,24 14-40 0 0,-97-28 34 0 0,-1 0-30 0 0,27 12 18 0 0,-21-10 20 0 0,1 0 0 0 0,33 5 0 0 0,6 1 8 0 0,-41-9 5 0 0,54 4-1 0 0,-8-2 5 0 0,64-1-28 0 0,71-1 79 0 0,-131-6-54 0 0,180-11-6 0 0,-145 3-10 0 0,-48 6-17 0 0,39-1 11 0 0,61-4 11 0 0,224-18 1 0 0,-87-2-43 0 0,-238 20 52 0 0,112-26 1 0 0,-112 20-12 0 0,3-2-8 0 0,81-13-9 0 0,-76 18-7 0 0,29-3-16 0 0,-26 10 14 0 0,194-8-17 0 0,-240 12 36 0 0,453-6-43 0 0,-188 8 8 0 0,-99 2 18 0 0,40 1-30 0 0,119-2 14 0 0,-246-9 64 0 0,0-5 0 0 0,0-3-1 0 0,-1-4 1 0 0,112-34 0 0 0,-195 45 94 0 0,1-1 0 0 0,-1-1 0 0 0,-1-1-1 0 0,1-1 1 0 0,21-14 0 0 0,89-73 405 0 0,-57 42-422 0 0,58-40 8 0 0,65-47-54 0 0,-149 103 79 0 0,81-83 1 0 0,-37 5 403 0 0,-15 14-42 0 0,-58 83-432 0 0,1 1 0 0 0,1 1 0 0 0,31-23-1 0 0,75-42 14 0 0,-100 67-55 0 0,-7 2 78 0 0,0 0 0 0 0,-1-1 1 0 0,-1-1-1 0 0,0-1 0 0 0,-2 0 1 0 0,0 0-1 0 0,20-34 0 0 0,74-152 875 0 0,-80 135-680 0 0,-4 0 1 0 0,-3-1-1 0 0,20-118 0 0 0,-20 32-28 0 0,5-29-71 0 0,-9 20 90 0 0,-9 77-22 0 0,30-130 0 0 0,34-21-75 0 0,-39 136-2 0 0,-4-21 161 0 0,-10 37-245 0 0,46-157 199 0 0,-7-43 89 0 0,-21 87-212 0 0,-18 75 315 0 0,9-203 1 0 0,-26 223-352 0 0,15-559 49 0 0,-12 523-319 0 0,-4-23 83 0 0,4-36 131 0 0,-2 118 193 0 0,-10-121 0 0 0,-1 137-371 0 0,-2 0 0 0 0,-5 2 0 0 0,-2-1 0 0 0,-28-70 0 0 0,17 73-157 0 0,-3 1-1 0 0,-57-89 1 0 0,-34-20-131 0 0,97 142 247 0 0,-2-1 0 0 0,-2 3 0 0 0,0-1 0 0 0,-52-35 0 0 0,-137-77-515 0 0,103 70 253 0 0,63 39 211 0 0,-2 2 1 0 0,-1 1-1 0 0,-1 3 1 0 0,-105-31-1 0 0,131 47 82 0 0,1 3 0 0 0,-1 0 0 0 0,0 1 0 0 0,0 2 0 0 0,-47 0 0 0 0,-143 20-330 0 0,68-2 340 0 0,-34 0 44 0 0,66-4 62 0 0,-197-2-1 0 0,206-19 22 0 0,0-4 0 0 0,-113-28 0 0 0,203 37 4 0 0,0-1-1 0 0,1 0 1 0 0,-1-2 0 0 0,-33-15 0 0 0,39 14-16 0 0,1 0 0 0 0,0 0-1 0 0,1 0 1 0 0,-13-13 0 0 0,13 13-44 0 0,0-1 1 0 0,0 1 0 0 0,-1 0 0 0 0,0 1-1 0 0,-1 0 1 0 0,-14-5 0 0 0,-87-28-72 0 0,62 23 51 0 0,-345-98-225 0 0,209 76 166 0 0,-240-24 1 0 0,367 58 31 0 0,-2 3 1 0 0,-105 9 0 0 0,-120 30-78 0 0,195-24 145 0 0,-286 20-12 0 0,198-21 10 0 0,88-5-4 0 0,-565 49 43 0 0,33-29-21 0 0,466-25-3 0 0,-582 12 2 0 0,-118-7-5 0 0,822-7-15 0 0,-265-9 6 0 0,0-1-1 0 0,-102-6 29 0 0,107 0-24 0 0,-84 15-57 0 0,210 2 30 0 0,-432 23-37 0 0,446-16 60 0 0,-401 36-72 0 0,373-30 56 0 0,-44 5 27 0 0,-166 32-55 0 0,86-10-7 0 0,-46 23-7 0 0,178-27 67 0 0,-51 4-57 0 0,62-13 21 0 0,25-5 45 0 0,131-21-10 0 0,-4 0-2 0 0,-5-1 26 0 0,-19 3-5 0 0,35-4-24 0 0,0 3-4 0 0,-29-6 72 0 0,12 1-43 0 0,1 0-33 0 0,0-2 1 0 0,-34-9-1 0 0,33 10-27 0 0,0 0 0 0 0,-42 0 0 0 0,43 1 20 0 0,-39-1 37 0 0,52 3-29 0 0,-15-3 29 0 0,-25-4 8 0 0,44 7-45 0 0,-45-7 85 0 0,45 7-75 0 0,-6-2 158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1.5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 32 6921 0 0,'-2'-31'407'0'0,"2"30"-265"0"0,7 16-422 0 0,63 272 62 0 0,-21-68 212 0 0,-30-139 67 0 0,-12-45 1048 0 0,-23-60-7389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2.4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9 102 5493 0 0,'0'0'-259'0'0,"-8"-12"2081"0"0,10 9-1788 0 0,0 0 1 0 0,0 0-1 0 0,1 1 0 0 0,0-1 1 0 0,-1 1-1 0 0,1 0 0 0 0,0 0 1 0 0,0 0-1 0 0,0 1 0 0 0,1-2 1 0 0,-1 2-1 0 0,0 0 0 0 0,4-2 1 0 0,54-18-101 0 0,-50 19 86 0 0,16-7-21 0 0,50-13-20 0 0,-69 21-1 0 0,-1-1 0 0 0,1 2-1 0 0,0-1 1 0 0,0 1-1 0 0,0 0 1 0 0,-1 0 0 0 0,1 1-1 0 0,12 2 1 0 0,-9 0-3 0 0,0 1 0 0 0,0 0 1 0 0,-1 0-1 0 0,1 1 0 0 0,-1 1 0 0 0,0-1 1 0 0,0 2-1 0 0,-1-1 0 0 0,0 0 0 0 0,-1 2 1 0 0,1-1-1 0 0,-2 1 0 0 0,13 14 0 0 0,-19-20 25 0 0,0-1-1 0 0,0 0 1 0 0,0 0-1 0 0,0 1 0 0 0,-1-1 1 0 0,1 1-1 0 0,0-1 1 0 0,0 0-1 0 0,-1 1 1 0 0,0-1-1 0 0,1 1 1 0 0,-1-1-1 0 0,0 0 0 0 0,1 1 1 0 0,-1-1-1 0 0,0 1 1 0 0,0-1-1 0 0,0 0 1 0 0,0 1-1 0 0,-1-1 1 0 0,1 1-1 0 0,-1 0 0 0 0,1-1 1 0 0,-1 2-1 0 0,-1-1 7 0 0,1 1-1 0 0,-1-1 1 0 0,0 0 0 0 0,0 0-1 0 0,0 0 1 0 0,0 1-1 0 0,-1-1 1 0 0,1-1-1 0 0,-1 1 1 0 0,1 0-1 0 0,-6 1 1 0 0,-6 3 26 0 0,0 0 0 0 0,-1-1-1 0 0,-26 6 1 0 0,-153 23 282 0 0,141-25 93 0 0,31-7-4341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3.4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111 3 5144 0 0,'0'0'-129'0'0,"4"-2"102"0"0,-8 1 662 0 0,-20 5-633 0 0,21-4-2 0 0,-1 2 1 0 0,1-1-1 0 0,0 0 0 0 0,0 0 1 0 0,0 1-1 0 0,1 0 1 0 0,-1-1-1 0 0,-4 4 1 0 0,5-4-6 0 0,-2 2-6 0 0,-1 0 1 0 0,1 0 0 0 0,1 0-1 0 0,-1 1 1 0 0,1-1-1 0 0,-1 1 1 0 0,1 0-1 0 0,-1 0 1 0 0,2 0 0 0 0,-1 0-1 0 0,1 0 1 0 0,-1 1-1 0 0,2 0 1 0 0,-2-1-1 0 0,2 1 1 0 0,0-1 0 0 0,0 1-1 0 0,0 0 1 0 0,0-1-1 0 0,1 1 1 0 0,0 9 0 0 0,1-10 14 0 0,0 1 0 0 0,0 0 0 0 0,0-1 0 0 0,1 1 0 0 0,0-1 0 0 0,-1 0 0 0 0,2 0 0 0 0,-1 1 0 0 0,1-2 0 0 0,-1 1 0 0 0,2 0 0 0 0,-1 0 0 0 0,1 0 0 0 0,-1-2 0 0 0,1 2 1 0 0,-1-1-1 0 0,1 0 0 0 0,0-1 0 0 0,1 1 0 0 0,7 4 0 0 0,-2-2 57 0 0,1-1 0 0 0,0 0 1 0 0,-1 0-1 0 0,1-1 0 0 0,0 0 0 0 0,1-1 1 0 0,0 0-1 0 0,-1 0 0 0 0,20-1 0 0 0,-26-1 1 0 0,-1-1 1 0 0,1 1-1 0 0,-1 0 0 0 0,1-1 0 0 0,0-1 0 0 0,-1 2 1 0 0,0-2-1 0 0,0 1 0 0 0,1-1 0 0 0,-1 0 0 0 0,0 0 1 0 0,-1 0-1 0 0,1 0 0 0 0,0-1 0 0 0,0 0 0 0 0,-1 1 0 0 0,0-1 1 0 0,1 0-1 0 0,-1 0 0 0 0,0 0 0 0 0,0 0 0 0 0,-1-1 1 0 0,1 1-1 0 0,-1-2 0 0 0,-1 2 0 0 0,4-8 0 0 0,-2 6 41 0 0,0-1 1 0 0,-2 0-1 0 0,1 0 0 0 0,-1 0 0 0 0,0 0 0 0 0,0 0 0 0 0,0 0 0 0 0,-1 0 0 0 0,-1-11 0 0 0,0 13-62 0 0,0 0 0 0 0,0 1 0 0 0,-1-1 0 0 0,1 1 0 0 0,-1-1 0 0 0,0 0 0 0 0,0 1 0 0 0,0 0 0 0 0,-1 0 0 0 0,1 0 0 0 0,-1 0 0 0 0,1 0-1 0 0,-1 0 1 0 0,-1 1 0 0 0,1-1 0 0 0,-7-4 0 0 0,0 2-22 0 0,0 0-1 0 0,0 1 0 0 0,-1 1 1 0 0,0-1-1 0 0,0 1 1 0 0,0 1-1 0 0,0-1 1 0 0,0 2-1 0 0,0 0 1 0 0,-14 0-1 0 0,-11-3-14 0 0,-8 4 53 0 0,15 2-6192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4.6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 93 4792 0 0,'-13'-28'551'0'0,"12"26"-341"0"0,-5-7 951 0 0,2 4-542 0 0,2 6-668 0 0,8 30 11 0 0,2 0 1 0 0,1-1-1 0 0,26 59 1 0 0,-12-36 36 0 0,-14-29 3 0 0,17 39 41 0 0,22 93 0 0 0,-47-153 19 0 0,1 6 219 0 0,0 0-1 0 0,0 0 1 0 0,1 0 0 0 0,7 11 2542 0 0,-13-24-2562 0 0,-11-11-136 0 0,3-1 0 0 0,0-1-1 0 0,1 0 1 0 0,0 0 0 0 0,-11-33 0 0 0,-27-99-218 0 0,38 114 40 0 0,1 0 1 0 0,3-1-1 0 0,1 0 1 0 0,0-44-1 0 0,5 77 33 0 0,0 0 0 0 0,0 0 0 0 0,0 1 1 0 0,0-1-1 0 0,1-1 0 0 0,-1 2 0 0 0,1-1 0 0 0,-1 0 0 0 0,1 0 0 0 0,1 0 0 0 0,-2 1 0 0 0,2-1 0 0 0,0 0 1 0 0,-1 1-1 0 0,1 0 0 0 0,2-4 0 0 0,1 3-53 0 0,-1 0 1 0 0,1 0-1 0 0,-1 1 0 0 0,1 0 1 0 0,0-1-1 0 0,0 1 1 0 0,1 1-1 0 0,-2-1 1 0 0,8 0-1 0 0,-3 0-26 0 0,1 0-1 0 0,-1 1 1 0 0,1 1 0 0 0,-1-1-1 0 0,1 2 1 0 0,0-1 0 0 0,-1 0-1 0 0,1 2 1 0 0,-1-1 0 0 0,0 1 0 0 0,1 0-1 0 0,8 5 1 0 0,9 2-105 0 0,-1 2 1 0 0,44 23-1 0 0,-25-5-49 0 0,-42-28 236 0 0,-1 1 0 0 0,0 0 0 0 0,0-1 0 0 0,0 1 1 0 0,0 1-1 0 0,-1-1 0 0 0,1 0 0 0 0,0 0 0 0 0,-1 0 0 0 0,1 0 0 0 0,-2 1 0 0 0,1-1 0 0 0,1 1 0 0 0,-1-1 1 0 0,-1 1-1 0 0,1 2 0 0 0,-1-2 17 0 0,0-2 0 0 0,-1 0 0 0 0,1 1 0 0 0,-1 0 0 0 0,1-1 0 0 0,-1 1 0 0 0,0-1 0 0 0,0 1 0 0 0,0-1 0 0 0,0 0 0 0 0,0 1 0 0 0,0-1 0 0 0,-1 1 0 0 0,1-2 0 0 0,0 2 0 0 0,-1-2 0 0 0,1 2 0 0 0,0-1 0 0 0,-1-1 0 0 0,-2 3 0 0 0,-36 13 48 0 0,35-14-40 0 0,-14 4 91 0 0,-1-1-1 0 0,0 0 1 0 0,0-2 0 0 0,-29 2 0 0 0,-77 0 1495 0 0,123-5-1470 0 0,-4-1 35 0 0,-18-2-668 0 0,56-6-7930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5.5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88 5609 0 0,'1'-9'459'0'0,"1"0"0"0"0,-2 0 1 0 0,0 0-1 0 0,-2-15 1 0 0,1-2 1380 0 0,1 25-1746 0 0,0 5-1089 0 0,-1 3 973 0 0,1 0 0 0 0,0 1 1 0 0,1 0-1 0 0,0 0 1 0 0,-1-1-1 0 0,2 0 0 0 0,0 0 1 0 0,0 1-1 0 0,1-1 0 0 0,0 0 1 0 0,0 0-1 0 0,1 0 0 0 0,0 0 1 0 0,0-1-1 0 0,0 0 0 0 0,1 1 1 0 0,1-1-1 0 0,-1 0 0 0 0,1-1 1 0 0,0 0-1 0 0,0 0 0 0 0,0 0 1 0 0,1 0-1 0 0,0-1 0 0 0,0 0 1 0 0,9 4-1 0 0,-11-6 42 0 0,1 0 1 0 0,1-1-1 0 0,-2 1 1 0 0,1-1-1 0 0,1 1 1 0 0,-1-2-1 0 0,0 1 0 0 0,0-1 1 0 0,11 0-1 0 0,-14-1 6 0 0,0 1 0 0 0,-1 0 0 0 0,1-1-1 0 0,0 0 1 0 0,0 0 0 0 0,-1 0 0 0 0,1 0 0 0 0,0 0-1 0 0,-1-1 1 0 0,0 1 0 0 0,1 0 0 0 0,-1-1 0 0 0,0 0-1 0 0,1 1 1 0 0,-2-1 0 0 0,1 0 0 0 0,0 0 0 0 0,0 0-1 0 0,-1 0 1 0 0,1 0 0 0 0,-1 0 0 0 0,1-1 0 0 0,1-4-1 0 0,2-7 438 0 0,0 0-1 0 0,4-26 0 0 0,2-4 1235 0 0,-11 44-1573 0 0,0-8-362 0 0,2 4-254 0 0,3 13-766 0 0,-2-1 1168 0 0,1 0 0 0 0,0 0 0 0 0,1-1 0 0 0,0 1-1 0 0,0-1 1 0 0,0 0 0 0 0,1-1 0 0 0,0 0-1 0 0,1 1 1 0 0,0-2 0 0 0,0 1 0 0 0,0 0 0 0 0,1-1-1 0 0,0 0 1 0 0,0-1 0 0 0,0 0 0 0 0,1 0-1 0 0,-1-1 1 0 0,1 1 0 0 0,0-2 0 0 0,0 0 0 0 0,0 1-1 0 0,14-1 1 0 0,54 1-3487 0 0,-45-6 872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6.1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61 6469 0 0,'-2'-26'278'0'0,"-2"-8"1569"0"0,4 34-1835 0 0,0 0 1 0 0,0 0-1 0 0,0 0 1 0 0,0 0 0 0 0,0 0-1 0 0,-1 0 1 0 0,1 0-1 0 0,0 0 1 0 0,0 0-1 0 0,0 0 1 0 0,0 0-1 0 0,0 0 1 0 0,0 0-1 0 0,0 0 1 0 0,0 0-1 0 0,0 0 1 0 0,0 0 0 0 0,-1 0-1 0 0,1 0 1 0 0,0 0-1 0 0,0 0 1 0 0,0 0-1 0 0,0 0 1 0 0,0 0-1 0 0,0 0 1 0 0,0 0-1 0 0,0 0 1 0 0,0 0 0 0 0,0 0-1 0 0,0-1 1 0 0,2 22-142 0 0,3 33 49 0 0,-1-11 57 0 0,2-1-1 0 0,17 57 0 0 0,-18-82 36 0 0,1 0-1 0 0,1-1 0 0 0,0 0 1 0 0,1-1-1 0 0,2 1 0 0 0,10 14 1 0 0,-16-24-22 0 0,1 0 1 0 0,1-1 0 0 0,-1 0-1 0 0,1 0 1 0 0,0 0-1 0 0,1-1 1 0 0,-1 0 0 0 0,1 1-1 0 0,0-2 1 0 0,0 1 0 0 0,0-1-1 0 0,0 0 1 0 0,1-1 0 0 0,0 1-1 0 0,-1-2 1 0 0,1 2-1 0 0,8-1 1 0 0,-3-1-682 0 0,-1-1 0 0 0,1 1 0 0 0,-1-2 0 0 0,1 0 0 0 0,24-5 0 0 0,-11 1-1921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7.0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233 81 5949 0 0,'4'-8'-577'0'0,"0"-9"649"0"0,-4 16 9 0 0,-14-24 579 0 0,12 22-642 0 0,0 1 0 0 0,-1 1 1 0 0,1-1-1 0 0,0 0 0 0 0,-1 1 0 0 0,0 0 0 0 0,1-1 0 0 0,0 1 0 0 0,-2 0 0 0 0,1 0 0 0 0,1 0 0 0 0,-1 0 0 0 0,0 1 1 0 0,0-1-1 0 0,0 1 0 0 0,0-1 0 0 0,0 1 0 0 0,0 0 0 0 0,0 0 0 0 0,0 0 0 0 0,0 0 0 0 0,0 1 0 0 0,-1 0 0 0 0,-4 1 1 0 0,-1 0-32 0 0,1 0 1 0 0,0 1-1 0 0,-1 0 1 0 0,2 0-1 0 0,-1 1 1 0 0,0 0-1 0 0,-10 6 1 0 0,7-2-13 0 0,2 0-1 0 0,-1 0 1 0 0,-13 15 0 0 0,21-20 19 0 0,-1 0 0 0 0,1 0 0 0 0,0 1 0 0 0,-1-2 0 0 0,1 2 1 0 0,1-1-1 0 0,-1 1 0 0 0,0 0 0 0 0,1-1 0 0 0,0 1 0 0 0,0-1 1 0 0,1 1-1 0 0,-1 0 0 0 0,1-1 0 0 0,-1 7 0 0 0,3-7 15 0 0,-2 0 0 0 0,1 0-1 0 0,1 0 1 0 0,-1-1 0 0 0,1 1 0 0 0,-1-1-1 0 0,2 1 1 0 0,-2 0 0 0 0,2-1 0 0 0,-2 0-1 0 0,1 0 1 0 0,2 1 0 0 0,-2-1 0 0 0,0 0-1 0 0,1 0 1 0 0,0-1 0 0 0,0 1-1 0 0,0 0 1 0 0,-1-1 0 0 0,1 0 0 0 0,0 0-1 0 0,7 2 1 0 0,1 0 30 0 0,-1 0 1 0 0,1-1-1 0 0,-1 0 0 0 0,1 0 1 0 0,18-1-1 0 0,-24-1-5 0 0,0 0 0 0 0,0 0-1 0 0,1-1 1 0 0,-2 0 0 0 0,2 0 0 0 0,-2 0 0 0 0,2-1 0 0 0,-1 1 0 0 0,-1-1-1 0 0,1 0 1 0 0,0-1 0 0 0,-1 1 0 0 0,0-1 0 0 0,1 1 0 0 0,-1-1 0 0 0,0 0-1 0 0,-1-1 1 0 0,1 2 0 0 0,-1-2 0 0 0,1 0 0 0 0,-1 0 0 0 0,0 1-1 0 0,4-9 1 0 0,2-6 288 0 0,0 0 0 0 0,-2 0 0 0 0,0-2 0 0 0,4-25 0 0 0,0 8 1024 0 0,-8 41-1740 0 0,1 17 171 0 0,-1-7 170 0 0,0 0-1 0 0,1 0 1 0 0,9 21 0 0 0,-9-30 26 0 0,-1 1 0 0 0,1-1 1 0 0,0 0-1 0 0,1 0 1 0 0,0-1-1 0 0,-1 1 1 0 0,2-1-1 0 0,-1 0 1 0 0,0 0-1 0 0,1-1 1 0 0,0 1-1 0 0,11 4 1 0 0,-10-6-635 0 0,1 1 0 0 0,-1-1 1 0 0,0 0-1 0 0,1 0 0 0 0,0-1 0 0 0,13 1 1 0 0,-3-2-2232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7.7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57 6957 0 0,'-5'-21'240'0'0,"-7"-13"1740"0"0,12 33-1717 0 0,-1 11-327 0 0,1 0 0 0 0,0 0 1 0 0,1 1-1 0 0,3 13 0 0 0,0 17 27 0 0,-1 48-15 0 0,-3-46 23 0 0,1-2 0 0 0,15 75 0 0 0,-15-110 36 0 0,0 0 0 0 0,1 0 0 0 0,-1 0 0 0 0,2 0 0 0 0,-1 0 0 0 0,1-1 0 0 0,0 0 0 0 0,0 1-1 0 0,0-1 1 0 0,1 0 0 0 0,0 0 0 0 0,1 0 0 0 0,-1 0 0 0 0,0-1 0 0 0,1 0 0 0 0,1 0-1 0 0,-1 0 1 0 0,0-1 0 0 0,1 1 0 0 0,-1-1 0 0 0,2 0 0 0 0,-2-1 0 0 0,1 1 0 0 0,0-1 0 0 0,1 0-1 0 0,0 0 1 0 0,6 1 0 0 0,1-1-86 0 0,0 1 0 0 0,1-2-1 0 0,-1 0 1 0 0,0-1 0 0 0,1 0 0 0 0,-1 0-1 0 0,23-5 1 0 0,-15 0-1320 0 0,-1 1 0 0 0,24-10 0 0 0,-21 6-1052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8.1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 54 5737 0 0,'-24'-7'549'0'0,"24"7"-544"0"0,0 0 0 0 0,0 0 0 0 0,0 0 0 0 0,0 0 0 0 0,0-1 0 0 0,0 1-1 0 0,0 0 1 0 0,0 0 0 0 0,0-1 0 0 0,0 1 0 0 0,0 0 0 0 0,0 0-1 0 0,0-1 1 0 0,0 1 0 0 0,0 0 0 0 0,0 0 0 0 0,0 0 0 0 0,0 0 0 0 0,0 0-1 0 0,1-1 1 0 0,-1 1 0 0 0,0 0 0 0 0,0 0 0 0 0,0 0 0 0 0,0-1 0 0 0,1 1-1 0 0,-1 0 1 0 0,0 0 0 0 0,0 0 0 0 0,0 0 0 0 0,0 0 0 0 0,0 0 0 0 0,0 0-1 0 0,0 0 1 0 0,1 0 0 0 0,-1 0 0 0 0,0 0 0 0 0,0 0 0 0 0,1-1 0 0 0,-1 1-1 0 0,0 0 1 0 0,0 0 0 0 0,1 0 0 0 0,-1 0 0 0 0,0 0 0 0 0,0 0-1 0 0,0 0 1 0 0,0 0 0 0 0,47-9 68 0 0,-41 8-59 0 0,172-22 111 0 0,-105 15-3587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8.5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 4716 0 0,'12'-3'5356'0'0,"-10"4"-5396"0"0,-1 0 0 0 0,0 1-1 0 0,0-2 1 0 0,0 2-1 0 0,0-2 1 0 0,-1 2 0 0 0,1-1-1 0 0,0 1 1 0 0,0-1-1 0 0,0 0 1 0 0,-1 0 0 0 0,0 1-1 0 0,0-1 1 0 0,1 0 0 0 0,0 4-1 0 0,6 31-249 0 0,-5-24 222 0 0,36 145-345 0 0,-36-152 33 0 0,0 4 630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6:59.1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13 5537 0 0,'7'-12'-2749'0'0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0.1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131 56 3644 0 0,'0'0'868'0'0,"-1"0"-854"0"0,1 0 0 0 0,0 0 0 0 0,0 0 0 0 0,0 0 0 0 0,0 0 0 0 0,0 0 0 0 0,-1 0 0 0 0,1 0 0 0 0,0 0 0 0 0,0 0 0 0 0,0 0 0 0 0,0 0 0 0 0,0 0 0 0 0,-1 0 0 0 0,1 0 0 0 0,0 0 0 0 0,0 0 0 0 0,0 0 0 0 0,0-1 0 0 0,0 1 0 0 0,0 0 0 0 0,0 0 0 0 0,0 0 0 0 0,0 0 0 0 0,0 0 0 0 0,0 0 0 0 0,0 0 0 0 0,0 0 0 0 0,0 0 0 0 0,0 0 0 0 0,0 0 0 0 0,0 0 0 0 0,0 0 0 0 0,0-1 0 0 0,0 1 0 0 0,0 0 0 0 0,0 0 0 0 0,0 0 0 0 0,0 0 0 0 0,0 0 0 0 0,0-1 0 0 0,0 1 0 0 0,0 0 0 0 0,0 0 0 0 0,0 0 0 0 0,0 0 0 0 0,0 0 0 0 0,0-1 0 0 0,0 1 0 0 0,0 0 0 0 0,0 0 0 0 0,0 0 0 0 0,0 0 0 0 0,0 0 0 0 0,-8 3-9 0 0,0-1 0 0 0,0 1-1 0 0,1 0 1 0 0,0 1-1 0 0,0-1 1 0 0,0 1-1 0 0,0 1 1 0 0,0-1-1 0 0,1 1 1 0 0,0 0-1 0 0,0 0 1 0 0,0 1-1 0 0,1 0 1 0 0,0-1-1 0 0,0 2 1 0 0,1-1-1 0 0,0 0 1 0 0,0 1-1 0 0,1 0 1 0 0,-4 10-1 0 0,6-16 1 0 0,1 1-1 0 0,0-1 0 0 0,0 1 1 0 0,0 0-1 0 0,0-1 0 0 0,1 1 1 0 0,-1 0-1 0 0,1-1 0 0 0,-1 1 1 0 0,0 0-1 0 0,1-1 1 0 0,0 1-1 0 0,0-1 0 0 0,-1 1 1 0 0,1-1-1 0 0,0 0 0 0 0,0 1 1 0 0,0-1-1 0 0,0 1 0 0 0,1-1 1 0 0,-1 0-1 0 0,0 0 1 0 0,1 0-1 0 0,-1 0 0 0 0,3 1 1 0 0,1 2 15 0 0,1-1 0 0 0,-1 0 0 0 0,2 1 0 0 0,-1-2 0 0 0,9 3 0 0 0,10 3 35 0 0,-1-3 0 0 0,1 0 0 0 0,0-1-1 0 0,35 1 1 0 0,-47-5-4 0 0,-1 0 0 0 0,1 0-1 0 0,0-1 1 0 0,-1-1 0 0 0,1 1-1 0 0,-1-2 1 0 0,0 0 0 0 0,0 0-1 0 0,0-1 1 0 0,20-8 0 0 0,-28 10-28 0 0,0-1 0 0 0,-1 1 0 0 0,1 0 0 0 0,-1 0 0 0 0,1-1 0 0 0,-1 0 0 0 0,-1 1 0 0 0,1-1 0 0 0,0 0 0 0 0,0-1 0 0 0,-1 1 0 0 0,0 0 0 0 0,1 0 0 0 0,-2-1 0 0 0,2 1 0 0 0,-2-1 0 0 0,1 0 0 0 0,-1 0 0 0 0,0 1 0 0 0,0-2 0 0 0,0 2 0 0 0,-1-1 0 0 0,0 0 0 0 0,0-4 0 0 0,0 3 1 0 0,-1 0 1 0 0,-1 0-1 0 0,1 1 1 0 0,-1-1-1 0 0,1 1 1 0 0,-2-1-1 0 0,1 0 1 0 0,0 1-1 0 0,-1 0 1 0 0,0 0-1 0 0,0-1 1 0 0,0 2-1 0 0,-1-1 1 0 0,0 0-1 0 0,0 1 1 0 0,0-1-1 0 0,1 1 1 0 0,-10-4-1 0 0,2 0 15 0 0,-1 2-1 0 0,1 0 0 0 0,-1 0 0 0 0,0 0 0 0 0,-1 2 0 0 0,1-1 0 0 0,-17-1 1 0 0,-90-6 156 0 0,106 10-186 0 0,0-1 192 0 0,8 1-1096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0.8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 1 4068 0 0,'0'0'4741'0'0,"0"3"-4873"0"0,-4 7 93 0 0,2 0 0 0 0,0 1-1 0 0,-1-1 1 0 0,3 1-1 0 0,-1 0 1 0 0,1 0 0 0 0,1 14-1 0 0,2-4 24 0 0,0 0-1 0 0,2-1 1 0 0,6 21 0 0 0,-5-13 2878 0 0,-14-37-2264 0 0,4 3-516 0 0,-1-1 1 0 0,1 0-1 0 0,1 0 0 0 0,-1 0 1 0 0,2 0-1 0 0,-1-1 1 0 0,1 0-1 0 0,0 0 0 0 0,1 1 1 0 0,0 0-1 0 0,0-1 0 0 0,1 0 1 0 0,0 0-1 0 0,2-12 0 0 0,-2 16-111 0 0,0 0 0 0 0,2 1 0 0 0,-1-1 0 0 0,-1 0 0 0 0,2 1 0 0 0,0-1 0 0 0,-1 1 0 0 0,1-1 0 0 0,0 1 0 0 0,0 0 0 0 0,1 0 0 0 0,-1 0 0 0 0,0 0 0 0 0,1 0 0 0 0,1 0 0 0 0,-2 1 0 0 0,1-1 0 0 0,1 1 0 0 0,-1 0 0 0 0,0 0 0 0 0,1 0 0 0 0,-1 0 0 0 0,1 0 0 0 0,0 1 0 0 0,0-1 0 0 0,0 2 0 0 0,0-2 0 0 0,0 2 0 0 0,-1-1 0 0 0,2 0 0 0 0,4 1 0 0 0,-2 0-43 0 0,1 0 1 0 0,0 1 0 0 0,0 0-1 0 0,0 0 1 0 0,-1 0 0 0 0,0 2-1 0 0,1-1 1 0 0,-1 0 0 0 0,1 1-1 0 0,-1-1 1 0 0,0 2 0 0 0,0 0-1 0 0,-1-1 1 0 0,7 6 0 0 0,12 9-164 0 0,-3 0 0 0 0,27 27 0 0 0,-34-31 86 0 0,-13-12 46 0 0,-1 0 0 0 0,1-1 0 0 0,-1 1-1 0 0,0 0 1 0 0,1 0 0 0 0,-2-1 0 0 0,2 1 0 0 0,-1 1-1 0 0,-1-1 1 0 0,1-1 0 0 0,0 1 0 0 0,-1 0 0 0 0,1 0-1 0 0,0 4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9:37:01.8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 9 6653 0 0,'0'0'-269'0'0,"4"-4"-1006"0"0,-4 4 1247 0 0,0 0-1 0 0,0 0 1 0 0,-1 0 0 0 0,1 0 0 0 0,0 0 0 0 0,0 0 0 0 0,0 0 0 0 0,0-1 0 0 0,0 1 0 0 0,0 0 0 0 0,-1 0-1 0 0,1 0 1 0 0,0 0 0 0 0,0-1 0 0 0,-2 1-4 0 0,-1-1-1 0 0,1 1 1 0 0,-1 0-1 0 0,0-1 1 0 0,1 1-1 0 0,0 0 1 0 0,-1 0-1 0 0,0 0 0 0 0,1 0 1 0 0,0 1-1 0 0,-1-1 1 0 0,1 0-1 0 0,0 1 1 0 0,-1 0-1 0 0,1 0 1 0 0,-4 1-1 0 0,4-1-16 0 0,2-1-50 0 0,-1 0 66 0 0,1 0 1 0 0,0 0-1 0 0,-1 1 0 0 0,1-1 0 0 0,-1 0 0 0 0,0 0 1 0 0,1 0-1 0 0,0 0 0 0 0,0 1 0 0 0,-1-1 0 0 0,1 1 1 0 0,-1-1-1 0 0,1 1 0 0 0,-1-1 0 0 0,1 0 0 0 0,0 0 1 0 0,-1 1-1 0 0,1 0 0 0 0,0-1 0 0 0,0 0 0 0 0,0 0 1 0 0,0 1-1 0 0,0 0 0 0 0,-1-1 0 0 0,1 1 0 0 0,0-1 1 0 0,0 0-1 0 0,0 1 0 0 0,0 0 0 0 0,0-1 0 0 0,0 0 1 0 0,0 1-1 0 0,0-1 0 0 0,0 1 0 0 0,1-1 0 0 0,-1 0 1 0 0,0 1-1 0 0,0 0 0 0 0,0-1 0 0 0,0 1 0 0 0,0-1 1 0 0,0 0-1 0 0,1 1 0 0 0,0 1 24 0 0,-8 18 171 0 0,9-20-92 0 0,1 1 0 0 0,-1-1 0 0 0,0 0-1 0 0,1 0 1 0 0,-1 0 0 0 0,0 0 0 0 0,1-1-1 0 0,-2 1 1 0 0,5-2 0 0 0,-6 2-90 0 0,4-1 188 0 0,5-2-1087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4:54:49.42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6129 0 0,'0'0'56'0'0,"3"5"124"0"0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5.59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6652 7 6589 0 0,'1'0'-59'0'0,"0"-1"0"0"0,-1 0 0 0 0,1 1 0 0 0,0-1 0 0 0,0 0 0 0 0,0 1 0 0 0,0-1 0 0 0,1 1 0 0 0,-1 0 1 0 0,0-1-1 0 0,0 1 0 0 0,0 0 0 0 0,0 0 0 0 0,0-1 0 0 0,0 1 0 0 0,2 0 0 0 0,27 250-86 0 0,-1-62 94 0 0,5 31 153 0 0,-16-85-52 0 0,-9-51 7 0 0,-7-61 64 0 0,0 0 0 0 0,-2-1 0 0 0,-4 40 0 0 0,2-57-55 0 0,0 1 0 0 0,0-1 1 0 0,0 0-1 0 0,-1 0 0 0 0,0 0 0 0 0,0 0 1 0 0,0 0-1 0 0,0 0 0 0 0,-1-1 1 0 0,0 1-1 0 0,1-1 0 0 0,-1 0 0 0 0,0 0 1 0 0,-1-1-1 0 0,-6 5 0 0 0,-77 33 563 0 0,84-38-615 0 0,-27 9 204 0 0,-1-1-1 0 0,-1-2 0 0 0,-49 7 0 0 0,-105 2 316 0 0,144-15-466 0 0,-359 18 355 0 0,-662 5 256 0 0,222-37-262 0 0,-366 51-284 0 0,872-33-91 0 0,-109 8 24 0 0,89 4-20 0 0,-150 16 31 0 0,477-30-76 0 0,-445 81-86 0 0,438-76 60 0 0,0 3 0 0 0,0 0 0 0 0,1 2-1 0 0,1 2 1 0 0,1 1 0 0 0,0 2 0 0 0,-44 32 0 0 0,65-41 9 0 0,1 1 1 0 0,0 0 0 0 0,0 1-1 0 0,1 0 1 0 0,1 1-1 0 0,0-1 1 0 0,-11 23 0 0 0,4-3-4 0 0,0 2 1 0 0,-10 36-1 0 0,6-3-6 0 0,3 0 0 0 0,-10 83 0 0 0,19-106 6 0 0,-3 36 14 0 0,-3 58 10 0 0,12 139-51 0 0,2-275 51 0 0,0 2-492 0 0,0 13 1603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6.8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12 6393 0 0,'0'0'-220'0'0,"10"-5"-184"0"0,-4 1 406 0 0,-5 4 136 0 0,-1-1-139 0 0,0 1 0 0 0,0 0 0 0 0,1 0 0 0 0,-1 0 1 0 0,0 0-1 0 0,0-1 0 0 0,0 1 0 0 0,1 0 0 0 0,-1 0 0 0 0,0 0 0 0 0,0 0 0 0 0,0 0 0 0 0,1 0 0 0 0,-1-1 0 0 0,0 1 0 0 0,0 0 0 0 0,1 0 0 0 0,-1 0 1 0 0,0 0-1 0 0,0 0 0 0 0,1 0 0 0 0,-1 0 0 0 0,0 0 0 0 0,0 0 0 0 0,1 0 0 0 0,-1 0 0 0 0,0 1 0 0 0,0-1 0 0 0,1 0 0 0 0,-1 0 0 0 0,0 0 0 0 0,0 0 1 0 0,1 0-1 0 0,-1 0 0 0 0,0 0 0 0 0,0 1 0 0 0,0-1 0 0 0,0 0 0 0 0,1 0 0 0 0,-1 0 0 0 0,0 0 0 0 0,0 1 0 0 0,0-1 0 0 0,0 0 0 0 0,1 0 0 0 0,-1 0 1 0 0,0 1-1 0 0,0-1 0 0 0,0 0 0 0 0,0 0 0 0 0,0 1 0 0 0,13 13-22 0 0,11 42-7 0 0,-2 1 1 0 0,23 100-1 0 0,-30-74 141 0 0,-5 1-1 0 0,-2 1 0 0 0,-5-1 1 0 0,-8 101-1 0 0,-14 87 311 0 0,-11-30 172 0 0,19-170-49 0 0,11-70-554 0 0,-6-39-5983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8.3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 17 4844 0 0,'0'0'-268'0'0,"-2"-5"-711"0"0,2 4 978 0 0,0 1 0 0 0,0 0 0 0 0,0-1 0 0 0,0 1 0 0 0,0-1 1 0 0,0 1-1 0 0,0 0 0 0 0,0-1 0 0 0,0 1 0 0 0,1-1 0 0 0,-1 1 0 0 0,0 0 0 0 0,0-1 1 0 0,0 1-1 0 0,0-1 0 0 0,1 1 0 0 0,-1 0 0 0 0,1-1 0 0 0,26-2 112 0 0,1 2 0 0 0,0 1 0 0 0,0 1 0 0 0,-1 2 0 0 0,1 0 0 0 0,52 15-1 0 0,-72-15-111 0 0,1 1 0 0 0,-1 0-1 0 0,0 1 1 0 0,0 0 0 0 0,0 0-1 0 0,-1 1 1 0 0,1 0-1 0 0,-1 0 1 0 0,-1 1 0 0 0,11 12-1 0 0,0 5 77 0 0,-1 0 0 0 0,14 29 0 0 0,-1-2 85 0 0,-15-26-55 0 0,-1 1 0 0 0,-1 1 0 0 0,-2 0 0 0 0,0 1 0 0 0,-2-1 0 0 0,7 45 0 0 0,11 179 414 0 0,-24-226-469 0 0,7 416 624 0 0,-9-339-563 0 0,-3 17 238 0 0,-21 137-1 0 0,19-236-527 0 0,-8-43-3564 0 0,14-6 2009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09.9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 18 4764 0 0,'0'0'-124'0'0,"-1"0"-1"0"0,1 0 129 0 0,0 0 0 0 0,0 0 1 0 0,-1 0-1 0 0,1 0 0 0 0,0 0 0 0 0,0 0 1 0 0,0 0-1 0 0,0 0 0 0 0,-1 0 1 0 0,1 0-1 0 0,0 0 0 0 0,0-1 0 0 0,0 1 1 0 0,-1 0-1 0 0,1 0 0 0 0,0 0 0 0 0,0 0 1 0 0,0 0-1 0 0,0 0 0 0 0,0-1 1 0 0,-1 1-1 0 0,1 0 0 0 0,0 0 0 0 0,0 0 1 0 0,0 0-1 0 0,0-1 0 0 0,0 1 0 0 0,0 0 1 0 0,0 0-1 0 0,0 0 0 0 0,0 0 1 0 0,0-1-1 0 0,0 1 0 0 0,0 0 0 0 0,0 0 1 0 0,0 0-1 0 0,0-1 0 0 0,0 1 0 0 0,0 0 1 0 0,0 0-1 0 0,0 0 0 0 0,0-1 0 0 0,0 1 1 0 0,0 0-1 0 0,0 0 0 0 0,0 0 1 0 0,0 0-1 0 0,0-1 0 0 0,0 1 0 0 0,0 0 1 0 0,0 0-1 0 0,1 0 0 0 0,-1 0 0 0 0,0-1 1 0 0,0 1-1 0 0,0 0 0 0 0,0 0 1 0 0,0 0-1 0 0,1 0 0 0 0,38-5 159 0 0,1 2 0 0 0,-1 2 0 0 0,61 6-1 0 0,128 24-58 0 0,-110-12-64 0 0,753 30 581 0 0,-591-34-423 0 0,320 56 1 0 0,-592-68-200 0 0,291 47 25 0 0,134 17 208 0 0,-290-47-121 0 0,0 7 0 0 0,240 75 1 0 0,-336-84-126 0 0,-1 3 1 0 0,-1 1 0 0 0,-1 3-1 0 0,-1 1 1 0 0,-2 2 0 0 0,0 2-1 0 0,41 38 1 0 0,-62-49 8 0 0,-1 1-1 0 0,-1 1 1 0 0,0 1 0 0 0,-2 1 0 0 0,-1 0-1 0 0,0 1 1 0 0,-1 0 0 0 0,-2 1 0 0 0,0 1-1 0 0,-2 0 1 0 0,0 0 0 0 0,-2 1 0 0 0,0 0-1 0 0,-2 1 1 0 0,-1-1 0 0 0,-1 1 0 0 0,1 47-1 0 0,-5-60 23 0 0,1 74 304 0 0,-18 136 0 0 0,12-194-198 0 0,-12 43-1 0 0,15-64-380 0 0,-4 16 721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3.38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4512 28 5224 0 0,'-2'-27'70'0'0,"6"59"-60"0"0,-3 1-1 0 0,0 1 1 0 0,-5 33-1 0 0,1 18 65 0 0,3-58-69 0 0,2 33 74 0 0,-4 0 1 0 0,-2 0 0 0 0,-16 84-1 0 0,18-136-7 0 0,-1-1 0 0 0,1 1-1 0 0,-1 0 1 0 0,-1-1 0 0 0,1 0-1 0 0,-1 1 1 0 0,0-1 0 0 0,-1-1-1 0 0,0 1 1 0 0,0-1 0 0 0,0 0 0 0 0,-1 0-1 0 0,0 0 1 0 0,0-1 0 0 0,0 0-1 0 0,-1 0 1 0 0,0 0 0 0 0,0-1-1 0 0,0 0 1 0 0,0-1 0 0 0,-1 0 0 0 0,1 0-1 0 0,-1 0 1 0 0,0-1 0 0 0,-8 2-1 0 0,-40 8 183 0 0,-1-3-1 0 0,0-2 0 0 0,0-3 0 0 0,0-2 1 0 0,0-2-1 0 0,-77-11 0 0 0,-48-18 420 0 0,-91-7-482 0 0,105 24-146 0 0,-80-3-51 0 0,-289-6 13 0 0,266 7 9 0 0,179 10-5 0 0,-31-3-20 0 0,-213 16 0 0 0,270-2 0 0 0,-245 33-14 0 0,227-25-9 0 0,-138 44 1 0 0,171-42 23 0 0,-186 68-25 0 0,187-63 11 0 0,1 1-1 0 0,-75 49 1 0 0,38-13-14 0 0,-90 80-1 0 0,161-124 16 0 0,1 0 1 0 0,1 1-1 0 0,0 1 0 0 0,1 0 1 0 0,1 0-1 0 0,0 1 0 0 0,-11 30 1 0 0,9-14-1 0 0,3 0 1 0 0,1 2-1 0 0,1-1 1 0 0,2 1-1 0 0,2 0 1 0 0,1 0-1 0 0,2 53 1 0 0,-4 266-24 0 0,3-220 51 0 0,3-114 19 0 0,0-17 28 0 0,-1 0-1 0 0,1 0 0 0 0,-1 0 0 0 0,0 0 1 0 0,-1 0-1 0 0,1 0 0 0 0,-2 7 1 0 0,1-10-38 0 0,13-31-4979 0 0,1 8 1670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5.1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216 14 6841 0 0,'0'0'-336'0'0,"-1"0"274"0"0,1-1 1 0 0,0 0-1 0 0,0 1 0 0 0,0-1 0 0 0,0 0 0 0 0,-1 1 1 0 0,1-1-1 0 0,0 0 0 0 0,-1 1 0 0 0,1-1 0 0 0,0 1 1 0 0,-1-1-1 0 0,1 1 0 0 0,-1-1 0 0 0,1 1 0 0 0,-1-1 1 0 0,1 1-1 0 0,-1-1 0 0 0,1 1 0 0 0,-1-1 0 0 0,0 1 1 0 0,1 0-1 0 0,-1 0 0 0 0,1-1 0 0 0,-1 1 0 0 0,0 0 1 0 0,1 0-1 0 0,-1 0 0 0 0,-1-1 0 0 0,-7 12 75 0 0,0 0 1 0 0,1 0-1 0 0,0 1 0 0 0,1 0 0 0 0,0 0 1 0 0,1 1-1 0 0,1 0 0 0 0,0 0 0 0 0,-6 21 1 0 0,-20 48 173 0 0,25-67-136 0 0,0 0-1 0 0,1 1 0 0 0,-3 23 1 0 0,-2 5 48 0 0,2-7 3 0 0,1 2 0 0 0,2-1-1 0 0,2 1 1 0 0,2 0-1 0 0,5 62 1 0 0,5 37 296 0 0,-6 0 1 0 0,-23 213-1 0 0,12-292-197 0 0,1-9 294 0 0,0 55 1 0 0,5-94-514 0 0,-6-38-3746 0 0,10 2 1133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6.66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29 3 5993 0 0,'0'0'-209'0'0,"-19"-1"-191"0"0,10 0 417 0 0,12 0 495 0 0,439 4-294 0 0,-286 5-187 0 0,595 36 540 0 0,-558-27-435 0 0,368 28 200 0 0,-459-39-272 0 0,0 4 1 0 0,-1 5-1 0 0,-1 4 0 0 0,167 56 0 0 0,-250-68-71 0 0,-1 1-1 0 0,0 0 0 0 0,-1 1 1 0 0,0 1-1 0 0,0 0 1 0 0,16 16-1 0 0,73 80-40 0 0,-75-75 38 0 0,-11-11-2 0 0,0 1 0 0 0,-2 0 0 0 0,-1 1 1 0 0,0 1-1 0 0,-2 0 0 0 0,0 1 0 0 0,-2 0 1 0 0,-1 1-1 0 0,-1 0 0 0 0,10 41 0 0 0,22 124 93 0 0,10 205 515 0 0,-47-367-532 0 0,-3-18 15 0 0,1 0 0 0 0,-1 0 1 0 0,-1 0-1 0 0,-1 19 0 0 0,0-27-160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18.6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3 6121 0 0,'0'0'-216'0'0,"-9"-2"-189"0"0,7 2 423 0 0,8-1 108 0 0,45 4-44 0 0,60 9 0 0 0,511 91 224 0 0,-431-82 227 0 0,235-4-1 0 0,328-52 630 0 0,240 13-1059 0 0,-785 22-104 0 0,313 37-104 0 0,-468-28 72 0 0,0 3 0 0 0,-1 2-1 0 0,0 2 1 0 0,-1 3 0 0 0,-1 2 0 0 0,90 51-1 0 0,-108-54-9 0 0,-1 1-1 0 0,-2 1 0 0 0,37 32 1 0 0,-57-41 28 0 0,-1 0 0 0 0,-1 1 0 0 0,0 0-1 0 0,-1 0 1 0 0,0 1 0 0 0,-1 0 0 0 0,0 0 0 0 0,5 17 0 0 0,10 22 21 0 0,-10-26-13 0 0,-2 0 0 0 0,0 0 1 0 0,-2 1-1 0 0,-1 0 0 0 0,-2 0 1 0 0,0 0-1 0 0,-2 1 0 0 0,-1 38 1 0 0,1 15-2 0 0,21 130 0 0 0,-15-152 53 0 0,-8-57-30 0 0,0 31 91 0 0,1-30 206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4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2401 68 1916 0 0,'-8'-32'2513'0'0,"5"14"-1502"0"0,3 18-907 0 0,0-1 0 0 0,0 0 0 0 0,0 0 0 0 0,0 0 0 0 0,0 1 0 0 0,0-1 0 0 0,-1 0 0 0 0,1 0 0 0 0,0 0 0 0 0,-1 1 0 0 0,1-1 0 0 0,0 0 0 0 0,-1 1 0 0 0,1-1 0 0 0,-1 0 0 0 0,1 1 0 0 0,-1-1 0 0 0,1 1 0 0 0,-1-1 0 0 0,0 0 0 0 0,1 1 0 0 0,-1 0 0 0 0,0-1 0 0 0,1 1 0 0 0,-2-1 0 0 0,-1 3-97 0 0,0 0 1 0 0,0 1-1 0 0,1-1 0 0 0,-1 1 0 0 0,0 0 1 0 0,1 0-1 0 0,0-1 0 0 0,0 1 0 0 0,0 1 1 0 0,0-1-1 0 0,0 0 0 0 0,1 1 0 0 0,-3 4 1 0 0,1 0 15 0 0,-10 19 31 0 0,1 1 1 0 0,2 1-1 0 0,0 0 1 0 0,-4 30-1 0 0,11-49-50 0 0,-4 34 26 0 0,1-1-1 0 0,2 2 1 0 0,2 65 0 0 0,2-98-25 0 0,6 48 7 0 0,-5-47-7 0 0,1 0 1 0 0,0 0 0 0 0,2-1-1 0 0,6 21 1 0 0,20 43 0 0 0,-30-74-1 0 0,14 24 12 0 0,-12-19-19 0 0,-1-4 6 0 0,28 71 7 0 0,-6-20 26 0 0,-11-17-34 0 0,-8-18-1 0 0,-4-15 8 0 0,2 5-7 0 0,2 19 4 0 0,1 51 0 0 0,-13 12 17 0 0,5-25-10 0 0,3-64-10 0 0,0 0 0 0 0,-2 18 7 0 0,1-17-8 0 0,1-2-2 0 0,-2 6 2 0 0,2-6 9 0 0,-1 1-7 0 0,0-1-1 0 0,0 0 0 0 0,0 1 1 0 0,0-1-1 0 0,0 0 0 0 0,0 0 1 0 0,0 0-1 0 0,0 0 0 0 0,-1 0 0 0 0,1 0 1 0 0,0 0-1 0 0,0 0 0 0 0,-1 0 1 0 0,1-1-1 0 0,-1 1 0 0 0,1 0 1 0 0,-1-1-1 0 0,1 1 0 0 0,-1-1 0 0 0,-1 1 1 0 0,-41 7 70 0 0,-70-15 131 0 0,101 5-164 0 0,0 0 0 0 0,0-1 0 0 0,0 0 0 0 0,0-1 0 0 0,1 0 0 0 0,-20-10 0 0 0,14 7-25 0 0,1 1 0 0 0,-1 1 0 0 0,-30-5 0 0 0,39 8-10 0 0,-96-28 37 0 0,58 19-42 0 0,-2 1 1 0 0,-66-4 0 0 0,52 9-1 0 0,48 3 1 0 0,-102-1-8 0 0,57 1-10 0 0,37 2 14 0 0,-74 2 23 0 0,64-2-29 0 0,-49 6-1 0 0,-45 8 9 0 0,28 1-7 0 0,91-14 7 0 0,-279 42 17 0 0,154-24-2 0 0,67-11-8 0 0,-12 0-7 0 0,-42 7 22 0 0,17-5-11 0 0,85-6-12 0 0,5-2 0 0 0,1 0 0 0 0,-1-1 0 0 0,1 0 0 0 0,-17-1 0 0 0,-20 2 0 0 0,46-2-5 0 0,-7 0-110 0 0,6 0-301 0 0,40-11-4289 0 0,-17 7 2049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48.2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4372 72 6017 0 0,'0'0'-275'0'0,"-3"-1"-385"0"0,165 4 472 0 0,75 2 469 0 0,6 20-74 0 0,88 4-22 0 0,-203-29 41 0 0,186-24 0 0 0,-83 7-84 0 0,-30-13 46 0 0,-199 30-141 0 0,5 0 6 0 0,-1 0-1 0 0,1-1 1 0 0,-1 0 0 0 0,0 0-1 0 0,11-3 1 0 0,-15 3-36 0 0,9-3 303 0 0,-13 0-129 0 0,-27-3-71 0 0,-49-3-65 0 0,-49 3 17 0 0,-160-5-6 0 0,-327 2 30 0 0,262 31-67 0 0,243-12-18 0 0,-131 16 3 0 0,-265-3 212 0 0,42-20 510 0 0,451 1-710 0 0,-19-4 32 0 0,-83 2 59 0 0,111-1-103 0 0,-38-3 56 0 0,-168-7 234 0 0,206 10-297 0 0,0 0 2 0 0,-16 0 3 0 0,-84-2 80 0 0,-18 0 149 0 0,118 1-213 0 0,-25 1 45 0 0,-203-2 88 0 0,181 2-149 0 0,-99 5 1 0 0,-240 2-7 0 0,350-5 0 0 0,-2-1 7 0 0,-313-4 36 0 0,236-1-61 0 0,51 3 28 0 0,-98-4 10 0 0,73 1-44 0 0,89 4 24 0 0,-19 0 4 0 0,-20-3-22 0 0,33 2 9 0 0,-59 2-3 0 0,9-3 3 0 0,-108 7 0 0 0,126-3 5 0 0,-78 0 1 0 0,66 1 8 0 0,31-3-11 0 0,-83 7-13 0 0,102-7 10 0 0,-22 3-16 0 0,10-1 13 0 0,0 1 0 0 0,-61 9-17 0 0,73-12 13 0 0,-11 3-21 0 0,-3 3 24 0 0,11-2-2 0 0,-14 9-14 0 0,-36 17 46 0 0,46-24-18 0 0,-5 0-8 0 0,10-3-4 0 0,-2 4-4 0 0,6-6 15 0 0,-1 0 0 0 0,-5 2-8 0 0,4-2 0 0 0,1 0 0 0 0,-1 0 0 0 0,1 1 0 0 0,-1-1 0 0 0,1 0 0 0 0,-1 1 0 0 0,1-1 0 0 0,0 1 0 0 0,0 0 0 0 0,0 0 0 0 0,0 0 0 0 0,0 0 0 0 0,0 0 0 0 0,1 1 0 0 0,-1-1 0 0 0,1 0 0 0 0,-2 4 0 0 0,0 0-7 0 0,2-4 12 0 0,-16 32-67 0 0,10-14 49 0 0,6-13 18 0 0,-1 4-6 0 0,2-8 2 0 0,-1 1-1 0 0,1-1 1 0 0,0 1-1 0 0,0-1 0 0 0,0 0 1 0 0,0 1-1 0 0,0-1 1 0 0,1 1-1 0 0,0-1 0 0 0,0 0 1 0 0,2 7-1 0 0,40 143 12 0 0,-42-149-7 0 0,1 6-6 0 0,3 7 6 0 0,4 29 4 0 0,-8-43 1 0 0,14 92-6 0 0,-14-91 3 0 0,-1 22 9 0 0,-1-1 0 0 0,-1 1-1 0 0,-1-1 1 0 0,-1 0 0 0 0,-1 0 0 0 0,-12 35 0 0 0,-16 51 7 0 0,21-63 6 0 0,10-28-21 0 0,2-15-3 0 0,0 0 0 0 0,0 0 1 0 0,-1 1-1 0 0,0-1 0 0 0,0 0 1 0 0,0 0-1 0 0,-1 0 0 0 0,0 0 1 0 0,0 0-1 0 0,-2 4 0 0 0,3-7 18 0 0,3-2-74 0 0,-1-1 1 0 0,0 1-1 0 0,1 0 1 0 0,-1-1-1 0 0,0 1 1 0 0,0-1-1 0 0,1 1 1 0 0,-1-1-1 0 0,0 1 1 0 0,0-1-1 0 0,0 0 1 0 0,0 0-1 0 0,0 1 1 0 0,0-1-1 0 0,0 0 1 0 0,0 0-1 0 0,0 0 0 0 0,0 0 1 0 0,1-2-1 0 0,38-34-1065 0 0,-37 34 947 0 0,47-44-2288 0 0,12-7-663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01:53.29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22 6569 0 0,'0'-1'-17'0'0,"-1"0"-1"0"0,1 1 1 0 0,0-1 0 0 0,-1 0 0 0 0,1 0 0 0 0,0 0 0 0 0,0 0 0 0 0,0 0 0 0 0,0 0 0 0 0,0 0 0 0 0,0 0 0 0 0,0 0 0 0 0,0 0 0 0 0,0 0 0 0 0,1 0 0 0 0,-1 0-1 0 0,0 0 1 0 0,0 0 0 0 0,1-1 0 0 0,32 1 160 0 0,1 1-1 0 0,-1 2 1 0 0,64 11 0 0 0,16 1-76 0 0,17-7 308 0 0,-126-7-357 0 0,45 5 70 0 0,31 9 41 0 0,1-4-1 0 0,107 1 1 0 0,-59-3 172 0 0,-77-4-272 0 0,108 3 22 0 0,-116-5 15 0 0,67-7 0 0 0,-22 1-18 0 0,137-9 42 0 0,-131 6-40 0 0,-63 5-26 0 0,12 2-12 0 0,167 5 28 0 0,-154-5-33 0 0,99 0-4 0 0,-76 2-6 0 0,4 1 1 0 0,26 6 56 0 0,150-7-1 0 0,-127-4-29 0 0,101 5 24 0 0,328 4 220 0 0,-192 9-237 0 0,-236-7 14 0 0,330 5-63 0 0,-170-6 69 0 0,-227-8-45 0 0,147 3-9 0 0,-90-6 7 0 0,63 4-12 0 0,-22 0 43 0 0,-54-3-21 0 0,-103 2-12 0 0,32-3-12 0 0,56 2 0 0 0,110-5 26 0 0,-183 4-16 0 0,24-1-2 0 0,1 2-1 0 0,80 9 0 0 0,-42-7 1 0 0,-84-1 8 0 0,2 0-3 0 0,78-3 14 0 0,-23 3-25 0 0,8 3 5 0 0,-17-3 5 0 0,-43 0-8 0 0,11 1-10 0 0,26 3-3 0 0,-32-1 2 0 0,0 1-1 0 0,0 0 0 0 0,-1 0 1 0 0,1 1-1 0 0,-1 1 0 0 0,0 0 1 0 0,13 10-1 0 0,2-1 4 0 0,-23-13 4 0 0,28 25-62 0 0,-28-25 68 0 0,0 0 1 0 0,-1 1 0 0 0,1-1-1 0 0,-1 1 1 0 0,1-1-1 0 0,-1 1 1 0 0,0 0-1 0 0,0 0 1 0 0,0 0 0 0 0,0 0-1 0 0,-1 0 1 0 0,1 0-1 0 0,-1 0 1 0 0,2 7 0 0 0,3 5-3 0 0,1 2 5 0 0,14 18 53 0 0,-9-19-42 0 0,-10-13-14 0 0,11 25 10 0 0,-3 27-5 0 0,-9-53-3 0 0,-10 42 47 0 0,-26 56 53 0 0,21-45-49 0 0,-38 94 1 0 0,40-118-44 0 0,1 0 0 0 0,2 1 0 0 0,1 1 0 0 0,1-1 1 0 0,-4 67-1 0 0,21-24 49 0 0,-1-20-39 0 0,-7-40 3 0 0,0 1 1 0 0,1-1-1 0 0,1 0 1 0 0,1 0 0 0 0,0 0-1 0 0,9 18 1 0 0,-13-31-11 0 0,2 8 1873 0 0,5-26-1423 0 0,6-31-96 0 0,-1-9-75 0 0,-2 0-1 0 0,-2-1 1 0 0,2-84-1 0 0,-27-63 76 0 0,7 131-143 0 0,7 10-166 0 0,3 0 1 0 0,14-102 0 0 0,-9 136-61 0 0,-4 19 3 0 0,0 0 0 0 0,0-1 0 0 0,-1 1 1 0 0,-1-17-1 0 0,9-89 65 0 0,-9 114-22 0 0,17-21-102 0 0,-12 16 264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3379 152 3916 0 0,'0'0'-74'0'0,"8"0"48"0"0,33-2 1226 0 0,-75-25-914 0 0,3 10-214 0 0,0 2 0 0 0,-1 0-1 0 0,-1 3 1 0 0,0 0-1 0 0,-1 3 1 0 0,0 0 0 0 0,-41-4-1 0 0,-31 2-48 0 0,-130 2-1 0 0,-107 20 42 0 0,249-6-58 0 0,-174 24 31 0 0,17-1 8 0 0,198-23-47 0 0,1 2 1 0 0,-1 3 0 0 0,-72 23-1 0 0,-150 65-10 0 0,244-86 12 0 0,-101 43 45 0 0,-133 75 1 0 0,-92 65-65 0 0,314-167 17 0 0,1 1 1 0 0,2 3-1 0 0,1 0 0 0 0,1 3 1 0 0,-32 39-1 0 0,48-49-2 0 0,1 2 0 0 0,1-1-1 0 0,1 2 1 0 0,2 1 0 0 0,1 0 0 0 0,1 1 0 0 0,-13 38 0 0 0,23-51 9 0 0,1 1 1 0 0,0-1 0 0 0,1 1 0 0 0,1 0 0 0 0,1 0 0 0 0,0 0 0 0 0,3 22 0 0 0,23 128 29 0 0,-1-12-2 0 0,-19-73-10 0 0,-3-37-18 0 0,1 0 1 0 0,2 0-1 0 0,3 0 1 0 0,13 48-1 0 0,-7-47 13 0 0,3 0 0 0 0,1-1 0 0 0,2-1 1 0 0,2-1-1 0 0,2-1 0 0 0,42 57 0 0 0,153 136 83 0 0,-102-116-36 0 0,-64-67-59 0 0,115 91 0 0 0,-121-105 14 0 0,64 68 1 0 0,-10-8 3 0 0,-90-88-18 0 0,51 43 16 0 0,-2 3 1 0 0,83 104-1 0 0,-97-100 18 0 0,102 104 1 0 0,-119-138-29 0 0,1-1 0 0 0,2-1-1 0 0,0-2 1 0 0,2-1 0 0 0,53 25 0 0 0,-24-19-3 0 0,2-4-1 0 0,1-2 0 0 0,1-3 1 0 0,0-3-1 0 0,74 7 0 0 0,-8-10 15 0 0,226-7 0 0 0,472-74-45 0 0,-319-23 12 0 0,-442 77 8 0 0,3-1 25 0 0,214-49-56 0 0,-214 44 116 0 0,130-54 0 0 0,-178 61-35 0 0,0-1 0 0 0,0 0-1 0 0,-1-2 1 0 0,-1-1-1 0 0,-1-1 1 0 0,-1-1 0 0 0,0-1-1 0 0,-1-1 1 0 0,27-37-1 0 0,4-16 349 0 0,70-139-1 0 0,14-21-84 0 0,-75 153-315 0 0,70-72-1 0 0,0 2 0 0 0,-112 129-4 0 0,1 2-1 0 0,1 0 1 0 0,1 1-1 0 0,1 1 0 0 0,0 1 1 0 0,44-25-1 0 0,-3 9-29 0 0,97-35 0 0 0,-128 55 43 0 0,260-112-33 0 0,-256 106 82 0 0,0-1 0 0 0,-1-2 0 0 0,-1-1 0 0 0,-1-2 0 0 0,48-48 0 0 0,-55 46 103 0 0,-2-2 0 0 0,-1 0 0 0 0,-2-1 0 0 0,0-2 0 0 0,-2 0-1 0 0,-2-1 1 0 0,-1 0 0 0 0,13-40 0 0 0,-21 48-36 0 0,-2 0 0 0 0,0 0 0 0 0,-1-1-1 0 0,-2 0 1 0 0,0 0 0 0 0,-2 0 0 0 0,-1 0-1 0 0,-1 0 1 0 0,-1 0 0 0 0,-1 0 0 0 0,-2 0 0 0 0,0 1-1 0 0,-11-31 1 0 0,3 22-85 0 0,-1 1 0 0 0,-1 1 0 0 0,-2 0 0 0 0,-1 2 0 0 0,-2 0 0 0 0,-23-28 0 0 0,-153-154-116 0 0,168 188 27 0 0,-1 2 1 0 0,-1 1-1 0 0,-2 1 0 0 0,1 1 1 0 0,-2 2-1 0 0,-44-16 0 0 0,-93-31-126 0 0,-2 6 0 0 0,-355-67-1 0 0,393 107 133 0 0,-142 0 0 0 0,22 2 38 0 0,42-12 6 0 0,-79-6 2 0 0,87 13-29 0 0,33 3 39 0 0,-106-24 27 0 0,79-5 312 0 0,146 33-167 0 0,50 13-199 0 0,-5 0 431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39 144 3168 0 0,'-3'-33'4814'0'0,"3"33"-4795"0"0,-5 21-540 0 0,2-9 497 0 0,-7 36-1 0 0,3 0 0 0 0,1 1 0 0 0,2 0 0 0 0,4 56 0 0 0,11 83 89 0 0,-10-172 510 0 0,0-24 760 0 0,0-31-541 0 0,-4-128-289 0 0,3 123-417 0 0,4-198 289 0 0,-2 175 215 0 0,-3 64-522 0 0,1 1-99 0 0,0 1 6 0 0,0 1 0 0 0,0 0 0 0 0,0 0 0 0 0,0-1 0 0 0,-1 1 0 0 0,1 0 0 0 0,0 0 0 0 0,0-1 0 0 0,0 1 0 0 0,0 0 0 0 0,0 0 0 0 0,0-1 0 0 0,0 1 0 0 0,0 0 0 0 0,0 0 0 0 0,0-1 0 0 0,0 1 0 0 0,0 0 0 0 0,0-1 0 0 0,0 1 0 0 0,0 0 0 0 0,0 0 0 0 0,0-1 0 0 0,0 1 0 0 0,0 0 0 0 0,0-1 0 0 0,0 1 0 0 0,0 0 0 0 0,1 0 0 0 0,-1-1 0 0 0,0 1 0 0 0,0 0 0 0 0,0 0 0 0 0,0 0 0 0 0,1-1 0 0 0,-1 1 0 0 0,0 0 0 0 0,0 0 0 0 0,0 0 1 0 0,1 0-1 0 0,-1-1 0 0 0,0 1 0 0 0,0 0 0 0 0,1 0 0 0 0,48 58-172 0 0,89 83 0 0 0,-114-118 191 0 0,34 29 0 0 0,99 66 1 0 0,-65-52 66 0 0,-50-36 1969 0 0,-41-31-1981 0 0,0-1 0 0 0,0 1 0 0 0,0 0-1 0 0,0 0 1 0 0,0 0 0 0 0,0 0 0 0 0,0-1 0 0 0,0 1-1 0 0,-1 0 1 0 0,1-1 0 0 0,0 1 0 0 0,-1-1 0 0 0,1 1-1 0 0,-1-1 1 0 0,1 1 0 0 0,-1-1 0 0 0,0 1 0 0 0,0-1-1 0 0,0 1 1 0 0,0-1 0 0 0,0 1 0 0 0,0-1 0 0 0,0-1-1 0 0,-7-45 160 0 0,4 34-79 0 0,-25-220 210 0 0,12 91-78 0 0,7 78-667 0 0,9 63 351 0 0,-2-9-517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678 93 5597 0 0,'0'0'-212'0'0,"17"0"1497"0"0,-17-1-1266 0 0,0 0 1 0 0,0-1-1 0 0,0 1 0 0 0,0 0 1 0 0,0 0-1 0 0,0-1 0 0 0,0 1 1 0 0,-1 0-1 0 0,1-1 0 0 0,-1 1 1 0 0,1 0-1 0 0,-1 0 0 0 0,1-1 1 0 0,-1 1-1 0 0,0 0 0 0 0,1 0 1 0 0,-1 0-1 0 0,0 0 0 0 0,0 0 1 0 0,0 0-1 0 0,0 0 0 0 0,-1-1 1 0 0,-35-22 194 0 0,-44-5-68 0 0,61 25-151 0 0,0 1 0 0 0,-1 0 1 0 0,1 2-1 0 0,0 0 0 0 0,-1 2 0 0 0,1 0 1 0 0,0 1-1 0 0,-1 1 0 0 0,1 1 1 0 0,1 0-1 0 0,-1 2 0 0 0,1 0 0 0 0,-26 13 1 0 0,31-12-40 0 0,2 0 0 0 0,-1 1 0 0 0,1 1 0 0 0,-21 18 0 0 0,32-26 40 0 0,1 0-1 0 0,-1-1 1 0 0,1 1 0 0 0,0 0 0 0 0,-1 0 0 0 0,1 0 0 0 0,0 0 0 0 0,-1-1 0 0 0,1 1 0 0 0,0 0 0 0 0,0 0-1 0 0,0 0 1 0 0,0 0 0 0 0,0 0 0 0 0,0 0 0 0 0,0 0 0 0 0,0 0 0 0 0,0-1 0 0 0,0 1 0 0 0,0 0 0 0 0,1 0-1 0 0,-1 0 1 0 0,0 0 0 0 0,1 0 0 0 0,-1-1 0 0 0,0 1 0 0 0,1 0 0 0 0,-1 0 0 0 0,1-1 0 0 0,0 1 0 0 0,-1 0-1 0 0,1 0 1 0 0,-1-1 0 0 0,1 1 0 0 0,0-1 0 0 0,0 1 0 0 0,-1-1 0 0 0,2 1 0 0 0,28 21-33 0 0,177 69-10 0 0,-125-57 23 0 0,-1 2-1 0 0,81 52 1 0 0,-148-80 6 0 0,-11-7 15 0 0,-1 0 1 0 0,0 0 0 0 0,0 0-1 0 0,0 0 1 0 0,0 1-1 0 0,0-1 1 0 0,0 0 0 0 0,0 1-1 0 0,0 0 1 0 0,0-1-1 0 0,-1 1 1 0 0,1 0 0 0 0,-1 0-1 0 0,1 0 1 0 0,1 4-1 0 0,-2-4 25 0 0,-5 0 8 0 0,-8 6 14 0 0,0-2 1 0 0,0 1 0 0 0,-1-2 0 0 0,0 1-1 0 0,-1-2 1 0 0,1 0 0 0 0,-1 0-1 0 0,1-1 1 0 0,-21 1 0 0 0,-133 4 341 0 0,157-8-380 0 0,-203-8 616 0 0,189 6-663 0 0,1-2-1 0 0,0 0 0 0 0,0-2 0 0 0,0 0 1 0 0,0-1-1 0 0,-40-21 0 0 0,59 26-381 0 0,0-1-1 0 0,0 0 1 0 0,0 0 0 0 0,0-1 0 0 0,1 1-1 0 0,-1-1 1 0 0,1 1 0 0 0,-3-6-1 0 0,-2-3-1946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 46 5529 0 0,'-1'-1'99'0'0,"0"1"1"0"0,0-1-1 0 0,0 1 1 0 0,0 0 0 0 0,0-1-1 0 0,0 1 1 0 0,-1 0 0 0 0,1 0-1 0 0,0 0 1 0 0,0-1 0 0 0,0 1-1 0 0,0 0 1 0 0,0 1 0 0 0,0-1-1 0 0,-1 0 1 0 0,1 0-1 0 0,0 0 1 0 0,0 1 0 0 0,0-1-1 0 0,0 0 1 0 0,0 1 0 0 0,0-1-1 0 0,-1 2 1 0 0,6 24 1577 0 0,2-6-2249 0 0,14 36 540 0 0,1 0 0 0 0,4-1 0 0 0,33 57 0 0 0,7 13 56 0 0,-32-69 179 0 0,-32-55 28 0 0,0-2-138 0 0,1-1 1 0 0,-1 0 0 0 0,0 0-1 0 0,1 1 1 0 0,-1-1 0 0 0,0 0-1 0 0,0 0 1 0 0,0-1-1 0 0,0 1 1 0 0,-1 0 0 0 0,1 0-1 0 0,-1 0 1 0 0,1 0-1 0 0,-1-4 1 0 0,14-61 77 0 0,-4 22-9 0 0,31-133 194 0 0,-33 124-1756 0 0,13 73 1260 0 0,44 65-207 0 0,-11-12 230 0 0,69 68 64 0 0,-99-113 128 0 0,-23-26-23 0 0,-1-1-18 0 0,1 1 0 0 0,-1-1 0 0 0,0 0 0 0 0,0 0 0 0 0,0 1 0 0 0,0-1 0 0 0,1 0 0 0 0,-1 1 0 0 0,0-1 0 0 0,0 0 0 0 0,0 0 0 0 0,1 0 0 0 0,-1 1 0 0 0,0-1 0 0 0,0 0 0 0 0,1 0 0 0 0,-1 0 0 0 0,0 1 0 0 0,1-1 0 0 0,-1 0 0 0 0,0 0 0 0 0,1 0 0 0 0,-1 0 0 0 0,0 0 0 0 0,0 0 0 0 0,1 0 0 0 0,-1 0 0 0 0,0 0 0 0 0,1 0 0 0 0,-1 0 0 0 0,0 0 0 0 0,1 0 0 0 0,-1 0 0 0 0,0 0 0 0 0,1 0 0 0 0,-1 0 0 0 0,0 0 0 0 0,1 0 0 0 0,-1-1 0 0 0,11-15 96 0 0,0 0 0 0 0,-2-2 1 0 0,0 1-1 0 0,-1-1 0 0 0,0 0 1 0 0,-2-1-1 0 0,7-27 0 0 0,6-14 1 0 0,13-25 31 0 0,26-81 42 0 0,-42 121-2041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7221 0 0,'1'-3'37'0'0,"0"-1"1"0"0,0 1-1 0 0,-1 0 1 0 0,1-1 0 0 0,-1 1-1 0 0,0-1 1 0 0,0 1-1 0 0,0-1 1 0 0,-1-4-1 0 0,0-12 948 0 0,3 15-635 0 0,1 10-162 0 0,9 25-142 0 0,10 42-176 0 0,82 301 266 0 0,-104-372-129 0 0,8-38-7329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3 5821 0 0,'0'0'-280'0'0,"-11"-1"-571"0"0,8 0 912 0 0,13 1 308 0 0,660 54-214 0 0,-537-40 1062 0 0,-131-13-1127 0 0,13-3-346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 0 4404 0 0,'-20'9'-401'0'0,"19"-8"356"0"0,-12 4-74 0 0,9 1 1398 0 0,89 2-1125 0 0,99-2 0 0 0,-123-2-90 0 0,-59-3 1 0 0,2-1-42 0 0,10 0-4 0 0,-10 0-30 0 0,11-7-3191 0 0,-8 1 2674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3172 0 0,'0'3'522'0'0,"11"-1"-186"0"0,39 0-53 0 0,59-4-106 0 0,158 0 548 0 0,-254 3-690 0 0,-12 0-157 0 0,1-1 0 0 0,-1 1 0 0 0,0-1 0 0 0,1 0 1 0 0,-1 0-1 0 0,0 0 0 0 0,1 1 0 0 0,-1-1 0 0 0,0 0 1 0 0,1-1-1 0 0,-1 1 0 0 0,0 0 0 0 0,1 0 0 0 0,-1-1 0 0 0,0 1 1 0 0,0 0-1 0 0,3-2 0 0 0,0-8-1079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1 3148 0 0,'0'0'-153'0'0,"-17"14"-500"0"0,12 8 653 0 0,0 0-1 0 0,2 0 1 0 0,0 0-1 0 0,2 0 1 0 0,0 1-1 0 0,2-1 1 0 0,0 0-1 0 0,2 0 1 0 0,0 0-1 0 0,2 0 1 0 0,0 0-1 0 0,1 0 1 0 0,1-1-1 0 0,2 0 1 0 0,0-1-1 0 0,0 0 1 0 0,2 0-1 0 0,16 21 1 0 0,-16-29 25 0 0,0 1 0 0 0,1-2 0 0 0,1 1 0 0 0,0-2 0 0 0,0 0 0 0 0,1 0 0 0 0,1-1-1 0 0,23 10 1 0 0,19 6 106 0 0,60 17 0 0 0,-13-5-28 0 0,-82-29-79 0 0,0 2 1 0 0,-1 1-1 0 0,0 0 0 0 0,20 16 0 0 0,-31-19-19 0 0,0 0 0 0 0,0 1-1 0 0,-1 1 1 0 0,0-1 0 0 0,-1 1-1 0 0,0 1 1 0 0,-1 0 0 0 0,0 0 0 0 0,5 12-1 0 0,3 8 8 0 0,2-1-1 0 0,0 0 1 0 0,2-1-1 0 0,1-2 0 0 0,2 0 1 0 0,0-1-1 0 0,31 27 1 0 0,-5-12 13 0 0,1-2 1 0 0,3-3 0 0 0,0-2 0 0 0,3-2 0 0 0,111 48-1 0 0,334 116 18 0 0,-290-116-54 0 0,-101-42 17 0 0,64 26 98 0 0,-142-50-1220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2457 65 3016 0 0,'2'-1'133'0'0,"-1"0"-1"0"0,0 1 1 0 0,0-1 0 0 0,0 0-1 0 0,0 0 1 0 0,0 0 0 0 0,0-1-1 0 0,0 1 1 0 0,0 0-1 0 0,0 0 1 0 0,0 0 0 0 0,-1-1-1 0 0,1 1 1 0 0,0 0-1 0 0,-1-1 1 0 0,1 1 0 0 0,-1-2-1 0 0,-14-4-72 0 0,0 1 0 0 0,-1 0 0 0 0,0 1 0 0 0,0 1 0 0 0,0 0 0 0 0,-22-2 0 0 0,21 4-65 0 0,0 1 0 0 0,-1 0 0 0 0,1 1 0 0 0,-1 0-1 0 0,-31 7 1 0 0,26-4 9 0 0,-42 4-7 0 0,1 3 0 0 0,0 2 0 0 0,0 4 1 0 0,-112 43-1 0 0,83-23 15 0 0,50-20-32 0 0,-63 32 1 0 0,-28 31-88 0 0,-51 28 139 0 0,-195 119 71 0 0,361-215-98 0 0,-8 4 19 0 0,-29 23 5 0 0,53-37-21 0 0,-34 15 65 0 0,-282 94 424 0 0,269-96-357 0 0,0-3-1 0 0,-1-2 0 0 0,-53 2 1 0 0,41-5-64 0 0,60-5-68 0 0,-6 1-66 0 0,0-1-1 0 0,0 0 0 0 0,0-1 0 0 0,0 1 0 0 0,-15-2 1 0 0,38-15-2153 0 0,0 6-431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20T05:28:40.9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45 6077 0 0,'0'0'-268'0'0,"-17"-37"1007"0"0,16 35-700 0 0,-5-2-27 0 0,5 2-16 0 0,-2 3-61 0 0,1 0 62 0 0,0 0 0 0 0,-1-1-1 0 0,1 2 1 0 0,0-1 0 0 0,-1 0 0 0 0,1 0 0 0 0,0 1-1 0 0,0-1 1 0 0,0 1 0 0 0,0 0 0 0 0,0-1 0 0 0,1 1-1 0 0,-1 0 1 0 0,-2 4 0 0 0,-27 39-64 0 0,24-34 55 0 0,-8 14-8 0 0,1 2 1 0 0,2 0 0 0 0,0 0 0 0 0,2 1-1 0 0,1 0 1 0 0,1 1 0 0 0,-6 48 0 0 0,12-33-83 0 0,2-43 103 0 0,0 1 9 0 0,0 7-3 0 0,11-32 173 0 0,-1-1 0 0 0,9-31 0 0 0,42-173-290 0 0,-61 226 66 0 0,28 150-333 0 0,-1-31 512 0 0,-27-115-120 0 0,-11-37-4483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5.8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86 24575,'-15'-11'0,"11"19"0,5-4 0,-1-1 0,1 1 0,0-1 0,0 0 0,0 1 0,1-1 0,-1 0 0,3 5 0,17 19 0,2 0 0,30 29 0,19 22 0,-30-32 0,2-1 0,2-1 0,2-3 0,71 47 0,-71-54 0,2-2 0,1-2 0,101 42 0,129 30 0,-230-83 0,-24-8 0,1-1 0,43 9 0,30 3 0,-1 4 0,107 44 0,-114-32 0,-56-21 0,0-2 0,2-1 0,59 12 0,-54-16 0,-31-7 0,-1 0 0,1 0 0,0-1 0,0-1 0,0 0 0,0-1 0,0 0 0,0-1 0,21-4 0,21-10 0,-27 9 0,0-2 0,0 0 0,-1-3 0,0 0 0,28-16 0,-43 19 0,36-20 0,0-2 0,-2-2 0,-2-2 0,50-49 0,-7 3 0,-62 59 0,-1-1 0,0-1 0,23-31 0,205-261 0,-144 184 0,-39 51 58,28-36-1481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6.9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 37 24575,'0'-4'0,"0"-6"0,0-6 0,0 9 0,0 10 0,-5 4 0,-1 5 0,1 6 0,0 3 0,-2 3 0,-1 1 0,2 1 0,-3-4 0,0-1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08.5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2202 58 24575,'-1'-1'0,"1"-1"0,-1 0 0,0 1 0,0-1 0,0 1 0,0-1 0,0 1 0,0-1 0,-1 1 0,1 0 0,0 0 0,-1 0 0,1 0 0,-1 0 0,1 0 0,-1 0 0,-2-1 0,-30-14 0,8 10 0,0 2 0,0 0 0,0 2 0,0 0 0,-1 2 0,-35 4 0,-18-1 0,29 1 0,-1 2 0,1 2 0,-71 21 0,119-28 0,-26 9 0,1 1 0,0 1 0,0 2 0,1 1 0,1 1 0,1 1 0,0 2 0,1 0 0,-22 24 0,-104 81 0,49-45 0,69-55 0,0-2 0,-66 33 0,41-25 0,-18 7 0,-1-3 0,-108 31 0,105-38 0,-22 8 0,-176 57 0,260-89-1365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05:29:10.63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24575,'32'3'0,"-1"2"0,0 1 0,-1 1 0,1 2 0,54 23 0,-70-26 0,38 14 0,-2 3 0,74 44 0,-45-23 0,-50-28 0,-1 0 0,40 31 0,54 38 0,-89-64 0,0 1 0,-2 2 0,40 38 0,-33-21 0,7 8 0,1-2 0,3-2 0,103 72 0,183 60 0,-298-161 0,0-1 0,2-3 0,-1-1 0,2-2 0,62 7 0,1 5-1365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6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3379 152 3916 0 0,'0'0'-74'0'0,"8"0"48"0"0,33-2 1226 0 0,-75-25-914 0 0,3 10-214 0 0,0 2 0 0 0,-1 0-1 0 0,-1 3 1 0 0,0 0-1 0 0,-1 3 1 0 0,0 0 0 0 0,-41-4-1 0 0,-31 2-48 0 0,-130 2-1 0 0,-107 20 42 0 0,249-6-58 0 0,-174 24 31 0 0,17-1 8 0 0,198-23-47 0 0,1 2 1 0 0,-1 3 0 0 0,-72 23-1 0 0,-150 65-10 0 0,244-86 12 0 0,-101 43 45 0 0,-133 75 1 0 0,-92 65-65 0 0,314-167 17 0 0,1 1 1 0 0,2 3-1 0 0,1 0 0 0 0,1 3 1 0 0,-32 39-1 0 0,48-49-2 0 0,1 2 0 0 0,1-1-1 0 0,1 2 1 0 0,2 1 0 0 0,1 0 0 0 0,1 1 0 0 0,-13 38 0 0 0,23-51 9 0 0,1 1 1 0 0,0-1 0 0 0,1 1 0 0 0,1 0 0 0 0,1 0 0 0 0,0 0 0 0 0,3 22 0 0 0,23 128 29 0 0,-1-12-2 0 0,-19-73-10 0 0,-3-37-18 0 0,1 0 1 0 0,2 0-1 0 0,3 0 1 0 0,13 48-1 0 0,-7-47 13 0 0,3 0 0 0 0,1-1 0 0 0,2-1 1 0 0,2-1-1 0 0,2-1 0 0 0,42 57 0 0 0,153 136 83 0 0,-102-116-36 0 0,-64-67-59 0 0,115 91 0 0 0,-121-105 14 0 0,64 68 1 0 0,-10-8 3 0 0,-90-88-18 0 0,51 43 16 0 0,-2 3 1 0 0,83 104-1 0 0,-97-100 18 0 0,102 104 1 0 0,-119-138-29 0 0,1-1 0 0 0,2-1-1 0 0,0-2 1 0 0,2-1 0 0 0,53 25 0 0 0,-24-19-3 0 0,2-4-1 0 0,1-2 0 0 0,1-3 1 0 0,0-3-1 0 0,74 7 0 0 0,-8-10 15 0 0,226-7 0 0 0,472-74-45 0 0,-319-23 12 0 0,-442 77 8 0 0,3-1 25 0 0,214-49-56 0 0,-214 44 116 0 0,130-54 0 0 0,-178 61-35 0 0,0-1 0 0 0,0 0-1 0 0,-1-2 1 0 0,-1-1-1 0 0,-1-1 1 0 0,-1-1 0 0 0,0-1-1 0 0,-1-1 1 0 0,27-37-1 0 0,4-16 349 0 0,70-139-1 0 0,14-21-84 0 0,-75 153-315 0 0,70-72-1 0 0,0 2 0 0 0,-112 129-4 0 0,1 2-1 0 0,1 0 1 0 0,1 1-1 0 0,1 1 0 0 0,0 1 1 0 0,44-25-1 0 0,-3 9-29 0 0,97-35 0 0 0,-128 55 43 0 0,260-112-33 0 0,-256 106 82 0 0,0-1 0 0 0,-1-2 0 0 0,-1-1 0 0 0,-1-2 0 0 0,48-48 0 0 0,-55 46 103 0 0,-2-2 0 0 0,-1 0 0 0 0,-2-1 0 0 0,0-2 0 0 0,-2 0-1 0 0,-2-1 1 0 0,-1 0 0 0 0,13-40 0 0 0,-21 48-36 0 0,-2 0 0 0 0,0 0 0 0 0,-1-1-1 0 0,-2 0 1 0 0,0 0 0 0 0,-2 0 0 0 0,-1 0-1 0 0,-1 0 1 0 0,-1 0 0 0 0,-1 0 0 0 0,-2 0 0 0 0,0 1-1 0 0,-11-31 1 0 0,3 22-85 0 0,-1 1 0 0 0,-1 1 0 0 0,-2 0 0 0 0,-1 2 0 0 0,-2 0 0 0 0,-23-28 0 0 0,-153-154-116 0 0,168 188 27 0 0,-1 2 1 0 0,-1 1-1 0 0,-2 1 0 0 0,1 1 1 0 0,-2 2-1 0 0,-44-16 0 0 0,-93-31-126 0 0,-2 6 0 0 0,-355-67-1 0 0,393 107 133 0 0,-142 0 0 0 0,22 2 38 0 0,42-12 6 0 0,-79-6 2 0 0,87 13-29 0 0,33 3 39 0 0,-106-24 27 0 0,79-5 312 0 0,146 33-167 0 0,50 13-199 0 0,-5 0 431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39 144 3168 0 0,'-3'-33'4814'0'0,"3"33"-4795"0"0,-5 21-540 0 0,2-9 497 0 0,-7 36-1 0 0,3 0 0 0 0,1 1 0 0 0,2 0 0 0 0,4 56 0 0 0,11 83 89 0 0,-10-172 510 0 0,0-24 760 0 0,0-31-541 0 0,-4-128-289 0 0,3 123-417 0 0,4-198 289 0 0,-2 175 215 0 0,-3 64-522 0 0,1 1-99 0 0,0 1 6 0 0,0 1 0 0 0,0 0 0 0 0,0 0 0 0 0,0-1 0 0 0,-1 1 0 0 0,1 0 0 0 0,0 0 0 0 0,0-1 0 0 0,0 1 0 0 0,0 0 0 0 0,0 0 0 0 0,0-1 0 0 0,0 1 0 0 0,0 0 0 0 0,0 0 0 0 0,0-1 0 0 0,0 1 0 0 0,0 0 0 0 0,0-1 0 0 0,0 1 0 0 0,0 0 0 0 0,0 0 0 0 0,0-1 0 0 0,0 1 0 0 0,0 0 0 0 0,0-1 0 0 0,0 1 0 0 0,0 0 0 0 0,1 0 0 0 0,-1-1 0 0 0,0 1 0 0 0,0 0 0 0 0,0 0 0 0 0,0 0 0 0 0,1-1 0 0 0,-1 1 0 0 0,0 0 0 0 0,0 0 0 0 0,0 0 1 0 0,1 0-1 0 0,-1-1 0 0 0,0 1 0 0 0,0 0 0 0 0,1 0 0 0 0,48 58-172 0 0,89 83 0 0 0,-114-118 191 0 0,34 29 0 0 0,99 66 1 0 0,-65-52 66 0 0,-50-36 1969 0 0,-41-31-1981 0 0,0-1 0 0 0,0 1 0 0 0,0 0-1 0 0,0 0 1 0 0,0 0 0 0 0,0 0 0 0 0,0-1 0 0 0,0 1-1 0 0,-1 0 1 0 0,1-1 0 0 0,0 1 0 0 0,-1-1 0 0 0,1 1-1 0 0,-1-1 1 0 0,1 1 0 0 0,-1-1 0 0 0,0 1 0 0 0,0-1-1 0 0,0 1 1 0 0,0-1 0 0 0,0 1 0 0 0,0-1 0 0 0,0-1-1 0 0,-7-45 160 0 0,4 34-79 0 0,-25-220 210 0 0,12 91-78 0 0,7 78-667 0 0,9 63 351 0 0,-2-9-517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678 93 5597 0 0,'0'0'-212'0'0,"17"0"1497"0"0,-17-1-1266 0 0,0 0 1 0 0,0-1-1 0 0,0 1 0 0 0,0 0 1 0 0,0 0-1 0 0,0-1 0 0 0,0 1 1 0 0,-1 0-1 0 0,1-1 0 0 0,-1 1 1 0 0,1 0-1 0 0,-1 0 0 0 0,1-1 1 0 0,-1 1-1 0 0,0 0 0 0 0,1 0 1 0 0,-1 0-1 0 0,0 0 0 0 0,0 0 1 0 0,0 0-1 0 0,0 0 0 0 0,-1-1 1 0 0,-35-22 194 0 0,-44-5-68 0 0,61 25-151 0 0,0 1 0 0 0,-1 0 1 0 0,1 2-1 0 0,0 0 0 0 0,-1 2 0 0 0,1 0 1 0 0,0 1-1 0 0,-1 1 0 0 0,1 1 1 0 0,1 0-1 0 0,-1 2 0 0 0,1 0 0 0 0,-26 13 1 0 0,31-12-40 0 0,2 0 0 0 0,-1 1 0 0 0,1 1 0 0 0,-21 18 0 0 0,32-26 40 0 0,1 0-1 0 0,-1-1 1 0 0,1 1 0 0 0,0 0 0 0 0,-1 0 0 0 0,1 0 0 0 0,0 0 0 0 0,-1-1 0 0 0,1 1 0 0 0,0 0 0 0 0,0 0-1 0 0,0 0 1 0 0,0 0 0 0 0,0 0 0 0 0,0 0 0 0 0,0 0 0 0 0,0 0 0 0 0,0-1 0 0 0,0 1 0 0 0,0 0 0 0 0,1 0-1 0 0,-1 0 1 0 0,0 0 0 0 0,1 0 0 0 0,-1-1 0 0 0,0 1 0 0 0,1 0 0 0 0,-1 0 0 0 0,1-1 0 0 0,0 1 0 0 0,-1 0-1 0 0,1 0 1 0 0,-1-1 0 0 0,1 1 0 0 0,0-1 0 0 0,0 1 0 0 0,-1-1 0 0 0,2 1 0 0 0,28 21-33 0 0,177 69-10 0 0,-125-57 23 0 0,-1 2-1 0 0,81 52 1 0 0,-148-80 6 0 0,-11-7 15 0 0,-1 0 1 0 0,0 0 0 0 0,0 0-1 0 0,0 0 1 0 0,0 1-1 0 0,0-1 1 0 0,0 0 0 0 0,0 1-1 0 0,0 0 1 0 0,0-1-1 0 0,-1 1 1 0 0,1 0 0 0 0,-1 0-1 0 0,1 0 1 0 0,1 4-1 0 0,-2-4 25 0 0,-5 0 8 0 0,-8 6 14 0 0,0-2 1 0 0,0 1 0 0 0,-1-2 0 0 0,0 1-1 0 0,-1-2 1 0 0,1 0 0 0 0,-1 0-1 0 0,1-1 1 0 0,-21 1 0 0 0,-133 4 341 0 0,157-8-380 0 0,-203-8 616 0 0,189 6-663 0 0,1-2-1 0 0,0 0 0 0 0,0-2 0 0 0,0 0 1 0 0,0-1-1 0 0,-40-21 0 0 0,59 26-381 0 0,0-1-1 0 0,0 0 1 0 0,0 0 0 0 0,0-1 0 0 0,1 1-1 0 0,-1-1 1 0 0,1 1 0 0 0,-3-6-1 0 0,-2-3-1946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6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 46 5529 0 0,'-1'-1'99'0'0,"0"1"1"0"0,0-1-1 0 0,0 1 1 0 0,0 0 0 0 0,0-1-1 0 0,0 1 1 0 0,-1 0 0 0 0,1 0-1 0 0,0 0 1 0 0,0-1 0 0 0,0 1-1 0 0,0 0 1 0 0,0 1 0 0 0,0-1-1 0 0,-1 0 1 0 0,1 0-1 0 0,0 0 1 0 0,0 1 0 0 0,0-1-1 0 0,0 0 1 0 0,0 1 0 0 0,0-1-1 0 0,-1 2 1 0 0,6 24 1577 0 0,2-6-2249 0 0,14 36 540 0 0,1 0 0 0 0,4-1 0 0 0,33 57 0 0 0,7 13 56 0 0,-32-69 179 0 0,-32-55 28 0 0,0-2-138 0 0,1-1 1 0 0,-1 0 0 0 0,0 0-1 0 0,1 1 1 0 0,-1-1 0 0 0,0 0-1 0 0,0 0 1 0 0,0-1-1 0 0,0 1 1 0 0,-1 0 0 0 0,1 0-1 0 0,-1 0 1 0 0,1 0-1 0 0,-1-4 1 0 0,14-61 77 0 0,-4 22-9 0 0,31-133 194 0 0,-33 124-1756 0 0,13 73 1260 0 0,44 65-207 0 0,-11-12 230 0 0,69 68 64 0 0,-99-113 128 0 0,-23-26-23 0 0,-1-1-18 0 0,1 1 0 0 0,-1-1 0 0 0,0 0 0 0 0,0 0 0 0 0,0 1 0 0 0,0-1 0 0 0,1 0 0 0 0,-1 1 0 0 0,0-1 0 0 0,0 0 0 0 0,0 0 0 0 0,1 0 0 0 0,-1 1 0 0 0,0-1 0 0 0,0 0 0 0 0,1 0 0 0 0,-1 0 0 0 0,0 1 0 0 0,1-1 0 0 0,-1 0 0 0 0,0 0 0 0 0,1 0 0 0 0,-1 0 0 0 0,0 0 0 0 0,0 0 0 0 0,1 0 0 0 0,-1 0 0 0 0,0 0 0 0 0,1 0 0 0 0,-1 0 0 0 0,0 0 0 0 0,1 0 0 0 0,-1 0 0 0 0,0 0 0 0 0,1 0 0 0 0,-1 0 0 0 0,0 0 0 0 0,1 0 0 0 0,-1-1 0 0 0,11-15 96 0 0,0 0 0 0 0,-2-2 1 0 0,0 1-1 0 0,-1-1 0 0 0,0 0 1 0 0,-2-1-1 0 0,7-27 0 0 0,6-14 1 0 0,13-25 31 0 0,26-81 42 0 0,-42 121-2041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64 7221 0 0,'1'-3'37'0'0,"0"-1"1"0"0,0 1-1 0 0,-1 0 1 0 0,1-1 0 0 0,-1 1-1 0 0,0-1 1 0 0,0 1-1 0 0,0-1 1 0 0,-1-4-1 0 0,0-12 948 0 0,3 15-635 0 0,1 10-162 0 0,9 25-142 0 0,10 42-176 0 0,82 301 266 0 0,-104-372-129 0 0,8-38-7329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3 5821 0 0,'0'0'-280'0'0,"-11"-1"-571"0"0,8 0 912 0 0,13 1 308 0 0,660 54-214 0 0,-537-40 1062 0 0,-131-13-1127 0 0,13-3-346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 0 4404 0 0,'-20'9'-401'0'0,"19"-8"356"0"0,-12 4-74 0 0,9 1 1398 0 0,89 2-1125 0 0,99-2 0 0 0,-123-2-90 0 0,-59-3 1 0 0,2-1-42 0 0,10 0-4 0 0,-10 0-30 0 0,11-7-3191 0 0,-8 1 2674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 3172 0 0,'0'3'522'0'0,"11"-1"-186"0"0,39 0-53 0 0,59-4-106 0 0,158 0 548 0 0,-254 3-690 0 0,-12 0-157 0 0,1-1 0 0 0,-1 1 0 0 0,0-1 0 0 0,1 0 1 0 0,-1 0-1 0 0,0 0 0 0 0,1 1 0 0 0,-1-1 0 0 0,0 0 1 0 0,1-1-1 0 0,-1 1 0 0 0,0 0 0 0 0,1 0 0 0 0,-1-1 0 0 0,0 1 1 0 0,0 0-1 0 0,3-2 0 0 0,0-8-1079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1 3148 0 0,'0'0'-153'0'0,"-17"14"-500"0"0,12 8 653 0 0,0 0-1 0 0,2 0 1 0 0,0 0-1 0 0,2 0 1 0 0,0 1-1 0 0,2-1 1 0 0,0 0-1 0 0,2 0 1 0 0,0 0-1 0 0,2 0 1 0 0,0 0-1 0 0,1 0 1 0 0,1-1-1 0 0,2 0 1 0 0,0-1-1 0 0,0 0 1 0 0,2 0-1 0 0,16 21 1 0 0,-16-29 25 0 0,0 1 0 0 0,1-2 0 0 0,1 1 0 0 0,0-2 0 0 0,0 0 0 0 0,1 0 0 0 0,1-1-1 0 0,23 10 1 0 0,19 6 106 0 0,60 17 0 0 0,-13-5-28 0 0,-82-29-79 0 0,0 2 1 0 0,-1 1-1 0 0,0 0 0 0 0,20 16 0 0 0,-31-19-19 0 0,0 0 0 0 0,0 1-1 0 0,-1 1 1 0 0,0-1 0 0 0,-1 1-1 0 0,0 1 1 0 0,-1 0 0 0 0,0 0 0 0 0,5 12-1 0 0,3 8 8 0 0,2-1-1 0 0,0 0 1 0 0,2-1-1 0 0,1-2 0 0 0,2 0 1 0 0,0-1-1 0 0,31 27 1 0 0,-5-12 13 0 0,1-2 1 0 0,3-3 0 0 0,0-2 0 0 0,3-2 0 0 0,111 48-1 0 0,334 116 18 0 0,-290-116-54 0 0,-101-42 17 0 0,64 26 98 0 0,-142-50-1220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7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2457 65 3016 0 0,'2'-1'133'0'0,"-1"0"-1"0"0,0 1 1 0 0,0-1 0 0 0,0 0-1 0 0,0 0 1 0 0,0 0 0 0 0,0-1-1 0 0,0 1 1 0 0,0 0-1 0 0,0 0 1 0 0,0 0 0 0 0,-1-1-1 0 0,1 1 1 0 0,0 0-1 0 0,-1-1 1 0 0,1 1 0 0 0,-1-2-1 0 0,-14-4-72 0 0,0 1 0 0 0,-1 0 0 0 0,0 1 0 0 0,0 1 0 0 0,0 0 0 0 0,-22-2 0 0 0,21 4-65 0 0,0 1 0 0 0,-1 0 0 0 0,1 1 0 0 0,-1 0-1 0 0,-31 7 1 0 0,26-4 9 0 0,-42 4-7 0 0,1 3 0 0 0,0 2 0 0 0,0 4 1 0 0,-112 43-1 0 0,83-23 15 0 0,50-20-32 0 0,-63 32 1 0 0,-28 31-88 0 0,-51 28 139 0 0,-195 119 71 0 0,361-215-98 0 0,-8 4 19 0 0,-29 23 5 0 0,53-37-21 0 0,-34 15 65 0 0,-282 94 424 0 0,269-96-357 0 0,0-3-1 0 0,-1-2 0 0 0,-53 2 1 0 0,41-5-64 0 0,60-5-68 0 0,-6 1-66 0 0,0-1-1 0 0,0 0 0 0 0,0-1 0 0 0,0 1 0 0 0,-15-2 1 0 0,38-15-2153 0 0,0 6-431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7T16:55:00.8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45 6077 0 0,'0'0'-268'0'0,"-17"-37"1007"0"0,16 35-700 0 0,-5-2-27 0 0,5 2-16 0 0,-2 3-61 0 0,1 0 62 0 0,0 0 0 0 0,-1-1-1 0 0,1 2 1 0 0,0-1 0 0 0,-1 0 0 0 0,1 0 0 0 0,0 1-1 0 0,0-1 1 0 0,0 1 0 0 0,0 0 0 0 0,0-1 0 0 0,1 1-1 0 0,-1 0 1 0 0,-2 4 0 0 0,-27 39-64 0 0,24-34 55 0 0,-8 14-8 0 0,1 2 1 0 0,2 0 0 0 0,0 0 0 0 0,2 1-1 0 0,1 0 1 0 0,1 1 0 0 0,-6 48 0 0 0,12-33-83 0 0,2-43 103 0 0,0 1 9 0 0,0 7-3 0 0,11-32 173 0 0,-1-1 0 0 0,9-31 0 0 0,42-173-290 0 0,-61 226 66 0 0,28 150-333 0 0,-1-31 512 0 0,-27-115-120 0 0,-11-37-4483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6:55:00.8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86 24575,'-15'-11'0,"11"19"0,5-4 0,-1-1 0,1 1 0,0-1 0,0 0 0,0 1 0,1-1 0,-1 0 0,3 5 0,17 19 0,2 0 0,30 29 0,19 22 0,-30-32 0,2-1 0,2-1 0,2-3 0,71 47 0,-71-54 0,2-2 0,1-2 0,101 42 0,129 30 0,-230-83 0,-24-8 0,1-1 0,43 9 0,30 3 0,-1 4 0,107 44 0,-114-32 0,-56-21 0,0-2 0,2-1 0,59 12 0,-54-16 0,-31-7 0,-1 0 0,1 0 0,0-1 0,0-1 0,0 0 0,0-1 0,0 0 0,0-1 0,21-4 0,21-10 0,-27 9 0,0-2 0,0 0 0,-1-3 0,0 0 0,28-16 0,-43 19 0,36-20 0,0-2 0,-2-2 0,-2-2 0,50-49 0,-7 3 0,-62 59 0,-1-1 0,0-1 0,23-31 0,205-261 0,-144 184 0,-39 51 58,28-36-1481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6:55:00.8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 37 24575,'0'-4'0,"0"-6"0,0-6 0,0 9 0,0 10 0,-5 4 0,-1 5 0,1 6 0,0 3 0,-2 3 0,-1 1 0,2 1 0,-3-4 0,0-1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6:55:00.8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2202 58 24575,'-1'-1'0,"1"-1"0,-1 0 0,0 1 0,0-1 0,0 1 0,0-1 0,0 1 0,0-1 0,-1 1 0,1 0 0,0 0 0,-1 0 0,1 0 0,-1 0 0,1 0 0,-1 0 0,-2-1 0,-30-14 0,8 10 0,0 2 0,0 0 0,0 2 0,0 0 0,-1 2 0,-35 4 0,-18-1 0,29 1 0,-1 2 0,1 2 0,-71 21 0,119-28 0,-26 9 0,1 1 0,0 1 0,0 2 0,1 1 0,1 1 0,1 1 0,0 2 0,1 0 0,-22 24 0,-104 81 0,49-45 0,69-55 0,0-2 0,-66 33 0,41-25 0,-18 7 0,-1-3 0,-108 31 0,105-38 0,-22 8 0,-176 57 0,260-89-1365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16:55:00.8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24575,'32'3'0,"-1"2"0,0 1 0,-1 1 0,1 2 0,54 23 0,-70-26 0,38 14 0,-2 3 0,74 44 0,-45-23 0,-50-28 0,-1 0 0,40 31 0,54 38 0,-89-64 0,0 1 0,-2 2 0,40 38 0,-33-21 0,7 8 0,1-2 0,3-2 0,103 72 0,183 60 0,-298-161 0,0-1 0,2-3 0,-1-1 0,2-2 0,62 7 0,1 5-1365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18.xml"/><Relationship Id="rId18" Type="http://schemas.openxmlformats.org/officeDocument/2006/relationships/image" Target="../media/image100.png"/><Relationship Id="rId26" Type="http://schemas.openxmlformats.org/officeDocument/2006/relationships/image" Target="../media/image140.png"/><Relationship Id="rId39" Type="http://schemas.openxmlformats.org/officeDocument/2006/relationships/customXml" Target="../ink/ink31.xml"/><Relationship Id="rId3" Type="http://schemas.openxmlformats.org/officeDocument/2006/relationships/customXml" Target="../ink/ink13.xml"/><Relationship Id="rId21" Type="http://schemas.openxmlformats.org/officeDocument/2006/relationships/customXml" Target="../ink/ink22.xml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7" Type="http://schemas.openxmlformats.org/officeDocument/2006/relationships/customXml" Target="../ink/ink15.xml"/><Relationship Id="rId12" Type="http://schemas.openxmlformats.org/officeDocument/2006/relationships/image" Target="../media/image70.png"/><Relationship Id="rId17" Type="http://schemas.openxmlformats.org/officeDocument/2006/relationships/customXml" Target="../ink/ink20.xml"/><Relationship Id="rId25" Type="http://schemas.openxmlformats.org/officeDocument/2006/relationships/customXml" Target="../ink/ink24.xml"/><Relationship Id="rId33" Type="http://schemas.openxmlformats.org/officeDocument/2006/relationships/customXml" Target="../ink/ink28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90.png"/><Relationship Id="rId20" Type="http://schemas.openxmlformats.org/officeDocument/2006/relationships/image" Target="../media/image110.png"/><Relationship Id="rId29" Type="http://schemas.openxmlformats.org/officeDocument/2006/relationships/customXml" Target="../ink/ink26.xml"/><Relationship Id="rId41" Type="http://schemas.openxmlformats.org/officeDocument/2006/relationships/customXml" Target="../ink/ink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17.xml"/><Relationship Id="rId24" Type="http://schemas.openxmlformats.org/officeDocument/2006/relationships/image" Target="../media/image130.png"/><Relationship Id="rId32" Type="http://schemas.openxmlformats.org/officeDocument/2006/relationships/image" Target="../media/image17.png"/><Relationship Id="rId37" Type="http://schemas.openxmlformats.org/officeDocument/2006/relationships/customXml" Target="../ink/ink30.xml"/><Relationship Id="rId40" Type="http://schemas.openxmlformats.org/officeDocument/2006/relationships/image" Target="../media/image21.png"/><Relationship Id="rId45" Type="http://schemas.openxmlformats.org/officeDocument/2006/relationships/customXml" Target="../ink/ink34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customXml" Target="../ink/ink23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10" Type="http://schemas.openxmlformats.org/officeDocument/2006/relationships/image" Target="../media/image60.png"/><Relationship Id="rId19" Type="http://schemas.openxmlformats.org/officeDocument/2006/relationships/customXml" Target="../ink/ink21.xml"/><Relationship Id="rId31" Type="http://schemas.openxmlformats.org/officeDocument/2006/relationships/customXml" Target="../ink/ink27.xml"/><Relationship Id="rId44" Type="http://schemas.openxmlformats.org/officeDocument/2006/relationships/image" Target="../media/image23.png"/><Relationship Id="rId4" Type="http://schemas.openxmlformats.org/officeDocument/2006/relationships/image" Target="../media/image310.png"/><Relationship Id="rId9" Type="http://schemas.openxmlformats.org/officeDocument/2006/relationships/customXml" Target="../ink/ink16.xml"/><Relationship Id="rId14" Type="http://schemas.openxmlformats.org/officeDocument/2006/relationships/image" Target="../media/image80.png"/><Relationship Id="rId22" Type="http://schemas.openxmlformats.org/officeDocument/2006/relationships/image" Target="../media/image120.png"/><Relationship Id="rId27" Type="http://schemas.openxmlformats.org/officeDocument/2006/relationships/customXml" Target="../ink/ink25.xml"/><Relationship Id="rId30" Type="http://schemas.openxmlformats.org/officeDocument/2006/relationships/image" Target="../media/image16.png"/><Relationship Id="rId35" Type="http://schemas.openxmlformats.org/officeDocument/2006/relationships/customXml" Target="../ink/ink29.xml"/><Relationship Id="rId43" Type="http://schemas.openxmlformats.org/officeDocument/2006/relationships/customXml" Target="../ink/ink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40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9" Type="http://schemas.openxmlformats.org/officeDocument/2006/relationships/customXml" Target="../ink/ink53.xml"/><Relationship Id="rId3" Type="http://schemas.openxmlformats.org/officeDocument/2006/relationships/customXml" Target="../ink/ink35.xml"/><Relationship Id="rId21" Type="http://schemas.openxmlformats.org/officeDocument/2006/relationships/customXml" Target="../ink/ink44.xml"/><Relationship Id="rId34" Type="http://schemas.openxmlformats.org/officeDocument/2006/relationships/image" Target="../media/image40.png"/><Relationship Id="rId42" Type="http://schemas.openxmlformats.org/officeDocument/2006/relationships/image" Target="../media/image45.png"/><Relationship Id="rId7" Type="http://schemas.openxmlformats.org/officeDocument/2006/relationships/customXml" Target="../ink/ink37.xml"/><Relationship Id="rId12" Type="http://schemas.openxmlformats.org/officeDocument/2006/relationships/image" Target="../media/image29.png"/><Relationship Id="rId17" Type="http://schemas.openxmlformats.org/officeDocument/2006/relationships/customXml" Target="../ink/ink42.xml"/><Relationship Id="rId25" Type="http://schemas.openxmlformats.org/officeDocument/2006/relationships/customXml" Target="../ink/ink46.xml"/><Relationship Id="rId33" Type="http://schemas.openxmlformats.org/officeDocument/2006/relationships/customXml" Target="../ink/ink50.xml"/><Relationship Id="rId38" Type="http://schemas.openxmlformats.org/officeDocument/2006/relationships/image" Target="../media/image42.png"/><Relationship Id="rId46" Type="http://schemas.openxmlformats.org/officeDocument/2006/relationships/image" Target="../media/image47.png"/><Relationship Id="rId2" Type="http://schemas.openxmlformats.org/officeDocument/2006/relationships/image" Target="../media/image14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29" Type="http://schemas.openxmlformats.org/officeDocument/2006/relationships/customXml" Target="../ink/ink48.xml"/><Relationship Id="rId41" Type="http://schemas.openxmlformats.org/officeDocument/2006/relationships/customXml" Target="../ink/ink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39.xml"/><Relationship Id="rId24" Type="http://schemas.openxmlformats.org/officeDocument/2006/relationships/image" Target="../media/image35.png"/><Relationship Id="rId32" Type="http://schemas.openxmlformats.org/officeDocument/2006/relationships/image" Target="../media/image39.png"/><Relationship Id="rId37" Type="http://schemas.openxmlformats.org/officeDocument/2006/relationships/customXml" Target="../ink/ink52.xml"/><Relationship Id="rId40" Type="http://schemas.openxmlformats.org/officeDocument/2006/relationships/image" Target="../media/image44.png"/><Relationship Id="rId45" Type="http://schemas.openxmlformats.org/officeDocument/2006/relationships/customXml" Target="../ink/ink56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23" Type="http://schemas.openxmlformats.org/officeDocument/2006/relationships/customXml" Target="../ink/ink45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customXml" Target="../ink/ink43.xml"/><Relationship Id="rId31" Type="http://schemas.openxmlformats.org/officeDocument/2006/relationships/customXml" Target="../ink/ink49.xml"/><Relationship Id="rId44" Type="http://schemas.openxmlformats.org/officeDocument/2006/relationships/image" Target="../media/image46.png"/><Relationship Id="rId4" Type="http://schemas.openxmlformats.org/officeDocument/2006/relationships/image" Target="../media/image25.png"/><Relationship Id="rId9" Type="http://schemas.openxmlformats.org/officeDocument/2006/relationships/customXml" Target="../ink/ink38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47.xml"/><Relationship Id="rId30" Type="http://schemas.openxmlformats.org/officeDocument/2006/relationships/image" Target="../media/image38.png"/><Relationship Id="rId35" Type="http://schemas.openxmlformats.org/officeDocument/2006/relationships/customXml" Target="../ink/ink51.xml"/><Relationship Id="rId43" Type="http://schemas.openxmlformats.org/officeDocument/2006/relationships/customXml" Target="../ink/ink5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customXml" Target="../ink/ink60.xml"/><Relationship Id="rId18" Type="http://schemas.openxmlformats.org/officeDocument/2006/relationships/image" Target="../media/image300.png"/><Relationship Id="rId26" Type="http://schemas.openxmlformats.org/officeDocument/2006/relationships/image" Target="../media/image340.png"/><Relationship Id="rId3" Type="http://schemas.openxmlformats.org/officeDocument/2006/relationships/diagramLayout" Target="../diagrams/layout1.xml"/><Relationship Id="rId21" Type="http://schemas.openxmlformats.org/officeDocument/2006/relationships/customXml" Target="../ink/ink64.xml"/><Relationship Id="rId7" Type="http://schemas.openxmlformats.org/officeDocument/2006/relationships/customXml" Target="../ink/ink57.xml"/><Relationship Id="rId12" Type="http://schemas.openxmlformats.org/officeDocument/2006/relationships/image" Target="../media/image270.png"/><Relationship Id="rId17" Type="http://schemas.openxmlformats.org/officeDocument/2006/relationships/customXml" Target="../ink/ink62.xml"/><Relationship Id="rId25" Type="http://schemas.openxmlformats.org/officeDocument/2006/relationships/customXml" Target="../ink/ink66.xml"/><Relationship Id="rId2" Type="http://schemas.openxmlformats.org/officeDocument/2006/relationships/diagramData" Target="../diagrams/data1.xml"/><Relationship Id="rId16" Type="http://schemas.openxmlformats.org/officeDocument/2006/relationships/image" Target="../media/image290.png"/><Relationship Id="rId20" Type="http://schemas.openxmlformats.org/officeDocument/2006/relationships/image" Target="../media/image311.png"/><Relationship Id="rId29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customXml" Target="../ink/ink59.xml"/><Relationship Id="rId24" Type="http://schemas.openxmlformats.org/officeDocument/2006/relationships/image" Target="../media/image330.png"/><Relationship Id="rId5" Type="http://schemas.openxmlformats.org/officeDocument/2006/relationships/diagramColors" Target="../diagrams/colors1.xml"/><Relationship Id="rId15" Type="http://schemas.openxmlformats.org/officeDocument/2006/relationships/customXml" Target="../ink/ink61.xml"/><Relationship Id="rId23" Type="http://schemas.openxmlformats.org/officeDocument/2006/relationships/customXml" Target="../ink/ink65.xml"/><Relationship Id="rId28" Type="http://schemas.openxmlformats.org/officeDocument/2006/relationships/image" Target="../media/image350.png"/><Relationship Id="rId10" Type="http://schemas.openxmlformats.org/officeDocument/2006/relationships/image" Target="../media/image260.png"/><Relationship Id="rId19" Type="http://schemas.openxmlformats.org/officeDocument/2006/relationships/customXml" Target="../ink/ink63.xml"/><Relationship Id="rId4" Type="http://schemas.openxmlformats.org/officeDocument/2006/relationships/diagramQuickStyle" Target="../diagrams/quickStyle1.xml"/><Relationship Id="rId9" Type="http://schemas.openxmlformats.org/officeDocument/2006/relationships/customXml" Target="../ink/ink58.xml"/><Relationship Id="rId14" Type="http://schemas.openxmlformats.org/officeDocument/2006/relationships/image" Target="../media/image280.png"/><Relationship Id="rId22" Type="http://schemas.openxmlformats.org/officeDocument/2006/relationships/image" Target="../media/image320.png"/><Relationship Id="rId27" Type="http://schemas.openxmlformats.org/officeDocument/2006/relationships/customXml" Target="../ink/ink67.xml"/><Relationship Id="rId30" Type="http://schemas.openxmlformats.org/officeDocument/2006/relationships/image" Target="../media/image36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2.xml"/><Relationship Id="rId13" Type="http://schemas.openxmlformats.org/officeDocument/2006/relationships/image" Target="../media/image8.png"/><Relationship Id="rId18" Type="http://schemas.openxmlformats.org/officeDocument/2006/relationships/customXml" Target="../ink/ink77.xml"/><Relationship Id="rId26" Type="http://schemas.openxmlformats.org/officeDocument/2006/relationships/customXml" Target="../ink/ink81.xml"/><Relationship Id="rId3" Type="http://schemas.openxmlformats.org/officeDocument/2006/relationships/image" Target="../media/image51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74.xml"/><Relationship Id="rId17" Type="http://schemas.openxmlformats.org/officeDocument/2006/relationships/image" Target="../media/image10.png"/><Relationship Id="rId25" Type="http://schemas.openxmlformats.org/officeDocument/2006/relationships/image" Target="../media/image390.png"/><Relationship Id="rId2" Type="http://schemas.openxmlformats.org/officeDocument/2006/relationships/customXml" Target="../ink/ink69.xml"/><Relationship Id="rId16" Type="http://schemas.openxmlformats.org/officeDocument/2006/relationships/customXml" Target="../ink/ink76.xml"/><Relationship Id="rId20" Type="http://schemas.openxmlformats.org/officeDocument/2006/relationships/customXml" Target="../ink/ink78.xml"/><Relationship Id="rId29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1.xml"/><Relationship Id="rId11" Type="http://schemas.openxmlformats.org/officeDocument/2006/relationships/image" Target="../media/image7.png"/><Relationship Id="rId24" Type="http://schemas.openxmlformats.org/officeDocument/2006/relationships/customXml" Target="../ink/ink80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82.xml"/><Relationship Id="rId10" Type="http://schemas.openxmlformats.org/officeDocument/2006/relationships/customXml" Target="../ink/ink73.xml"/><Relationship Id="rId19" Type="http://schemas.openxmlformats.org/officeDocument/2006/relationships/image" Target="../media/image11.png"/><Relationship Id="rId31" Type="http://schemas.openxmlformats.org/officeDocument/2006/relationships/image" Target="../media/image420.png"/><Relationship Id="rId4" Type="http://schemas.openxmlformats.org/officeDocument/2006/relationships/customXml" Target="../ink/ink70.xml"/><Relationship Id="rId9" Type="http://schemas.openxmlformats.org/officeDocument/2006/relationships/image" Target="../media/image6.png"/><Relationship Id="rId14" Type="http://schemas.openxmlformats.org/officeDocument/2006/relationships/customXml" Target="../ink/ink75.xml"/><Relationship Id="rId22" Type="http://schemas.openxmlformats.org/officeDocument/2006/relationships/customXml" Target="../ink/ink79.xml"/><Relationship Id="rId27" Type="http://schemas.openxmlformats.org/officeDocument/2006/relationships/image" Target="../media/image400.png"/><Relationship Id="rId30" Type="http://schemas.openxmlformats.org/officeDocument/2006/relationships/customXml" Target="../ink/ink8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13" Type="http://schemas.openxmlformats.org/officeDocument/2006/relationships/image" Target="../media/image8.png"/><Relationship Id="rId18" Type="http://schemas.openxmlformats.org/officeDocument/2006/relationships/customXml" Target="../ink/ink92.xml"/><Relationship Id="rId26" Type="http://schemas.openxmlformats.org/officeDocument/2006/relationships/customXml" Target="../ink/ink96.xml"/><Relationship Id="rId3" Type="http://schemas.openxmlformats.org/officeDocument/2006/relationships/image" Target="../media/image51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89.xml"/><Relationship Id="rId17" Type="http://schemas.openxmlformats.org/officeDocument/2006/relationships/image" Target="../media/image10.png"/><Relationship Id="rId25" Type="http://schemas.openxmlformats.org/officeDocument/2006/relationships/image" Target="../media/image390.png"/><Relationship Id="rId2" Type="http://schemas.openxmlformats.org/officeDocument/2006/relationships/customXml" Target="../ink/ink84.xml"/><Relationship Id="rId16" Type="http://schemas.openxmlformats.org/officeDocument/2006/relationships/customXml" Target="../ink/ink91.xml"/><Relationship Id="rId20" Type="http://schemas.openxmlformats.org/officeDocument/2006/relationships/customXml" Target="../ink/ink93.xml"/><Relationship Id="rId29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6.xml"/><Relationship Id="rId11" Type="http://schemas.openxmlformats.org/officeDocument/2006/relationships/image" Target="../media/image7.png"/><Relationship Id="rId24" Type="http://schemas.openxmlformats.org/officeDocument/2006/relationships/customXml" Target="../ink/ink95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97.xml"/><Relationship Id="rId10" Type="http://schemas.openxmlformats.org/officeDocument/2006/relationships/customXml" Target="../ink/ink88.xml"/><Relationship Id="rId19" Type="http://schemas.openxmlformats.org/officeDocument/2006/relationships/image" Target="../media/image11.png"/><Relationship Id="rId31" Type="http://schemas.openxmlformats.org/officeDocument/2006/relationships/image" Target="../media/image420.png"/><Relationship Id="rId4" Type="http://schemas.openxmlformats.org/officeDocument/2006/relationships/customXml" Target="../ink/ink85.xml"/><Relationship Id="rId9" Type="http://schemas.openxmlformats.org/officeDocument/2006/relationships/image" Target="../media/image6.png"/><Relationship Id="rId14" Type="http://schemas.openxmlformats.org/officeDocument/2006/relationships/customXml" Target="../ink/ink90.xml"/><Relationship Id="rId22" Type="http://schemas.openxmlformats.org/officeDocument/2006/relationships/customXml" Target="../ink/ink94.xml"/><Relationship Id="rId27" Type="http://schemas.openxmlformats.org/officeDocument/2006/relationships/image" Target="../media/image400.png"/><Relationship Id="rId30" Type="http://schemas.openxmlformats.org/officeDocument/2006/relationships/customXml" Target="../ink/ink9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Sampling Methods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36D24-2571-2837-F3FA-93286055314A}"/>
              </a:ext>
            </a:extLst>
          </p:cNvPr>
          <p:cNvSpPr txBox="1"/>
          <p:nvPr/>
        </p:nvSpPr>
        <p:spPr>
          <a:xfrm>
            <a:off x="329184" y="1263872"/>
            <a:ext cx="115488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You’re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manager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a company that just received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truckload of 10,000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farmers living in East, West, North, South of country.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boss says: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“Check if the shipment is good enough to send to the export market.”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can’t cut open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10,000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test sweetness and ripeness.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only have time to test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will you pick those 50 mangoes so that your decision represents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whole truckload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Random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Systematic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Stratified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Cluster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Judgment Sampling</a:t>
            </a:r>
          </a:p>
          <a:p>
            <a:pPr marL="342900" indent="-342900">
              <a:buAutoNum type="alphaU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Convenience Sampling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3EE05FF-E205-924E-9E6C-2E8AAFEBE3B8}"/>
                  </a:ext>
                </a:extLst>
              </p14:cNvPr>
              <p14:cNvContentPartPr/>
              <p14:nvPr/>
            </p14:nvContentPartPr>
            <p14:xfrm>
              <a:off x="9293544" y="1760616"/>
              <a:ext cx="2489400" cy="1425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3EE05FF-E205-924E-9E6C-2E8AAFEBE3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7544" y="1724976"/>
                <a:ext cx="2561040" cy="14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C3ADCDF-AF70-0843-6ADE-7A87AB1E93AA}"/>
                  </a:ext>
                </a:extLst>
              </p14:cNvPr>
              <p14:cNvContentPartPr/>
              <p14:nvPr/>
            </p14:nvContentPartPr>
            <p14:xfrm>
              <a:off x="9477864" y="1995696"/>
              <a:ext cx="2114280" cy="283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C3ADCDF-AF70-0843-6ADE-7A87AB1E93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2224" y="1959696"/>
                <a:ext cx="218592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56E7CE97-E470-1B31-05F7-5B7EFE502E98}"/>
              </a:ext>
            </a:extLst>
          </p:cNvPr>
          <p:cNvGrpSpPr/>
          <p:nvPr/>
        </p:nvGrpSpPr>
        <p:grpSpPr>
          <a:xfrm>
            <a:off x="9564984" y="1894176"/>
            <a:ext cx="1705320" cy="1038600"/>
            <a:chOff x="9564984" y="1894176"/>
            <a:chExt cx="1705320" cy="10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E7F7641-8D4D-0ECE-3E2B-551713047AFE}"/>
                    </a:ext>
                  </a:extLst>
                </p14:cNvPr>
                <p14:cNvContentPartPr/>
                <p14:nvPr/>
              </p14:nvContentPartPr>
              <p14:xfrm>
                <a:off x="10197504" y="1894176"/>
                <a:ext cx="213840" cy="233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E7F7641-8D4D-0ECE-3E2B-551713047AF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61864" y="1858176"/>
                  <a:ext cx="285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47BCFE-D640-507F-E706-E1FDEE3379E7}"/>
                    </a:ext>
                  </a:extLst>
                </p14:cNvPr>
                <p14:cNvContentPartPr/>
                <p14:nvPr/>
              </p14:nvContentPartPr>
              <p14:xfrm>
                <a:off x="10129464" y="2691216"/>
                <a:ext cx="284760" cy="182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47BCFE-D640-507F-E706-E1FDEE3379E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93824" y="2655216"/>
                  <a:ext cx="356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408B7C-F931-3217-3BA9-60C797AA5192}"/>
                    </a:ext>
                  </a:extLst>
                </p14:cNvPr>
                <p14:cNvContentPartPr/>
                <p14:nvPr/>
              </p14:nvContentPartPr>
              <p14:xfrm>
                <a:off x="9658584" y="2311776"/>
                <a:ext cx="295200" cy="19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408B7C-F931-3217-3BA9-60C797AA51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22944" y="2275776"/>
                  <a:ext cx="366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0B24E7-0763-AF22-84D6-961AAE6B21AF}"/>
                    </a:ext>
                  </a:extLst>
                </p14:cNvPr>
                <p14:cNvContentPartPr/>
                <p14:nvPr/>
              </p14:nvContentPartPr>
              <p14:xfrm>
                <a:off x="10820664" y="2324736"/>
                <a:ext cx="55800" cy="173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0B24E7-0763-AF22-84D6-961AAE6B21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85024" y="2288736"/>
                  <a:ext cx="127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C8B4A1-0145-E29C-5166-7C55ED7194D7}"/>
                    </a:ext>
                  </a:extLst>
                </p14:cNvPr>
                <p14:cNvContentPartPr/>
                <p14:nvPr/>
              </p14:nvContentPartPr>
              <p14:xfrm>
                <a:off x="10833624" y="2276496"/>
                <a:ext cx="299160" cy="2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C8B4A1-0145-E29C-5166-7C55ED7194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97624" y="2240856"/>
                  <a:ext cx="37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03961A-4E4B-3D8E-58DB-44965297D6FD}"/>
                    </a:ext>
                  </a:extLst>
                </p14:cNvPr>
                <p14:cNvContentPartPr/>
                <p14:nvPr/>
              </p14:nvContentPartPr>
              <p14:xfrm>
                <a:off x="10930464" y="2393136"/>
                <a:ext cx="135720" cy="14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03961A-4E4B-3D8E-58DB-44965297D6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94464" y="2357136"/>
                  <a:ext cx="20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FA8514-F16C-DD3B-8FE8-F6E6F4B05D72}"/>
                    </a:ext>
                  </a:extLst>
                </p14:cNvPr>
                <p14:cNvContentPartPr/>
                <p14:nvPr/>
              </p14:nvContentPartPr>
              <p14:xfrm>
                <a:off x="10878624" y="2528856"/>
                <a:ext cx="173520" cy="5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FA8514-F16C-DD3B-8FE8-F6E6F4B05D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42984" y="2493216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D69F11-1B6E-51A1-E7F2-5BF9E94CB5B1}"/>
                    </a:ext>
                  </a:extLst>
                </p14:cNvPr>
                <p14:cNvContentPartPr/>
                <p14:nvPr/>
              </p14:nvContentPartPr>
              <p14:xfrm>
                <a:off x="10420344" y="2306736"/>
                <a:ext cx="849960" cy="62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D69F11-1B6E-51A1-E7F2-5BF9E94CB5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84344" y="2271096"/>
                  <a:ext cx="9216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70F047-F552-EA8E-E503-0E6400A15DA5}"/>
                    </a:ext>
                  </a:extLst>
                </p14:cNvPr>
                <p14:cNvContentPartPr/>
                <p14:nvPr/>
              </p14:nvContentPartPr>
              <p14:xfrm>
                <a:off x="9564984" y="2473776"/>
                <a:ext cx="890640" cy="315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70F047-F552-EA8E-E503-0E6400A15DA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28984" y="2438136"/>
                  <a:ext cx="962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AA1D020-E439-855F-B8A4-4E429ECB2A10}"/>
                    </a:ext>
                  </a:extLst>
                </p14:cNvPr>
                <p14:cNvContentPartPr/>
                <p14:nvPr/>
              </p14:nvContentPartPr>
              <p14:xfrm>
                <a:off x="10390104" y="2300616"/>
                <a:ext cx="70560" cy="146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AA1D020-E439-855F-B8A4-4E429ECB2A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54464" y="2264616"/>
                  <a:ext cx="142200" cy="21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4229"/>
            <a:ext cx="11466576" cy="5095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What is Sampling and Why Do We Need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84" y="691769"/>
            <a:ext cx="11387328" cy="2517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Sampling</a:t>
            </a:r>
            <a:r>
              <a:rPr lang="en-US" sz="2400" dirty="0"/>
              <a:t> is the process of selecting a </a:t>
            </a:r>
            <a:r>
              <a:rPr lang="en-US" sz="2400" b="1" dirty="0"/>
              <a:t>small subset (sample)</a:t>
            </a:r>
            <a:r>
              <a:rPr lang="en-US" sz="2400" dirty="0"/>
              <a:t> from a </a:t>
            </a:r>
            <a:r>
              <a:rPr lang="en-US" sz="2400" b="1" dirty="0"/>
              <a:t>larger group (population)</a:t>
            </a:r>
            <a:r>
              <a:rPr lang="en-US" sz="2400" dirty="0"/>
              <a:t> to draw conclusions about the entire population. You could be drawing conclusion about mean, variance, etc.</a:t>
            </a:r>
          </a:p>
          <a:p>
            <a:r>
              <a:rPr lang="en-US" sz="2400" b="1" dirty="0"/>
              <a:t>Population</a:t>
            </a:r>
            <a:r>
              <a:rPr lang="en-US" sz="2400" dirty="0"/>
              <a:t> → The entire group you want to study e.g., all college students in Country</a:t>
            </a:r>
          </a:p>
          <a:p>
            <a:r>
              <a:rPr lang="en-US" sz="2400" b="1" dirty="0"/>
              <a:t>Sample</a:t>
            </a:r>
            <a:r>
              <a:rPr lang="en-US" sz="2400" dirty="0"/>
              <a:t> → A smaller group chosen from the population e.g., 500 students selected from different colleges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F9748-6DC6-4C4B-8D86-CB9E2179E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004" y="3744726"/>
            <a:ext cx="6191330" cy="299160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9190013-744D-0207-F945-5C1F924D5F7E}"/>
              </a:ext>
            </a:extLst>
          </p:cNvPr>
          <p:cNvGrpSpPr/>
          <p:nvPr/>
        </p:nvGrpSpPr>
        <p:grpSpPr>
          <a:xfrm>
            <a:off x="5400548" y="3777687"/>
            <a:ext cx="6555916" cy="2987042"/>
            <a:chOff x="3536424" y="2525256"/>
            <a:chExt cx="8420040" cy="423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9924D2-C03A-4D52-F9F0-536986C0F40C}"/>
                    </a:ext>
                  </a:extLst>
                </p14:cNvPr>
                <p14:cNvContentPartPr/>
                <p14:nvPr/>
              </p14:nvContentPartPr>
              <p14:xfrm>
                <a:off x="8228076" y="4483905"/>
                <a:ext cx="1882156" cy="2168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9924D2-C03A-4D52-F9F0-536986C0F40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81843" y="4432842"/>
                  <a:ext cx="1974160" cy="2270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6EC927-45F1-0269-E920-0B2D6301E657}"/>
                    </a:ext>
                  </a:extLst>
                </p14:cNvPr>
                <p14:cNvContentPartPr/>
                <p14:nvPr/>
              </p14:nvContentPartPr>
              <p14:xfrm>
                <a:off x="8102304" y="4303656"/>
                <a:ext cx="243720" cy="218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6EC927-45F1-0269-E920-0B2D6301E6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66664" y="4267656"/>
                  <a:ext cx="315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BF2B9B-FBED-C380-584A-6D39BE468B5E}"/>
                    </a:ext>
                  </a:extLst>
                </p14:cNvPr>
                <p14:cNvContentPartPr/>
                <p14:nvPr/>
              </p14:nvContentPartPr>
              <p14:xfrm>
                <a:off x="8428104" y="4351896"/>
                <a:ext cx="181080" cy="12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BF2B9B-FBED-C380-584A-6D39BE468B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92464" y="4315896"/>
                  <a:ext cx="252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068069-BC3D-3544-35D8-71686E060812}"/>
                    </a:ext>
                  </a:extLst>
                </p14:cNvPr>
                <p14:cNvContentPartPr/>
                <p14:nvPr/>
              </p14:nvContentPartPr>
              <p14:xfrm>
                <a:off x="8643384" y="4299336"/>
                <a:ext cx="175320" cy="164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068069-BC3D-3544-35D8-71686E06081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607744" y="4263336"/>
                  <a:ext cx="246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5D5E7E-B257-4333-CD51-B13B0E3C1717}"/>
                    </a:ext>
                  </a:extLst>
                </p14:cNvPr>
                <p14:cNvContentPartPr/>
                <p14:nvPr/>
              </p14:nvContentPartPr>
              <p14:xfrm>
                <a:off x="8910144" y="4285656"/>
                <a:ext cx="145440" cy="31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5D5E7E-B257-4333-CD51-B13B0E3C171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74504" y="4249656"/>
                  <a:ext cx="217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A9BFE8-E7D6-A7E7-454D-F7D349651B4D}"/>
                    </a:ext>
                  </a:extLst>
                </p14:cNvPr>
                <p14:cNvContentPartPr/>
                <p14:nvPr/>
              </p14:nvContentPartPr>
              <p14:xfrm>
                <a:off x="9084024" y="4114656"/>
                <a:ext cx="66960" cy="30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A9BFE8-E7D6-A7E7-454D-F7D349651B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48024" y="4079016"/>
                  <a:ext cx="138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CA2A598-9BEA-6F4E-F93E-E82049124183}"/>
                    </a:ext>
                  </a:extLst>
                </p14:cNvPr>
                <p14:cNvContentPartPr/>
                <p14:nvPr/>
              </p14:nvContentPartPr>
              <p14:xfrm>
                <a:off x="9224064" y="4255416"/>
                <a:ext cx="288720" cy="131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CA2A598-9BEA-6F4E-F93E-E820491241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88424" y="4219776"/>
                  <a:ext cx="360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8614922-5DB0-0243-7FB4-9584C074F531}"/>
                    </a:ext>
                  </a:extLst>
                </p14:cNvPr>
                <p14:cNvContentPartPr/>
                <p14:nvPr/>
              </p14:nvContentPartPr>
              <p14:xfrm>
                <a:off x="3536424" y="2630736"/>
                <a:ext cx="8420040" cy="413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8614922-5DB0-0243-7FB4-9584C074F53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00784" y="2594736"/>
                  <a:ext cx="8491680" cy="42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C3AE29-E9EA-C662-2F55-0AE10B8F2FAB}"/>
                    </a:ext>
                  </a:extLst>
                </p14:cNvPr>
                <p14:cNvContentPartPr/>
                <p14:nvPr/>
              </p14:nvContentPartPr>
              <p14:xfrm>
                <a:off x="3663144" y="2689056"/>
                <a:ext cx="70560" cy="324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C3AE29-E9EA-C662-2F55-0AE10B8F2FA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27504" y="2653056"/>
                  <a:ext cx="142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9B3201-0623-B236-A02A-668AAC049EAF}"/>
                    </a:ext>
                  </a:extLst>
                </p14:cNvPr>
                <p14:cNvContentPartPr/>
                <p14:nvPr/>
              </p14:nvContentPartPr>
              <p14:xfrm>
                <a:off x="3662424" y="2668536"/>
                <a:ext cx="211680" cy="12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9B3201-0623-B236-A02A-668AAC049EA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26784" y="2632896"/>
                  <a:ext cx="283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354CE66-96BD-D14D-FD23-C95FA9A828E1}"/>
                    </a:ext>
                  </a:extLst>
                </p14:cNvPr>
                <p14:cNvContentPartPr/>
                <p14:nvPr/>
              </p14:nvContentPartPr>
              <p14:xfrm>
                <a:off x="3946104" y="2781936"/>
                <a:ext cx="142560" cy="11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354CE66-96BD-D14D-FD23-C95FA9A828E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10464" y="2745936"/>
                  <a:ext cx="214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FED3C90-954E-CA2D-A394-CB0DA18BDE25}"/>
                    </a:ext>
                  </a:extLst>
                </p14:cNvPr>
                <p14:cNvContentPartPr/>
                <p14:nvPr/>
              </p14:nvContentPartPr>
              <p14:xfrm>
                <a:off x="4166064" y="2741976"/>
                <a:ext cx="193680" cy="299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FED3C90-954E-CA2D-A394-CB0DA18BDE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30064" y="2705976"/>
                  <a:ext cx="265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477A88-00CC-AF79-751F-97F2542F83C9}"/>
                    </a:ext>
                  </a:extLst>
                </p14:cNvPr>
                <p14:cNvContentPartPr/>
                <p14:nvPr/>
              </p14:nvContentPartPr>
              <p14:xfrm>
                <a:off x="4458384" y="2773296"/>
                <a:ext cx="259560" cy="96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477A88-00CC-AF79-751F-97F2542F83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2744" y="2737656"/>
                  <a:ext cx="3312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D9A983-1499-9194-28ED-2014DC349410}"/>
                    </a:ext>
                  </a:extLst>
                </p14:cNvPr>
                <p14:cNvContentPartPr/>
                <p14:nvPr/>
              </p14:nvContentPartPr>
              <p14:xfrm>
                <a:off x="4766184" y="2600136"/>
                <a:ext cx="165240" cy="23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D9A983-1499-9194-28ED-2014DC34941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30544" y="2564136"/>
                  <a:ext cx="2368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A6587B-F366-1571-FA81-70B168251B4A}"/>
                    </a:ext>
                  </a:extLst>
                </p14:cNvPr>
                <p14:cNvContentPartPr/>
                <p14:nvPr/>
              </p14:nvContentPartPr>
              <p14:xfrm>
                <a:off x="4994424" y="2694096"/>
                <a:ext cx="226440" cy="11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A6587B-F366-1571-FA81-70B168251B4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58424" y="2658096"/>
                  <a:ext cx="298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2E7017-093E-A0D1-25EA-AEF513D4440B}"/>
                    </a:ext>
                  </a:extLst>
                </p14:cNvPr>
                <p14:cNvContentPartPr/>
                <p14:nvPr/>
              </p14:nvContentPartPr>
              <p14:xfrm>
                <a:off x="5377824" y="2525256"/>
                <a:ext cx="187200" cy="26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2E7017-093E-A0D1-25EA-AEF513D444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42184" y="2489616"/>
                  <a:ext cx="2588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A331DF-F2E0-0698-1211-7106A6C74830}"/>
                    </a:ext>
                  </a:extLst>
                </p14:cNvPr>
                <p14:cNvContentPartPr/>
                <p14:nvPr/>
              </p14:nvContentPartPr>
              <p14:xfrm>
                <a:off x="5373864" y="2669616"/>
                <a:ext cx="143280" cy="2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A331DF-F2E0-0698-1211-7106A6C748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38224" y="2633616"/>
                  <a:ext cx="214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31A57F-E629-BBE6-1FD8-2EEE7ABECC57}"/>
                    </a:ext>
                  </a:extLst>
                </p14:cNvPr>
                <p14:cNvContentPartPr/>
                <p14:nvPr/>
              </p14:nvContentPartPr>
              <p14:xfrm>
                <a:off x="5643864" y="2674296"/>
                <a:ext cx="36000" cy="123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31A57F-E629-BBE6-1FD8-2EEE7ABECC5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608224" y="2638296"/>
                  <a:ext cx="107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14BD87B-53D8-D9AB-E8AC-138736AFFCEF}"/>
                    </a:ext>
                  </a:extLst>
                </p14:cNvPr>
                <p14:cNvContentPartPr/>
                <p14:nvPr/>
              </p14:nvContentPartPr>
              <p14:xfrm>
                <a:off x="5679504" y="2555496"/>
                <a:ext cx="3240" cy="6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14BD87B-53D8-D9AB-E8AC-138736AFFCE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43504" y="2519856"/>
                  <a:ext cx="74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C4CBA6-EBB4-7F72-9908-B493BE315F56}"/>
                    </a:ext>
                  </a:extLst>
                </p14:cNvPr>
                <p14:cNvContentPartPr/>
                <p14:nvPr/>
              </p14:nvContentPartPr>
              <p14:xfrm>
                <a:off x="5795064" y="2633976"/>
                <a:ext cx="201240" cy="12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C4CBA6-EBB4-7F72-9908-B493BE315F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59064" y="2598336"/>
                  <a:ext cx="272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5431EBD-461F-B376-0200-8E2C16499D08}"/>
                    </a:ext>
                  </a:extLst>
                </p14:cNvPr>
                <p14:cNvContentPartPr/>
                <p14:nvPr/>
              </p14:nvContentPartPr>
              <p14:xfrm>
                <a:off x="6093864" y="2629296"/>
                <a:ext cx="155520" cy="119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5431EBD-461F-B376-0200-8E2C16499D0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58224" y="2593656"/>
                  <a:ext cx="227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5588E2-145C-3D5D-39EE-EEE6AE7BE978}"/>
                    </a:ext>
                  </a:extLst>
                </p14:cNvPr>
                <p14:cNvContentPartPr/>
                <p14:nvPr/>
              </p14:nvContentPartPr>
              <p14:xfrm>
                <a:off x="5669424" y="2560896"/>
                <a:ext cx="28800" cy="24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5588E2-145C-3D5D-39EE-EEE6AE7BE9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33424" y="2525256"/>
                  <a:ext cx="100440" cy="9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8782-767C-FABA-E0C5-88D15726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3EC7-CF1A-2757-A3FA-9FD3B9A66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54229"/>
            <a:ext cx="11466576" cy="50951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What is Sampling and Why Do We Need It?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6C108-D585-D1DB-5C70-4DDE89605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004" y="3744726"/>
            <a:ext cx="6191330" cy="299160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82F4F0B-4A8E-24A1-082C-5FB5A0EBC1A8}"/>
              </a:ext>
            </a:extLst>
          </p:cNvPr>
          <p:cNvGrpSpPr/>
          <p:nvPr/>
        </p:nvGrpSpPr>
        <p:grpSpPr>
          <a:xfrm>
            <a:off x="5400548" y="3777687"/>
            <a:ext cx="6555916" cy="2987042"/>
            <a:chOff x="3536424" y="2525256"/>
            <a:chExt cx="8420040" cy="423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449A6A-48EA-648F-B89A-0658E927655B}"/>
                    </a:ext>
                  </a:extLst>
                </p14:cNvPr>
                <p14:cNvContentPartPr/>
                <p14:nvPr/>
              </p14:nvContentPartPr>
              <p14:xfrm>
                <a:off x="8228076" y="4483905"/>
                <a:ext cx="1882156" cy="2168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449A6A-48EA-648F-B89A-0658E927655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181843" y="4432842"/>
                  <a:ext cx="1974160" cy="2270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20FEC2-444F-8A5B-CFD2-A28D0D479DB4}"/>
                    </a:ext>
                  </a:extLst>
                </p14:cNvPr>
                <p14:cNvContentPartPr/>
                <p14:nvPr/>
              </p14:nvContentPartPr>
              <p14:xfrm>
                <a:off x="8102304" y="4303656"/>
                <a:ext cx="243720" cy="218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20FEC2-444F-8A5B-CFD2-A28D0D479DB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56057" y="4252719"/>
                  <a:ext cx="335751" cy="3198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6B0080-1E9A-783A-5A9F-F8E9389B5237}"/>
                    </a:ext>
                  </a:extLst>
                </p14:cNvPr>
                <p14:cNvContentPartPr/>
                <p14:nvPr/>
              </p14:nvContentPartPr>
              <p14:xfrm>
                <a:off x="8428104" y="4351896"/>
                <a:ext cx="181080" cy="12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6B0080-1E9A-783A-5A9F-F8E9389B52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81910" y="4301055"/>
                  <a:ext cx="273006" cy="2257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2C4BF13-198E-1438-E85B-E37300A3FA29}"/>
                    </a:ext>
                  </a:extLst>
                </p14:cNvPr>
                <p14:cNvContentPartPr/>
                <p14:nvPr/>
              </p14:nvContentPartPr>
              <p14:xfrm>
                <a:off x="8643384" y="4299336"/>
                <a:ext cx="175320" cy="164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2C4BF13-198E-1438-E85B-E37300A3FA2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97125" y="4248355"/>
                  <a:ext cx="267375" cy="2656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FDFB09-CCBF-DE9A-6F7C-9B39F6BEA500}"/>
                    </a:ext>
                  </a:extLst>
                </p14:cNvPr>
                <p14:cNvContentPartPr/>
                <p14:nvPr/>
              </p14:nvContentPartPr>
              <p14:xfrm>
                <a:off x="8910144" y="4285656"/>
                <a:ext cx="145440" cy="315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FDFB09-CCBF-DE9A-6F7C-9B39F6BEA5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863973" y="4234603"/>
                  <a:ext cx="237321" cy="4165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C6B804-8634-E58B-6B6D-BB9A0052C925}"/>
                    </a:ext>
                  </a:extLst>
                </p14:cNvPr>
                <p14:cNvContentPartPr/>
                <p14:nvPr/>
              </p14:nvContentPartPr>
              <p14:xfrm>
                <a:off x="9084024" y="4114656"/>
                <a:ext cx="66960" cy="301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C6B804-8634-E58B-6B6D-BB9A0052C9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38161" y="4063585"/>
                  <a:ext cx="158227" cy="4029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2AE9320-9E08-6FA7-2C22-A2005C6E7C03}"/>
                    </a:ext>
                  </a:extLst>
                </p14:cNvPr>
                <p14:cNvContentPartPr/>
                <p14:nvPr/>
              </p14:nvContentPartPr>
              <p14:xfrm>
                <a:off x="9224064" y="4255416"/>
                <a:ext cx="288720" cy="131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2AE9320-9E08-6FA7-2C22-A2005C6E7C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77869" y="4204428"/>
                  <a:ext cx="380648" cy="232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0FB89B-E798-5878-9C3B-BF432D2AFDFC}"/>
                    </a:ext>
                  </a:extLst>
                </p14:cNvPr>
                <p14:cNvContentPartPr/>
                <p14:nvPr/>
              </p14:nvContentPartPr>
              <p14:xfrm>
                <a:off x="3536424" y="2630736"/>
                <a:ext cx="8420040" cy="4132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0FB89B-E798-5878-9C3B-BF432D2AFD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90188" y="2579666"/>
                  <a:ext cx="8512050" cy="42337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DAE8549-C70B-2378-A572-D387C105113E}"/>
                    </a:ext>
                  </a:extLst>
                </p14:cNvPr>
                <p14:cNvContentPartPr/>
                <p14:nvPr/>
              </p14:nvContentPartPr>
              <p14:xfrm>
                <a:off x="3663144" y="2689056"/>
                <a:ext cx="70560" cy="324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DAE8549-C70B-2378-A572-D387C105113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17026" y="2638080"/>
                  <a:ext cx="162334" cy="4261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BEE314C-8AE9-6F58-969F-FAFC64CBA2E6}"/>
                    </a:ext>
                  </a:extLst>
                </p14:cNvPr>
                <p14:cNvContentPartPr/>
                <p14:nvPr/>
              </p14:nvContentPartPr>
              <p14:xfrm>
                <a:off x="3662424" y="2668536"/>
                <a:ext cx="211680" cy="120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BEE314C-8AE9-6F58-969F-FAFC64CBA2E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16206" y="2617587"/>
                  <a:ext cx="303654" cy="2216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4FEBDB-FB97-B793-B7C2-1A252482CB31}"/>
                    </a:ext>
                  </a:extLst>
                </p14:cNvPr>
                <p14:cNvContentPartPr/>
                <p14:nvPr/>
              </p14:nvContentPartPr>
              <p14:xfrm>
                <a:off x="3946104" y="2781936"/>
                <a:ext cx="142560" cy="118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4FEBDB-FB97-B793-B7C2-1A252482CB3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99968" y="2731103"/>
                  <a:ext cx="234370" cy="2195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86C606-75AF-BE29-30A8-E38980617FED}"/>
                    </a:ext>
                  </a:extLst>
                </p14:cNvPr>
                <p14:cNvContentPartPr/>
                <p14:nvPr/>
              </p14:nvContentPartPr>
              <p14:xfrm>
                <a:off x="4166064" y="2741976"/>
                <a:ext cx="193680" cy="299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86C606-75AF-BE29-30A8-E38980617FE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19840" y="2690950"/>
                  <a:ext cx="285666" cy="4010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FD53F2-DDD7-4356-A10B-23FC7E588FF9}"/>
                    </a:ext>
                  </a:extLst>
                </p14:cNvPr>
                <p14:cNvContentPartPr/>
                <p14:nvPr/>
              </p14:nvContentPartPr>
              <p14:xfrm>
                <a:off x="4458384" y="2773296"/>
                <a:ext cx="259560" cy="96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FD53F2-DDD7-4356-A10B-23FC7E588FF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12199" y="2722328"/>
                  <a:ext cx="351468" cy="198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CC51DD-10D3-8E85-D2E9-A17484007E58}"/>
                    </a:ext>
                  </a:extLst>
                </p14:cNvPr>
                <p14:cNvContentPartPr/>
                <p14:nvPr/>
              </p14:nvContentPartPr>
              <p14:xfrm>
                <a:off x="4766184" y="2600136"/>
                <a:ext cx="165240" cy="233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CC51DD-10D3-8E85-D2E9-A17484007E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19898" y="2549202"/>
                  <a:ext cx="257349" cy="3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C69005-7820-C6CB-7B99-F3A4DA50C783}"/>
                    </a:ext>
                  </a:extLst>
                </p14:cNvPr>
                <p14:cNvContentPartPr/>
                <p14:nvPr/>
              </p14:nvContentPartPr>
              <p14:xfrm>
                <a:off x="4994424" y="2694096"/>
                <a:ext cx="226440" cy="11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C69005-7820-C6CB-7B99-F3A4DA50C78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48212" y="2642999"/>
                  <a:ext cx="318402" cy="2125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2C1E534-9D69-5BEC-5A13-C4AEA8B94E34}"/>
                    </a:ext>
                  </a:extLst>
                </p14:cNvPr>
                <p14:cNvContentPartPr/>
                <p14:nvPr/>
              </p14:nvContentPartPr>
              <p14:xfrm>
                <a:off x="5377824" y="2525256"/>
                <a:ext cx="187200" cy="267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2C1E534-9D69-5BEC-5A13-C4AEA8B94E3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31602" y="2474181"/>
                  <a:ext cx="279182" cy="368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1E4717B-DD80-FC95-4627-5495C12A6CE0}"/>
                    </a:ext>
                  </a:extLst>
                </p14:cNvPr>
                <p14:cNvContentPartPr/>
                <p14:nvPr/>
              </p14:nvContentPartPr>
              <p14:xfrm>
                <a:off x="5373864" y="2669616"/>
                <a:ext cx="143280" cy="27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1E4717B-DD80-FC95-4627-5495C12A6CE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27645" y="2619216"/>
                  <a:ext cx="235257" cy="128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0707C4-FBCE-E346-1E8D-1345559ECB86}"/>
                    </a:ext>
                  </a:extLst>
                </p14:cNvPr>
                <p14:cNvContentPartPr/>
                <p14:nvPr/>
              </p14:nvContentPartPr>
              <p14:xfrm>
                <a:off x="5643864" y="2674296"/>
                <a:ext cx="36000" cy="123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0707C4-FBCE-E346-1E8D-1345559ECB8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97111" y="2623333"/>
                  <a:ext cx="129039" cy="225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4F6E30-9437-BA70-5856-874FF764244D}"/>
                    </a:ext>
                  </a:extLst>
                </p14:cNvPr>
                <p14:cNvContentPartPr/>
                <p14:nvPr/>
              </p14:nvContentPartPr>
              <p14:xfrm>
                <a:off x="5679504" y="2555496"/>
                <a:ext cx="3240" cy="6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4F6E30-9437-BA70-5856-874FF764244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39004" y="2505650"/>
                  <a:ext cx="83835" cy="1056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7EF05E-EACC-B3BE-1B8D-2AF32208EFFF}"/>
                    </a:ext>
                  </a:extLst>
                </p14:cNvPr>
                <p14:cNvContentPartPr/>
                <p14:nvPr/>
              </p14:nvContentPartPr>
              <p14:xfrm>
                <a:off x="5795064" y="2633976"/>
                <a:ext cx="201240" cy="12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7EF05E-EACC-B3BE-1B8D-2AF32208EFF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48802" y="2582916"/>
                  <a:ext cx="293302" cy="2297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976DD9-9399-EC93-9CBF-D88038B6C188}"/>
                    </a:ext>
                  </a:extLst>
                </p14:cNvPr>
                <p14:cNvContentPartPr/>
                <p14:nvPr/>
              </p14:nvContentPartPr>
              <p14:xfrm>
                <a:off x="6093864" y="2629296"/>
                <a:ext cx="155520" cy="119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976DD9-9399-EC93-9CBF-D88038B6C18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47716" y="2578373"/>
                  <a:ext cx="247355" cy="220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1BD1AE0-8DAC-735C-1558-7D5387C5FA39}"/>
                    </a:ext>
                  </a:extLst>
                </p14:cNvPr>
                <p14:cNvContentPartPr/>
                <p14:nvPr/>
              </p14:nvContentPartPr>
              <p14:xfrm>
                <a:off x="5669424" y="2560896"/>
                <a:ext cx="28800" cy="2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1BD1AE0-8DAC-735C-1558-7D5387C5FA3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23710" y="2510646"/>
                  <a:ext cx="119771" cy="12411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F4FF287-56EE-FE0C-3CAB-E166D592331A}"/>
              </a:ext>
            </a:extLst>
          </p:cNvPr>
          <p:cNvSpPr txBox="1"/>
          <p:nvPr/>
        </p:nvSpPr>
        <p:spPr>
          <a:xfrm>
            <a:off x="73151" y="485847"/>
            <a:ext cx="115820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sampling ?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collecting data from the entire population is usually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impractical or expensive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we rely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suppose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drug manufacturer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would like to research the adverse side effects of a drug on the country’s population. In that case, it is almost impossible to conduct a research study that involves everyone. In this case, the manufacturer decides on a sample of people from each demographic and then researches side effects of drugs.</a:t>
            </a:r>
          </a:p>
        </p:txBody>
      </p:sp>
    </p:spTree>
    <p:extLst>
      <p:ext uri="{BB962C8B-B14F-4D97-AF65-F5344CB8AC3E}">
        <p14:creationId xmlns:p14="http://schemas.microsoft.com/office/powerpoint/2010/main" val="102429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38AC-2614-06A0-6DBD-B0FC5B37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8932-8E0B-93E8-5C55-8E3EA906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117"/>
            <a:ext cx="10515600" cy="805307"/>
          </a:xfrm>
        </p:spPr>
        <p:txBody>
          <a:bodyPr/>
          <a:lstStyle/>
          <a:p>
            <a:pPr algn="ctr"/>
            <a:r>
              <a:rPr lang="en-US" b="1" dirty="0"/>
              <a:t>Fun Fact About Sampling Methods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72DD4-805A-A3BC-C392-810E6A6E6686}"/>
              </a:ext>
            </a:extLst>
          </p:cNvPr>
          <p:cNvSpPr txBox="1"/>
          <p:nvPr/>
        </p:nvSpPr>
        <p:spPr>
          <a:xfrm>
            <a:off x="329184" y="1263872"/>
            <a:ext cx="11548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1936, The Literary Digest magazine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mailed out 10 million surveys to predict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who would win the Presidential election —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were wrong.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predicted Alf Landon would win by a landslide.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 actual winner was Franklin D. Roosevelt, who won by huge margin!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was the magazine wrong?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 magazine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 surveys only to people who had cars, telephones, or magazine subscriptions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mostly wealthier Citizens —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ignored poorer voters.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even with millions of responses,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sample was biased.</a:t>
            </a:r>
          </a:p>
        </p:txBody>
      </p:sp>
    </p:spTree>
    <p:extLst>
      <p:ext uri="{BB962C8B-B14F-4D97-AF65-F5344CB8AC3E}">
        <p14:creationId xmlns:p14="http://schemas.microsoft.com/office/powerpoint/2010/main" val="115657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A0C25-60D8-D4F3-31B2-864843D1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314D-BD72-F3DF-C361-AE8EFE63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What are Types </a:t>
            </a:r>
            <a:r>
              <a:rPr lang="en-US" sz="3600" b="1" dirty="0"/>
              <a:t>Sampling Methods</a:t>
            </a:r>
            <a:r>
              <a:rPr lang="en-US" sz="3600" dirty="0"/>
              <a:t>?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124A0A5-59A6-9BD8-ACB3-869A0E6D33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8656375"/>
              </p:ext>
            </p:extLst>
          </p:nvPr>
        </p:nvGraphicFramePr>
        <p:xfrm>
          <a:off x="1481328" y="896112"/>
          <a:ext cx="8678672" cy="428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ADC604E6-6051-35A2-A05D-9AED7116ECC6}"/>
              </a:ext>
            </a:extLst>
          </p:cNvPr>
          <p:cNvGrpSpPr/>
          <p:nvPr/>
        </p:nvGrpSpPr>
        <p:grpSpPr>
          <a:xfrm>
            <a:off x="142562" y="5412616"/>
            <a:ext cx="1338766" cy="1061336"/>
            <a:chOff x="7433" y="2442455"/>
            <a:chExt cx="2168083" cy="148504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726E1D-6D5C-FE75-9084-D57A7B70D671}"/>
                </a:ext>
              </a:extLst>
            </p:cNvPr>
            <p:cNvSpPr/>
            <p:nvPr/>
          </p:nvSpPr>
          <p:spPr>
            <a:xfrm>
              <a:off x="7433" y="2442455"/>
              <a:ext cx="2168083" cy="148504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9DA4AF-3F1B-DB95-4A01-34A3353343E0}"/>
                </a:ext>
              </a:extLst>
            </p:cNvPr>
            <p:cNvSpPr txBox="1"/>
            <p:nvPr/>
          </p:nvSpPr>
          <p:spPr>
            <a:xfrm>
              <a:off x="7433" y="2442455"/>
              <a:ext cx="2168083" cy="14850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Simple Random Sampling</a:t>
              </a:r>
              <a:endParaRPr lang="en-US" kern="12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25115C-1349-7763-5D87-BAE412110BC7}"/>
              </a:ext>
            </a:extLst>
          </p:cNvPr>
          <p:cNvGrpSpPr/>
          <p:nvPr/>
        </p:nvGrpSpPr>
        <p:grpSpPr>
          <a:xfrm>
            <a:off x="1707794" y="5376037"/>
            <a:ext cx="1236571" cy="1220128"/>
            <a:chOff x="1658477" y="2392115"/>
            <a:chExt cx="2059811" cy="16792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3008081-E895-8FAE-1F6B-444C5DE4A6A7}"/>
                </a:ext>
              </a:extLst>
            </p:cNvPr>
            <p:cNvSpPr/>
            <p:nvPr/>
          </p:nvSpPr>
          <p:spPr>
            <a:xfrm>
              <a:off x="1658477" y="2392115"/>
              <a:ext cx="2014118" cy="162889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8EEB36-832B-EE43-3936-721AC79D0EDE}"/>
                </a:ext>
              </a:extLst>
            </p:cNvPr>
            <p:cNvSpPr txBox="1"/>
            <p:nvPr/>
          </p:nvSpPr>
          <p:spPr>
            <a:xfrm>
              <a:off x="1704169" y="2442455"/>
              <a:ext cx="2014119" cy="16288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Systematic Sampling</a:t>
              </a:r>
              <a:endParaRPr lang="en-US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0CB17B6-3AE7-D8DE-A20B-2A95AA348241}"/>
              </a:ext>
            </a:extLst>
          </p:cNvPr>
          <p:cNvGrpSpPr/>
          <p:nvPr/>
        </p:nvGrpSpPr>
        <p:grpSpPr>
          <a:xfrm>
            <a:off x="3201362" y="5412617"/>
            <a:ext cx="1059742" cy="1061336"/>
            <a:chOff x="4831026" y="2442455"/>
            <a:chExt cx="1964472" cy="15553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9F78A7-ED47-92A2-E811-98A08931F34D}"/>
                </a:ext>
              </a:extLst>
            </p:cNvPr>
            <p:cNvSpPr/>
            <p:nvPr/>
          </p:nvSpPr>
          <p:spPr>
            <a:xfrm>
              <a:off x="4831026" y="2442455"/>
              <a:ext cx="1964472" cy="155539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B49083-8817-EE8F-9784-515C62FEDFAC}"/>
                </a:ext>
              </a:extLst>
            </p:cNvPr>
            <p:cNvSpPr txBox="1"/>
            <p:nvPr/>
          </p:nvSpPr>
          <p:spPr>
            <a:xfrm>
              <a:off x="4831026" y="2442455"/>
              <a:ext cx="1964472" cy="15553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Stratified Sampling</a:t>
              </a:r>
              <a:endParaRPr lang="en-US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63BB092-B44F-B1DD-15E3-1A204BFB6FC5}"/>
              </a:ext>
            </a:extLst>
          </p:cNvPr>
          <p:cNvGrpSpPr/>
          <p:nvPr/>
        </p:nvGrpSpPr>
        <p:grpSpPr>
          <a:xfrm>
            <a:off x="4380106" y="5412616"/>
            <a:ext cx="959990" cy="1061336"/>
            <a:chOff x="7116194" y="2442455"/>
            <a:chExt cx="1670868" cy="161731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98D6F6-39E1-0ADA-DD21-019442FC6BE2}"/>
                </a:ext>
              </a:extLst>
            </p:cNvPr>
            <p:cNvSpPr/>
            <p:nvPr/>
          </p:nvSpPr>
          <p:spPr>
            <a:xfrm>
              <a:off x="7116194" y="2442455"/>
              <a:ext cx="1670868" cy="161731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0EDB4C-5477-1937-750F-69D94553ED9B}"/>
                </a:ext>
              </a:extLst>
            </p:cNvPr>
            <p:cNvSpPr txBox="1"/>
            <p:nvPr/>
          </p:nvSpPr>
          <p:spPr>
            <a:xfrm>
              <a:off x="7116194" y="2442455"/>
              <a:ext cx="1670868" cy="16173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Cluster Sampling</a:t>
              </a:r>
              <a:endParaRPr lang="en-US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17437A-E4D7-720D-BA07-16312F27B1AD}"/>
              </a:ext>
            </a:extLst>
          </p:cNvPr>
          <p:cNvGrpSpPr/>
          <p:nvPr/>
        </p:nvGrpSpPr>
        <p:grpSpPr>
          <a:xfrm>
            <a:off x="5910915" y="5340041"/>
            <a:ext cx="1410971" cy="1061337"/>
            <a:chOff x="-173517" y="3115663"/>
            <a:chExt cx="2529980" cy="148504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D04BDF7-3212-BF33-4EEB-6E827C92AF7F}"/>
                </a:ext>
              </a:extLst>
            </p:cNvPr>
            <p:cNvSpPr/>
            <p:nvPr/>
          </p:nvSpPr>
          <p:spPr>
            <a:xfrm>
              <a:off x="7433" y="3115663"/>
              <a:ext cx="2168083" cy="1485040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408D3C-0516-6D95-9D7E-337CFF65DB1B}"/>
                </a:ext>
              </a:extLst>
            </p:cNvPr>
            <p:cNvSpPr txBox="1"/>
            <p:nvPr/>
          </p:nvSpPr>
          <p:spPr>
            <a:xfrm>
              <a:off x="-173517" y="3115663"/>
              <a:ext cx="2529980" cy="14850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Convenience </a:t>
              </a:r>
            </a:p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Sampling</a:t>
              </a:r>
              <a:endParaRPr lang="en-US" kern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6E6ED9-1CEC-E75C-CE4A-FE7BF76F71E3}"/>
              </a:ext>
            </a:extLst>
          </p:cNvPr>
          <p:cNvGrpSpPr/>
          <p:nvPr/>
        </p:nvGrpSpPr>
        <p:grpSpPr>
          <a:xfrm>
            <a:off x="7454104" y="5301291"/>
            <a:ext cx="1123275" cy="1164148"/>
            <a:chOff x="2496212" y="3109020"/>
            <a:chExt cx="2014119" cy="162889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258889-FF62-462A-C37D-F014FE236E54}"/>
                </a:ext>
              </a:extLst>
            </p:cNvPr>
            <p:cNvSpPr/>
            <p:nvPr/>
          </p:nvSpPr>
          <p:spPr>
            <a:xfrm>
              <a:off x="2496212" y="3109020"/>
              <a:ext cx="2014119" cy="162889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704825-7C79-E654-4284-74BF2C0AED0F}"/>
                </a:ext>
              </a:extLst>
            </p:cNvPr>
            <p:cNvSpPr txBox="1"/>
            <p:nvPr/>
          </p:nvSpPr>
          <p:spPr>
            <a:xfrm>
              <a:off x="2496212" y="3109020"/>
              <a:ext cx="2014119" cy="16288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Judgment Sampling</a:t>
              </a:r>
              <a:endParaRPr lang="en-US" kern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A6743-D328-52D0-D3F3-EED38326A7FE}"/>
              </a:ext>
            </a:extLst>
          </p:cNvPr>
          <p:cNvGrpSpPr/>
          <p:nvPr/>
        </p:nvGrpSpPr>
        <p:grpSpPr>
          <a:xfrm>
            <a:off x="8879990" y="5335505"/>
            <a:ext cx="1095587" cy="1111619"/>
            <a:chOff x="4831026" y="3109341"/>
            <a:chExt cx="1964472" cy="155539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6D94B0-8470-A048-2A70-2813DBC81146}"/>
                </a:ext>
              </a:extLst>
            </p:cNvPr>
            <p:cNvSpPr/>
            <p:nvPr/>
          </p:nvSpPr>
          <p:spPr>
            <a:xfrm>
              <a:off x="4831026" y="3109341"/>
              <a:ext cx="1964472" cy="1555395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777594-AD7A-0951-C166-955808A554D9}"/>
                </a:ext>
              </a:extLst>
            </p:cNvPr>
            <p:cNvSpPr txBox="1"/>
            <p:nvPr/>
          </p:nvSpPr>
          <p:spPr>
            <a:xfrm>
              <a:off x="4831026" y="3109341"/>
              <a:ext cx="1964472" cy="15553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Quota Sampling</a:t>
              </a:r>
              <a:endParaRPr lang="en-US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3A4AFB-A248-3662-164A-9E8A269FB3FD}"/>
              </a:ext>
            </a:extLst>
          </p:cNvPr>
          <p:cNvGrpSpPr/>
          <p:nvPr/>
        </p:nvGrpSpPr>
        <p:grpSpPr>
          <a:xfrm>
            <a:off x="10203194" y="5327858"/>
            <a:ext cx="931844" cy="1155870"/>
            <a:chOff x="7116194" y="3120604"/>
            <a:chExt cx="1670868" cy="161731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B3F0CE-59A8-7449-4D8D-297BBB1F7589}"/>
                </a:ext>
              </a:extLst>
            </p:cNvPr>
            <p:cNvSpPr/>
            <p:nvPr/>
          </p:nvSpPr>
          <p:spPr>
            <a:xfrm>
              <a:off x="7116194" y="3120604"/>
              <a:ext cx="1670868" cy="1617312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B9BFDA-7A4A-6019-0254-148A4EC67F48}"/>
                </a:ext>
              </a:extLst>
            </p:cNvPr>
            <p:cNvSpPr txBox="1"/>
            <p:nvPr/>
          </p:nvSpPr>
          <p:spPr>
            <a:xfrm>
              <a:off x="7116194" y="3120604"/>
              <a:ext cx="1670868" cy="16173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Snowball Sampling</a:t>
              </a:r>
              <a:endParaRPr lang="en-US" kern="1200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F6CFDC8-6C22-92F9-A6D9-C6B0D8F7D8E2}"/>
                  </a:ext>
                </a:extLst>
              </p14:cNvPr>
              <p14:cNvContentPartPr/>
              <p14:nvPr/>
            </p14:nvContentPartPr>
            <p14:xfrm>
              <a:off x="-89856" y="933336"/>
              <a:ext cx="1440" cy="2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F6CFDC8-6C22-92F9-A6D9-C6B0D8F7D8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25496" y="897696"/>
                <a:ext cx="7308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5A80D32D-CF4C-13BE-08E3-125A2C15F7DC}"/>
              </a:ext>
            </a:extLst>
          </p:cNvPr>
          <p:cNvGrpSpPr/>
          <p:nvPr/>
        </p:nvGrpSpPr>
        <p:grpSpPr>
          <a:xfrm>
            <a:off x="996264" y="4382496"/>
            <a:ext cx="3924360" cy="1035000"/>
            <a:chOff x="996264" y="4382496"/>
            <a:chExt cx="3924360" cy="10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0E6A01-B57B-FBA2-3DE2-878E4AB45C74}"/>
                    </a:ext>
                  </a:extLst>
                </p14:cNvPr>
                <p14:cNvContentPartPr/>
                <p14:nvPr/>
              </p14:nvContentPartPr>
              <p14:xfrm>
                <a:off x="996264" y="4382496"/>
                <a:ext cx="2446200" cy="953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0E6A01-B57B-FBA2-3DE2-878E4AB45C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0624" y="4346496"/>
                  <a:ext cx="2517840" cy="10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F7CC08-9599-CADB-D451-47D096CB735E}"/>
                    </a:ext>
                  </a:extLst>
                </p14:cNvPr>
                <p14:cNvContentPartPr/>
                <p14:nvPr/>
              </p14:nvContentPartPr>
              <p14:xfrm>
                <a:off x="2321424" y="4867776"/>
                <a:ext cx="60480" cy="503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F7CC08-9599-CADB-D451-47D096CB73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85424" y="4831776"/>
                  <a:ext cx="13212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AA378F-0E1A-FB38-C351-FE74D204D5DD}"/>
                    </a:ext>
                  </a:extLst>
                </p14:cNvPr>
                <p14:cNvContentPartPr/>
                <p14:nvPr/>
              </p14:nvContentPartPr>
              <p14:xfrm>
                <a:off x="3365424" y="4807656"/>
                <a:ext cx="199800" cy="60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AA378F-0E1A-FB38-C351-FE74D204D5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29424" y="4771656"/>
                  <a:ext cx="27144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E9232A-4C3F-3C48-876A-A3665943A0D7}"/>
                    </a:ext>
                  </a:extLst>
                </p14:cNvPr>
                <p14:cNvContentPartPr/>
                <p14:nvPr/>
              </p14:nvContentPartPr>
              <p14:xfrm>
                <a:off x="3361104" y="4809816"/>
                <a:ext cx="1559520" cy="565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E9232A-4C3F-3C48-876A-A3665943A0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25464" y="4774176"/>
                  <a:ext cx="1631160" cy="63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5593752-6501-3441-F34F-C3310B60C3F0}"/>
              </a:ext>
            </a:extLst>
          </p:cNvPr>
          <p:cNvGrpSpPr/>
          <p:nvPr/>
        </p:nvGrpSpPr>
        <p:grpSpPr>
          <a:xfrm>
            <a:off x="6608664" y="4536936"/>
            <a:ext cx="3966120" cy="802080"/>
            <a:chOff x="6608664" y="4536936"/>
            <a:chExt cx="396612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87F793-0964-85E8-7219-30830C28B549}"/>
                    </a:ext>
                  </a:extLst>
                </p14:cNvPr>
                <p14:cNvContentPartPr/>
                <p14:nvPr/>
              </p14:nvContentPartPr>
              <p14:xfrm>
                <a:off x="6608664" y="4536936"/>
                <a:ext cx="1626120" cy="802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87F793-0964-85E8-7219-30830C28B5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72664" y="4501296"/>
                  <a:ext cx="169776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7634BB-F5D8-8DBC-D2C0-D51AAB130C26}"/>
                    </a:ext>
                  </a:extLst>
                </p14:cNvPr>
                <p14:cNvContentPartPr/>
                <p14:nvPr/>
              </p14:nvContentPartPr>
              <p14:xfrm>
                <a:off x="8149464" y="4758696"/>
                <a:ext cx="77760" cy="539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7634BB-F5D8-8DBC-D2C0-D51AAB130C2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13464" y="4722696"/>
                  <a:ext cx="14940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63A20E9-E04B-FD8F-C777-32EA9E811BF1}"/>
                    </a:ext>
                  </a:extLst>
                </p14:cNvPr>
                <p14:cNvContentPartPr/>
                <p14:nvPr/>
              </p14:nvContentPartPr>
              <p14:xfrm>
                <a:off x="8155584" y="4815216"/>
                <a:ext cx="1185840" cy="51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63A20E9-E04B-FD8F-C777-32EA9E811BF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19944" y="4779216"/>
                  <a:ext cx="125748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AEA989-4F30-131E-E1D7-C505D170D977}"/>
                    </a:ext>
                  </a:extLst>
                </p14:cNvPr>
                <p14:cNvContentPartPr/>
                <p14:nvPr/>
              </p14:nvContentPartPr>
              <p14:xfrm>
                <a:off x="8887104" y="4864176"/>
                <a:ext cx="1687680" cy="452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AEA989-4F30-131E-E1D7-C505D170D97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51464" y="4828176"/>
                  <a:ext cx="1759320" cy="52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06FD130-0280-A4D9-AB82-33D3EEEACE66}"/>
                  </a:ext>
                </a:extLst>
              </p14:cNvPr>
              <p14:cNvContentPartPr/>
              <p14:nvPr/>
            </p14:nvContentPartPr>
            <p14:xfrm>
              <a:off x="4966344" y="1776816"/>
              <a:ext cx="868320" cy="461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06FD130-0280-A4D9-AB82-33D3EEEACE6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930704" y="1741176"/>
                <a:ext cx="93996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6D76CBE-80AC-2EDC-8D3A-E535D5F0E5A8}"/>
                  </a:ext>
                </a:extLst>
              </p14:cNvPr>
              <p14:cNvContentPartPr/>
              <p14:nvPr/>
            </p14:nvContentPartPr>
            <p14:xfrm>
              <a:off x="3446064" y="2228616"/>
              <a:ext cx="2260800" cy="404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6D76CBE-80AC-2EDC-8D3A-E535D5F0E5A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10064" y="2192616"/>
                <a:ext cx="2332440" cy="4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E0417D9-74A4-125A-B3BF-E5C3D5B44E06}"/>
                  </a:ext>
                </a:extLst>
              </p14:cNvPr>
              <p14:cNvContentPartPr/>
              <p14:nvPr/>
            </p14:nvContentPartPr>
            <p14:xfrm>
              <a:off x="5630184" y="2177136"/>
              <a:ext cx="2566440" cy="476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E0417D9-74A4-125A-B3BF-E5C3D5B44E0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94544" y="2141496"/>
                <a:ext cx="2638080" cy="5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604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F8116-F993-6498-6D6F-B5426D5A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92C2EFB-2C55-6A38-61C2-F83108A4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330E-B507-30CE-D973-4F8AC6886FB1}"/>
              </a:ext>
            </a:extLst>
          </p:cNvPr>
          <p:cNvSpPr txBox="1"/>
          <p:nvPr/>
        </p:nvSpPr>
        <p:spPr>
          <a:xfrm>
            <a:off x="370332" y="1269230"/>
            <a:ext cx="96423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Random Sampling: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member has an equal chance of being chosen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Randomly pick 10 names from a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FC7AE-A731-75BC-EEF0-871D58CF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873" y="2000050"/>
            <a:ext cx="354379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4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4AE3-F7F4-D53B-7007-85E602F6F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0821E8-793C-DD08-E8A7-0A5DB7C1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78890-FCC6-3C5D-3EAF-1714F0D0AF18}"/>
              </a:ext>
            </a:extLst>
          </p:cNvPr>
          <p:cNvSpPr txBox="1"/>
          <p:nvPr/>
        </p:nvSpPr>
        <p:spPr>
          <a:xfrm>
            <a:off x="370332" y="1269230"/>
            <a:ext cx="96423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Systematic Sampling: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every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item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Pick every 3rd student from a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C4C46B-6976-A695-F036-0099492D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414" y="3038420"/>
            <a:ext cx="6144482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5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E2DA-8906-3F48-35D1-1EF049C33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9E46033-005A-1CAE-16D7-50E684DD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E0159-E77C-05C8-6703-05589EF8594A}"/>
              </a:ext>
            </a:extLst>
          </p:cNvPr>
          <p:cNvSpPr txBox="1"/>
          <p:nvPr/>
        </p:nvSpPr>
        <p:spPr>
          <a:xfrm>
            <a:off x="333756" y="848606"/>
            <a:ext cx="103464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Stratified Sampling: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population into subgroups (strata) and take random samples from each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of 40 students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a population of 400 that represents all years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proportionally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strategy is to </a:t>
            </a: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students by year (1st, 2nd, 3rd, 4th) and </a:t>
            </a: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sample proportionally.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715DA4-A4F5-1118-87FF-0AE5B2CA5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6272"/>
              </p:ext>
            </p:extLst>
          </p:nvPr>
        </p:nvGraphicFramePr>
        <p:xfrm>
          <a:off x="262128" y="4522502"/>
          <a:ext cx="3651504" cy="2194560"/>
        </p:xfrm>
        <a:graphic>
          <a:graphicData uri="http://schemas.openxmlformats.org/drawingml/2006/table">
            <a:tbl>
              <a:tblPr/>
              <a:tblGrid>
                <a:gridCol w="1371999">
                  <a:extLst>
                    <a:ext uri="{9D8B030D-6E8A-4147-A177-3AD203B41FA5}">
                      <a16:colId xmlns:a16="http://schemas.microsoft.com/office/drawing/2014/main" val="888991103"/>
                    </a:ext>
                  </a:extLst>
                </a:gridCol>
                <a:gridCol w="2279505">
                  <a:extLst>
                    <a:ext uri="{9D8B030D-6E8A-4147-A177-3AD203B41FA5}">
                      <a16:colId xmlns:a16="http://schemas.microsoft.com/office/drawing/2014/main" val="3395004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Number of Students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80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1st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65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2nd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799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3rd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653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4th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334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6848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0FF4F8-B224-9726-441B-104FE01B1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22380"/>
              </p:ext>
            </p:extLst>
          </p:nvPr>
        </p:nvGraphicFramePr>
        <p:xfrm>
          <a:off x="4983480" y="4559078"/>
          <a:ext cx="4956048" cy="2194560"/>
        </p:xfrm>
        <a:graphic>
          <a:graphicData uri="http://schemas.openxmlformats.org/drawingml/2006/table">
            <a:tbl>
              <a:tblPr/>
              <a:tblGrid>
                <a:gridCol w="1652016">
                  <a:extLst>
                    <a:ext uri="{9D8B030D-6E8A-4147-A177-3AD203B41FA5}">
                      <a16:colId xmlns:a16="http://schemas.microsoft.com/office/drawing/2014/main" val="2053411680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2578001377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1654990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 Students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Sample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598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1st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× 120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4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2nd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× 100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624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3rd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 ×   80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52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4th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0.10 × 100 = </a:t>
                      </a: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5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  <a:endParaRPr lang="en-US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3384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614CAF-1C02-5ED7-3691-9111AD35A8C1}"/>
              </a:ext>
            </a:extLst>
          </p:cNvPr>
          <p:cNvSpPr txBox="1"/>
          <p:nvPr/>
        </p:nvSpPr>
        <p:spPr>
          <a:xfrm>
            <a:off x="4636008" y="3781838"/>
            <a:ext cx="6466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40 is 10% of total, so we take 10% of students from each year.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C73B0-1950-9F8A-B2F7-3367FEEAB961}"/>
              </a:ext>
            </a:extLst>
          </p:cNvPr>
          <p:cNvSpPr txBox="1"/>
          <p:nvPr/>
        </p:nvSpPr>
        <p:spPr>
          <a:xfrm>
            <a:off x="1159928" y="3842798"/>
            <a:ext cx="1507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by Year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D43319-44D5-C51E-25A3-651ED985CAFD}"/>
              </a:ext>
            </a:extLst>
          </p:cNvPr>
          <p:cNvSpPr/>
          <p:nvPr/>
        </p:nvSpPr>
        <p:spPr>
          <a:xfrm>
            <a:off x="9508234" y="2323512"/>
            <a:ext cx="2343915" cy="1740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04791B-219A-4872-7B1E-4BA949DEA39D}"/>
              </a:ext>
            </a:extLst>
          </p:cNvPr>
          <p:cNvSpPr/>
          <p:nvPr/>
        </p:nvSpPr>
        <p:spPr>
          <a:xfrm>
            <a:off x="9748357" y="2508504"/>
            <a:ext cx="931835" cy="74075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1st yr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47ACA4-B922-371B-E005-6150E49A69AD}"/>
              </a:ext>
            </a:extLst>
          </p:cNvPr>
          <p:cNvSpPr/>
          <p:nvPr/>
        </p:nvSpPr>
        <p:spPr>
          <a:xfrm>
            <a:off x="10800253" y="2510375"/>
            <a:ext cx="931835" cy="74075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2nd yr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F023E6-5F13-80E8-F200-E54CE235C0C9}"/>
              </a:ext>
            </a:extLst>
          </p:cNvPr>
          <p:cNvSpPr/>
          <p:nvPr/>
        </p:nvSpPr>
        <p:spPr>
          <a:xfrm>
            <a:off x="9693828" y="3285744"/>
            <a:ext cx="931835" cy="74075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3rd yr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A67E12-0BC6-05C7-4850-A3BE2B7372A8}"/>
              </a:ext>
            </a:extLst>
          </p:cNvPr>
          <p:cNvSpPr/>
          <p:nvPr/>
        </p:nvSpPr>
        <p:spPr>
          <a:xfrm>
            <a:off x="10822198" y="3280549"/>
            <a:ext cx="931835" cy="74075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4th yr</a:t>
            </a:r>
          </a:p>
        </p:txBody>
      </p:sp>
    </p:spTree>
    <p:extLst>
      <p:ext uri="{BB962C8B-B14F-4D97-AF65-F5344CB8AC3E}">
        <p14:creationId xmlns:p14="http://schemas.microsoft.com/office/powerpoint/2010/main" val="215138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AFE1-C2AC-B97B-02C4-02EEBBCE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CECDFD7-A904-BF4B-88CF-3A8EB294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Method1 : Probability Sampling Types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36D54-558A-5083-A515-CAA33CE197F5}"/>
              </a:ext>
            </a:extLst>
          </p:cNvPr>
          <p:cNvSpPr txBox="1"/>
          <p:nvPr/>
        </p:nvSpPr>
        <p:spPr>
          <a:xfrm>
            <a:off x="370332" y="894326"/>
            <a:ext cx="114583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Cluster Sampling: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Divide population into clusters, then randomly select whole clusters. Each clusters should have similar characteristics within themselves.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we want to conduct survey from students. Here divide student’s population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clusters based on colleges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Randomly select 5 colleges (say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C, F, K, N, 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and survey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students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those colleges.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BFE209-BA79-92EA-3777-6F33C3025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631954"/>
              </p:ext>
            </p:extLst>
          </p:nvPr>
        </p:nvGraphicFramePr>
        <p:xfrm>
          <a:off x="74312" y="3931920"/>
          <a:ext cx="4168504" cy="2125488"/>
        </p:xfrm>
        <a:graphic>
          <a:graphicData uri="http://schemas.openxmlformats.org/drawingml/2006/table">
            <a:tbl>
              <a:tblPr/>
              <a:tblGrid>
                <a:gridCol w="2129392">
                  <a:extLst>
                    <a:ext uri="{9D8B030D-6E8A-4147-A177-3AD203B41FA5}">
                      <a16:colId xmlns:a16="http://schemas.microsoft.com/office/drawing/2014/main" val="4024592154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895800267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Students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4808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A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968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B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320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56174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C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610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925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D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275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40508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E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88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2B4D9D-EBD2-4D64-2378-CBF09B3F2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02696"/>
              </p:ext>
            </p:extLst>
          </p:nvPr>
        </p:nvGraphicFramePr>
        <p:xfrm>
          <a:off x="4749946" y="4390632"/>
          <a:ext cx="3199240" cy="1771240"/>
        </p:xfrm>
        <a:graphic>
          <a:graphicData uri="http://schemas.openxmlformats.org/drawingml/2006/table">
            <a:tbl>
              <a:tblPr/>
              <a:tblGrid>
                <a:gridCol w="1608184">
                  <a:extLst>
                    <a:ext uri="{9D8B030D-6E8A-4147-A177-3AD203B41FA5}">
                      <a16:colId xmlns:a16="http://schemas.microsoft.com/office/drawing/2014/main" val="564864659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1755944980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F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520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16312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G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4943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H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410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5710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I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360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17868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J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290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4091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35B656-F67D-D7FD-1BE2-97B11F787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887487"/>
              </p:ext>
            </p:extLst>
          </p:nvPr>
        </p:nvGraphicFramePr>
        <p:xfrm>
          <a:off x="8541656" y="3089350"/>
          <a:ext cx="3199240" cy="3542480"/>
        </p:xfrm>
        <a:graphic>
          <a:graphicData uri="http://schemas.openxmlformats.org/drawingml/2006/table">
            <a:tbl>
              <a:tblPr/>
              <a:tblGrid>
                <a:gridCol w="1608184">
                  <a:extLst>
                    <a:ext uri="{9D8B030D-6E8A-4147-A177-3AD203B41FA5}">
                      <a16:colId xmlns:a16="http://schemas.microsoft.com/office/drawing/2014/main" val="1852883831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2380151086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K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480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00679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L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5414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M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255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4222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N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305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62747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O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225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1320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P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410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386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Q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380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15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R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6143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College S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420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20760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College T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455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461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297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16AE-C25E-5260-D21B-147FC161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70326C-4B9C-CDA3-FF65-58604DAAF70E}"/>
              </a:ext>
            </a:extLst>
          </p:cNvPr>
          <p:cNvSpPr txBox="1"/>
          <p:nvPr/>
        </p:nvSpPr>
        <p:spPr>
          <a:xfrm>
            <a:off x="160020" y="281678"/>
            <a:ext cx="116814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You’re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manager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a company that just received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truckload of 10,000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farmers living in East, West, North, South of country.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boss says:  “Check if the shipment is good enough to send to the export market.”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can’t cut open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10,000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test sweetness and ripeness.  You only have time to test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50 mangoes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will you pick those 50 mangoes so that your decision represents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whole truckload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61FC14-D3CE-80E2-8840-22E7FA551260}"/>
                  </a:ext>
                </a:extLst>
              </p14:cNvPr>
              <p14:cNvContentPartPr/>
              <p14:nvPr/>
            </p14:nvContentPartPr>
            <p14:xfrm>
              <a:off x="9476424" y="3763152"/>
              <a:ext cx="2489400" cy="142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61FC14-D3CE-80E2-8840-22E7FA5512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0424" y="3727152"/>
                <a:ext cx="2561040" cy="149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AC39236-A046-EB91-BAB1-E51F26599046}"/>
              </a:ext>
            </a:extLst>
          </p:cNvPr>
          <p:cNvGrpSpPr/>
          <p:nvPr/>
        </p:nvGrpSpPr>
        <p:grpSpPr>
          <a:xfrm>
            <a:off x="9747864" y="3896712"/>
            <a:ext cx="1705320" cy="1038600"/>
            <a:chOff x="9564984" y="1894176"/>
            <a:chExt cx="1705320" cy="10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D78B032-F2D8-FB01-2198-1E953D59B685}"/>
                    </a:ext>
                  </a:extLst>
                </p14:cNvPr>
                <p14:cNvContentPartPr/>
                <p14:nvPr/>
              </p14:nvContentPartPr>
              <p14:xfrm>
                <a:off x="10197504" y="1894176"/>
                <a:ext cx="213840" cy="23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78B032-F2D8-FB01-2198-1E953D59B6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61864" y="1858176"/>
                  <a:ext cx="285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BFE765-875C-CEB7-D011-CA09C0F1C3F2}"/>
                    </a:ext>
                  </a:extLst>
                </p14:cNvPr>
                <p14:cNvContentPartPr/>
                <p14:nvPr/>
              </p14:nvContentPartPr>
              <p14:xfrm>
                <a:off x="10129464" y="2691216"/>
                <a:ext cx="284760" cy="182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BFE765-875C-CEB7-D011-CA09C0F1C3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93824" y="2655216"/>
                  <a:ext cx="356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6E7E84-4609-24DF-0A31-13E704E79263}"/>
                    </a:ext>
                  </a:extLst>
                </p14:cNvPr>
                <p14:cNvContentPartPr/>
                <p14:nvPr/>
              </p14:nvContentPartPr>
              <p14:xfrm>
                <a:off x="9658584" y="2311776"/>
                <a:ext cx="295200" cy="19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6E7E84-4609-24DF-0A31-13E704E792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22944" y="2275776"/>
                  <a:ext cx="366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2A6372-100D-62C6-0456-24EC049412BA}"/>
                    </a:ext>
                  </a:extLst>
                </p14:cNvPr>
                <p14:cNvContentPartPr/>
                <p14:nvPr/>
              </p14:nvContentPartPr>
              <p14:xfrm>
                <a:off x="10820664" y="2324736"/>
                <a:ext cx="55800" cy="173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2A6372-100D-62C6-0456-24EC049412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85024" y="2288736"/>
                  <a:ext cx="127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3E672FC-7A41-4A53-2D23-4AB778D04C7F}"/>
                    </a:ext>
                  </a:extLst>
                </p14:cNvPr>
                <p14:cNvContentPartPr/>
                <p14:nvPr/>
              </p14:nvContentPartPr>
              <p14:xfrm>
                <a:off x="10833624" y="2276496"/>
                <a:ext cx="299160" cy="2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E672FC-7A41-4A53-2D23-4AB778D04C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97624" y="2240856"/>
                  <a:ext cx="37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C9F2E77-A6BA-F1CD-EFB6-52D76FEEA777}"/>
                    </a:ext>
                  </a:extLst>
                </p14:cNvPr>
                <p14:cNvContentPartPr/>
                <p14:nvPr/>
              </p14:nvContentPartPr>
              <p14:xfrm>
                <a:off x="10930464" y="2393136"/>
                <a:ext cx="135720" cy="14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9F2E77-A6BA-F1CD-EFB6-52D76FEEA7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94464" y="2357136"/>
                  <a:ext cx="20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1C3762-7FB2-2270-CCC6-5D290214B965}"/>
                    </a:ext>
                  </a:extLst>
                </p14:cNvPr>
                <p14:cNvContentPartPr/>
                <p14:nvPr/>
              </p14:nvContentPartPr>
              <p14:xfrm>
                <a:off x="10878624" y="2528856"/>
                <a:ext cx="173520" cy="5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1C3762-7FB2-2270-CCC6-5D290214B9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2984" y="2493216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65B3D5-75FF-DFD8-75D2-7BCFBF5A9D27}"/>
                    </a:ext>
                  </a:extLst>
                </p14:cNvPr>
                <p14:cNvContentPartPr/>
                <p14:nvPr/>
              </p14:nvContentPartPr>
              <p14:xfrm>
                <a:off x="10420344" y="2306736"/>
                <a:ext cx="849960" cy="62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65B3D5-75FF-DFD8-75D2-7BCFBF5A9D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84344" y="2271096"/>
                  <a:ext cx="9216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77EF42-67FF-51C3-197B-DAD9D1FA2277}"/>
                    </a:ext>
                  </a:extLst>
                </p14:cNvPr>
                <p14:cNvContentPartPr/>
                <p14:nvPr/>
              </p14:nvContentPartPr>
              <p14:xfrm>
                <a:off x="9564984" y="2473776"/>
                <a:ext cx="890640" cy="31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77EF42-67FF-51C3-197B-DAD9D1FA22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8984" y="2438136"/>
                  <a:ext cx="962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74C4E0-C1EE-A89C-4509-8AB995F38CF5}"/>
                    </a:ext>
                  </a:extLst>
                </p14:cNvPr>
                <p14:cNvContentPartPr/>
                <p14:nvPr/>
              </p14:nvContentPartPr>
              <p14:xfrm>
                <a:off x="10390104" y="2300616"/>
                <a:ext cx="70560" cy="146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74C4E0-C1EE-A89C-4509-8AB995F38C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54464" y="2264616"/>
                  <a:ext cx="1422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A449C8-E412-BC7C-A090-D4B45AE10894}"/>
              </a:ext>
            </a:extLst>
          </p:cNvPr>
          <p:cNvGrpSpPr/>
          <p:nvPr/>
        </p:nvGrpSpPr>
        <p:grpSpPr>
          <a:xfrm>
            <a:off x="9805104" y="3891888"/>
            <a:ext cx="1516680" cy="1008720"/>
            <a:chOff x="9805104" y="3041496"/>
            <a:chExt cx="1516680" cy="10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4DEBE2D-B27B-11F0-DAD9-5515AD09ECAF}"/>
                    </a:ext>
                  </a:extLst>
                </p14:cNvPr>
                <p14:cNvContentPartPr/>
                <p14:nvPr/>
              </p14:nvContentPartPr>
              <p14:xfrm>
                <a:off x="9895824" y="3041496"/>
                <a:ext cx="1230840" cy="41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DEBE2D-B27B-11F0-DAD9-5515AD09EC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59824" y="3005856"/>
                  <a:ext cx="13024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DA55B22-B992-D36D-B302-E2726A8CB298}"/>
                    </a:ext>
                  </a:extLst>
                </p14:cNvPr>
                <p14:cNvContentPartPr/>
                <p14:nvPr/>
              </p14:nvContentPartPr>
              <p14:xfrm>
                <a:off x="10621944" y="3497976"/>
                <a:ext cx="21960" cy="6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A55B22-B992-D36D-B302-E2726A8CB2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86304" y="3461976"/>
                  <a:ext cx="93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94DBAD0-D11F-04AD-69E9-78AC3BD13DC3}"/>
                    </a:ext>
                  </a:extLst>
                </p14:cNvPr>
                <p14:cNvContentPartPr/>
                <p14:nvPr/>
              </p14:nvContentPartPr>
              <p14:xfrm>
                <a:off x="9805104" y="3618216"/>
                <a:ext cx="792720" cy="309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4DBAD0-D11F-04AD-69E9-78AC3BD13D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9464" y="3582216"/>
                  <a:ext cx="8643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501ECDD-3854-77FA-51C4-D6BC2020D5D2}"/>
                    </a:ext>
                  </a:extLst>
                </p14:cNvPr>
                <p14:cNvContentPartPr/>
                <p14:nvPr/>
              </p14:nvContentPartPr>
              <p14:xfrm>
                <a:off x="10579464" y="3657456"/>
                <a:ext cx="742320" cy="39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01ECDD-3854-77FA-51C4-D6BC2020D5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43464" y="3621456"/>
                  <a:ext cx="813960" cy="46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948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F6AB-D89D-C4E6-DB83-143E453A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49DB04-D04A-26AC-5096-E3FAC895CE0A}"/>
              </a:ext>
            </a:extLst>
          </p:cNvPr>
          <p:cNvSpPr txBox="1"/>
          <p:nvPr/>
        </p:nvSpPr>
        <p:spPr>
          <a:xfrm>
            <a:off x="160020" y="281678"/>
            <a:ext cx="112931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Since the mangoes came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regions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(E, W, N, S), their quality may differ by source.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you should 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ivide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10,000 mangoes into 4 strata (E, W, N, S).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East:     4,000 mangoes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West:   3,000 mangoes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North:  3,000 mangoes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South:  0 mangoes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50 is 50/10,000 x 100 = 0.5%. So,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 proportionally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each stratum, that is, 0.5% from each strata: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East     → 4,000  × 0.5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 mangoes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West   → 3,000 × 0.5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 mangoes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North  → 3,000 × 0.5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15 mangoes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South  → 0 × 0.5        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  mangoes  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select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those mangoes within each group. So, we use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Stratified Random Sampling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CE28930-170E-6E5B-208B-3456BE2D104E}"/>
                  </a:ext>
                </a:extLst>
              </p14:cNvPr>
              <p14:cNvContentPartPr/>
              <p14:nvPr/>
            </p14:nvContentPartPr>
            <p14:xfrm>
              <a:off x="9398844" y="4248648"/>
              <a:ext cx="2489400" cy="14256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CE28930-170E-6E5B-208B-3456BE2D10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62844" y="4212648"/>
                <a:ext cx="2561040" cy="149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734363F-BC14-747F-85DB-C439F6430F59}"/>
              </a:ext>
            </a:extLst>
          </p:cNvPr>
          <p:cNvGrpSpPr/>
          <p:nvPr/>
        </p:nvGrpSpPr>
        <p:grpSpPr>
          <a:xfrm>
            <a:off x="9747864" y="4481928"/>
            <a:ext cx="1705320" cy="1038600"/>
            <a:chOff x="9564984" y="1894176"/>
            <a:chExt cx="1705320" cy="103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82A34F-0967-240B-5DA0-432DBF314760}"/>
                    </a:ext>
                  </a:extLst>
                </p14:cNvPr>
                <p14:cNvContentPartPr/>
                <p14:nvPr/>
              </p14:nvContentPartPr>
              <p14:xfrm>
                <a:off x="10197504" y="1894176"/>
                <a:ext cx="213840" cy="233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D78B032-F2D8-FB01-2198-1E953D59B6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61864" y="1858176"/>
                  <a:ext cx="2854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F01ADE-31FB-6613-F62C-49122D83C6B3}"/>
                    </a:ext>
                  </a:extLst>
                </p14:cNvPr>
                <p14:cNvContentPartPr/>
                <p14:nvPr/>
              </p14:nvContentPartPr>
              <p14:xfrm>
                <a:off x="10129464" y="2691216"/>
                <a:ext cx="284760" cy="182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BFE765-875C-CEB7-D011-CA09C0F1C3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93824" y="2655216"/>
                  <a:ext cx="3564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530DA6-5200-F81A-6243-4882ED6DF1FF}"/>
                    </a:ext>
                  </a:extLst>
                </p14:cNvPr>
                <p14:cNvContentPartPr/>
                <p14:nvPr/>
              </p14:nvContentPartPr>
              <p14:xfrm>
                <a:off x="9658584" y="2311776"/>
                <a:ext cx="295200" cy="199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6E7E84-4609-24DF-0A31-13E704E792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22944" y="2275776"/>
                  <a:ext cx="366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3203EA-00B8-759D-72B9-6EFB6C66282A}"/>
                    </a:ext>
                  </a:extLst>
                </p14:cNvPr>
                <p14:cNvContentPartPr/>
                <p14:nvPr/>
              </p14:nvContentPartPr>
              <p14:xfrm>
                <a:off x="10820664" y="2324736"/>
                <a:ext cx="55800" cy="173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2A6372-100D-62C6-0456-24EC049412B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85024" y="2288736"/>
                  <a:ext cx="127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0A8BEAA-2DB5-041D-7989-C6F267C0554A}"/>
                    </a:ext>
                  </a:extLst>
                </p14:cNvPr>
                <p14:cNvContentPartPr/>
                <p14:nvPr/>
              </p14:nvContentPartPr>
              <p14:xfrm>
                <a:off x="10833624" y="2276496"/>
                <a:ext cx="299160" cy="2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3E672FC-7A41-4A53-2D23-4AB778D04C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97624" y="2240856"/>
                  <a:ext cx="37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506CCBE-15E7-AD40-EB65-6EA725EA2743}"/>
                    </a:ext>
                  </a:extLst>
                </p14:cNvPr>
                <p14:cNvContentPartPr/>
                <p14:nvPr/>
              </p14:nvContentPartPr>
              <p14:xfrm>
                <a:off x="10930464" y="2393136"/>
                <a:ext cx="135720" cy="14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C9F2E77-A6BA-F1CD-EFB6-52D76FEEA77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94464" y="2357136"/>
                  <a:ext cx="20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9B81915-16F8-69B8-BFF6-ECEB92E8855B}"/>
                    </a:ext>
                  </a:extLst>
                </p14:cNvPr>
                <p14:cNvContentPartPr/>
                <p14:nvPr/>
              </p14:nvContentPartPr>
              <p14:xfrm>
                <a:off x="10878624" y="2528856"/>
                <a:ext cx="173520" cy="5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1C3762-7FB2-2270-CCC6-5D290214B9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842984" y="2493216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971A0F-CB2A-A121-B03F-51246E45188F}"/>
                    </a:ext>
                  </a:extLst>
                </p14:cNvPr>
                <p14:cNvContentPartPr/>
                <p14:nvPr/>
              </p14:nvContentPartPr>
              <p14:xfrm>
                <a:off x="10420344" y="2306736"/>
                <a:ext cx="849960" cy="626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65B3D5-75FF-DFD8-75D2-7BCFBF5A9D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84344" y="2271096"/>
                  <a:ext cx="92160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6AF30FF-62B9-8557-0187-4439C2B6D8C2}"/>
                    </a:ext>
                  </a:extLst>
                </p14:cNvPr>
                <p14:cNvContentPartPr/>
                <p14:nvPr/>
              </p14:nvContentPartPr>
              <p14:xfrm>
                <a:off x="9564984" y="2473776"/>
                <a:ext cx="890640" cy="315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77EF42-67FF-51C3-197B-DAD9D1FA22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8984" y="2438136"/>
                  <a:ext cx="9622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0A77171-0885-397E-81A0-97D6DBBEE511}"/>
                    </a:ext>
                  </a:extLst>
                </p14:cNvPr>
                <p14:cNvContentPartPr/>
                <p14:nvPr/>
              </p14:nvContentPartPr>
              <p14:xfrm>
                <a:off x="10390104" y="2300616"/>
                <a:ext cx="70560" cy="146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74C4E0-C1EE-A89C-4509-8AB995F38C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354464" y="2264616"/>
                  <a:ext cx="1422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ECD7FE7-3107-81E0-D42F-352DDC1BA0AD}"/>
              </a:ext>
            </a:extLst>
          </p:cNvPr>
          <p:cNvGrpSpPr/>
          <p:nvPr/>
        </p:nvGrpSpPr>
        <p:grpSpPr>
          <a:xfrm>
            <a:off x="9805104" y="4477104"/>
            <a:ext cx="1516680" cy="1008720"/>
            <a:chOff x="9805104" y="3041496"/>
            <a:chExt cx="1516680" cy="100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7A0815-B713-674B-3351-5A9FCCD8142A}"/>
                    </a:ext>
                  </a:extLst>
                </p14:cNvPr>
                <p14:cNvContentPartPr/>
                <p14:nvPr/>
              </p14:nvContentPartPr>
              <p14:xfrm>
                <a:off x="9895824" y="3041496"/>
                <a:ext cx="1230840" cy="41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4DEBE2D-B27B-11F0-DAD9-5515AD09EC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59824" y="3005856"/>
                  <a:ext cx="13024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829FC9-03DB-62DD-6C1E-D662965F13C8}"/>
                    </a:ext>
                  </a:extLst>
                </p14:cNvPr>
                <p14:cNvContentPartPr/>
                <p14:nvPr/>
              </p14:nvContentPartPr>
              <p14:xfrm>
                <a:off x="10621944" y="3497976"/>
                <a:ext cx="21960" cy="64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DA55B22-B992-D36D-B302-E2726A8CB2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86304" y="3461976"/>
                  <a:ext cx="93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97EAC3-8DBE-3854-C1DF-6B8294C01455}"/>
                    </a:ext>
                  </a:extLst>
                </p14:cNvPr>
                <p14:cNvContentPartPr/>
                <p14:nvPr/>
              </p14:nvContentPartPr>
              <p14:xfrm>
                <a:off x="9805104" y="3618216"/>
                <a:ext cx="792720" cy="309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94DBAD0-D11F-04AD-69E9-78AC3BD13D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69464" y="3582216"/>
                  <a:ext cx="8643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9878AF-3A13-5680-8CF4-BDF61A3F519B}"/>
                    </a:ext>
                  </a:extLst>
                </p14:cNvPr>
                <p14:cNvContentPartPr/>
                <p14:nvPr/>
              </p14:nvContentPartPr>
              <p14:xfrm>
                <a:off x="10579464" y="3657456"/>
                <a:ext cx="742320" cy="392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501ECDD-3854-77FA-51C4-D6BC2020D5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43464" y="3621456"/>
                  <a:ext cx="813960" cy="46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87623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8A68-E86A-1FD9-A7DA-B472655F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9455543-7887-E858-677A-2E418978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Sampling Method 2: Non-Probability Sampling Types</a:t>
            </a:r>
            <a:endParaRPr lang="en-US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819AB3-126B-9F07-D160-397430A5F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596037"/>
              </p:ext>
            </p:extLst>
          </p:nvPr>
        </p:nvGraphicFramePr>
        <p:xfrm>
          <a:off x="100584" y="969264"/>
          <a:ext cx="11466576" cy="5577840"/>
        </p:xfrm>
        <a:graphic>
          <a:graphicData uri="http://schemas.openxmlformats.org/drawingml/2006/table">
            <a:tbl>
              <a:tblPr/>
              <a:tblGrid>
                <a:gridCol w="3374136">
                  <a:extLst>
                    <a:ext uri="{9D8B030D-6E8A-4147-A177-3AD203B41FA5}">
                      <a16:colId xmlns:a16="http://schemas.microsoft.com/office/drawing/2014/main" val="805926443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948705484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4155991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770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Convenience Sampling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Choose who is easiest to access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Survey people in </a:t>
                      </a: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your School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because they are easiest to access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524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Judgment Sampling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Researcher selects based on expertise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 doctor chooses patients she thinks represent her clinic. (Maybe patients are &gt; 40 years of age. Choose samples of patients whose age &gt; 40.)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Quota Sampling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Ensure specific groups are represented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Interview 50 males and 50 females, regardless of randomization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125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Snowball Sampling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Participants recruit others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Used for hard-to-reach groups like rare disease patients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5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958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4F09-EF34-C472-6A37-75EC945F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F58C9-A7CA-7958-8C55-B20BAD3B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2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317</TotalTime>
  <Words>1137</Words>
  <Application>Microsoft Office PowerPoint</Application>
  <PresentationFormat>Widescreen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Sampling Methods</vt:lpstr>
      <vt:lpstr>What is Sampling and Why Do We Need It?</vt:lpstr>
      <vt:lpstr>What is Sampling and Why Do We Need It?</vt:lpstr>
      <vt:lpstr>Fun Fact About Sampling Methods</vt:lpstr>
      <vt:lpstr>What are Types Sampling Methods? </vt:lpstr>
      <vt:lpstr>Sampling Method1 : Probability Sampling Types</vt:lpstr>
      <vt:lpstr>Sampling Method1 : Probability Sampling Types</vt:lpstr>
      <vt:lpstr>Sampling Method1 : Probability Sampling Types</vt:lpstr>
      <vt:lpstr>Sampling Method1 : Probability Sampling Types</vt:lpstr>
      <vt:lpstr>PowerPoint Presentation</vt:lpstr>
      <vt:lpstr>PowerPoint Presentation</vt:lpstr>
      <vt:lpstr>Sampling Method 2: Non-Probability Sampling Types</vt:lpstr>
      <vt:lpstr>STOP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81</cp:revision>
  <dcterms:created xsi:type="dcterms:W3CDTF">2025-09-22T02:44:38Z</dcterms:created>
  <dcterms:modified xsi:type="dcterms:W3CDTF">2026-04-07T16:59:12Z</dcterms:modified>
</cp:coreProperties>
</file>