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4.xml" ContentType="application/vnd.openxmlformats-officedocument.presentationml.notesSlide+xml"/>
  <Override PartName="/ppt/ink/ink18.xml" ContentType="application/inkml+xml"/>
  <Override PartName="/ppt/notesSlides/notesSlide5.xml" ContentType="application/vnd.openxmlformats-officedocument.presentationml.notesSlide+xml"/>
  <Override PartName="/ppt/ink/ink19.xml" ContentType="application/inkml+xml"/>
  <Override PartName="/ppt/notesSlides/notesSlide6.xml" ContentType="application/vnd.openxmlformats-officedocument.presentationml.notesSlide+xml"/>
  <Override PartName="/ppt/ink/ink20.xml" ContentType="application/inkml+xml"/>
  <Override PartName="/ppt/notesSlides/notesSlide7.xml" ContentType="application/vnd.openxmlformats-officedocument.presentationml.notesSlide+xml"/>
  <Override PartName="/ppt/ink/ink21.xml" ContentType="application/inkml+xml"/>
  <Override PartName="/ppt/notesSlides/notesSlide8.xml" ContentType="application/vnd.openxmlformats-officedocument.presentationml.notesSlide+xml"/>
  <Override PartName="/ppt/ink/ink22.xml" ContentType="application/inkml+xml"/>
  <Override PartName="/ppt/notesSlides/notesSlide9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10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notesSlides/notesSlide11.xml" ContentType="application/vnd.openxmlformats-officedocument.presentationml.notesSlide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notesSlides/notesSlide12.xml" ContentType="application/vnd.openxmlformats-officedocument.presentationml.notesSlide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notesSlides/notesSlide13.xml" ContentType="application/vnd.openxmlformats-officedocument.presentationml.notesSlide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notesSlides/notesSlide14.xml" ContentType="application/vnd.openxmlformats-officedocument.presentationml.notesSlide+xml"/>
  <Override PartName="/ppt/ink/ink113.xml" ContentType="application/inkml+xml"/>
  <Override PartName="/ppt/notesSlides/notesSlide15.xml" ContentType="application/vnd.openxmlformats-officedocument.presentationml.notesSlide+xml"/>
  <Override PartName="/ppt/ink/ink1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81" r:id="rId2"/>
    <p:sldId id="262" r:id="rId3"/>
    <p:sldId id="276" r:id="rId4"/>
    <p:sldId id="268" r:id="rId5"/>
    <p:sldId id="271" r:id="rId6"/>
    <p:sldId id="272" r:id="rId7"/>
    <p:sldId id="283" r:id="rId8"/>
    <p:sldId id="273" r:id="rId9"/>
    <p:sldId id="278" r:id="rId10"/>
    <p:sldId id="285" r:id="rId11"/>
    <p:sldId id="280" r:id="rId12"/>
    <p:sldId id="274" r:id="rId13"/>
    <p:sldId id="286" r:id="rId14"/>
    <p:sldId id="279" r:id="rId15"/>
    <p:sldId id="282" r:id="rId16"/>
    <p:sldId id="275" r:id="rId17"/>
    <p:sldId id="284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5.5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483 1 4400 0 0,'0'0'-32'0'0,"-24"8"474"0"0,-232 113-61 0 0,68-35-3016 0 0,174-79 1935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6.1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760 16 3408 0 0,'12'-15'1081'0'0,"-23"14"-463"0"0,-22 13-421 0 0,32-12-215 0 0,-279 129 385 0 0,62-27-209 0 0,13-1-1179 0 0,185-86-1028 0 0,16-10 1164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6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1099 24 3784 0 0,'4'-18'1039'0'0,"-9"13"-563"0"0,-18 14-366 0 0,13-4-74 0 0,-399 189 829 0 0,-45 19-408 0 0,312-150-505 0 0,82-36-3327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7.1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1182 21 4348 0 0,'0'0'-145'0'0,"-2"-12"-37"0"0,2 11 200 0 0,0 1-1 0 0,0 0 0 0 0,0-1 0 0 0,-1 1 1 0 0,1 0-1 0 0,0-1 0 0 0,0 1 1 0 0,0 0-1 0 0,0-1 0 0 0,0 1 1 0 0,0 0-1 0 0,-1 0 0 0 0,1-1 1 0 0,0 1-1 0 0,0 0 0 0 0,0-1 1 0 0,-1 1-1 0 0,1 0 0 0 0,0 0 1 0 0,0 0-1 0 0,-1-1 0 0 0,1 1 0 0 0,0 0 1 0 0,-1 0-1 0 0,1 0 0 0 0,0 0 1 0 0,-1-1-1 0 0,1 1 0 0 0,0 0 1 0 0,-1 0-1 0 0,1 0 0 0 0,0 0 1 0 0,-1 0-1 0 0,1 0 0 0 0,0 0 1 0 0,-1 0-1 0 0,1 0 0 0 0,0 0 1 0 0,-1 0-1 0 0,1 0 0 0 0,0 0 0 0 0,-1 0 1 0 0,1 1-1 0 0,-133 79 501 0 0,-526 290 579 0 0,403-251-1010 0 0,147-70-3166 0 0,97-43 1529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7.7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1276 11 4340 0 0,'8'-7'-274'0'0,"-5"4"362"0"0,-6 4 482 0 0,-165 104 102 0 0,25-13-347 0 0,-74 23 182 0 0,-402 152-1 0 0,494-219-3790 0 0,114-43 1690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8.2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1125 12 4548 0 0,'0'0'-124'0'0,"-1"-1"-130"0"0,1 1 256 0 0,0-1 1 0 0,0 0-1 0 0,-1 1 1 0 0,1-1-1 0 0,-1 1 1 0 0,1-1-1 0 0,0 0 1 0 0,-1 1-1 0 0,1-1 0 0 0,-1 1 1 0 0,1 0-1 0 0,-1-1 1 0 0,1 1-1 0 0,-1-1 1 0 0,0 1-1 0 0,1 0 1 0 0,-1-1-1 0 0,0 1 1 0 0,1 0-1 0 0,-1-1 1 0 0,1 1-1 0 0,-1 0 1 0 0,0 0-1 0 0,0 0 1 0 0,1 0-1 0 0,-1 0 1 0 0,0 0-1 0 0,1 0 1 0 0,-2 0-1 0 0,-55 16 237 0 0,0 3-1 0 0,1 2 0 0 0,-100 54 0 0 0,57-27-63 0 0,-313 152 503 0 0,157-75-4087 0 0,240-117 2624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8.8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1004 1 3628 0 0,'-48'7'986'0'0,"-3"8"-781"0"0,-88 39 0 0 0,78-28-102 0 0,-348 149 427 0 0,249-104-446 0 0,36-12-3103 0 0,112-56 2153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9.3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953 21 3764 0 0,'-1'-1'79'0'0,"1"0"0"0"0,-1 0-1 0 0,1-1 1 0 0,-1 1 0 0 0,1 0-1 0 0,-1 0 1 0 0,1 0 0 0 0,-1 0-1 0 0,0 0 1 0 0,0 0 0 0 0,0 0-1 0 0,1 0 1 0 0,-1 0 0 0 0,0 0-1 0 0,0 1 1 0 0,0-1 0 0 0,0 0-1 0 0,0 1 1 0 0,-1-1 0 0 0,1 0-1 0 0,-2 0 1 0 0,-46 16 130 0 0,1 3-1 0 0,0 1 0 0 0,-60 35 1 0 0,24-12-33 0 0,37-20-138 0 0,-423 186-104 0 0,408-187-3027 0 0,46-19 1565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19.8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687 1 4464 0 0,'-5'1'-162'0'0,"-22"7"218"0"0,0 1 0 0 0,0 1 0 0 0,1 2 0 0 0,0 1 0 0 0,-29 19 0 0 0,-19 9 164 0 0,-323 164-275 0 0,374-196-1912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20.2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524 1 3828 0 0,'-36'22'31'0'0,"-47"11"285"0"0,-300 136-865 0 0,370-164-517 0 0,4 0 362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23.9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1 3236 0 0,'0'0'-144'0'0,"-8"46"338"0"0,-1-7 127 0 0,2 0-1 0 0,1 1 1 0 0,1 78-1 0 0,4-89-251 0 0,-2-1 1 0 0,0 0-1 0 0,-2 0 0 0 0,-12 40 0 0 0,6-35-22 0 0,2 0 0 0 0,1 0-1 0 0,2 1 1 0 0,1-1 0 0 0,-1 59 0 0 0,3-22 78 0 0,1-43-92 0 0,1 0-1 0 0,4 38 1 0 0,2-27-35 0 0,-4-22 22 0 0,1-1 0 0 0,0 1 1 0 0,9 27-1 0 0,-10-40-14 0 0,-1 3-1 0 0,1 1 0 0 0,-1-1 1 0 0,2 0-1 0 0,-1 0 0 0 0,1 0 0 0 0,0 0 0 0 0,0 0 0 0 0,0 0 1 0 0,1 0-1 0 0,0-1 0 0 0,3 6 0 0 0,8 15 39 0 0,-7-14-29 0 0,0 0 1 0 0,1-1 0 0 0,1 0 0 0 0,0-1 0 0 0,0 1-1 0 0,18 13 1 0 0,-9-10 41 0 0,0-2-1 0 0,0 0 1 0 0,2-1-1 0 0,-1 0 1 0 0,1-2-1 0 0,25 9 1 0 0,10 4 20 0 0,-53-21-65 0 0,45 18 165 0 0,14 1 11 0 0,-59-19-169 0 0,-1 0-147 0 0,0 0-1 0 0,0-1 1 0 0,0 1-1 0 0,0 0 1 0 0,1-1-1 0 0,-1 1 1 0 0,0 0 0 0 0,1-1-1 0 0,-1 0 1 0 0,0 1-1 0 0,1-1 1 0 0,-1 0 0 0 0,0 0-1 0 0,4 1 1 0 0,5-10-1334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24.6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37 4196 0 0,'-3'-12'-101'0'0,"-1"-9"728"0"0,7 17 686 0 0,8 10 1065 0 0,-2 2-2374 0 0,18 14-18 0 0,-2 0-1 0 0,26 30 0 0 0,-50-51 13 0 0,0 0 0 0 0,-1 1 1 0 0,1-1-1 0 0,0 0 1 0 0,-1 1-1 0 0,1-1 0 0 0,-1 1 1 0 0,1-1-1 0 0,-1 1 0 0 0,0-1 1 0 0,0 1-1 0 0,1-1 0 0 0,-1 1 1 0 0,0-1-1 0 0,0 1 1 0 0,-1-1-1 0 0,1 1 0 0 0,0-1 1 0 0,0 1-1 0 0,-1-1 0 0 0,1 1 1 0 0,-1-1-1 0 0,1 1 0 0 0,-1-1 1 0 0,0 0-1 0 0,-1 3 1 0 0,-26 32 30 0 0,21-28-15 0 0,0 0 12 0 0,-1 0 0 0 0,0-1 0 0 0,-1 0 0 0 0,-16 11 0 0 0,-12 10-925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26.0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129 183 5521 0 0,'-2'-42'-40'0'0,"2"40"154"0"0,-1 0 44 0 0,1 2-151 0 0,0 0 1 0 0,0 0-1 0 0,1 0 1 0 0,-1 0-1 0 0,0-1 1 0 0,0 1-1 0 0,0 0 1 0 0,0 0-1 0 0,0 0 1 0 0,0 0-1 0 0,0 0 1 0 0,0 0 0 0 0,0-1-1 0 0,0 1 1 0 0,0 0-1 0 0,0 0 1 0 0,0 0-1 0 0,0 0 1 0 0,0 0-1 0 0,0-1 1 0 0,0 1-1 0 0,0 0 1 0 0,0 0-1 0 0,0 0 1 0 0,-1 0-1 0 0,1 0 1 0 0,0 0-1 0 0,0-1 1 0 0,0 1-1 0 0,0 0 1 0 0,0 0-1 0 0,0 0 1 0 0,0 0-1 0 0,0 0 1 0 0,0 0-1 0 0,-1 0 1 0 0,1 0-1 0 0,0 0 1 0 0,0-1-1 0 0,0 1 1 0 0,0 0-1 0 0,0 0 1 0 0,0 0-1 0 0,-1 0 1 0 0,1 0-1 0 0,0 0 1 0 0,0 0-1 0 0,0 0 1 0 0,0 0-1 0 0,0 0 1 0 0,-1 0 0 0 0,1 0-1 0 0,0 0 1 0 0,0 0-1 0 0,0 0 1 0 0,0 0-1 0 0,0 0 1 0 0,0 0-1 0 0,-1 0 1 0 0,1 0-1 0 0,0 0 1 0 0,0 1-1 0 0,0-1 1 0 0,0 0-1 0 0,0 0 1 0 0,0 0-1 0 0,-1 0 1 0 0,1 0-1 0 0,-8 18 6 0 0,0 0 0 0 0,1 0-1 0 0,1 1 1 0 0,0-1-1 0 0,-3 26 1 0 0,-7 22 28 0 0,-44 157 908 0 0,60-221-665 0 0,0-4 339 0 0,0-25 102 0 0,1 0-1 0 0,6-36 1 0 0,14-18-566 0 0,4 0 0 0 0,55-124 0 0 0,-76 203-156 0 0,8-34 4 0 0,4 3-118 0 0,-15 32 98 0 0,4 3-144 0 0,5 2 148 0 0,0 1 0 0 0,0 1-1 0 0,-1 0 1 0 0,0 0 0 0 0,0 1-1 0 0,0 0 1 0 0,-1 0 0 0 0,13 15-1 0 0,-7-4-20 0 0,0 1 1 0 0,-1 1-1 0 0,-1 0 0 0 0,17 37 0 0 0,31 96 28 0 0,-42-103-10 0 0,9 38 13 0 0,-26-87 13 0 0,-1 9 344 0 0,0-10-425 0 0,0 0 0 0 0,0 0 1 0 0,0 0-1 0 0,0 0 1 0 0,0 1-1 0 0,0-1 1 0 0,0 0-1 0 0,0 0 1 0 0,0 0-1 0 0,0 1 0 0 0,0-1 1 0 0,0 0-1 0 0,0 0 1 0 0,0 0-1 0 0,0 0 1 0 0,27-21-5202 0 0,-16 8 2707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26.5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5833 0 0,'0'0'-283'0'0,"6"0"-833"0"0,185 10 1985 0 0,-188-10-722 0 0,15-11-2941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27.7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75 460 3468 0 0,'0'0'101'0'0,"-1"0"-17"0"0,1 1 0 0 0,-1-1-1 0 0,1 0 1 0 0,-1 1 0 0 0,1-1 0 0 0,-1 0 0 0 0,1 0 0 0 0,-1 1-1 0 0,0-1 1 0 0,1 0 0 0 0,-1 0 0 0 0,0 0 0 0 0,1 1 0 0 0,-1-1-1 0 0,0 0 1 0 0,1 0 0 0 0,-1 0 0 0 0,1 0 0 0 0,-1 0 0 0 0,0-1-1 0 0,-1 1 1 0 0,-12-7 144 0 0,10 6 4 0 0,-22-39 1231 0 0,23 33-1379 0 0,0 1-1 0 0,1-1 1 0 0,0 0-1 0 0,0-1 1 0 0,1 1-1 0 0,0 0 1 0 0,0 0 0 0 0,1-1-1 0 0,0 1 1 0 0,0 0-1 0 0,2-13 1 0 0,19-84 326 0 0,-17 87-364 0 0,1 0-23 0 0,1 0 0 0 0,0 0 0 0 0,1 0 0 0 0,1 1 0 0 0,0 0 0 0 0,20-26 0 0 0,-27 39-16 0 0,0 0-10 0 0,0 1 0 0 0,-1-1-1 0 0,1 1 1 0 0,0 0-1 0 0,1-1 1 0 0,-1 1-1 0 0,0 0 1 0 0,0 0-1 0 0,1 0 1 0 0,0 0-1 0 0,-1 0 1 0 0,1 0-1 0 0,0 0 1 0 0,0 1 0 0 0,0-1-1 0 0,0 0 1 0 0,0 1-1 0 0,0 0 1 0 0,0 0-1 0 0,5-2 1 0 0,-6 2-5 0 0,2 0-8 0 0,-1 0 11 0 0,1 0 1 0 0,-1 0 0 0 0,1 0 0 0 0,0 0-1 0 0,-1 1 1 0 0,1-1 0 0 0,0 1-1 0 0,-1 0 1 0 0,1 0 0 0 0,0 0 0 0 0,0 0-1 0 0,-1 0 1 0 0,5 2 0 0 0,2-2-7 0 0,-3 0 7 0 0,-1-1 0 0 0,0 1 0 0 0,1 1 0 0 0,-1-1-1 0 0,0 1 1 0 0,0 0 0 0 0,1 0 0 0 0,4 3 0 0 0,-3-2-4 0 0,-4-1-13 0 0,0 0-11 0 0,0 0 23 0 0,1 1 1 0 0,-1-1-1 0 0,0 0 0 0 0,0 1 0 0 0,0-1 1 0 0,0 1-1 0 0,0 0 0 0 0,0 0 1 0 0,0 0-1 0 0,-1 1 0 0 0,1-1 0 0 0,3 5 1 0 0,-1-1-1 0 0,-1 0 0 0 0,0 0 0 0 0,0 1 0 0 0,-1 0 0 0 0,0 0 0 0 0,0-1 0 0 0,0 2 1 0 0,-1-1-1 0 0,3 13 0 0 0,8 75-46 0 0,-9-62 55 0 0,6 30 5 0 0,-3-7 21 0 0,-7-54-29 0 0,1 10 17 0 0,-1 5 117 0 0,0-17-201 0 0,0 0 0 0 0,0 0-1 0 0,0 1 1 0 0,0-1 0 0 0,0 0 0 0 0,0 0-1 0 0,0 0 1 0 0,0 0 0 0 0,0 1 0 0 0,0-1-1 0 0,0 0 1 0 0,0 0 0 0 0,0 0-1 0 0,0 1 1 0 0,0-1 0 0 0,0 0 0 0 0,29-15-5494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28.3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75 6105 0 0,'30'-73'1342'0'0,"-29"72"-1143"0"0,10 33-190 0 0,60 219 24 0 0,-68-244-26 0 0,-2-6-5 0 0,0 2 1 0 0,0-1 0 0 0,0 0-1 0 0,-1 0 1 0 0,1 0-1 0 0,-1 0 1 0 0,1 0-1 0 0,-1 0 1 0 0,0 1 0 0 0,0-1-1 0 0,0 0 1 0 0,0 0-1 0 0,0 0 1 0 0,-1 4-1 0 0,3 4-191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0:32:29.5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27 4680 0 0,'-1'0'-13'0'0,"0"0"0"0"0,0-1 0 0 0,0 1 0 0 0,0 0 0 0 0,0-1 0 0 0,1 1 0 0 0,-1-1 0 0 0,0 1 0 0 0,0-1 0 0 0,0 1 0 0 0,1-1 0 0 0,-1 0 0 0 0,0 1-1 0 0,1-1 1 0 0,-1 0 0 0 0,1 1 0 0 0,-1-1 0 0 0,1 0 0 0 0,-1 0 0 0 0,1 0 0 0 0,-1 1 0 0 0,1-1 0 0 0,0 0 0 0 0,-1-2 0 0 0,1 3 33 0 0,0-1-1 0 0,1 1 1 0 0,-1-1 0 0 0,0 1 0 0 0,0-1-1 0 0,1 1 1 0 0,-1-1 0 0 0,0 1 0 0 0,1-1-1 0 0,-1 1 1 0 0,0-1 0 0 0,1 1 0 0 0,-1 0 0 0 0,1-1-1 0 0,-1 1 1 0 0,1 0 0 0 0,-1-1 0 0 0,1 1-1 0 0,-1 0 1 0 0,1-1 0 0 0,-1 1 0 0 0,1 0-1 0 0,-1 0 1 0 0,1 0 0 0 0,0 0 0 0 0,-1 0 0 0 0,1-1-1 0 0,0 1 1 0 0,3 0 30 0 0,42 0 131 0 0,-42 0-146 0 0,47 1 111 0 0,-47-1-131 0 0,1 0-1 0 0,0 0 1 0 0,0 0-1 0 0,0 1 1 0 0,-1 0-1 0 0,1-1 1 0 0,0 2 0 0 0,-1-1-1 0 0,1 1 1 0 0,8 3-1 0 0,21 9 30 0 0,54 30-1 0 0,-54-7-104 0 0,-33-36 55 0 0,-2 40 95 0 0,0-38-49 0 0,-1 0 0 0 0,0 0 1 0 0,0-1-1 0 0,0 1 0 0 0,0 0 0 0 0,-1-1 1 0 0,1 1-1 0 0,-1-1 0 0 0,1 0 0 0 0,-1 0 1 0 0,0 0-1 0 0,0 0 0 0 0,0-1 0 0 0,0 1 1 0 0,0-1-1 0 0,0 1 0 0 0,0-1 0 0 0,-1 0 1 0 0,-4 1-1 0 0,-75 14 686 0 0,70-15-556 0 0,10 0-98 0 0,-45 0 733 0 0,84 6-818 0 0,0 1 0 0 0,-1 2 0 0 0,-1 1 0 0 0,47 22 0 0 0,-74-30 2 0 0,0 1 1 0 0,-1 0 0 0 0,0 1-1 0 0,0-1 1 0 0,0 1 0 0 0,0 0-1 0 0,5 7 1 0 0,-8-8 3 0 0,0-1-1 0 0,0 0 0 0 0,0 1 1 0 0,-1-1-1 0 0,0 1 1 0 0,0 0-1 0 0,0 0 1 0 0,0 0-1 0 0,0 0 0 0 0,-1 0 1 0 0,0 0-1 0 0,0 0 1 0 0,1 9-1 0 0,-2-12 1 0 0,-4 9-6 0 0,4-9 15 0 0,0 0 0 0 0,0 0 1 0 0,0 0-1 0 0,0 0 1 0 0,-1 0-1 0 0,1 0 0 0 0,0-1 1 0 0,-1 1-1 0 0,1 0 0 0 0,-1 0 1 0 0,1 0-1 0 0,-1-1 1 0 0,1 1-1 0 0,-1 0 0 0 0,1 0 1 0 0,-1-1-1 0 0,0 1 0 0 0,1-1 1 0 0,-1 1-1 0 0,0 0 1 0 0,1-1-1 0 0,-1 1 0 0 0,-1 0 1 0 0,-11 3 88 0 0,1 1 1 0 0,-1-2 0 0 0,0 0 0 0 0,0 0 0 0 0,0-1-1 0 0,0-1 1 0 0,0 0 0 0 0,-15-1 0 0 0,-108-15 790 0 0,129 14-837 0 0,-8-5-594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483 1 4400 0 0,'0'0'-32'0'0,"-24"8"474"0"0,-232 113-61 0 0,68-35-3016 0 0,174-79 1935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760 16 3408 0 0,'12'-15'1081'0'0,"-23"14"-463"0"0,-22 13-421 0 0,32-12-215 0 0,-279 129 385 0 0,62-27-209 0 0,13-1-1179 0 0,185-86-1028 0 0,16-10 1164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1099 24 3784 0 0,'4'-18'1039'0'0,"-9"13"-563"0"0,-18 14-366 0 0,13-4-74 0 0,-399 189 829 0 0,-45 19-408 0 0,312-150-505 0 0,82-36-3327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1182 21 4348 0 0,'0'0'-145'0'0,"-2"-12"-37"0"0,2 11 200 0 0,0 1-1 0 0,0 0 0 0 0,0-1 0 0 0,-1 1 1 0 0,1 0-1 0 0,0-1 0 0 0,0 1 1 0 0,0 0-1 0 0,0-1 0 0 0,0 1 1 0 0,0 0-1 0 0,-1 0 0 0 0,1-1 1 0 0,0 1-1 0 0,0 0 0 0 0,0-1 1 0 0,-1 1-1 0 0,1 0 0 0 0,0 0 1 0 0,0 0-1 0 0,-1-1 0 0 0,1 1 0 0 0,0 0 1 0 0,-1 0-1 0 0,1 0 0 0 0,0 0 1 0 0,-1-1-1 0 0,1 1 0 0 0,0 0 1 0 0,-1 0-1 0 0,1 0 0 0 0,0 0 1 0 0,-1 0-1 0 0,1 0 0 0 0,0 0 1 0 0,-1 0-1 0 0,1 0 0 0 0,0 0 1 0 0,-1 0-1 0 0,1 0 0 0 0,0 0 0 0 0,-1 0 1 0 0,1 1-1 0 0,-133 79 501 0 0,-526 290 579 0 0,403-251-1010 0 0,147-70-3166 0 0,97-43 1529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1276 11 4340 0 0,'8'-7'-274'0'0,"-5"4"362"0"0,-6 4 482 0 0,-165 104 102 0 0,25-13-347 0 0,-74 23 182 0 0,-402 152-1 0 0,494-219-3790 0 0,114-43 1690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1125 12 4548 0 0,'0'0'-124'0'0,"-1"-1"-130"0"0,1 1 256 0 0,0-1 1 0 0,0 0-1 0 0,-1 1 1 0 0,1-1-1 0 0,-1 1 1 0 0,1-1-1 0 0,0 0 1 0 0,-1 1-1 0 0,1-1 0 0 0,-1 1 1 0 0,1 0-1 0 0,-1-1 1 0 0,1 1-1 0 0,-1-1 1 0 0,0 1-1 0 0,1 0 1 0 0,-1-1-1 0 0,0 1 1 0 0,1 0-1 0 0,-1-1 1 0 0,1 1-1 0 0,-1 0 1 0 0,0 0-1 0 0,0 0 1 0 0,1 0-1 0 0,-1 0 1 0 0,0 0-1 0 0,1 0 1 0 0,-2 0-1 0 0,-55 16 237 0 0,0 3-1 0 0,1 2 0 0 0,-100 54 0 0 0,57-27-63 0 0,-313 152 503 0 0,157-75-4087 0 0,240-117 2624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1004 1 3628 0 0,'-48'7'986'0'0,"-3"8"-781"0"0,-88 39 0 0 0,78-28-102 0 0,-348 149 427 0 0,249-104-446 0 0,36-12-3103 0 0,112-56 2153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953 21 3764 0 0,'-1'-1'79'0'0,"1"0"0"0"0,-1 0-1 0 0,1-1 1 0 0,-1 1 0 0 0,1 0-1 0 0,-1 0 1 0 0,1 0 0 0 0,-1 0-1 0 0,0 0 1 0 0,0 0 0 0 0,0 0-1 0 0,1 0 1 0 0,-1 0 0 0 0,0 0-1 0 0,0 1 1 0 0,0-1 0 0 0,0 0-1 0 0,0 1 1 0 0,-1-1 0 0 0,1 0-1 0 0,-2 0 1 0 0,-46 16 130 0 0,1 3-1 0 0,0 1 0 0 0,-60 35 1 0 0,24-12-33 0 0,37-20-138 0 0,-423 186-104 0 0,408-187-3027 0 0,46-19 1565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687 1 4464 0 0,'-5'1'-162'0'0,"-22"7"218"0"0,0 1 0 0 0,0 1 0 0 0,1 2 0 0 0,0 1 0 0 0,-29 19 0 0 0,-19 9 164 0 0,-323 164-275 0 0,374-196-1912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524 1 3828 0 0,'-36'22'31'0'0,"-47"11"285"0"0,-300 136-865 0 0,370-164-517 0 0,4 0 362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1 3236 0 0,'0'0'-144'0'0,"-8"46"338"0"0,-1-7 127 0 0,2 0-1 0 0,1 1 1 0 0,1 78-1 0 0,4-89-251 0 0,-2-1 1 0 0,0 0-1 0 0,-2 0 0 0 0,-12 40 0 0 0,6-35-22 0 0,2 0 0 0 0,1 0-1 0 0,2 1 1 0 0,1-1 0 0 0,-1 59 0 0 0,3-22 78 0 0,1-43-92 0 0,1 0-1 0 0,4 38 1 0 0,2-27-35 0 0,-4-22 22 0 0,1-1 0 0 0,0 1 1 0 0,9 27-1 0 0,-10-40-14 0 0,-1 3-1 0 0,1 1 0 0 0,-1-1 1 0 0,2 0-1 0 0,-1 0 0 0 0,1 0 0 0 0,0 0 0 0 0,0 0 0 0 0,0 0 1 0 0,1 0-1 0 0,0-1 0 0 0,3 6 0 0 0,8 15 39 0 0,-7-14-29 0 0,0 0 1 0 0,1-1 0 0 0,1 0 0 0 0,0-1 0 0 0,0 1-1 0 0,18 13 1 0 0,-9-10 41 0 0,0-2-1 0 0,0 0 1 0 0,2-1-1 0 0,-1 0 1 0 0,1-2-1 0 0,25 9 1 0 0,10 4 20 0 0,-53-21-65 0 0,45 18 165 0 0,14 1 11 0 0,-59-19-169 0 0,-1 0-147 0 0,0 0-1 0 0,0-1 1 0 0,0 1-1 0 0,0 0 1 0 0,1-1-1 0 0,-1 1 1 0 0,0 0 0 0 0,1-1-1 0 0,-1 0 1 0 0,0 1-1 0 0,1-1 1 0 0,-1 0 0 0 0,0 0-1 0 0,4 1 1 0 0,5-10-1334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37 4196 0 0,'-3'-12'-101'0'0,"-1"-9"728"0"0,7 17 686 0 0,8 10 1065 0 0,-2 2-2374 0 0,18 14-18 0 0,-2 0-1 0 0,26 30 0 0 0,-50-51 13 0 0,0 0 0 0 0,-1 1 1 0 0,1-1-1 0 0,0 0 1 0 0,-1 1-1 0 0,1-1 0 0 0,-1 1 1 0 0,1-1-1 0 0,-1 1 0 0 0,0-1 1 0 0,0 1-1 0 0,1-1 0 0 0,-1 1 1 0 0,0-1-1 0 0,0 1 1 0 0,-1-1-1 0 0,1 1 0 0 0,0-1 1 0 0,0 1-1 0 0,-1-1 0 0 0,1 1 1 0 0,-1-1-1 0 0,1 1 0 0 0,-1-1 1 0 0,0 0-1 0 0,-1 3 1 0 0,-26 32 30 0 0,21-28-15 0 0,0 0 12 0 0,-1 0 0 0 0,0-1 0 0 0,-1 0 0 0 0,-16 11 0 0 0,-12 10-925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129 183 5521 0 0,'-2'-42'-40'0'0,"2"40"154"0"0,-1 0 44 0 0,1 2-151 0 0,0 0 1 0 0,0 0-1 0 0,1 0 1 0 0,-1 0-1 0 0,0-1 1 0 0,0 1-1 0 0,0 0 1 0 0,0 0-1 0 0,0 0 1 0 0,0 0-1 0 0,0 0 1 0 0,0 0 0 0 0,0-1-1 0 0,0 1 1 0 0,0 0-1 0 0,0 0 1 0 0,0 0-1 0 0,0 0 1 0 0,0 0-1 0 0,0-1 1 0 0,0 1-1 0 0,0 0 1 0 0,0 0-1 0 0,0 0 1 0 0,-1 0-1 0 0,1 0 1 0 0,0 0-1 0 0,0-1 1 0 0,0 1-1 0 0,0 0 1 0 0,0 0-1 0 0,0 0 1 0 0,0 0-1 0 0,0 0 1 0 0,0 0-1 0 0,-1 0 1 0 0,1 0-1 0 0,0 0 1 0 0,0-1-1 0 0,0 1 1 0 0,0 0-1 0 0,0 0 1 0 0,0 0-1 0 0,-1 0 1 0 0,1 0-1 0 0,0 0 1 0 0,0 0-1 0 0,0 0 1 0 0,0 0-1 0 0,0 0 1 0 0,-1 0 0 0 0,1 0-1 0 0,0 0 1 0 0,0 0-1 0 0,0 0 1 0 0,0 0-1 0 0,0 0 1 0 0,0 0-1 0 0,-1 0 1 0 0,1 0-1 0 0,0 0 1 0 0,0 1-1 0 0,0-1 1 0 0,0 0-1 0 0,0 0 1 0 0,0 0-1 0 0,-1 0 1 0 0,1 0-1 0 0,-8 18 6 0 0,0 0 0 0 0,1 0-1 0 0,1 1 1 0 0,0-1-1 0 0,-3 26 1 0 0,-7 22 28 0 0,-44 157 908 0 0,60-221-665 0 0,0-4 339 0 0,0-25 102 0 0,1 0-1 0 0,6-36 1 0 0,14-18-566 0 0,4 0 0 0 0,55-124 0 0 0,-76 203-156 0 0,8-34 4 0 0,4 3-118 0 0,-15 32 98 0 0,4 3-144 0 0,5 2 148 0 0,0 1 0 0 0,0 1-1 0 0,-1 0 1 0 0,0 0 0 0 0,0 1-1 0 0,0 0 1 0 0,-1 0 0 0 0,13 15-1 0 0,-7-4-20 0 0,0 1 1 0 0,-1 1-1 0 0,-1 0 0 0 0,17 37 0 0 0,31 96 28 0 0,-42-103-10 0 0,9 38 13 0 0,-26-87 13 0 0,-1 9 344 0 0,0-10-425 0 0,0 0 0 0 0,0 0 1 0 0,0 0-1 0 0,0 0 1 0 0,0 1-1 0 0,0-1 1 0 0,0 0-1 0 0,0 0 1 0 0,0 0-1 0 0,0 1 0 0 0,0-1 1 0 0,0 0-1 0 0,0 0 1 0 0,0 0-1 0 0,0 0 1 0 0,27-21-5202 0 0,-16 8 2707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5833 0 0,'0'0'-283'0'0,"6"0"-833"0"0,185 10 1985 0 0,-188-10-722 0 0,15-11-2941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75 460 3468 0 0,'0'0'101'0'0,"-1"0"-17"0"0,1 1 0 0 0,-1-1-1 0 0,1 0 1 0 0,-1 1 0 0 0,1-1 0 0 0,-1 0 0 0 0,1 0 0 0 0,-1 1-1 0 0,0-1 1 0 0,1 0 0 0 0,-1 0 0 0 0,0 0 0 0 0,1 1 0 0 0,-1-1-1 0 0,0 0 1 0 0,1 0 0 0 0,-1 0 0 0 0,1 0 0 0 0,-1 0 0 0 0,0-1-1 0 0,-1 1 1 0 0,-12-7 144 0 0,10 6 4 0 0,-22-39 1231 0 0,23 33-1379 0 0,0 1-1 0 0,1-1 1 0 0,0 0-1 0 0,0-1 1 0 0,1 1-1 0 0,0 0 1 0 0,0 0 0 0 0,1-1-1 0 0,0 1 1 0 0,0 0-1 0 0,2-13 1 0 0,19-84 326 0 0,-17 87-364 0 0,1 0-23 0 0,1 0 0 0 0,0 0 0 0 0,1 0 0 0 0,1 1 0 0 0,0 0 0 0 0,20-26 0 0 0,-27 39-16 0 0,0 0-10 0 0,0 1 0 0 0,-1-1-1 0 0,1 1 1 0 0,0 0-1 0 0,1-1 1 0 0,-1 1-1 0 0,0 0 1 0 0,0 0-1 0 0,1 0 1 0 0,0 0-1 0 0,-1 0 1 0 0,1 0-1 0 0,0 0 1 0 0,0 1 0 0 0,0-1-1 0 0,0 0 1 0 0,0 1-1 0 0,0 0 1 0 0,0 0-1 0 0,5-2 1 0 0,-6 2-5 0 0,2 0-8 0 0,-1 0 11 0 0,1 0 1 0 0,-1 0 0 0 0,1 0 0 0 0,0 0-1 0 0,-1 1 1 0 0,1-1 0 0 0,0 1-1 0 0,-1 0 1 0 0,1 0 0 0 0,0 0 0 0 0,0 0-1 0 0,-1 0 1 0 0,5 2 0 0 0,2-2-7 0 0,-3 0 7 0 0,-1-1 0 0 0,0 1 0 0 0,1 1 0 0 0,-1-1-1 0 0,0 1 1 0 0,0 0 0 0 0,1 0 0 0 0,4 3 0 0 0,-3-2-4 0 0,-4-1-13 0 0,0 0-11 0 0,0 0 23 0 0,1 1 1 0 0,-1-1-1 0 0,0 0 0 0 0,0 1 0 0 0,0-1 1 0 0,0 1-1 0 0,0 0 0 0 0,0 0 1 0 0,0 0-1 0 0,-1 1 0 0 0,1-1 0 0 0,3 5 1 0 0,-1-1-1 0 0,-1 0 0 0 0,0 0 0 0 0,0 1 0 0 0,-1 0 0 0 0,0 0 0 0 0,0-1 0 0 0,0 2 1 0 0,-1-1-1 0 0,3 13 0 0 0,8 75-46 0 0,-9-62 55 0 0,6 30 5 0 0,-3-7 21 0 0,-7-54-29 0 0,1 10 17 0 0,-1 5 117 0 0,0-17-201 0 0,0 0 0 0 0,0 0-1 0 0,0 1 1 0 0,0-1 0 0 0,0 0 0 0 0,0 0-1 0 0,0 0 1 0 0,0 0 0 0 0,0 1 0 0 0,0-1-1 0 0,0 0 1 0 0,0 0 0 0 0,0 0-1 0 0,0 1 1 0 0,0-1 0 0 0,0 0 0 0 0,29-15-5494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75 6105 0 0,'30'-73'1342'0'0,"-29"72"-1143"0"0,10 33-190 0 0,60 219 24 0 0,-68-244-26 0 0,-2-6-5 0 0,0 2 1 0 0,0-1 0 0 0,0 0-1 0 0,-1 0 1 0 0,1 0-1 0 0,-1 0 1 0 0,1 0-1 0 0,-1 0 1 0 0,0 1 0 0 0,0-1-1 0 0,0 0 1 0 0,0 0-1 0 0,0 0 1 0 0,-1 4-1 0 0,3 4-191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27 4680 0 0,'-1'0'-13'0'0,"0"0"0"0"0,0-1 0 0 0,0 1 0 0 0,0 0 0 0 0,0-1 0 0 0,1 1 0 0 0,-1-1 0 0 0,0 1 0 0 0,0-1 0 0 0,0 1 0 0 0,1-1 0 0 0,-1 0 0 0 0,0 1-1 0 0,1-1 1 0 0,-1 0 0 0 0,1 1 0 0 0,-1-1 0 0 0,1 0 0 0 0,-1 0 0 0 0,1 0 0 0 0,-1 1 0 0 0,1-1 0 0 0,0 0 0 0 0,-1-2 0 0 0,1 3 33 0 0,0-1-1 0 0,1 1 1 0 0,-1-1 0 0 0,0 1 0 0 0,0-1-1 0 0,1 1 1 0 0,-1-1 0 0 0,0 1 0 0 0,1-1-1 0 0,-1 1 1 0 0,0-1 0 0 0,1 1 0 0 0,-1 0 0 0 0,1-1-1 0 0,-1 1 1 0 0,1 0 0 0 0,-1-1 0 0 0,1 1-1 0 0,-1 0 1 0 0,1-1 0 0 0,-1 1 0 0 0,1 0-1 0 0,-1 0 1 0 0,1 0 0 0 0,0 0 0 0 0,-1 0 0 0 0,1-1-1 0 0,0 1 1 0 0,3 0 30 0 0,42 0 131 0 0,-42 0-146 0 0,47 1 111 0 0,-47-1-131 0 0,1 0-1 0 0,0 0 1 0 0,0 0-1 0 0,0 1 1 0 0,-1 0-1 0 0,1-1 1 0 0,0 2 0 0 0,-1-1-1 0 0,1 1 1 0 0,8 3-1 0 0,21 9 30 0 0,54 30-1 0 0,-54-7-104 0 0,-33-36 55 0 0,-2 40 95 0 0,0-38-49 0 0,-1 0 0 0 0,0 0 1 0 0,0-1-1 0 0,0 1 0 0 0,0 0 0 0 0,-1-1 1 0 0,1 1-1 0 0,-1-1 0 0 0,1 0 0 0 0,-1 0 1 0 0,0 0-1 0 0,0 0 0 0 0,0-1 0 0 0,0 1 1 0 0,0-1-1 0 0,0 1 0 0 0,0-1 0 0 0,-1 0 1 0 0,-4 1-1 0 0,-75 14 686 0 0,70-15-556 0 0,10 0-98 0 0,-45 0 733 0 0,84 6-818 0 0,0 1 0 0 0,-1 2 0 0 0,-1 1 0 0 0,47 22 0 0 0,-74-30 2 0 0,0 1 1 0 0,-1 0 0 0 0,0 1-1 0 0,0-1 1 0 0,0 1 0 0 0,0 0-1 0 0,5 7 1 0 0,-8-8 3 0 0,0-1-1 0 0,0 0 0 0 0,0 1 1 0 0,-1-1-1 0 0,0 1 1 0 0,0 0-1 0 0,0 0 1 0 0,0 0-1 0 0,0 0 0 0 0,-1 0 1 0 0,0 0-1 0 0,0 0 1 0 0,1 9-1 0 0,-2-12 1 0 0,-4 9-6 0 0,4-9 15 0 0,0 0 0 0 0,0 0 1 0 0,0 0-1 0 0,0 0 1 0 0,-1 0-1 0 0,1 0 0 0 0,0-1 1 0 0,-1 1-1 0 0,1 0 0 0 0,-1 0 1 0 0,1 0-1 0 0,-1-1 1 0 0,1 1-1 0 0,-1 0 0 0 0,1 0 1 0 0,-1-1-1 0 0,0 1 0 0 0,1-1 1 0 0,-1 1-1 0 0,0 0 1 0 0,1-1-1 0 0,-1 1 0 0 0,-1 0 1 0 0,-11 3 88 0 0,1 1 1 0 0,-1-2 0 0 0,0 0 0 0 0,0 0 0 0 0,0-1-1 0 0,0-1 1 0 0,0 0 0 0 0,-15-1 0 0 0,-108-15 790 0 0,129 14-837 0 0,-8-5-594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483 1 4400 0 0,'0'0'-32'0'0,"-24"8"474"0"0,-232 113-61 0 0,68-35-3016 0 0,174-79 1935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760 16 3408 0 0,'12'-15'1081'0'0,"-23"14"-463"0"0,-22 13-421 0 0,32-12-215 0 0,-279 129 385 0 0,62-27-209 0 0,13-1-1179 0 0,185-86-1028 0 0,16-10 1164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1099 24 3784 0 0,'4'-18'1039'0'0,"-9"13"-563"0"0,-18 14-366 0 0,13-4-74 0 0,-399 189 829 0 0,-45 19-408 0 0,312-150-505 0 0,82-36-3327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1182 21 4348 0 0,'0'0'-145'0'0,"-2"-12"-37"0"0,2 11 200 0 0,0 1-1 0 0,0 0 0 0 0,0-1 0 0 0,-1 1 1 0 0,1 0-1 0 0,0-1 0 0 0,0 1 1 0 0,0 0-1 0 0,0-1 0 0 0,0 1 1 0 0,0 0-1 0 0,-1 0 0 0 0,1-1 1 0 0,0 1-1 0 0,0 0 0 0 0,0-1 1 0 0,-1 1-1 0 0,1 0 0 0 0,0 0 1 0 0,0 0-1 0 0,-1-1 0 0 0,1 1 0 0 0,0 0 1 0 0,-1 0-1 0 0,1 0 0 0 0,0 0 1 0 0,-1-1-1 0 0,1 1 0 0 0,0 0 1 0 0,-1 0-1 0 0,1 0 0 0 0,0 0 1 0 0,-1 0-1 0 0,1 0 0 0 0,0 0 1 0 0,-1 0-1 0 0,1 0 0 0 0,0 0 1 0 0,-1 0-1 0 0,1 0 0 0 0,0 0 0 0 0,-1 0 1 0 0,1 1-1 0 0,-133 79 501 0 0,-526 290 579 0 0,403-251-1010 0 0,147-70-3166 0 0,97-43 1529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1276 11 4340 0 0,'8'-7'-274'0'0,"-5"4"362"0"0,-6 4 482 0 0,-165 104 102 0 0,25-13-347 0 0,-74 23 182 0 0,-402 152-1 0 0,494-219-3790 0 0,114-43 1690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1125 12 4548 0 0,'0'0'-124'0'0,"-1"-1"-130"0"0,1 1 256 0 0,0-1 1 0 0,0 0-1 0 0,-1 1 1 0 0,1-1-1 0 0,-1 1 1 0 0,1-1-1 0 0,0 0 1 0 0,-1 1-1 0 0,1-1 0 0 0,-1 1 1 0 0,1 0-1 0 0,-1-1 1 0 0,1 1-1 0 0,-1-1 1 0 0,0 1-1 0 0,1 0 1 0 0,-1-1-1 0 0,0 1 1 0 0,1 0-1 0 0,-1-1 1 0 0,1 1-1 0 0,-1 0 1 0 0,0 0-1 0 0,0 0 1 0 0,1 0-1 0 0,-1 0 1 0 0,0 0-1 0 0,1 0 1 0 0,-2 0-1 0 0,-55 16 237 0 0,0 3-1 0 0,1 2 0 0 0,-100 54 0 0 0,57-27-63 0 0,-313 152 503 0 0,157-75-4087 0 0,240-117 2624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1004 1 3628 0 0,'-48'7'986'0'0,"-3"8"-781"0"0,-88 39 0 0 0,78-28-102 0 0,-348 149 427 0 0,249-104-446 0 0,36-12-3103 0 0,112-56 2153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953 21 3764 0 0,'-1'-1'79'0'0,"1"0"0"0"0,-1 0-1 0 0,1-1 1 0 0,-1 1 0 0 0,1 0-1 0 0,-1 0 1 0 0,1 0 0 0 0,-1 0-1 0 0,0 0 1 0 0,0 0 0 0 0,0 0-1 0 0,1 0 1 0 0,-1 0 0 0 0,0 0-1 0 0,0 1 1 0 0,0-1 0 0 0,0 0-1 0 0,0 1 1 0 0,-1-1 0 0 0,1 0-1 0 0,-2 0 1 0 0,-46 16 130 0 0,1 3-1 0 0,0 1 0 0 0,-60 35 1 0 0,24-12-33 0 0,37-20-138 0 0,-423 186-104 0 0,408-187-3027 0 0,46-19 1565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687 1 4464 0 0,'-5'1'-162'0'0,"-22"7"218"0"0,0 1 0 0 0,0 1 0 0 0,1 2 0 0 0,0 1 0 0 0,-29 19 0 0 0,-19 9 164 0 0,-323 164-275 0 0,374-196-1912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524 1 3828 0 0,'-36'22'31'0'0,"-47"11"285"0"0,-300 136-865 0 0,370-164-517 0 0,4 0 362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1 3236 0 0,'0'0'-144'0'0,"-8"46"338"0"0,-1-7 127 0 0,2 0-1 0 0,1 1 1 0 0,1 78-1 0 0,4-89-251 0 0,-2-1 1 0 0,0 0-1 0 0,-2 0 0 0 0,-12 40 0 0 0,6-35-22 0 0,2 0 0 0 0,1 0-1 0 0,2 1 1 0 0,1-1 0 0 0,-1 59 0 0 0,3-22 78 0 0,1-43-92 0 0,1 0-1 0 0,4 38 1 0 0,2-27-35 0 0,-4-22 22 0 0,1-1 0 0 0,0 1 1 0 0,9 27-1 0 0,-10-40-14 0 0,-1 3-1 0 0,1 1 0 0 0,-1-1 1 0 0,2 0-1 0 0,-1 0 0 0 0,1 0 0 0 0,0 0 0 0 0,0 0 0 0 0,0 0 1 0 0,1 0-1 0 0,0-1 0 0 0,3 6 0 0 0,8 15 39 0 0,-7-14-29 0 0,0 0 1 0 0,1-1 0 0 0,1 0 0 0 0,0-1 0 0 0,0 1-1 0 0,18 13 1 0 0,-9-10 41 0 0,0-2-1 0 0,0 0 1 0 0,2-1-1 0 0,-1 0 1 0 0,1-2-1 0 0,25 9 1 0 0,10 4 20 0 0,-53-21-65 0 0,45 18 165 0 0,14 1 11 0 0,-59-19-169 0 0,-1 0-147 0 0,0 0-1 0 0,0-1 1 0 0,0 1-1 0 0,0 0 1 0 0,1-1-1 0 0,-1 1 1 0 0,0 0 0 0 0,1-1-1 0 0,-1 0 1 0 0,0 1-1 0 0,1-1 1 0 0,-1 0 0 0 0,0 0-1 0 0,4 1 1 0 0,5-10-1334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37 4196 0 0,'-3'-12'-101'0'0,"-1"-9"728"0"0,7 17 686 0 0,8 10 1065 0 0,-2 2-2374 0 0,18 14-18 0 0,-2 0-1 0 0,26 30 0 0 0,-50-51 13 0 0,0 0 0 0 0,-1 1 1 0 0,1-1-1 0 0,0 0 1 0 0,-1 1-1 0 0,1-1 0 0 0,-1 1 1 0 0,1-1-1 0 0,-1 1 0 0 0,0-1 1 0 0,0 1-1 0 0,1-1 0 0 0,-1 1 1 0 0,0-1-1 0 0,0 1 1 0 0,-1-1-1 0 0,1 1 0 0 0,0-1 1 0 0,0 1-1 0 0,-1-1 0 0 0,1 1 1 0 0,-1-1-1 0 0,1 1 0 0 0,-1-1 1 0 0,0 0-1 0 0,-1 3 1 0 0,-26 32 30 0 0,21-28-15 0 0,0 0 12 0 0,-1 0 0 0 0,0-1 0 0 0,-1 0 0 0 0,-16 11 0 0 0,-12 10-925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129 183 5521 0 0,'-2'-42'-40'0'0,"2"40"154"0"0,-1 0 44 0 0,1 2-151 0 0,0 0 1 0 0,0 0-1 0 0,1 0 1 0 0,-1 0-1 0 0,0-1 1 0 0,0 1-1 0 0,0 0 1 0 0,0 0-1 0 0,0 0 1 0 0,0 0-1 0 0,0 0 1 0 0,0 0 0 0 0,0-1-1 0 0,0 1 1 0 0,0 0-1 0 0,0 0 1 0 0,0 0-1 0 0,0 0 1 0 0,0 0-1 0 0,0-1 1 0 0,0 1-1 0 0,0 0 1 0 0,0 0-1 0 0,0 0 1 0 0,-1 0-1 0 0,1 0 1 0 0,0 0-1 0 0,0-1 1 0 0,0 1-1 0 0,0 0 1 0 0,0 0-1 0 0,0 0 1 0 0,0 0-1 0 0,0 0 1 0 0,0 0-1 0 0,-1 0 1 0 0,1 0-1 0 0,0 0 1 0 0,0-1-1 0 0,0 1 1 0 0,0 0-1 0 0,0 0 1 0 0,0 0-1 0 0,-1 0 1 0 0,1 0-1 0 0,0 0 1 0 0,0 0-1 0 0,0 0 1 0 0,0 0-1 0 0,0 0 1 0 0,-1 0 0 0 0,1 0-1 0 0,0 0 1 0 0,0 0-1 0 0,0 0 1 0 0,0 0-1 0 0,0 0 1 0 0,0 0-1 0 0,-1 0 1 0 0,1 0-1 0 0,0 0 1 0 0,0 1-1 0 0,0-1 1 0 0,0 0-1 0 0,0 0 1 0 0,0 0-1 0 0,-1 0 1 0 0,1 0-1 0 0,-8 18 6 0 0,0 0 0 0 0,1 0-1 0 0,1 1 1 0 0,0-1-1 0 0,-3 26 1 0 0,-7 22 28 0 0,-44 157 908 0 0,60-221-665 0 0,0-4 339 0 0,0-25 102 0 0,1 0-1 0 0,6-36 1 0 0,14-18-566 0 0,4 0 0 0 0,55-124 0 0 0,-76 203-156 0 0,8-34 4 0 0,4 3-118 0 0,-15 32 98 0 0,4 3-144 0 0,5 2 148 0 0,0 1 0 0 0,0 1-1 0 0,-1 0 1 0 0,0 0 0 0 0,0 1-1 0 0,0 0 1 0 0,-1 0 0 0 0,13 15-1 0 0,-7-4-20 0 0,0 1 1 0 0,-1 1-1 0 0,-1 0 0 0 0,17 37 0 0 0,31 96 28 0 0,-42-103-10 0 0,9 38 13 0 0,-26-87 13 0 0,-1 9 344 0 0,0-10-425 0 0,0 0 0 0 0,0 0 1 0 0,0 0-1 0 0,0 0 1 0 0,0 1-1 0 0,0-1 1 0 0,0 0-1 0 0,0 0 1 0 0,0 0-1 0 0,0 1 0 0 0,0-1 1 0 0,0 0-1 0 0,0 0 1 0 0,0 0-1 0 0,0 0 1 0 0,27-21-5202 0 0,-16 8 2707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5833 0 0,'0'0'-283'0'0,"6"0"-833"0"0,185 10 1985 0 0,-188-10-722 0 0,15-11-2941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75 460 3468 0 0,'0'0'101'0'0,"-1"0"-17"0"0,1 1 0 0 0,-1-1-1 0 0,1 0 1 0 0,-1 1 0 0 0,1-1 0 0 0,-1 0 0 0 0,1 0 0 0 0,-1 1-1 0 0,0-1 1 0 0,1 0 0 0 0,-1 0 0 0 0,0 0 0 0 0,1 1 0 0 0,-1-1-1 0 0,0 0 1 0 0,1 0 0 0 0,-1 0 0 0 0,1 0 0 0 0,-1 0 0 0 0,0-1-1 0 0,-1 1 1 0 0,-12-7 144 0 0,10 6 4 0 0,-22-39 1231 0 0,23 33-1379 0 0,0 1-1 0 0,1-1 1 0 0,0 0-1 0 0,0-1 1 0 0,1 1-1 0 0,0 0 1 0 0,0 0 0 0 0,1-1-1 0 0,0 1 1 0 0,0 0-1 0 0,2-13 1 0 0,19-84 326 0 0,-17 87-364 0 0,1 0-23 0 0,1 0 0 0 0,0 0 0 0 0,1 0 0 0 0,1 1 0 0 0,0 0 0 0 0,20-26 0 0 0,-27 39-16 0 0,0 0-10 0 0,0 1 0 0 0,-1-1-1 0 0,1 1 1 0 0,0 0-1 0 0,1-1 1 0 0,-1 1-1 0 0,0 0 1 0 0,0 0-1 0 0,1 0 1 0 0,0 0-1 0 0,-1 0 1 0 0,1 0-1 0 0,0 0 1 0 0,0 1 0 0 0,0-1-1 0 0,0 0 1 0 0,0 1-1 0 0,0 0 1 0 0,0 0-1 0 0,5-2 1 0 0,-6 2-5 0 0,2 0-8 0 0,-1 0 11 0 0,1 0 1 0 0,-1 0 0 0 0,1 0 0 0 0,0 0-1 0 0,-1 1 1 0 0,1-1 0 0 0,0 1-1 0 0,-1 0 1 0 0,1 0 0 0 0,0 0 0 0 0,0 0-1 0 0,-1 0 1 0 0,5 2 0 0 0,2-2-7 0 0,-3 0 7 0 0,-1-1 0 0 0,0 1 0 0 0,1 1 0 0 0,-1-1-1 0 0,0 1 1 0 0,0 0 0 0 0,1 0 0 0 0,4 3 0 0 0,-3-2-4 0 0,-4-1-13 0 0,0 0-11 0 0,0 0 23 0 0,1 1 1 0 0,-1-1-1 0 0,0 0 0 0 0,0 1 0 0 0,0-1 1 0 0,0 1-1 0 0,0 0 0 0 0,0 0 1 0 0,0 0-1 0 0,-1 1 0 0 0,1-1 0 0 0,3 5 1 0 0,-1-1-1 0 0,-1 0 0 0 0,0 0 0 0 0,0 1 0 0 0,-1 0 0 0 0,0 0 0 0 0,0-1 0 0 0,0 2 1 0 0,-1-1-1 0 0,3 13 0 0 0,8 75-46 0 0,-9-62 55 0 0,6 30 5 0 0,-3-7 21 0 0,-7-54-29 0 0,1 10 17 0 0,-1 5 117 0 0,0-17-201 0 0,0 0 0 0 0,0 0-1 0 0,0 1 1 0 0,0-1 0 0 0,0 0 0 0 0,0 0-1 0 0,0 0 1 0 0,0 0 0 0 0,0 1 0 0 0,0-1-1 0 0,0 0 1 0 0,0 0 0 0 0,0 0-1 0 0,0 1 1 0 0,0-1 0 0 0,0 0 0 0 0,29-15-5494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75 6105 0 0,'30'-73'1342'0'0,"-29"72"-1143"0"0,10 33-190 0 0,60 219 24 0 0,-68-244-26 0 0,-2-6-5 0 0,0 2 1 0 0,0-1 0 0 0,0 0-1 0 0,-1 0 1 0 0,1 0-1 0 0,-1 0 1 0 0,1 0-1 0 0,-1 0 1 0 0,0 1 0 0 0,0-1-1 0 0,0 0 1 0 0,0 0-1 0 0,0 0 1 0 0,-1 4-1 0 0,3 4-191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27 4680 0 0,'-1'0'-13'0'0,"0"0"0"0"0,0-1 0 0 0,0 1 0 0 0,0 0 0 0 0,0-1 0 0 0,1 1 0 0 0,-1-1 0 0 0,0 1 0 0 0,0-1 0 0 0,0 1 0 0 0,1-1 0 0 0,-1 0 0 0 0,0 1-1 0 0,1-1 1 0 0,-1 0 0 0 0,1 1 0 0 0,-1-1 0 0 0,1 0 0 0 0,-1 0 0 0 0,1 0 0 0 0,-1 1 0 0 0,1-1 0 0 0,0 0 0 0 0,-1-2 0 0 0,1 3 33 0 0,0-1-1 0 0,1 1 1 0 0,-1-1 0 0 0,0 1 0 0 0,0-1-1 0 0,1 1 1 0 0,-1-1 0 0 0,0 1 0 0 0,1-1-1 0 0,-1 1 1 0 0,0-1 0 0 0,1 1 0 0 0,-1 0 0 0 0,1-1-1 0 0,-1 1 1 0 0,1 0 0 0 0,-1-1 0 0 0,1 1-1 0 0,-1 0 1 0 0,1-1 0 0 0,-1 1 0 0 0,1 0-1 0 0,-1 0 1 0 0,1 0 0 0 0,0 0 0 0 0,-1 0 0 0 0,1-1-1 0 0,0 1 1 0 0,3 0 30 0 0,42 0 131 0 0,-42 0-146 0 0,47 1 111 0 0,-47-1-131 0 0,1 0-1 0 0,0 0 1 0 0,0 0-1 0 0,0 1 1 0 0,-1 0-1 0 0,1-1 1 0 0,0 2 0 0 0,-1-1-1 0 0,1 1 1 0 0,8 3-1 0 0,21 9 30 0 0,54 30-1 0 0,-54-7-104 0 0,-33-36 55 0 0,-2 40 95 0 0,0-38-49 0 0,-1 0 0 0 0,0 0 1 0 0,0-1-1 0 0,0 1 0 0 0,0 0 0 0 0,-1-1 1 0 0,1 1-1 0 0,-1-1 0 0 0,1 0 0 0 0,-1 0 1 0 0,0 0-1 0 0,0 0 0 0 0,0-1 0 0 0,0 1 1 0 0,0-1-1 0 0,0 1 0 0 0,0-1 0 0 0,-1 0 1 0 0,-4 1-1 0 0,-75 14 686 0 0,70-15-556 0 0,10 0-98 0 0,-45 0 733 0 0,84 6-818 0 0,0 1 0 0 0,-1 2 0 0 0,-1 1 0 0 0,47 22 0 0 0,-74-30 2 0 0,0 1 1 0 0,-1 0 0 0 0,0 1-1 0 0,0-1 1 0 0,0 1 0 0 0,0 0-1 0 0,5 7 1 0 0,-8-8 3 0 0,0-1-1 0 0,0 0 0 0 0,0 1 1 0 0,-1-1-1 0 0,0 1 1 0 0,0 0-1 0 0,0 0 1 0 0,0 0-1 0 0,0 0 0 0 0,-1 0 1 0 0,0 0-1 0 0,0 0 1 0 0,1 9-1 0 0,-2-12 1 0 0,-4 9-6 0 0,4-9 15 0 0,0 0 0 0 0,0 0 1 0 0,0 0-1 0 0,0 0 1 0 0,-1 0-1 0 0,1 0 0 0 0,0-1 1 0 0,-1 1-1 0 0,1 0 0 0 0,-1 0 1 0 0,1 0-1 0 0,-1-1 1 0 0,1 1-1 0 0,-1 0 0 0 0,1 0 1 0 0,-1-1-1 0 0,0 1 0 0 0,1-1 1 0 0,-1 1-1 0 0,0 0 1 0 0,1-1-1 0 0,-1 1 0 0 0,-1 0 1 0 0,-11 3 88 0 0,1 1 1 0 0,-1-2 0 0 0,0 0 0 0 0,0 0 0 0 0,0-1-1 0 0,0-1 1 0 0,0 0 0 0 0,-15-1 0 0 0,-108-15 790 0 0,129 14-837 0 0,-8-5-594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483 1 4400 0 0,'0'0'-32'0'0,"-24"8"474"0"0,-232 113-61 0 0,68-35-3016 0 0,174-79 1935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760 16 3408 0 0,'12'-15'1081'0'0,"-23"14"-463"0"0,-22 13-421 0 0,32-12-215 0 0,-279 129 385 0 0,62-27-209 0 0,13-1-1179 0 0,185-86-1028 0 0,16-10 1164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1099 24 3784 0 0,'4'-18'1039'0'0,"-9"13"-563"0"0,-18 14-366 0 0,13-4-74 0 0,-399 189 829 0 0,-45 19-408 0 0,312-150-505 0 0,82-36-3327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1182 21 4348 0 0,'0'0'-145'0'0,"-2"-12"-37"0"0,2 11 200 0 0,0 1-1 0 0,0 0 0 0 0,0-1 0 0 0,-1 1 1 0 0,1 0-1 0 0,0-1 0 0 0,0 1 1 0 0,0 0-1 0 0,0-1 0 0 0,0 1 1 0 0,0 0-1 0 0,-1 0 0 0 0,1-1 1 0 0,0 1-1 0 0,0 0 0 0 0,0-1 1 0 0,-1 1-1 0 0,1 0 0 0 0,0 0 1 0 0,0 0-1 0 0,-1-1 0 0 0,1 1 0 0 0,0 0 1 0 0,-1 0-1 0 0,1 0 0 0 0,0 0 1 0 0,-1-1-1 0 0,1 1 0 0 0,0 0 1 0 0,-1 0-1 0 0,1 0 0 0 0,0 0 1 0 0,-1 0-1 0 0,1 0 0 0 0,0 0 1 0 0,-1 0-1 0 0,1 0 0 0 0,0 0 1 0 0,-1 0-1 0 0,1 0 0 0 0,0 0 0 0 0,-1 0 1 0 0,1 1-1 0 0,-133 79 501 0 0,-526 290 579 0 0,403-251-1010 0 0,147-70-3166 0 0,97-43 1529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1276 11 4340 0 0,'8'-7'-274'0'0,"-5"4"362"0"0,-6 4 482 0 0,-165 104 102 0 0,25-13-347 0 0,-74 23 182 0 0,-402 152-1 0 0,494-219-3790 0 0,114-43 1690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1125 12 4548 0 0,'0'0'-124'0'0,"-1"-1"-130"0"0,1 1 256 0 0,0-1 1 0 0,0 0-1 0 0,-1 1 1 0 0,1-1-1 0 0,-1 1 1 0 0,1-1-1 0 0,0 0 1 0 0,-1 1-1 0 0,1-1 0 0 0,-1 1 1 0 0,1 0-1 0 0,-1-1 1 0 0,1 1-1 0 0,-1-1 1 0 0,0 1-1 0 0,1 0 1 0 0,-1-1-1 0 0,0 1 1 0 0,1 0-1 0 0,-1-1 1 0 0,1 1-1 0 0,-1 0 1 0 0,0 0-1 0 0,0 0 1 0 0,1 0-1 0 0,-1 0 1 0 0,0 0-1 0 0,1 0 1 0 0,-2 0-1 0 0,-55 16 237 0 0,0 3-1 0 0,1 2 0 0 0,-100 54 0 0 0,57-27-63 0 0,-313 152 503 0 0,157-75-4087 0 0,240-117 2624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1004 1 3628 0 0,'-48'7'986'0'0,"-3"8"-781"0"0,-88 39 0 0 0,78-28-102 0 0,-348 149 427 0 0,249-104-446 0 0,36-12-3103 0 0,112-56 2153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953 21 3764 0 0,'-1'-1'79'0'0,"1"0"0"0"0,-1 0-1 0 0,1-1 1 0 0,-1 1 0 0 0,1 0-1 0 0,-1 0 1 0 0,1 0 0 0 0,-1 0-1 0 0,0 0 1 0 0,0 0 0 0 0,0 0-1 0 0,1 0 1 0 0,-1 0 0 0 0,0 0-1 0 0,0 1 1 0 0,0-1 0 0 0,0 0-1 0 0,0 1 1 0 0,-1-1 0 0 0,1 0-1 0 0,-2 0 1 0 0,-46 16 130 0 0,1 3-1 0 0,0 1 0 0 0,-60 35 1 0 0,24-12-33 0 0,37-20-138 0 0,-423 186-104 0 0,408-187-3027 0 0,46-19 1565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687 1 4464 0 0,'-5'1'-162'0'0,"-22"7"218"0"0,0 1 0 0 0,0 1 0 0 0,1 2 0 0 0,0 1 0 0 0,-29 19 0 0 0,-19 9 164 0 0,-323 164-275 0 0,374-196-1912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524 1 3828 0 0,'-36'22'31'0'0,"-47"11"285"0"0,-300 136-865 0 0,370-164-517 0 0,4 0 362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1 3236 0 0,'0'0'-144'0'0,"-8"46"338"0"0,-1-7 127 0 0,2 0-1 0 0,1 1 1 0 0,1 78-1 0 0,4-89-251 0 0,-2-1 1 0 0,0 0-1 0 0,-2 0 0 0 0,-12 40 0 0 0,6-35-22 0 0,2 0 0 0 0,1 0-1 0 0,2 1 1 0 0,1-1 0 0 0,-1 59 0 0 0,3-22 78 0 0,1-43-92 0 0,1 0-1 0 0,4 38 1 0 0,2-27-35 0 0,-4-22 22 0 0,1-1 0 0 0,0 1 1 0 0,9 27-1 0 0,-10-40-14 0 0,-1 3-1 0 0,1 1 0 0 0,-1-1 1 0 0,2 0-1 0 0,-1 0 0 0 0,1 0 0 0 0,0 0 0 0 0,0 0 0 0 0,0 0 1 0 0,1 0-1 0 0,0-1 0 0 0,3 6 0 0 0,8 15 39 0 0,-7-14-29 0 0,0 0 1 0 0,1-1 0 0 0,1 0 0 0 0,0-1 0 0 0,0 1-1 0 0,18 13 1 0 0,-9-10 41 0 0,0-2-1 0 0,0 0 1 0 0,2-1-1 0 0,-1 0 1 0 0,1-2-1 0 0,25 9 1 0 0,10 4 20 0 0,-53-21-65 0 0,45 18 165 0 0,14 1 11 0 0,-59-19-169 0 0,-1 0-147 0 0,0 0-1 0 0,0-1 1 0 0,0 1-1 0 0,0 0 1 0 0,1-1-1 0 0,-1 1 1 0 0,0 0 0 0 0,1-1-1 0 0,-1 0 1 0 0,0 1-1 0 0,1-1 1 0 0,-1 0 0 0 0,0 0-1 0 0,4 1 1 0 0,5-10-1334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37 4196 0 0,'-3'-12'-101'0'0,"-1"-9"728"0"0,7 17 686 0 0,8 10 1065 0 0,-2 2-2374 0 0,18 14-18 0 0,-2 0-1 0 0,26 30 0 0 0,-50-51 13 0 0,0 0 0 0 0,-1 1 1 0 0,1-1-1 0 0,0 0 1 0 0,-1 1-1 0 0,1-1 0 0 0,-1 1 1 0 0,1-1-1 0 0,-1 1 0 0 0,0-1 1 0 0,0 1-1 0 0,1-1 0 0 0,-1 1 1 0 0,0-1-1 0 0,0 1 1 0 0,-1-1-1 0 0,1 1 0 0 0,0-1 1 0 0,0 1-1 0 0,-1-1 0 0 0,1 1 1 0 0,-1-1-1 0 0,1 1 0 0 0,-1-1 1 0 0,0 0-1 0 0,-1 3 1 0 0,-26 32 30 0 0,21-28-15 0 0,0 0 12 0 0,-1 0 0 0 0,0-1 0 0 0,-1 0 0 0 0,-16 11 0 0 0,-12 10-925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129 183 5521 0 0,'-2'-42'-40'0'0,"2"40"154"0"0,-1 0 44 0 0,1 2-151 0 0,0 0 1 0 0,0 0-1 0 0,1 0 1 0 0,-1 0-1 0 0,0-1 1 0 0,0 1-1 0 0,0 0 1 0 0,0 0-1 0 0,0 0 1 0 0,0 0-1 0 0,0 0 1 0 0,0 0 0 0 0,0-1-1 0 0,0 1 1 0 0,0 0-1 0 0,0 0 1 0 0,0 0-1 0 0,0 0 1 0 0,0 0-1 0 0,0-1 1 0 0,0 1-1 0 0,0 0 1 0 0,0 0-1 0 0,0 0 1 0 0,-1 0-1 0 0,1 0 1 0 0,0 0-1 0 0,0-1 1 0 0,0 1-1 0 0,0 0 1 0 0,0 0-1 0 0,0 0 1 0 0,0 0-1 0 0,0 0 1 0 0,0 0-1 0 0,-1 0 1 0 0,1 0-1 0 0,0 0 1 0 0,0-1-1 0 0,0 1 1 0 0,0 0-1 0 0,0 0 1 0 0,0 0-1 0 0,-1 0 1 0 0,1 0-1 0 0,0 0 1 0 0,0 0-1 0 0,0 0 1 0 0,0 0-1 0 0,0 0 1 0 0,-1 0 0 0 0,1 0-1 0 0,0 0 1 0 0,0 0-1 0 0,0 0 1 0 0,0 0-1 0 0,0 0 1 0 0,0 0-1 0 0,-1 0 1 0 0,1 0-1 0 0,0 0 1 0 0,0 1-1 0 0,0-1 1 0 0,0 0-1 0 0,0 0 1 0 0,0 0-1 0 0,-1 0 1 0 0,1 0-1 0 0,-8 18 6 0 0,0 0 0 0 0,1 0-1 0 0,1 1 1 0 0,0-1-1 0 0,-3 26 1 0 0,-7 22 28 0 0,-44 157 908 0 0,60-221-665 0 0,0-4 339 0 0,0-25 102 0 0,1 0-1 0 0,6-36 1 0 0,14-18-566 0 0,4 0 0 0 0,55-124 0 0 0,-76 203-156 0 0,8-34 4 0 0,4 3-118 0 0,-15 32 98 0 0,4 3-144 0 0,5 2 148 0 0,0 1 0 0 0,0 1-1 0 0,-1 0 1 0 0,0 0 0 0 0,0 1-1 0 0,0 0 1 0 0,-1 0 0 0 0,13 15-1 0 0,-7-4-20 0 0,0 1 1 0 0,-1 1-1 0 0,-1 0 0 0 0,17 37 0 0 0,31 96 28 0 0,-42-103-10 0 0,9 38 13 0 0,-26-87 13 0 0,-1 9 344 0 0,0-10-425 0 0,0 0 0 0 0,0 0 1 0 0,0 0-1 0 0,0 0 1 0 0,0 1-1 0 0,0-1 1 0 0,0 0-1 0 0,0 0 1 0 0,0 0-1 0 0,0 1 0 0 0,0-1 1 0 0,0 0-1 0 0,0 0 1 0 0,0 0-1 0 0,0 0 1 0 0,27-21-5202 0 0,-16 8 2707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5833 0 0,'0'0'-283'0'0,"6"0"-833"0"0,185 10 1985 0 0,-188-10-722 0 0,15-11-2941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75 460 3468 0 0,'0'0'101'0'0,"-1"0"-17"0"0,1 1 0 0 0,-1-1-1 0 0,1 0 1 0 0,-1 1 0 0 0,1-1 0 0 0,-1 0 0 0 0,1 0 0 0 0,-1 1-1 0 0,0-1 1 0 0,1 0 0 0 0,-1 0 0 0 0,0 0 0 0 0,1 1 0 0 0,-1-1-1 0 0,0 0 1 0 0,1 0 0 0 0,-1 0 0 0 0,1 0 0 0 0,-1 0 0 0 0,0-1-1 0 0,-1 1 1 0 0,-12-7 144 0 0,10 6 4 0 0,-22-39 1231 0 0,23 33-1379 0 0,0 1-1 0 0,1-1 1 0 0,0 0-1 0 0,0-1 1 0 0,1 1-1 0 0,0 0 1 0 0,0 0 0 0 0,1-1-1 0 0,0 1 1 0 0,0 0-1 0 0,2-13 1 0 0,19-84 326 0 0,-17 87-364 0 0,1 0-23 0 0,1 0 0 0 0,0 0 0 0 0,1 0 0 0 0,1 1 0 0 0,0 0 0 0 0,20-26 0 0 0,-27 39-16 0 0,0 0-10 0 0,0 1 0 0 0,-1-1-1 0 0,1 1 1 0 0,0 0-1 0 0,1-1 1 0 0,-1 1-1 0 0,0 0 1 0 0,0 0-1 0 0,1 0 1 0 0,0 0-1 0 0,-1 0 1 0 0,1 0-1 0 0,0 0 1 0 0,0 1 0 0 0,0-1-1 0 0,0 0 1 0 0,0 1-1 0 0,0 0 1 0 0,0 0-1 0 0,5-2 1 0 0,-6 2-5 0 0,2 0-8 0 0,-1 0 11 0 0,1 0 1 0 0,-1 0 0 0 0,1 0 0 0 0,0 0-1 0 0,-1 1 1 0 0,1-1 0 0 0,0 1-1 0 0,-1 0 1 0 0,1 0 0 0 0,0 0 0 0 0,0 0-1 0 0,-1 0 1 0 0,5 2 0 0 0,2-2-7 0 0,-3 0 7 0 0,-1-1 0 0 0,0 1 0 0 0,1 1 0 0 0,-1-1-1 0 0,0 1 1 0 0,0 0 0 0 0,1 0 0 0 0,4 3 0 0 0,-3-2-4 0 0,-4-1-13 0 0,0 0-11 0 0,0 0 23 0 0,1 1 1 0 0,-1-1-1 0 0,0 0 0 0 0,0 1 0 0 0,0-1 1 0 0,0 1-1 0 0,0 0 0 0 0,0 0 1 0 0,0 0-1 0 0,-1 1 0 0 0,1-1 0 0 0,3 5 1 0 0,-1-1-1 0 0,-1 0 0 0 0,0 0 0 0 0,0 1 0 0 0,-1 0 0 0 0,0 0 0 0 0,0-1 0 0 0,0 2 1 0 0,-1-1-1 0 0,3 13 0 0 0,8 75-46 0 0,-9-62 55 0 0,6 30 5 0 0,-3-7 21 0 0,-7-54-29 0 0,1 10 17 0 0,-1 5 117 0 0,0-17-201 0 0,0 0 0 0 0,0 0-1 0 0,0 1 1 0 0,0-1 0 0 0,0 0 0 0 0,0 0-1 0 0,0 0 1 0 0,0 0 0 0 0,0 1 0 0 0,0-1-1 0 0,0 0 1 0 0,0 0 0 0 0,0 0-1 0 0,0 1 1 0 0,0-1 0 0 0,0 0 0 0 0,29-15-5494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75 6105 0 0,'30'-73'1342'0'0,"-29"72"-1143"0"0,10 33-190 0 0,60 219 24 0 0,-68-244-26 0 0,-2-6-5 0 0,0 2 1 0 0,0-1 0 0 0,0 0-1 0 0,-1 0 1 0 0,1 0-1 0 0,-1 0 1 0 0,1 0-1 0 0,-1 0 1 0 0,0 1 0 0 0,0-1-1 0 0,0 0 1 0 0,0 0-1 0 0,0 0 1 0 0,-1 4-1 0 0,3 4-191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27 4680 0 0,'-1'0'-13'0'0,"0"0"0"0"0,0-1 0 0 0,0 1 0 0 0,0 0 0 0 0,0-1 0 0 0,1 1 0 0 0,-1-1 0 0 0,0 1 0 0 0,0-1 0 0 0,0 1 0 0 0,1-1 0 0 0,-1 0 0 0 0,0 1-1 0 0,1-1 1 0 0,-1 0 0 0 0,1 1 0 0 0,-1-1 0 0 0,1 0 0 0 0,-1 0 0 0 0,1 0 0 0 0,-1 1 0 0 0,1-1 0 0 0,0 0 0 0 0,-1-2 0 0 0,1 3 33 0 0,0-1-1 0 0,1 1 1 0 0,-1-1 0 0 0,0 1 0 0 0,0-1-1 0 0,1 1 1 0 0,-1-1 0 0 0,0 1 0 0 0,1-1-1 0 0,-1 1 1 0 0,0-1 0 0 0,1 1 0 0 0,-1 0 0 0 0,1-1-1 0 0,-1 1 1 0 0,1 0 0 0 0,-1-1 0 0 0,1 1-1 0 0,-1 0 1 0 0,1-1 0 0 0,-1 1 0 0 0,1 0-1 0 0,-1 0 1 0 0,1 0 0 0 0,0 0 0 0 0,-1 0 0 0 0,1-1-1 0 0,0 1 1 0 0,3 0 30 0 0,42 0 131 0 0,-42 0-146 0 0,47 1 111 0 0,-47-1-131 0 0,1 0-1 0 0,0 0 1 0 0,0 0-1 0 0,0 1 1 0 0,-1 0-1 0 0,1-1 1 0 0,0 2 0 0 0,-1-1-1 0 0,1 1 1 0 0,8 3-1 0 0,21 9 30 0 0,54 30-1 0 0,-54-7-104 0 0,-33-36 55 0 0,-2 40 95 0 0,0-38-49 0 0,-1 0 0 0 0,0 0 1 0 0,0-1-1 0 0,0 1 0 0 0,0 0 0 0 0,-1-1 1 0 0,1 1-1 0 0,-1-1 0 0 0,1 0 0 0 0,-1 0 1 0 0,0 0-1 0 0,0 0 0 0 0,0-1 0 0 0,0 1 1 0 0,0-1-1 0 0,0 1 0 0 0,0-1 0 0 0,-1 0 1 0 0,-4 1-1 0 0,-75 14 686 0 0,70-15-556 0 0,10 0-98 0 0,-45 0 733 0 0,84 6-818 0 0,0 1 0 0 0,-1 2 0 0 0,-1 1 0 0 0,47 22 0 0 0,-74-30 2 0 0,0 1 1 0 0,-1 0 0 0 0,0 1-1 0 0,0-1 1 0 0,0 1 0 0 0,0 0-1 0 0,5 7 1 0 0,-8-8 3 0 0,0-1-1 0 0,0 0 0 0 0,0 1 1 0 0,-1-1-1 0 0,0 1 1 0 0,0 0-1 0 0,0 0 1 0 0,0 0-1 0 0,0 0 0 0 0,-1 0 1 0 0,0 0-1 0 0,0 0 1 0 0,1 9-1 0 0,-2-12 1 0 0,-4 9-6 0 0,4-9 15 0 0,0 0 0 0 0,0 0 1 0 0,0 0-1 0 0,0 0 1 0 0,-1 0-1 0 0,1 0 0 0 0,0-1 1 0 0,-1 1-1 0 0,1 0 0 0 0,-1 0 1 0 0,1 0-1 0 0,-1-1 1 0 0,1 1-1 0 0,-1 0 0 0 0,1 0 1 0 0,-1-1-1 0 0,0 1 0 0 0,1-1 1 0 0,-1 1-1 0 0,0 0 1 0 0,1-1-1 0 0,-1 1 0 0 0,-1 0 1 0 0,-11 3 88 0 0,1 1 1 0 0,-1-2 0 0 0,0 0 0 0 0,0 0 0 0 0,0-1-1 0 0,0-1 1 0 0,0 0 0 0 0,-15-1 0 0 0,-108-15 790 0 0,129 14-837 0 0,-8-5-594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483 1 4400 0 0,'0'0'-32'0'0,"-24"8"474"0"0,-232 113-61 0 0,68-35-3016 0 0,174-79 1935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760 16 3408 0 0,'12'-15'1081'0'0,"-23"14"-463"0"0,-22 13-421 0 0,32-12-215 0 0,-279 129 385 0 0,62-27-209 0 0,13-1-1179 0 0,185-86-1028 0 0,16-10 1164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1099 24 3784 0 0,'4'-18'1039'0'0,"-9"13"-563"0"0,-18 14-366 0 0,13-4-74 0 0,-399 189 829 0 0,-45 19-408 0 0,312-150-505 0 0,82-36-3327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1182 21 4348 0 0,'0'0'-145'0'0,"-2"-12"-37"0"0,2 11 200 0 0,0 1-1 0 0,0 0 0 0 0,0-1 0 0 0,-1 1 1 0 0,1 0-1 0 0,0-1 0 0 0,0 1 1 0 0,0 0-1 0 0,0-1 0 0 0,0 1 1 0 0,0 0-1 0 0,-1 0 0 0 0,1-1 1 0 0,0 1-1 0 0,0 0 0 0 0,0-1 1 0 0,-1 1-1 0 0,1 0 0 0 0,0 0 1 0 0,0 0-1 0 0,-1-1 0 0 0,1 1 0 0 0,0 0 1 0 0,-1 0-1 0 0,1 0 0 0 0,0 0 1 0 0,-1-1-1 0 0,1 1 0 0 0,0 0 1 0 0,-1 0-1 0 0,1 0 0 0 0,0 0 1 0 0,-1 0-1 0 0,1 0 0 0 0,0 0 1 0 0,-1 0-1 0 0,1 0 0 0 0,0 0 1 0 0,-1 0-1 0 0,1 0 0 0 0,0 0 0 0 0,-1 0 1 0 0,1 1-1 0 0,-133 79 501 0 0,-526 290 579 0 0,403-251-1010 0 0,147-70-3166 0 0,97-43 1529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1276 11 4340 0 0,'8'-7'-274'0'0,"-5"4"362"0"0,-6 4 482 0 0,-165 104 102 0 0,25-13-347 0 0,-74 23 182 0 0,-402 152-1 0 0,494-219-3790 0 0,114-43 1690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1125 12 4548 0 0,'0'0'-124'0'0,"-1"-1"-130"0"0,1 1 256 0 0,0-1 1 0 0,0 0-1 0 0,-1 1 1 0 0,1-1-1 0 0,-1 1 1 0 0,1-1-1 0 0,0 0 1 0 0,-1 1-1 0 0,1-1 0 0 0,-1 1 1 0 0,1 0-1 0 0,-1-1 1 0 0,1 1-1 0 0,-1-1 1 0 0,0 1-1 0 0,1 0 1 0 0,-1-1-1 0 0,0 1 1 0 0,1 0-1 0 0,-1-1 1 0 0,1 1-1 0 0,-1 0 1 0 0,0 0-1 0 0,0 0 1 0 0,1 0-1 0 0,-1 0 1 0 0,0 0-1 0 0,1 0 1 0 0,-2 0-1 0 0,-55 16 237 0 0,0 3-1 0 0,1 2 0 0 0,-100 54 0 0 0,57-27-63 0 0,-313 152 503 0 0,157-75-4087 0 0,240-117 2624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1004 1 3628 0 0,'-48'7'986'0'0,"-3"8"-781"0"0,-88 39 0 0 0,78-28-102 0 0,-348 149 427 0 0,249-104-446 0 0,36-12-3103 0 0,112-56 2153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953 21 3764 0 0,'-1'-1'79'0'0,"1"0"0"0"0,-1 0-1 0 0,1-1 1 0 0,-1 1 0 0 0,1 0-1 0 0,-1 0 1 0 0,1 0 0 0 0,-1 0-1 0 0,0 0 1 0 0,0 0 0 0 0,0 0-1 0 0,1 0 1 0 0,-1 0 0 0 0,0 0-1 0 0,0 1 1 0 0,0-1 0 0 0,0 0-1 0 0,0 1 1 0 0,-1-1 0 0 0,1 0-1 0 0,-2 0 1 0 0,-46 16 130 0 0,1 3-1 0 0,0 1 0 0 0,-60 35 1 0 0,24-12-33 0 0,37-20-138 0 0,-423 186-104 0 0,408-187-3027 0 0,46-19 1565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687 1 4464 0 0,'-5'1'-162'0'0,"-22"7"218"0"0,0 1 0 0 0,0 1 0 0 0,1 2 0 0 0,0 1 0 0 0,-29 19 0 0 0,-19 9 164 0 0,-323 164-275 0 0,374-196-1912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524 1 3828 0 0,'-36'22'31'0'0,"-47"11"285"0"0,-300 136-865 0 0,370-164-517 0 0,4 0 362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1 3236 0 0,'0'0'-144'0'0,"-8"46"338"0"0,-1-7 127 0 0,2 0-1 0 0,1 1 1 0 0,1 78-1 0 0,4-89-251 0 0,-2-1 1 0 0,0 0-1 0 0,-2 0 0 0 0,-12 40 0 0 0,6-35-22 0 0,2 0 0 0 0,1 0-1 0 0,2 1 1 0 0,1-1 0 0 0,-1 59 0 0 0,3-22 78 0 0,1-43-92 0 0,1 0-1 0 0,4 38 1 0 0,2-27-35 0 0,-4-22 22 0 0,1-1 0 0 0,0 1 1 0 0,9 27-1 0 0,-10-40-14 0 0,-1 3-1 0 0,1 1 0 0 0,-1-1 1 0 0,2 0-1 0 0,-1 0 0 0 0,1 0 0 0 0,0 0 0 0 0,0 0 0 0 0,0 0 1 0 0,1 0-1 0 0,0-1 0 0 0,3 6 0 0 0,8 15 39 0 0,-7-14-29 0 0,0 0 1 0 0,1-1 0 0 0,1 0 0 0 0,0-1 0 0 0,0 1-1 0 0,18 13 1 0 0,-9-10 41 0 0,0-2-1 0 0,0 0 1 0 0,2-1-1 0 0,-1 0 1 0 0,1-2-1 0 0,25 9 1 0 0,10 4 20 0 0,-53-21-65 0 0,45 18 165 0 0,14 1 11 0 0,-59-19-169 0 0,-1 0-147 0 0,0 0-1 0 0,0-1 1 0 0,0 1-1 0 0,0 0 1 0 0,1-1-1 0 0,-1 1 1 0 0,0 0 0 0 0,1-1-1 0 0,-1 0 1 0 0,0 1-1 0 0,1-1 1 0 0,-1 0 0 0 0,0 0-1 0 0,4 1 1 0 0,5-10-1334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37 4196 0 0,'-3'-12'-101'0'0,"-1"-9"728"0"0,7 17 686 0 0,8 10 1065 0 0,-2 2-2374 0 0,18 14-18 0 0,-2 0-1 0 0,26 30 0 0 0,-50-51 13 0 0,0 0 0 0 0,-1 1 1 0 0,1-1-1 0 0,0 0 1 0 0,-1 1-1 0 0,1-1 0 0 0,-1 1 1 0 0,1-1-1 0 0,-1 1 0 0 0,0-1 1 0 0,0 1-1 0 0,1-1 0 0 0,-1 1 1 0 0,0-1-1 0 0,0 1 1 0 0,-1-1-1 0 0,1 1 0 0 0,0-1 1 0 0,0 1-1 0 0,-1-1 0 0 0,1 1 1 0 0,-1-1-1 0 0,1 1 0 0 0,-1-1 1 0 0,0 0-1 0 0,-1 3 1 0 0,-26 32 30 0 0,21-28-15 0 0,0 0 12 0 0,-1 0 0 0 0,0-1 0 0 0,-1 0 0 0 0,-16 11 0 0 0,-12 10-925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129 183 5521 0 0,'-2'-42'-40'0'0,"2"40"154"0"0,-1 0 44 0 0,1 2-151 0 0,0 0 1 0 0,0 0-1 0 0,1 0 1 0 0,-1 0-1 0 0,0-1 1 0 0,0 1-1 0 0,0 0 1 0 0,0 0-1 0 0,0 0 1 0 0,0 0-1 0 0,0 0 1 0 0,0 0 0 0 0,0-1-1 0 0,0 1 1 0 0,0 0-1 0 0,0 0 1 0 0,0 0-1 0 0,0 0 1 0 0,0 0-1 0 0,0-1 1 0 0,0 1-1 0 0,0 0 1 0 0,0 0-1 0 0,0 0 1 0 0,-1 0-1 0 0,1 0 1 0 0,0 0-1 0 0,0-1 1 0 0,0 1-1 0 0,0 0 1 0 0,0 0-1 0 0,0 0 1 0 0,0 0-1 0 0,0 0 1 0 0,0 0-1 0 0,-1 0 1 0 0,1 0-1 0 0,0 0 1 0 0,0-1-1 0 0,0 1 1 0 0,0 0-1 0 0,0 0 1 0 0,0 0-1 0 0,-1 0 1 0 0,1 0-1 0 0,0 0 1 0 0,0 0-1 0 0,0 0 1 0 0,0 0-1 0 0,0 0 1 0 0,-1 0 0 0 0,1 0-1 0 0,0 0 1 0 0,0 0-1 0 0,0 0 1 0 0,0 0-1 0 0,0 0 1 0 0,0 0-1 0 0,-1 0 1 0 0,1 0-1 0 0,0 0 1 0 0,0 1-1 0 0,0-1 1 0 0,0 0-1 0 0,0 0 1 0 0,0 0-1 0 0,-1 0 1 0 0,1 0-1 0 0,-8 18 6 0 0,0 0 0 0 0,1 0-1 0 0,1 1 1 0 0,0-1-1 0 0,-3 26 1 0 0,-7 22 28 0 0,-44 157 908 0 0,60-221-665 0 0,0-4 339 0 0,0-25 102 0 0,1 0-1 0 0,6-36 1 0 0,14-18-566 0 0,4 0 0 0 0,55-124 0 0 0,-76 203-156 0 0,8-34 4 0 0,4 3-118 0 0,-15 32 98 0 0,4 3-144 0 0,5 2 148 0 0,0 1 0 0 0,0 1-1 0 0,-1 0 1 0 0,0 0 0 0 0,0 1-1 0 0,0 0 1 0 0,-1 0 0 0 0,13 15-1 0 0,-7-4-20 0 0,0 1 1 0 0,-1 1-1 0 0,-1 0 0 0 0,17 37 0 0 0,31 96 28 0 0,-42-103-10 0 0,9 38 13 0 0,-26-87 13 0 0,-1 9 344 0 0,0-10-425 0 0,0 0 0 0 0,0 0 1 0 0,0 0-1 0 0,0 0 1 0 0,0 1-1 0 0,0-1 1 0 0,0 0-1 0 0,0 0 1 0 0,0 0-1 0 0,0 1 0 0 0,0-1 1 0 0,0 0-1 0 0,0 0 1 0 0,0 0-1 0 0,0 0 1 0 0,27-21-5202 0 0,-16 8 2707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5833 0 0,'0'0'-283'0'0,"6"0"-833"0"0,185 10 1985 0 0,-188-10-722 0 0,15-11-2941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75 460 3468 0 0,'0'0'101'0'0,"-1"0"-17"0"0,1 1 0 0 0,-1-1-1 0 0,1 0 1 0 0,-1 1 0 0 0,1-1 0 0 0,-1 0 0 0 0,1 0 0 0 0,-1 1-1 0 0,0-1 1 0 0,1 0 0 0 0,-1 0 0 0 0,0 0 0 0 0,1 1 0 0 0,-1-1-1 0 0,0 0 1 0 0,1 0 0 0 0,-1 0 0 0 0,1 0 0 0 0,-1 0 0 0 0,0-1-1 0 0,-1 1 1 0 0,-12-7 144 0 0,10 6 4 0 0,-22-39 1231 0 0,23 33-1379 0 0,0 1-1 0 0,1-1 1 0 0,0 0-1 0 0,0-1 1 0 0,1 1-1 0 0,0 0 1 0 0,0 0 0 0 0,1-1-1 0 0,0 1 1 0 0,0 0-1 0 0,2-13 1 0 0,19-84 326 0 0,-17 87-364 0 0,1 0-23 0 0,1 0 0 0 0,0 0 0 0 0,1 0 0 0 0,1 1 0 0 0,0 0 0 0 0,20-26 0 0 0,-27 39-16 0 0,0 0-10 0 0,0 1 0 0 0,-1-1-1 0 0,1 1 1 0 0,0 0-1 0 0,1-1 1 0 0,-1 1-1 0 0,0 0 1 0 0,0 0-1 0 0,1 0 1 0 0,0 0-1 0 0,-1 0 1 0 0,1 0-1 0 0,0 0 1 0 0,0 1 0 0 0,0-1-1 0 0,0 0 1 0 0,0 1-1 0 0,0 0 1 0 0,0 0-1 0 0,5-2 1 0 0,-6 2-5 0 0,2 0-8 0 0,-1 0 11 0 0,1 0 1 0 0,-1 0 0 0 0,1 0 0 0 0,0 0-1 0 0,-1 1 1 0 0,1-1 0 0 0,0 1-1 0 0,-1 0 1 0 0,1 0 0 0 0,0 0 0 0 0,0 0-1 0 0,-1 0 1 0 0,5 2 0 0 0,2-2-7 0 0,-3 0 7 0 0,-1-1 0 0 0,0 1 0 0 0,1 1 0 0 0,-1-1-1 0 0,0 1 1 0 0,0 0 0 0 0,1 0 0 0 0,4 3 0 0 0,-3-2-4 0 0,-4-1-13 0 0,0 0-11 0 0,0 0 23 0 0,1 1 1 0 0,-1-1-1 0 0,0 0 0 0 0,0 1 0 0 0,0-1 1 0 0,0 1-1 0 0,0 0 0 0 0,0 0 1 0 0,0 0-1 0 0,-1 1 0 0 0,1-1 0 0 0,3 5 1 0 0,-1-1-1 0 0,-1 0 0 0 0,0 0 0 0 0,0 1 0 0 0,-1 0 0 0 0,0 0 0 0 0,0-1 0 0 0,0 2 1 0 0,-1-1-1 0 0,3 13 0 0 0,8 75-46 0 0,-9-62 55 0 0,6 30 5 0 0,-3-7 21 0 0,-7-54-29 0 0,1 10 17 0 0,-1 5 117 0 0,0-17-201 0 0,0 0 0 0 0,0 0-1 0 0,0 1 1 0 0,0-1 0 0 0,0 0 0 0 0,0 0-1 0 0,0 0 1 0 0,0 0 0 0 0,0 1 0 0 0,0-1-1 0 0,0 0 1 0 0,0 0 0 0 0,0 0-1 0 0,0 1 1 0 0,0-1 0 0 0,0 0 0 0 0,29-15-5494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75 6105 0 0,'30'-73'1342'0'0,"-29"72"-1143"0"0,10 33-190 0 0,60 219 24 0 0,-68-244-26 0 0,-2-6-5 0 0,0 2 1 0 0,0-1 0 0 0,0 0-1 0 0,-1 0 1 0 0,1 0-1 0 0,-1 0 1 0 0,1 0-1 0 0,-1 0 1 0 0,0 1 0 0 0,0-1-1 0 0,0 0 1 0 0,0 0-1 0 0,0 0 1 0 0,-1 4-1 0 0,3 4-191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27 4680 0 0,'-1'0'-13'0'0,"0"0"0"0"0,0-1 0 0 0,0 1 0 0 0,0 0 0 0 0,0-1 0 0 0,1 1 0 0 0,-1-1 0 0 0,0 1 0 0 0,0-1 0 0 0,0 1 0 0 0,1-1 0 0 0,-1 0 0 0 0,0 1-1 0 0,1-1 1 0 0,-1 0 0 0 0,1 1 0 0 0,-1-1 0 0 0,1 0 0 0 0,-1 0 0 0 0,1 0 0 0 0,-1 1 0 0 0,1-1 0 0 0,0 0 0 0 0,-1-2 0 0 0,1 3 33 0 0,0-1-1 0 0,1 1 1 0 0,-1-1 0 0 0,0 1 0 0 0,0-1-1 0 0,1 1 1 0 0,-1-1 0 0 0,0 1 0 0 0,1-1-1 0 0,-1 1 1 0 0,0-1 0 0 0,1 1 0 0 0,-1 0 0 0 0,1-1-1 0 0,-1 1 1 0 0,1 0 0 0 0,-1-1 0 0 0,1 1-1 0 0,-1 0 1 0 0,1-1 0 0 0,-1 1 0 0 0,1 0-1 0 0,-1 0 1 0 0,1 0 0 0 0,0 0 0 0 0,-1 0 0 0 0,1-1-1 0 0,0 1 1 0 0,3 0 30 0 0,42 0 131 0 0,-42 0-146 0 0,47 1 111 0 0,-47-1-131 0 0,1 0-1 0 0,0 0 1 0 0,0 0-1 0 0,0 1 1 0 0,-1 0-1 0 0,1-1 1 0 0,0 2 0 0 0,-1-1-1 0 0,1 1 1 0 0,8 3-1 0 0,21 9 30 0 0,54 30-1 0 0,-54-7-104 0 0,-33-36 55 0 0,-2 40 95 0 0,0-38-49 0 0,-1 0 0 0 0,0 0 1 0 0,0-1-1 0 0,0 1 0 0 0,0 0 0 0 0,-1-1 1 0 0,1 1-1 0 0,-1-1 0 0 0,1 0 0 0 0,-1 0 1 0 0,0 0-1 0 0,0 0 0 0 0,0-1 0 0 0,0 1 1 0 0,0-1-1 0 0,0 1 0 0 0,0-1 0 0 0,-1 0 1 0 0,-4 1-1 0 0,-75 14 686 0 0,70-15-556 0 0,10 0-98 0 0,-45 0 733 0 0,84 6-818 0 0,0 1 0 0 0,-1 2 0 0 0,-1 1 0 0 0,47 22 0 0 0,-74-30 2 0 0,0 1 1 0 0,-1 0 0 0 0,0 1-1 0 0,0-1 1 0 0,0 1 0 0 0,0 0-1 0 0,5 7 1 0 0,-8-8 3 0 0,0-1-1 0 0,0 0 0 0 0,0 1 1 0 0,-1-1-1 0 0,0 1 1 0 0,0 0-1 0 0,0 0 1 0 0,0 0-1 0 0,0 0 0 0 0,-1 0 1 0 0,0 0-1 0 0,0 0 1 0 0,1 9-1 0 0,-2-12 1 0 0,-4 9-6 0 0,4-9 15 0 0,0 0 0 0 0,0 0 1 0 0,0 0-1 0 0,0 0 1 0 0,-1 0-1 0 0,1 0 0 0 0,0-1 1 0 0,-1 1-1 0 0,1 0 0 0 0,-1 0 1 0 0,1 0-1 0 0,-1-1 1 0 0,1 1-1 0 0,-1 0 0 0 0,1 0 1 0 0,-1-1-1 0 0,0 1 0 0 0,1-1 1 0 0,-1 1-1 0 0,0 0 1 0 0,1-1-1 0 0,-1 1 0 0 0,-1 0 1 0 0,-11 3 88 0 0,1 1 1 0 0,-1-2 0 0 0,0 0 0 0 0,0 0 0 0 0,0-1-1 0 0,0-1 1 0 0,0 0 0 0 0,-15-1 0 0 0,-108-15 790 0 0,129 14-837 0 0,-8-5-594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483 1 4400 0 0,'0'0'-32'0'0,"-24"8"474"0"0,-232 113-61 0 0,68-35-3016 0 0,174-79 1935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760 16 3408 0 0,'12'-15'1081'0'0,"-23"14"-463"0"0,-22 13-421 0 0,32-12-215 0 0,-279 129 385 0 0,62-27-209 0 0,13-1-1179 0 0,185-86-1028 0 0,16-10 1164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1099 24 3784 0 0,'4'-18'1039'0'0,"-9"13"-563"0"0,-18 14-366 0 0,13-4-74 0 0,-399 189 829 0 0,-45 19-408 0 0,312-150-505 0 0,82-36-3327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1182 21 4348 0 0,'0'0'-145'0'0,"-2"-12"-37"0"0,2 11 200 0 0,0 1-1 0 0,0 0 0 0 0,0-1 0 0 0,-1 1 1 0 0,1 0-1 0 0,0-1 0 0 0,0 1 1 0 0,0 0-1 0 0,0-1 0 0 0,0 1 1 0 0,0 0-1 0 0,-1 0 0 0 0,1-1 1 0 0,0 1-1 0 0,0 0 0 0 0,0-1 1 0 0,-1 1-1 0 0,1 0 0 0 0,0 0 1 0 0,0 0-1 0 0,-1-1 0 0 0,1 1 0 0 0,0 0 1 0 0,-1 0-1 0 0,1 0 0 0 0,0 0 1 0 0,-1-1-1 0 0,1 1 0 0 0,0 0 1 0 0,-1 0-1 0 0,1 0 0 0 0,0 0 1 0 0,-1 0-1 0 0,1 0 0 0 0,0 0 1 0 0,-1 0-1 0 0,1 0 0 0 0,0 0 1 0 0,-1 0-1 0 0,1 0 0 0 0,0 0 0 0 0,-1 0 1 0 0,1 1-1 0 0,-133 79 501 0 0,-526 290 579 0 0,403-251-1010 0 0,147-70-3166 0 0,97-43 1529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1276 11 4340 0 0,'8'-7'-274'0'0,"-5"4"362"0"0,-6 4 482 0 0,-165 104 102 0 0,25-13-347 0 0,-74 23 182 0 0,-402 152-1 0 0,494-219-3790 0 0,114-43 1690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1125 12 4548 0 0,'0'0'-124'0'0,"-1"-1"-130"0"0,1 1 256 0 0,0-1 1 0 0,0 0-1 0 0,-1 1 1 0 0,1-1-1 0 0,-1 1 1 0 0,1-1-1 0 0,0 0 1 0 0,-1 1-1 0 0,1-1 0 0 0,-1 1 1 0 0,1 0-1 0 0,-1-1 1 0 0,1 1-1 0 0,-1-1 1 0 0,0 1-1 0 0,1 0 1 0 0,-1-1-1 0 0,0 1 1 0 0,1 0-1 0 0,-1-1 1 0 0,1 1-1 0 0,-1 0 1 0 0,0 0-1 0 0,0 0 1 0 0,1 0-1 0 0,-1 0 1 0 0,0 0-1 0 0,1 0 1 0 0,-2 0-1 0 0,-55 16 237 0 0,0 3-1 0 0,1 2 0 0 0,-100 54 0 0 0,57-27-63 0 0,-313 152 503 0 0,157-75-4087 0 0,240-117 2624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1004 1 3628 0 0,'-48'7'986'0'0,"-3"8"-781"0"0,-88 39 0 0 0,78-28-102 0 0,-348 149 427 0 0,249-104-446 0 0,36-12-3103 0 0,112-56 2153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953 21 3764 0 0,'-1'-1'79'0'0,"1"0"0"0"0,-1 0-1 0 0,1-1 1 0 0,-1 1 0 0 0,1 0-1 0 0,-1 0 1 0 0,1 0 0 0 0,-1 0-1 0 0,0 0 1 0 0,0 0 0 0 0,0 0-1 0 0,1 0 1 0 0,-1 0 0 0 0,0 0-1 0 0,0 1 1 0 0,0-1 0 0 0,0 0-1 0 0,0 1 1 0 0,-1-1 0 0 0,1 0-1 0 0,-2 0 1 0 0,-46 16 130 0 0,1 3-1 0 0,0 1 0 0 0,-60 35 1 0 0,24-12-33 0 0,37-20-138 0 0,-423 186-104 0 0,408-187-3027 0 0,46-19 1565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687 1 4464 0 0,'-5'1'-162'0'0,"-22"7"218"0"0,0 1 0 0 0,0 1 0 0 0,1 2 0 0 0,0 1 0 0 0,-29 19 0 0 0,-19 9 164 0 0,-323 164-275 0 0,374-196-1912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524 1 3828 0 0,'-36'22'31'0'0,"-47"11"285"0"0,-300 136-865 0 0,370-164-517 0 0,4 0 362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1 3236 0 0,'0'0'-144'0'0,"-8"46"338"0"0,-1-7 127 0 0,2 0-1 0 0,1 1 1 0 0,1 78-1 0 0,4-89-251 0 0,-2-1 1 0 0,0 0-1 0 0,-2 0 0 0 0,-12 40 0 0 0,6-35-22 0 0,2 0 0 0 0,1 0-1 0 0,2 1 1 0 0,1-1 0 0 0,-1 59 0 0 0,3-22 78 0 0,1-43-92 0 0,1 0-1 0 0,4 38 1 0 0,2-27-35 0 0,-4-22 22 0 0,1-1 0 0 0,0 1 1 0 0,9 27-1 0 0,-10-40-14 0 0,-1 3-1 0 0,1 1 0 0 0,-1-1 1 0 0,2 0-1 0 0,-1 0 0 0 0,1 0 0 0 0,0 0 0 0 0,0 0 0 0 0,0 0 1 0 0,1 0-1 0 0,0-1 0 0 0,3 6 0 0 0,8 15 39 0 0,-7-14-29 0 0,0 0 1 0 0,1-1 0 0 0,1 0 0 0 0,0-1 0 0 0,0 1-1 0 0,18 13 1 0 0,-9-10 41 0 0,0-2-1 0 0,0 0 1 0 0,2-1-1 0 0,-1 0 1 0 0,1-2-1 0 0,25 9 1 0 0,10 4 20 0 0,-53-21-65 0 0,45 18 165 0 0,14 1 11 0 0,-59-19-169 0 0,-1 0-147 0 0,0 0-1 0 0,0-1 1 0 0,0 1-1 0 0,0 0 1 0 0,1-1-1 0 0,-1 1 1 0 0,0 0 0 0 0,1-1-1 0 0,-1 0 1 0 0,0 1-1 0 0,1-1 1 0 0,-1 0 0 0 0,0 0-1 0 0,4 1 1 0 0,5-10-1334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37 4196 0 0,'-3'-12'-101'0'0,"-1"-9"728"0"0,7 17 686 0 0,8 10 1065 0 0,-2 2-2374 0 0,18 14-18 0 0,-2 0-1 0 0,26 30 0 0 0,-50-51 13 0 0,0 0 0 0 0,-1 1 1 0 0,1-1-1 0 0,0 0 1 0 0,-1 1-1 0 0,1-1 0 0 0,-1 1 1 0 0,1-1-1 0 0,-1 1 0 0 0,0-1 1 0 0,0 1-1 0 0,1-1 0 0 0,-1 1 1 0 0,0-1-1 0 0,0 1 1 0 0,-1-1-1 0 0,1 1 0 0 0,0-1 1 0 0,0 1-1 0 0,-1-1 0 0 0,1 1 1 0 0,-1-1-1 0 0,1 1 0 0 0,-1-1 1 0 0,0 0-1 0 0,-1 3 1 0 0,-26 32 30 0 0,21-28-15 0 0,0 0 12 0 0,-1 0 0 0 0,0-1 0 0 0,-1 0 0 0 0,-16 11 0 0 0,-12 10-925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129 183 5521 0 0,'-2'-42'-40'0'0,"2"40"154"0"0,-1 0 44 0 0,1 2-151 0 0,0 0 1 0 0,0 0-1 0 0,1 0 1 0 0,-1 0-1 0 0,0-1 1 0 0,0 1-1 0 0,0 0 1 0 0,0 0-1 0 0,0 0 1 0 0,0 0-1 0 0,0 0 1 0 0,0 0 0 0 0,0-1-1 0 0,0 1 1 0 0,0 0-1 0 0,0 0 1 0 0,0 0-1 0 0,0 0 1 0 0,0 0-1 0 0,0-1 1 0 0,0 1-1 0 0,0 0 1 0 0,0 0-1 0 0,0 0 1 0 0,-1 0-1 0 0,1 0 1 0 0,0 0-1 0 0,0-1 1 0 0,0 1-1 0 0,0 0 1 0 0,0 0-1 0 0,0 0 1 0 0,0 0-1 0 0,0 0 1 0 0,0 0-1 0 0,-1 0 1 0 0,1 0-1 0 0,0 0 1 0 0,0-1-1 0 0,0 1 1 0 0,0 0-1 0 0,0 0 1 0 0,0 0-1 0 0,-1 0 1 0 0,1 0-1 0 0,0 0 1 0 0,0 0-1 0 0,0 0 1 0 0,0 0-1 0 0,0 0 1 0 0,-1 0 0 0 0,1 0-1 0 0,0 0 1 0 0,0 0-1 0 0,0 0 1 0 0,0 0-1 0 0,0 0 1 0 0,0 0-1 0 0,-1 0 1 0 0,1 0-1 0 0,0 0 1 0 0,0 1-1 0 0,0-1 1 0 0,0 0-1 0 0,0 0 1 0 0,0 0-1 0 0,-1 0 1 0 0,1 0-1 0 0,-8 18 6 0 0,0 0 0 0 0,1 0-1 0 0,1 1 1 0 0,0-1-1 0 0,-3 26 1 0 0,-7 22 28 0 0,-44 157 908 0 0,60-221-665 0 0,0-4 339 0 0,0-25 102 0 0,1 0-1 0 0,6-36 1 0 0,14-18-566 0 0,4 0 0 0 0,55-124 0 0 0,-76 203-156 0 0,8-34 4 0 0,4 3-118 0 0,-15 32 98 0 0,4 3-144 0 0,5 2 148 0 0,0 1 0 0 0,0 1-1 0 0,-1 0 1 0 0,0 0 0 0 0,0 1-1 0 0,0 0 1 0 0,-1 0 0 0 0,13 15-1 0 0,-7-4-20 0 0,0 1 1 0 0,-1 1-1 0 0,-1 0 0 0 0,17 37 0 0 0,31 96 28 0 0,-42-103-10 0 0,9 38 13 0 0,-26-87 13 0 0,-1 9 344 0 0,0-10-425 0 0,0 0 0 0 0,0 0 1 0 0,0 0-1 0 0,0 0 1 0 0,0 1-1 0 0,0-1 1 0 0,0 0-1 0 0,0 0 1 0 0,0 0-1 0 0,0 1 0 0 0,0-1 1 0 0,0 0-1 0 0,0 0 1 0 0,0 0-1 0 0,0 0 1 0 0,27-21-5202 0 0,-16 8 2707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5833 0 0,'0'0'-283'0'0,"6"0"-833"0"0,185 10 1985 0 0,-188-10-722 0 0,15-11-2941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75 460 3468 0 0,'0'0'101'0'0,"-1"0"-17"0"0,1 1 0 0 0,-1-1-1 0 0,1 0 1 0 0,-1 1 0 0 0,1-1 0 0 0,-1 0 0 0 0,1 0 0 0 0,-1 1-1 0 0,0-1 1 0 0,1 0 0 0 0,-1 0 0 0 0,0 0 0 0 0,1 1 0 0 0,-1-1-1 0 0,0 0 1 0 0,1 0 0 0 0,-1 0 0 0 0,1 0 0 0 0,-1 0 0 0 0,0-1-1 0 0,-1 1 1 0 0,-12-7 144 0 0,10 6 4 0 0,-22-39 1231 0 0,23 33-1379 0 0,0 1-1 0 0,1-1 1 0 0,0 0-1 0 0,0-1 1 0 0,1 1-1 0 0,0 0 1 0 0,0 0 0 0 0,1-1-1 0 0,0 1 1 0 0,0 0-1 0 0,2-13 1 0 0,19-84 326 0 0,-17 87-364 0 0,1 0-23 0 0,1 0 0 0 0,0 0 0 0 0,1 0 0 0 0,1 1 0 0 0,0 0 0 0 0,20-26 0 0 0,-27 39-16 0 0,0 0-10 0 0,0 1 0 0 0,-1-1-1 0 0,1 1 1 0 0,0 0-1 0 0,1-1 1 0 0,-1 1-1 0 0,0 0 1 0 0,0 0-1 0 0,1 0 1 0 0,0 0-1 0 0,-1 0 1 0 0,1 0-1 0 0,0 0 1 0 0,0 1 0 0 0,0-1-1 0 0,0 0 1 0 0,0 1-1 0 0,0 0 1 0 0,0 0-1 0 0,5-2 1 0 0,-6 2-5 0 0,2 0-8 0 0,-1 0 11 0 0,1 0 1 0 0,-1 0 0 0 0,1 0 0 0 0,0 0-1 0 0,-1 1 1 0 0,1-1 0 0 0,0 1-1 0 0,-1 0 1 0 0,1 0 0 0 0,0 0 0 0 0,0 0-1 0 0,-1 0 1 0 0,5 2 0 0 0,2-2-7 0 0,-3 0 7 0 0,-1-1 0 0 0,0 1 0 0 0,1 1 0 0 0,-1-1-1 0 0,0 1 1 0 0,0 0 0 0 0,1 0 0 0 0,4 3 0 0 0,-3-2-4 0 0,-4-1-13 0 0,0 0-11 0 0,0 0 23 0 0,1 1 1 0 0,-1-1-1 0 0,0 0 0 0 0,0 1 0 0 0,0-1 1 0 0,0 1-1 0 0,0 0 0 0 0,0 0 1 0 0,0 0-1 0 0,-1 1 0 0 0,1-1 0 0 0,3 5 1 0 0,-1-1-1 0 0,-1 0 0 0 0,0 0 0 0 0,0 1 0 0 0,-1 0 0 0 0,0 0 0 0 0,0-1 0 0 0,0 2 1 0 0,-1-1-1 0 0,3 13 0 0 0,8 75-46 0 0,-9-62 55 0 0,6 30 5 0 0,-3-7 21 0 0,-7-54-29 0 0,1 10 17 0 0,-1 5 117 0 0,0-17-201 0 0,0 0 0 0 0,0 0-1 0 0,0 1 1 0 0,0-1 0 0 0,0 0 0 0 0,0 0-1 0 0,0 0 1 0 0,0 0 0 0 0,0 1 0 0 0,0-1-1 0 0,0 0 1 0 0,0 0 0 0 0,0 0-1 0 0,0 1 1 0 0,0-1 0 0 0,0 0 0 0 0,29-15-5494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75 6105 0 0,'30'-73'1342'0'0,"-29"72"-1143"0"0,10 33-190 0 0,60 219 24 0 0,-68-244-26 0 0,-2-6-5 0 0,0 2 1 0 0,0-1 0 0 0,0 0-1 0 0,-1 0 1 0 0,1 0-1 0 0,-1 0 1 0 0,1 0-1 0 0,-1 0 1 0 0,0 1 0 0 0,0-1-1 0 0,0 0 1 0 0,0 0-1 0 0,0 0 1 0 0,-1 4-1 0 0,3 4-191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11:15:39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27 4680 0 0,'-1'0'-13'0'0,"0"0"0"0"0,0-1 0 0 0,0 1 0 0 0,0 0 0 0 0,0-1 0 0 0,1 1 0 0 0,-1-1 0 0 0,0 1 0 0 0,0-1 0 0 0,0 1 0 0 0,1-1 0 0 0,-1 0 0 0 0,0 1-1 0 0,1-1 1 0 0,-1 0 0 0 0,1 1 0 0 0,-1-1 0 0 0,1 0 0 0 0,-1 0 0 0 0,1 0 0 0 0,-1 1 0 0 0,1-1 0 0 0,0 0 0 0 0,-1-2 0 0 0,1 3 33 0 0,0-1-1 0 0,1 1 1 0 0,-1-1 0 0 0,0 1 0 0 0,0-1-1 0 0,1 1 1 0 0,-1-1 0 0 0,0 1 0 0 0,1-1-1 0 0,-1 1 1 0 0,0-1 0 0 0,1 1 0 0 0,-1 0 0 0 0,1-1-1 0 0,-1 1 1 0 0,1 0 0 0 0,-1-1 0 0 0,1 1-1 0 0,-1 0 1 0 0,1-1 0 0 0,-1 1 0 0 0,1 0-1 0 0,-1 0 1 0 0,1 0 0 0 0,0 0 0 0 0,-1 0 0 0 0,1-1-1 0 0,0 1 1 0 0,3 0 30 0 0,42 0 131 0 0,-42 0-146 0 0,47 1 111 0 0,-47-1-131 0 0,1 0-1 0 0,0 0 1 0 0,0 0-1 0 0,0 1 1 0 0,-1 0-1 0 0,1-1 1 0 0,0 2 0 0 0,-1-1-1 0 0,1 1 1 0 0,8 3-1 0 0,21 9 30 0 0,54 30-1 0 0,-54-7-104 0 0,-33-36 55 0 0,-2 40 95 0 0,0-38-49 0 0,-1 0 0 0 0,0 0 1 0 0,0-1-1 0 0,0 1 0 0 0,0 0 0 0 0,-1-1 1 0 0,1 1-1 0 0,-1-1 0 0 0,1 0 0 0 0,-1 0 1 0 0,0 0-1 0 0,0 0 0 0 0,0-1 0 0 0,0 1 1 0 0,0-1-1 0 0,0 1 0 0 0,0-1 0 0 0,-1 0 1 0 0,-4 1-1 0 0,-75 14 686 0 0,70-15-556 0 0,10 0-98 0 0,-45 0 733 0 0,84 6-818 0 0,0 1 0 0 0,-1 2 0 0 0,-1 1 0 0 0,47 22 0 0 0,-74-30 2 0 0,0 1 1 0 0,-1 0 0 0 0,0 1-1 0 0,0-1 1 0 0,0 1 0 0 0,0 0-1 0 0,5 7 1 0 0,-8-8 3 0 0,0-1-1 0 0,0 0 0 0 0,0 1 1 0 0,-1-1-1 0 0,0 1 1 0 0,0 0-1 0 0,0 0 1 0 0,0 0-1 0 0,0 0 0 0 0,-1 0 1 0 0,0 0-1 0 0,0 0 1 0 0,1 9-1 0 0,-2-12 1 0 0,-4 9-6 0 0,4-9 15 0 0,0 0 0 0 0,0 0 1 0 0,0 0-1 0 0,0 0 1 0 0,-1 0-1 0 0,1 0 0 0 0,0-1 1 0 0,-1 1-1 0 0,1 0 0 0 0,-1 0 1 0 0,1 0-1 0 0,-1-1 1 0 0,1 1-1 0 0,-1 0 0 0 0,1 0 1 0 0,-1-1-1 0 0,0 1 0 0 0,1-1 1 0 0,-1 1-1 0 0,0 0 1 0 0,1-1-1 0 0,-1 1 0 0 0,-1 0 1 0 0,-11 3 88 0 0,1 1 1 0 0,-1-2 0 0 0,0 0 0 0 0,0 0 0 0 0,0-1-1 0 0,0-1 1 0 0,0 0 0 0 0,-15-1 0 0 0,-108-15 790 0 0,129 14-837 0 0,-8-5-594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9:56:00.7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242 418 4188,'-52'-97'-160,"-9"-4"-424,-2-5-588,-3-8 756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04693-6424-47C2-B763-AEA4CC3DEB2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25C4B-7D64-4F15-A04B-3D9FB737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E1426-38A1-9D3F-DAA5-6D02B460B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0D56C-BE16-0876-F5D0-D518BC717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5AAC2-0B0F-8BC5-1C57-7E5FAFD94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714AB-F4E8-E573-91FC-BB92EB356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00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8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4FAEA-E129-E40E-87C6-3B85A884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9E70C-5E5A-D6CE-16D6-99FF27B3E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2E910-05C7-99B3-4306-633E34EBE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29E62-7CF7-096B-88F9-4CD8FDDE7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64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C26A-84B8-F5D4-043C-606FFEF5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365B7-7D15-5352-0E2F-6ACF3FA4E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600DC-0375-4347-860B-856632596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D00BA-4675-124F-ED03-CDC766E45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03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CD65-4501-E5DA-3085-0E29A899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47D27-EA4A-E2B1-D1F1-C286B0893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B28F4-B9A9-7E3A-70A2-E7F14BCE1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E1634-6F48-6E2F-9808-B12C9E4CB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41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D4D01-DD7E-B66D-6DDD-FC239045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7D873-073D-DBBD-24AD-A4CE39250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A430C-CD97-F8E4-0C38-0F338B1DF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52594-797A-E51A-F43F-8E9778ABD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57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6282-14CB-5D85-4753-F0E29CA5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B0051-3721-6CBA-27E8-9B45918A0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8D20B-952E-8153-3D12-3B3DD566C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577DD-44B8-CBF8-B934-6745408C0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81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0A9F-BB83-2468-4BB5-952D1587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CCE4F-8AE3-78EF-BBFF-8CDE72AA6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BDC15-32FF-A8E0-FA1D-3D93D219C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4C125-AA93-E8D6-F400-DB71BEE6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2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BF50-E92E-F45B-CF11-2EB66D84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42E4F-E96B-C7E0-CD7C-33889CB2E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90FDF-3800-149D-ADEB-D58A45181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DA0D2-26C4-A20E-D8BF-B92788658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55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1402-E3F9-D2D6-800D-6E858BF7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FC378-E237-4F8C-659E-AAC76C9E4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A972B-3D12-8E4B-9944-936BB24A0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6DE4D-9429-7BC5-5F40-23124EA52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68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B3AED-C33A-8B10-37DE-1C8B2D1B4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145D0-9DE4-C3C6-A1C6-E1F2D61CC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2F27A-A0FA-B10F-156F-724DD096E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E7DD1-C262-4A7C-A824-9AD0BAB3C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75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C0D36-1857-7062-A1A0-1757DB946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2B847-D392-3407-3483-36C702FD3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963B6-E322-0887-20E3-FB0537863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4B931-2CEB-D215-3490-9C6BE29A7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63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CC6F-CA13-F667-A38E-96C1F535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BBCD7-71BD-611D-7B93-9220F1425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B24F9-07B0-7392-8DC7-A945C79F8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52FEB-CF61-A03E-BC10-A4412C366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90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141-8758-E48F-A316-4B16A7638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FE47F-B23C-4D35-763F-CE5FCAB06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915FB-AEF0-7ABC-217E-B02E8A2EB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CE043-F8F9-D895-5D07-610314300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50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941E6-3F17-2FBF-D376-2E8B8866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351A6-7E37-8E5B-6BD6-26D21B720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CA74E-64B2-37D0-C28F-7C68B31C1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2630E-3BF5-15CC-5B38-438333C2A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25C4B-7D64-4F15-A04B-3D9FB737DA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9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9" Type="http://schemas.openxmlformats.org/officeDocument/2006/relationships/image" Target="../media/image32.png"/><Relationship Id="rId3" Type="http://schemas.openxmlformats.org/officeDocument/2006/relationships/image" Target="../media/image14.png"/><Relationship Id="rId21" Type="http://schemas.openxmlformats.org/officeDocument/2006/relationships/image" Target="../media/image23.png"/><Relationship Id="rId34" Type="http://schemas.openxmlformats.org/officeDocument/2006/relationships/customXml" Target="../ink/ink15.xml"/><Relationship Id="rId7" Type="http://schemas.openxmlformats.org/officeDocument/2006/relationships/image" Target="../media/image160.png"/><Relationship Id="rId12" Type="http://schemas.openxmlformats.org/officeDocument/2006/relationships/customXml" Target="../ink/ink4.xml"/><Relationship Id="rId17" Type="http://schemas.openxmlformats.org/officeDocument/2006/relationships/image" Target="../media/image21.png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17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8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37" Type="http://schemas.openxmlformats.org/officeDocument/2006/relationships/image" Target="../media/image31.png"/><Relationship Id="rId5" Type="http://schemas.openxmlformats.org/officeDocument/2006/relationships/image" Target="../media/image16.png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28" Type="http://schemas.openxmlformats.org/officeDocument/2006/relationships/customXml" Target="../ink/ink12.xml"/><Relationship Id="rId36" Type="http://schemas.openxmlformats.org/officeDocument/2006/relationships/customXml" Target="../ink/ink16.xml"/><Relationship Id="rId10" Type="http://schemas.openxmlformats.org/officeDocument/2006/relationships/customXml" Target="../ink/ink3.xml"/><Relationship Id="rId19" Type="http://schemas.openxmlformats.org/officeDocument/2006/relationships/image" Target="../media/image22.png"/><Relationship Id="rId31" Type="http://schemas.openxmlformats.org/officeDocument/2006/relationships/image" Target="../media/image28.png"/><Relationship Id="rId4" Type="http://schemas.openxmlformats.org/officeDocument/2006/relationships/image" Target="../media/image15.png"/><Relationship Id="rId9" Type="http://schemas.openxmlformats.org/officeDocument/2006/relationships/image" Target="../media/image170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26.png"/><Relationship Id="rId30" Type="http://schemas.openxmlformats.org/officeDocument/2006/relationships/customXml" Target="../ink/ink13.xml"/><Relationship Id="rId35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18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customXml" Target="../ink/ink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customXml" Target="../ink/ink2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customXml" Target="../ink/ink21.xml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37.png"/><Relationship Id="rId4" Type="http://schemas.openxmlformats.org/officeDocument/2006/relationships/customXml" Target="../ink/ink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customXml" Target="../ink/ink27.xml"/><Relationship Id="rId18" Type="http://schemas.openxmlformats.org/officeDocument/2006/relationships/image" Target="../media/image21.png"/><Relationship Id="rId26" Type="http://schemas.openxmlformats.org/officeDocument/2006/relationships/image" Target="../media/image25.png"/><Relationship Id="rId39" Type="http://schemas.openxmlformats.org/officeDocument/2006/relationships/customXml" Target="../ink/ink40.xml"/><Relationship Id="rId3" Type="http://schemas.openxmlformats.org/officeDocument/2006/relationships/customXml" Target="../ink/ink23.xml"/><Relationship Id="rId21" Type="http://schemas.openxmlformats.org/officeDocument/2006/relationships/customXml" Target="../ink/ink31.xml"/><Relationship Id="rId34" Type="http://schemas.openxmlformats.org/officeDocument/2006/relationships/image" Target="../media/image29.png"/><Relationship Id="rId7" Type="http://schemas.openxmlformats.org/officeDocument/2006/relationships/customXml" Target="../ink/ink24.xml"/><Relationship Id="rId12" Type="http://schemas.openxmlformats.org/officeDocument/2006/relationships/image" Target="../media/image18.png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29" Type="http://schemas.openxmlformats.org/officeDocument/2006/relationships/customXml" Target="../ink/ink35.xml"/><Relationship Id="rId41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26.xml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37" Type="http://schemas.openxmlformats.org/officeDocument/2006/relationships/customXml" Target="../ink/ink39.xml"/><Relationship Id="rId40" Type="http://schemas.openxmlformats.org/officeDocument/2006/relationships/image" Target="../media/image32.png"/><Relationship Id="rId5" Type="http://schemas.openxmlformats.org/officeDocument/2006/relationships/image" Target="../media/image35.png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10" Type="http://schemas.openxmlformats.org/officeDocument/2006/relationships/image" Target="../media/image170.png"/><Relationship Id="rId19" Type="http://schemas.openxmlformats.org/officeDocument/2006/relationships/customXml" Target="../ink/ink30.xml"/><Relationship Id="rId31" Type="http://schemas.openxmlformats.org/officeDocument/2006/relationships/customXml" Target="../ink/ink36.xml"/><Relationship Id="rId9" Type="http://schemas.openxmlformats.org/officeDocument/2006/relationships/customXml" Target="../ink/ink25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Relationship Id="rId27" Type="http://schemas.openxmlformats.org/officeDocument/2006/relationships/customXml" Target="../ink/ink34.xml"/><Relationship Id="rId30" Type="http://schemas.openxmlformats.org/officeDocument/2006/relationships/image" Target="../media/image27.png"/><Relationship Id="rId35" Type="http://schemas.openxmlformats.org/officeDocument/2006/relationships/customXml" Target="../ink/ink3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customXml" Target="../ink/ink45.xml"/><Relationship Id="rId18" Type="http://schemas.openxmlformats.org/officeDocument/2006/relationships/image" Target="../media/image51.png"/><Relationship Id="rId26" Type="http://schemas.openxmlformats.org/officeDocument/2006/relationships/image" Target="../media/image55.png"/><Relationship Id="rId39" Type="http://schemas.openxmlformats.org/officeDocument/2006/relationships/customXml" Target="../ink/ink58.xml"/><Relationship Id="rId3" Type="http://schemas.openxmlformats.org/officeDocument/2006/relationships/image" Target="../media/image44.png"/><Relationship Id="rId21" Type="http://schemas.openxmlformats.org/officeDocument/2006/relationships/customXml" Target="../ink/ink49.xml"/><Relationship Id="rId34" Type="http://schemas.openxmlformats.org/officeDocument/2006/relationships/image" Target="../media/image59.png"/><Relationship Id="rId7" Type="http://schemas.openxmlformats.org/officeDocument/2006/relationships/customXml" Target="../ink/ink42.xml"/><Relationship Id="rId12" Type="http://schemas.openxmlformats.org/officeDocument/2006/relationships/image" Target="../media/image48.png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33" Type="http://schemas.openxmlformats.org/officeDocument/2006/relationships/customXml" Target="../ink/ink55.xml"/><Relationship Id="rId38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0.png"/><Relationship Id="rId20" Type="http://schemas.openxmlformats.org/officeDocument/2006/relationships/image" Target="../media/image52.png"/><Relationship Id="rId29" Type="http://schemas.openxmlformats.org/officeDocument/2006/relationships/customXml" Target="../ink/ink53.xml"/><Relationship Id="rId41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44.xml"/><Relationship Id="rId24" Type="http://schemas.openxmlformats.org/officeDocument/2006/relationships/image" Target="../media/image54.png"/><Relationship Id="rId32" Type="http://schemas.openxmlformats.org/officeDocument/2006/relationships/image" Target="../media/image58.png"/><Relationship Id="rId37" Type="http://schemas.openxmlformats.org/officeDocument/2006/relationships/customXml" Target="../ink/ink57.xml"/><Relationship Id="rId40" Type="http://schemas.openxmlformats.org/officeDocument/2006/relationships/image" Target="../media/image62.png"/><Relationship Id="rId5" Type="http://schemas.openxmlformats.org/officeDocument/2006/relationships/image" Target="../media/image45.png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56.png"/><Relationship Id="rId36" Type="http://schemas.openxmlformats.org/officeDocument/2006/relationships/image" Target="../media/image60.png"/><Relationship Id="rId10" Type="http://schemas.openxmlformats.org/officeDocument/2006/relationships/image" Target="../media/image47.png"/><Relationship Id="rId19" Type="http://schemas.openxmlformats.org/officeDocument/2006/relationships/customXml" Target="../ink/ink48.xml"/><Relationship Id="rId31" Type="http://schemas.openxmlformats.org/officeDocument/2006/relationships/customXml" Target="../ink/ink54.xml"/><Relationship Id="rId4" Type="http://schemas.openxmlformats.org/officeDocument/2006/relationships/customXml" Target="../ink/ink41.xml"/><Relationship Id="rId9" Type="http://schemas.openxmlformats.org/officeDocument/2006/relationships/customXml" Target="../ink/ink43.xml"/><Relationship Id="rId14" Type="http://schemas.openxmlformats.org/officeDocument/2006/relationships/image" Target="../media/image49.png"/><Relationship Id="rId22" Type="http://schemas.openxmlformats.org/officeDocument/2006/relationships/image" Target="../media/image53.png"/><Relationship Id="rId27" Type="http://schemas.openxmlformats.org/officeDocument/2006/relationships/customXml" Target="../ink/ink52.xml"/><Relationship Id="rId30" Type="http://schemas.openxmlformats.org/officeDocument/2006/relationships/image" Target="../media/image57.png"/><Relationship Id="rId35" Type="http://schemas.openxmlformats.org/officeDocument/2006/relationships/customXml" Target="../ink/ink5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13" Type="http://schemas.openxmlformats.org/officeDocument/2006/relationships/customXml" Target="../ink/ink63.xml"/><Relationship Id="rId18" Type="http://schemas.openxmlformats.org/officeDocument/2006/relationships/image" Target="../media/image65.png"/><Relationship Id="rId26" Type="http://schemas.openxmlformats.org/officeDocument/2006/relationships/image" Target="../media/image69.png"/><Relationship Id="rId39" Type="http://schemas.openxmlformats.org/officeDocument/2006/relationships/customXml" Target="../ink/ink76.xml"/><Relationship Id="rId3" Type="http://schemas.openxmlformats.org/officeDocument/2006/relationships/image" Target="../media/image400.png"/><Relationship Id="rId21" Type="http://schemas.openxmlformats.org/officeDocument/2006/relationships/customXml" Target="../ink/ink67.xml"/><Relationship Id="rId34" Type="http://schemas.openxmlformats.org/officeDocument/2006/relationships/image" Target="../media/image73.png"/><Relationship Id="rId7" Type="http://schemas.openxmlformats.org/officeDocument/2006/relationships/customXml" Target="../ink/ink60.xml"/><Relationship Id="rId12" Type="http://schemas.openxmlformats.org/officeDocument/2006/relationships/image" Target="../media/image620.png"/><Relationship Id="rId17" Type="http://schemas.openxmlformats.org/officeDocument/2006/relationships/customXml" Target="../ink/ink65.xml"/><Relationship Id="rId25" Type="http://schemas.openxmlformats.org/officeDocument/2006/relationships/customXml" Target="../ink/ink69.xml"/><Relationship Id="rId33" Type="http://schemas.openxmlformats.org/officeDocument/2006/relationships/customXml" Target="../ink/ink73.xml"/><Relationship Id="rId38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4.png"/><Relationship Id="rId20" Type="http://schemas.openxmlformats.org/officeDocument/2006/relationships/image" Target="../media/image66.png"/><Relationship Id="rId29" Type="http://schemas.openxmlformats.org/officeDocument/2006/relationships/customXml" Target="../ink/ink71.xml"/><Relationship Id="rId41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62.xml"/><Relationship Id="rId24" Type="http://schemas.openxmlformats.org/officeDocument/2006/relationships/image" Target="../media/image68.png"/><Relationship Id="rId32" Type="http://schemas.openxmlformats.org/officeDocument/2006/relationships/image" Target="../media/image72.png"/><Relationship Id="rId37" Type="http://schemas.openxmlformats.org/officeDocument/2006/relationships/customXml" Target="../ink/ink75.xml"/><Relationship Id="rId40" Type="http://schemas.openxmlformats.org/officeDocument/2006/relationships/image" Target="../media/image76.png"/><Relationship Id="rId5" Type="http://schemas.openxmlformats.org/officeDocument/2006/relationships/image" Target="../media/image210.png"/><Relationship Id="rId15" Type="http://schemas.openxmlformats.org/officeDocument/2006/relationships/customXml" Target="../ink/ink64.xml"/><Relationship Id="rId23" Type="http://schemas.openxmlformats.org/officeDocument/2006/relationships/customXml" Target="../ink/ink68.xml"/><Relationship Id="rId28" Type="http://schemas.openxmlformats.org/officeDocument/2006/relationships/image" Target="../media/image70.png"/><Relationship Id="rId36" Type="http://schemas.openxmlformats.org/officeDocument/2006/relationships/image" Target="../media/image74.png"/><Relationship Id="rId10" Type="http://schemas.openxmlformats.org/officeDocument/2006/relationships/image" Target="../media/image610.png"/><Relationship Id="rId19" Type="http://schemas.openxmlformats.org/officeDocument/2006/relationships/customXml" Target="../ink/ink66.xml"/><Relationship Id="rId31" Type="http://schemas.openxmlformats.org/officeDocument/2006/relationships/customXml" Target="../ink/ink72.xml"/><Relationship Id="rId4" Type="http://schemas.openxmlformats.org/officeDocument/2006/relationships/customXml" Target="../ink/ink59.xml"/><Relationship Id="rId9" Type="http://schemas.openxmlformats.org/officeDocument/2006/relationships/customXml" Target="../ink/ink61.xml"/><Relationship Id="rId14" Type="http://schemas.openxmlformats.org/officeDocument/2006/relationships/image" Target="../media/image630.png"/><Relationship Id="rId22" Type="http://schemas.openxmlformats.org/officeDocument/2006/relationships/image" Target="../media/image67.png"/><Relationship Id="rId27" Type="http://schemas.openxmlformats.org/officeDocument/2006/relationships/customXml" Target="../ink/ink70.xml"/><Relationship Id="rId30" Type="http://schemas.openxmlformats.org/officeDocument/2006/relationships/image" Target="../media/image71.png"/><Relationship Id="rId35" Type="http://schemas.openxmlformats.org/officeDocument/2006/relationships/customXml" Target="../ink/ink7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13" Type="http://schemas.openxmlformats.org/officeDocument/2006/relationships/customXml" Target="../ink/ink81.xml"/><Relationship Id="rId18" Type="http://schemas.openxmlformats.org/officeDocument/2006/relationships/image" Target="../media/image65.png"/><Relationship Id="rId26" Type="http://schemas.openxmlformats.org/officeDocument/2006/relationships/image" Target="../media/image69.png"/><Relationship Id="rId39" Type="http://schemas.openxmlformats.org/officeDocument/2006/relationships/customXml" Target="../ink/ink94.xml"/><Relationship Id="rId3" Type="http://schemas.openxmlformats.org/officeDocument/2006/relationships/image" Target="../media/image77.png"/><Relationship Id="rId21" Type="http://schemas.openxmlformats.org/officeDocument/2006/relationships/customXml" Target="../ink/ink85.xml"/><Relationship Id="rId34" Type="http://schemas.openxmlformats.org/officeDocument/2006/relationships/image" Target="../media/image73.png"/><Relationship Id="rId7" Type="http://schemas.openxmlformats.org/officeDocument/2006/relationships/customXml" Target="../ink/ink78.xml"/><Relationship Id="rId12" Type="http://schemas.openxmlformats.org/officeDocument/2006/relationships/image" Target="../media/image620.png"/><Relationship Id="rId17" Type="http://schemas.openxmlformats.org/officeDocument/2006/relationships/customXml" Target="../ink/ink83.xml"/><Relationship Id="rId25" Type="http://schemas.openxmlformats.org/officeDocument/2006/relationships/customXml" Target="../ink/ink87.xml"/><Relationship Id="rId33" Type="http://schemas.openxmlformats.org/officeDocument/2006/relationships/customXml" Target="../ink/ink91.xml"/><Relationship Id="rId38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4.png"/><Relationship Id="rId20" Type="http://schemas.openxmlformats.org/officeDocument/2006/relationships/image" Target="../media/image66.png"/><Relationship Id="rId29" Type="http://schemas.openxmlformats.org/officeDocument/2006/relationships/customXml" Target="../ink/ink89.xml"/><Relationship Id="rId41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80.xml"/><Relationship Id="rId24" Type="http://schemas.openxmlformats.org/officeDocument/2006/relationships/image" Target="../media/image68.png"/><Relationship Id="rId32" Type="http://schemas.openxmlformats.org/officeDocument/2006/relationships/image" Target="../media/image72.png"/><Relationship Id="rId37" Type="http://schemas.openxmlformats.org/officeDocument/2006/relationships/customXml" Target="../ink/ink93.xml"/><Relationship Id="rId40" Type="http://schemas.openxmlformats.org/officeDocument/2006/relationships/image" Target="../media/image76.png"/><Relationship Id="rId5" Type="http://schemas.openxmlformats.org/officeDocument/2006/relationships/image" Target="../media/image210.png"/><Relationship Id="rId15" Type="http://schemas.openxmlformats.org/officeDocument/2006/relationships/customXml" Target="../ink/ink82.xml"/><Relationship Id="rId23" Type="http://schemas.openxmlformats.org/officeDocument/2006/relationships/customXml" Target="../ink/ink86.xml"/><Relationship Id="rId28" Type="http://schemas.openxmlformats.org/officeDocument/2006/relationships/image" Target="../media/image70.png"/><Relationship Id="rId36" Type="http://schemas.openxmlformats.org/officeDocument/2006/relationships/image" Target="../media/image74.png"/><Relationship Id="rId10" Type="http://schemas.openxmlformats.org/officeDocument/2006/relationships/image" Target="../media/image610.png"/><Relationship Id="rId19" Type="http://schemas.openxmlformats.org/officeDocument/2006/relationships/customXml" Target="../ink/ink84.xml"/><Relationship Id="rId31" Type="http://schemas.openxmlformats.org/officeDocument/2006/relationships/customXml" Target="../ink/ink90.xml"/><Relationship Id="rId4" Type="http://schemas.openxmlformats.org/officeDocument/2006/relationships/customXml" Target="../ink/ink77.xml"/><Relationship Id="rId9" Type="http://schemas.openxmlformats.org/officeDocument/2006/relationships/customXml" Target="../ink/ink79.xml"/><Relationship Id="rId14" Type="http://schemas.openxmlformats.org/officeDocument/2006/relationships/image" Target="../media/image630.png"/><Relationship Id="rId22" Type="http://schemas.openxmlformats.org/officeDocument/2006/relationships/image" Target="../media/image67.png"/><Relationship Id="rId27" Type="http://schemas.openxmlformats.org/officeDocument/2006/relationships/customXml" Target="../ink/ink88.xml"/><Relationship Id="rId30" Type="http://schemas.openxmlformats.org/officeDocument/2006/relationships/image" Target="../media/image71.png"/><Relationship Id="rId35" Type="http://schemas.openxmlformats.org/officeDocument/2006/relationships/customXml" Target="../ink/ink9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customXml" Target="../ink/ink99.xml"/><Relationship Id="rId18" Type="http://schemas.openxmlformats.org/officeDocument/2006/relationships/image" Target="../media/image480.png"/><Relationship Id="rId26" Type="http://schemas.openxmlformats.org/officeDocument/2006/relationships/image" Target="../media/image520.png"/><Relationship Id="rId39" Type="http://schemas.openxmlformats.org/officeDocument/2006/relationships/customXml" Target="../ink/ink112.xml"/><Relationship Id="rId3" Type="http://schemas.openxmlformats.org/officeDocument/2006/relationships/image" Target="../media/image451.png"/><Relationship Id="rId21" Type="http://schemas.openxmlformats.org/officeDocument/2006/relationships/customXml" Target="../ink/ink103.xml"/><Relationship Id="rId34" Type="http://schemas.openxmlformats.org/officeDocument/2006/relationships/image" Target="../media/image560.png"/><Relationship Id="rId7" Type="http://schemas.openxmlformats.org/officeDocument/2006/relationships/customXml" Target="../ink/ink96.xml"/><Relationship Id="rId12" Type="http://schemas.openxmlformats.org/officeDocument/2006/relationships/image" Target="../media/image450.png"/><Relationship Id="rId17" Type="http://schemas.openxmlformats.org/officeDocument/2006/relationships/customXml" Target="../ink/ink101.xml"/><Relationship Id="rId25" Type="http://schemas.openxmlformats.org/officeDocument/2006/relationships/customXml" Target="../ink/ink105.xml"/><Relationship Id="rId33" Type="http://schemas.openxmlformats.org/officeDocument/2006/relationships/customXml" Target="../ink/ink109.xml"/><Relationship Id="rId38" Type="http://schemas.openxmlformats.org/officeDocument/2006/relationships/image" Target="../media/image58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70.png"/><Relationship Id="rId20" Type="http://schemas.openxmlformats.org/officeDocument/2006/relationships/image" Target="../media/image490.png"/><Relationship Id="rId29" Type="http://schemas.openxmlformats.org/officeDocument/2006/relationships/customXml" Target="../ink/ink107.xml"/><Relationship Id="rId41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98.xml"/><Relationship Id="rId24" Type="http://schemas.openxmlformats.org/officeDocument/2006/relationships/image" Target="../media/image510.png"/><Relationship Id="rId32" Type="http://schemas.openxmlformats.org/officeDocument/2006/relationships/image" Target="../media/image550.png"/><Relationship Id="rId37" Type="http://schemas.openxmlformats.org/officeDocument/2006/relationships/customXml" Target="../ink/ink111.xml"/><Relationship Id="rId40" Type="http://schemas.openxmlformats.org/officeDocument/2006/relationships/image" Target="../media/image590.png"/><Relationship Id="rId5" Type="http://schemas.openxmlformats.org/officeDocument/2006/relationships/image" Target="../media/image35.png"/><Relationship Id="rId15" Type="http://schemas.openxmlformats.org/officeDocument/2006/relationships/customXml" Target="../ink/ink100.xml"/><Relationship Id="rId23" Type="http://schemas.openxmlformats.org/officeDocument/2006/relationships/customXml" Target="../ink/ink104.xml"/><Relationship Id="rId28" Type="http://schemas.openxmlformats.org/officeDocument/2006/relationships/image" Target="../media/image530.png"/><Relationship Id="rId36" Type="http://schemas.openxmlformats.org/officeDocument/2006/relationships/image" Target="../media/image570.png"/><Relationship Id="rId10" Type="http://schemas.openxmlformats.org/officeDocument/2006/relationships/image" Target="../media/image440.png"/><Relationship Id="rId19" Type="http://schemas.openxmlformats.org/officeDocument/2006/relationships/customXml" Target="../ink/ink102.xml"/><Relationship Id="rId31" Type="http://schemas.openxmlformats.org/officeDocument/2006/relationships/customXml" Target="../ink/ink108.xml"/><Relationship Id="rId4" Type="http://schemas.openxmlformats.org/officeDocument/2006/relationships/customXml" Target="../ink/ink95.xml"/><Relationship Id="rId9" Type="http://schemas.openxmlformats.org/officeDocument/2006/relationships/customXml" Target="../ink/ink97.xml"/><Relationship Id="rId14" Type="http://schemas.openxmlformats.org/officeDocument/2006/relationships/image" Target="../media/image460.png"/><Relationship Id="rId22" Type="http://schemas.openxmlformats.org/officeDocument/2006/relationships/image" Target="../media/image500.png"/><Relationship Id="rId27" Type="http://schemas.openxmlformats.org/officeDocument/2006/relationships/customXml" Target="../ink/ink106.xml"/><Relationship Id="rId30" Type="http://schemas.openxmlformats.org/officeDocument/2006/relationships/image" Target="../media/image540.png"/><Relationship Id="rId35" Type="http://schemas.openxmlformats.org/officeDocument/2006/relationships/customXml" Target="../ink/ink1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7.png"/><Relationship Id="rId4" Type="http://schemas.openxmlformats.org/officeDocument/2006/relationships/customXml" Target="../ink/ink1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9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customXml" Target="../ink/ink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615C2-5360-C9A9-C348-A1ECFFC8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2ED6-1B46-6DE6-74DC-00D8FD414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7006C-0CAD-392E-70B3-4C0E85C97AC2}"/>
              </a:ext>
            </a:extLst>
          </p:cNvPr>
          <p:cNvSpPr txBox="1"/>
          <p:nvPr/>
        </p:nvSpPr>
        <p:spPr>
          <a:xfrm>
            <a:off x="157568" y="784122"/>
            <a:ext cx="983682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roll a pair of dice.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probability that either first number is even </a:t>
            </a:r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second number is odd?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F39995-326F-C7F1-2731-69B7B8F1E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798" y="1490462"/>
            <a:ext cx="4723486" cy="33558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A5ADA4-D1AC-94F2-9508-F2D6090C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976" y="2822502"/>
            <a:ext cx="716039" cy="7634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5BC596-BF97-2F48-B5E3-A72725D6D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446" y="4988185"/>
            <a:ext cx="711554" cy="7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9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F5FC-E2C6-74E1-664A-1EBD427B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D829-E217-2970-F4BE-6EFBADA0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70266"/>
            <a:ext cx="11466576" cy="54899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Probability: Definition (Review)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" y="768096"/>
                <a:ext cx="12097512" cy="5943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Probability of an event E: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Or,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Here,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1800" dirty="0"/>
                  <a:t> = number (size) of elements in event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1800" dirty="0"/>
                  <a:t>= total number (size) of elements in sample space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Example</a:t>
                </a:r>
                <a:r>
                  <a:rPr lang="en-US" sz="1800" dirty="0"/>
                  <a:t>: In 2-coin toss, what is the probability of getting </a:t>
                </a:r>
                <a:r>
                  <a:rPr lang="en-US" sz="1800" b="1" dirty="0"/>
                  <a:t>both heads</a:t>
                </a:r>
                <a:r>
                  <a:rPr lang="en-US" sz="1800" dirty="0"/>
                  <a:t>?</a:t>
                </a:r>
              </a:p>
              <a:p>
                <a:pPr marL="0" indent="0">
                  <a:buNone/>
                </a:pPr>
                <a:r>
                  <a:rPr lang="en-US" sz="1800" dirty="0"/>
                  <a:t>Ans: Here sample space is Ω = {HH, HT, TH, TT}. Size is |Ω| = 4</a:t>
                </a:r>
              </a:p>
              <a:p>
                <a:pPr marL="0" indent="0">
                  <a:buNone/>
                </a:pPr>
                <a:r>
                  <a:rPr lang="en-US" sz="1800" dirty="0"/>
                  <a:t>The event E is both toss are heads: E = {HH}. Size is |E| = 1</a:t>
                </a:r>
              </a:p>
              <a:p>
                <a:pPr marL="0" indent="0">
                  <a:buNone/>
                </a:pPr>
                <a:r>
                  <a:rPr lang="en-US" sz="1800" dirty="0"/>
                  <a:t> P(E) = 1/4.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" y="768096"/>
                <a:ext cx="12097512" cy="5943600"/>
              </a:xfrm>
              <a:blipFill>
                <a:blip r:embed="rId2"/>
                <a:stretch>
                  <a:fillRect l="-454" t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7429290-F27B-91B6-F689-761B64F4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341" y="958757"/>
            <a:ext cx="2101795" cy="1160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CFC45-4B45-92DE-9840-9B7B34839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334" y="1294114"/>
            <a:ext cx="5506218" cy="102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E2DDE-D150-57FD-F8B4-2BF14496C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334" y="2458396"/>
            <a:ext cx="1657581" cy="781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BEE8A0-082C-F027-AEF2-05BB85BA7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230" y="4472445"/>
            <a:ext cx="3284019" cy="2185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5B466E-676D-AF16-7EEF-F4F6E1A61C07}"/>
              </a:ext>
            </a:extLst>
          </p:cNvPr>
          <p:cNvSpPr txBox="1"/>
          <p:nvPr/>
        </p:nvSpPr>
        <p:spPr>
          <a:xfrm>
            <a:off x="9053726" y="3318660"/>
            <a:ext cx="69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56D524-25DA-D328-2352-F4F032E9584D}"/>
              </a:ext>
            </a:extLst>
          </p:cNvPr>
          <p:cNvSpPr txBox="1"/>
          <p:nvPr/>
        </p:nvSpPr>
        <p:spPr>
          <a:xfrm>
            <a:off x="10127397" y="3306195"/>
            <a:ext cx="69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coin2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F23F52-4EFB-B963-F7F4-7E1F8E73B5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1752" y="3592047"/>
            <a:ext cx="1046239" cy="8339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346328E-2441-EC6C-C2C6-D8EA3EBCF5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2110" y="3639693"/>
            <a:ext cx="974474" cy="77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D0C9B-336B-BDD6-0393-9661F620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B99-4024-E4A3-EE08-1A6FC2B8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70266"/>
            <a:ext cx="11466576" cy="54899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389C8-EFA0-4BD6-2F46-AAC03EAF2F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872" y="777240"/>
                <a:ext cx="11798808" cy="5696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u="sng" dirty="0"/>
                  <a:t>Important Properties: </a:t>
                </a:r>
                <a:r>
                  <a:rPr lang="en-US" sz="2000" u="sng" dirty="0"/>
                  <a:t>(Die example)</a:t>
                </a:r>
              </a:p>
              <a:p>
                <a:pPr marL="0" indent="0">
                  <a:buNone/>
                </a:pPr>
                <a:r>
                  <a:rPr lang="en-US" sz="2000" dirty="0"/>
                  <a:t>1) 0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000" dirty="0"/>
                  <a:t> P(E)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000" dirty="0"/>
                  <a:t>  1   </a:t>
                </a:r>
              </a:p>
              <a:p>
                <a:pPr marL="0" indent="0">
                  <a:buNone/>
                </a:pPr>
                <a:r>
                  <a:rPr lang="en-US" sz="2000" dirty="0"/>
                  <a:t>Probability of an event is always between 0 and 1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E.g.: P(even number) , P({5}), P({9}) are all between 0 and 1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2) P(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/>
                  <a:t>) = 1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Sum of probabilities of sample space is 1</a:t>
                </a:r>
              </a:p>
              <a:p>
                <a:pPr marL="0" indent="0">
                  <a:buNone/>
                </a:pPr>
                <a:r>
                  <a:rPr lang="en-US" sz="2000" dirty="0"/>
                  <a:t>E.g.: P(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1800" dirty="0"/>
                  <a:t> = {1,2,3,4,5,6}</a:t>
                </a:r>
                <a:r>
                  <a:rPr lang="en-US" sz="2000" dirty="0"/>
                  <a:t> )  = 1/6 + 1/6 + 1/6 + 1/6 + 1/6 + 1/6 = 1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3) P(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dirty="0"/>
                  <a:t>) = 0</a:t>
                </a:r>
              </a:p>
              <a:p>
                <a:pPr marL="0" indent="0">
                  <a:buNone/>
                </a:pPr>
                <a:r>
                  <a:rPr lang="en-US" sz="2000" dirty="0"/>
                  <a:t>Probability of an event that is </a:t>
                </a:r>
                <a:r>
                  <a:rPr lang="en-US" sz="2000" b="1" dirty="0"/>
                  <a:t>not in</a:t>
                </a:r>
                <a:r>
                  <a:rPr lang="en-US" sz="2000" dirty="0"/>
                  <a:t> sample space is 0</a:t>
                </a:r>
              </a:p>
              <a:p>
                <a:pPr marL="0" indent="0">
                  <a:buNone/>
                </a:pPr>
                <a:r>
                  <a:rPr lang="en-US" sz="2000" dirty="0"/>
                  <a:t>E.g.: Probability of getting 8 = P({8}) = 0 </a:t>
                </a:r>
              </a:p>
              <a:p>
                <a:pPr marL="457200" indent="-457200">
                  <a:buFont typeface="Arial" panose="020B0604020202020204" pitchFamily="34" charset="0"/>
                  <a:buAutoNum type="arabicParenR"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4) P(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sz="2000" dirty="0"/>
                  <a:t> ) = 1 – P(E)    </a:t>
                </a:r>
                <a:r>
                  <a:rPr lang="en-US" sz="2000" b="1" dirty="0"/>
                  <a:t>Complementary Rule   </a:t>
                </a:r>
              </a:p>
              <a:p>
                <a:pPr marL="0" indent="0">
                  <a:buNone/>
                </a:pPr>
                <a:r>
                  <a:rPr lang="en-US" sz="2000" dirty="0"/>
                  <a:t>E.g.: P(not getting 4) = 1 – P(getting 4) = 1 – 1/6 = 5/6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389C8-EFA0-4BD6-2F46-AAC03EAF2F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872" y="777240"/>
                <a:ext cx="11798808" cy="5696712"/>
              </a:xfrm>
              <a:blipFill>
                <a:blip r:embed="rId2"/>
                <a:stretch>
                  <a:fillRect l="-568" t="-1178" b="-6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05BEF3F-D527-7B83-4F3E-23258989D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466" y="530512"/>
            <a:ext cx="2101795" cy="1160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9908ED-7155-D2C8-D4D7-E5A213830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2968" y="2688872"/>
            <a:ext cx="2101795" cy="224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8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D998-4876-B45D-66A2-6D5DBF817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3FAD-0A06-2DB0-7FA9-4C7201A1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Rule: Disjoint Events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70471-26A8-D20F-3640-96E4925B6944}"/>
                  </a:ext>
                </a:extLst>
              </p:cNvPr>
              <p:cNvSpPr txBox="1"/>
              <p:nvPr/>
            </p:nvSpPr>
            <p:spPr>
              <a:xfrm>
                <a:off x="331304" y="957858"/>
                <a:ext cx="10031896" cy="5755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events are 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mutually exclusive events or disjoint events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if they cannot occur at the same time </a:t>
                </a: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(i.e., they have no outcomes in common)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A and B are 2  disjoint events, then we denote them as </a:t>
                </a:r>
              </a:p>
              <a:p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A and B = </a:t>
                </a:r>
                <a14:m>
                  <m:oMath xmlns:m="http://schemas.openxmlformats.org/officeDocument/2006/math">
                    <m:r>
                      <a:rPr lang="en-US" sz="1600" b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(null set or empty set)</a:t>
                </a:r>
                <a:endParaRPr lang="en-US" sz="16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=&gt; A  </a:t>
                </a:r>
                <a14:m>
                  <m:oMath xmlns:m="http://schemas.openxmlformats.org/officeDocument/2006/math">
                    <m:r>
                      <a:rPr lang="en-US" sz="16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B  = </a:t>
                </a:r>
                <a14:m>
                  <m:oMath xmlns:m="http://schemas.openxmlformats.org/officeDocument/2006/math">
                    <m:r>
                      <a:rPr lang="en-US" sz="16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sz="16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Examples of disjoint event: 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Rolling a die and getting an odd number  {1, 3, 5}</a:t>
                </a: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Rolling a die and getting an even number : {2, 4, 6}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 </a:t>
                </a:r>
                <a14:m>
                  <m:oMath xmlns:m="http://schemas.openxmlformats.org/officeDocument/2006/math">
                    <m:r>
                      <a:rPr lang="en-US" sz="1600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B =  </a:t>
                </a:r>
                <a14:m>
                  <m:oMath xmlns:m="http://schemas.openxmlformats.org/officeDocument/2006/math">
                    <m:r>
                      <a:rPr lang="en-US" sz="16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Randomly selecting a person with type A blood</a:t>
                </a: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Randomly selecting a person with type O blood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 </a:t>
                </a:r>
                <a14:m>
                  <m:oMath xmlns:m="http://schemas.openxmlformats.org/officeDocument/2006/math">
                    <m:r>
                      <a:rPr lang="en-US" sz="1600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B =  </a:t>
                </a:r>
                <a14:m>
                  <m:oMath xmlns:m="http://schemas.openxmlformats.org/officeDocument/2006/math">
                    <m:r>
                      <a:rPr lang="en-US" sz="16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Examples of non-disjoint event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Rolling a die and getting an odd number  {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3, 5}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Rolling a die and getting a number less than 3 : {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2}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 </a:t>
                </a:r>
                <a14:m>
                  <m:oMath xmlns:m="http://schemas.openxmlformats.org/officeDocument/2006/math">
                    <m:r>
                      <a:rPr lang="en-US" sz="1600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B = {1}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Randomly selecting a person with type A blood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Randomly selecting a person with gender as male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B = Set of all males who have type A blood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70471-26A8-D20F-3640-96E4925B6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04" y="957858"/>
                <a:ext cx="10031896" cy="5755422"/>
              </a:xfrm>
              <a:prstGeom prst="rect">
                <a:avLst/>
              </a:prstGeom>
              <a:blipFill>
                <a:blip r:embed="rId3"/>
                <a:stretch>
                  <a:fillRect l="-304" t="-318" b="-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6F5E0D3-B8B3-07FC-E1B1-41C5AE5B0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978" y="4143538"/>
            <a:ext cx="3412651" cy="21078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678EE3-24F9-7853-DAC7-FA06D7B56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978" y="1477841"/>
            <a:ext cx="3232444" cy="20863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E7F59C-66EA-47D8-D620-6C4FFF74AF72}"/>
              </a:ext>
            </a:extLst>
          </p:cNvPr>
          <p:cNvSpPr txBox="1"/>
          <p:nvPr/>
        </p:nvSpPr>
        <p:spPr>
          <a:xfrm>
            <a:off x="10405872" y="1249241"/>
            <a:ext cx="150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Venn Diagram</a:t>
            </a:r>
          </a:p>
        </p:txBody>
      </p:sp>
    </p:spTree>
    <p:extLst>
      <p:ext uri="{BB962C8B-B14F-4D97-AF65-F5344CB8AC3E}">
        <p14:creationId xmlns:p14="http://schemas.microsoft.com/office/powerpoint/2010/main" val="1419987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0803E-9D2E-9491-D33D-3F5B2299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0EF2-ABF4-D8D0-E3E5-9F09F60E0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6B0B1-1417-8790-697A-676BCAFED924}"/>
                  </a:ext>
                </a:extLst>
              </p:cNvPr>
              <p:cNvSpPr txBox="1"/>
              <p:nvPr/>
            </p:nvSpPr>
            <p:spPr>
              <a:xfrm>
                <a:off x="331304" y="784122"/>
                <a:ext cx="6627280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General addition rule: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algn="ctr"/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or B) = P(A) + P(B) – P( A and B )</a:t>
                </a:r>
              </a:p>
              <a:p>
                <a:pPr algn="ctr"/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algn="ctr"/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Special case: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A and B are disjoint, then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0.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 this case,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6B0B1-1417-8790-697A-676BCAFED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04" y="784122"/>
                <a:ext cx="6627280" cy="5632311"/>
              </a:xfrm>
              <a:prstGeom prst="rect">
                <a:avLst/>
              </a:prstGeom>
              <a:blipFill>
                <a:blip r:embed="rId3"/>
                <a:stretch>
                  <a:fillRect l="-1379" t="-866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3226D0D-3145-7A00-246F-9241B935E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795" y="1012180"/>
            <a:ext cx="3676429" cy="20510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855434-2C7E-7949-557F-438320FCA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795" y="4295770"/>
            <a:ext cx="3908673" cy="2120663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428E4D0C-AEAE-D356-2C6C-675233C24405}"/>
              </a:ext>
            </a:extLst>
          </p:cNvPr>
          <p:cNvGrpSpPr/>
          <p:nvPr/>
        </p:nvGrpSpPr>
        <p:grpSpPr>
          <a:xfrm>
            <a:off x="9420984" y="1825776"/>
            <a:ext cx="1386360" cy="1499040"/>
            <a:chOff x="9420984" y="1825776"/>
            <a:chExt cx="1386360" cy="14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0BADD4-0B79-E04E-180F-72829899AC2A}"/>
                    </a:ext>
                  </a:extLst>
                </p14:cNvPr>
                <p14:cNvContentPartPr/>
                <p14:nvPr/>
              </p14:nvContentPartPr>
              <p14:xfrm>
                <a:off x="9550944" y="1825776"/>
                <a:ext cx="174240" cy="80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0BADD4-0B79-E04E-180F-72829899AC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33304" y="1808136"/>
                  <a:ext cx="209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461BF7-3B4C-F595-1002-288E3CAE266F}"/>
                    </a:ext>
                  </a:extLst>
                </p14:cNvPr>
                <p14:cNvContentPartPr/>
                <p14:nvPr/>
              </p14:nvContentPartPr>
              <p14:xfrm>
                <a:off x="9493704" y="1877976"/>
                <a:ext cx="277920" cy="131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461BF7-3B4C-F595-1002-288E3CAE26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75704" y="1859976"/>
                  <a:ext cx="313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5F4B8A-C23D-CC72-7A9B-6A4BEF4E2F33}"/>
                    </a:ext>
                  </a:extLst>
                </p14:cNvPr>
                <p14:cNvContentPartPr/>
                <p14:nvPr/>
              </p14:nvContentPartPr>
              <p14:xfrm>
                <a:off x="9420984" y="1948176"/>
                <a:ext cx="397440" cy="184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5F4B8A-C23D-CC72-7A9B-6A4BEF4E2F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02984" y="1930536"/>
                  <a:ext cx="433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3CD6E90-5A68-43F9-09B6-45477A7ED66D}"/>
                    </a:ext>
                  </a:extLst>
                </p14:cNvPr>
                <p14:cNvContentPartPr/>
                <p14:nvPr/>
              </p14:nvContentPartPr>
              <p14:xfrm>
                <a:off x="9444384" y="2024856"/>
                <a:ext cx="425880" cy="225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3CD6E90-5A68-43F9-09B6-45477A7ED6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6384" y="2007216"/>
                  <a:ext cx="461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5FE1D5-138C-3A4D-698B-52473013A793}"/>
                    </a:ext>
                  </a:extLst>
                </p14:cNvPr>
                <p14:cNvContentPartPr/>
                <p14:nvPr/>
              </p14:nvContentPartPr>
              <p14:xfrm>
                <a:off x="9451224" y="2092176"/>
                <a:ext cx="463680" cy="22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5FE1D5-138C-3A4D-698B-52473013A79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33584" y="2074536"/>
                  <a:ext cx="499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55E0C7-C3E3-B20F-3DBB-EEADDC875D20}"/>
                    </a:ext>
                  </a:extLst>
                </p14:cNvPr>
                <p14:cNvContentPartPr/>
                <p14:nvPr/>
              </p14:nvContentPartPr>
              <p14:xfrm>
                <a:off x="9510624" y="2189736"/>
                <a:ext cx="405360" cy="18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55E0C7-C3E3-B20F-3DBB-EEADDC875D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92624" y="2172096"/>
                  <a:ext cx="441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E7A1979-0D2F-A30E-8481-A1C2BF3D3E4C}"/>
                    </a:ext>
                  </a:extLst>
                </p14:cNvPr>
                <p14:cNvContentPartPr/>
                <p14:nvPr/>
              </p14:nvContentPartPr>
              <p14:xfrm>
                <a:off x="9521424" y="2309256"/>
                <a:ext cx="361800" cy="14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E7A1979-0D2F-A30E-8481-A1C2BF3D3E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03424" y="2291616"/>
                  <a:ext cx="39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9384F33-2AE1-632A-8293-6B27354822F7}"/>
                    </a:ext>
                  </a:extLst>
                </p14:cNvPr>
                <p14:cNvContentPartPr/>
                <p14:nvPr/>
              </p14:nvContentPartPr>
              <p14:xfrm>
                <a:off x="9580464" y="2381976"/>
                <a:ext cx="343080" cy="14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9384F33-2AE1-632A-8293-6B27354822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62824" y="2363976"/>
                  <a:ext cx="378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06C562-0745-1B55-036B-B15E19F346A7}"/>
                    </a:ext>
                  </a:extLst>
                </p14:cNvPr>
                <p14:cNvContentPartPr/>
                <p14:nvPr/>
              </p14:nvContentPartPr>
              <p14:xfrm>
                <a:off x="9604944" y="2485296"/>
                <a:ext cx="247680" cy="12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D06C562-0745-1B55-036B-B15E19F346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86944" y="2467656"/>
                  <a:ext cx="28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59098D-4795-1565-FE52-2A5E2CCD4ECC}"/>
                    </a:ext>
                  </a:extLst>
                </p14:cNvPr>
                <p14:cNvContentPartPr/>
                <p14:nvPr/>
              </p14:nvContentPartPr>
              <p14:xfrm>
                <a:off x="9651744" y="2585736"/>
                <a:ext cx="189000" cy="8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59098D-4795-1565-FE52-2A5E2CCD4EC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33744" y="2568096"/>
                  <a:ext cx="224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7483A9-4890-DC74-46D6-EA04DA644852}"/>
                    </a:ext>
                  </a:extLst>
                </p14:cNvPr>
                <p14:cNvContentPartPr/>
                <p14:nvPr/>
              </p14:nvContentPartPr>
              <p14:xfrm>
                <a:off x="9648864" y="2664936"/>
                <a:ext cx="178920" cy="501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7483A9-4890-DC74-46D6-EA04DA64485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30864" y="2647296"/>
                  <a:ext cx="21456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05F6FF-2CC9-97C0-CD90-CC67CD4B0A9F}"/>
                    </a:ext>
                  </a:extLst>
                </p14:cNvPr>
                <p14:cNvContentPartPr/>
                <p14:nvPr/>
              </p14:nvContentPartPr>
              <p14:xfrm>
                <a:off x="9834984" y="3119256"/>
                <a:ext cx="49320" cy="97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05F6FF-2CC9-97C0-CD90-CC67CD4B0A9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16984" y="3101256"/>
                  <a:ext cx="84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73E42AC-0472-143D-EFF4-A54C61419774}"/>
                    </a:ext>
                  </a:extLst>
                </p14:cNvPr>
                <p14:cNvContentPartPr/>
                <p14:nvPr/>
              </p14:nvContentPartPr>
              <p14:xfrm>
                <a:off x="10053504" y="3123576"/>
                <a:ext cx="178200" cy="201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73E42AC-0472-143D-EFF4-A54C614197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35864" y="3105936"/>
                  <a:ext cx="213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1348AD-9A0F-B0A7-5D5C-ADD22F676379}"/>
                    </a:ext>
                  </a:extLst>
                </p14:cNvPr>
                <p14:cNvContentPartPr/>
                <p14:nvPr/>
              </p14:nvContentPartPr>
              <p14:xfrm>
                <a:off x="10122624" y="3250296"/>
                <a:ext cx="79200" cy="4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1348AD-9A0F-B0A7-5D5C-ADD22F67637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04984" y="3232656"/>
                  <a:ext cx="114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6BAC82-DE61-C44C-9AFE-969893FA87F1}"/>
                    </a:ext>
                  </a:extLst>
                </p14:cNvPr>
                <p14:cNvContentPartPr/>
                <p14:nvPr/>
              </p14:nvContentPartPr>
              <p14:xfrm>
                <a:off x="10339704" y="3145896"/>
                <a:ext cx="142560" cy="167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6BAC82-DE61-C44C-9AFE-969893FA87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22064" y="3128256"/>
                  <a:ext cx="17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0CE185-283F-5214-721A-CC1A3C43AB83}"/>
                    </a:ext>
                  </a:extLst>
                </p14:cNvPr>
                <p14:cNvContentPartPr/>
                <p14:nvPr/>
              </p14:nvContentPartPr>
              <p14:xfrm>
                <a:off x="10618344" y="3155616"/>
                <a:ext cx="44280" cy="120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0CE185-283F-5214-721A-CC1A3C43AB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00344" y="3137976"/>
                  <a:ext cx="79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7B3236-BC15-3A9F-AB1F-4A1D954CD211}"/>
                    </a:ext>
                  </a:extLst>
                </p14:cNvPr>
                <p14:cNvContentPartPr/>
                <p14:nvPr/>
              </p14:nvContentPartPr>
              <p14:xfrm>
                <a:off x="10650024" y="3143376"/>
                <a:ext cx="157320" cy="157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7B3236-BC15-3A9F-AB1F-4A1D954CD2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32024" y="3125376"/>
                  <a:ext cx="192960" cy="192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018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FEC6-62A9-B8B0-9ED8-7B794432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3D30-FDA1-26A7-CB00-57BCEAE5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3EE43F-E9BE-5177-2DF3-611DF5E3365C}"/>
                  </a:ext>
                </a:extLst>
              </p:cNvPr>
              <p:cNvSpPr txBox="1"/>
              <p:nvPr/>
            </p:nvSpPr>
            <p:spPr>
              <a:xfrm>
                <a:off x="267296" y="693144"/>
                <a:ext cx="10888384" cy="6247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you randomly select a whole number between 1 and 13.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is it multiple of 2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or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multiple of 3 ?</a:t>
                </a:r>
              </a:p>
              <a:p>
                <a:pPr marL="514350" indent="-514350">
                  <a:buAutoNum type="arabicParenR"/>
                </a:pPr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sample space is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{1, 2, 3, 4, 5, 6, 7, 8, 9, 10, 11, 12, 13}</a:t>
                </a:r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</a:t>
                </a:r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Randomly selecting whole number between 1 and 13 that is multiple of 2. A = { 2, 4, 6, 8, 10, 12 }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Randomly selecting whole number between 1 and 13 that is multiple of 3.  B = { 3, 6, 9, 12 }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I have to find P(A U B).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numbers that are multiple of 2 </a:t>
                </a:r>
                <a:r>
                  <a:rPr lang="en-US" sz="2000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3 =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{6, 12}.</a:t>
                </a:r>
              </a:p>
              <a:p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P(A) = 6/13 ;        P(B) = 4/13;             P(A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2/13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P(A U B)  = P(A)  +   P(B)   –    P(A </a:t>
                </a:r>
                <a14:m>
                  <m:oMath xmlns:m="http://schemas.openxmlformats.org/officeDocument/2006/math">
                    <m:r>
                      <a:rPr lang="en-US" sz="2000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</a:t>
                </a:r>
              </a:p>
              <a:p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6/13 +  4/13  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–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2/13       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= 8/13 = 0.615</a:t>
                </a:r>
              </a:p>
              <a:p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3EE43F-E9BE-5177-2DF3-611DF5E33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96" y="693144"/>
                <a:ext cx="10888384" cy="6247864"/>
              </a:xfrm>
              <a:prstGeom prst="rect">
                <a:avLst/>
              </a:prstGeom>
              <a:blipFill>
                <a:blip r:embed="rId3"/>
                <a:stretch>
                  <a:fillRect l="-616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D23A7C1-FCAC-7099-616A-608B312E5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886" y="3319272"/>
            <a:ext cx="4723641" cy="25980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571870-B49D-6D5A-F92A-530549435FA7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571870-B49D-6D5A-F92A-530549435F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9864" y="5978376"/>
                <a:ext cx="15876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436F2-C04E-DF27-CC8E-284C57BA1957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436F2-C04E-DF27-CC8E-284C57BA1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228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9C3A-C638-80BB-813F-FB09E408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2AA5-9390-A5EE-EF0F-6DBD6E764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40CF29-6456-3CBE-54DF-A49B0884B4C3}"/>
                  </a:ext>
                </a:extLst>
              </p:cNvPr>
              <p:cNvSpPr txBox="1"/>
              <p:nvPr/>
            </p:nvSpPr>
            <p:spPr>
              <a:xfrm>
                <a:off x="157568" y="756690"/>
                <a:ext cx="9023008" cy="5355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you randomly select a whole number between 1 and 13.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it is an even number less than 9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or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 odd number more than 6 ?</a:t>
                </a:r>
              </a:p>
              <a:p>
                <a:pPr marL="514350" indent="-514350">
                  <a:buAutoNum type="arabicParenR"/>
                </a:pP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sample space is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{1, 2, 3, 4, 5, 6, 7, 8, 9, 10, 11, 12, 13}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Randomly selecting an even number less than 9.   A = { 2, 4, 6, 8 }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Randomly selecting an odd number more than 6.  B = { 7, 9, 11, 13 }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I have to find P(A U B).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see that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=  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(an empty set AKA null set)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Here, P(A) = 4/13;        P(B) = 4/13;        P(A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0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P(A U B)  = P(A)   +   P(B)    –     P( A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) 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4/13  +   4/13   –         0            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= 8/13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40CF29-6456-3CBE-54DF-A49B0884B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56690"/>
                <a:ext cx="9023008" cy="5355312"/>
              </a:xfrm>
              <a:prstGeom prst="rect">
                <a:avLst/>
              </a:prstGeom>
              <a:blipFill>
                <a:blip r:embed="rId3"/>
                <a:stretch>
                  <a:fillRect l="-608" t="-569" b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23A170-45F4-8781-8255-7EF33B8D09D7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23A170-45F4-8781-8255-7EF33B8D09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064C25-BBEB-D3E1-B0D0-0252C79BC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783" y="2473759"/>
            <a:ext cx="4143953" cy="22101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93B982-1D5F-2FA3-8B45-084BE571D546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93B982-1D5F-2FA3-8B45-084BE571D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29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CF47-280B-600F-C9D9-1806E91B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721D-A159-633C-85FE-A717442E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D9E2B9-A84E-E60D-7435-441BE06AF97E}"/>
                  </a:ext>
                </a:extLst>
              </p:cNvPr>
              <p:cNvSpPr txBox="1"/>
              <p:nvPr/>
            </p:nvSpPr>
            <p:spPr>
              <a:xfrm>
                <a:off x="157568" y="784122"/>
                <a:ext cx="9836824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we roll a pair of dice.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the sum of the two dice is 7 or number on the first die is 4?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sample space is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is shown on figure.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Sum of 2 dice is 7:         A = {(6,1), (5,2), (4,3), (3,4), (2,5), (1,6)}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Number of 1</a:t>
                </a:r>
                <a:r>
                  <a:rPr lang="en-US" baseline="30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die is 4 : B = {(4,1), (4,2), (4,3), (4,4), (4,5), (4,6)}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I have to find P(A U B).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sum of the two dice is 7 </a:t>
                </a:r>
                <a:r>
                  <a:rPr lang="en-US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number on the first die is 4 =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{(4,3)}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P(A) = 6/36 ;        P(B) = 6/36;             P(A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1/36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P(A U B)  = P(A)  +  P(B) – P(A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6/36 +  6/36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–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1/36      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= 11/36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D9E2B9-A84E-E60D-7435-441BE06AF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84122"/>
                <a:ext cx="9836824" cy="5909310"/>
              </a:xfrm>
              <a:prstGeom prst="rect">
                <a:avLst/>
              </a:prstGeom>
              <a:blipFill>
                <a:blip r:embed="rId3"/>
                <a:stretch>
                  <a:fillRect l="-558" t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7B8B42-8723-F6E7-F391-C821E25423F5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7B8B42-8723-F6E7-F391-C821E25423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D9D0AE0-B952-3112-D0BC-022991D44B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438" y="1307592"/>
            <a:ext cx="3911994" cy="2779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7C8246-8BE3-2493-26C0-E27581CEF8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4392" y="4257679"/>
            <a:ext cx="661574" cy="7054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79E5A4-5593-7D19-3FD3-BA32A2E7DA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3403" y="2185385"/>
            <a:ext cx="661574" cy="7054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28BE3-42AD-CDBC-97FE-8B2D189D86C2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228BE3-42AD-CDBC-97FE-8B2D189D8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868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EAA9-A460-85FF-8B40-7FC37279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CD98-D447-49C8-D78F-03740D83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89511-D2D4-38F8-D10F-51F72388EB03}"/>
                  </a:ext>
                </a:extLst>
              </p:cNvPr>
              <p:cNvSpPr txBox="1"/>
              <p:nvPr/>
            </p:nvSpPr>
            <p:spPr>
              <a:xfrm>
                <a:off x="157568" y="784122"/>
                <a:ext cx="8382928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we roll a pair of dice.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either first number is even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 second number is odd?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</a:p>
              <a:p>
                <a:pPr marL="342900" indent="-342900">
                  <a:buAutoNum type="arabicParenR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First number is even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  will have 18 elements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Second number is odd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  will have 18 elements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have to find P(A U B).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|A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B|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|first number is even </a:t>
                </a:r>
                <a:r>
                  <a:rPr lang="en-US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second number is odd| =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9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P(A) = 18/36 ;        P(B) = 18/36;             P(A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9/36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P(A U B)  = P(A)   +  P(B)   – P(A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18/36 +  18/36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–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9/36     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= 27/36    = 3/4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89511-D2D4-38F8-D10F-51F72388E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84122"/>
                <a:ext cx="8382928" cy="5909310"/>
              </a:xfrm>
              <a:prstGeom prst="rect">
                <a:avLst/>
              </a:prstGeom>
              <a:blipFill>
                <a:blip r:embed="rId3"/>
                <a:stretch>
                  <a:fillRect l="-655" t="-619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A633B6C-24C9-A145-E368-4C41ED3900C1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A633B6C-24C9-A145-E368-4C41ED3900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2D00D72-D9F5-2354-4FB9-BA5A8B1C5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685" y="1184818"/>
            <a:ext cx="3743649" cy="26597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7E2A68-B4E1-020F-6AB8-007B7C9B64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1127" y="3543343"/>
            <a:ext cx="448356" cy="478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32ED4D-CC40-C9B0-A139-33FC59CB21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9327" y="1741270"/>
            <a:ext cx="423724" cy="451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DE42D2-A927-B35D-DE78-E092EB0180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3051" y="4198278"/>
            <a:ext cx="3954453" cy="26127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AEEE30-7938-F6F8-541B-35D572B60CDA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AEEE30-7938-F6F8-541B-35D572B60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79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AC7CD-F06B-1B14-311E-DC93ED91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75531-A8EF-1221-AB51-2772DD08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841"/>
            <a:ext cx="10515600" cy="5002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B8DC43-D1ED-F306-743E-3011DBDAB6EE}"/>
                  </a:ext>
                </a:extLst>
              </p:cNvPr>
              <p:cNvSpPr txBox="1"/>
              <p:nvPr/>
            </p:nvSpPr>
            <p:spPr>
              <a:xfrm>
                <a:off x="157568" y="738402"/>
                <a:ext cx="11802784" cy="6085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A square dartboard has corners at the points (0,0) , (0,10), (10,0), (10,10).</a:t>
                </a:r>
                <a:b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dart is thrown randomly at the board such that every point on the board is equally likely to be hit.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Define the following events: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dart lands to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left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vertical line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B: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dart lands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below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horizontal line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Using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Addition Rule of Probability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compute the probability that the dart lands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either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to the left of the line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below the line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 (Assume probability is proportional to area, i.e. uniform probability distribution over the board)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We have to find P(A U B) using addition rule. Here the probability is proportional to the area.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X &lt; 6.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Overlap (A ∩ B):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∩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B</m:t>
                          </m:r>
                        </m:e>
                      </m:d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algn="ctr"/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P(A U B)  = P(A)   +  P(B)   – P(A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= 0.6     +  0.7    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–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0.42   = 0.88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B8DC43-D1ED-F306-743E-3011DBDAB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38402"/>
                <a:ext cx="11802784" cy="6085512"/>
              </a:xfrm>
              <a:prstGeom prst="rect">
                <a:avLst/>
              </a:prstGeom>
              <a:blipFill>
                <a:blip r:embed="rId3"/>
                <a:stretch>
                  <a:fillRect l="-465" t="-501" b="-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AE08F8-79F5-28D0-352C-5342306150A0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AE08F8-79F5-28D0-352C-5342306150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7434B3C-9C0F-4054-1ED4-D160497DB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5" y="3329648"/>
            <a:ext cx="3612808" cy="29349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DA431D-D3F0-F81C-73CA-958DDC4A8B4C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DA431D-D3F0-F81C-73CA-958DDC4A8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76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AE2D-4043-1699-589F-8537A91B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D188-6170-4205-0DA0-FDA2F2FDE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EXTRA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188C3-6B20-640C-A372-1A9CED410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42161"/>
            <a:ext cx="11722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Extra questions.</a:t>
            </a:r>
          </a:p>
        </p:txBody>
      </p:sp>
    </p:spTree>
    <p:extLst>
      <p:ext uri="{BB962C8B-B14F-4D97-AF65-F5344CB8AC3E}">
        <p14:creationId xmlns:p14="http://schemas.microsoft.com/office/powerpoint/2010/main" val="1881430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324C0-06B0-8FA3-DF31-58E43FAA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506D-39AD-7282-14F5-05FBF0B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4A8CD-A8ED-6CC9-90C4-EF296F60A95E}"/>
              </a:ext>
            </a:extLst>
          </p:cNvPr>
          <p:cNvSpPr txBox="1"/>
          <p:nvPr/>
        </p:nvSpPr>
        <p:spPr>
          <a:xfrm>
            <a:off x="157568" y="784122"/>
            <a:ext cx="98368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Suppose you’re designing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detection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for online transactions.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past historical data of 10,000 transactions, we have following empirical results.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1000 transaction were large ( that is, &gt; $5000)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500 transaction were from unusual locations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200 transactions were large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an unusual location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receive some notification of some random transaction. What is the probability that transaction is either large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an unusual location?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0E9D53F-7BF9-4324-880E-718AFD1A815B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0E9D53F-7BF9-4324-880E-718AFD1A81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87D88CA-509D-1F91-F62A-0D33CDA47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003" y="2528712"/>
            <a:ext cx="3676429" cy="205106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C778FE9-ACDB-A76C-A9EF-8F53C1C82015}"/>
              </a:ext>
            </a:extLst>
          </p:cNvPr>
          <p:cNvGrpSpPr/>
          <p:nvPr/>
        </p:nvGrpSpPr>
        <p:grpSpPr>
          <a:xfrm>
            <a:off x="9732322" y="3352084"/>
            <a:ext cx="1386360" cy="1499040"/>
            <a:chOff x="9420984" y="1825776"/>
            <a:chExt cx="1386360" cy="14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13C197E-FE07-BD83-C4C8-FBD4461A2F77}"/>
                    </a:ext>
                  </a:extLst>
                </p14:cNvPr>
                <p14:cNvContentPartPr/>
                <p14:nvPr/>
              </p14:nvContentPartPr>
              <p14:xfrm>
                <a:off x="9550944" y="1825776"/>
                <a:ext cx="174240" cy="80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13C197E-FE07-BD83-C4C8-FBD4461A2F7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33304" y="1808136"/>
                  <a:ext cx="209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5DC023-FC22-AA43-5061-E14DC97480BE}"/>
                    </a:ext>
                  </a:extLst>
                </p14:cNvPr>
                <p14:cNvContentPartPr/>
                <p14:nvPr/>
              </p14:nvContentPartPr>
              <p14:xfrm>
                <a:off x="9493704" y="1877976"/>
                <a:ext cx="277920" cy="131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5DC023-FC22-AA43-5061-E14DC97480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75704" y="1859976"/>
                  <a:ext cx="313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CF6922-A688-29D1-FC43-05587FF30FC9}"/>
                    </a:ext>
                  </a:extLst>
                </p14:cNvPr>
                <p14:cNvContentPartPr/>
                <p14:nvPr/>
              </p14:nvContentPartPr>
              <p14:xfrm>
                <a:off x="9420984" y="1948176"/>
                <a:ext cx="397440" cy="184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CF6922-A688-29D1-FC43-05587FF30F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02984" y="1930536"/>
                  <a:ext cx="433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A38E2A-C1C2-4AB0-1D66-4DF15FF5A8A1}"/>
                    </a:ext>
                  </a:extLst>
                </p14:cNvPr>
                <p14:cNvContentPartPr/>
                <p14:nvPr/>
              </p14:nvContentPartPr>
              <p14:xfrm>
                <a:off x="9444384" y="2024856"/>
                <a:ext cx="425880" cy="22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A38E2A-C1C2-4AB0-1D66-4DF15FF5A8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6384" y="2007216"/>
                  <a:ext cx="461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22AB59-21D0-3F0C-451C-6681DCD9F4EE}"/>
                    </a:ext>
                  </a:extLst>
                </p14:cNvPr>
                <p14:cNvContentPartPr/>
                <p14:nvPr/>
              </p14:nvContentPartPr>
              <p14:xfrm>
                <a:off x="9451224" y="2092176"/>
                <a:ext cx="463680" cy="22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22AB59-21D0-3F0C-451C-6681DCD9F4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33584" y="2074536"/>
                  <a:ext cx="499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55BCE93-CC3C-BF45-1DA2-59FCE01742F2}"/>
                    </a:ext>
                  </a:extLst>
                </p14:cNvPr>
                <p14:cNvContentPartPr/>
                <p14:nvPr/>
              </p14:nvContentPartPr>
              <p14:xfrm>
                <a:off x="9510624" y="2189736"/>
                <a:ext cx="405360" cy="18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55BCE93-CC3C-BF45-1DA2-59FCE01742F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92624" y="2172096"/>
                  <a:ext cx="441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79702E-D91B-6061-6281-F3A3EFC9F145}"/>
                    </a:ext>
                  </a:extLst>
                </p14:cNvPr>
                <p14:cNvContentPartPr/>
                <p14:nvPr/>
              </p14:nvContentPartPr>
              <p14:xfrm>
                <a:off x="9521424" y="2309256"/>
                <a:ext cx="361800" cy="14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79702E-D91B-6061-6281-F3A3EFC9F1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03424" y="2291616"/>
                  <a:ext cx="39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0A7B486-18C2-CCCC-790B-9FFE4D2F4046}"/>
                    </a:ext>
                  </a:extLst>
                </p14:cNvPr>
                <p14:cNvContentPartPr/>
                <p14:nvPr/>
              </p14:nvContentPartPr>
              <p14:xfrm>
                <a:off x="9580464" y="2381976"/>
                <a:ext cx="343080" cy="14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0A7B486-18C2-CCCC-790B-9FFE4D2F40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62824" y="2363976"/>
                  <a:ext cx="378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51B360-DA9C-6046-60BA-88D26ED3E94C}"/>
                    </a:ext>
                  </a:extLst>
                </p14:cNvPr>
                <p14:cNvContentPartPr/>
                <p14:nvPr/>
              </p14:nvContentPartPr>
              <p14:xfrm>
                <a:off x="9604944" y="2485296"/>
                <a:ext cx="247680" cy="12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51B360-DA9C-6046-60BA-88D26ED3E94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86944" y="2467656"/>
                  <a:ext cx="28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0EE5F9-3883-C4A3-26AF-54066B10ACC0}"/>
                    </a:ext>
                  </a:extLst>
                </p14:cNvPr>
                <p14:cNvContentPartPr/>
                <p14:nvPr/>
              </p14:nvContentPartPr>
              <p14:xfrm>
                <a:off x="9651744" y="2585736"/>
                <a:ext cx="189000" cy="8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0EE5F9-3883-C4A3-26AF-54066B10ACC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33744" y="2568096"/>
                  <a:ext cx="224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4BBCCD-3C7B-FD80-8414-602BCA29DE64}"/>
                    </a:ext>
                  </a:extLst>
                </p14:cNvPr>
                <p14:cNvContentPartPr/>
                <p14:nvPr/>
              </p14:nvContentPartPr>
              <p14:xfrm>
                <a:off x="9648864" y="2664936"/>
                <a:ext cx="178920" cy="50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4BBCCD-3C7B-FD80-8414-602BCA29DE6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30864" y="2647296"/>
                  <a:ext cx="21456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C8CE82-9C6B-E082-A183-2E2045AF7192}"/>
                    </a:ext>
                  </a:extLst>
                </p14:cNvPr>
                <p14:cNvContentPartPr/>
                <p14:nvPr/>
              </p14:nvContentPartPr>
              <p14:xfrm>
                <a:off x="9834984" y="3119256"/>
                <a:ext cx="49320" cy="9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C8CE82-9C6B-E082-A183-2E2045AF719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16984" y="3101256"/>
                  <a:ext cx="84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B4C601-4D31-5010-33B1-CF51F5B5C49C}"/>
                    </a:ext>
                  </a:extLst>
                </p14:cNvPr>
                <p14:cNvContentPartPr/>
                <p14:nvPr/>
              </p14:nvContentPartPr>
              <p14:xfrm>
                <a:off x="10053504" y="3123576"/>
                <a:ext cx="178200" cy="201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B4C601-4D31-5010-33B1-CF51F5B5C49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35864" y="3105936"/>
                  <a:ext cx="213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7084F8-144C-FE49-3A25-1D2D2C9C1184}"/>
                    </a:ext>
                  </a:extLst>
                </p14:cNvPr>
                <p14:cNvContentPartPr/>
                <p14:nvPr/>
              </p14:nvContentPartPr>
              <p14:xfrm>
                <a:off x="10122624" y="3250296"/>
                <a:ext cx="79200" cy="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7084F8-144C-FE49-3A25-1D2D2C9C118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04984" y="3232656"/>
                  <a:ext cx="114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79934D-3BA1-CD5B-7E37-660EDD6AB10D}"/>
                    </a:ext>
                  </a:extLst>
                </p14:cNvPr>
                <p14:cNvContentPartPr/>
                <p14:nvPr/>
              </p14:nvContentPartPr>
              <p14:xfrm>
                <a:off x="10339704" y="3145896"/>
                <a:ext cx="142560" cy="16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79934D-3BA1-CD5B-7E37-660EDD6AB10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22064" y="3128256"/>
                  <a:ext cx="17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9FE436-A4F1-3E35-CE73-1042ADD9E427}"/>
                    </a:ext>
                  </a:extLst>
                </p14:cNvPr>
                <p14:cNvContentPartPr/>
                <p14:nvPr/>
              </p14:nvContentPartPr>
              <p14:xfrm>
                <a:off x="10618344" y="3155616"/>
                <a:ext cx="44280" cy="12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9FE436-A4F1-3E35-CE73-1042ADD9E42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00344" y="3137976"/>
                  <a:ext cx="79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1A2E43C-024E-09FF-DCC0-C9DC0E477F69}"/>
                    </a:ext>
                  </a:extLst>
                </p14:cNvPr>
                <p14:cNvContentPartPr/>
                <p14:nvPr/>
              </p14:nvContentPartPr>
              <p14:xfrm>
                <a:off x="10650024" y="3143376"/>
                <a:ext cx="157320" cy="157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1A2E43C-024E-09FF-DCC0-C9DC0E477F6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32024" y="3125376"/>
                  <a:ext cx="1929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CB3968-EE0F-4941-B04F-CFED9F4EC839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CB3968-EE0F-4941-B04F-CFED9F4EC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4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2482682-9C83-B042-2EA2-384112348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108302"/>
              </p:ext>
            </p:extLst>
          </p:nvPr>
        </p:nvGraphicFramePr>
        <p:xfrm>
          <a:off x="1116775" y="3392224"/>
          <a:ext cx="6032298" cy="1879600"/>
        </p:xfrm>
        <a:graphic>
          <a:graphicData uri="http://schemas.openxmlformats.org/drawingml/2006/table">
            <a:tbl>
              <a:tblPr/>
              <a:tblGrid>
                <a:gridCol w="1791310">
                  <a:extLst>
                    <a:ext uri="{9D8B030D-6E8A-4147-A177-3AD203B41FA5}">
                      <a16:colId xmlns:a16="http://schemas.microsoft.com/office/drawing/2014/main" val="7526199"/>
                    </a:ext>
                  </a:extLst>
                </a:gridCol>
                <a:gridCol w="1466698">
                  <a:extLst>
                    <a:ext uri="{9D8B030D-6E8A-4147-A177-3AD203B41FA5}">
                      <a16:colId xmlns:a16="http://schemas.microsoft.com/office/drawing/2014/main" val="2222001762"/>
                    </a:ext>
                  </a:extLst>
                </a:gridCol>
                <a:gridCol w="2774290">
                  <a:extLst>
                    <a:ext uri="{9D8B030D-6E8A-4147-A177-3AD203B41FA5}">
                      <a16:colId xmlns:a16="http://schemas.microsoft.com/office/drawing/2014/main" val="4121147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Transaction_id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&gt;5000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From_unusual_location</a:t>
                      </a:r>
                      <a:endParaRPr lang="en-US" sz="18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209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84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62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96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447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651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1255A-9517-E05D-1F44-273377B7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D3A0-4EBA-BB27-9075-75680472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D8C879-D285-1F68-72F9-6BEA2F103236}"/>
                  </a:ext>
                </a:extLst>
              </p:cNvPr>
              <p:cNvSpPr txBox="1"/>
              <p:nvPr/>
            </p:nvSpPr>
            <p:spPr>
              <a:xfrm>
                <a:off x="157568" y="784122"/>
                <a:ext cx="9836824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Suppose you’re designing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fraud detection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system for online transactions.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Based on past historical data of 10,000 transactions, we have following empirical results.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1000 transaction were large ( that is, &gt; $5000)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500 transaction were from unusual locations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200 transactions were large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from an unusual location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You receive some notification of some random transaction. What is the probability that transaction is either large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from an unusual location?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Answer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Let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A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Transaction is large (over $5,000). So, P(A) = 1000/10000 = 0.10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B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Transaction is from an unusual location. So, P(B) = 500/10000 =  0.05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I have to find P(A U B).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A ∩ B: 200 transactions were large and from an unusual location → P(A∩B) = 200/10000 = 0.02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 +  P(B)  – P(A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= 0.10 +   0.05  −   0.02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= 0.13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D8C879-D285-1F68-72F9-6BEA2F103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84122"/>
                <a:ext cx="9836824" cy="5909310"/>
              </a:xfrm>
              <a:prstGeom prst="rect">
                <a:avLst/>
              </a:prstGeom>
              <a:blipFill>
                <a:blip r:embed="rId3"/>
                <a:stretch>
                  <a:fillRect l="-558" t="-619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27D6CD-0216-0023-5704-57C63C13C0A9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27D6CD-0216-0023-5704-57C63C13C0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8009139-958D-5A65-E5DA-5797463BA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003" y="2528712"/>
            <a:ext cx="3676429" cy="205106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7552ADF-0EF9-DBF1-CFB0-1A604EF21892}"/>
              </a:ext>
            </a:extLst>
          </p:cNvPr>
          <p:cNvGrpSpPr/>
          <p:nvPr/>
        </p:nvGrpSpPr>
        <p:grpSpPr>
          <a:xfrm>
            <a:off x="9732322" y="3352084"/>
            <a:ext cx="1386360" cy="1499040"/>
            <a:chOff x="9420984" y="1825776"/>
            <a:chExt cx="1386360" cy="14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D1D45A-9A60-0AC7-537B-9CD609D4D8FA}"/>
                    </a:ext>
                  </a:extLst>
                </p14:cNvPr>
                <p14:cNvContentPartPr/>
                <p14:nvPr/>
              </p14:nvContentPartPr>
              <p14:xfrm>
                <a:off x="9550944" y="1825776"/>
                <a:ext cx="174240" cy="80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D1D45A-9A60-0AC7-537B-9CD609D4D8F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32907" y="1807776"/>
                  <a:ext cx="209954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5217A6-BB72-EF4E-CA5D-C61792AD14A5}"/>
                    </a:ext>
                  </a:extLst>
                </p14:cNvPr>
                <p14:cNvContentPartPr/>
                <p14:nvPr/>
              </p14:nvContentPartPr>
              <p14:xfrm>
                <a:off x="9493704" y="1877976"/>
                <a:ext cx="277920" cy="131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5217A6-BB72-EF4E-CA5D-C61792AD14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75727" y="1859976"/>
                  <a:ext cx="313514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90E9AEB-C09F-422E-5FE4-8082DE62D4CF}"/>
                    </a:ext>
                  </a:extLst>
                </p14:cNvPr>
                <p14:cNvContentPartPr/>
                <p14:nvPr/>
              </p14:nvContentPartPr>
              <p14:xfrm>
                <a:off x="9420984" y="1948176"/>
                <a:ext cx="397440" cy="184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90E9AEB-C09F-422E-5FE4-8082DE62D4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02984" y="1930176"/>
                  <a:ext cx="433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4C5FE9-B82F-7ECC-0C7F-C6535EFAB0AD}"/>
                    </a:ext>
                  </a:extLst>
                </p14:cNvPr>
                <p14:cNvContentPartPr/>
                <p14:nvPr/>
              </p14:nvContentPartPr>
              <p14:xfrm>
                <a:off x="9444384" y="2024856"/>
                <a:ext cx="425880" cy="22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4C5FE9-B82F-7ECC-0C7F-C6535EFAB0A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6384" y="2006856"/>
                  <a:ext cx="461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FE8DAE5-6F49-CC82-465D-BA54D1A2E184}"/>
                    </a:ext>
                  </a:extLst>
                </p14:cNvPr>
                <p14:cNvContentPartPr/>
                <p14:nvPr/>
              </p14:nvContentPartPr>
              <p14:xfrm>
                <a:off x="9451224" y="2092176"/>
                <a:ext cx="463680" cy="22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FE8DAE5-6F49-CC82-465D-BA54D1A2E18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33210" y="2074176"/>
                  <a:ext cx="499348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2B40B8-FE88-C680-B7DD-05277512A7CB}"/>
                    </a:ext>
                  </a:extLst>
                </p14:cNvPr>
                <p14:cNvContentPartPr/>
                <p14:nvPr/>
              </p14:nvContentPartPr>
              <p14:xfrm>
                <a:off x="9510624" y="2189736"/>
                <a:ext cx="405360" cy="18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2B40B8-FE88-C680-B7DD-05277512A7C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92624" y="2171736"/>
                  <a:ext cx="441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C1E10C-C8CF-AC4F-06E9-CE5C3E0EA356}"/>
                    </a:ext>
                  </a:extLst>
                </p14:cNvPr>
                <p14:cNvContentPartPr/>
                <p14:nvPr/>
              </p14:nvContentPartPr>
              <p14:xfrm>
                <a:off x="9521424" y="2309256"/>
                <a:ext cx="361800" cy="14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C1E10C-C8CF-AC4F-06E9-CE5C3E0EA35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03424" y="2291256"/>
                  <a:ext cx="39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FB72B1-2F7F-4ACF-406F-053AF6C7A964}"/>
                    </a:ext>
                  </a:extLst>
                </p14:cNvPr>
                <p14:cNvContentPartPr/>
                <p14:nvPr/>
              </p14:nvContentPartPr>
              <p14:xfrm>
                <a:off x="9580464" y="2381976"/>
                <a:ext cx="343080" cy="14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FB72B1-2F7F-4ACF-406F-053AF6C7A96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62464" y="2363976"/>
                  <a:ext cx="378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EC37081-61CF-012D-C232-06E9EFE50E72}"/>
                    </a:ext>
                  </a:extLst>
                </p14:cNvPr>
                <p14:cNvContentPartPr/>
                <p14:nvPr/>
              </p14:nvContentPartPr>
              <p14:xfrm>
                <a:off x="9604944" y="2485296"/>
                <a:ext cx="247680" cy="12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EC37081-61CF-012D-C232-06E9EFE50E7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86944" y="2467296"/>
                  <a:ext cx="28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9A280FE-4F3F-944D-413C-3C9256827FC6}"/>
                    </a:ext>
                  </a:extLst>
                </p14:cNvPr>
                <p14:cNvContentPartPr/>
                <p14:nvPr/>
              </p14:nvContentPartPr>
              <p14:xfrm>
                <a:off x="9651744" y="2585736"/>
                <a:ext cx="189000" cy="8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9A280FE-4F3F-944D-413C-3C9256827FC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33744" y="2567659"/>
                  <a:ext cx="224640" cy="120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34D94A-FCD5-82E0-B872-3B118C0B5AE4}"/>
                    </a:ext>
                  </a:extLst>
                </p14:cNvPr>
                <p14:cNvContentPartPr/>
                <p14:nvPr/>
              </p14:nvContentPartPr>
              <p14:xfrm>
                <a:off x="9648864" y="2664936"/>
                <a:ext cx="178920" cy="50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34D94A-FCD5-82E0-B872-3B118C0B5A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30864" y="2646936"/>
                  <a:ext cx="21456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E1C49B-5C3B-87FE-F339-450D98F61B35}"/>
                    </a:ext>
                  </a:extLst>
                </p14:cNvPr>
                <p14:cNvContentPartPr/>
                <p14:nvPr/>
              </p14:nvContentPartPr>
              <p14:xfrm>
                <a:off x="9834984" y="3119256"/>
                <a:ext cx="49320" cy="9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CE1C49B-5C3B-87FE-F339-450D98F61B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16984" y="3101256"/>
                  <a:ext cx="84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C5C1B28-A093-B309-3FFE-0CED6BB2D386}"/>
                    </a:ext>
                  </a:extLst>
                </p14:cNvPr>
                <p14:cNvContentPartPr/>
                <p14:nvPr/>
              </p14:nvContentPartPr>
              <p14:xfrm>
                <a:off x="10053504" y="3123576"/>
                <a:ext cx="178200" cy="201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C5C1B28-A093-B309-3FFE-0CED6BB2D38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35468" y="3105576"/>
                  <a:ext cx="213912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64089B3-F927-8643-5FAE-264319DE4027}"/>
                    </a:ext>
                  </a:extLst>
                </p14:cNvPr>
                <p14:cNvContentPartPr/>
                <p14:nvPr/>
              </p14:nvContentPartPr>
              <p14:xfrm>
                <a:off x="10122624" y="3250296"/>
                <a:ext cx="79200" cy="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64089B3-F927-8643-5FAE-264319DE402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04542" y="3232296"/>
                  <a:ext cx="115003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7AC9EA-70B7-66F9-FA91-1475C4AFABEC}"/>
                    </a:ext>
                  </a:extLst>
                </p14:cNvPr>
                <p14:cNvContentPartPr/>
                <p14:nvPr/>
              </p14:nvContentPartPr>
              <p14:xfrm>
                <a:off x="10339704" y="3145896"/>
                <a:ext cx="142560" cy="16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7AC9EA-70B7-66F9-FA91-1475C4AFABE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21704" y="3127896"/>
                  <a:ext cx="17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9DBC614-3CAD-5FC6-740C-B3E9682DB4D8}"/>
                    </a:ext>
                  </a:extLst>
                </p14:cNvPr>
                <p14:cNvContentPartPr/>
                <p14:nvPr/>
              </p14:nvContentPartPr>
              <p14:xfrm>
                <a:off x="10618344" y="3155616"/>
                <a:ext cx="44280" cy="12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9DBC614-3CAD-5FC6-740C-B3E9682DB4D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00489" y="3137616"/>
                  <a:ext cx="79633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29DBB57-73F9-1EDA-B074-6949A5202082}"/>
                    </a:ext>
                  </a:extLst>
                </p14:cNvPr>
                <p14:cNvContentPartPr/>
                <p14:nvPr/>
              </p14:nvContentPartPr>
              <p14:xfrm>
                <a:off x="10650024" y="3143376"/>
                <a:ext cx="157320" cy="157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29DBB57-73F9-1EDA-B074-6949A520208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32024" y="3125376"/>
                  <a:ext cx="1929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061B08-CA1E-6230-813F-D52F5365AAA6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061B08-CA1E-6230-813F-D52F5365A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4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951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0090-4ABE-24D7-74D3-A9FDCEE2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8DFD-4F99-6B8D-59F2-7F339080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D4AF17-7AF9-2FDE-F96F-DA22FFD13002}"/>
                  </a:ext>
                </a:extLst>
              </p:cNvPr>
              <p:cNvSpPr txBox="1"/>
              <p:nvPr/>
            </p:nvSpPr>
            <p:spPr>
              <a:xfrm>
                <a:off x="157568" y="784122"/>
                <a:ext cx="11196232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company trains two spam detection models: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Model A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(a deep neural network) and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Model B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(a random forest).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Model A flags an email as spam: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Model B flags an email as spam: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both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models flag the same email as spam: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 least one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model flags the email as spam?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 (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 least one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model flags the email as spam)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P(A U B) 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P(A)  +  P(B)  – P(A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0.4 +   0.3  −   0.15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0.55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D4AF17-7AF9-2FDE-F96F-DA22FFD13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84122"/>
                <a:ext cx="11196232" cy="5632311"/>
              </a:xfrm>
              <a:prstGeom prst="rect">
                <a:avLst/>
              </a:prstGeom>
              <a:blipFill>
                <a:blip r:embed="rId3"/>
                <a:stretch>
                  <a:fillRect l="-490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3305FD-AF44-FC47-AC48-F4DC7ADE94F6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3305FD-AF44-FC47-AC48-F4DC7ADE94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B62DEFD-1078-CCC1-3420-2FB601F88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865" y="4220352"/>
            <a:ext cx="3676429" cy="205106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FEBAEA9-C057-C7D3-8BDA-EADE6C87CDE6}"/>
              </a:ext>
            </a:extLst>
          </p:cNvPr>
          <p:cNvGrpSpPr/>
          <p:nvPr/>
        </p:nvGrpSpPr>
        <p:grpSpPr>
          <a:xfrm>
            <a:off x="8735184" y="5043724"/>
            <a:ext cx="1386360" cy="1499040"/>
            <a:chOff x="9420984" y="1825776"/>
            <a:chExt cx="1386360" cy="14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3F40ED1-35EE-2B3D-3EB5-3E036775A793}"/>
                    </a:ext>
                  </a:extLst>
                </p14:cNvPr>
                <p14:cNvContentPartPr/>
                <p14:nvPr/>
              </p14:nvContentPartPr>
              <p14:xfrm>
                <a:off x="9550944" y="1825776"/>
                <a:ext cx="174240" cy="80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3F40ED1-35EE-2B3D-3EB5-3E036775A7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32907" y="1807776"/>
                  <a:ext cx="209954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E708D1-AC59-86BB-AABF-F9C8487D56D1}"/>
                    </a:ext>
                  </a:extLst>
                </p14:cNvPr>
                <p14:cNvContentPartPr/>
                <p14:nvPr/>
              </p14:nvContentPartPr>
              <p14:xfrm>
                <a:off x="9493704" y="1877976"/>
                <a:ext cx="277920" cy="131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E708D1-AC59-86BB-AABF-F9C8487D56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75727" y="1859976"/>
                  <a:ext cx="313514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40BB1B-313B-3A2C-DCB4-8F4153502FAF}"/>
                    </a:ext>
                  </a:extLst>
                </p14:cNvPr>
                <p14:cNvContentPartPr/>
                <p14:nvPr/>
              </p14:nvContentPartPr>
              <p14:xfrm>
                <a:off x="9420984" y="1948176"/>
                <a:ext cx="397440" cy="184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40BB1B-313B-3A2C-DCB4-8F4153502F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02984" y="1930176"/>
                  <a:ext cx="433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F8C39A-EC0E-F88E-CCDC-BB4AC3064EF0}"/>
                    </a:ext>
                  </a:extLst>
                </p14:cNvPr>
                <p14:cNvContentPartPr/>
                <p14:nvPr/>
              </p14:nvContentPartPr>
              <p14:xfrm>
                <a:off x="9444384" y="2024856"/>
                <a:ext cx="425880" cy="22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F8C39A-EC0E-F88E-CCDC-BB4AC3064E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6384" y="2006856"/>
                  <a:ext cx="461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D102230-CB62-FBB6-DE01-F10FC4520ADA}"/>
                    </a:ext>
                  </a:extLst>
                </p14:cNvPr>
                <p14:cNvContentPartPr/>
                <p14:nvPr/>
              </p14:nvContentPartPr>
              <p14:xfrm>
                <a:off x="9451224" y="2092176"/>
                <a:ext cx="463680" cy="22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D102230-CB62-FBB6-DE01-F10FC4520AD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33210" y="2074176"/>
                  <a:ext cx="499348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45BC69-8DC6-647E-7869-E926B3592CF1}"/>
                    </a:ext>
                  </a:extLst>
                </p14:cNvPr>
                <p14:cNvContentPartPr/>
                <p14:nvPr/>
              </p14:nvContentPartPr>
              <p14:xfrm>
                <a:off x="9510624" y="2189736"/>
                <a:ext cx="405360" cy="18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45BC69-8DC6-647E-7869-E926B3592CF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92624" y="2171736"/>
                  <a:ext cx="441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2F9386-511B-2256-4C5F-333B893F1199}"/>
                    </a:ext>
                  </a:extLst>
                </p14:cNvPr>
                <p14:cNvContentPartPr/>
                <p14:nvPr/>
              </p14:nvContentPartPr>
              <p14:xfrm>
                <a:off x="9521424" y="2309256"/>
                <a:ext cx="361800" cy="14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2F9386-511B-2256-4C5F-333B893F119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03424" y="2291256"/>
                  <a:ext cx="39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FA0D6A-E385-4725-05AF-6A09B4827A5B}"/>
                    </a:ext>
                  </a:extLst>
                </p14:cNvPr>
                <p14:cNvContentPartPr/>
                <p14:nvPr/>
              </p14:nvContentPartPr>
              <p14:xfrm>
                <a:off x="9580464" y="2381976"/>
                <a:ext cx="343080" cy="14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FA0D6A-E385-4725-05AF-6A09B4827A5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62464" y="2363976"/>
                  <a:ext cx="378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BB28627-F0C4-83BC-F99A-D3D7A0369387}"/>
                    </a:ext>
                  </a:extLst>
                </p14:cNvPr>
                <p14:cNvContentPartPr/>
                <p14:nvPr/>
              </p14:nvContentPartPr>
              <p14:xfrm>
                <a:off x="9604944" y="2485296"/>
                <a:ext cx="247680" cy="12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BB28627-F0C4-83BC-F99A-D3D7A036938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86944" y="2467296"/>
                  <a:ext cx="28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E269543-1774-4EF4-8F7D-A574E7151904}"/>
                    </a:ext>
                  </a:extLst>
                </p14:cNvPr>
                <p14:cNvContentPartPr/>
                <p14:nvPr/>
              </p14:nvContentPartPr>
              <p14:xfrm>
                <a:off x="9651744" y="2585736"/>
                <a:ext cx="189000" cy="8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E269543-1774-4EF4-8F7D-A574E71519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33744" y="2567659"/>
                  <a:ext cx="224640" cy="120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448AA07-8B70-4B1E-C91B-78C10934760F}"/>
                    </a:ext>
                  </a:extLst>
                </p14:cNvPr>
                <p14:cNvContentPartPr/>
                <p14:nvPr/>
              </p14:nvContentPartPr>
              <p14:xfrm>
                <a:off x="9648864" y="2664936"/>
                <a:ext cx="178920" cy="50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448AA07-8B70-4B1E-C91B-78C1093476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30864" y="2646936"/>
                  <a:ext cx="21456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931D47-15CF-D470-8413-C6A6A7E84A32}"/>
                    </a:ext>
                  </a:extLst>
                </p14:cNvPr>
                <p14:cNvContentPartPr/>
                <p14:nvPr/>
              </p14:nvContentPartPr>
              <p14:xfrm>
                <a:off x="9834984" y="3119256"/>
                <a:ext cx="49320" cy="9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931D47-15CF-D470-8413-C6A6A7E84A3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16984" y="3101256"/>
                  <a:ext cx="84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B87934-6964-71BD-14BC-79B3CEE2A00A}"/>
                    </a:ext>
                  </a:extLst>
                </p14:cNvPr>
                <p14:cNvContentPartPr/>
                <p14:nvPr/>
              </p14:nvContentPartPr>
              <p14:xfrm>
                <a:off x="10053504" y="3123576"/>
                <a:ext cx="178200" cy="201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B87934-6964-71BD-14BC-79B3CEE2A00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35468" y="3105576"/>
                  <a:ext cx="213912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8C964F-045D-B295-08C3-6CC8439E80EB}"/>
                    </a:ext>
                  </a:extLst>
                </p14:cNvPr>
                <p14:cNvContentPartPr/>
                <p14:nvPr/>
              </p14:nvContentPartPr>
              <p14:xfrm>
                <a:off x="10122624" y="3250296"/>
                <a:ext cx="79200" cy="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8C964F-045D-B295-08C3-6CC8439E80E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04542" y="3232296"/>
                  <a:ext cx="115003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D35706A-B70D-52B9-2A3D-1E99BF6CD85F}"/>
                    </a:ext>
                  </a:extLst>
                </p14:cNvPr>
                <p14:cNvContentPartPr/>
                <p14:nvPr/>
              </p14:nvContentPartPr>
              <p14:xfrm>
                <a:off x="10339704" y="3145896"/>
                <a:ext cx="142560" cy="16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D35706A-B70D-52B9-2A3D-1E99BF6CD85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21704" y="3127896"/>
                  <a:ext cx="17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EEEEB0-E234-B597-223F-DC82039B2DBF}"/>
                    </a:ext>
                  </a:extLst>
                </p14:cNvPr>
                <p14:cNvContentPartPr/>
                <p14:nvPr/>
              </p14:nvContentPartPr>
              <p14:xfrm>
                <a:off x="10618344" y="3155616"/>
                <a:ext cx="44280" cy="12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EEEEB0-E234-B597-223F-DC82039B2DB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00489" y="3137616"/>
                  <a:ext cx="79633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ABFD205-347C-C0D7-45E1-508E9F3BD183}"/>
                    </a:ext>
                  </a:extLst>
                </p14:cNvPr>
                <p14:cNvContentPartPr/>
                <p14:nvPr/>
              </p14:nvContentPartPr>
              <p14:xfrm>
                <a:off x="10650024" y="3143376"/>
                <a:ext cx="157320" cy="157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ABFD205-347C-C0D7-45E1-508E9F3BD18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32024" y="3125376"/>
                  <a:ext cx="1929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BED206-EF47-D2AB-8194-D233CBA77E83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BED206-EF47-D2AB-8194-D233CBA77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4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358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2A0BC-3B5B-A950-FACE-66C9DBEB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7339-C1F8-02B2-4627-114CA6F8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49459-57C2-243E-5EFF-96CB52F5437C}"/>
                  </a:ext>
                </a:extLst>
              </p:cNvPr>
              <p:cNvSpPr txBox="1"/>
              <p:nvPr/>
            </p:nvSpPr>
            <p:spPr>
              <a:xfrm>
                <a:off x="157568" y="784122"/>
                <a:ext cx="11196232" cy="5078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 AI content moderation system flags content as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Hate speech (H):    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Misinformation (M):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Both:                         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that a post is flagged for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either hate speech </a:t>
                </a:r>
                <a:r>
                  <a:rPr lang="en-US" b="1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or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misinformation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?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 (a post is flagged for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either hate speech or misinformation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P(H U M) 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P(H)  +  P(M)  – P(H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M)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0.2 +   0.25  −   0.05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0.4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249459-57C2-243E-5EFF-96CB52F54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84122"/>
                <a:ext cx="11196232" cy="5078313"/>
              </a:xfrm>
              <a:prstGeom prst="rect">
                <a:avLst/>
              </a:prstGeom>
              <a:blipFill>
                <a:blip r:embed="rId3"/>
                <a:stretch>
                  <a:fillRect l="-490" t="-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E3548E-5E98-B6C0-A338-92F7269DE3FE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E3548E-5E98-B6C0-A338-92F7269DE3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0D0BE80-DC14-61A4-A529-B0371AD934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0889" y="4217274"/>
            <a:ext cx="3676429" cy="205106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BA2F93F-ED1D-B908-0C94-5A2C59276024}"/>
              </a:ext>
            </a:extLst>
          </p:cNvPr>
          <p:cNvGrpSpPr/>
          <p:nvPr/>
        </p:nvGrpSpPr>
        <p:grpSpPr>
          <a:xfrm>
            <a:off x="8735184" y="5043724"/>
            <a:ext cx="1386360" cy="1499040"/>
            <a:chOff x="9420984" y="1825776"/>
            <a:chExt cx="1386360" cy="14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C7FF495-83D2-C971-0DA4-0A9C44D4A870}"/>
                    </a:ext>
                  </a:extLst>
                </p14:cNvPr>
                <p14:cNvContentPartPr/>
                <p14:nvPr/>
              </p14:nvContentPartPr>
              <p14:xfrm>
                <a:off x="9550944" y="1825776"/>
                <a:ext cx="174240" cy="80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C7FF495-83D2-C971-0DA4-0A9C44D4A87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32907" y="1807776"/>
                  <a:ext cx="209954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524468-8E76-8334-D057-7D9F1192814A}"/>
                    </a:ext>
                  </a:extLst>
                </p14:cNvPr>
                <p14:cNvContentPartPr/>
                <p14:nvPr/>
              </p14:nvContentPartPr>
              <p14:xfrm>
                <a:off x="9493704" y="1877976"/>
                <a:ext cx="277920" cy="131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524468-8E76-8334-D057-7D9F119281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75727" y="1859976"/>
                  <a:ext cx="313514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C0401B-0614-6B1A-FA07-236260963DCC}"/>
                    </a:ext>
                  </a:extLst>
                </p14:cNvPr>
                <p14:cNvContentPartPr/>
                <p14:nvPr/>
              </p14:nvContentPartPr>
              <p14:xfrm>
                <a:off x="9420984" y="1948176"/>
                <a:ext cx="397440" cy="184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C0401B-0614-6B1A-FA07-236260963DC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02984" y="1930176"/>
                  <a:ext cx="433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EE65E0C-CBC1-A2AE-2287-307647B377E1}"/>
                    </a:ext>
                  </a:extLst>
                </p14:cNvPr>
                <p14:cNvContentPartPr/>
                <p14:nvPr/>
              </p14:nvContentPartPr>
              <p14:xfrm>
                <a:off x="9444384" y="2024856"/>
                <a:ext cx="425880" cy="22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EE65E0C-CBC1-A2AE-2287-307647B377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6384" y="2006856"/>
                  <a:ext cx="461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CD0B63C-E5B2-5A15-317E-9BB1FBA4B47A}"/>
                    </a:ext>
                  </a:extLst>
                </p14:cNvPr>
                <p14:cNvContentPartPr/>
                <p14:nvPr/>
              </p14:nvContentPartPr>
              <p14:xfrm>
                <a:off x="9451224" y="2092176"/>
                <a:ext cx="463680" cy="22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CD0B63C-E5B2-5A15-317E-9BB1FBA4B47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33210" y="2074176"/>
                  <a:ext cx="499348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E6718A-2AD3-19C9-BC85-2367915CF5A3}"/>
                    </a:ext>
                  </a:extLst>
                </p14:cNvPr>
                <p14:cNvContentPartPr/>
                <p14:nvPr/>
              </p14:nvContentPartPr>
              <p14:xfrm>
                <a:off x="9510624" y="2189736"/>
                <a:ext cx="405360" cy="18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E6718A-2AD3-19C9-BC85-2367915CF5A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92624" y="2171736"/>
                  <a:ext cx="441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B5EA864-3AC0-9F83-1304-2106E9C71727}"/>
                    </a:ext>
                  </a:extLst>
                </p14:cNvPr>
                <p14:cNvContentPartPr/>
                <p14:nvPr/>
              </p14:nvContentPartPr>
              <p14:xfrm>
                <a:off x="9521424" y="2309256"/>
                <a:ext cx="361800" cy="14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B5EA864-3AC0-9F83-1304-2106E9C717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03424" y="2291256"/>
                  <a:ext cx="39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541740-2605-481E-D0EF-6E2C47F6A7C9}"/>
                    </a:ext>
                  </a:extLst>
                </p14:cNvPr>
                <p14:cNvContentPartPr/>
                <p14:nvPr/>
              </p14:nvContentPartPr>
              <p14:xfrm>
                <a:off x="9580464" y="2381976"/>
                <a:ext cx="343080" cy="14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541740-2605-481E-D0EF-6E2C47F6A7C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62464" y="2363976"/>
                  <a:ext cx="378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CB320E-DA33-3CF1-4E7C-DAB70F2D221D}"/>
                    </a:ext>
                  </a:extLst>
                </p14:cNvPr>
                <p14:cNvContentPartPr/>
                <p14:nvPr/>
              </p14:nvContentPartPr>
              <p14:xfrm>
                <a:off x="9604944" y="2485296"/>
                <a:ext cx="247680" cy="12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CB320E-DA33-3CF1-4E7C-DAB70F2D221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86944" y="2467296"/>
                  <a:ext cx="28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7C7DDF6-7414-4306-24B7-8D1A22BD2B00}"/>
                    </a:ext>
                  </a:extLst>
                </p14:cNvPr>
                <p14:cNvContentPartPr/>
                <p14:nvPr/>
              </p14:nvContentPartPr>
              <p14:xfrm>
                <a:off x="9651744" y="2585736"/>
                <a:ext cx="189000" cy="8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7C7DDF6-7414-4306-24B7-8D1A22BD2B0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33744" y="2567659"/>
                  <a:ext cx="224640" cy="120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F6C32C-5359-04E8-D402-C2EC5B5E3B8E}"/>
                    </a:ext>
                  </a:extLst>
                </p14:cNvPr>
                <p14:cNvContentPartPr/>
                <p14:nvPr/>
              </p14:nvContentPartPr>
              <p14:xfrm>
                <a:off x="9648864" y="2664936"/>
                <a:ext cx="178920" cy="50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F6C32C-5359-04E8-D402-C2EC5B5E3B8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30864" y="2646936"/>
                  <a:ext cx="21456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F4073D-3BAD-A04E-7BDA-B76851210CEA}"/>
                    </a:ext>
                  </a:extLst>
                </p14:cNvPr>
                <p14:cNvContentPartPr/>
                <p14:nvPr/>
              </p14:nvContentPartPr>
              <p14:xfrm>
                <a:off x="9834984" y="3119256"/>
                <a:ext cx="49320" cy="9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F4073D-3BAD-A04E-7BDA-B76851210CE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16984" y="3101256"/>
                  <a:ext cx="84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5E4B3C-6A96-F451-BA57-B7875C27D571}"/>
                    </a:ext>
                  </a:extLst>
                </p14:cNvPr>
                <p14:cNvContentPartPr/>
                <p14:nvPr/>
              </p14:nvContentPartPr>
              <p14:xfrm>
                <a:off x="10053504" y="3123576"/>
                <a:ext cx="178200" cy="201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5E4B3C-6A96-F451-BA57-B7875C27D5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35468" y="3105576"/>
                  <a:ext cx="213912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08D932-E63E-328F-DF56-A648D61708D4}"/>
                    </a:ext>
                  </a:extLst>
                </p14:cNvPr>
                <p14:cNvContentPartPr/>
                <p14:nvPr/>
              </p14:nvContentPartPr>
              <p14:xfrm>
                <a:off x="10122624" y="3250296"/>
                <a:ext cx="79200" cy="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08D932-E63E-328F-DF56-A648D61708D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04542" y="3232296"/>
                  <a:ext cx="115003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7B5D3A-F0ED-498F-866A-F85757B89047}"/>
                    </a:ext>
                  </a:extLst>
                </p14:cNvPr>
                <p14:cNvContentPartPr/>
                <p14:nvPr/>
              </p14:nvContentPartPr>
              <p14:xfrm>
                <a:off x="10339704" y="3145896"/>
                <a:ext cx="142560" cy="16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7B5D3A-F0ED-498F-866A-F85757B8904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21704" y="3127896"/>
                  <a:ext cx="17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DFD6790-B301-33BE-F56A-87D85D53F3AE}"/>
                    </a:ext>
                  </a:extLst>
                </p14:cNvPr>
                <p14:cNvContentPartPr/>
                <p14:nvPr/>
              </p14:nvContentPartPr>
              <p14:xfrm>
                <a:off x="10618344" y="3155616"/>
                <a:ext cx="44280" cy="12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DFD6790-B301-33BE-F56A-87D85D53F3A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00489" y="3137616"/>
                  <a:ext cx="79633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E9B6AA-E719-6219-7883-264E2341AAE9}"/>
                    </a:ext>
                  </a:extLst>
                </p14:cNvPr>
                <p14:cNvContentPartPr/>
                <p14:nvPr/>
              </p14:nvContentPartPr>
              <p14:xfrm>
                <a:off x="10650024" y="3143376"/>
                <a:ext cx="157320" cy="157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E9B6AA-E719-6219-7883-264E2341AAE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32024" y="3125376"/>
                  <a:ext cx="1929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8CEA5E-79A7-EFAA-0E57-34F5FC002088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8CEA5E-79A7-EFAA-0E57-34F5FC002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4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15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E185A-43FC-ACDD-C2C6-F1A43EA8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E9F5-20FC-B3DE-5A0A-9A621A05F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97F269-7890-DFA5-D41B-273B8B025892}"/>
                  </a:ext>
                </a:extLst>
              </p:cNvPr>
              <p:cNvSpPr txBox="1"/>
              <p:nvPr/>
            </p:nvSpPr>
            <p:spPr>
              <a:xfrm>
                <a:off x="157568" y="784122"/>
                <a:ext cx="9836824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Same problem as before but different scenario: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Suppose you’re designing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recommendation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system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Based on past historical data of 10,000 user views, we have following empirical results.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1000 user liked sci-fi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500 user liked fantasy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200 user liked sci-fi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fantasy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You pick a random user from the database. What is the probability that this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user likes sci-fi OR fantasy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?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Answer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Let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A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user likes sci-fi. So, P(A) = 1000/10000 = 0.10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B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user liked fantasy . So, P(B) = 500/10000 =  0.05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have to find P(A U B).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 A ∩ B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200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user likes sci-fi and fantasy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→ P(A∩B) = 200/10000 = 0.02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 +  P(B)  – P(A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= 0.10   +  0.05 −   0.02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= 0.13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97F269-7890-DFA5-D41B-273B8B025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84122"/>
                <a:ext cx="9836824" cy="5632311"/>
              </a:xfrm>
              <a:prstGeom prst="rect">
                <a:avLst/>
              </a:prstGeom>
              <a:blipFill>
                <a:blip r:embed="rId3"/>
                <a:stretch>
                  <a:fillRect l="-558" t="-649" b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8EE147-257C-F20E-EA57-168AF024ABA2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8EE147-257C-F20E-EA57-168AF024AB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ACB0F44-683A-B0A2-30EA-4E111761CC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249" y="4222044"/>
            <a:ext cx="3676429" cy="205106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5A62296-5697-02D7-5F50-0B1A2EC987DA}"/>
              </a:ext>
            </a:extLst>
          </p:cNvPr>
          <p:cNvGrpSpPr/>
          <p:nvPr/>
        </p:nvGrpSpPr>
        <p:grpSpPr>
          <a:xfrm>
            <a:off x="8735184" y="5043724"/>
            <a:ext cx="1386360" cy="1499040"/>
            <a:chOff x="9420984" y="1825776"/>
            <a:chExt cx="1386360" cy="14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6CAFD6C-A312-43C7-87DC-77414A0A8673}"/>
                    </a:ext>
                  </a:extLst>
                </p14:cNvPr>
                <p14:cNvContentPartPr/>
                <p14:nvPr/>
              </p14:nvContentPartPr>
              <p14:xfrm>
                <a:off x="9550944" y="1825776"/>
                <a:ext cx="174240" cy="80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6CAFD6C-A312-43C7-87DC-77414A0A867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32907" y="1807776"/>
                  <a:ext cx="209954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2E309BF-D634-DD85-6997-2B53C1650CA1}"/>
                    </a:ext>
                  </a:extLst>
                </p14:cNvPr>
                <p14:cNvContentPartPr/>
                <p14:nvPr/>
              </p14:nvContentPartPr>
              <p14:xfrm>
                <a:off x="9493704" y="1877976"/>
                <a:ext cx="277920" cy="131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2E309BF-D634-DD85-6997-2B53C1650CA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75727" y="1859976"/>
                  <a:ext cx="313514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F12F11-FCB3-D268-3E13-B43219025E58}"/>
                    </a:ext>
                  </a:extLst>
                </p14:cNvPr>
                <p14:cNvContentPartPr/>
                <p14:nvPr/>
              </p14:nvContentPartPr>
              <p14:xfrm>
                <a:off x="9420984" y="1948176"/>
                <a:ext cx="397440" cy="184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F12F11-FCB3-D268-3E13-B43219025E5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02984" y="1930176"/>
                  <a:ext cx="433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3B324E-E413-2D09-4A90-DE572F0D19A5}"/>
                    </a:ext>
                  </a:extLst>
                </p14:cNvPr>
                <p14:cNvContentPartPr/>
                <p14:nvPr/>
              </p14:nvContentPartPr>
              <p14:xfrm>
                <a:off x="9444384" y="2024856"/>
                <a:ext cx="425880" cy="22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3B324E-E413-2D09-4A90-DE572F0D19A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26384" y="2006856"/>
                  <a:ext cx="461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51613E-8C1E-79B9-4535-787770D4FB4E}"/>
                    </a:ext>
                  </a:extLst>
                </p14:cNvPr>
                <p14:cNvContentPartPr/>
                <p14:nvPr/>
              </p14:nvContentPartPr>
              <p14:xfrm>
                <a:off x="9451224" y="2092176"/>
                <a:ext cx="463680" cy="22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51613E-8C1E-79B9-4535-787770D4FB4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33210" y="2074176"/>
                  <a:ext cx="499348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D298F14-DA8E-AF4A-75E1-47F9FC155A94}"/>
                    </a:ext>
                  </a:extLst>
                </p14:cNvPr>
                <p14:cNvContentPartPr/>
                <p14:nvPr/>
              </p14:nvContentPartPr>
              <p14:xfrm>
                <a:off x="9510624" y="2189736"/>
                <a:ext cx="405360" cy="18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D298F14-DA8E-AF4A-75E1-47F9FC155A9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92624" y="2171736"/>
                  <a:ext cx="441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7785AE-322A-BE6C-1145-79E81825A62B}"/>
                    </a:ext>
                  </a:extLst>
                </p14:cNvPr>
                <p14:cNvContentPartPr/>
                <p14:nvPr/>
              </p14:nvContentPartPr>
              <p14:xfrm>
                <a:off x="9521424" y="2309256"/>
                <a:ext cx="361800" cy="14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7785AE-322A-BE6C-1145-79E81825A62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03424" y="2291256"/>
                  <a:ext cx="39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0EAE1A3-637B-BF0A-BA6F-EAA661F9510C}"/>
                    </a:ext>
                  </a:extLst>
                </p14:cNvPr>
                <p14:cNvContentPartPr/>
                <p14:nvPr/>
              </p14:nvContentPartPr>
              <p14:xfrm>
                <a:off x="9580464" y="2381976"/>
                <a:ext cx="343080" cy="14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0EAE1A3-637B-BF0A-BA6F-EAA661F951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62464" y="2363976"/>
                  <a:ext cx="378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8D2AFF-9013-C591-F63D-450862C76748}"/>
                    </a:ext>
                  </a:extLst>
                </p14:cNvPr>
                <p14:cNvContentPartPr/>
                <p14:nvPr/>
              </p14:nvContentPartPr>
              <p14:xfrm>
                <a:off x="9604944" y="2485296"/>
                <a:ext cx="247680" cy="12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8D2AFF-9013-C591-F63D-450862C7674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86944" y="2467296"/>
                  <a:ext cx="28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B26589-3131-6233-E109-8AB5EBE17947}"/>
                    </a:ext>
                  </a:extLst>
                </p14:cNvPr>
                <p14:cNvContentPartPr/>
                <p14:nvPr/>
              </p14:nvContentPartPr>
              <p14:xfrm>
                <a:off x="9651744" y="2585736"/>
                <a:ext cx="189000" cy="84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B26589-3131-6233-E109-8AB5EBE179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33744" y="2567659"/>
                  <a:ext cx="224640" cy="120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6C40E2-061D-D41C-2A87-7804833FE1BC}"/>
                    </a:ext>
                  </a:extLst>
                </p14:cNvPr>
                <p14:cNvContentPartPr/>
                <p14:nvPr/>
              </p14:nvContentPartPr>
              <p14:xfrm>
                <a:off x="9648864" y="2664936"/>
                <a:ext cx="178920" cy="50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6C40E2-061D-D41C-2A87-7804833FE1B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30864" y="2646936"/>
                  <a:ext cx="21456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177E060-5037-28BF-A64A-4189B922CFEA}"/>
                    </a:ext>
                  </a:extLst>
                </p14:cNvPr>
                <p14:cNvContentPartPr/>
                <p14:nvPr/>
              </p14:nvContentPartPr>
              <p14:xfrm>
                <a:off x="9834984" y="3119256"/>
                <a:ext cx="49320" cy="9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177E060-5037-28BF-A64A-4189B922CFE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16984" y="3101256"/>
                  <a:ext cx="84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46C00C-F6B3-5AD0-1584-D634F6557FDB}"/>
                    </a:ext>
                  </a:extLst>
                </p14:cNvPr>
                <p14:cNvContentPartPr/>
                <p14:nvPr/>
              </p14:nvContentPartPr>
              <p14:xfrm>
                <a:off x="10053504" y="3123576"/>
                <a:ext cx="178200" cy="201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46C00C-F6B3-5AD0-1584-D634F6557FD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35468" y="3105576"/>
                  <a:ext cx="213912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0E0CEBC-C235-497A-D01E-18B4751646CB}"/>
                    </a:ext>
                  </a:extLst>
                </p14:cNvPr>
                <p14:cNvContentPartPr/>
                <p14:nvPr/>
              </p14:nvContentPartPr>
              <p14:xfrm>
                <a:off x="10122624" y="3250296"/>
                <a:ext cx="79200" cy="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0E0CEBC-C235-497A-D01E-18B4751646C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04542" y="3232296"/>
                  <a:ext cx="115003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FA448F-3D6D-E28C-3B36-A36EC2C65B38}"/>
                    </a:ext>
                  </a:extLst>
                </p14:cNvPr>
                <p14:cNvContentPartPr/>
                <p14:nvPr/>
              </p14:nvContentPartPr>
              <p14:xfrm>
                <a:off x="10339704" y="3145896"/>
                <a:ext cx="142560" cy="16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FA448F-3D6D-E28C-3B36-A36EC2C65B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21704" y="3127896"/>
                  <a:ext cx="17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70E14C0-6C3B-5217-9790-DF20E2407D28}"/>
                    </a:ext>
                  </a:extLst>
                </p14:cNvPr>
                <p14:cNvContentPartPr/>
                <p14:nvPr/>
              </p14:nvContentPartPr>
              <p14:xfrm>
                <a:off x="10618344" y="3155616"/>
                <a:ext cx="44280" cy="12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70E14C0-6C3B-5217-9790-DF20E2407D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00489" y="3137616"/>
                  <a:ext cx="79633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EB5D4C-0EFB-DA89-56D4-BD9F0EBECA5C}"/>
                    </a:ext>
                  </a:extLst>
                </p14:cNvPr>
                <p14:cNvContentPartPr/>
                <p14:nvPr/>
              </p14:nvContentPartPr>
              <p14:xfrm>
                <a:off x="10650024" y="3143376"/>
                <a:ext cx="157320" cy="157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EB5D4C-0EFB-DA89-56D4-BD9F0EBECA5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32024" y="3125376"/>
                  <a:ext cx="1929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65E668-A693-68A9-B084-5D1D277CD0C1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65E668-A693-68A9-B084-5D1D277CD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4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385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0E4DB-F5AD-A98A-A8EE-93428FC7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28D3-3B4E-0502-37F8-06AA64D9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094783-11FB-DD8C-A2F0-E87E4F8BB4C2}"/>
                  </a:ext>
                </a:extLst>
              </p:cNvPr>
              <p:cNvSpPr txBox="1"/>
              <p:nvPr/>
            </p:nvSpPr>
            <p:spPr>
              <a:xfrm>
                <a:off x="157568" y="784122"/>
                <a:ext cx="9836824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we roll a pair of dice.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the sum of the two dice is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10 or number on first die is 3 ? 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Sum of 2 dice number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10 : A = {(6,4), (5,5), (4,6), (6,5), (5,6), (6,6)}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Number of 1</a:t>
                </a:r>
                <a:r>
                  <a:rPr lang="en-US" baseline="30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die is 3 : B = {(3,1), (3,2), (3,3), (3,4), (3,5), (3,6)}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I have to find P(A U B).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Sum of 2 dice number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10 </a:t>
                </a:r>
                <a:r>
                  <a:rPr lang="en-US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number of 1</a:t>
                </a:r>
                <a:r>
                  <a:rPr lang="en-US" baseline="30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die is 3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 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P(A) = 6/36 ;        P(B) = 6/36;             P(A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0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P(A U B)  = P(A)  +  P(B) – P(A </a:t>
                </a:r>
                <a14:m>
                  <m:oMath xmlns:m="http://schemas.openxmlformats.org/officeDocument/2006/math">
                    <m:r>
                      <a:rPr lang="en-US" b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6/36 +  6/36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–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0        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= 12/36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= 1/4 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094783-11FB-DD8C-A2F0-E87E4F8BB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84122"/>
                <a:ext cx="9836824" cy="5909310"/>
              </a:xfrm>
              <a:prstGeom prst="rect">
                <a:avLst/>
              </a:prstGeom>
              <a:blipFill>
                <a:blip r:embed="rId3"/>
                <a:stretch>
                  <a:fillRect l="-558" t="-619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4FD537-6DAA-5519-9F83-5D89B3877A8F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4FD537-6DAA-5519-9F83-5D89B3877A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6594E87-92C1-CA00-FBB7-45ED16C64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84" y="1307592"/>
            <a:ext cx="3592648" cy="25524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989AB4-600E-C491-D50B-D54F5DBA89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3530" y="4030796"/>
            <a:ext cx="661574" cy="7054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E50269-685D-B9E1-D5E0-1D6882335F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5704" y="2010182"/>
            <a:ext cx="661574" cy="7054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A4456F-A650-01F7-5238-A2BE233A4B0C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A4456F-A650-01F7-5238-A2BE233A4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992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3331-6325-7994-8EC7-21D9D6A9D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CEF5-2F32-2BAF-43EC-6A7A8FBF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849"/>
            <a:ext cx="10515600" cy="57577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Addition Rule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14968D-07CF-FB69-AF5C-C3017D3E5A73}"/>
                  </a:ext>
                </a:extLst>
              </p:cNvPr>
              <p:cNvSpPr txBox="1"/>
              <p:nvPr/>
            </p:nvSpPr>
            <p:spPr>
              <a:xfrm>
                <a:off x="157568" y="784122"/>
                <a:ext cx="9836824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we roll a pair of dice.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What is the probability the sum of the two dice is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7 or both numbers are same?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</a:p>
              <a:p>
                <a:pPr marL="342900" indent="-342900">
                  <a:buAutoNum type="arabicParenR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A: sum of the two dice is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7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 = {(6,1), (6,2), (6,3), (6,4), and so on-upper diagonal } = 21 elements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B: both numbers are same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 = {(1,1), (2,2), (3,3), (4,4), (5,5), (6,6)}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Then,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the sum of the two dice is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7 </a:t>
                </a:r>
                <a:r>
                  <a:rPr lang="en-US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both numbers are same =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{(4,4), (5,5), (6,6)}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P(A) = 21/36 ;        P(B) = 6/36;             P(A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= 3/36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  +  P(B)   – P(A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B) 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21/36 +  6/36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–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3/36  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= 24/36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14968D-07CF-FB69-AF5C-C3017D3E5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68" y="784122"/>
                <a:ext cx="9836824" cy="5632311"/>
              </a:xfrm>
              <a:prstGeom prst="rect">
                <a:avLst/>
              </a:prstGeom>
              <a:blipFill>
                <a:blip r:embed="rId3"/>
                <a:stretch>
                  <a:fillRect l="-558" t="-649" b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3ABCA43-BC1F-448B-C2A2-A075DAFCD0DC}"/>
                  </a:ext>
                </a:extLst>
              </p14:cNvPr>
              <p14:cNvContentPartPr/>
              <p14:nvPr/>
            </p14:nvContentPartPr>
            <p14:xfrm>
              <a:off x="4635864" y="6014376"/>
              <a:ext cx="87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3ABCA43-BC1F-448B-C2A2-A075DAFCD0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0012" y="5978462"/>
                <a:ext cx="158465" cy="221949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D49E94D-CC05-971B-A572-2E14DB174E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84" y="1307592"/>
            <a:ext cx="3592648" cy="25524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F18C78-1D82-799F-503A-3EE834927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8898" y="327686"/>
            <a:ext cx="661574" cy="7054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3A417B-5731-F607-441C-CBC585D21C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2016" y="318542"/>
            <a:ext cx="661574" cy="7054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AE9274-EAA5-8CFE-4A8D-434F0DA2EDF7}"/>
                  </a:ext>
                </a:extLst>
              </p:cNvPr>
              <p:cNvSpPr txBox="1"/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 U B)  = P(A) + P(B) – P( A 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B )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AE9274-EAA5-8CFE-4A8D-434F0DA2E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886" y="-1786"/>
                <a:ext cx="3841778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53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1419</TotalTime>
  <Words>2979</Words>
  <Application>Microsoft Office PowerPoint</Application>
  <PresentationFormat>Widescreen</PresentationFormat>
  <Paragraphs>365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Addition Rule</vt:lpstr>
      <vt:lpstr>Probability: Definition (Review)</vt:lpstr>
      <vt:lpstr>Probability</vt:lpstr>
      <vt:lpstr>Addition Rule: Disjoint Events</vt:lpstr>
      <vt:lpstr>Addition Rule</vt:lpstr>
      <vt:lpstr>Addition Rule</vt:lpstr>
      <vt:lpstr>Addition Rule</vt:lpstr>
      <vt:lpstr>Addition Rule</vt:lpstr>
      <vt:lpstr>Addition Rule</vt:lpstr>
      <vt:lpstr>Addition Rule</vt:lpstr>
      <vt:lpstr>EXTRA</vt:lpstr>
      <vt:lpstr>Addition Rule</vt:lpstr>
      <vt:lpstr>Addition Rule</vt:lpstr>
      <vt:lpstr>Addition Rule</vt:lpstr>
      <vt:lpstr>Addition Rule</vt:lpstr>
      <vt:lpstr>Addition Rule</vt:lpstr>
      <vt:lpstr>Addition Rule</vt:lpstr>
      <vt:lpstr>Addition Rule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200</cp:revision>
  <dcterms:created xsi:type="dcterms:W3CDTF">2025-09-22T02:44:38Z</dcterms:created>
  <dcterms:modified xsi:type="dcterms:W3CDTF">2026-04-29T10:39:53Z</dcterms:modified>
</cp:coreProperties>
</file>