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8" r:id="rId4"/>
    <p:sldId id="280" r:id="rId5"/>
    <p:sldId id="259" r:id="rId6"/>
    <p:sldId id="284" r:id="rId7"/>
    <p:sldId id="283" r:id="rId8"/>
    <p:sldId id="271" r:id="rId9"/>
    <p:sldId id="285" r:id="rId10"/>
    <p:sldId id="274" r:id="rId11"/>
    <p:sldId id="275" r:id="rId12"/>
    <p:sldId id="273" r:id="rId13"/>
    <p:sldId id="272" r:id="rId14"/>
    <p:sldId id="27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7" d="100"/>
          <a:sy n="77" d="100"/>
        </p:scale>
        <p:origin x="78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7T14:58:07.415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13 1083 6577 0 0,'-12'-2'2707'0'0,"597"17"-1971"0"0,-330-5 1014 0 0,-254-10-1728 0 0,-1 1 0 0 0,1-1-1 0 0,-1 0 1 0 0,0 0 0 0 0,1 0-1 0 0,-1 0 1 0 0,1 0 0 0 0,-1 0-1 0 0,1 0 1 0 0,-1 0 0 0 0,1 0-1 0 0,-1 0 1 0 0,1 0 0 0 0,-1 0-1 0 0,1 0 1 0 0,-1 0 0 0 0,1 0-1 0 0,-1 0 1 0 0,1 0 0 0 0,-1-1-1 0 0,0 1 1 0 0,1 0-1 0 0,-1 0 1 0 0,1-1 0 0 0,-1 1-1 0 0,0 0 1 0 0,1-1 0 0 0,-1 1-1 0 0,0 0 1 0 0,1-1 0 0 0,-1 1-1 0 0,0 0 1 0 0,1-1 0 0 0,-1 1-1 0 0,0-1 1 0 0,0 1 0 0 0,1 0-1 0 0,-1-1 1 0 0,0 1 0 0 0,0-1-1 0 0,0 1 1 0 0,0-1 0 0 0,0 1-1 0 0,0-1 1 0 0,0 1 0 0 0,0-1-1 0 0,0 1 1 0 0,0-1 0 0 0,0 0-1 0 0,0-1 58 0 0,-21-31 154 0 0,-57-70-115 0 0,4-3-1 0 0,-84-166 1 0 0,133 221-140 0 0,3 0 0 0 0,-27-95 1 0 0,48 140 16 0 0,0 1 0 0 0,0-1 0 0 0,1 0 0 0 0,-1 1 0 0 0,1-1 0 0 0,1 0 0 0 0,-1 1 0 0 0,1-1 0 0 0,0 1 0 0 0,0-1 0 0 0,0 1 0 0 0,4-9 0 0 0,-1 0-2 0 0,-1 6-5 0 0,1-1 0 0 0,-1 1 0 0 0,2 0 0 0 0,-1 0 0 0 0,1 1 0 0 0,0-1 0 0 0,1 1 0 0 0,-1 0 0 0 0,1 1 0 0 0,1-1 0 0 0,-1 1 0 0 0,1 1 0 0 0,0-1 0 0 0,1 1 0 0 0,-1 0 0 0 0,1 1 0 0 0,0-1 0 0 0,13-4 1 0 0,18-5 3 0 0,0 1 1 0 0,74-14 0 0 0,-61 15-20 0 0,8-1 7 0 0,1 2 0 0 0,1 3 1 0 0,110 0-1 0 0,-136 9 7 0 0,0 1 0 0 0,0 2 0 0 0,0 2 0 0 0,0 1 0 0 0,-1 2 0 0 0,0 1 0 0 0,60 27 1 0 0,-86-33 8 0 0,-1 0 0 0 0,1 1 0 0 0,-1 0 0 0 0,0 1 1 0 0,-1 0-1 0 0,1 0 0 0 0,-1 0 0 0 0,-1 1 1 0 0,1 0-1 0 0,-1 0 0 0 0,0 1 0 0 0,-1 0 1 0 0,0 0-1 0 0,0 0 0 0 0,7 18 0 0 0,-9-16 2 0 0,0 0-1 0 0,-1 0 0 0 0,0 0 1 0 0,-1 0-1 0 0,0 0 1 0 0,-1 0-1 0 0,0 1 0 0 0,0-1 1 0 0,-1 0-1 0 0,-1 0 1 0 0,0 1-1 0 0,0-1 0 0 0,-1-1 1 0 0,-6 18-1 0 0,-1-7 10 0 0,0 1-1 0 0,-1-2 0 0 0,-1 1 1 0 0,-1-2-1 0 0,-1 0 1 0 0,0 0-1 0 0,-2-1 1 0 0,-29 26-1 0 0,-5-3 13 0 0,-100 63 0 0 0,100-68-42 0 0,-89 80-1 0 0,138-114 21 0 0,0-1 0 0 0,1 1 1 0 0,-1-1-1 0 0,0 1 0 0 0,0-1 0 0 0,1 1 0 0 0,-1-1 1 0 0,0 1-1 0 0,1 0 0 0 0,-1-1 0 0 0,0 1 0 0 0,1 0 1 0 0,-1 0-1 0 0,1-1 0 0 0,-1 1 0 0 0,1 0 1 0 0,0 0-1 0 0,-1 0 0 0 0,1 0 0 0 0,0-1 0 0 0,-1 1 1 0 0,1 0-1 0 0,0 0 0 0 0,0 0 0 0 0,0 0 1 0 0,0 0-1 0 0,0 0 0 0 0,0 0 0 0 0,0 0 0 0 0,0 0 1 0 0,0-1-1 0 0,1 1 0 0 0,-1 0 0 0 0,0 0 1 0 0,0 0-1 0 0,1 0 0 0 0,-1 0 0 0 0,1 0 0 0 0,-1-1 1 0 0,1 1-1 0 0,-1 0 0 0 0,1 0 0 0 0,-1-1 1 0 0,1 1-1 0 0,0 0 0 0 0,-1-1 0 0 0,1 1 0 0 0,0-1 1 0 0,0 1-1 0 0,-1-1 0 0 0,1 1 0 0 0,0-1 0 0 0,0 1 1 0 0,0-1-1 0 0,0 0 0 0 0,-1 0 0 0 0,1 1 1 0 0,2-1-1 0 0,8 4 7 0 0,1-1 0 0 0,-1 0 1 0 0,20 1-1 0 0,-19-2-7 0 0,348 46 47 0 0,-11-2-216 0 0,-336-44-125 0 0,38 4-920 0 0,-21-11-4895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7T14:58:10.900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5358 236 6565 0 0,'0'0'37'0'0,"1"-1"0"0"0,-1 1 0 0 0,0 0 1 0 0,1-1-1 0 0,-1 1 0 0 0,1-1 0 0 0,-1 1 0 0 0,0 0 1 0 0,0-1-1 0 0,1 1 0 0 0,-1-1 0 0 0,0 1 1 0 0,0-1-1 0 0,1 0 0 0 0,-1 1 0 0 0,0-1 0 0 0,0 1 1 0 0,0-1-1 0 0,0 1 0 0 0,0-1 0 0 0,0 1 1 0 0,0-1-1 0 0,0 1 0 0 0,0-1 0 0 0,0 0 1 0 0,0 1-1 0 0,0-1 0 0 0,0 1 0 0 0,-1-1 0 0 0,1 1 1 0 0,0-1-1 0 0,0 1 0 0 0,0-1 0 0 0,-1 0 1 0 0,-20-16 514 0 0,-35-7-336 0 0,52 23-165 0 0,-55-20 77 0 0,-142-27-78 0 0,-3 9-1 0 0,0 8 1 0 0,-2 10 0 0 0,-232 6-1 0 0,280 16-16 0 0,0 6-1 0 0,1 8 0 0 0,-231 50 0 0 0,208-21 6 0 0,2 8 1 0 0,-248 107 0 0 0,246-72-25 0 0,4 7 1 0 0,4 9-1 0 0,-310 244 1 0 0,379-262 10 0 0,-151 161 0 0 0,91-55 93 0 0,8 7 0 0 0,-160 272 0 0 0,306-456-110 0 0,-140 250 136 0 0,118-202-106 0 0,3 1 0 0 0,-27 90 1 0 0,40-101 0 0 0,3 0 1 0 0,-8 61-1 0 0,18-87 30 0 0,0 0 1 0 0,2 0-1 0 0,1 1 0 0 0,2-1 1 0 0,0 0-1 0 0,10 37 0 0 0,187 531 495 0 0,-48-161-440 0 0,-72-181-21 0 0,158 344-1 0 0,-153-421-57 0 0,108 218 30 0 0,29-17-28 0 0,-200-343-44 0 0,1-2 0 0 0,2 0 0 0 0,1-2-1 0 0,1-1 1 0 0,1-1 0 0 0,2-1 0 0 0,1-1-1 0 0,0-2 1 0 0,2-2 0 0 0,36 19-1 0 0,121 46 132 0 0,311 97-1 0 0,-448-165-118 0 0,65 21-6 0 0,1-4-1 0 0,1-6 0 0 0,2-5 0 0 0,169 12 0 0 0,304-30 18 0 0,-490-14-11 0 0,203-43 0 0 0,-236 32 1 0 0,-1-2-1 0 0,-1-4 1 0 0,106-54-1 0 0,-6-8 294 0 0,181-128-1 0 0,-299 179-206 0 0,-2-3 1 0 0,-2-2-1 0 0,-2-2 0 0 0,-1-2 0 0 0,-2-2 0 0 0,-3-1 1 0 0,52-82-1 0 0,-34 27 123 0 0,47-115-1 0 0,29-118 264 0 0,-123 306-441 0 0,118-376 726 0 0,-48 134-416 0 0,74-228 74 0 0,-60 127-370 0 0,-41 138-70 0 0,22-160-1 0 0,-48 8 32 0 0,-9 66-71 0 0,-15 265 25 0 0,-2 1-1 0 0,-2-1 1 0 0,-3 0 0 0 0,-2 1-1 0 0,-25-108 1 0 0,11 94-7 0 0,-2 0 0 0 0,-4 1 1 0 0,-3 2-1 0 0,-41-73 0 0 0,28 74-13 0 0,-3 1 1 0 0,-71-78-1 0 0,-2-4 93 0 0,82 93-87 0 0,-47-93 0 0 0,17 26 36 0 0,17 39-13 0 0,-45-104 1 0 0,56 103-22 0 0,-68-108 0 0 0,81 156 46 0 0,18 26-132 0 0,0-1 0 0 0,0 1 1 0 0,1-1-1 0 0,-7-13 0 0 0,0 50-6032 0 0,11-26 5839 0 0,1 1-1 0 0,-1-1 1 0 0,1 0-1 0 0,-1 0 0 0 0,1 0 1 0 0,0 5-1 0 0,3 9-1947 0 0,4 0-261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7T14:58:15.400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37 3260 0 0,'12'-13'1395'0'0,"0"-1"108"0"0,-5 4-304 0 0,-8 16-1203 0 0,1 0 0 0 0,1 0 1 0 0,-1 0-1 0 0,1 0 0 0 0,0 0 1 0 0,0 0-1 0 0,4 9 0 0 0,0 8 4 0 0,44 612 253 0 0,-54-501 735 0 0,8-124-1024 0 0,5-24-409 0 0,10-34-2688 0 0,-3 11 35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7T14:58:16.121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50 13 6593 0 0,'0'0'-318'0'0,"-50"-12"1783"0"0,497 39-1180 0 0,-147-3 140 0 0,-185-17 281 0 0,-112-7-648 0 0,21 4 218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7T14:58:16.635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23 12 5801 0 0,'0'0'-347'0'0,"-15"2"-567"0"0,8 0 849 0 0,11-2 864 0 0,324-15 280 0 0,-245 19-760 0 0,-80-4-262 0 0,28-3-40 0 0,-13 1-3555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7T14:58:17.024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10 1 4120 0 0,'0'0'18'0'0,"-1"0"0"0"0,0 1 0 0 0,1-1 0 0 0,-1 0 0 0 0,1 0 0 0 0,-1 1 0 0 0,1-1 0 0 0,-1 0 0 0 0,1 1 0 0 0,0-1 0 0 0,-1 1 0 0 0,1-1 0 0 0,-1 1 0 0 0,1-1 0 0 0,0 1 0 0 0,-1-1 0 0 0,1 1-1 0 0,0-1 1 0 0,0 1 0 0 0,-1-1 0 0 0,1 1 0 0 0,0-1 0 0 0,0 1 0 0 0,0 0 0 0 0,0 0 0 0 0,54 8 869 0 0,111 3 0 0 0,-85-8-527 0 0,271 24 1408 0 0,-332-25-1617 0 0,-15-2-171 0 0,1-1 1 0 0,-1 1-1 0 0,1-1 1 0 0,-1 1 0 0 0,1-1-1 0 0,0 0 1 0 0,-1-1-1 0 0,1 1 1 0 0,0-1 0 0 0,-1 0-1 0 0,8-3 1 0 0,-2-13-2719 0 0,-7 9 1125 0 0,5-6-587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7T14:58:19.398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2607 254 5372 0 0,'-3'-35'-524'0'0,"0"31"578"0"0,0 0-1 0 0,0 0 0 0 0,0 0 0 0 0,0 1 0 0 0,0-1 0 0 0,-1 1 1 0 0,0-1-1 0 0,0 1 0 0 0,0 1 0 0 0,0-1 0 0 0,0 0 0 0 0,0 1 1 0 0,-1 0-1 0 0,-6-2 0 0 0,-79-25 386 0 0,53 18-228 0 0,-65-17 66 0 0,-1 3-1 0 0,-173-17 1 0 0,-216 12 232 0 0,432 28-337 0 0,-21 0-51 0 0,1 3 0 0 0,0 4 0 0 0,-87 17 0 0 0,111-11-113 0 0,1 2 0 0 0,0 3 0 0 0,1 3-1 0 0,2 1 1 0 0,-61 33 0 0 0,34-7-7 0 0,2 3-1 0 0,3 3 1 0 0,-84 75 0 0 0,140-110 3 0 0,0 1 0 0 0,1 0 0 0 0,1 2 0 0 0,0 0 1 0 0,2 0-1 0 0,0 1 0 0 0,2 1 0 0 0,0 0 0 0 0,1 1 0 0 0,2 1 1 0 0,0-1-1 0 0,1 1 0 0 0,2 0 0 0 0,0 1 0 0 0,-2 32 0 0 0,3 27 27 0 0,4 1 0 0 0,3-1 0 0 0,23 141 0 0 0,-19-193-18 0 0,2 0-1 0 0,1-1 1 0 0,1 0-1 0 0,2-1 1 0 0,0 0-1 0 0,3-1 1 0 0,0 0-1 0 0,2-1 1 0 0,35 46-1 0 0,-3-16 21 0 0,2-1-1 0 0,2-3 0 0 0,64 50 0 0 0,-86-81 26 0 0,0-2-1 0 0,1 0 1 0 0,2-2-1 0 0,0-2 1 0 0,0-1-1 0 0,71 22 1 0 0,231 40 600 0 0,-261-64-512 0 0,71 15 87 0 0,378 70 269 0 0,-371-78-413 0 0,165 1-1 0 0,153-26 476 0 0,-401 0-378 0 0,-1-3 0 0 0,1-3 0 0 0,-1-3 1 0 0,-1-4-1 0 0,-1-2 0 0 0,0-3 0 0 0,-2-3 1 0 0,0-3-1 0 0,-2-2 0 0 0,-1-4 0 0 0,76-54 1 0 0,-114 68-142 0 0,-2 0-1 0 0,0-2 1 0 0,-1 0 0 0 0,-2-2 0 0 0,0 0 0 0 0,-1-1 0 0 0,-2-1 0 0 0,-1 0 0 0 0,22-52 0 0 0,-24 45-22 0 0,-2-1 1 0 0,-1 0-1 0 0,-1 0 1 0 0,-3-1-1 0 0,0 0 0 0 0,-2-1 1 0 0,-2-68-1 0 0,-8 15 23 0 0,-33-171-1 0 0,29 218-54 0 0,-2 1 0 0 0,-1 0 0 0 0,-2 0 0 0 0,-2 2 0 0 0,-2 0 0 0 0,-1 1 0 0 0,-2 0 0 0 0,-1 2 0 0 0,-31-35 0 0 0,-17-9 2 0 0,-110-94 0 0 0,154 151-14 0 0,-1 1-1 0 0,-1 2 1 0 0,-1 1 0 0 0,0 2-1 0 0,-34-15 1 0 0,-9 2-30 0 0,-86-24-1 0 0,107 41 28 0 0,0 2 0 0 0,-1 2 0 0 0,-57-2 0 0 0,-161 5 1 0 0,242 6 30 0 0,-104 5 760 0 0,53-1-3040 0 0,29-3-5063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5-09-27T18:15:49.907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0 47 1609 0,'0'0'-41'0,"0"0"6"0,0 0 12 15,0 0-2-15,0 0 13 0,0 0 9 16,0 0 5-16,0 0-2 0,0 0 2 0,0 0-2 15,0 0-5-15,0 0 4 0,0 0 1 16,0 0-4-16,0 0 3 0,0 0-2 0,0 0 1 16,0 0 3-16,0 0 8 0,0 0 4 0,0 0 3 15,0 0 6-15,0 0-1 0,0 0 1 16,0 0-5-16,0 0 5 0,0 0-2 0,0 0-4 16,0 0-2-16,0 0-1 0,0 0-3 15,0 0 1-15,0 0 2 0,0 0-4 16,17 3 1-16,-17-3-1 0,0 0-3 15,0 0-1-15,0 0 4 0,0 0-1 0,0 0-1 16,0 0 1-16,0 0-5 0,0 0 2 16,0 0 2-16,0 0-3 0,0 0-1 0,0 0-2 15,0 0 1-15,0 0 2 0,0 0-3 16,0 0 1-16,0 0 1 0,0 0-5 0,24 0 1 16,-24 0-3-16,0 0 6 0,23 0-1 15,-23 0-3-15,22 0 3 0,-22 0-3 0,27-2 2 16,-27 2-4-16,34 0 5 15,-17-1 2-15,-17 1-3 0,34 0 0 0,-17 0 0 0,-17 0-3 16,33 0 5-16,-11 0-1 16,-22 0-1-16,31 0-2 0,-13 1 0 0,-18-1 0 15,35 2 1-15,-19-2 4 0,-16 0-2 16,35-2 0-16,-17 4 0 0,-18-2-1 0,35 0 1 16,-15 0-1-16,-1 0 2 0,1 0 0 15,-20 0 1-15,41 0 1 0,-22 0-4 0,3 0 0 16,0 0-1-16,-1 0 0 0,5 0 4 0,-5 0-4 15,-1-2 2-15,-20 2 2 0,41 0-3 16,-24-1 1-16,-17 1-4 0,36-2 6 0,-19 2-4 16,-17 0-2-16,32 2 5 0,-17-2-1 15,-15 0-2-15,34-2 3 0,-19 2-1 0,-15 0 2 16,32 0-2-16,-32 0 0 16,33-1-1-16,-17 1 2 0,-16 0 2 0,35 1-5 15,-16-1 0-15,-19 0 1 0,36-1 2 16,-13 1-2-16,1-3 4 0,3 3-5 0,-2 0 0 15,1 0 1-15,-3-1 2 0,-1 1 1 16,-22 0-1-16,41 0 0 0,-21 0-1 0,-1 0-2 16,1-2 1-16,-20 2 1 0,37 0-2 15,-21 0 2-15,-16 0 4 0,33 0-11 0,-33 0 10 16,31 0-4-16,-15 0 5 0,-16 0 2 16,35-1 0-16,-21 2-2 0,-14-1 1 0,35-1 0 15,-19 1 1-15,-16 0 0 16,37 0-6-16,-15-2 4 0,1 4-6 0,-1-2 4 15,1-2 1-15,3 2-1 0,-1 2-3 16,4-2 0-16,-1-2 2 0,1 2-1 0,-1 0 1 16,1 0 2-16,2 2-3 0,-3-4 2 15,1 2 2-15,3 0-2 0,-5 0-3 0,0-2 3 16,-3-1-2-16,1 6 1 0,-1-6 0 0,-3 3 3 16,-21 0 2-16,40-1-2 0,-23-1-1 15,-17 2 1-15,33 0 1 0,-15-1-1 0,-18 1-1 16,33-3 2-16,-15 3-2 0,4-3 1 15,-1 2-2-15,3-1 1 0,-1 2 1 16,3 0-1-16,1-3-1 0,0 2-1 16,1 1 2-16,1-2-4 0,1 2 5 0,5-2-2 15,-6 2 0-15,-1 0-3 0,-1 0 0 16,-2-2 3-16,-1 2-1 0,-3-1 1 0,-1-1-3 16,-20 2 3-16,39 0 0 0,-21 0-1 15,-18 0-2-15,35-1 0 0,-19 1 2 16,-16 0 0-16,35-2 1 0,-17-1-1 0,-18 3 2 15,37 0-5-15,-20 0 5 0,-17 0-1 0,38 0-2 16,-21 0 1-16,5 0-3 0,-22 0 2 16,41 3 0-16,-16-1 2 0,1-4-1 15,-1 4-2-15,5-2-3 0,-1 1 3 16,-1 1 1-16,-1 1-3 0,4-3 2 0,5 2 2 16,-1-2-1-16,0 2-2 0,4-1 4 15,-6 2-6-15,5-3 1 0,-9 2 3 0,0-1 0 16,1-1-3-16,-3 3 5 0,-3-2-3 15,1 1-3-15,-1-1 3 0,-5 1-2 0,1-2 2 16,-1 1-3-16,-19-1 4 0,40 3 0 0,-23-1-2 16,3-2 2-16,-20 0 1 0,43 3-2 15,-20-1 1-15,3-1-1 0,-1 2 0 0,5-2-3 16,1 2 4-16,4-1 1 0,2-2 0 16,1 0-2-16,-1 3 2 0,2 1-1 0,-2-2-4 15,0 0 4-15,-1 1-1 16,-1-1 1-16,-6 1-1 0,1-3 2 0,-3 3 0 15,-1-1-2-15,-3 0 0 0,-1 1 4 16,-3-1-1-16,1-2-2 0,-20 0 0 0,35 3 1 16,-15-3 3-16,-20 0-1 0,35 4 0 15,-16-4 1-15,-1 1 1 0,-18-1 2 0,41 2 0 16,-23-1 1-16,1-1 2 0,1 1 1 16,-20-1 3-16,37-1-5 0,-19 2 5 0,-18-1 1 15,29 2 0-15,-29-2 4 0,24 0 8 16,-24 0 3-16,19 0 4 0,-19 0 4 0,0 0-1 15,22 1 1-15,-22-1 0 0,0 0-1 16,0 0-12-16,0 0-7 0,0 0-17 16,21 0-27-16,-21 0-33 0,0 0-47 15,0 0-67-15,0 0-239 0,-64-12-206 0,34 4-114 16</inkml:trace>
  <inkml:trace contextRef="#ctx0" brushRef="#br0" timeOffset="1">15 102 1540 0,'-2'-18'-64'0,"2"18"18"15,0 0 16-15,0 0 14 0,0 0 14 0,-5-21 11 16,5 21 12-16,0 0 6 0,0 0 3 16,0 0 5-16,0 0 1 0,0 0 3 0,0-18-6 15,0 18 3-15,0 0-2 0,0 0 1 16,0 0-3-16,0 0 4 0,0 0-4 0,0 0-1 16,0 0-2-16,0 0-4 0,0 0 0 15,0 0-6-15,0 0-2 0,0 0 1 16,0 0-3-16,0 0-4 0,0 0-2 0,0 0-1 15,0 0-2-15,0 0-3 0,0 0-1 16,0 0 1-16,0 0-4 0,0 0 1 0,0 0 1 16,0 0-2-16,0 0 3 0,0 0-2 15,0 0 2-15,0 0-2 0,0 0 1 0,0 0-4 16,0 0 2-16,0 64 1 0,0-64 1 16,2 27 2-16,-2-10-2 0,0 0 0 0,0 3 1 15,-2 1-1-15,2-21 0 0,0 42 0 16,0-19-1-16,-2 2 0 0,2-2 1 0,-2 4 1 15,2-1 3-15,-2 2-2 16,0-4-1-16,2 4-2 0,-6-4 2 0,6 0 0 16,0 1 1-16,0 0-4 0,-2-1 7 15,0 2-6-15,0-1 4 0,0-2 0 0,2 2 0 16,-4 1-3-16,2-1 1 0,0 1-1 16,0 0 3-16,2 1-4 0,-2 1 1 0,2 1-2 15,-2 4 1-15,2 2 1 0,-2 0 0 16,0 2 2-16,2 1-1 0,0 2-1 0,-2-1 0 15,2 8 2-15,0-9-3 0,0 7 0 16,-2-5 4-16,2-4-4 0,0 0 2 0,-1 2-3 16,1-2-3-16,-2-2 3 0,2-2 3 15,0-3-1-15,0 1-3 0,0-5 2 0,2 8 3 16,-1-9-1-16,1 3-1 0,2-4-1 16,-2 4 0-16,-2-5 1 0,4 2-4 15,0 0 4-15,-2-2 3 0,2 2-3 0,0-1 0 16,0 0-3-16,0-1 1 0,0-1 2 15,-2 5 2-15,2-4-3 0,1 2 2 0,-1-1-3 16,-4 0-1-16,2-1 4 16,2 3-1-16,0-4 0 0,-2-2 1 0,0 3-3 0,-2-3 2 15,2 2 1-15,2 2-1 0,-4-3 1 16,2 1-2-16,-2 3 0 0,2-3 0 0,0 2 2 16,-2-1-3-16,2 0 4 0,0 2-3 15,-2-5 4-15,0 6-3 0,-2-3 0 16,4 3 0-16,0-1 0 0,-2 4 1 15,0-3 0-15,0 2 2 0,0-3-5 0,0 2 2 16,0 0-1-16,-2 2 2 0,2-2 0 16,-2 0-1-16,2 0-2 0,0-1 3 0,0 2 4 15,-2 0-2-15,0-2 0 0,2-1-2 16,0 1-1-16,0-1-4 0,-2 1 7 0,2 0 2 16,-6 1-1-16,4 1-4 0,0-3 4 15,-4-1 0-15,2 7-3 0,2-6 4 0,-2 5-3 16,1-2 1-16,-1-1-1 0,-2 0 3 15,4-1-4-15,-2 2 2 0,2-3-2 0,-2 3 4 16,2-2-3-16,-2-2-3 0,2 0 2 16,-2-1 0-16,2-1-2 0,0-1 3 15,2 0-2-15,-2-3 2 0,2-17-2 0,-6 31 0 16,5-16 0-16,1-15 3 0,-2 26-2 16,2-26 0-16,-4 23 0 0,4-23 0 0,-2 18 4 15,2-18-3-15,0 0 1 0,-4 20 4 16,4-20-3-16,0 0 2 0,0 0 2 0,0 22 2 15,0-22 1-15,0 0 3 0,0 0 2 16,0 0 0-16,0 0 1 0,-2 19-4 0,2-19 1 16,0 0 0-16,0 0-1 15,0 0-2-15,0 0 0 0,0 0-3 0,0 0 0 16,0 0-1-16,0 0-1 0,4 17 0 16,-4-17 1-16,0 0-1 0,0 0-1 0,25 4 3 15,-25-4-3-15,22 1 1 0,-22-1-1 16,35 3-2-16,-12-2 1 0,3 2 0 15,-1-3-1-15,7 0-1 0,-1 2 0 0,6-1-1 16,2-1 1-16,3 3 1 0,-1-2-3 0,2 1 1 16,0-1 2-16,0-1-2 0,-2 2-1 15,4-1-1-15,-4 2 3 0,0-3 0 0,-1 0-1 16,-1 3 2-16,4-3-3 0,-4 0 1 16,0 0-1-16,0 0 0 0,0 0 1 0,5 0-4 15,-5 0 2-15,0 0 3 0,4 0-3 16,-4-3 0-16,4 3-1 0,-2 0 4 15,0 3-1-15,10-6-2 0,-8 3 2 0,1 0-3 16,-3 0 3-16,2 0-1 0,0 3-1 16,-2-3 0-16,0 0 3 0,0 0-2 0,0 1-1 15,0 1 0-15,1-1 1 0,-3 0-1 16,2 2-1-16,0-2 1 0,-2 2 0 0,2-1-2 16,6-2 2-16,-4 5 3 0,6-2-4 15,0 0 0-15,-2 0 1 0,-6 2 0 0,2-3-1 16,4 2 1-16,-5 0 1 15,-3-1-1-15,2-1 1 0,6 3-4 0,-2-1 4 16,-4 1 0-16,2-4-1 0,-4 3-1 16,2-2 3-16,1 2-2 0,-3-1 2 0,-2 1-2 15,2 1 0-15,0-3 1 0,-2 1-2 16,1 3 2-16,1-3 1 0,0-2 0 0,-4 3-3 16,4 0 2-16,1-2-3 0,1-1 1 15,-2 1 4-15,0-1-3 0,2 2 2 0,-4-3 0 16,6 2-2-16,-3-1-1 0,-1-1 3 15,4 0-5-15,0 0 2 0,0 1 2 0,-2-1-2 16,-2 0 1-16,0 0 1 0,1 0 0 16,-7 2-3-16,4-1 1 0,-5-1-1 0,-3 4 2 15,0-4 0-15,-1 0 3 0,3 0-2 16,-2 2-2-16,-1-2 2 0,-3 1 0 16,5-1-2-16,-1 2 4 0,0-2-3 0,1 1 1 15,-3-1-2-15,4 4 1 0,-3-3 1 16,1-1-3-16,1 3 1 0,3-3 1 0,0 1 2 15,-3 1-2-15,1-2 0 0,0 2-1 16,1 0-1-16,1-2 3 0,0 2 0 0,0-1-1 16,3 1 1-16,-1 1-3 0,0-2 2 15,-5 3-2-15,5-4 3 0,0 0-1 0,0 2 0 16,-3-2 0-16,-3 1 3 0,2-1-5 16,5 3 0-16,-5-3 3 0,0 3-2 15,-3-2 0-15,-1 0 2 0,1-1-1 16,-1 0 1-16,-2 0-2 0,1 0 2 0,-1 2 0 15,-1-2-3-15,-1 1 4 0,5-1 0 16,-1 3-2-16,1-3 1 0,-1 0-1 0,0 0-1 16,-1 0 1-16,1 0 3 0,1 0-3 15,-7 0 1-15,1 0-1 0,1-3 4 0,-23 3-3 16,38 0 3-16,-21-1 1 0,-17 1 1 16,30-2 4-16,-30 2 2 0,23-1 3 0,-23 1 2 15,24 0 4-15,-24 0 3 0,21-4 1 16,-21 4 7-16,16-3-6 0,-16 3 5 0,0 0 1 15,21-7 6-15,-21 7 3 0,0 0-2 16,18-9-2-16,-18 9-2 0,12-11-2 16,-12 11 2-16,9-17 0 0,-9 17-1 0,10-21-4 15,-4 10 0-15,-6 11-5 0,12-27-1 16,-8 11-1-16,2-3-10 0,-4-3 6 0,2 0-4 16,-1-4-6-16,1-2 3 0,-2-6 0 15,2 2-4-15,0-4 2 0,-4-3-2 0,2 0-5 16,-4-7 3-16,4 2 1 0,-2 3-1 15,0 3 1-15,-2-2-4 0,2 2 2 0,0 0-3 16,0-1 0-16,-2-5-1 0,0 4 5 16,0 2-4-16,-2-7-7 0,4 10 6 0,-4-4 0 15,4 1-4-15,-2 1 3 16,2-2-3-16,-1 3 0 0,1-3 3 0,0 2 3 16,-2-1-4-16,4-7 0 0,-1 1 4 15,1 7 0-15,0-2-3 0,0-5 0 0,2 7 0 16,-2-1-1-16,0 3 5 0,0-3-3 15,-2 4 0-15,2 0 2 0,0 0-2 0,2 0 4 16,-8 2-5-16,8-2 0 0,-4 7 2 16,0 0-6-16,0-1 10 0,-4 2 1 0,4-2 0 15,-2 3 0-15,0-2-1 0,2 3 0 16,-4 1 4-16,2-1-1 0,0 1 2 0,0-2-4 16,0 1 3-16,0 0-2 0,0 0-3 15,-1 0 0-15,1-1 5 0,0-1-8 0,2 1 8 16,-2-2-6-16,0 1 0 0,0 0 0 15,2 0 3-15,-2-2-5 0,2 2 0 16,0 1 3-16,-2-2-2 0,2 2 1 0,-2-1-2 16,2 2 1-16,-2 2 1 0,2-1 0 15,0 1-5-15,0-1 1 0,2 3 1 0,-4-2 14 16,2 22-14-16,0-36 2 0,2 18-4 16,-2 0-4-16,0 18 3 0,0-36 4 0,0 20-3 15,0-2 3-15,0 18 12 0,-2-34-15 16,2 18 14-16,0 16-17 0,0-34-4 0,0 18 9 15,-2-2-1-15,2 18-5 16,0-36 9-16,-2 19-4 0,2 17 3 0,-2-34 9 16,2 19-8-16,0 15 1 0,0-33-2 15,-2 16-3-15,2-1 12 0,0 18-10 16,-4-34 15-16,2 19-18 0,0-3 1 0,2 18 3 16,-2-33-1-16,2 17 3 0,0 16 10 0,-4-32-20 15,2 16 10-15,2 16-2 0,-2-28 1 16,1 11-2-16,1 17-2 0,0-30 1 0,-4 15-2 15,4 15-3-15,0-31 5 0,-2 17 2 0,2 14 1 16,-4-32-3-16,2 16-3 0,2 16 12 16,-4-27-11-16,4 27 0 0,0-27 0 0,0 27-2 15,-2-23 1-15,2 23 5 16,-2-21-8-16,2 21 3 0,-2-19-6 0,2 19 10 16,-2-21-3-16,2 21 5 0,-2-18 10 15,2 18-13-15,0-20 0 0,0 20-2 0,0 0-1 16,-6-27 5-16,6 27-4 0,-6-19 5 15,6 19-2-15,-2-20-2 0,2 20-3 0,-4-16 2 16,4 16-2-16,0 0-1 0,-3-25 1 16,3 25 0-16,0 0 5 0,-4-19 0 0,4 19-4 15,0 0 3-15,-2-16-2 0,2 16 5 16,0 0-1-16,0 0 0 0,-6-16 0 0,6 16-1 16,0 0-1-16,0 0 0 15,0 0 4-15,-6-18-4 0,6 18-4 0,0 0 2 16,0 0 1-16,0 0 0 0,-8-15 1 0,8 15 2 15,0 0-10-15,0 0 8 0,0 0 1 16,0 0-2-16,0 0-1 0,-6-15-2 0,6 15 2 16,0 0-1-16,0 0 14 0,0 0-10 15,0 0 0-15,0 0-3 0,0 0 1 0,0 0-2 16,0 0-4-16,-6-16 0 0,6 16 1 16,0 0 4-16,0 0 11 0,0 0-15 0,0 0-7 15,0 0 2-15,-13-8 0 0,13 8 6 16,0 0-6-16,0 0 6 0,0 0-10 0,0 0 0 15,-22-2-3-15,22 2-5 0,0 0 6 16,-29-5 0-16,29 5 1 0,-34-1 2 16,17-1-1-16,17 2 3 0,-41-3-5 15,21 3 4-15,0-1 0 0,20 1 7 0,-41-4-3 16,20 2 3-16,1 2-4 0,20 0 0 16,-37 0 4-16,17-3-2 0,-1 6-1 0,21-3-2 15,-33-3 3-15,15 3-4 0,18 0 2 16,-35 0 3-16,35 0-2 0,-32 0 1 0,15 0 3 15,17 0-1-15,-32 3 0 0,15-3-2 16,17 0 5-16,-33 0 0 0,15 2-1 0,18-2 3 16,-37 0-5-16,17 0 13 0,20 0-8 15,-41-2-5-15,19 2 5 0,1 0-2 16,-1 0-1-16,22 0 2 0,-41-3-3 0,20 2 4 16,3-1 0-16,18 2 0 0,-31-2 0 15,31 2 0-15,-26-2 0 0,26 2 2 0,-23 0-4 16,23 0 3-16,0 0-2 0,-28-1 3 15,28 1-1-15,0 0 0 0,-19-2 0 0,19 2-2 16,0 0-1-16,0 0 1 0,0 0 1 16,-28-1-5-16,28 1-7 0,0 0-15 0,0 0-22 15,0 0-37-15,-21-5-40 0,21 5-42 16,0 0-78-16,-30-3-254 0,30 3 26 0,-23-5-126 16,23 5-100-16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5-09-27T18:15:49.909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1740 153 1538 0,'10'-11'-40'0,"-10"11"17"0,0 0 13 16,0 0 5-16,0 0 2 0,0 0 7 15,8-14 17-15,-8 14 2 0,0 0 8 0,0 0-1 16,0 0-1-16,0 0 1 0,0 0 2 15,0 0 1-15,0 0 5 0,0 0 9 16,0 0-1-16,0 0 7 0,0 0 3 0,0 0 1 16,0 0 2-16,0 0 1 0,0 0-5 15,0 0-3-15,0 0-7 0,0 0-4 0,0 0-6 16,0 0-1-16,0 0-7 0,-20-29-1 16,20 29-1-16,-16-8-1 0,16 8-5 0,-23-10-3 15,9 6-1-15,14 4-2 0,-27-10 1 16,9 5-4-16,3 2-2 0,15 3 0 0,-38-9 1 15,19 8-2-15,-3-1-3 0,-1-5 1 16,-3 6-2-16,3-2 0 0,-1 1-1 16,-1 1 1-16,-1-1-1 0,1-2-1 15,-1 4 1-15,3-1-2 0,1 2 3 0,1-1-2 16,-5 0 0-16,7 0-1 0,-5 1 1 16,3-1-1-16,-1 3 1 0,1-1-2 0,21-2 2 15,-43 1-1-15,25-1 1 0,-4 0 1 16,3 2-2-16,19-2 0 0,-35 2 0 0,15-2 0 15,20 0 1-15,-37 0-1 0,17 1 2 16,20-1-2-16,-35 1-1 0,13-1 0 0,22 0 3 16,-35 3-1-16,16-3-1 0,19 0 0 15,-38 1 0-15,23-1 1 0,15 0 1 16,-34 3-3-16,21-3 0 0,13 0 0 0,-28 3 0 16,28-3 0-16,-27 3 0 0,27-3 0 15,-24 4 0-15,11-2 0 0,13-2-1 0,-30 3-2 16,15 3 2-16,-1-3-1 0,16-3 3 15,-35 10 1-15,19-4-5 0,-4-2 4 0,5 0-3 16,-5 3 2-16,6-1-2 0,-5 0 1 16,3-1 0-16,1 1 2 0,15-6-3 0,-30 13-1 15,18-6 3-15,-3 1 0 0,-3 2 0 16,2-3-1-16,1 2-1 0,-1 0 0 0,0 3 1 16,3-3-2-16,-3 3 2 15,4-2-2-15,1 1 1 0,-3-1 0 0,2 3 2 16,-2-3-2-16,5 1 1 0,-3 2 0 15,0 0-1-15,0-1 0 0,3 1-1 0,-3 2 1 16,4-2 1-16,0 2 2 0,-2 0-1 16,1-1-1-16,3-1 0 0,-4 4-2 0,4-6 3 15,6-11-1-15,-14 28 0 0,8-15 0 16,1 3 1-16,-3-1-2 0,8-15 2 0,-2 30-3 16,-2-16 3-16,0 0-1 0,4-14-1 15,-2 28 3-15,0-13-3 0,2-15 2 0,0 28-2 16,0-28 1-16,0 25 2 0,2-10-2 15,-2-15 1-15,0 28-1 0,2-15 2 16,-2-13 0-16,6 27-1 0,-4-14 3 0,2 2-4 16,-4-15 1-16,6 25 1 0,-2-11-1 15,-4-14 0-15,3 24 1 0,1-12 0 0,-4-12 0 16,8 27-2-16,-4-16 1 0,-4-11 2 16,8 25-3-16,-2-14 1 0,-6-11-1 0,12 23 2 15,-9-12-2-15,5 1 4 0,-8-12-3 16,12 22 2-16,-6-8-2 0,2-4 0 0,2 2 1 15,-10-12-1-15,17 25 1 0,-9-9-1 16,0-4 1-16,4 1 0 0,-3 2 0 0,5 1 1 16,-4-3 1-16,2 1-1 15,-3 2 2-15,3-2-3 0,-4-3 0 0,2 0 0 0,0 2 0 16,1 4 1-16,-1-7-1 16,-2 3 1-16,-8-13 1 0,20 18-3 0,-9-8 3 15,-3 4-2-15,4-8 0 0,0 5 1 16,-1-1-1-16,5 0 0 0,0 0 3 0,-1 1 1 15,3 0-2-15,0-1 0 0,1 2-1 16,1 0 1-16,1-3-1 0,-1 1 1 0,1 1 0 16,3 0-1-16,-2-3 1 0,-1 3 0 15,1-4 0-15,-1 3-2 0,-1 0 2 0,-1-5-1 16,3 4-3-16,-3-2 2 0,3-1 3 16,-2 2-2-16,1-1 0 0,1-1 1 15,-3 1 2-15,5-1-3 0,-3-1 2 0,3 2-2 16,3-1 2-16,3 1-2 0,-3-3 6 0,2 3-5 15,1-2 0-15,1-1 1 0,6 3-2 16,-3-3-1-16,3 3 3 0,0-4 0 16,0 2-1-16,-2-1 2 0,1-2 0 0,3 5 0 15,-4-7 0-15,4 3 1 0,-3-3 0 16,-1 2-2-16,-4-2 1 0,-2 2 3 0,3 0-2 16,-7-4 1-16,5 0 1 0,-3 0-1 15,-1 1 1-15,3-1 2 0,-4-1 1 0,3-1-3 16,-1 0 3-16,1 0-2 0,1-5-4 15,0 1 4-15,7 1-2 0,-7 1 1 16,2-1 1-16,3-2 2 0,-5-2-3 16,4 3-1-16,1-2 3 0,-5 0-3 0,8-2 2 15,-6 2 1-15,-1-1 2 0,-1 0-3 16,-3 0 2-16,1 1 1 0,-1-1 1 0,-1-4-2 16,-1 5 3-16,1-6-1 0,0 4 3 15,-1 0-1-15,-3-3-1 0,-1 3 0 0,0 2 3 16,-1-5 1-16,3 2-3 0,-7-1 2 15,5 0-5-15,-2 2-1 0,-3-2 3 0,3 2-3 16,-2 0 0-16,1-3-1 0,-1-1 1 16,-2 3 1-16,-1-1-2 0,5-2-1 0,-2 2 6 15,-3-2-4-15,3 1-1 0,2-1 0 16,-5 2 0-16,1-5-2 0,-2 4 0 16,3-2-1-16,-3 2-1 0,0-2 3 0,0 3 0 15,-1-3-3-15,-1 2 3 0,2 0 2 16,-4 0 0-16,0 0 1 0,-1 2 0 0,-7 13 2 15,12-25 4-15,-8 14 0 0,-4 11-2 16,8-23 3-16,-8 23-3 0,6-20 2 0,-6 20-4 16,4-21 3-16,-4 21 1 0,2-20-7 15,-2 20 1-15,0-22-2 0,0 22 0 16,-2-21 5-16,2 21-5 0,-6-30 1 0,2 20-5 16,4 10 3-16,-4-25 10 0,-2 9-10 15,6 16-2-15,-12-28 1 0,9 15-3 0,-5-5 6 16,-2 2 0-16,2-2-2 0,-4 2 1 15,4-2-6-15,-1 2 0 0,-3-1 0 16,2 2 3-16,-2-2-5 0,3 4 3 0,-3-3-2 16,2 1 0-16,-2 1-1 0,1-1 4 15,-1 2-5-15,2 1 2 0,10 12-2 0,-22-22 1 16,11 12-3-16,-1 2 3 0,-4-3 1 16,3 1-6-16,13 10 0 0,-28-16 1 0,14 6 9 15,-1 4-9-15,1-1 7 0,14 7-6 16,-29-13 0-16,17 5 0 0,-4 3-2 0,16 5 3 15,-27-11 2-15,13 7-6 0,-1-2 3 16,15 6 3-16,-28-8-3 0,16 3 5 16,12 5-7-16,-23-8 4 0,23 8 0 0,-20-8 0 15,20 8-4-15,-21-8 5 0,21 8 0 16,-18-8-2-16,18 8 8 0,-19-7-7 0,19 7-2 16,-20-6 2-16,20 6-1 0,-20-7-1 15,20 7-1-15,-23-6 3 0,23 6 0 0,-24-8 9 16,11 6-12-16,13 2 1 0,-24-7-2 15,24 7 3-15,-23-5 2 0,23 5-4 0,-22-6 4 16,22 6-2-16,-21-3 7 16,21 3-9-16,-20-7 2 0,20 7-3 0,-16-3 1 15,16 3 1-15,-17-5 2 0,17 5-2 0,0 0 3 16,-26-6-1-16,26 6 0 0,-15-5 3 16,15 5-7-16,-20-3 4 0,20 3 2 15,0 0-2-15,-25-9 2 0,25 9-2 0,-22-4 0 16,22 4-1-16,-20-2 8 0,20 2-9 15,-21-8 2-15,21 8 0 0,-28-4 2 0,28 4-3 16,-25-6-3-16,13 3 0 0,12 3 4 16,-23-5-1-16,23 5 7 0,-24-5 0 0,24 5-7 15,-19-6-2-15,19 6 10 0,-20-2-8 16,20 2 7-16,-18-4-7 0,18 4-2 0,0 0-1 16,-23-6 4-16,23 6-3 0,0 0-1 15,-26-3 1-15,26 3 1 0,-17-3 1 16,17 3-3-16,0 0 2 0,-26-5 2 0,26 5-1 15,0 0-1-15,-21-1 1 0,21 1 0 16,0 0 0-16,0 0 1 0,-18-4 0 0,18 4 2 16,0 0-5-16,0 0-6 0,0 0-11 15,-19-3-13-15,19 3-22 0,0 0-24 0,0 0-28 16,0 0-43-16,0 0-50 0,0 0-72 16,0 0-224-16,0 0 33 0,0 0-94 0,39-21-59 15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5-09-27T18:15:49.910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0 65 1486 0,'9'-27'-14'0,"-9"27"11"0,0 0 6 16,0 0 5-16,4-20 14 0,-4 20 4 15,0 0 1-15,0 0 4 0,0 0-1 0,0 0-7 16,2-18 1-16,-2 18-5 0,0 0-1 16,0 0-2-16,0 0-2 0,0 0-8 15,0 0 2-15,0 0-1 0,0 0-1 0,0 0-1 16,0 0-2-16,0 0-2 0,0 0-2 15,0 0-2-15,0 0 1 0,0 0-3 0,0 0 2 16,0 0 0-16,0 0 0 0,0 0-2 16,0 0 3-16,0 0 0 0,0 0-1 0,14 51 1 15,-14-51 2-15,2 31 0 0,0-13-2 16,0-2-1-16,0 5 2 0,0-1 1 16,2 2-1-16,0 1 1 0,-2 0-3 15,-1-1 4-15,1 4 2 0,0-2 0 0,0-4 3 0,-2 3 5 16,2-5 4-16,-2 2 0 15,0-20 2-15,-2 33 0 0,2-17 3 0,0-16-1 16,-2 27 2-16,2-27-1 0,-2 22-2 16,2-22-6-16,0 19 5 0,0-19 2 0,0 0 2 15,0 22 1-15,0-22 2 0,0 0 1 16,0 18 2-16,0-18 0 0,0 0-2 0,0 0 1 16,0 0-27-16,0 0-41 0,0 0-69 15,0 0-114-15,0 0-379 0,0 0-102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5-09-27T18:15:49.911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187 82 1504 0,'0'0'-71'0,"0"0"19"0,0 0 19 16,-13-6 8-16,13 6 8 0,0 0 10 15,0 0 3-15,0 0 11 0,0 0 9 0,0 0 4 16,0 0 5-16,0 0 6 0,0 0 2 0,0 0-2 16,0 0 5-16,-14-9-2 0,14 9 3 15,0 0-2-15,0 0-7 0,0 0 1 16,0 0-1-16,0 0 2 0,0 0-4 15,0 0 2-15,0 0-3 0,0 0-2 0,0 0-3 16,0 0 2-16,0 0 0 0,0 0 1 16,0 0-1-16,0 0-2 0,2-24-1 0,-2 24-3 15,0 0 1-15,0 0-3 0,0 0 0 16,0 0 2-16,0 0-3 0,0 0-1 0,0 0-3 16,0 0-2-16,0 0-1 0,18-16-1 15,-18 16 3-15,0 0-4 0,0 0-2 0,0 0 0 16,17-8 0-16,-17 8-1 0,0 0 0 15,18-7 2-15,-18 7-5 0,0 0 3 0,18-6-5 16,-18 6 5-16,0 0-5 0,19-4 5 16,-19 4-3-16,0 0 2 0,0 0-2 0,22 0 2 15,-22 0-3-15,0 0 1 0,0 0 0 16,23-2 1-16,-23 2 1 0,0 0-4 16,22 3-3-16,-22-3 5 0,0 0-1 0,23 6 0 15,-23-6 0-15,12 4 1 0,-12-4 2 16,0 0-5-16,21 11 3 0,-21-11-2 0,14 7 2 15,-14-7-1-15,12 9 4 0,-12-9-2 16,14 7-3-16,-14-7 3 0,0 0 0 0,17 10-1 16,-17-10 2-16,0 0-2 15,12 14 0-15,-12-14 2 0,0 0 0 0,12 14 0 16,-12-14 0-16,0 0-1 0,0 0 2 16,2 14-1-16,-2-14 4 0,0 0 0 0,0 0-2 15,0 0 6-15,-16 27 1 0,16-27-2 16,-20 13-3-16,9-6 6 0,-3-2-5 0,14-5 2 15,-31 13 0-15,15-6-1 0,0-2 0 16,-3 1-1-16,-1 0-1 0,3 0 2 0,-1-2-1 16,0 3-3-16,18-7 1 0,-27 9 0 15,15-7-1-15,12-2 0 0,-19 7-2 0,19-7 0 16,-20 3 2-16,20-3 0 0,0 0 0 16,-18 7-3-16,18-7 4 0,0 0 0 15,0 0-2-15,-17 3 2 0,17-3 2 0,0 0 3 16,0 0 4-16,0 0 0 0,0 0-1 15,0 0-2-15,0 0 0 0,0 0-1 0,0 0 3 16,0 0-4-16,0 0-3 0,0 0 4 16,0 0-1-16,0 0-2 0,0 0-3 0,0 0 0 15,0 0-1-15,0 0-1 0,0 0 4 16,0 0-1-16,0 0-3 0,58 9 1 0,-58-9 4 16,22 1-6-16,-22-1 0 0,22 3 2 15,-22-3-1-15,23 3 3 0,-23-3-3 0,26 5 0 16,-13-3-1-16,-13-2-1 0,28 4 0 15,-17 0 0-15,-11-4 1 0,30 10 1 16,-17-6 2-16,5 3-5 0,-2 1 0 16,-1 0 3-16,1 0 0 0,2 1 1 0,-1-2-3 15,-5 2-1-15,2-1 3 0,1 2-2 16,-3-4 0-16,0 2-3 0,-12-8 1 0,20 14 1 16,-11-7 2-16,-9-7-4 0,14 13 3 0,-14-13 2 15,12 10-2-15,-12-10 2 0,6 11-2 16,-6-11 5-16,0 0-1 0,0 0 2 0,-2 23-1 15,2-23 1-15,-18 14 0 0,18-14 0 16,-25 14 4-16,7-4-2 0,0-4 1 0,-3 1 3 16,1-1 4-16,-3-1 1 15,-3 2 2-15,3-4-1 0,-3 0 3 0,3 1 4 0,-1-1 2 16,-1-3 1-16,1 1 1 16,3-1-1-16,-1 0-1 0,22 0 2 0,-37 0-5 15,18-1 3-15,19 1-3 0,-30-2-1 16,30 2 0-16,-29 0-3 0,29 0 1 0,-22-1-1 15,22 1-1-15,-19-4-4 0,19 4 1 16,0 0-2-16,-26 0-2 0,26 0-1 0,0 0-1 16,-17-3-9-16,17 3-32 0,0 0-46 15,-20-7-47-15,20 7-83 0,-16-13-251 0,16 13-193 16,-8-20-150-16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5-09-27T18:15:49.912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1541 3 1633 0,'0'0'-66'15,"0"0"27"-15,0 0 9 0,0 0 8 16,0 0 6-16,16-3 12 0,-16 3 1 0,0 0 2 15,0 0 6-15,0 0-1 0,0 0 1 16,0 0 0-16,0 0-3 0,0 0 1 0,0 0 2 16,0 0 2-16,0 0-11 0,0 0 11 15,0 0 1-15,0 0 4 0,0 0 1 0,0 0-1 16,0 0 3-16,0 0-7 16,0 0 4-16,0 0 0 0,0 0 2 0,0 0-4 15,0 0 2-15,0 0-5 0,0 0-1 16,0 0 2-16,0 0 0 0,0 0 0 0,0 0-2 15,0 0 0-15,0 0 0 0,0 0-2 16,-71 4-1-16,71-4 4 0,-23 6-5 0,23-6-2 16,-24 4 5-16,11 1-3 0,13-5 2 15,-28 5-4-15,17 0-2 0,11-5 5 16,-26 8-2-16,26-8-2 0,-21 5 1 0,21-5 1 0,-20 9-2 16,20-9 1-16,-20 4-4 15,20-4 1-15,-19 8 2 0,19-8-3 0,-14 7 0 16,14-7 0-16,-16 11 1 0,16-11-2 15,-19 11 0-15,19-11 3 0,-14 14 2 0,14-14-7 16,-16 14 5-16,16-14-2 0,-15 14 4 16,9-4 3-16,6-10-6 0,-16 21 3 0,10-11-3 15,-1 2 2-15,7-12 2 0,-14 21-2 16,4-10 1-16,10-11 0 0,-14 22-2 0,7-10 0 16,-1-1-1-16,8-11 2 0,-14 20 0 15,8-7-3-15,6-13 3 0,-12 21-3 0,6-10 0 16,6-11 6-16,-13 23-2 0,9-14-3 15,4-9 4-15,-12 23-2 0,6-9 0 16,6-14-2-16,-8 26 3 0,3-15-3 0,5-11 4 16,-10 27 1-16,8-16-13 0,2-11 10 15,-12 26 0-15,6-12 1 0,2-1-1 0,4-13 4 16,-10 28-2-16,5-14-2 0,-1 0 0 16,6-14-1-16,-8 28 4 0,2-15-2 0,0 1 0 15,2 0 1-15,4-14-2 0,-12 23-2 16,7-12 5-16,5-11 0 0,-8 23 0 0,4-12-6 15,4-11 6-15,-12 23-1 0,6-12 0 16,6-11 0-16,-8 21-1 0,2-9 0 0,6-12 2 16,-9 21 0-16,1-11 0 0,8-10-7 15,-12 21 8-15,10-10-1 0,2-11 1 16,-12 22-5-16,12-22 4 0,-9 21-10 16,9-21 7-16,-8 22 5 0,0-13-5 0,8-9 1 15,-10 22 2-15,6-12 1 0,4-10-4 16,-10 23 2-16,5-12 1 0,5-11-2 0,-6 23-2 15,6-23 1-15,-8 21 2 0,8-21 1 16,-6 22-4-16,4-10 1 0,2-12 0 0,-4 22 2 16,4-22 4-16,-2 20-7 0,2-20 3 15,-4 18-2-15,4-18 2 0,-4 16 0 0,4-16-1 16,-4 18 4-16,4-18-3 0,0 0 3 16,-5 26-4-16,5-26-1 0,-4 21-3 0,4-21 7 15,0 18-4-15,0-18 2 0,-2 20 0 16,2-20-1-16,-2 20 2 0,2-20-3 15,0 22-1-15,0-22-1 0,0 19 3 0,0-19-1 16,-2 20 0-16,2-20 0 0,0 19 3 16,0-19 0-16,0 20-3 0,0-20 4 0,0 22 3 15,0-22-4-15,-2 18-3 0,2-18-2 16,0 0 4-16,0 28-2 0,0-28 3 0,-2 18-1 16,2-18 0-16,-2 20-2 0,2-20 2 15,0 19 0-15,0-19 0 0,0 0-4 0,0 28 1 16,0-28 2-16,2 18 4 0,-2-18-2 15,2 21-9-15,-2-21 7 0,4 20-1 16,-4-20 4-16,4 24-1 0,0-14-1 16,-4-10 0-16,3 22-1 0,-3-22 2 0,2 18-4 15,-2-18 1-15,2 21 2 0,-2-21 0 16,6 18-3-16,-6-18 4 0,2 20-5 0,-2-20 7 16,2 17-4-16,-2-17 1 0,2 17 2 15,-2-17-1-15,0 0 0 0,4 22-2 0,-4-22 1 16,0 0-2-16,2 23-1 0,-2-23 4 0,2 17-2 15,-2-17 2-15,2 17-4 0,-2-17 2 16,2 18 1-16,-2-18-2 0,2 20 2 0,-2-20 0 16,2 21 2-16,-2-21-1 0,2 23-2 15,-2-23-3-15,0 27 3 0,0-12-3 0,0-15 6 16,-2 29 1-16,2-11-6 16,-2-1 1-16,2-17 2 0,-4 39 1 0,4-16-2 15,-2 0-1-15,0 2-1 0,2-3 1 16,-2 1 4-16,0 1-1 0,0-2-4 0,2 0-1 15,-2-1 3-15,0-2 3 0,0-1 0 16,0 0-2-16,2-18-1 0,-4 34 3 0,0-15-2 16,2-4 2-16,2-15-2 0,-5 33 0 15,5-18 0-15,-4-1-4 0,4-14 3 0,-6 32 3 16,2-18-5-16,0 1 6 0,4-15-7 16,-6 27 9-16,4-14-2 0,2-13-2 15,-6 26-1-15,4-13 2 0,2-13-2 0,-6 26 2 16,3-11-3-16,3-15 2 0,-6 24-2 0,2-11 0 15,4-13 3-15,-10 29 0 0,4-17 1 16,2 2 2-16,4-14-6 0,-10 31 2 16,4-17 1-16,1 2-2 0,-1-2-1 0,0 0 4 15,6-14 0-15,-10 28-1 0,6-12 1 16,-4-2-1-16,2 3-1 0,1 0 3 0,-1-4-1 16,0 1-1-16,0 2 1 0,-2-1 1 15,2 0 1-15,-2 1-3 0,3 1 1 0,-5 1 0 16,2-1 1-16,2-3-4 15,-2 3-2-15,0-4 5 0,1 3-4 0,-1-1 4 16,0-2-2-16,2 0 4 0,6-13 0 16,-14 24-4-16,6-13 1 0,8-11 0 0,-11 21 1 15,3-10 2-15,8-11-4 0,-12 18 4 16,12-18 2-16,-14 18 2 0,10-10-2 0,4-8-7 16,-13 19 7-16,5-10-4 0,8-9 5 15,-14 20-2-15,4-10 1 0,10-10 0 0,-17 17 4 16,7-8 0-16,0 1-3 0,10-10 1 15,-19 18-3-15,9-8 1 0,0-3 0 0,10-7-3 16,-16 17 4-16,5-8-1 0,11-9-2 16,-18 15 0-16,8-7 1 0,10-8 1 0,-15 13 0 15,15-13-8-15,-16 15 4 0,16-15 3 0,-14 11-3 16,14-11 1-16,-12 11-2 16,12-11 3-16,-13 10-2 0,13-10-1 0,0 0 1 15,-12 12-3-15,12-12 4 0,-10 9-3 16,10-9 3-16,0 0-1 0,0 0 3 0,-12 11 0 15,12-11-1-15,0 0 3 0,0 0 1 16,-11 10 0-16,11-10 2 0,0 0-1 0,0 0 1 16,-14 12 3-16,14-12 1 0,0 0-3 15,-14 11-3-15,14-11 3 0,0 0-2 0,-17 10 1 16,17-10-2-16,-10 6-3 0,10-6 2 16,0 0 1-16,0 0-4 0,-16 10 2 0,16-10 2 15,0 0 0-15,0 0-3 0,0 0 7 16,-10 10-3-16,10-10 4 0,0 0 1 15,0 0 3-15,0 0 0 0,0 0 2 16,0 0-2-16,0 0 1 0,0 0-3 0,0 0 1 16,0 0-21-16,0 0-35 0,0 0-41 0,0 0-53 15,-31-15-158-15,31 15-383 0,0 0-168 16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7T18:16:40.83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112 359 6745 0 0,'0'0'-269'0'0,"-1"19"144"0"0,-8 18 96 0 0,-6 61 1 0 0,-1 5-4 0 0,-10 32 232 0 0,-18 70 307 0 0,44-203-248 0 0,2-37 514 0 0,1 1 0 0 0,1 0 0 0 0,11-36 0 0 0,37-121-901 0 0,-4 17 214 0 0,-37 128-81 0 0,2 0 0 0 0,1 1 0 0 0,3 0 0 0 0,2 1 1 0 0,29-49-1 0 0,-43 85-16 0 0,1 1 0 0 0,0 1 0 0 0,0-1 0 0 0,0 1-1 0 0,1 0 1 0 0,0 0 0 0 0,1 1 0 0 0,-1 0 0 0 0,1 1 0 0 0,0-1 0 0 0,0 1 0 0 0,0 1 0 0 0,10-4 0 0 0,-1 2-18 0 0,0 0 1 0 0,0 1-1 0 0,1 1 1 0 0,-1 1-1 0 0,29-1 1 0 0,-43 3 9 0 0,34 13-176 0 0,-32-8 176 0 0,-1 0-1 0 0,0 0 1 0 0,0 0 0 0 0,-1 1 0 0 0,1 0-1 0 0,-1 0 1 0 0,-1-1 0 0 0,1 2 0 0 0,-1-1-1 0 0,0 0 1 0 0,0 0 0 0 0,1 12-1 0 0,1 11-7 0 0,0 45 1 0 0,-3-45 1 0 0,2 123 0 0 0,-20 166 0 0 0,9-222 24 0 0,8-94 18 0 0,0 7 453 0 0,1-3-1569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7T18:16:41.30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20 17 6613 0 0,'-13'-3'-742'0'0,"7"0"473"0"0,9 1 467 0 0,52-3-95 0 0,1 2 0 0 0,69 5-1 0 0,-25 1-4 0 0,-84-1-169 0 0,-15-2-91 0 0,0 1 0 0 0,0-1-1 0 0,0 0 1 0 0,0 0 0 0 0,0 0 0 0 0,0 1-1 0 0,0-1 1 0 0,0 0 0 0 0,0 0 0 0 0,1 0 0 0 0,-1-1-1 0 0,0 1 1 0 0,0 0 0 0 0,0 0 0 0 0,0-1-1 0 0,0 1 1 0 0,1-1 0 0 0,7-5-1197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7T18:16:48.40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9 592 4032 0 0,'0'0'176'0'0,"-1"2"-212"0"0,-2 2 14 0 0,2-3 0 0 0,-1 53-154 0 0,1-30 175 0 0,0 1 0 0 0,4 31 0 0 0,-1-48 223 0 0,-1-1 1 0 0,0 1-1 0 0,-1 0 1 0 0,0 0-1 0 0,0 0 1 0 0,-1 0-1 0 0,0-1 1 0 0,-3 10 2650 0 0,6-23-2657 0 0,159-491 1208 0 0,-125 387-1319 0 0,-32 99-112 0 0,1 0 0 0 0,0 0 0 0 0,0 0 0 0 0,1 0 0 0 0,0 1 0 0 0,1 0 0 0 0,0 0 0 0 0,1 0-1 0 0,0 1 1 0 0,1 1 0 0 0,-1-1 0 0 0,12-7 0 0 0,1 2-38 0 0,-1 1 0 0 0,2 2 0 0 0,-1 0 0 0 0,46-16 0 0 0,-60 25 8 0 0,0 0 1 0 0,0 0 0 0 0,-1 0 0 0 0,1 1 0 0 0,13 0 0 0 0,-17 1 15 0 0,34 30-219 0 0,-27-10 201 0 0,-1-1 0 0 0,-1 2-1 0 0,-1-1 1 0 0,0 1 0 0 0,-2 0-1 0 0,5 37 1 0 0,-7-21 26 0 0,-1 0 0 0 0,-2 0 0 0 0,-5 45 1 0 0,-28 205-20 0 0,30-245 106 0 0,3-40-60 0 0,-2 8 495 0 0,2-5-1176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7T18:16:49.02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7 10 5809 0 0,'0'0'-334'0'0,"-7"-2"-288"0"0,7 2 632 0 0,0 0-1 0 0,0 0 1 0 0,1 0 0 0 0,-1 0-1 0 0,0 0 1 0 0,0 0 0 0 0,0 0 0 0 0,0 0-1 0 0,0 0 1 0 0,0 0 0 0 0,0 0 0 0 0,1 0-1 0 0,-1-1 1 0 0,0 1 0 0 0,0 0-1 0 0,0 0 1 0 0,0 0 0 0 0,0 0 0 0 0,0 0-1 0 0,0 0 1 0 0,0 0 0 0 0,0 0-1 0 0,1 0 1 0 0,-1 0 0 0 0,0 0 0 0 0,0 0-1 0 0,0-1 1 0 0,0 1 0 0 0,0 0 0 0 0,0 0-1 0 0,0 0 1 0 0,0 0 0 0 0,0 0-1 0 0,0 0 1 0 0,0 0 0 0 0,0 0 0 0 0,0-1-1 0 0,0 1 1 0 0,0 0 0 0 0,0 0-1 0 0,0 0 1 0 0,0 0 0 0 0,0 0 0 0 0,0 0-1 0 0,0 0 1 0 0,0-1 0 0 0,64-3 117 0 0,74 5 1 0 0,-45 1-27 0 0,-59-3-45 0 0,-4 1 19 0 0,52 5 0 0 0,-79-5-76 0 0,18 0-84 0 0,0-5-2597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7T18:16:49.95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9 31 3980 0 0,'-8'-4'2204'0'0,"190"-13"-2017"0"0,230 7-1 0 0,-359 10-98 0 0,9 3 62 0 0,-59-3-144 0 0,48-1-896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5-06-29T16:08:46.098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0 47 1609 0,'0'0'-41'0,"0"0"6"0,0 0 12 15,0 0-2-15,0 0 13 0,0 0 9 16,0 0 5-16,0 0-2 0,0 0 2 0,0 0-2 15,0 0-5-15,0 0 4 0,0 0 1 16,0 0-4-16,0 0 3 0,0 0-2 0,0 0 1 16,0 0 3-16,0 0 8 0,0 0 4 0,0 0 3 15,0 0 6-15,0 0-1 0,0 0 1 16,0 0-5-16,0 0 5 0,0 0-2 0,0 0-4 16,0 0-2-16,0 0-1 0,0 0-3 15,0 0 1-15,0 0 2 0,0 0-4 16,17 3 1-16,-17-3-1 0,0 0-3 15,0 0-1-15,0 0 4 0,0 0-1 0,0 0-1 16,0 0 1-16,0 0-5 0,0 0 2 16,0 0 2-16,0 0-3 0,0 0-1 0,0 0-2 15,0 0 1-15,0 0 2 0,0 0-3 16,0 0 1-16,0 0 1 0,0 0-5 0,24 0 1 16,-24 0-3-16,0 0 6 0,23 0-1 15,-23 0-3-15,22 0 3 0,-22 0-3 0,27-2 2 16,-27 2-4-16,34 0 5 15,-17-1 2-15,-17 1-3 0,34 0 0 0,-17 0 0 0,-17 0-3 16,33 0 5-16,-11 0-1 16,-22 0-1-16,31 0-2 0,-13 1 0 0,-18-1 0 15,35 2 1-15,-19-2 4 0,-16 0-2 16,35-2 0-16,-17 4 0 0,-18-2-1 0,35 0 1 16,-15 0-1-16,-1 0 2 0,1 0 0 15,-20 0 1-15,41 0 1 0,-22 0-4 0,3 0 0 16,0 0-1-16,-1 0 0 0,5 0 4 0,-5 0-4 15,-1-2 2-15,-20 2 2 0,41 0-3 16,-24-1 1-16,-17 1-4 0,36-2 6 0,-19 2-4 16,-17 0-2-16,32 2 5 0,-17-2-1 15,-15 0-2-15,34-2 3 0,-19 2-1 0,-15 0 2 16,32 0-2-16,-32 0 0 16,33-1-1-16,-17 1 2 0,-16 0 2 0,35 1-5 15,-16-1 0-15,-19 0 1 0,36-1 2 16,-13 1-2-16,1-3 4 0,3 3-5 0,-2 0 0 15,1 0 1-15,-3-1 2 0,-1 1 1 16,-22 0-1-16,41 0 0 0,-21 0-1 0,-1 0-2 16,1-2 1-16,-20 2 1 0,37 0-2 15,-21 0 2-15,-16 0 4 0,33 0-11 0,-33 0 10 16,31 0-4-16,-15 0 5 0,-16 0 2 16,35-1 0-16,-21 2-2 0,-14-1 1 0,35-1 0 15,-19 1 1-15,-16 0 0 16,37 0-6-16,-15-2 4 0,1 4-6 0,-1-2 4 15,1-2 1-15,3 2-1 0,-1 2-3 16,4-2 0-16,-1-2 2 0,1 2-1 0,-1 0 1 16,1 0 2-16,2 2-3 0,-3-4 2 15,1 2 2-15,3 0-2 0,-5 0-3 0,0-2 3 16,-3-1-2-16,1 6 1 0,-1-6 0 0,-3 3 3 16,-21 0 2-16,40-1-2 0,-23-1-1 15,-17 2 1-15,33 0 1 0,-15-1-1 0,-18 1-1 16,33-3 2-16,-15 3-2 0,4-3 1 15,-1 2-2-15,3-1 1 0,-1 2 1 16,3 0-1-16,1-3-1 0,0 2-1 16,1 1 2-16,1-2-4 0,1 2 5 0,5-2-2 15,-6 2 0-15,-1 0-3 0,-1 0 0 16,-2-2 3-16,-1 2-1 0,-3-1 1 0,-1-1-3 16,-20 2 3-16,39 0 0 0,-21 0-1 15,-18 0-2-15,35-1 0 0,-19 1 2 16,-16 0 0-16,35-2 1 0,-17-1-1 0,-18 3 2 15,37 0-5-15,-20 0 5 0,-17 0-1 0,38 0-2 16,-21 0 1-16,5 0-3 0,-22 0 2 16,41 3 0-16,-16-1 2 0,1-4-1 15,-1 4-2-15,5-2-3 0,-1 1 3 16,-1 1 1-16,-1 1-3 0,4-3 2 0,5 2 2 16,-1-2-1-16,0 2-2 0,4-1 4 15,-6 2-6-15,5-3 1 0,-9 2 3 0,0-1 0 16,1-1-3-16,-3 3 5 0,-3-2-3 15,1 1-3-15,-1-1 3 0,-5 1-2 0,1-2 2 16,-1 1-3-16,-19-1 4 0,40 3 0 0,-23-1-2 16,3-2 2-16,-20 0 1 0,43 3-2 15,-20-1 1-15,3-1-1 0,-1 2 0 0,5-2-3 16,1 2 4-16,4-1 1 0,2-2 0 16,1 0-2-16,-1 3 2 0,2 1-1 0,-2-2-4 15,0 0 4-15,-1 1-1 16,-1-1 1-16,-6 1-1 0,1-3 2 0,-3 3 0 15,-1-1-2-15,-3 0 0 0,-1 1 4 16,-3-1-1-16,1-2-2 0,-20 0 0 0,35 3 1 16,-15-3 3-16,-20 0-1 0,35 4 0 15,-16-4 1-15,-1 1 1 0,-18-1 2 0,41 2 0 16,-23-1 1-16,1-1 2 0,1 1 1 16,-20-1 3-16,37-1-5 0,-19 2 5 0,-18-1 1 15,29 2 0-15,-29-2 4 0,24 0 8 16,-24 0 3-16,19 0 4 0,-19 0 4 0,0 0-1 15,22 1 1-15,-22-1 0 0,0 0-1 16,0 0-12-16,0 0-7 0,0 0-17 16,21 0-27-16,-21 0-33 0,0 0-47 15,0 0-67-15,0 0-239 0,-64-12-206 0,34 4-114 16</inkml:trace>
  <inkml:trace contextRef="#ctx0" brushRef="#br0" timeOffset="3774.86">15 102 1540 0,'-2'-18'-64'0,"2"18"18"15,0 0 16-15,0 0 14 0,0 0 14 0,-5-21 11 16,5 21 12-16,0 0 6 0,0 0 3 16,0 0 5-16,0 0 1 0,0 0 3 0,0-18-6 15,0 18 3-15,0 0-2 0,0 0 1 16,0 0-3-16,0 0 4 0,0 0-4 0,0 0-1 16,0 0-2-16,0 0-4 0,0 0 0 15,0 0-6-15,0 0-2 0,0 0 1 16,0 0-3-16,0 0-4 0,0 0-2 0,0 0-1 15,0 0-2-15,0 0-3 0,0 0-1 16,0 0 1-16,0 0-4 0,0 0 1 0,0 0 1 16,0 0-2-16,0 0 3 0,0 0-2 15,0 0 2-15,0 0-2 0,0 0 1 0,0 0-4 16,0 0 2-16,0 64 1 0,0-64 1 16,2 27 2-16,-2-10-2 0,0 0 0 0,0 3 1 15,-2 1-1-15,2-21 0 0,0 42 0 16,0-19-1-16,-2 2 0 0,2-2 1 0,-2 4 1 15,2-1 3-15,-2 2-2 16,0-4-1-16,2 4-2 0,-6-4 2 0,6 0 0 16,0 1 1-16,0 0-4 0,-2-1 7 15,0 2-6-15,0-1 4 0,0-2 0 0,2 2 0 16,-4 1-3-16,2-1 1 0,0 1-1 16,0 0 3-16,2 1-4 0,-2 1 1 0,2 1-2 15,-2 4 1-15,2 2 1 0,-2 0 0 16,0 2 2-16,2 1-1 0,0 2-1 0,-2-1 0 15,2 8 2-15,0-9-3 0,0 7 0 16,-2-5 4-16,2-4-4 0,0 0 2 0,-1 2-3 16,1-2-3-16,-2-2 3 0,2-2 3 15,0-3-1-15,0 1-3 0,0-5 2 0,2 8 3 16,-1-9-1-16,1 3-1 0,2-4-1 16,-2 4 0-16,-2-5 1 0,4 2-4 15,0 0 4-15,-2-2 3 0,2 2-3 0,0-1 0 16,0 0-3-16,0-1 1 0,0-1 2 15,-2 5 2-15,2-4-3 0,1 2 2 0,-1-1-3 16,-4 0-1-16,2-1 4 16,2 3-1-16,0-4 0 0,-2-2 1 0,0 3-3 0,-2-3 2 15,2 2 1-15,2 2-1 0,-4-3 1 16,2 1-2-16,-2 3 0 0,2-3 0 0,0 2 2 16,-2-1-3-16,2 0 4 0,0 2-3 15,-2-5 4-15,0 6-3 0,-2-3 0 16,4 3 0-16,0-1 0 0,-2 4 1 15,0-3 0-15,0 2 2 0,0-3-5 0,0 2 2 16,0 0-1-16,-2 2 2 0,2-2 0 16,-2 0-1-16,2 0-2 0,0-1 3 0,0 2 4 15,-2 0-2-15,0-2 0 0,2-1-2 16,0 1-1-16,0-1-4 0,-2 1 7 0,2 0 2 16,-6 1-1-16,4 1-4 0,0-3 4 15,-4-1 0-15,2 7-3 0,2-6 4 0,-2 5-3 16,1-2 1-16,-1-1-1 0,-2 0 3 15,4-1-4-15,-2 2 2 0,2-3-2 0,-2 3 4 16,2-2-3-16,-2-2-3 0,2 0 2 16,-2-1 0-16,2-1-2 0,0-1 3 15,2 0-2-15,-2-3 2 0,2-17-2 0,-6 31 0 16,5-16 0-16,1-15 3 0,-2 26-2 16,2-26 0-16,-4 23 0 0,4-23 0 0,-2 18 4 15,2-18-3-15,0 0 1 0,-4 20 4 16,4-20-3-16,0 0 2 0,0 0 2 0,0 22 2 15,0-22 1-15,0 0 3 0,0 0 2 16,0 0 0-16,0 0 1 0,-2 19-4 0,2-19 1 16,0 0 0-16,0 0-1 15,0 0-2-15,0 0 0 0,0 0-3 0,0 0 0 16,0 0-1-16,0 0-1 0,4 17 0 16,-4-17 1-16,0 0-1 0,0 0-1 0,25 4 3 15,-25-4-3-15,22 1 1 0,-22-1-1 16,35 3-2-16,-12-2 1 0,3 2 0 15,-1-3-1-15,7 0-1 0,-1 2 0 0,6-1-1 16,2-1 1-16,3 3 1 0,-1-2-3 0,2 1 1 16,0-1 2-16,0-1-2 0,-2 2-1 15,4-1-1-15,-4 2 3 0,0-3 0 0,-1 0-1 16,-1 3 2-16,4-3-3 0,-4 0 1 16,0 0-1-16,0 0 0 0,0 0 1 0,5 0-4 15,-5 0 2-15,0 0 3 0,4 0-3 16,-4-3 0-16,4 3-1 0,-2 0 4 15,0 3-1-15,10-6-2 0,-8 3 2 0,1 0-3 16,-3 0 3-16,2 0-1 0,0 3-1 16,-2-3 0-16,0 0 3 0,0 0-2 0,0 1-1 15,0 1 0-15,1-1 1 0,-3 0-1 16,2 2-1-16,0-2 1 0,-2 2 0 0,2-1-2 16,6-2 2-16,-4 5 3 0,6-2-4 15,0 0 0-15,-2 0 1 0,-6 2 0 0,2-3-1 16,4 2 1-16,-5 0 1 15,-3-1-1-15,2-1 1 0,6 3-4 0,-2-1 4 16,-4 1 0-16,2-4-1 0,-4 3-1 16,2-2 3-16,1 2-2 0,-3-1 2 0,-2 1-2 15,2 1 0-15,0-3 1 0,-2 1-2 16,1 3 2-16,1-3 1 0,0-2 0 0,-4 3-3 16,4 0 2-16,1-2-3 0,1-1 1 15,-2 1 4-15,0-1-3 0,2 2 2 0,-4-3 0 16,6 2-2-16,-3-1-1 0,-1-1 3 15,4 0-5-15,0 0 2 0,0 1 2 0,-2-1-2 16,-2 0 1-16,0 0 1 0,1 0 0 16,-7 2-3-16,4-1 1 0,-5-1-1 0,-3 4 2 15,0-4 0-15,-1 0 3 0,3 0-2 16,-2 2-2-16,-1-2 2 0,-3 1 0 16,5-1-2-16,-1 2 4 0,0-2-3 0,1 1 1 15,-3-1-2-15,4 4 1 0,-3-3 1 16,1-1-3-16,1 3 1 0,3-3 1 0,0 1 2 15,-3 1-2-15,1-2 0 0,0 2-1 16,1 0-1-16,1-2 3 0,0 2 0 0,0-1-1 16,3 1 1-16,-1 1-3 0,0-2 2 15,-5 3-2-15,5-4 3 0,0 0-1 0,0 2 0 16,-3-2 0-16,-3 1 3 0,2-1-5 16,5 3 0-16,-5-3 3 0,0 3-2 15,-3-2 0-15,-1 0 2 0,1-1-1 16,-1 0 1-16,-2 0-2 0,1 0 2 0,-1 2 0 15,-1-2-3-15,-1 1 4 0,5-1 0 16,-1 3-2-16,1-3 1 0,-1 0-1 0,0 0-1 16,-1 0 1-16,1 0 3 0,1 0-3 15,-7 0 1-15,1 0-1 0,1-3 4 0,-23 3-3 16,38 0 3-16,-21-1 1 0,-17 1 1 16,30-2 4-16,-30 2 2 0,23-1 3 0,-23 1 2 15,24 0 4-15,-24 0 3 0,21-4 1 16,-21 4 7-16,16-3-6 0,-16 3 5 0,0 0 1 15,21-7 6-15,-21 7 3 0,0 0-2 16,18-9-2-16,-18 9-2 0,12-11-2 16,-12 11 2-16,9-17 0 0,-9 17-1 0,10-21-4 15,-4 10 0-15,-6 11-5 0,12-27-1 16,-8 11-1-16,2-3-10 0,-4-3 6 0,2 0-4 16,-1-4-6-16,1-2 3 0,-2-6 0 15,2 2-4-15,0-4 2 0,-4-3-2 0,2 0-5 16,-4-7 3-16,4 2 1 0,-2 3-1 15,0 3 1-15,-2-2-4 0,2 2 2 0,0 0-3 16,0-1 0-16,-2-5-1 0,0 4 5 16,0 2-4-16,-2-7-7 0,4 10 6 0,-4-4 0 15,4 1-4-15,-2 1 3 16,2-2-3-16,-1 3 0 0,1-3 3 0,0 2 3 16,-2-1-4-16,4-7 0 0,-1 1 4 15,1 7 0-15,0-2-3 0,0-5 0 0,2 7 0 16,-2-1-1-16,0 3 5 0,0-3-3 15,-2 4 0-15,2 0 2 0,0 0-2 0,2 0 4 16,-8 2-5-16,8-2 0 0,-4 7 2 16,0 0-6-16,0-1 10 0,-4 2 1 0,4-2 0 15,-2 3 0-15,0-2-1 0,2 3 0 16,-4 1 4-16,2-1-1 0,0 1 2 0,0-2-4 16,0 1 3-16,0 0-2 0,0 0-3 15,-1 0 0-15,1-1 5 0,0-1-8 0,2 1 8 16,-2-2-6-16,0 1 0 0,0 0 0 15,2 0 3-15,-2-2-5 0,2 2 0 16,0 1 3-16,-2-2-2 0,2 2 1 0,-2-1-2 16,2 2 1-16,-2 2 1 0,2-1 0 15,0 1-5-15,0-1 1 0,2 3 1 0,-4-2 14 16,2 22-14-16,0-36 2 0,2 18-4 16,-2 0-4-16,0 18 3 0,0-36 4 0,0 20-3 15,0-2 3-15,0 18 12 0,-2-34-15 16,2 18 14-16,0 16-17 0,0-34-4 0,0 18 9 15,-2-2-1-15,2 18-5 16,0-36 9-16,-2 19-4 0,2 17 3 0,-2-34 9 16,2 19-8-16,0 15 1 0,0-33-2 15,-2 16-3-15,2-1 12 0,0 18-10 16,-4-34 15-16,2 19-18 0,0-3 1 0,2 18 3 16,-2-33-1-16,2 17 3 0,0 16 10 0,-4-32-20 15,2 16 10-15,2 16-2 0,-2-28 1 16,1 11-2-16,1 17-2 0,0-30 1 0,-4 15-2 15,4 15-3-15,0-31 5 0,-2 17 2 0,2 14 1 16,-4-32-3-16,2 16-3 0,2 16 12 16,-4-27-11-16,4 27 0 0,0-27 0 0,0 27-2 15,-2-23 1-15,2 23 5 16,-2-21-8-16,2 21 3 0,-2-19-6 0,2 19 10 16,-2-21-3-16,2 21 5 0,-2-18 10 15,2 18-13-15,0-20 0 0,0 20-2 0,0 0-1 16,-6-27 5-16,6 27-4 0,-6-19 5 15,6 19-2-15,-2-20-2 0,2 20-3 0,-4-16 2 16,4 16-2-16,0 0-1 0,-3-25 1 16,3 25 0-16,0 0 5 0,-4-19 0 0,4 19-4 15,0 0 3-15,-2-16-2 0,2 16 5 16,0 0-1-16,0 0 0 0,-6-16 0 0,6 16-1 16,0 0-1-16,0 0 0 15,0 0 4-15,-6-18-4 0,6 18-4 0,0 0 2 16,0 0 1-16,0 0 0 0,-8-15 1 0,8 15 2 15,0 0-10-15,0 0 8 0,0 0 1 16,0 0-2-16,0 0-1 0,-6-15-2 0,6 15 2 16,0 0-1-16,0 0 14 0,0 0-10 15,0 0 0-15,0 0-3 0,0 0 1 0,0 0-2 16,0 0-4-16,-6-16 0 0,6 16 1 16,0 0 4-16,0 0 11 0,0 0-15 0,0 0-7 15,0 0 2-15,-13-8 0 0,13 8 6 16,0 0-6-16,0 0 6 0,0 0-10 0,0 0 0 15,-22-2-3-15,22 2-5 0,0 0 6 16,-29-5 0-16,29 5 1 0,-34-1 2 16,17-1-1-16,17 2 3 0,-41-3-5 15,21 3 4-15,0-1 0 0,20 1 7 0,-41-4-3 16,20 2 3-16,1 2-4 0,20 0 0 16,-37 0 4-16,17-3-2 0,-1 6-1 0,21-3-2 15,-33-3 3-15,15 3-4 0,18 0 2 16,-35 0 3-16,35 0-2 0,-32 0 1 0,15 0 3 15,17 0-1-15,-32 3 0 0,15-3-2 16,17 0 5-16,-33 0 0 0,15 2-1 0,18-2 3 16,-37 0-5-16,17 0 13 0,20 0-8 15,-41-2-5-15,19 2 5 0,1 0-2 16,-1 0-1-16,22 0 2 0,-41-3-3 0,20 2 4 16,3-1 0-16,18 2 0 0,-31-2 0 15,31 2 0-15,-26-2 0 0,26 2 2 0,-23 0-4 16,23 0 3-16,0 0-2 0,-28-1 3 15,28 1-1-15,0 0 0 0,-19-2 0 0,19 2-2 16,0 0-1-16,0 0 1 0,0 0 1 16,-28-1-5-16,28 1-7 0,0 0-15 0,0 0-22 15,0 0-37-15,-21-5-40 0,21 5-42 16,0 0-78-16,-30-3-254 0,30 3 26 0,-23-5-126 16,23 5-100-16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5-06-29T16:08:54.010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1740 153 1538 0,'10'-11'-40'0,"-10"11"17"0,0 0 13 16,0 0 5-16,0 0 2 0,0 0 7 15,8-14 17-15,-8 14 2 0,0 0 8 0,0 0-1 16,0 0-1-16,0 0 1 0,0 0 2 15,0 0 1-15,0 0 5 0,0 0 9 16,0 0-1-16,0 0 7 0,0 0 3 0,0 0 1 16,0 0 2-16,0 0 1 0,0 0-5 15,0 0-3-15,0 0-7 0,0 0-4 0,0 0-6 16,0 0-1-16,0 0-7 0,-20-29-1 16,20 29-1-16,-16-8-1 0,16 8-5 0,-23-10-3 15,9 6-1-15,14 4-2 0,-27-10 1 16,9 5-4-16,3 2-2 0,15 3 0 0,-38-9 1 15,19 8-2-15,-3-1-3 0,-1-5 1 16,-3 6-2-16,3-2 0 0,-1 1-1 16,-1 1 1-16,-1-1-1 0,1-2-1 15,-1 4 1-15,3-1-2 0,1 2 3 0,1-1-2 16,-5 0 0-16,7 0-1 0,-5 1 1 16,3-1-1-16,-1 3 1 0,1-1-2 0,21-2 2 15,-43 1-1-15,25-1 1 0,-4 0 1 16,3 2-2-16,19-2 0 0,-35 2 0 0,15-2 0 15,20 0 1-15,-37 0-1 0,17 1 2 16,20-1-2-16,-35 1-1 0,13-1 0 0,22 0 3 16,-35 3-1-16,16-3-1 0,19 0 0 15,-38 1 0-15,23-1 1 0,15 0 1 16,-34 3-3-16,21-3 0 0,13 0 0 0,-28 3 0 16,28-3 0-16,-27 3 0 0,27-3 0 15,-24 4 0-15,11-2 0 0,13-2-1 0,-30 3-2 16,15 3 2-16,-1-3-1 0,16-3 3 15,-35 10 1-15,19-4-5 0,-4-2 4 0,5 0-3 16,-5 3 2-16,6-1-2 0,-5 0 1 16,3-1 0-16,1 1 2 0,15-6-3 0,-30 13-1 15,18-6 3-15,-3 1 0 0,-3 2 0 16,2-3-1-16,1 2-1 0,-1 0 0 0,0 3 1 16,3-3-2-16,-3 3 2 15,4-2-2-15,1 1 1 0,-3-1 0 0,2 3 2 16,-2-3-2-16,5 1 1 0,-3 2 0 15,0 0-1-15,0-1 0 0,3 1-1 0,-3 2 1 16,4-2 1-16,0 2 2 0,-2 0-1 16,1-1-1-16,3-1 0 0,-4 4-2 0,4-6 3 15,6-11-1-15,-14 28 0 0,8-15 0 16,1 3 1-16,-3-1-2 0,8-15 2 0,-2 30-3 16,-2-16 3-16,0 0-1 0,4-14-1 15,-2 28 3-15,0-13-3 0,2-15 2 0,0 28-2 16,0-28 1-16,0 25 2 0,2-10-2 15,-2-15 1-15,0 28-1 0,2-15 2 16,-2-13 0-16,6 27-1 0,-4-14 3 0,2 2-4 16,-4-15 1-16,6 25 1 0,-2-11-1 15,-4-14 0-15,3 24 1 0,1-12 0 0,-4-12 0 16,8 27-2-16,-4-16 1 0,-4-11 2 16,8 25-3-16,-2-14 1 0,-6-11-1 0,12 23 2 15,-9-12-2-15,5 1 4 0,-8-12-3 16,12 22 2-16,-6-8-2 0,2-4 0 0,2 2 1 15,-10-12-1-15,17 25 1 0,-9-9-1 16,0-4 1-16,4 1 0 0,-3 2 0 0,5 1 1 16,-4-3 1-16,2 1-1 15,-3 2 2-15,3-2-3 0,-4-3 0 0,2 0 0 0,0 2 0 16,1 4 1-16,-1-7-1 16,-2 3 1-16,-8-13 1 0,20 18-3 0,-9-8 3 15,-3 4-2-15,4-8 0 0,0 5 1 16,-1-1-1-16,5 0 0 0,0 0 3 0,-1 1 1 15,3 0-2-15,0-1 0 0,1 2-1 16,1 0 1-16,1-3-1 0,-1 1 1 0,1 1 0 16,3 0-1-16,-2-3 1 0,-1 3 0 15,1-4 0-15,-1 3-2 0,-1 0 2 0,-1-5-1 16,3 4-3-16,-3-2 2 0,3-1 3 16,-2 2-2-16,1-1 0 0,1-1 1 15,-3 1 2-15,5-1-3 0,-3-1 2 0,3 2-2 16,3-1 2-16,3 1-2 0,-3-3 6 0,2 3-5 15,1-2 0-15,1-1 1 0,6 3-2 16,-3-3-1-16,3 3 3 0,0-4 0 16,0 2-1-16,-2-1 2 0,1-2 0 0,3 5 0 15,-4-7 0-15,4 3 1 0,-3-3 0 16,-1 2-2-16,-4-2 1 0,-2 2 3 0,3 0-2 16,-7-4 1-16,5 0 1 0,-3 0-1 15,-1 1 1-15,3-1 2 0,-4-1 1 0,3-1-3 16,-1 0 3-16,1 0-2 0,1-5-4 15,0 1 4-15,7 1-2 0,-7 1 1 16,2-1 1-16,3-2 2 0,-5-2-3 16,4 3-1-16,1-2 3 0,-5 0-3 0,8-2 2 15,-6 2 1-15,-1-1 2 0,-1 0-3 16,-3 0 2-16,1 1 1 0,-1-1 1 0,-1-4-2 16,-1 5 3-16,1-6-1 0,0 4 3 15,-1 0-1-15,-3-3-1 0,-1 3 0 0,0 2 3 16,-1-5 1-16,3 2-3 0,-7-1 2 15,5 0-5-15,-2 2-1 0,-3-2 3 0,3 2-3 16,-2 0 0-16,1-3-1 0,-1-1 1 16,-2 3 1-16,-1-1-2 0,5-2-1 0,-2 2 6 15,-3-2-4-15,3 1-1 0,2-1 0 16,-5 2 0-16,1-5-2 0,-2 4 0 16,3-2-1-16,-3 2-1 0,0-2 3 0,0 3 0 15,-1-3-3-15,-1 2 3 0,2 0 2 16,-4 0 0-16,0 0 1 0,-1 2 0 0,-7 13 2 15,12-25 4-15,-8 14 0 0,-4 11-2 16,8-23 3-16,-8 23-3 0,6-20 2 0,-6 20-4 16,4-21 3-16,-4 21 1 0,2-20-7 15,-2 20 1-15,0-22-2 0,0 22 0 16,-2-21 5-16,2 21-5 0,-6-30 1 0,2 20-5 16,4 10 3-16,-4-25 10 0,-2 9-10 15,6 16-2-15,-12-28 1 0,9 15-3 0,-5-5 6 16,-2 2 0-16,2-2-2 0,-4 2 1 15,4-2-6-15,-1 2 0 0,-3-1 0 16,2 2 3-16,-2-2-5 0,3 4 3 0,-3-3-2 16,2 1 0-16,-2 1-1 0,1-1 4 15,-1 2-5-15,2 1 2 0,10 12-2 0,-22-22 1 16,11 12-3-16,-1 2 3 0,-4-3 1 16,3 1-6-16,13 10 0 0,-28-16 1 0,14 6 9 15,-1 4-9-15,1-1 7 0,14 7-6 16,-29-13 0-16,17 5 0 0,-4 3-2 0,16 5 3 15,-27-11 2-15,13 7-6 0,-1-2 3 16,15 6 3-16,-28-8-3 0,16 3 5 16,12 5-7-16,-23-8 4 0,23 8 0 0,-20-8 0 15,20 8-4-15,-21-8 5 0,21 8 0 16,-18-8-2-16,18 8 8 0,-19-7-7 0,19 7-2 16,-20-6 2-16,20 6-1 0,-20-7-1 15,20 7-1-15,-23-6 3 0,23 6 0 0,-24-8 9 16,11 6-12-16,13 2 1 0,-24-7-2 15,24 7 3-15,-23-5 2 0,23 5-4 0,-22-6 4 16,22 6-2-16,-21-3 7 16,21 3-9-16,-20-7 2 0,20 7-3 0,-16-3 1 15,16 3 1-15,-17-5 2 0,17 5-2 0,0 0 3 16,-26-6-1-16,26 6 0 0,-15-5 3 16,15 5-7-16,-20-3 4 0,20 3 2 15,0 0-2-15,-25-9 2 0,25 9-2 0,-22-4 0 16,22 4-1-16,-20-2 8 0,20 2-9 15,-21-8 2-15,21 8 0 0,-28-4 2 0,28 4-3 16,-25-6-3-16,13 3 0 0,12 3 4 16,-23-5-1-16,23 5 7 0,-24-5 0 0,24 5-7 15,-19-6-2-15,19 6 10 0,-20-2-8 16,20 2 7-16,-18-4-7 0,18 4-2 0,0 0-1 16,-23-6 4-16,23 6-3 0,0 0-1 15,-26-3 1-15,26 3 1 0,-17-3 1 16,17 3-3-16,0 0 2 0,-26-5 2 0,26 5-1 15,0 0-1-15,-21-1 1 0,21 1 0 16,0 0 0-16,0 0 1 0,-18-4 0 0,18 4 2 16,0 0-5-16,0 0-6 0,0 0-11 15,-19-3-13-15,19 3-22 0,0 0-24 0,0 0-28 16,0 0-43-16,0 0-50 0,0 0-72 16,0 0-224-16,0 0 33 0,0 0-94 0,39-21-59 15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5-06-29T16:08:55.020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0 65 1486 0,'9'-27'-14'0,"-9"27"11"0,0 0 6 16,0 0 5-16,4-20 14 0,-4 20 4 15,0 0 1-15,0 0 4 0,0 0-1 0,0 0-7 16,2-18 1-16,-2 18-5 0,0 0-1 16,0 0-2-16,0 0-2 0,0 0-8 15,0 0 2-15,0 0-1 0,0 0-1 0,0 0-1 16,0 0-2-16,0 0-2 0,0 0-2 15,0 0-2-15,0 0 1 0,0 0-3 0,0 0 2 16,0 0 0-16,0 0 0 0,0 0-2 16,0 0 3-16,0 0 0 0,0 0-1 0,14 51 1 15,-14-51 2-15,2 31 0 0,0-13-2 16,0-2-1-16,0 5 2 0,0-1 1 16,2 2-1-16,0 1 1 0,-2 0-3 15,-1-1 4-15,1 4 2 0,0-2 0 0,0-4 3 0,-2 3 5 16,2-5 4-16,-2 2 0 15,0-20 2-15,-2 33 0 0,2-17 3 0,0-16-1 16,-2 27 2-16,2-27-1 0,-2 22-2 16,2-22-6-16,0 19 5 0,0-19 2 0,0 0 2 15,0 22 1-15,0-22 2 0,0 0 1 16,0 18 2-16,0-18 0 0,0 0-2 0,0 0 1 16,0 0-27-16,0 0-41 0,0 0-69 15,0 0-114-15,0 0-379 0,0 0-102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5-06-29T16:08:56.357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187 82 1504 0,'0'0'-71'0,"0"0"19"0,0 0 19 16,-13-6 8-16,13 6 8 0,0 0 10 15,0 0 3-15,0 0 11 0,0 0 9 0,0 0 4 16,0 0 5-16,0 0 6 0,0 0 2 0,0 0-2 16,0 0 5-16,-14-9-2 0,14 9 3 15,0 0-2-15,0 0-7 0,0 0 1 16,0 0-1-16,0 0 2 0,0 0-4 15,0 0 2-15,0 0-3 0,0 0-2 0,0 0-3 16,0 0 2-16,0 0 0 0,0 0 1 16,0 0-1-16,0 0-2 0,2-24-1 0,-2 24-3 15,0 0 1-15,0 0-3 0,0 0 0 16,0 0 2-16,0 0-3 0,0 0-1 0,0 0-3 16,0 0-2-16,0 0-1 0,18-16-1 15,-18 16 3-15,0 0-4 0,0 0-2 0,0 0 0 16,17-8 0-16,-17 8-1 0,0 0 0 15,18-7 2-15,-18 7-5 0,0 0 3 0,18-6-5 16,-18 6 5-16,0 0-5 0,19-4 5 16,-19 4-3-16,0 0 2 0,0 0-2 0,22 0 2 15,-22 0-3-15,0 0 1 0,0 0 0 16,23-2 1-16,-23 2 1 0,0 0-4 16,22 3-3-16,-22-3 5 0,0 0-1 0,23 6 0 15,-23-6 0-15,12 4 1 0,-12-4 2 16,0 0-5-16,21 11 3 0,-21-11-2 0,14 7 2 15,-14-7-1-15,12 9 4 0,-12-9-2 16,14 7-3-16,-14-7 3 0,0 0 0 0,17 10-1 16,-17-10 2-16,0 0-2 15,12 14 0-15,-12-14 2 0,0 0 0 0,12 14 0 16,-12-14 0-16,0 0-1 0,0 0 2 16,2 14-1-16,-2-14 4 0,0 0 0 0,0 0-2 15,0 0 6-15,-16 27 1 0,16-27-2 16,-20 13-3-16,9-6 6 0,-3-2-5 0,14-5 2 15,-31 13 0-15,15-6-1 0,0-2 0 16,-3 1-1-16,-1 0-1 0,3 0 2 0,-1-2-1 16,0 3-3-16,18-7 1 0,-27 9 0 15,15-7-1-15,12-2 0 0,-19 7-2 0,19-7 0 16,-20 3 2-16,20-3 0 0,0 0 0 16,-18 7-3-16,18-7 4 0,0 0 0 15,0 0-2-15,-17 3 2 0,17-3 2 0,0 0 3 16,0 0 4-16,0 0 0 0,0 0-1 15,0 0-2-15,0 0 0 0,0 0-1 0,0 0 3 16,0 0-4-16,0 0-3 0,0 0 4 16,0 0-1-16,0 0-2 0,0 0-3 0,0 0 0 15,0 0-1-15,0 0-1 0,0 0 4 16,0 0-1-16,0 0-3 0,58 9 1 0,-58-9 4 16,22 1-6-16,-22-1 0 0,22 3 2 15,-22-3-1-15,23 3 3 0,-23-3-3 0,26 5 0 16,-13-3-1-16,-13-2-1 0,28 4 0 15,-17 0 0-15,-11-4 1 0,30 10 1 16,-17-6 2-16,5 3-5 0,-2 1 0 16,-1 0 3-16,1 0 0 0,2 1 1 0,-1-2-3 15,-5 2-1-15,2-1 3 0,1 2-2 16,-3-4 0-16,0 2-3 0,-12-8 1 0,20 14 1 16,-11-7 2-16,-9-7-4 0,14 13 3 0,-14-13 2 15,12 10-2-15,-12-10 2 0,6 11-2 16,-6-11 5-16,0 0-1 0,0 0 2 0,-2 23-1 15,2-23 1-15,-18 14 0 0,18-14 0 16,-25 14 4-16,7-4-2 0,0-4 1 0,-3 1 3 16,1-1 4-16,-3-1 1 15,-3 2 2-15,3-4-1 0,-3 0 3 0,3 1 4 0,-1-1 2 16,-1-3 1-16,1 1 1 16,3-1-1-16,-1 0-1 0,22 0 2 0,-37 0-5 15,18-1 3-15,19 1-3 0,-30-2-1 16,30 2 0-16,-29 0-3 0,29 0 1 0,-22-1-1 15,22 1-1-15,-19-4-4 0,19 4 1 16,0 0-2-16,-26 0-2 0,26 0-1 0,0 0-1 16,-17-3-9-16,17 3-32 0,0 0-46 15,-20-7-47-15,20 7-83 0,-16-13-251 0,16 13-193 16,-8-20-150-16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5-06-29T16:08:59.473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1541 3 1633 0,'0'0'-66'15,"0"0"27"-15,0 0 9 0,0 0 8 16,0 0 6-16,16-3 12 0,-16 3 1 0,0 0 2 15,0 0 6-15,0 0-1 0,0 0 1 16,0 0 0-16,0 0-3 0,0 0 1 0,0 0 2 16,0 0 2-16,0 0-11 0,0 0 11 15,0 0 1-15,0 0 4 0,0 0 1 0,0 0-1 16,0 0 3-16,0 0-7 16,0 0 4-16,0 0 0 0,0 0 2 0,0 0-4 15,0 0 2-15,0 0-5 0,0 0-1 16,0 0 2-16,0 0 0 0,0 0 0 0,0 0-2 15,0 0 0-15,0 0 0 0,0 0-2 16,-71 4-1-16,71-4 4 0,-23 6-5 0,23-6-2 16,-24 4 5-16,11 1-3 0,13-5 2 15,-28 5-4-15,17 0-2 0,11-5 5 16,-26 8-2-16,26-8-2 0,-21 5 1 0,21-5 1 0,-20 9-2 16,20-9 1-16,-20 4-4 15,20-4 1-15,-19 8 2 0,19-8-3 0,-14 7 0 16,14-7 0-16,-16 11 1 0,16-11-2 15,-19 11 0-15,19-11 3 0,-14 14 2 0,14-14-7 16,-16 14 5-16,16-14-2 0,-15 14 4 16,9-4 3-16,6-10-6 0,-16 21 3 0,10-11-3 15,-1 2 2-15,7-12 2 0,-14 21-2 16,4-10 1-16,10-11 0 0,-14 22-2 0,7-10 0 16,-1-1-1-16,8-11 2 0,-14 20 0 15,8-7-3-15,6-13 3 0,-12 21-3 0,6-10 0 16,6-11 6-16,-13 23-2 0,9-14-3 15,4-9 4-15,-12 23-2 0,6-9 0 16,6-14-2-16,-8 26 3 0,3-15-3 0,5-11 4 16,-10 27 1-16,8-16-13 0,2-11 10 15,-12 26 0-15,6-12 1 0,2-1-1 0,4-13 4 16,-10 28-2-16,5-14-2 0,-1 0 0 16,6-14-1-16,-8 28 4 0,2-15-2 0,0 1 0 15,2 0 1-15,4-14-2 0,-12 23-2 16,7-12 5-16,5-11 0 0,-8 23 0 0,4-12-6 15,4-11 6-15,-12 23-1 0,6-12 0 16,6-11 0-16,-8 21-1 0,2-9 0 0,6-12 2 16,-9 21 0-16,1-11 0 0,8-10-7 15,-12 21 8-15,10-10-1 0,2-11 1 16,-12 22-5-16,12-22 4 0,-9 21-10 16,9-21 7-16,-8 22 5 0,0-13-5 0,8-9 1 15,-10 22 2-15,6-12 1 0,4-10-4 16,-10 23 2-16,5-12 1 0,5-11-2 0,-6 23-2 15,6-23 1-15,-8 21 2 0,8-21 1 16,-6 22-4-16,4-10 1 0,2-12 0 0,-4 22 2 16,4-22 4-16,-2 20-7 0,2-20 3 15,-4 18-2-15,4-18 2 0,-4 16 0 0,4-16-1 16,-4 18 4-16,4-18-3 0,0 0 3 16,-5 26-4-16,5-26-1 0,-4 21-3 0,4-21 7 15,0 18-4-15,0-18 2 0,-2 20 0 16,2-20-1-16,-2 20 2 0,2-20-3 15,0 22-1-15,0-22-1 0,0 19 3 0,0-19-1 16,-2 20 0-16,2-20 0 0,0 19 3 16,0-19 0-16,0 20-3 0,0-20 4 0,0 22 3 15,0-22-4-15,-2 18-3 0,2-18-2 16,0 0 4-16,0 28-2 0,0-28 3 0,-2 18-1 16,2-18 0-16,-2 20-2 0,2-20 2 15,0 19 0-15,0-19 0 0,0 0-4 0,0 28 1 16,0-28 2-16,2 18 4 0,-2-18-2 15,2 21-9-15,-2-21 7 0,4 20-1 16,-4-20 4-16,4 24-1 0,0-14-1 16,-4-10 0-16,3 22-1 0,-3-22 2 0,2 18-4 15,-2-18 1-15,2 21 2 0,-2-21 0 16,6 18-3-16,-6-18 4 0,2 20-5 0,-2-20 7 16,2 17-4-16,-2-17 1 0,2 17 2 15,-2-17-1-15,0 0 0 0,4 22-2 0,-4-22 1 16,0 0-2-16,2 23-1 0,-2-23 4 0,2 17-2 15,-2-17 2-15,2 17-4 0,-2-17 2 16,2 18 1-16,-2-18-2 0,2 20 2 0,-2-20 0 16,2 21 2-16,-2-21-1 0,2 23-2 15,-2-23-3-15,0 27 3 0,0-12-3 0,0-15 6 16,-2 29 1-16,2-11-6 16,-2-1 1-16,2-17 2 0,-4 39 1 0,4-16-2 15,-2 0-1-15,0 2-1 0,2-3 1 16,-2 1 4-16,0 1-1 0,0-2-4 0,2 0-1 15,-2-1 3-15,0-2 3 0,0-1 0 16,0 0-2-16,2-18-1 0,-4 34 3 0,0-15-2 16,2-4 2-16,2-15-2 0,-5 33 0 15,5-18 0-15,-4-1-4 0,4-14 3 0,-6 32 3 16,2-18-5-16,0 1 6 0,4-15-7 16,-6 27 9-16,4-14-2 0,2-13-2 15,-6 26-1-15,4-13 2 0,2-13-2 0,-6 26 2 16,3-11-3-16,3-15 2 0,-6 24-2 0,2-11 0 15,4-13 3-15,-10 29 0 0,4-17 1 16,2 2 2-16,4-14-6 0,-10 31 2 16,4-17 1-16,1 2-2 0,-1-2-1 0,0 0 4 15,6-14 0-15,-10 28-1 0,6-12 1 16,-4-2-1-16,2 3-1 0,1 0 3 0,-1-4-1 16,0 1-1-16,0 2 1 0,-2-1 1 15,2 0 1-15,-2 1-3 0,3 1 1 0,-5 1 0 16,2-1 1-16,2-3-4 15,-2 3-2-15,0-4 5 0,1 3-4 0,-1-1 4 16,0-2-2-16,2 0 4 0,6-13 0 16,-14 24-4-16,6-13 1 0,8-11 0 0,-11 21 1 15,3-10 2-15,8-11-4 0,-12 18 4 16,12-18 2-16,-14 18 2 0,10-10-2 0,4-8-7 16,-13 19 7-16,5-10-4 0,8-9 5 15,-14 20-2-15,4-10 1 0,10-10 0 0,-17 17 4 16,7-8 0-16,0 1-3 0,10-10 1 15,-19 18-3-15,9-8 1 0,0-3 0 0,10-7-3 16,-16 17 4-16,5-8-1 0,11-9-2 16,-18 15 0-16,8-7 1 0,10-8 1 0,-15 13 0 15,15-13-8-15,-16 15 4 0,16-15 3 0,-14 11-3 16,14-11 1-16,-12 11-2 16,12-11 3-16,-13 10-2 0,13-10-1 0,0 0 1 15,-12 12-3-15,12-12 4 0,-10 9-3 16,10-9 3-16,0 0-1 0,0 0 3 0,-12 11 0 15,12-11-1-15,0 0 3 0,0 0 1 16,-11 10 0-16,11-10 2 0,0 0-1 0,0 0 1 16,-14 12 3-16,14-12 1 0,0 0-3 15,-14 11-3-15,14-11 3 0,0 0-2 0,-17 10 1 16,17-10-2-16,-10 6-3 0,10-6 2 16,0 0 1-16,0 0-4 0,-16 10 2 0,16-10 2 15,0 0 0-15,0 0-3 0,0 0 7 16,-10 10-3-16,10-10 4 0,0 0 1 15,0 0 3-15,0 0 0 0,0 0 2 16,0 0-2-16,0 0 1 0,0 0-3 0,0 0 1 16,0 0-21-16,0 0-35 0,0 0-41 0,0 0-53 15,-31-15-158-15,31 15-383 0,0 0-168 16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5-06-29T16:09:03.419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17 84 1419 0,'0'0'-38'16,"0"0"26"-16,0 0 8 0,0 0 8 15,0 0 4-15,-17 3 4 0,17-3 6 0,0 0-3 16,0 0 4-16,0 0-2 0,0 0 0 15,0 0 0-15,0 0-1 0,0 0 3 0,0 0-3 16,0 0 0-16,0 0 5 0,0 0-4 16,0 0-1-16,56-11 0 0,-56 11-2 0,41-6 3 15,-15 1 0-15,5-1 1 0,-3 2-5 16,-1 1 5-16,1 1-5 0,-7 2 1 16,1-5-4-16,-3 3-3 0,-19 2 0 0,30-4 1 15,-17 3-1-15,-13 1 1 0,24-3-1 16,-24 3 2-16,0 0-3 0,25-4 1 0,-25 4-1 15,0 0 1-15,22 0 3 0,-22 0-2 16,0 0 2-16,19-3 0 0,-19 3-2 0,0 0-4 16,0 0 4-16,0 0-3 0,0 0 0 15,22-2 3-15,-22 2-3 0,0 0 1 0,0 0-4 16,0 0 3-16,0 0-2 0,0 0-3 16,0 0-2-16,18-4-6 0,-18 4-7 15,0 0-9-15,0 0-12 0,0 0-17 16,0 0-33-16,15-10-41 0,-15 10-187 0,0 0-120 15,8-12 58-15</inkml:trace>
  <inkml:trace contextRef="#ctx0" brushRef="#br0" timeOffset="-552">180-146 1700 0,'0'0'-82'0,"0"0"4"16,0 0 24-16,0 0 11 0,0 0 1 16,-8-17 12-16,8 17 8 0,0 0 20 0,0 0 5 15,0 0 4-15,-6-14 8 0,6 14 6 16,0 0 10-16,0 0 2 0,0 0 4 0,-6-20 4 16,6 20 7-16,0 0 4 0,0 0 2 0,0 0-1 15,-2-20-1-15,2 20-2 0,0 0 0 16,0 0-9-16,0 0 0 0,-2-17-2 0,2 17-4 15,0 0-3-15,0 0-4 0,0 0-2 16,0 0-6-16,0 0-4 0,0 0-5 16,0 0 0-16,0 0-3 0,0 0-3 15,0 0-1-15,0 0-2 0,0 0-3 0,0 0-2 16,0 0 5-16,0 0-3 0,0 0 2 16,0 0-3-16,0 0-1 0,0 0 4 0,-15 55-1 15,9-39-2-15,2 2 0 0,-2 2 2 16,-2 1-2-16,2 2 3 0,0-2-4 0,0 3 4 15,-1 2-3-15,1-4 0 0,0 4 2 16,0-4-3-16,0 2 2 0,2 0-1 0,0-2 1 16,-2-1 1-16,2 0 0 0,3-4 0 15,-3-3-1-15,4-14 1 0,-4 32 0 16,2-19 0-16,2-13 1 0,-6 18 2 0,6-18 0 16,-2 16-1-16,2-16 3 0,0 0 9 15,-6 20 9-15,6-20 12 0,0 0 7 0,-4 17 9 16,4-17 8-16,0 0 9 0,0 0 9 15,0 0 12-15,0 0-9 0,0 0-9 0,0 0-7 16,0 0-6-16,0 0-7 0,0 0-5 16,-4-57-8-16,6 35-3 0,6-8-4 0,-2-4-10 15,4-4 4-15,-3-3-2 16,5-1 0-16,-2-1-4 0,4 1-2 0,-4 2-2 0,5 2-1 16,-1 0-5-16,-2 5 0 15,3-1-3-15,-3 6 0 0,0 4-2 0,-2 0 0 16,3-1 2-16,-5 8-5 0,2-1 1 15,0 2 1-15,-2 1-3 0,-1 3-2 0,1 1 1 16,-8 11 0-16,16-21-1 0,-10 12 1 16,-6 9-2-16,12-15 1 0,-12 15 2 0,7-13-4 15,-7 13-2-15,0 0-3 0,12-15-2 16,-12 15-3-16,0 0 0 0,14-10 1 0,-14 10 4 16,0 0-3-16,0 0 1 0,21-2-1 15,-21 2 1-15,0 0-2 0,0 0 5 0,30 6-1 16,-30-6 2-16,19 4-1 0,-19-4 2 15,22 11 5-15,-14-5-5 0,-8-6 0 0,21 10 0 16,-11-3 0-16,-10-7 2 0,20 11 0 16,-9-1-1-16,-11-10 2 0,20 18-1 15,-12-9-1-15,2 2 1 0,-3-1-2 0,-7-10 6 16,20 26-2-16,-14-15-1 0,0 7-2 16,2-3 1-16,-1 6 0 0,-3-3 2 0,2 3-1 15,-2-2-2-15,2 2 2 0,-2-2-2 16,-2 3 1-16,0 0 1 0,0-1 0 0,0 1 1 15,0 0-1-15,0 1-1 0,-2-2 3 16,0 2-3-16,0-4 5 0,0 3-2 0,0 0-2 16,0-2 0-16,2 0 3 15,-2-20-2-15,0 33-1 0,-2-14 3 0,2-19-3 0,0 28 4 16,0-12-2-16,0-16-1 16,0 21 3-16,0-21-2 0,0 0 3 0,0 25 2 15,0-25-1-15,-2 15 1 0,2-15-1 16,0 0 2-16,0 0 2 0,0 23-1 0,0-23 3 15,0 0 0-15,0 0-1 0,0 0-1 16,-4 18 2-16,4-18-1 0,0 0 1 0,0 0 1 16,0 0-2-16,0 0-17 0,0 0-33 15,0 0-61-15,0 0-62 0,0 0-93 0,0 0-225 16,0 0 44-16,0 0-115 0,-4-64-56 0</inkml:trace>
  <inkml:trace contextRef="#ctx0" brushRef="#br0" timeOffset="747.24">830-43 1223 0,'6'-22'0'0,"-6"22"22"16,2-16 11-16,-2 16 13 0,0 0 15 16,0-20-1-16,0 20-1 0,0 0-12 0,0 0 5 15,0 0-6-15,0-20-5 0,0 20-5 16,0 0-4-16,0 0-6 0,0 0-5 16,0 0-3-16,8-14 3 0,-8 14-5 15,0 0-4-15,0 0-3 0,0 0 0 0,0 0-6 16,0 0 3-16,0 0-1 0,0 0-3 15,0 0-1-15,0 0-2 0,0 0-1 0,0 0 5 16,0 0-5-16,0 0 1 0,0 0-1 0,0 0-2 16,0 0 5-16,0 0-4 0,0 0 4 15,11 45-2-15,-11-45 2 0,2 29-1 0,-2-13 0 16,2-1-2-16,-2-15 1 0,-2 39 1 16,2-17 0-16,-2 0 4 0,4 1-2 0,-2 0-1 15,-2-2-2-15,2 1 1 0,-2 0 1 16,0-3 1-16,2-19-1 0,-2 34 0 0,2-16-1 15,0-18 2-15,-3 29 0 0,3-14 5 16,0-15-2-16,-2 27 2 0,0-13 5 16,2-14 2-16,-2 20-4 0,2-20 7 15,-4 17 1-15,4-17-1 0,0 0 0 0,-4 18 2 16,4-18-2-16,0 0 0 0,-2 17-2 16,2-17 2-16,0 0-5 0,0 0 8 0,0 0-3 15,0 0 1-15,-6 19 0 0,6-19-11 0,0 0-50 16,0 0-62-16,0 0-148 0,0 0-363 15,-31-27-113-15</inkml:trace>
  <inkml:trace contextRef="#ctx0" brushRef="#br0" timeOffset="2979.91">3423 2202 1436 0,'0'0'-58'15,"0"0"29"-15,-18 0 14 0,18 0 14 16,0 0 8-16,0 0 3 0,-19 4 9 0,19-4 4 16,0 0 4-16,0 0 0 0,0 0 1 15,0 0 4-15,0 0-2 0,-20 2 0 0,20-2 0 16,0 0-2-16,0 0 1 0,0 0-1 15,0 0-5-15,0 0 0 0,0 0 1 0,0 0 1 16,0 0 0-16,0 0 1 0,0 0-2 16,0 0 1-16,57 10-1 0,-34-10 0 15,5 0-1-15,1 0-1 0,4 3 0 0,4-1-2 16,-3 1-1-16,3 1-3 0,-4-1-4 16,-1-1 3-16,-5 2-4 0,-3-1-1 0,-3-2-1 15,-3 1 1-15,-1 2 0 0,-17-4-3 16,32 3 2-16,-32-3 3 0,21 3 0 0,-21-3 2 15,18 2-1-15,-18-2 2 0,0 0-1 16,21 0 2-16,-21 0-2 0,0 0-2 0,18 4 2 16,-18-4-3-16,0 0-1 0,0 0 1 15,0 0-2-15,23 0 1 0,-23 0-2 0,0 0-2 16,0 0-3-16,0 0-16 0,0 0-15 16,0 0-18-16,0 0-27 0,0 0-38 0,0 0-50 15,16-11-159-15,-16 11-221 16,0 0-45-16</inkml:trace>
  <inkml:trace contextRef="#ctx0" brushRef="#br0" timeOffset="2411.21">3558 2003 1614 0,'0'0'-48'0,"0"0"23"0,0 0 9 0,0 0 11 0,0 0 6 15,0 0 8-15,0 0 7 16,0 0 1-16,0 0 9 0,0 0-2 0,0 0 1 16,0 0-3-16,0 0 1 0,0 0 4 15,0 0 0-15,0 0-3 0,0 0-3 0,0 0 0 16,0 0 3-16,0 0-7 0,0 0 4 16,0 0-4-16,0 0-3 0,0 0 0 0,0 0-3 15,0 0-1-15,0 0-4 0,0 0-1 16,0 0-1-16,0 0 1 0,0 0-5 0,0 0 2 15,0 0-1-15,0 0 0 0,0 0 1 0,0 0-5 16,0 0 3-16,0 0 0 16,0 0-3-16,0 0 4 0,0 0-6 0,-18 47 7 15,18-47-2-15,-12 23 0 0,7-8 0 16,-5 0 2-16,2 4-2 0,0-2-1 0,0 3-1 16,-3 5 5-16,1-5-3 15,0 2-1-15,-2 4 2 0,-2-1-2 0,5 2 4 0,-1-2-7 16,-2-2 5-16,4 4-1 0,1-3-1 15,-3-2 0-15,2 3 0 0,2-3 3 0,-2-1 0 16,4-1 2-16,-2-2-1 0,0-1 1 16,1-3-3-16,5-14 2 0,-6 28-2 15,0-19 5-15,6-9 5 0,-8 17 5 16,8-17 9-16,-4 17 16 0,4-17 14 0,0 0 13 16,-6 15 7-16,6-15 12 0,0 0-1 15,0 0-8-15,0 0-5 0,0 0-6 0,0 0-8 16,0 0-8-16,0 0-2 0,0 0-3 15,2-69-7-15,4 41-4 0,0-3-3 0,6-6-5 16,1-3 1-16,-1 1-4 0,4-1-4 16,-2 2-5-16,1 0 0 0,3 4 1 0,-1-2-4 15,-1 2-4-15,0 4 2 0,1 3-5 16,-3 3 5-16,2 1-7 0,-1 3 2 16,1-3-5-16,0 5 1 0,1 0-3 0,1 0 2 0,0 2 0 15,-1 3 0-15,1 0-2 16,-2 2 0-16,-1 1 3 0,1 0 0 0,2-1-3 15,-3 5 2-15,-1-3-1 0,0 4-2 16,-1-1 0-16,-13 6 3 0,26-11-3 0,-14 5 2 16,-12 6-3-16,23-8 3 0,-23 8-2 15,22-6 1-15,-22 6 0 0,15-4-1 0,-15 4 0 16,12-6 4-16,-12 6-5 0,0 0 2 16,18-8-4-16,-18 8 1 0,0 0-3 15,0 0 2-15,0 0-4 0,19-5 3 0,-19 5 0 16,0 0-3-16,0 0 4 0,0 0-2 0,16 23 3 15,-16-23-2-15,6 18 3 0,2-8-4 16,-8-10 5-16,5 26-1 0,-1-14-1 0,-2 5 3 16,2-1-1-16,2 4 0 15,-4-2 1-15,0 1-1 0,-2 2 0 0,2 1 1 16,-2 2 2-16,2-1-1 0,-2 1 1 16,0 1 1-16,0-1 0 0,0 2-4 0,-2-1 3 15,2-2 0-15,-2-1 1 0,0 1 0 16,0 1 1-16,0-7-2 0,0 2-1 0,2-19 4 15,-4 33-4-15,2-16 1 0,0-3 0 16,2-14 1-16,-6 31 1 0,5-17-2 16,1-14 2-16,-6 26-1 0,2-12 4 0,4-14-4 0,-10 21 0 15,10-21 1-15,-4 17 0 0,4-17 0 16,-6 16 2-16,6-16-2 0,0 0 2 16,-6 15 4-16,6-15-2 0,0 0-1 15,0 0 5-15,-6 19-1 0,6-19 3 0,0 0-6 16,0 0 4-16,0 0 1 0,0 0-2 15,0 0-24-15,0 0-24 0,0 0-30 0,0 0-31 16,0 0-44-16,-9-44-59 0,9 44-177 16,9-33-77-16,-1 14-125 0,2-1-81 0</inkml:trace>
  <inkml:trace contextRef="#ctx0" brushRef="#br0" timeOffset="3843.98">4112 2565 1397 0,'0'0'-39'0,"-23"-3"18"0,23 3 9 15,0 0 9-15,0 0 8 0,0 0 4 16,0 0 10-16,0 0 8 0,0 0 4 0,0 0 5 15,0 0 9-15,0 0-1 0,0 0 4 16,0 0 3-16,0 0 4 0,0 0 2 0,-18-4 3 16,18 4-4-16,0 0-3 0,0 0-6 15,0 0-1-15,0 0 0 0,0 0-5 0,0 0-5 16,0 0-7-16,0 0-1 0,0 0-4 16,0 0-3-16,25-34-1 0,-25 34-2 15,0 0-6-15,20-10 1 0,-20 10-1 0,21-8-4 16,-21 8 0-16,26-4-2 0,-26 4-3 15,29 0 1-15,-29 0-2 0,30 0 0 0,-30 0 1 16,31 3-2-16,-15 0 0 0,-3 0-1 16,1 3-2-16,-14-6 2 0,24 12-1 0,-11-5-2 15,-5 1-1-15,-8-8 3 0,18 17-2 16,-12-8 4-16,-6-9 0 0,6 20-2 0,-6-20 4 16,-2 20 1-16,2-20-1 0,-14 26-2 15,0-14 3-15,0 3 1 0,-5-1-2 16,-5-1 1-16,-1 3 0 0,-3-3 0 0,3 0 0 15,0-2-1-15,3 1 5 0,4-4-2 0,1 0 3 16,3-2 0-16,0 3 0 0,14-9 1 16,-21 9-1-16,21-9 3 0,-14 7-2 15,14-7 5-15,0 0 1 0,0 0 2 16,0 0 2-16,0 0-1 0,63 13-2 0,-28-11-1 16,8-4-3-16,6 2-1 0,8-1 3 15,0-2 1-15,-1 3-3 0,-1 0 0 0,-10 3 0 16,-4-6-1-16,-3 3-1 0,-7 0-3 15,-2 0 0-15,-5 0-1 0,-1 0 2 0,-23 0-1 16,34 0 0-16,-19 0-3 0,-15 0 5 16,24 0-1-16,-24 0-5 0,21 0 4 0,-21 0-1 15,0 0-3-15,0 0-2 0,22 0-19 16,-22 0-22-16,0 0-25 0,0 0-39 16,0 0-67-16,6-14-187 0,-6 14-88 0,0 0-100 15,6-26-47-15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5FF8B-5CFF-4CEB-A3A7-D5EC937E5222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40B96-37EB-4435-A9A9-6B971D661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97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5FF8B-5CFF-4CEB-A3A7-D5EC937E5222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40B96-37EB-4435-A9A9-6B971D661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607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5FF8B-5CFF-4CEB-A3A7-D5EC937E5222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40B96-37EB-4435-A9A9-6B971D661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489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5FF8B-5CFF-4CEB-A3A7-D5EC937E5222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40B96-37EB-4435-A9A9-6B971D661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575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5FF8B-5CFF-4CEB-A3A7-D5EC937E5222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40B96-37EB-4435-A9A9-6B971D661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33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5FF8B-5CFF-4CEB-A3A7-D5EC937E5222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40B96-37EB-4435-A9A9-6B971D661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169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5FF8B-5CFF-4CEB-A3A7-D5EC937E5222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40B96-37EB-4435-A9A9-6B971D661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166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5FF8B-5CFF-4CEB-A3A7-D5EC937E5222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40B96-37EB-4435-A9A9-6B971D661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36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5FF8B-5CFF-4CEB-A3A7-D5EC937E5222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40B96-37EB-4435-A9A9-6B971D661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771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5FF8B-5CFF-4CEB-A3A7-D5EC937E5222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40B96-37EB-4435-A9A9-6B971D661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881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5FF8B-5CFF-4CEB-A3A7-D5EC937E5222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40B96-37EB-4435-A9A9-6B971D661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421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5FF8B-5CFF-4CEB-A3A7-D5EC937E5222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40B96-37EB-4435-A9A9-6B971D661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62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12" Type="http://schemas.openxmlformats.org/officeDocument/2006/relationships/customXml" Target="../ink/ink6.xm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5.png"/><Relationship Id="rId5" Type="http://schemas.openxmlformats.org/officeDocument/2006/relationships/image" Target="../media/image2.png"/><Relationship Id="rId15" Type="http://schemas.openxmlformats.org/officeDocument/2006/relationships/image" Target="../media/image7.png"/><Relationship Id="rId10" Type="http://schemas.openxmlformats.org/officeDocument/2006/relationships/customXml" Target="../ink/ink5.xml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4" Type="http://schemas.openxmlformats.org/officeDocument/2006/relationships/customXml" Target="../ink/ink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customXml" Target="../ink/ink13.xml"/><Relationship Id="rId18" Type="http://schemas.openxmlformats.org/officeDocument/2006/relationships/image" Target="../media/image16.png"/><Relationship Id="rId3" Type="http://schemas.openxmlformats.org/officeDocument/2006/relationships/customXml" Target="../ink/ink8.xml"/><Relationship Id="rId21" Type="http://schemas.openxmlformats.org/officeDocument/2006/relationships/customXml" Target="../ink/ink17.xml"/><Relationship Id="rId7" Type="http://schemas.openxmlformats.org/officeDocument/2006/relationships/customXml" Target="../ink/ink10.xml"/><Relationship Id="rId12" Type="http://schemas.openxmlformats.org/officeDocument/2006/relationships/image" Target="../media/image13.png"/><Relationship Id="rId17" Type="http://schemas.openxmlformats.org/officeDocument/2006/relationships/customXml" Target="../ink/ink15.xml"/><Relationship Id="rId2" Type="http://schemas.openxmlformats.org/officeDocument/2006/relationships/image" Target="../media/image8.png"/><Relationship Id="rId16" Type="http://schemas.openxmlformats.org/officeDocument/2006/relationships/image" Target="../media/image15.png"/><Relationship Id="rId20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customXml" Target="../ink/ink12.xml"/><Relationship Id="rId5" Type="http://schemas.openxmlformats.org/officeDocument/2006/relationships/customXml" Target="../ink/ink9.xml"/><Relationship Id="rId15" Type="http://schemas.openxmlformats.org/officeDocument/2006/relationships/customXml" Target="../ink/ink14.xml"/><Relationship Id="rId23" Type="http://schemas.openxmlformats.org/officeDocument/2006/relationships/image" Target="../media/image19.png"/><Relationship Id="rId10" Type="http://schemas.openxmlformats.org/officeDocument/2006/relationships/image" Target="../media/image12.png"/><Relationship Id="rId19" Type="http://schemas.openxmlformats.org/officeDocument/2006/relationships/customXml" Target="../ink/ink16.xml"/><Relationship Id="rId4" Type="http://schemas.openxmlformats.org/officeDocument/2006/relationships/image" Target="../media/image9.png"/><Relationship Id="rId9" Type="http://schemas.openxmlformats.org/officeDocument/2006/relationships/customXml" Target="../ink/ink11.xml"/><Relationship Id="rId14" Type="http://schemas.openxmlformats.org/officeDocument/2006/relationships/image" Target="../media/image14.png"/><Relationship Id="rId22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20.xml"/><Relationship Id="rId13" Type="http://schemas.openxmlformats.org/officeDocument/2006/relationships/image" Target="../media/image13.emf"/><Relationship Id="rId3" Type="http://schemas.openxmlformats.org/officeDocument/2006/relationships/image" Target="../media/image21.png"/><Relationship Id="rId7" Type="http://schemas.openxmlformats.org/officeDocument/2006/relationships/image" Target="../media/image10.emf"/><Relationship Id="rId12" Type="http://schemas.openxmlformats.org/officeDocument/2006/relationships/customXml" Target="../ink/ink22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9.xml"/><Relationship Id="rId11" Type="http://schemas.openxmlformats.org/officeDocument/2006/relationships/image" Target="../media/image12.emf"/><Relationship Id="rId5" Type="http://schemas.openxmlformats.org/officeDocument/2006/relationships/image" Target="../media/image9.emf"/><Relationship Id="rId15" Type="http://schemas.openxmlformats.org/officeDocument/2006/relationships/image" Target="../media/image14.emf"/><Relationship Id="rId10" Type="http://schemas.openxmlformats.org/officeDocument/2006/relationships/customXml" Target="../ink/ink21.xml"/><Relationship Id="rId4" Type="http://schemas.openxmlformats.org/officeDocument/2006/relationships/customXml" Target="../ink/ink18.xml"/><Relationship Id="rId9" Type="http://schemas.openxmlformats.org/officeDocument/2006/relationships/image" Target="../media/image11.emf"/><Relationship Id="rId14" Type="http://schemas.openxmlformats.org/officeDocument/2006/relationships/customXml" Target="../ink/ink2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(on Dev) Probability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172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67474" y="135035"/>
            <a:ext cx="9241336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/>
              <a:t>Why probability matters in ML/DS ?</a:t>
            </a:r>
            <a:r>
              <a:rPr lang="en-US" sz="1600" dirty="0"/>
              <a:t> Data is uncertain, models make predictions with uncertainty. Probability helps us understand how uncertain we are in our prediction</a:t>
            </a:r>
          </a:p>
          <a:p>
            <a:r>
              <a:rPr lang="en-US" sz="1600" b="1" dirty="0"/>
              <a:t>Examples</a:t>
            </a:r>
            <a:r>
              <a:rPr lang="en-US" sz="1600" dirty="0"/>
              <a:t>: Spam detection, weather prediction, classification probabilities.</a:t>
            </a:r>
          </a:p>
          <a:p>
            <a:endParaRPr lang="en-US" sz="1600" b="1" dirty="0"/>
          </a:p>
          <a:p>
            <a:r>
              <a:rPr lang="en-US" sz="1600" b="1" dirty="0"/>
              <a:t>Basic Terms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 Sample space (Ω)</a:t>
            </a:r>
            <a:r>
              <a:rPr lang="en-US" sz="1600" dirty="0"/>
              <a:t>: All possible outcomes. Let’s see few examples.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1 Coin toss → </a:t>
            </a:r>
            <a:r>
              <a:rPr lang="en-US" sz="1600" b="1" dirty="0"/>
              <a:t>Ω = </a:t>
            </a:r>
            <a:r>
              <a:rPr lang="en-US" sz="1600" dirty="0"/>
              <a:t>{H, T}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Roll a dice -&gt;  </a:t>
            </a:r>
            <a:r>
              <a:rPr lang="en-US" sz="1600" b="1" dirty="0"/>
              <a:t>Ω = </a:t>
            </a:r>
            <a:r>
              <a:rPr lang="en-US" sz="1600" dirty="0"/>
              <a:t>{1, 2, 3, 4, 5, 6}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2 coin toss -&gt;  </a:t>
            </a:r>
            <a:r>
              <a:rPr lang="en-US" sz="1600" b="1" dirty="0"/>
              <a:t>Ω = </a:t>
            </a:r>
            <a:r>
              <a:rPr lang="en-US" sz="1600" dirty="0"/>
              <a:t>{HH, HT, TH, TT}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3 coin toss -&gt;  </a:t>
            </a:r>
            <a:r>
              <a:rPr lang="en-US" sz="1600" b="1" dirty="0"/>
              <a:t>Ω = </a:t>
            </a:r>
            <a:r>
              <a:rPr lang="en-US" sz="1600" dirty="0"/>
              <a:t>{ HHH, HHT, HTT, …, TTT} . There would be total of 8 elements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In drawing a card -&gt;  </a:t>
            </a:r>
            <a:r>
              <a:rPr lang="en-US" sz="1600" b="1" dirty="0"/>
              <a:t>Ω = </a:t>
            </a:r>
            <a:r>
              <a:rPr lang="en-US" sz="1600" dirty="0"/>
              <a:t>52 outcomes or elements</a:t>
            </a:r>
          </a:p>
          <a:p>
            <a:pPr lvl="1"/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 Events (E)</a:t>
            </a:r>
            <a:r>
              <a:rPr lang="en-US" sz="1600" dirty="0"/>
              <a:t>: Subsets of the sample space </a:t>
            </a:r>
            <a:r>
              <a:rPr lang="en-US" sz="1600" b="1" dirty="0"/>
              <a:t>Ω</a:t>
            </a:r>
            <a:endParaRPr lang="en-US" sz="1600" dirty="0"/>
          </a:p>
          <a:p>
            <a:r>
              <a:rPr lang="en-US" sz="1600" dirty="0"/>
              <a:t>e.g.1 In 2 coin toss, event could be </a:t>
            </a:r>
            <a:r>
              <a:rPr lang="en-US" sz="1600" b="1" dirty="0"/>
              <a:t>same outcome </a:t>
            </a:r>
            <a:r>
              <a:rPr lang="en-US" sz="1600" dirty="0"/>
              <a:t>in both toss, {HH, TT}</a:t>
            </a:r>
          </a:p>
          <a:p>
            <a:r>
              <a:rPr lang="en-US" sz="1600" dirty="0"/>
              <a:t>e.g.2 In dice roll, event could be the </a:t>
            </a:r>
            <a:r>
              <a:rPr lang="en-US" sz="1600" b="1" dirty="0"/>
              <a:t>even number </a:t>
            </a:r>
            <a:r>
              <a:rPr lang="en-US" sz="1600" dirty="0"/>
              <a:t>on dice { 2, 4, 6}</a:t>
            </a:r>
          </a:p>
          <a:p>
            <a:r>
              <a:rPr lang="en-US" sz="1600" dirty="0"/>
              <a:t>e.g.3 Pick a card, event could be that card is ace, {Ace of heart, Ace of diamond, Ace of clubs, Ace of Spades}</a:t>
            </a:r>
          </a:p>
          <a:p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 Probability of an event (P(E))</a:t>
            </a:r>
            <a:r>
              <a:rPr lang="en-US" sz="1600" dirty="0"/>
              <a:t>:  Number of favorable outcomes / Total outcomes (for equally likely events).</a:t>
            </a:r>
          </a:p>
          <a:p>
            <a:r>
              <a:rPr lang="en-US" sz="1600" b="1" dirty="0"/>
              <a:t>Quick Example: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 Toss 2 coins: P(both heads)?</a:t>
            </a:r>
          </a:p>
          <a:p>
            <a:r>
              <a:rPr lang="en-US" sz="1600" dirty="0"/>
              <a:t>Event is both toss are heads.</a:t>
            </a:r>
          </a:p>
          <a:p>
            <a:r>
              <a:rPr lang="en-US" sz="1600" dirty="0"/>
              <a:t>   Ω = {</a:t>
            </a:r>
            <a:r>
              <a:rPr lang="en-US" sz="1600" b="1" dirty="0"/>
              <a:t>HH</a:t>
            </a:r>
            <a:r>
              <a:rPr lang="en-US" sz="1600" dirty="0"/>
              <a:t>, HT, TH, TT} </a:t>
            </a:r>
          </a:p>
          <a:p>
            <a:r>
              <a:rPr lang="en-US" sz="1600" dirty="0"/>
              <a:t>P(HH) = 1/4.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Draw a card: What’s P(card is red) ?</a:t>
            </a:r>
          </a:p>
          <a:p>
            <a:r>
              <a:rPr lang="en-US" sz="1600" dirty="0"/>
              <a:t>Here event is card is red.</a:t>
            </a:r>
          </a:p>
          <a:p>
            <a:r>
              <a:rPr lang="en-US" sz="1600" dirty="0"/>
              <a:t>P(card is red ) = 26/52 = 1/2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D0EA07F-B9CF-1E35-D72F-37285AF56BC6}"/>
                  </a:ext>
                </a:extLst>
              </p14:cNvPr>
              <p14:cNvContentPartPr/>
              <p14:nvPr/>
            </p14:nvContentPartPr>
            <p14:xfrm>
              <a:off x="10759809" y="1035897"/>
              <a:ext cx="708840" cy="3988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D0EA07F-B9CF-1E35-D72F-37285AF56BC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724169" y="1000257"/>
                <a:ext cx="780480" cy="47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011162A-E12A-B1C2-AA43-9A8358F6F41D}"/>
                  </a:ext>
                </a:extLst>
              </p14:cNvPr>
              <p14:cNvContentPartPr/>
              <p14:nvPr/>
            </p14:nvContentPartPr>
            <p14:xfrm>
              <a:off x="9634089" y="852657"/>
              <a:ext cx="2280600" cy="24289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011162A-E12A-B1C2-AA43-9A8358F6F41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598089" y="817017"/>
                <a:ext cx="2352240" cy="2500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616E6AA3-7C40-B13C-F1E7-F92188147992}"/>
              </a:ext>
            </a:extLst>
          </p:cNvPr>
          <p:cNvGrpSpPr/>
          <p:nvPr/>
        </p:nvGrpSpPr>
        <p:grpSpPr>
          <a:xfrm>
            <a:off x="10139889" y="2113377"/>
            <a:ext cx="1413000" cy="838080"/>
            <a:chOff x="10139889" y="2113377"/>
            <a:chExt cx="1413000" cy="838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6F40D3C-3456-B1F5-4664-78539F197ECE}"/>
                    </a:ext>
                  </a:extLst>
                </p14:cNvPr>
                <p14:cNvContentPartPr/>
                <p14:nvPr/>
              </p14:nvContentPartPr>
              <p14:xfrm>
                <a:off x="10374969" y="2332977"/>
                <a:ext cx="47880" cy="3096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6F40D3C-3456-B1F5-4664-78539F197EC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339329" y="2296977"/>
                  <a:ext cx="119520" cy="38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92BEA4B-70DB-E26B-2F6E-464EC3396953}"/>
                    </a:ext>
                  </a:extLst>
                </p14:cNvPr>
                <p14:cNvContentPartPr/>
                <p14:nvPr/>
              </p14:nvContentPartPr>
              <p14:xfrm>
                <a:off x="10463529" y="2311737"/>
                <a:ext cx="320400" cy="226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92BEA4B-70DB-E26B-2F6E-464EC339695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427529" y="2276097"/>
                  <a:ext cx="39204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BBB4E2B-B8F8-61AE-152F-53B1238BA800}"/>
                    </a:ext>
                  </a:extLst>
                </p14:cNvPr>
                <p14:cNvContentPartPr/>
                <p14:nvPr/>
              </p14:nvContentPartPr>
              <p14:xfrm>
                <a:off x="10448049" y="2455377"/>
                <a:ext cx="168480" cy="61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BBB4E2B-B8F8-61AE-152F-53B1238BA80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412409" y="2419377"/>
                  <a:ext cx="24012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476D699-F35E-AC2D-FF5B-9E3A41D9396F}"/>
                    </a:ext>
                  </a:extLst>
                </p14:cNvPr>
                <p14:cNvContentPartPr/>
                <p14:nvPr/>
              </p14:nvContentPartPr>
              <p14:xfrm>
                <a:off x="10445169" y="2617017"/>
                <a:ext cx="271080" cy="259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476D699-F35E-AC2D-FF5B-9E3A41D9396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409529" y="2581377"/>
                  <a:ext cx="34272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195E019-215D-C463-A7F8-BFD48F91F069}"/>
                    </a:ext>
                  </a:extLst>
                </p14:cNvPr>
                <p14:cNvContentPartPr/>
                <p14:nvPr/>
              </p14:nvContentPartPr>
              <p14:xfrm>
                <a:off x="10139889" y="2113377"/>
                <a:ext cx="1413000" cy="8380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195E019-215D-C463-A7F8-BFD48F91F06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104249" y="2077737"/>
                  <a:ext cx="1484640" cy="909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9972965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7708"/>
            <a:ext cx="10515600" cy="536640"/>
          </a:xfrm>
        </p:spPr>
        <p:txBody>
          <a:bodyPr>
            <a:normAutofit/>
          </a:bodyPr>
          <a:lstStyle/>
          <a:p>
            <a:r>
              <a:rPr lang="en-US" sz="3200" dirty="0"/>
              <a:t>Examples of probability (ML perspective)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1032998"/>
              </p:ext>
            </p:extLst>
          </p:nvPr>
        </p:nvGraphicFramePr>
        <p:xfrm>
          <a:off x="203197" y="2536439"/>
          <a:ext cx="2022418" cy="3291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1209">
                  <a:extLst>
                    <a:ext uri="{9D8B030D-6E8A-4147-A177-3AD203B41FA5}">
                      <a16:colId xmlns:a16="http://schemas.microsoft.com/office/drawing/2014/main" val="2946656974"/>
                    </a:ext>
                  </a:extLst>
                </a:gridCol>
                <a:gridCol w="1011209">
                  <a:extLst>
                    <a:ext uri="{9D8B030D-6E8A-4147-A177-3AD203B41FA5}">
                      <a16:colId xmlns:a16="http://schemas.microsoft.com/office/drawing/2014/main" val="2412447998"/>
                    </a:ext>
                  </a:extLst>
                </a:gridCol>
              </a:tblGrid>
              <a:tr h="308587">
                <a:tc>
                  <a:txBody>
                    <a:bodyPr/>
                    <a:lstStyle/>
                    <a:p>
                      <a:r>
                        <a:rPr lang="en-US" b="1" dirty="0"/>
                        <a:t>email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Is_spam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2962580"/>
                  </a:ext>
                </a:extLst>
              </a:tr>
              <a:tr h="308587">
                <a:tc>
                  <a:txBody>
                    <a:bodyPr/>
                    <a:lstStyle/>
                    <a:p>
                      <a:r>
                        <a:rPr lang="en-US" dirty="0"/>
                        <a:t>E1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6071187"/>
                  </a:ext>
                </a:extLst>
              </a:tr>
              <a:tr h="308587">
                <a:tc>
                  <a:txBody>
                    <a:bodyPr/>
                    <a:lstStyle/>
                    <a:p>
                      <a:r>
                        <a:rPr lang="en-US" dirty="0"/>
                        <a:t>E2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2069428"/>
                  </a:ext>
                </a:extLst>
              </a:tr>
              <a:tr h="308587">
                <a:tc>
                  <a:txBody>
                    <a:bodyPr/>
                    <a:lstStyle/>
                    <a:p>
                      <a:r>
                        <a:rPr lang="en-US" dirty="0"/>
                        <a:t>E3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0979472"/>
                  </a:ext>
                </a:extLst>
              </a:tr>
              <a:tr h="308587">
                <a:tc>
                  <a:txBody>
                    <a:bodyPr/>
                    <a:lstStyle/>
                    <a:p>
                      <a:r>
                        <a:rPr lang="en-US" dirty="0"/>
                        <a:t>E4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2937977"/>
                  </a:ext>
                </a:extLst>
              </a:tr>
              <a:tr h="308587">
                <a:tc>
                  <a:txBody>
                    <a:bodyPr/>
                    <a:lstStyle/>
                    <a:p>
                      <a:r>
                        <a:rPr lang="en-US" dirty="0"/>
                        <a:t>E5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5624301"/>
                  </a:ext>
                </a:extLst>
              </a:tr>
              <a:tr h="308587">
                <a:tc>
                  <a:txBody>
                    <a:bodyPr/>
                    <a:lstStyle/>
                    <a:p>
                      <a:r>
                        <a:rPr lang="en-US" dirty="0"/>
                        <a:t>E6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7780709"/>
                  </a:ext>
                </a:extLst>
              </a:tr>
              <a:tr h="308587">
                <a:tc>
                  <a:txBody>
                    <a:bodyPr/>
                    <a:lstStyle/>
                    <a:p>
                      <a:r>
                        <a:rPr lang="en-US" dirty="0"/>
                        <a:t>E7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6840265"/>
                  </a:ext>
                </a:extLst>
              </a:tr>
              <a:tr h="308587">
                <a:tc>
                  <a:txBody>
                    <a:bodyPr/>
                    <a:lstStyle/>
                    <a:p>
                      <a:r>
                        <a:rPr lang="en-US" dirty="0"/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7993428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44378" y="1118938"/>
            <a:ext cx="49969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E.g.. Given below historical data of the emails that you received in 7 days, what is the prob that  a new email is spam ?</a:t>
            </a:r>
          </a:p>
          <a:p>
            <a:r>
              <a:rPr lang="en-US" dirty="0"/>
              <a:t> Ans: P(Y) = 4/7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23386" y="1217669"/>
            <a:ext cx="6153736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e.g.: Lets say that you roll a dice. Following are 2 events.</a:t>
            </a:r>
          </a:p>
          <a:p>
            <a:r>
              <a:rPr lang="en-US" dirty="0"/>
              <a:t>Event A: number is multiple of 2</a:t>
            </a:r>
          </a:p>
          <a:p>
            <a:r>
              <a:rPr lang="en-US" dirty="0"/>
              <a:t>Event B: number is multiple of 3</a:t>
            </a:r>
          </a:p>
          <a:p>
            <a:r>
              <a:rPr lang="en-US" dirty="0"/>
              <a:t>Calculate following: P(A), P(B), P(A AND B) P(A OR B)</a:t>
            </a:r>
          </a:p>
          <a:p>
            <a:endParaRPr lang="en-US" dirty="0"/>
          </a:p>
          <a:p>
            <a:r>
              <a:rPr lang="en-US" b="1" dirty="0"/>
              <a:t>Solutions:</a:t>
            </a:r>
          </a:p>
          <a:p>
            <a:r>
              <a:rPr lang="en-US" dirty="0"/>
              <a:t>Here sample space </a:t>
            </a:r>
            <a:r>
              <a:rPr lang="en-US" b="1" dirty="0"/>
              <a:t>Ω </a:t>
            </a:r>
            <a:r>
              <a:rPr lang="en-US" dirty="0"/>
              <a:t>= {1,2,3,4,5,6}</a:t>
            </a:r>
          </a:p>
          <a:p>
            <a:r>
              <a:rPr lang="en-US" b="1" dirty="0"/>
              <a:t>A = </a:t>
            </a:r>
            <a:r>
              <a:rPr lang="en-US" dirty="0"/>
              <a:t>{2, 4, 6}</a:t>
            </a:r>
          </a:p>
          <a:p>
            <a:r>
              <a:rPr lang="en-US" b="1" dirty="0"/>
              <a:t>B = </a:t>
            </a:r>
            <a:r>
              <a:rPr lang="en-US" dirty="0"/>
              <a:t>{3, 6}</a:t>
            </a:r>
            <a:endParaRPr lang="en-US" b="1" dirty="0"/>
          </a:p>
          <a:p>
            <a:endParaRPr lang="en-US" dirty="0"/>
          </a:p>
          <a:p>
            <a:r>
              <a:rPr lang="en-US" dirty="0"/>
              <a:t>P(A) = 3/6 = 1/2 = 0.5</a:t>
            </a:r>
          </a:p>
          <a:p>
            <a:endParaRPr lang="en-US" dirty="0"/>
          </a:p>
          <a:p>
            <a:r>
              <a:rPr lang="en-US" dirty="0"/>
              <a:t>P(B) = 2/6 = 1/3 = 0.33</a:t>
            </a:r>
          </a:p>
          <a:p>
            <a:endParaRPr lang="en-US" dirty="0"/>
          </a:p>
          <a:p>
            <a:r>
              <a:rPr lang="en-US" dirty="0"/>
              <a:t>P(A AND B) = P(A ∩ B)= 1/6.   The favorable outcome is {6}</a:t>
            </a:r>
          </a:p>
          <a:p>
            <a:endParaRPr lang="en-US" dirty="0"/>
          </a:p>
          <a:p>
            <a:r>
              <a:rPr lang="en-US" dirty="0"/>
              <a:t>P(A OR B) = P(A ∪ B) = 4/6.  The favorable outcome are {2,3,4,6}</a:t>
            </a:r>
          </a:p>
        </p:txBody>
      </p:sp>
    </p:spTree>
    <p:extLst>
      <p:ext uri="{BB962C8B-B14F-4D97-AF65-F5344CB8AC3E}">
        <p14:creationId xmlns:p14="http://schemas.microsoft.com/office/powerpoint/2010/main" val="4043559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1C8DB-CC5E-2986-6E42-97E7D6D33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CE0AD-2A76-431C-16B5-93D1F8924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18" y="201226"/>
            <a:ext cx="10515600" cy="445757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Examples of probability (ML perspective)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A85654-F2F2-83CA-481E-00496C27FCDD}"/>
              </a:ext>
            </a:extLst>
          </p:cNvPr>
          <p:cNvSpPr txBox="1"/>
          <p:nvPr/>
        </p:nvSpPr>
        <p:spPr>
          <a:xfrm>
            <a:off x="144378" y="1006796"/>
            <a:ext cx="976737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E.g.: If a product has been rated by customers by some ratings</a:t>
            </a:r>
          </a:p>
          <a:p>
            <a:r>
              <a:rPr lang="en-US" dirty="0"/>
              <a:t>5-star → 40 times</a:t>
            </a:r>
          </a:p>
          <a:p>
            <a:r>
              <a:rPr lang="en-US" dirty="0"/>
              <a:t>4-star → 35 times</a:t>
            </a:r>
          </a:p>
          <a:p>
            <a:r>
              <a:rPr lang="en-US" dirty="0"/>
              <a:t>3-star → 15 times</a:t>
            </a:r>
          </a:p>
          <a:p>
            <a:r>
              <a:rPr lang="en-US" dirty="0"/>
              <a:t>2-star → 10 times</a:t>
            </a:r>
          </a:p>
          <a:p>
            <a:r>
              <a:rPr lang="en-US" dirty="0"/>
              <a:t>1-star → 1 times</a:t>
            </a:r>
          </a:p>
          <a:p>
            <a:r>
              <a:rPr lang="en-US" dirty="0"/>
              <a:t>If a rating is randomly chosen, what is the probability that it is 4-star or higher?</a:t>
            </a:r>
          </a:p>
          <a:p>
            <a:endParaRPr lang="en-US" dirty="0"/>
          </a:p>
          <a:p>
            <a:r>
              <a:rPr lang="en-US" b="1" dirty="0"/>
              <a:t>Solution</a:t>
            </a:r>
            <a:r>
              <a:rPr lang="en-US" dirty="0"/>
              <a:t>: </a:t>
            </a:r>
          </a:p>
          <a:p>
            <a:r>
              <a:rPr lang="en-US" dirty="0"/>
              <a:t>Here sample space </a:t>
            </a:r>
            <a:r>
              <a:rPr lang="en-US" b="1" dirty="0"/>
              <a:t>Ω = </a:t>
            </a:r>
            <a:r>
              <a:rPr lang="en-US" dirty="0"/>
              <a:t>all ratings. The size of sample space = 40 + 35 + 15 + 10 + 1 = 101</a:t>
            </a:r>
          </a:p>
          <a:p>
            <a:r>
              <a:rPr lang="en-US" dirty="0"/>
              <a:t>Here event E is randomly chosen rating is 4-star or 5-star. Size of E is 35 + 40 = 75</a:t>
            </a:r>
          </a:p>
          <a:p>
            <a:endParaRPr lang="en-US" dirty="0"/>
          </a:p>
          <a:p>
            <a:r>
              <a:rPr lang="en-US" dirty="0"/>
              <a:t>P(E) = 75/101 = 0.75</a:t>
            </a:r>
          </a:p>
        </p:txBody>
      </p:sp>
    </p:spTree>
    <p:extLst>
      <p:ext uri="{BB962C8B-B14F-4D97-AF65-F5344CB8AC3E}">
        <p14:creationId xmlns:p14="http://schemas.microsoft.com/office/powerpoint/2010/main" val="12335076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6682" y="433534"/>
            <a:ext cx="8565611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Rules of Probability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Complement rule</a:t>
            </a:r>
            <a:r>
              <a:rPr lang="en-US" dirty="0"/>
              <a:t>: P(not A) = 1 – P(A)</a:t>
            </a:r>
          </a:p>
          <a:p>
            <a:r>
              <a:rPr lang="en-US" dirty="0"/>
              <a:t>e.g.1: If P(rain) = 0.7, then P(no rain)= 1 – 0.7 = 0.3</a:t>
            </a:r>
          </a:p>
          <a:p>
            <a:r>
              <a:rPr lang="en-US" dirty="0"/>
              <a:t>e.g.2: Draw a card: P(Ace) = 4/52 and P(not Ace) = 1 – 4/52</a:t>
            </a:r>
          </a:p>
          <a:p>
            <a:r>
              <a:rPr lang="en-US" dirty="0"/>
              <a:t>e.g.3: Suppose based on past email data we know that </a:t>
            </a:r>
          </a:p>
          <a:p>
            <a:r>
              <a:rPr lang="en-US" dirty="0"/>
              <a:t>P(any email is spam) = 323/1000 = .323</a:t>
            </a:r>
          </a:p>
          <a:p>
            <a:r>
              <a:rPr lang="en-US" dirty="0"/>
              <a:t>Then P(any email is non-spam) = 1 – .323 = .977</a:t>
            </a:r>
          </a:p>
          <a:p>
            <a:endParaRPr lang="en-US" dirty="0"/>
          </a:p>
          <a:p>
            <a:r>
              <a:rPr lang="en-US" dirty="0"/>
              <a:t>(NOTE: It does NOT mean that P(A | E) + P(A | not E)  is 1.)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Addition rule</a:t>
            </a:r>
            <a:r>
              <a:rPr lang="en-US" dirty="0"/>
              <a:t>: P(A ∪ B) = P(A) + P(B) – P(A ∩ B)</a:t>
            </a:r>
          </a:p>
          <a:p>
            <a:endParaRPr lang="en-US" dirty="0"/>
          </a:p>
          <a:p>
            <a:r>
              <a:rPr lang="en-US" dirty="0"/>
              <a:t>e.g.1 Suppose you draw a card and </a:t>
            </a:r>
          </a:p>
          <a:p>
            <a:r>
              <a:rPr lang="en-US" dirty="0"/>
              <a:t>Event A: card is ace</a:t>
            </a:r>
          </a:p>
          <a:p>
            <a:r>
              <a:rPr lang="en-US" dirty="0"/>
              <a:t>Event B: card is red</a:t>
            </a:r>
          </a:p>
          <a:p>
            <a:r>
              <a:rPr lang="en-US" dirty="0"/>
              <a:t>What is P (A or B)? i.e. what is the probability that card is ace or red</a:t>
            </a:r>
          </a:p>
          <a:p>
            <a:r>
              <a:rPr lang="en-US" b="1" dirty="0"/>
              <a:t>Solution:</a:t>
            </a:r>
          </a:p>
          <a:p>
            <a:r>
              <a:rPr lang="en-US" dirty="0"/>
              <a:t>P(A or B) </a:t>
            </a:r>
          </a:p>
          <a:p>
            <a:r>
              <a:rPr lang="en-US" dirty="0"/>
              <a:t>= P (A U B)  </a:t>
            </a:r>
          </a:p>
          <a:p>
            <a:r>
              <a:rPr lang="en-US" dirty="0"/>
              <a:t>= P(A) +    P(B)   –   P(A ∩ B)</a:t>
            </a:r>
          </a:p>
          <a:p>
            <a:r>
              <a:rPr lang="en-US" dirty="0"/>
              <a:t>= 4/52  + 26/52 –   2/52 </a:t>
            </a:r>
          </a:p>
          <a:p>
            <a:r>
              <a:rPr lang="en-US" dirty="0"/>
              <a:t>= 28/52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647" y="30471"/>
            <a:ext cx="1628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Probability (p2)</a:t>
            </a:r>
          </a:p>
        </p:txBody>
      </p:sp>
    </p:spTree>
    <p:extLst>
      <p:ext uri="{BB962C8B-B14F-4D97-AF65-F5344CB8AC3E}">
        <p14:creationId xmlns:p14="http://schemas.microsoft.com/office/powerpoint/2010/main" val="4095559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53387-BB11-2A11-5BAA-3A36B5D2F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3EA5C7E-2ECA-32A6-E7F7-052BE75E656F}"/>
              </a:ext>
            </a:extLst>
          </p:cNvPr>
          <p:cNvSpPr txBox="1"/>
          <p:nvPr/>
        </p:nvSpPr>
        <p:spPr>
          <a:xfrm>
            <a:off x="102647" y="30471"/>
            <a:ext cx="1628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Probability (p2)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84FA857-AFFA-C1CE-082B-743A6A610E92}"/>
              </a:ext>
            </a:extLst>
          </p:cNvPr>
          <p:cNvSpPr/>
          <p:nvPr/>
        </p:nvSpPr>
        <p:spPr>
          <a:xfrm>
            <a:off x="250168" y="514122"/>
            <a:ext cx="10602492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e.g2 Suppose you’re designing a </a:t>
            </a:r>
            <a:r>
              <a:rPr lang="en-US" sz="1600" b="1" dirty="0"/>
              <a:t>fraud detection </a:t>
            </a:r>
            <a:r>
              <a:rPr lang="en-US" sz="1600" dirty="0"/>
              <a:t>system for online transactions.</a:t>
            </a:r>
          </a:p>
          <a:p>
            <a:r>
              <a:rPr lang="en-US" sz="1600" dirty="0"/>
              <a:t>Based on past historical data of 10,000 transactions, we have following empirical results.</a:t>
            </a:r>
          </a:p>
          <a:p>
            <a:r>
              <a:rPr lang="en-US" sz="1600" b="1" dirty="0"/>
              <a:t>Event A</a:t>
            </a:r>
            <a:r>
              <a:rPr lang="en-US" sz="1600" dirty="0"/>
              <a:t>: Transaction is large (over $5,000). 1000 transaction were &gt; $5000. So, P(A)=0.10</a:t>
            </a:r>
          </a:p>
          <a:p>
            <a:r>
              <a:rPr lang="en-US" sz="1600" b="1" dirty="0"/>
              <a:t>Event B</a:t>
            </a:r>
            <a:r>
              <a:rPr lang="en-US" sz="1600" dirty="0"/>
              <a:t>: Transaction is from an unusual location. 500 transaction were from unusual locations. So, P(B)=0.05</a:t>
            </a:r>
          </a:p>
          <a:p>
            <a:r>
              <a:rPr lang="en-US" sz="1600" dirty="0"/>
              <a:t>Event A ∩ B: 200 transactions were large and from an unusual location → P(A∩B) = 0.02</a:t>
            </a:r>
          </a:p>
          <a:p>
            <a:endParaRPr lang="en-US" sz="1600" dirty="0"/>
          </a:p>
          <a:p>
            <a:r>
              <a:rPr lang="en-US" sz="1600" b="1" dirty="0"/>
              <a:t>Question</a:t>
            </a:r>
            <a:r>
              <a:rPr lang="en-US" sz="1600" dirty="0"/>
              <a:t>: Suppose you receive some transaction. What is the probability that </a:t>
            </a:r>
            <a:r>
              <a:rPr lang="en-US" sz="1600" b="1" dirty="0"/>
              <a:t>transaction is either large OR from an unusual location</a:t>
            </a:r>
            <a:r>
              <a:rPr lang="en-US" sz="1600" dirty="0"/>
              <a:t>?</a:t>
            </a:r>
          </a:p>
          <a:p>
            <a:endParaRPr lang="en-US" sz="1600" dirty="0"/>
          </a:p>
          <a:p>
            <a:r>
              <a:rPr lang="en-US" sz="1600" b="1" dirty="0"/>
              <a:t>Answer </a:t>
            </a:r>
            <a:r>
              <a:rPr lang="en-US" sz="1600" dirty="0"/>
              <a:t>: P(A ∪ B) </a:t>
            </a:r>
          </a:p>
          <a:p>
            <a:r>
              <a:rPr lang="en-US" sz="1600" dirty="0"/>
              <a:t>= P(A) + P(B) –  P(A ∩ B) </a:t>
            </a:r>
          </a:p>
          <a:p>
            <a:r>
              <a:rPr lang="en-US" sz="1600" dirty="0"/>
              <a:t>= 0.10 + 0.05 − 0.02</a:t>
            </a:r>
          </a:p>
          <a:p>
            <a:r>
              <a:rPr lang="en-US" sz="1600" dirty="0"/>
              <a:t>= 0.13.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F5E157-90C7-072C-83C0-8B0B22619986}"/>
              </a:ext>
            </a:extLst>
          </p:cNvPr>
          <p:cNvSpPr/>
          <p:nvPr/>
        </p:nvSpPr>
        <p:spPr>
          <a:xfrm>
            <a:off x="155278" y="3885645"/>
            <a:ext cx="11772562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e.g3 Suppose you’re designing a </a:t>
            </a:r>
            <a:r>
              <a:rPr lang="en-US" sz="1600" b="1" dirty="0"/>
              <a:t>recommendation</a:t>
            </a:r>
            <a:r>
              <a:rPr lang="en-US" sz="1600" dirty="0"/>
              <a:t> system</a:t>
            </a:r>
          </a:p>
          <a:p>
            <a:r>
              <a:rPr lang="en-US" sz="1600" dirty="0"/>
              <a:t>Based on past historical data we have calculated</a:t>
            </a:r>
          </a:p>
          <a:p>
            <a:r>
              <a:rPr lang="en-US" sz="1600" dirty="0"/>
              <a:t>Event A: 10 % user likes sci-fi → P(A)=0.10</a:t>
            </a:r>
          </a:p>
          <a:p>
            <a:r>
              <a:rPr lang="en-US" sz="1600" dirty="0"/>
              <a:t>Event B: 5% user likes fantasy → P(B)=0.05</a:t>
            </a:r>
          </a:p>
          <a:p>
            <a:r>
              <a:rPr lang="en-US" sz="1600" dirty="0"/>
              <a:t>Event A ∩ B: 2% user likes sci-fi and fantasy → P(A∩B)=0.02</a:t>
            </a:r>
          </a:p>
          <a:p>
            <a:endParaRPr lang="en-US" sz="1600" dirty="0"/>
          </a:p>
          <a:p>
            <a:r>
              <a:rPr lang="en-US" sz="1600" b="1" dirty="0"/>
              <a:t>Question</a:t>
            </a:r>
            <a:r>
              <a:rPr lang="en-US" sz="1600" dirty="0"/>
              <a:t>: Suppose you pick a user. What is the probability that </a:t>
            </a:r>
            <a:r>
              <a:rPr lang="en-US" sz="1600" b="1" dirty="0"/>
              <a:t>user likes sci-fi OR fantasy</a:t>
            </a:r>
            <a:r>
              <a:rPr lang="en-US" sz="1600" dirty="0"/>
              <a:t>?</a:t>
            </a:r>
          </a:p>
          <a:p>
            <a:endParaRPr lang="en-US" sz="1600" dirty="0"/>
          </a:p>
          <a:p>
            <a:r>
              <a:rPr lang="en-US" sz="1600" b="1" dirty="0"/>
              <a:t>Answer</a:t>
            </a:r>
            <a:r>
              <a:rPr lang="en-US" sz="1600" dirty="0"/>
              <a:t>: P(A ∪ B) </a:t>
            </a:r>
          </a:p>
          <a:p>
            <a:r>
              <a:rPr lang="en-US" sz="1600" dirty="0"/>
              <a:t>= P(A) + P(B) –  P(A ∩ B) </a:t>
            </a:r>
          </a:p>
          <a:p>
            <a:r>
              <a:rPr lang="en-US" sz="1600" dirty="0"/>
              <a:t>= 0.10 + 0.05 − 0.02  </a:t>
            </a:r>
          </a:p>
          <a:p>
            <a:r>
              <a:rPr lang="en-US" sz="1600" dirty="0"/>
              <a:t>=  0.13.</a:t>
            </a:r>
          </a:p>
        </p:txBody>
      </p:sp>
    </p:spTree>
    <p:extLst>
      <p:ext uri="{BB962C8B-B14F-4D97-AF65-F5344CB8AC3E}">
        <p14:creationId xmlns:p14="http://schemas.microsoft.com/office/powerpoint/2010/main" val="9940062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EFE28-83F4-A898-153A-895E778ED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727" y="201225"/>
            <a:ext cx="9775922" cy="58378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Law of total probability: Simple case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4A9B0C-D2FC-B4FE-B72D-A8DCB43A36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37870" y="893978"/>
                <a:ext cx="11583836" cy="75341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1800" b="1" dirty="0"/>
                  <a:t>P(B) = P(B | A) * P(A)  +  P(B | not-A) * P(not-A)</a:t>
                </a:r>
              </a:p>
              <a:p>
                <a:pPr marL="0" indent="0">
                  <a:buNone/>
                </a:pPr>
                <a:r>
                  <a:rPr lang="en-US" sz="1800" dirty="0"/>
                  <a:t>The probability of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1800" dirty="0"/>
                  <a:t> is the weighted average of</a:t>
                </a:r>
                <a14:m>
                  <m:oMath xmlns:m="http://schemas.openxmlformats.org/officeDocument/2006/math">
                    <m:r>
                      <a:rPr lang="en-US" sz="18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1800" dirty="0"/>
                  <a:t> happening when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1800" dirty="0"/>
                  <a:t> happens, and when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1800" dirty="0"/>
                  <a:t> does not happen.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4A9B0C-D2FC-B4FE-B72D-A8DCB43A36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7870" y="893978"/>
                <a:ext cx="11583836" cy="753416"/>
              </a:xfrm>
              <a:blipFill>
                <a:blip r:embed="rId2"/>
                <a:stretch>
                  <a:fillRect l="-421" t="-8130" b="-81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8DE4296-219E-2214-9C86-A292E5E58CBA}"/>
                  </a:ext>
                </a:extLst>
              </p14:cNvPr>
              <p14:cNvContentPartPr/>
              <p14:nvPr/>
            </p14:nvContentPartPr>
            <p14:xfrm>
              <a:off x="9629504" y="2153347"/>
              <a:ext cx="2142000" cy="14464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8DE4296-219E-2214-9C86-A292E5E58CB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617624" y="2141437"/>
                <a:ext cx="2165760" cy="14702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C866EA2-AC4F-5C28-0CB5-972C01A5EC5F}"/>
                  </a:ext>
                </a:extLst>
              </p14:cNvPr>
              <p14:cNvContentPartPr/>
              <p14:nvPr/>
            </p14:nvContentPartPr>
            <p14:xfrm>
              <a:off x="10147904" y="2514067"/>
              <a:ext cx="1087560" cy="5961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C866EA2-AC4F-5C28-0CB5-972C01A5EC5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136024" y="2502115"/>
                <a:ext cx="1111320" cy="6200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5E25047-C54E-F229-ED2A-69A2E8FE2C4F}"/>
                  </a:ext>
                </a:extLst>
              </p14:cNvPr>
              <p14:cNvContentPartPr/>
              <p14:nvPr/>
            </p14:nvContentPartPr>
            <p14:xfrm>
              <a:off x="10867544" y="2680027"/>
              <a:ext cx="20880" cy="1929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5E25047-C54E-F229-ED2A-69A2E8FE2C4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855865" y="2668147"/>
                <a:ext cx="44237" cy="21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39AFBE1-611C-20AC-B6F0-2FCF910E00D9}"/>
                  </a:ext>
                </a:extLst>
              </p14:cNvPr>
              <p14:cNvContentPartPr/>
              <p14:nvPr/>
            </p14:nvContentPartPr>
            <p14:xfrm>
              <a:off x="10818224" y="2655547"/>
              <a:ext cx="216360" cy="1911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39AFBE1-611C-20AC-B6F0-2FCF910E00D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806364" y="2643667"/>
                <a:ext cx="240081" cy="21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4B33031C-D225-BF5C-2389-B5502261706C}"/>
                  </a:ext>
                </a:extLst>
              </p14:cNvPr>
              <p14:cNvContentPartPr/>
              <p14:nvPr/>
            </p14:nvContentPartPr>
            <p14:xfrm>
              <a:off x="10317464" y="2201947"/>
              <a:ext cx="560880" cy="12848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4B33031C-D225-BF5C-2389-B5502261706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0305584" y="2190080"/>
                <a:ext cx="584640" cy="130857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5AB08D04-1274-7A88-06C8-22C91496EC59}"/>
                  </a:ext>
                </a:extLst>
              </p14:cNvPr>
              <p14:cNvContentPartPr/>
              <p14:nvPr/>
            </p14:nvContentPartPr>
            <p14:xfrm>
              <a:off x="9823449" y="2243377"/>
              <a:ext cx="208800" cy="3448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5AB08D04-1274-7A88-06C8-22C91496EC59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787809" y="2207377"/>
                <a:ext cx="280440" cy="41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20012B8C-C09C-C918-C4D7-18D3CF1DF2A1}"/>
                  </a:ext>
                </a:extLst>
              </p14:cNvPr>
              <p14:cNvContentPartPr/>
              <p14:nvPr/>
            </p14:nvContentPartPr>
            <p14:xfrm>
              <a:off x="9863049" y="2423377"/>
              <a:ext cx="138600" cy="61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0012B8C-C09C-C918-C4D7-18D3CF1DF2A1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827409" y="2387737"/>
                <a:ext cx="210240" cy="77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2CC311F3-E953-9E66-4709-603354893D15}"/>
              </a:ext>
            </a:extLst>
          </p:cNvPr>
          <p:cNvGrpSpPr/>
          <p:nvPr/>
        </p:nvGrpSpPr>
        <p:grpSpPr>
          <a:xfrm>
            <a:off x="11186049" y="3060937"/>
            <a:ext cx="287280" cy="406800"/>
            <a:chOff x="11186049" y="3060937"/>
            <a:chExt cx="287280" cy="40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E4613E2-F63F-C03D-27A4-33D5A9815087}"/>
                    </a:ext>
                  </a:extLst>
                </p14:cNvPr>
                <p14:cNvContentPartPr/>
                <p14:nvPr/>
              </p14:nvContentPartPr>
              <p14:xfrm>
                <a:off x="11186049" y="3166417"/>
                <a:ext cx="217800" cy="3013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E4613E2-F63F-C03D-27A4-33D5A9815087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1150049" y="3130777"/>
                  <a:ext cx="28944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3F5DB21-20F3-496E-52D3-24549A00AF60}"/>
                    </a:ext>
                  </a:extLst>
                </p14:cNvPr>
                <p14:cNvContentPartPr/>
                <p14:nvPr/>
              </p14:nvContentPartPr>
              <p14:xfrm>
                <a:off x="11232489" y="3313297"/>
                <a:ext cx="176400" cy="36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3F5DB21-20F3-496E-52D3-24549A00AF60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1196489" y="3277297"/>
                  <a:ext cx="24804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D3275B2-B779-B994-3A25-F2EF3597CC07}"/>
                    </a:ext>
                  </a:extLst>
                </p14:cNvPr>
                <p14:cNvContentPartPr/>
                <p14:nvPr/>
              </p14:nvContentPartPr>
              <p14:xfrm>
                <a:off x="11198289" y="3060937"/>
                <a:ext cx="275040" cy="111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D3275B2-B779-B994-3A25-F2EF3597CC07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1162649" y="3024937"/>
                  <a:ext cx="346680" cy="82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2F37250-D45B-10BE-9669-DEAB8A2AE961}"/>
                  </a:ext>
                </a:extLst>
              </p:cNvPr>
              <p:cNvSpPr txBox="1"/>
              <p:nvPr/>
            </p:nvSpPr>
            <p:spPr>
              <a:xfrm>
                <a:off x="148811" y="1844952"/>
                <a:ext cx="7356170" cy="53553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b="1" dirty="0"/>
                  <a:t>Example: Medical Test</a:t>
                </a:r>
              </a:p>
              <a:p>
                <a:pPr>
                  <a:buNone/>
                </a:pPr>
                <a:r>
                  <a:rPr lang="en-US" dirty="0"/>
                  <a:t>Suppose we are testing for a disease.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: Patient has the disease</a:t>
                </a:r>
              </a:p>
              <a:p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¬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: Patient does not have the disease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: Test result is </a:t>
                </a:r>
                <a:r>
                  <a:rPr lang="en-US" b="1" dirty="0"/>
                  <a:t>positive</a:t>
                </a:r>
              </a:p>
              <a:p>
                <a:endParaRPr lang="en-US" b="1" dirty="0"/>
              </a:p>
              <a:p>
                <a:r>
                  <a:rPr lang="en-US" dirty="0"/>
                  <a:t>We are given following: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01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</a:t>
                </a:r>
                <a:endParaRPr lang="en-US" i="1" dirty="0"/>
              </a:p>
              <a:p>
                <a:r>
                  <a:rPr lang="en-US" dirty="0"/>
                  <a:t>P(A | B) = 0.95</a:t>
                </a:r>
              </a:p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∣¬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05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dirty="0">
                    <a:solidFill>
                      <a:srgbClr val="FF0000"/>
                    </a:solidFill>
                  </a:rPr>
                  <a:t>???</a:t>
                </a:r>
              </a:p>
              <a:p>
                <a:endParaRPr lang="en-US" dirty="0"/>
              </a:p>
              <a:p>
                <a:r>
                  <a:rPr lang="en-US" dirty="0"/>
                  <a:t>What is the probability that the test result is positive </a:t>
                </a:r>
                <a:r>
                  <a:rPr lang="en-US" b="1" dirty="0"/>
                  <a:t>for a random person?</a:t>
                </a:r>
              </a:p>
              <a:p>
                <a:endParaRPr lang="en-US" b="1" dirty="0"/>
              </a:p>
              <a:p>
                <a:r>
                  <a:rPr lang="en-US" b="1" dirty="0"/>
                  <a:t>Solution: 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01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99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P(A) =</a:t>
                </a:r>
              </a:p>
              <a:p>
                <a:r>
                  <a:rPr lang="en-US" dirty="0"/>
                  <a:t>P(A∣B)P(B) + P(A∣¬B)P(¬B)</a:t>
                </a:r>
              </a:p>
              <a:p>
                <a:r>
                  <a:rPr lang="en-US" dirty="0"/>
                  <a:t>= (0.95)(0.01)+(0.05)(0.99) = 0.059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2F37250-D45B-10BE-9669-DEAB8A2AE9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811" y="1844952"/>
                <a:ext cx="7356170" cy="5355312"/>
              </a:xfrm>
              <a:prstGeom prst="rect">
                <a:avLst/>
              </a:prstGeom>
              <a:blipFill>
                <a:blip r:embed="rId23"/>
                <a:stretch>
                  <a:fillRect l="-663" t="-6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50115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712" y="124485"/>
            <a:ext cx="9666319" cy="401799"/>
          </a:xfrm>
        </p:spPr>
        <p:txBody>
          <a:bodyPr>
            <a:normAutofit fontScale="90000"/>
          </a:bodyPr>
          <a:lstStyle/>
          <a:p>
            <a:r>
              <a:rPr lang="en-US" dirty="0"/>
              <a:t>Total Probability Theorem: General case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726" y="637670"/>
            <a:ext cx="1908428" cy="145190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622884" y="733924"/>
                <a:ext cx="7771999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Let A1, A2, A3 be </a:t>
                </a:r>
                <a:r>
                  <a:rPr lang="en-US" b="1" dirty="0"/>
                  <a:t>disjoint events</a:t>
                </a:r>
                <a:r>
                  <a:rPr lang="en-US" dirty="0"/>
                  <a:t> that form a partition of the sample space. Then </a:t>
                </a:r>
              </a:p>
              <a:p>
                <a:r>
                  <a:rPr lang="en-US" dirty="0"/>
                  <a:t>P(B) </a:t>
                </a:r>
              </a:p>
              <a:p>
                <a:r>
                  <a:rPr lang="en-US" dirty="0"/>
                  <a:t>= P(A1 </a:t>
                </a:r>
                <a14:m>
                  <m:oMath xmlns:m="http://schemas.openxmlformats.org/officeDocument/2006/math">
                    <m:r>
                      <a:rPr lang="en-US" dirty="0" smtClean="0">
                        <a:latin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dirty="0"/>
                  <a:t> B)             + P(A2 </a:t>
                </a:r>
                <a14:m>
                  <m:oMath xmlns:m="http://schemas.openxmlformats.org/officeDocument/2006/math">
                    <m:r>
                      <a:rPr lang="en-US" dirty="0">
                        <a:latin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dirty="0"/>
                  <a:t> B)            + P(A3 </a:t>
                </a:r>
                <a14:m>
                  <m:oMath xmlns:m="http://schemas.openxmlformats.org/officeDocument/2006/math">
                    <m:r>
                      <a:rPr lang="en-US" dirty="0">
                        <a:latin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dirty="0"/>
                  <a:t> B)</a:t>
                </a:r>
              </a:p>
              <a:p>
                <a:r>
                  <a:rPr lang="en-US" dirty="0"/>
                  <a:t>= P(A1) * P(B|A1)  + P(A2) * P(B|A2)  + P(A3) * P(B|A3)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2884" y="733924"/>
                <a:ext cx="7771999" cy="1200329"/>
              </a:xfrm>
              <a:prstGeom prst="rect">
                <a:avLst/>
              </a:prstGeom>
              <a:blipFill>
                <a:blip r:embed="rId3"/>
                <a:stretch>
                  <a:fillRect l="-627" t="-2538" b="-7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86945" y="2228293"/>
            <a:ext cx="7839262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Example: Suppose based on historical data we know following:</a:t>
            </a:r>
          </a:p>
          <a:p>
            <a:r>
              <a:rPr lang="en-US" sz="1600" dirty="0"/>
              <a:t> 1) 40% of all emails are spam: P(Spam) = 0.4</a:t>
            </a:r>
          </a:p>
          <a:p>
            <a:r>
              <a:rPr lang="en-US" sz="1600" dirty="0"/>
              <a:t>2) The word “Discount” appears in 70% of spam emails: P(“Discount” | Spam) = 0.7</a:t>
            </a:r>
          </a:p>
          <a:p>
            <a:r>
              <a:rPr lang="en-US" sz="1600" dirty="0"/>
              <a:t>3) The word “Discount” appears in 1% of non-spam emails: P(“Discount” | Not Spam) = 0.01</a:t>
            </a:r>
          </a:p>
          <a:p>
            <a:endParaRPr lang="en-US" sz="1600" dirty="0"/>
          </a:p>
          <a:p>
            <a:r>
              <a:rPr lang="en-US" sz="1600" b="1" dirty="0"/>
              <a:t>Question1: What is the probability that word ‘discount’ is present in new email?</a:t>
            </a:r>
          </a:p>
          <a:p>
            <a:r>
              <a:rPr lang="en-US" sz="1600" dirty="0"/>
              <a:t>Answer1 : Here,</a:t>
            </a:r>
          </a:p>
          <a:p>
            <a:r>
              <a:rPr lang="en-US" sz="1600" dirty="0"/>
              <a:t>A1 = email is spam</a:t>
            </a:r>
          </a:p>
          <a:p>
            <a:r>
              <a:rPr lang="en-US" sz="1600" dirty="0"/>
              <a:t>A2 = email is non-spam</a:t>
            </a:r>
          </a:p>
          <a:p>
            <a:r>
              <a:rPr lang="en-US" sz="1600" dirty="0"/>
              <a:t>B = ‘Discount’ is present in  email</a:t>
            </a:r>
          </a:p>
          <a:p>
            <a:r>
              <a:rPr lang="en-US" sz="1600" dirty="0"/>
              <a:t>So, P(B) = P(‘Discount’)</a:t>
            </a:r>
          </a:p>
          <a:p>
            <a:r>
              <a:rPr lang="en-US" sz="1600" dirty="0"/>
              <a:t>= P(Spam) × P(“Discount” ∣Spam) + P(Not Spam) × P(“Discount” ∣ Not Spam)</a:t>
            </a:r>
          </a:p>
          <a:p>
            <a:r>
              <a:rPr lang="en-US" sz="1600" dirty="0"/>
              <a:t>= (0.4×0.7)+(0.6×0.01) = 0.28+0.006 = 0.286.</a:t>
            </a:r>
          </a:p>
          <a:p>
            <a:endParaRPr lang="en-US" sz="1600" dirty="0"/>
          </a:p>
          <a:p>
            <a:r>
              <a:rPr lang="en-US" sz="1600" b="1" dirty="0"/>
              <a:t>Question2: If the new email has the word “Discount”, what is </a:t>
            </a:r>
            <a:r>
              <a:rPr lang="en-US" sz="1600" b="1" dirty="0" err="1"/>
              <a:t>prob</a:t>
            </a:r>
            <a:r>
              <a:rPr lang="en-US" sz="1600" b="1" dirty="0"/>
              <a:t> that it is spam ?</a:t>
            </a:r>
          </a:p>
          <a:p>
            <a:r>
              <a:rPr lang="en-US" sz="1600" dirty="0"/>
              <a:t>Answer2: P(</a:t>
            </a:r>
            <a:r>
              <a:rPr lang="en-US" sz="1600" dirty="0" err="1"/>
              <a:t>Spam∣“Discount</a:t>
            </a:r>
            <a:r>
              <a:rPr lang="en-US" sz="1600" dirty="0"/>
              <a:t>”) = P(“</a:t>
            </a:r>
            <a:r>
              <a:rPr lang="en-US" sz="1600" dirty="0" err="1"/>
              <a:t>Discount”∣Spam</a:t>
            </a:r>
            <a:r>
              <a:rPr lang="en-US" sz="1600" dirty="0"/>
              <a:t>)×P(Spam) / P(“Discount”) </a:t>
            </a:r>
          </a:p>
          <a:p>
            <a:r>
              <a:rPr lang="en-US" sz="1600" dirty="0"/>
              <a:t>= (0.7 * 0.4) / 0.286 = 0.979</a:t>
            </a:r>
          </a:p>
          <a:p>
            <a:r>
              <a:rPr lang="en-US" sz="1600" dirty="0"/>
              <a:t>(This is Bayes’ Theorem in action.)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Ink 10"/>
              <p14:cNvContentPartPr/>
              <p14:nvPr/>
            </p14:nvContentPartPr>
            <p14:xfrm>
              <a:off x="8533952" y="3533571"/>
              <a:ext cx="2142000" cy="1446480"/>
            </p14:xfrm>
          </p:contentPart>
        </mc:Choice>
        <mc:Fallback xmlns="">
          <p:pic>
            <p:nvPicPr>
              <p:cNvPr id="11" name="Ink 10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525312" y="3526371"/>
                <a:ext cx="2161440" cy="146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4" name="Ink 13"/>
              <p14:cNvContentPartPr/>
              <p14:nvPr/>
            </p14:nvContentPartPr>
            <p14:xfrm>
              <a:off x="9052352" y="3894291"/>
              <a:ext cx="1087560" cy="596160"/>
            </p14:xfrm>
          </p:contentPart>
        </mc:Choice>
        <mc:Fallback xmlns="">
          <p:pic>
            <p:nvPicPr>
              <p:cNvPr id="14" name="Ink 13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043712" y="3890333"/>
                <a:ext cx="1106640" cy="6087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7" name="Ink 16"/>
              <p14:cNvContentPartPr/>
              <p14:nvPr/>
            </p14:nvContentPartPr>
            <p14:xfrm>
              <a:off x="9771992" y="4060251"/>
              <a:ext cx="20880" cy="192960"/>
            </p14:xfrm>
          </p:contentPart>
        </mc:Choice>
        <mc:Fallback xmlns="">
          <p:pic>
            <p:nvPicPr>
              <p:cNvPr id="17" name="Ink 16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765872" y="4053411"/>
                <a:ext cx="34200" cy="20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8" name="Ink 17"/>
              <p14:cNvContentPartPr/>
              <p14:nvPr/>
            </p14:nvContentPartPr>
            <p14:xfrm>
              <a:off x="9722672" y="4035771"/>
              <a:ext cx="216360" cy="191160"/>
            </p14:xfrm>
          </p:contentPart>
        </mc:Choice>
        <mc:Fallback xmlns="">
          <p:pic>
            <p:nvPicPr>
              <p:cNvPr id="18" name="Ink 17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718352" y="4028211"/>
                <a:ext cx="228600" cy="20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0" name="Ink 19"/>
              <p14:cNvContentPartPr/>
              <p14:nvPr/>
            </p14:nvContentPartPr>
            <p14:xfrm>
              <a:off x="9221912" y="3582171"/>
              <a:ext cx="560880" cy="1284840"/>
            </p14:xfrm>
          </p:contentPart>
        </mc:Choice>
        <mc:Fallback xmlns="">
          <p:pic>
            <p:nvPicPr>
              <p:cNvPr id="20" name="Ink 19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214712" y="3575331"/>
                <a:ext cx="574920" cy="130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9" name="Ink 28"/>
              <p14:cNvContentPartPr/>
              <p14:nvPr/>
            </p14:nvContentPartPr>
            <p14:xfrm>
              <a:off x="8756792" y="3634371"/>
              <a:ext cx="1740600" cy="1190160"/>
            </p14:xfrm>
          </p:contentPart>
        </mc:Choice>
        <mc:Fallback xmlns="">
          <p:pic>
            <p:nvPicPr>
              <p:cNvPr id="29" name="Ink 28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750312" y="3624291"/>
                <a:ext cx="1752480" cy="1208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135669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9A830-AAF4-AC42-9F9F-7DBE9B503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3C4BB-09C6-5C42-09F2-82B0C752A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18" y="201226"/>
            <a:ext cx="10515600" cy="445757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Examples of probability: Conditional  probability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190A5F-58F9-409F-68E7-0C18A369AB03}"/>
              </a:ext>
            </a:extLst>
          </p:cNvPr>
          <p:cNvSpPr txBox="1"/>
          <p:nvPr/>
        </p:nvSpPr>
        <p:spPr>
          <a:xfrm>
            <a:off x="144378" y="618608"/>
            <a:ext cx="9767373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P(A | E)</a:t>
            </a:r>
          </a:p>
          <a:p>
            <a:endParaRPr lang="en-US" sz="1600" dirty="0"/>
          </a:p>
          <a:p>
            <a:r>
              <a:rPr lang="en-US" sz="1600" dirty="0"/>
              <a:t>Rolling dice: </a:t>
            </a:r>
          </a:p>
          <a:p>
            <a:r>
              <a:rPr lang="en-US" sz="1600" dirty="0"/>
              <a:t>A) If you roll a standard six-sided die, what is the probability of rolling a 6? </a:t>
            </a:r>
          </a:p>
          <a:p>
            <a:r>
              <a:rPr lang="en-US" sz="1600" dirty="0"/>
              <a:t>Ans: Ω = {1, 2, 3, 4, 5, 6}</a:t>
            </a:r>
          </a:p>
          <a:p>
            <a:r>
              <a:rPr lang="en-US" sz="1600" dirty="0"/>
              <a:t>A is the event that you got 6. A = {6}</a:t>
            </a:r>
          </a:p>
          <a:p>
            <a:r>
              <a:rPr lang="en-US" sz="1600" dirty="0"/>
              <a:t> </a:t>
            </a:r>
          </a:p>
          <a:p>
            <a:r>
              <a:rPr lang="en-US" sz="1600" dirty="0"/>
              <a:t>P(A) = 1/6</a:t>
            </a:r>
          </a:p>
          <a:p>
            <a:endParaRPr lang="en-US" sz="1600" dirty="0"/>
          </a:p>
          <a:p>
            <a:r>
              <a:rPr lang="en-US" sz="1600" dirty="0"/>
              <a:t>B)If you roll a standard six-sided die, what is the probability of rolling a 6, </a:t>
            </a:r>
            <a:r>
              <a:rPr lang="en-US" sz="1600" b="1" u="sng" dirty="0"/>
              <a:t>given that</a:t>
            </a:r>
            <a:r>
              <a:rPr lang="en-US" sz="1600" u="sng" dirty="0"/>
              <a:t> the result was a number greater than 3</a:t>
            </a:r>
            <a:r>
              <a:rPr lang="en-US" sz="1600" dirty="0"/>
              <a:t>?  </a:t>
            </a:r>
          </a:p>
          <a:p>
            <a:endParaRPr lang="en-US" sz="1600" dirty="0"/>
          </a:p>
          <a:p>
            <a:r>
              <a:rPr lang="en-US" sz="1600" dirty="0"/>
              <a:t>Ans: </a:t>
            </a:r>
          </a:p>
          <a:p>
            <a:r>
              <a:rPr lang="en-US" sz="1600" dirty="0"/>
              <a:t>A is an event where you get 6: A = {6}</a:t>
            </a:r>
          </a:p>
          <a:p>
            <a:r>
              <a:rPr lang="en-US" sz="1600" dirty="0"/>
              <a:t>E is an event where the roll was greater than 3: i.e.  E = { 4, 5, 6 }</a:t>
            </a:r>
          </a:p>
          <a:p>
            <a:r>
              <a:rPr lang="en-US" sz="1600" dirty="0"/>
              <a:t>A ∩ E = {6}</a:t>
            </a:r>
          </a:p>
          <a:p>
            <a:r>
              <a:rPr lang="en-US" sz="1600" dirty="0"/>
              <a:t>Here, P(A ∩ E) = 1/6</a:t>
            </a:r>
          </a:p>
          <a:p>
            <a:r>
              <a:rPr lang="en-US" sz="1600" dirty="0"/>
              <a:t>And P(E) = 3/6 = 1/2</a:t>
            </a:r>
          </a:p>
          <a:p>
            <a:endParaRPr lang="en-US" sz="1600" dirty="0"/>
          </a:p>
          <a:p>
            <a:r>
              <a:rPr lang="en-US" sz="1600" dirty="0"/>
              <a:t>P( A | E ) = (1/6) / (1/2) = 1/3</a:t>
            </a:r>
          </a:p>
          <a:p>
            <a:r>
              <a:rPr lang="en-US" sz="1600" dirty="0"/>
              <a:t>The original probability of rolling a 6 is 1/6.  Knowing the roll was greater than 3 (i.e., 4, 5, or 6) changes the possible outcomes, and therefore the probability. The new probability is 1/3  (one favorable outcome out of three possibilities). 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E19409-2DAB-E501-ADF0-80DC9A5893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4512" y="201226"/>
            <a:ext cx="2315570" cy="220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8235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6683" y="433534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Conditional probability</a:t>
            </a:r>
            <a:r>
              <a:rPr lang="en-US" dirty="0"/>
              <a:t>: P(A|B) = P(A ∩ B) / P(B)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5559" y="142613"/>
            <a:ext cx="1628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Probability (p2)</a:t>
            </a:r>
          </a:p>
        </p:txBody>
      </p:sp>
      <p:cxnSp>
        <p:nvCxnSpPr>
          <p:cNvPr id="3" name="Straight Connector 2"/>
          <p:cNvCxnSpPr/>
          <p:nvPr/>
        </p:nvCxnSpPr>
        <p:spPr>
          <a:xfrm flipH="1">
            <a:off x="6183268" y="142613"/>
            <a:ext cx="41927" cy="63183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4902" y="888040"/>
            <a:ext cx="5778658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Problem: </a:t>
            </a:r>
          </a:p>
          <a:p>
            <a:pPr marL="342900" indent="-342900">
              <a:buAutoNum type="alphaUcParenR"/>
            </a:pPr>
            <a:r>
              <a:rPr lang="en-US" sz="1600" dirty="0"/>
              <a:t>Suppose you draw a card. What is the probability that the card is Ace ?</a:t>
            </a:r>
          </a:p>
          <a:p>
            <a:r>
              <a:rPr lang="en-US" sz="1600" dirty="0"/>
              <a:t>Here sample space </a:t>
            </a:r>
            <a:r>
              <a:rPr lang="en-US" sz="1600" b="1" dirty="0"/>
              <a:t>Ω = </a:t>
            </a:r>
            <a:r>
              <a:rPr lang="en-US" sz="1600" dirty="0"/>
              <a:t>all possible 52 outcomes.</a:t>
            </a:r>
          </a:p>
          <a:p>
            <a:r>
              <a:rPr lang="en-US" sz="1600" dirty="0"/>
              <a:t>Event A: Card is Ace</a:t>
            </a:r>
          </a:p>
          <a:p>
            <a:r>
              <a:rPr lang="en-US" sz="1600" dirty="0"/>
              <a:t>P(A) = 4/52 = 1/13</a:t>
            </a:r>
          </a:p>
          <a:p>
            <a:endParaRPr lang="en-US" sz="1600" dirty="0"/>
          </a:p>
          <a:p>
            <a:r>
              <a:rPr lang="en-US" sz="1600" dirty="0"/>
              <a:t>B)   Suppose you draw a card. What is the probability that the card is Ace, </a:t>
            </a:r>
            <a:r>
              <a:rPr lang="en-US" sz="1600" b="1" u="sng" dirty="0"/>
              <a:t>given that card is Red</a:t>
            </a:r>
            <a:r>
              <a:rPr lang="en-US" sz="1600" dirty="0"/>
              <a:t> ?</a:t>
            </a:r>
          </a:p>
          <a:p>
            <a:r>
              <a:rPr lang="en-US" sz="1600" dirty="0"/>
              <a:t>Sample space </a:t>
            </a:r>
            <a:r>
              <a:rPr lang="en-US" sz="1600" b="1" dirty="0"/>
              <a:t>Ω = </a:t>
            </a:r>
            <a:r>
              <a:rPr lang="en-US" sz="1600" dirty="0"/>
              <a:t>all possible 52 outcomes.</a:t>
            </a:r>
          </a:p>
          <a:p>
            <a:r>
              <a:rPr lang="en-US" sz="1600" dirty="0"/>
              <a:t>Event A: Card is Ace</a:t>
            </a:r>
          </a:p>
          <a:p>
            <a:r>
              <a:rPr lang="en-US" sz="1600" dirty="0"/>
              <a:t>Event B: Card is red (26 cards are red)</a:t>
            </a:r>
          </a:p>
          <a:p>
            <a:r>
              <a:rPr lang="en-US" sz="1600" dirty="0"/>
              <a:t>Here I have to find out P(A|B).</a:t>
            </a:r>
          </a:p>
          <a:p>
            <a:endParaRPr lang="en-US" sz="1600" dirty="0"/>
          </a:p>
          <a:p>
            <a:r>
              <a:rPr lang="en-US" sz="1600" dirty="0"/>
              <a:t>A ∩ B = {Ace of hearts, Ace of diamonds}</a:t>
            </a:r>
          </a:p>
          <a:p>
            <a:endParaRPr lang="en-US" sz="1600" dirty="0"/>
          </a:p>
          <a:p>
            <a:r>
              <a:rPr lang="en-US" sz="1600" dirty="0"/>
              <a:t>P(A ∩ B) = 2/52</a:t>
            </a:r>
          </a:p>
          <a:p>
            <a:r>
              <a:rPr lang="en-US" sz="1600" dirty="0"/>
              <a:t>P(B) = 26/52</a:t>
            </a:r>
          </a:p>
          <a:p>
            <a:endParaRPr lang="en-US" sz="1600" dirty="0"/>
          </a:p>
          <a:p>
            <a:r>
              <a:rPr lang="en-US" sz="1600" dirty="0"/>
              <a:t>So,</a:t>
            </a:r>
          </a:p>
          <a:p>
            <a:r>
              <a:rPr lang="en-US" sz="1600" dirty="0"/>
              <a:t>P(A|B) </a:t>
            </a:r>
          </a:p>
          <a:p>
            <a:r>
              <a:rPr lang="en-US" sz="1600" dirty="0"/>
              <a:t>= P(A ∩ B) / P(B) </a:t>
            </a:r>
          </a:p>
          <a:p>
            <a:r>
              <a:rPr lang="en-US" sz="1600" dirty="0"/>
              <a:t>= (2/52) / (26/52) = 1/13</a:t>
            </a:r>
          </a:p>
          <a:p>
            <a:r>
              <a:rPr lang="en-US" sz="1600" dirty="0"/>
              <a:t>Additional piece of information did not change the probability.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22976" y="613116"/>
            <a:ext cx="570486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e.g. Markov Models (NLP)</a:t>
            </a:r>
          </a:p>
          <a:p>
            <a:r>
              <a:rPr lang="en-US" dirty="0"/>
              <a:t>Suppose you’re building a language model.</a:t>
            </a:r>
          </a:p>
          <a:p>
            <a:r>
              <a:rPr lang="en-US" dirty="0"/>
              <a:t>A: The next word is “dog”</a:t>
            </a:r>
          </a:p>
          <a:p>
            <a:r>
              <a:rPr lang="en-US" dirty="0"/>
              <a:t>B: The previous word is “big”</a:t>
            </a:r>
          </a:p>
          <a:p>
            <a:endParaRPr lang="en-US" dirty="0"/>
          </a:p>
          <a:p>
            <a:r>
              <a:rPr lang="en-US" dirty="0"/>
              <a:t>A Markov model says:</a:t>
            </a:r>
          </a:p>
          <a:p>
            <a:r>
              <a:rPr lang="en-US" dirty="0"/>
              <a:t>P(A | B) =</a:t>
            </a:r>
          </a:p>
          <a:p>
            <a:r>
              <a:rPr lang="en-US" dirty="0"/>
              <a:t>P(“</a:t>
            </a:r>
            <a:r>
              <a:rPr lang="en-US" dirty="0" err="1"/>
              <a:t>dog”∣“big</a:t>
            </a:r>
            <a:r>
              <a:rPr lang="en-US" dirty="0"/>
              <a:t>”)= P(“big dog”)/ P(“big”)</a:t>
            </a:r>
          </a:p>
          <a:p>
            <a:r>
              <a:rPr lang="en-US" dirty="0"/>
              <a:t>​</a:t>
            </a:r>
          </a:p>
          <a:p>
            <a:r>
              <a:rPr lang="en-US" dirty="0"/>
              <a:t>So:</a:t>
            </a:r>
          </a:p>
          <a:p>
            <a:r>
              <a:rPr lang="en-US" dirty="0"/>
              <a:t>If 2% of all word pairs are “big dog” → P(A∩B)=0.02</a:t>
            </a:r>
          </a:p>
          <a:p>
            <a:r>
              <a:rPr lang="en-US" dirty="0"/>
              <a:t>And 5% of all word pairs start with “big” → P(B)=0.05</a:t>
            </a:r>
          </a:p>
          <a:p>
            <a:endParaRPr lang="en-US" dirty="0"/>
          </a:p>
          <a:p>
            <a:r>
              <a:rPr lang="en-US" dirty="0"/>
              <a:t>Then:</a:t>
            </a:r>
          </a:p>
          <a:p>
            <a:r>
              <a:rPr lang="en-US" dirty="0"/>
              <a:t>P(“</a:t>
            </a:r>
            <a:r>
              <a:rPr lang="en-US" dirty="0" err="1"/>
              <a:t>dog”∣“big</a:t>
            </a:r>
            <a:r>
              <a:rPr lang="en-US" dirty="0"/>
              <a:t>”)=0.02 / 0.05 = 0.4.</a:t>
            </a:r>
          </a:p>
          <a:p>
            <a:r>
              <a:rPr lang="en-US" dirty="0"/>
              <a:t>So there’s a 40% chance that “dog” follows “big”.</a:t>
            </a:r>
          </a:p>
          <a:p>
            <a:endParaRPr lang="en-US" dirty="0"/>
          </a:p>
          <a:p>
            <a:r>
              <a:rPr lang="en-US" dirty="0"/>
              <a:t>This is how N-gram models work for text prediction.</a:t>
            </a:r>
          </a:p>
        </p:txBody>
      </p:sp>
    </p:spTree>
    <p:extLst>
      <p:ext uri="{BB962C8B-B14F-4D97-AF65-F5344CB8AC3E}">
        <p14:creationId xmlns:p14="http://schemas.microsoft.com/office/powerpoint/2010/main" val="5430424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35559" y="142613"/>
            <a:ext cx="1628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Probability (p2)</a:t>
            </a:r>
          </a:p>
        </p:txBody>
      </p:sp>
      <p:sp>
        <p:nvSpPr>
          <p:cNvPr id="9" name="Rectangle 8"/>
          <p:cNvSpPr/>
          <p:nvPr/>
        </p:nvSpPr>
        <p:spPr>
          <a:xfrm>
            <a:off x="300614" y="866055"/>
            <a:ext cx="972328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e.g.: Medical Diagnosis (Bayesian Networks)</a:t>
            </a:r>
          </a:p>
          <a:p>
            <a:r>
              <a:rPr lang="en-US" dirty="0"/>
              <a:t>Suppose you’re building a disease prediction model.</a:t>
            </a:r>
          </a:p>
          <a:p>
            <a:r>
              <a:rPr lang="en-US" dirty="0"/>
              <a:t>A: Patient has the disease</a:t>
            </a:r>
          </a:p>
          <a:p>
            <a:r>
              <a:rPr lang="en-US" dirty="0"/>
              <a:t>B: Patient has a positive test result</a:t>
            </a:r>
          </a:p>
          <a:p>
            <a:endParaRPr lang="en-US" dirty="0"/>
          </a:p>
          <a:p>
            <a:r>
              <a:rPr lang="en-US" dirty="0"/>
              <a:t>Suppose based on past data we have,</a:t>
            </a:r>
          </a:p>
          <a:p>
            <a:r>
              <a:rPr lang="en-US" dirty="0"/>
              <a:t>P(A∩B)=0.0095 (0.95% of the population both have the disease and test positive)</a:t>
            </a:r>
          </a:p>
          <a:p>
            <a:r>
              <a:rPr lang="en-US" dirty="0"/>
              <a:t>P(B)=0.05 (5% of all tested people test positive)</a:t>
            </a:r>
          </a:p>
          <a:p>
            <a:endParaRPr lang="en-US" dirty="0"/>
          </a:p>
          <a:p>
            <a:r>
              <a:rPr lang="en-US" dirty="0"/>
              <a:t>Then:</a:t>
            </a:r>
          </a:p>
          <a:p>
            <a:r>
              <a:rPr lang="en-US" dirty="0"/>
              <a:t>P(A∣B)= P(A∩B)/ P(B) = 0.0095/0.05 = 0.19.</a:t>
            </a:r>
          </a:p>
          <a:p>
            <a:r>
              <a:rPr lang="en-US" dirty="0"/>
              <a:t>So, if a patient tests positive, there’s a 19% chance they really have the disease.</a:t>
            </a:r>
          </a:p>
          <a:p>
            <a:endParaRPr lang="en-US" dirty="0"/>
          </a:p>
          <a:p>
            <a:r>
              <a:rPr lang="en-US" dirty="0"/>
              <a:t>This is the Bayesian update idea in medical AI.</a:t>
            </a:r>
          </a:p>
        </p:txBody>
      </p:sp>
    </p:spTree>
    <p:extLst>
      <p:ext uri="{BB962C8B-B14F-4D97-AF65-F5344CB8AC3E}">
        <p14:creationId xmlns:p14="http://schemas.microsoft.com/office/powerpoint/2010/main" val="36617456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6683" y="433534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/>
              <a:t>Multiplication rule</a:t>
            </a:r>
            <a:r>
              <a:rPr lang="en-US"/>
              <a:t>: </a:t>
            </a:r>
            <a:r>
              <a:rPr lang="en-US" dirty="0"/>
              <a:t>P(A ∩ B) = P(A) × P</a:t>
            </a:r>
            <a:r>
              <a:rPr lang="en-US"/>
              <a:t>(B|A)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35559" y="142613"/>
            <a:ext cx="1628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Probability (p2)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5690356" y="142613"/>
            <a:ext cx="64415" cy="63336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100259" y="897629"/>
            <a:ext cx="5463779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1) Classic Everyday Example</a:t>
            </a:r>
          </a:p>
          <a:p>
            <a:r>
              <a:rPr lang="en-US" b="1" dirty="0"/>
              <a:t>Scenario:</a:t>
            </a:r>
            <a:br>
              <a:rPr lang="en-US" dirty="0"/>
            </a:br>
            <a:r>
              <a:rPr lang="en-US" dirty="0"/>
              <a:t>You flip a coin </a:t>
            </a:r>
            <a:r>
              <a:rPr lang="en-US" b="1" dirty="0"/>
              <a:t>and</a:t>
            </a:r>
            <a:r>
              <a:rPr lang="en-US" dirty="0"/>
              <a:t> roll a die.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Event A:</a:t>
            </a:r>
            <a:r>
              <a:rPr lang="en-US" dirty="0"/>
              <a:t> The coin lands </a:t>
            </a:r>
            <a:r>
              <a:rPr lang="en-US" b="1" dirty="0"/>
              <a:t>Heads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Event B:</a:t>
            </a:r>
            <a:r>
              <a:rPr lang="en-US" dirty="0"/>
              <a:t> The die shows a </a:t>
            </a:r>
            <a:r>
              <a:rPr lang="en-US" b="1" dirty="0"/>
              <a:t>6</a:t>
            </a:r>
          </a:p>
          <a:p>
            <a:pPr>
              <a:buFont typeface="Arial" panose="020B0604020202020204" pitchFamily="34" charset="0"/>
              <a:buChar char="•"/>
            </a:pPr>
            <a:endParaRPr lang="en-US" b="1" dirty="0"/>
          </a:p>
          <a:p>
            <a:r>
              <a:rPr lang="en-US" b="1" dirty="0"/>
              <a:t>Are they independent? Yes</a:t>
            </a:r>
          </a:p>
          <a:p>
            <a:r>
              <a:rPr lang="en-US" dirty="0"/>
              <a:t>Yes! The outcome of the coin does not affect the die.</a:t>
            </a:r>
          </a:p>
          <a:p>
            <a:r>
              <a:rPr lang="en-US" dirty="0"/>
              <a:t>P(Heads and 6)</a:t>
            </a:r>
          </a:p>
          <a:p>
            <a:r>
              <a:rPr lang="en-US" dirty="0"/>
              <a:t>= 1/2  * 1/6 ≈0.083.</a:t>
            </a:r>
          </a:p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76199" y="3998621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2) Example</a:t>
            </a:r>
          </a:p>
          <a:p>
            <a:r>
              <a:rPr lang="en-US" b="1" dirty="0"/>
              <a:t>Event A:</a:t>
            </a:r>
            <a:r>
              <a:rPr lang="en-US" dirty="0"/>
              <a:t> It rains tomorrow with 30% chance</a:t>
            </a:r>
            <a:br>
              <a:rPr lang="en-US" dirty="0"/>
            </a:br>
            <a:r>
              <a:rPr lang="en-US" b="1" dirty="0"/>
              <a:t>Event B:</a:t>
            </a:r>
            <a:r>
              <a:rPr lang="en-US" dirty="0"/>
              <a:t> You win a random lucky draw with 5% chance.</a:t>
            </a:r>
          </a:p>
          <a:p>
            <a:r>
              <a:rPr lang="en-US" b="1" dirty="0"/>
              <a:t>Are they independent? Yes</a:t>
            </a:r>
            <a:r>
              <a:rPr lang="en-US" dirty="0"/>
              <a:t> — rain doesn’t affect the draw.</a:t>
            </a:r>
          </a:p>
          <a:p>
            <a:r>
              <a:rPr lang="en-US" dirty="0"/>
              <a:t>P(Rain and Win)</a:t>
            </a:r>
          </a:p>
          <a:p>
            <a:r>
              <a:rPr lang="en-US" dirty="0"/>
              <a:t>=P(Rain)×P(Win)</a:t>
            </a:r>
          </a:p>
          <a:p>
            <a:r>
              <a:rPr lang="en-US" dirty="0"/>
              <a:t>=0.3×0.05</a:t>
            </a:r>
          </a:p>
          <a:p>
            <a:r>
              <a:rPr lang="en-US" dirty="0"/>
              <a:t>=0.015.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0" y="384506"/>
            <a:ext cx="600931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3) Example</a:t>
            </a:r>
          </a:p>
          <a:p>
            <a:r>
              <a:rPr lang="en-US" b="1" dirty="0"/>
              <a:t>Event A:</a:t>
            </a:r>
            <a:r>
              <a:rPr lang="en-US" dirty="0"/>
              <a:t> It rains tomorrow (30% chance).</a:t>
            </a:r>
            <a:br>
              <a:rPr lang="en-US" dirty="0"/>
            </a:br>
            <a:r>
              <a:rPr lang="en-US" b="1" dirty="0"/>
              <a:t>Event B:</a:t>
            </a:r>
            <a:r>
              <a:rPr lang="en-US" dirty="0"/>
              <a:t> You drive car to work , and not scooter (5% chance).</a:t>
            </a:r>
          </a:p>
          <a:p>
            <a:r>
              <a:rPr lang="en-US" b="1" dirty="0"/>
              <a:t>Are these independent?</a:t>
            </a:r>
            <a:r>
              <a:rPr lang="en-US" dirty="0"/>
              <a:t> No!. B is dependent on A: If it rains, then it's very likely that you will take car to work.</a:t>
            </a:r>
          </a:p>
          <a:p>
            <a:r>
              <a:rPr lang="en-US" dirty="0"/>
              <a:t>So, P(A ∩ B) = P(A) × P(B) is not applicable here</a:t>
            </a:r>
          </a:p>
        </p:txBody>
      </p:sp>
      <p:sp>
        <p:nvSpPr>
          <p:cNvPr id="2" name="Rectangle 1"/>
          <p:cNvSpPr/>
          <p:nvPr/>
        </p:nvSpPr>
        <p:spPr>
          <a:xfrm>
            <a:off x="6096001" y="2375344"/>
            <a:ext cx="5740392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4) Example : Balls in an Urn — Without Replacement</a:t>
            </a:r>
          </a:p>
          <a:p>
            <a:r>
              <a:rPr lang="en-US" dirty="0"/>
              <a:t>Scenario:</a:t>
            </a:r>
          </a:p>
          <a:p>
            <a:r>
              <a:rPr lang="en-US" dirty="0"/>
              <a:t>An urn has 3 red balls and 2 blue balls.</a:t>
            </a:r>
          </a:p>
          <a:p>
            <a:r>
              <a:rPr lang="en-US" dirty="0"/>
              <a:t>You draw two balls one after the other without replacement.</a:t>
            </a:r>
          </a:p>
          <a:p>
            <a:r>
              <a:rPr lang="en-US" dirty="0"/>
              <a:t>Event A: The first ball is red.</a:t>
            </a:r>
          </a:p>
          <a:p>
            <a:r>
              <a:rPr lang="en-US" dirty="0"/>
              <a:t>Event B: The second ball is red.</a:t>
            </a:r>
          </a:p>
          <a:p>
            <a:endParaRPr lang="en-US" dirty="0"/>
          </a:p>
          <a:p>
            <a:r>
              <a:rPr lang="en-US" dirty="0"/>
              <a:t>Are these independent? No! The first draw affects the second — the total number of red balls left changes.</a:t>
            </a:r>
          </a:p>
          <a:p>
            <a:r>
              <a:rPr lang="en-US" dirty="0"/>
              <a:t>Here P(A) = 3/5</a:t>
            </a:r>
          </a:p>
          <a:p>
            <a:r>
              <a:rPr lang="en-US" dirty="0"/>
              <a:t> P(B) = does not make sense, instead P(B|A) = 2/4 makes sense</a:t>
            </a:r>
          </a:p>
        </p:txBody>
      </p:sp>
    </p:spTree>
    <p:extLst>
      <p:ext uri="{BB962C8B-B14F-4D97-AF65-F5344CB8AC3E}">
        <p14:creationId xmlns:p14="http://schemas.microsoft.com/office/powerpoint/2010/main" val="26059219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062" y="172619"/>
            <a:ext cx="8245642" cy="753812"/>
          </a:xfrm>
        </p:spPr>
        <p:txBody>
          <a:bodyPr>
            <a:normAutofit fontScale="90000"/>
          </a:bodyPr>
          <a:lstStyle/>
          <a:p>
            <a:r>
              <a:rPr lang="en-US" dirty="0"/>
              <a:t>Application of probability in AI ML (p1)</a:t>
            </a:r>
          </a:p>
        </p:txBody>
      </p:sp>
      <p:sp>
        <p:nvSpPr>
          <p:cNvPr id="4" name="Rectangle 3"/>
          <p:cNvSpPr/>
          <p:nvPr/>
        </p:nvSpPr>
        <p:spPr>
          <a:xfrm>
            <a:off x="348916" y="890658"/>
            <a:ext cx="5955631" cy="26161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/>
              <a:t>Probability in Generative Models — Text Generation</a:t>
            </a:r>
          </a:p>
          <a:p>
            <a:r>
              <a:rPr lang="en-US" sz="1600" b="1" dirty="0"/>
              <a:t>Example:</a:t>
            </a:r>
            <a:br>
              <a:rPr lang="en-US" sz="1600" dirty="0"/>
            </a:br>
            <a:r>
              <a:rPr lang="en-US" sz="1600" dirty="0"/>
              <a:t>In GPT models: P(next word ∣ previous words)</a:t>
            </a:r>
          </a:p>
          <a:p>
            <a:r>
              <a:rPr lang="en-US" sz="1600" dirty="0"/>
              <a:t> If you write: </a:t>
            </a:r>
            <a:r>
              <a:rPr lang="en-US" sz="1600" b="1" dirty="0"/>
              <a:t>“The cat sat on the”</a:t>
            </a:r>
            <a:br>
              <a:rPr lang="en-US" sz="1600" dirty="0"/>
            </a:br>
            <a:r>
              <a:rPr lang="en-US" sz="1600" dirty="0"/>
              <a:t>The model might compute: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P(next word=mat| previous words are “The cat sat on the” ) = 0.6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P(next word=floor| previous words are “The cat sat on the”) = 0.2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P(next word=roof| previous words are “The cat sat on the”) = 0.05</a:t>
            </a:r>
          </a:p>
          <a:p>
            <a:r>
              <a:rPr lang="en-US" sz="1600" dirty="0"/>
              <a:t>It samples words </a:t>
            </a:r>
            <a:r>
              <a:rPr lang="en-US" sz="1600" i="1" dirty="0"/>
              <a:t>based on these probabilities</a:t>
            </a:r>
            <a:r>
              <a:rPr lang="en-US" sz="1600" dirty="0"/>
              <a:t> to generate realistic text.</a:t>
            </a:r>
          </a:p>
        </p:txBody>
      </p:sp>
      <p:sp>
        <p:nvSpPr>
          <p:cNvPr id="5" name="Rectangle 4"/>
          <p:cNvSpPr/>
          <p:nvPr/>
        </p:nvSpPr>
        <p:spPr>
          <a:xfrm>
            <a:off x="304797" y="3892950"/>
            <a:ext cx="5614740" cy="23391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/>
              <a:t>Probability in Clustering — Gaussian Mixture Models (GMM)</a:t>
            </a:r>
          </a:p>
          <a:p>
            <a:r>
              <a:rPr lang="en-US" sz="1600" b="1" dirty="0"/>
              <a:t>Example:</a:t>
            </a:r>
            <a:br>
              <a:rPr lang="en-US" sz="1600" dirty="0"/>
            </a:br>
            <a:r>
              <a:rPr lang="en-US" sz="1600" dirty="0"/>
              <a:t>When clustering customers, a GMM says: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Each cluster is a </a:t>
            </a:r>
            <a:r>
              <a:rPr lang="en-US" sz="1600" b="1" dirty="0"/>
              <a:t>probability distribution</a:t>
            </a:r>
            <a:r>
              <a:rPr lang="en-US" sz="1600" dirty="0"/>
              <a:t> (usually Gaussian).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Each point belongs to each cluster with some probability.</a:t>
            </a:r>
          </a:p>
          <a:p>
            <a:r>
              <a:rPr lang="en-US" sz="1600" dirty="0"/>
              <a:t>So, customer A might belong: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70% to Cluster 1 (young students)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30% to Cluster 2 (young professionals)</a:t>
            </a:r>
          </a:p>
          <a:p>
            <a:r>
              <a:rPr lang="en-US" sz="1600" dirty="0"/>
              <a:t>Unlike K-Means, GMM gives </a:t>
            </a:r>
            <a:r>
              <a:rPr lang="en-US" sz="1600" b="1" dirty="0"/>
              <a:t>soft assignments</a:t>
            </a:r>
            <a:r>
              <a:rPr lang="en-US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905624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062" y="-92075"/>
            <a:ext cx="8245642" cy="753812"/>
          </a:xfrm>
        </p:spPr>
        <p:txBody>
          <a:bodyPr>
            <a:normAutofit fontScale="90000"/>
          </a:bodyPr>
          <a:lstStyle/>
          <a:p>
            <a:r>
              <a:rPr lang="en-US" dirty="0"/>
              <a:t>Application of probability in </a:t>
            </a:r>
            <a:r>
              <a:rPr lang="en-US"/>
              <a:t>AI ML (p2)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650" y="2041863"/>
            <a:ext cx="8860992" cy="47198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05062" y="685799"/>
            <a:ext cx="466023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RL, like training robots, the agent's policy is </a:t>
            </a:r>
          </a:p>
          <a:p>
            <a:r>
              <a:rPr lang="en-US" dirty="0"/>
              <a:t>PI(</a:t>
            </a:r>
            <a:r>
              <a:rPr lang="en-US" dirty="0" err="1"/>
              <a:t>a|s</a:t>
            </a:r>
            <a:r>
              <a:rPr lang="en-US" dirty="0"/>
              <a:t>) = </a:t>
            </a:r>
            <a:r>
              <a:rPr lang="en-US" dirty="0" err="1"/>
              <a:t>Prob</a:t>
            </a:r>
            <a:r>
              <a:rPr lang="en-US" dirty="0"/>
              <a:t>(take action a | in state s)</a:t>
            </a:r>
          </a:p>
          <a:p>
            <a:endParaRPr lang="en-US" dirty="0"/>
          </a:p>
          <a:p>
            <a:r>
              <a:rPr lang="en-US" dirty="0"/>
              <a:t>The policy samples actions probabilistically- helping agents to explore</a:t>
            </a:r>
          </a:p>
        </p:txBody>
      </p:sp>
    </p:spTree>
    <p:extLst>
      <p:ext uri="{BB962C8B-B14F-4D97-AF65-F5344CB8AC3E}">
        <p14:creationId xmlns:p14="http://schemas.microsoft.com/office/powerpoint/2010/main" val="32662749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2422</TotalTime>
  <Words>2963</Words>
  <Application>Microsoft Office PowerPoint</Application>
  <PresentationFormat>Widescreen</PresentationFormat>
  <Paragraphs>303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Office Theme</vt:lpstr>
      <vt:lpstr>(on Dev) Probability</vt:lpstr>
      <vt:lpstr>PowerPoint Presentation</vt:lpstr>
      <vt:lpstr>Examples of probability (ML perspective)</vt:lpstr>
      <vt:lpstr>Examples of probability (ML perspective)</vt:lpstr>
      <vt:lpstr>PowerPoint Presentation</vt:lpstr>
      <vt:lpstr>PowerPoint Presentation</vt:lpstr>
      <vt:lpstr>Law of total probability: Simple case</vt:lpstr>
      <vt:lpstr>Total Probability Theorem: General case</vt:lpstr>
      <vt:lpstr>Examples of probability: Conditional  probability</vt:lpstr>
      <vt:lpstr>PowerPoint Presentation</vt:lpstr>
      <vt:lpstr>PowerPoint Presentation</vt:lpstr>
      <vt:lpstr>PowerPoint Presentation</vt:lpstr>
      <vt:lpstr>Application of probability in AI ML (p1)</vt:lpstr>
      <vt:lpstr>Application of probability in AI ML (p2)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Q-Q Plot</dc:title>
  <dc:creator>hi</dc:creator>
  <cp:lastModifiedBy>Ashwani Kumar</cp:lastModifiedBy>
  <cp:revision>132</cp:revision>
  <dcterms:created xsi:type="dcterms:W3CDTF">2025-01-17T01:54:27Z</dcterms:created>
  <dcterms:modified xsi:type="dcterms:W3CDTF">2025-10-28T13:48:37Z</dcterms:modified>
</cp:coreProperties>
</file>