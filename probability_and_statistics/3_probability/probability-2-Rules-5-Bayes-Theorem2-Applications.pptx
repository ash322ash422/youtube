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83" r:id="rId2"/>
    <p:sldId id="300" r:id="rId3"/>
    <p:sldId id="29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B04693-6424-47C2-B763-AEA4CC3DEB2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25C4B-7D64-4F15-A04B-3D9FB737D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38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CF8B4-0142-CBD0-DFF5-E2E65A025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DCC5E6-B17D-307F-BBBE-8A8A73A0E578}"/>
                  </a:ext>
                </a:extLst>
              </p:cNvPr>
              <p:cNvSpPr txBox="1"/>
              <p:nvPr/>
            </p:nvSpPr>
            <p:spPr>
              <a:xfrm>
                <a:off x="219456" y="910811"/>
                <a:ext cx="11704320" cy="51208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Suppose A and E are 2 events. The conditional probability is given by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E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E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P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E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) = 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P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E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we arrive at the Bayes Formula: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  <m: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d>
                      <m:r>
                        <a:rPr lang="en-US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d>
                          <m:r>
                            <a:rPr lang="en-US" b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</m:d>
                              <m:r>
                                <a:rPr lang="en-US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</m:num>
                        <m:den>
                          <m:r>
                            <a:rPr lang="en-US" b="1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This formula tells us how to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update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our probability of A when we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know E has happened.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E is also referred to as an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evidence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P(A)  is also called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prior probability of A: before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you saw the evidence</a:t>
                </a: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P(A|E) is also called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posterior probability of A: after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you saw the evidence E. This is the new update of probability of A, given that evidence E is now known to you.​</a:t>
                </a:r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DCC5E6-B17D-307F-BBBE-8A8A73A0E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910811"/>
                <a:ext cx="11704320" cy="5120825"/>
              </a:xfrm>
              <a:prstGeom prst="rect">
                <a:avLst/>
              </a:prstGeom>
              <a:blipFill>
                <a:blip r:embed="rId2"/>
                <a:stretch>
                  <a:fillRect l="-417" t="-595" b="-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D14CAF0F-39C1-FF3A-D97B-876EF4162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Bayes Theorem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88F07E-08D3-0337-7C71-4C34F7FDF777}"/>
                  </a:ext>
                </a:extLst>
              </p:cNvPr>
              <p:cNvSpPr txBox="1"/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88F07E-08D3-0337-7C71-4C34F7FDF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3203501-D125-B0C2-66A3-91787AC8E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1056680"/>
            <a:ext cx="1742651" cy="92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924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233BE-2E90-284F-339D-8EA218B51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18D715-4D16-CD07-F19B-5F09C528CF09}"/>
              </a:ext>
            </a:extLst>
          </p:cNvPr>
          <p:cNvSpPr txBox="1"/>
          <p:nvPr/>
        </p:nvSpPr>
        <p:spPr>
          <a:xfrm>
            <a:off x="219456" y="1157699"/>
            <a:ext cx="117043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Bayes’ theorem is important because it allows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updating beliefs based on new evidence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It’s the foundation of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Bayesian statistics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widely used 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learning (e.g., Naïve Bayes classifier)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diagnosis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Spam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Risk assessment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making under uncertainty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Essentially, it helps us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revise probabilities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when new data becomes available.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C8D83B5-03E8-3F05-3A33-E9287C9B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Bayes Theorem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3B4DE2-2896-EACF-507D-74993AC877C8}"/>
                  </a:ext>
                </a:extLst>
              </p:cNvPr>
              <p:cNvSpPr txBox="1"/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3B4DE2-2896-EACF-507D-74993AC87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5781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A0EA9-914C-0240-A808-02B477533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E4E39-0D06-51A1-30CA-3057E590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985"/>
            <a:ext cx="10515600" cy="46551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EXTRA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89B62C-8972-3C5A-2FFD-E31AD966C230}"/>
              </a:ext>
            </a:extLst>
          </p:cNvPr>
          <p:cNvSpPr txBox="1"/>
          <p:nvPr/>
        </p:nvSpPr>
        <p:spPr>
          <a:xfrm>
            <a:off x="219456" y="1157699"/>
            <a:ext cx="1170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 problems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C19337-7BBF-1D25-16D6-CA492EA402C9}"/>
                  </a:ext>
                </a:extLst>
              </p:cNvPr>
              <p:cNvSpPr txBox="1"/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C19337-7BBF-1D25-16D6-CA492EA40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032" y="86868"/>
                <a:ext cx="2602187" cy="5834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321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2862</TotalTime>
  <Words>216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(Body)</vt:lpstr>
      <vt:lpstr>Calibri Light</vt:lpstr>
      <vt:lpstr>Cambria Math</vt:lpstr>
      <vt:lpstr>Office Theme</vt:lpstr>
      <vt:lpstr>Bayes Theorem</vt:lpstr>
      <vt:lpstr>Bayes Theorem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242</cp:revision>
  <dcterms:created xsi:type="dcterms:W3CDTF">2025-09-22T02:44:38Z</dcterms:created>
  <dcterms:modified xsi:type="dcterms:W3CDTF">2025-11-04T04:42:10Z</dcterms:modified>
</cp:coreProperties>
</file>