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9" r:id="rId4"/>
    <p:sldId id="277" r:id="rId5"/>
    <p:sldId id="278" r:id="rId6"/>
    <p:sldId id="28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0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8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7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6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66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6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71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81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2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5FF8B-5CFF-4CEB-A3A7-D5EC937E5222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(on Dev) Probability – Bayes Theorem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7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12" y="136524"/>
            <a:ext cx="6946232" cy="4530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(OPTIONAL) Bayes theorem (p1)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899" y="1066872"/>
            <a:ext cx="7384210" cy="356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6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15465-51A1-58B7-3669-07D92CBEB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2C8AF-FC81-B277-9AEF-0BDBB01E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12" y="136524"/>
            <a:ext cx="6946232" cy="4530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(OPTIONAL) Bayes theorem (p1)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E6E6A3-EF13-81B6-CD29-BF22E03D8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497" y="992038"/>
            <a:ext cx="9397042" cy="524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122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12" y="136524"/>
            <a:ext cx="6946232" cy="4530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(OPTIONAL) Bayes theorem (p2)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56" y="701687"/>
            <a:ext cx="7285153" cy="542624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H="1">
            <a:off x="7447547" y="363035"/>
            <a:ext cx="48126" cy="6362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497386" y="372974"/>
            <a:ext cx="463044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Interpretation</a:t>
            </a:r>
          </a:p>
          <a:p>
            <a:r>
              <a:rPr lang="en-US" dirty="0"/>
              <a:t>Even with a positive test, the chance of actually having the disease is only 50% — because the disease is rare, and false positives matter!</a:t>
            </a:r>
          </a:p>
          <a:p>
            <a:endParaRPr lang="en-US" dirty="0"/>
          </a:p>
          <a:p>
            <a:r>
              <a:rPr lang="en-US" b="1" dirty="0"/>
              <a:t>Key Insight</a:t>
            </a:r>
          </a:p>
          <a:p>
            <a:r>
              <a:rPr lang="en-US" dirty="0"/>
              <a:t>Bayes’ Theorem helps us update our belief (from 1% chance to 50% chance) based on new evidence (the test result).</a:t>
            </a:r>
          </a:p>
        </p:txBody>
      </p:sp>
    </p:spTree>
    <p:extLst>
      <p:ext uri="{BB962C8B-B14F-4D97-AF65-F5344CB8AC3E}">
        <p14:creationId xmlns:p14="http://schemas.microsoft.com/office/powerpoint/2010/main" val="2062626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12" y="136524"/>
            <a:ext cx="6946232" cy="4530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(OPTIONAL) Bayes theorem (p3)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15" y="589545"/>
            <a:ext cx="6668674" cy="552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730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51668-9DB7-133B-0337-8FEE16254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F2022-0D16-5A32-B721-AF2E534F3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12" y="136524"/>
            <a:ext cx="6946232" cy="4530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(OPTIONAL) Bayes theorem (p3)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1CDDBF-440B-F756-AA80-885C5F3D5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24" y="673677"/>
            <a:ext cx="3973998" cy="9043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5704AC-2D85-8847-5305-FE2F22DFDB87}"/>
              </a:ext>
            </a:extLst>
          </p:cNvPr>
          <p:cNvSpPr txBox="1"/>
          <p:nvPr/>
        </p:nvSpPr>
        <p:spPr>
          <a:xfrm>
            <a:off x="137568" y="718412"/>
            <a:ext cx="1777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we will use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3C049A-5AFF-1659-929B-1884FE3A7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97" y="1680548"/>
            <a:ext cx="6332726" cy="504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337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1862</TotalTime>
  <Words>111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(on Dev) Probability – Bayes Theorem</vt:lpstr>
      <vt:lpstr>(OPTIONAL) Bayes theorem (p1)</vt:lpstr>
      <vt:lpstr>(OPTIONAL) Bayes theorem (p1)</vt:lpstr>
      <vt:lpstr>(OPTIONAL) Bayes theorem (p2)</vt:lpstr>
      <vt:lpstr>(OPTIONAL) Bayes theorem (p3)</vt:lpstr>
      <vt:lpstr>(OPTIONAL) Bayes theorem (p3)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Q-Q Plot</dc:title>
  <dc:creator>hi</dc:creator>
  <cp:lastModifiedBy>Ashwani Kumar</cp:lastModifiedBy>
  <cp:revision>131</cp:revision>
  <dcterms:created xsi:type="dcterms:W3CDTF">2025-01-17T01:54:27Z</dcterms:created>
  <dcterms:modified xsi:type="dcterms:W3CDTF">2025-10-27T19:26:55Z</dcterms:modified>
</cp:coreProperties>
</file>