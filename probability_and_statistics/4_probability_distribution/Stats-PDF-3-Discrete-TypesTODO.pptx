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5"/>
  </p:handoutMasterIdLst>
  <p:sldIdLst>
    <p:sldId id="263" r:id="rId2"/>
    <p:sldId id="280" r:id="rId3"/>
    <p:sldId id="28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19FCE-9509-6F66-5AC5-2E7F9364C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9138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2 Types of Probability Distribution Functions: Discrete and Continuous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A10EB4-83AA-1BE1-3FFB-8B8BC75536B3}"/>
              </a:ext>
            </a:extLst>
          </p:cNvPr>
          <p:cNvSpPr txBox="1"/>
          <p:nvPr/>
        </p:nvSpPr>
        <p:spPr>
          <a:xfrm>
            <a:off x="301752" y="802886"/>
            <a:ext cx="82158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1. Discrete Probability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CDFC057-803C-D629-F1CB-F7A533C15985}"/>
                  </a:ext>
                </a:extLst>
              </p:cNvPr>
              <p:cNvSpPr txBox="1"/>
              <p:nvPr/>
            </p:nvSpPr>
            <p:spPr>
              <a:xfrm>
                <a:off x="96012" y="1284607"/>
                <a:ext cx="11937492" cy="46424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Another name for Discrete PD is Probability Mass Function (PMF). A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PMF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a function that gives the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probability of each possible discrete outcome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of a random variable. It is used for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discrete random variables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where outcomes are countable, like dice, coins, or number of students in a class.</a:t>
                </a:r>
              </a:p>
              <a:p>
                <a:pPr marL="0" indent="0">
                  <a:buNone/>
                </a:pPr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PMF is often written as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which means “the probability that random variable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takes the value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.” 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2 key points of PMF are</a:t>
                </a:r>
              </a:p>
              <a:p>
                <a:pPr marL="342900" indent="-342900">
                  <a:buAutoNum type="arabicParenR"/>
                </a:pPr>
                <a:endParaRPr lang="en-US" b="1" dirty="0">
                  <a:solidFill>
                    <a:schemeClr val="accent4">
                      <a:lumMod val="40000"/>
                      <a:lumOff val="60000"/>
                    </a:schemeClr>
                  </a:solidFill>
                </a:endParaRPr>
              </a:p>
              <a:p>
                <a:pPr marL="342900" indent="-342900">
                  <a:buAutoNum type="arabicParenR"/>
                </a:pPr>
                <a:r>
                  <a:rPr lang="en-US" b="1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rPr>
                  <a:t>Non-negative:</a:t>
                </a:r>
                <a:r>
                  <a:rPr lang="en-US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rPr>
                  <a:t>                                                 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ar-AE"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i="1"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rPr>
                  <a:t>   for all x</a:t>
                </a:r>
              </a:p>
              <a:p>
                <a:endParaRPr lang="en-US" dirty="0">
                  <a:solidFill>
                    <a:schemeClr val="accent4">
                      <a:lumMod val="40000"/>
                      <a:lumOff val="60000"/>
                    </a:schemeClr>
                  </a:solidFill>
                </a:endParaRPr>
              </a:p>
              <a:p>
                <a:endParaRPr lang="en-US" dirty="0">
                  <a:solidFill>
                    <a:schemeClr val="accent4">
                      <a:lumMod val="40000"/>
                      <a:lumOff val="60000"/>
                    </a:schemeClr>
                  </a:solidFill>
                </a:endParaRPr>
              </a:p>
              <a:p>
                <a:endParaRPr lang="en-US" dirty="0">
                  <a:solidFill>
                    <a:schemeClr val="accent4">
                      <a:lumMod val="40000"/>
                      <a:lumOff val="6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rPr>
                  <a:t>2)   Sum of probabilities = 1:</a:t>
                </a:r>
                <a:endParaRPr lang="en-US" dirty="0">
                  <a:solidFill>
                    <a:schemeClr val="accent4">
                      <a:lumMod val="40000"/>
                      <a:lumOff val="6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i="1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ar-AE" i="1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nary>
                      <m:d>
                        <m:dPr>
                          <m:ctrlPr>
                            <a:rPr lang="ar-AE" i="1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ar-AE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i="1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dirty="0">
                  <a:solidFill>
                    <a:schemeClr val="accent4">
                      <a:lumMod val="40000"/>
                      <a:lumOff val="6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CDFC057-803C-D629-F1CB-F7A533C15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" y="1284607"/>
                <a:ext cx="11937492" cy="4642489"/>
              </a:xfrm>
              <a:prstGeom prst="rect">
                <a:avLst/>
              </a:prstGeom>
              <a:blipFill>
                <a:blip r:embed="rId2"/>
                <a:stretch>
                  <a:fillRect l="-460" t="-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991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D0021-7FA5-5FE2-B4CF-B43025887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BC79276-9104-13F3-81EC-B579BA0CA425}"/>
              </a:ext>
            </a:extLst>
          </p:cNvPr>
          <p:cNvSpPr txBox="1"/>
          <p:nvPr/>
        </p:nvSpPr>
        <p:spPr>
          <a:xfrm>
            <a:off x="301752" y="802886"/>
            <a:ext cx="82158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1. Discrete Probability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43C4E3C-474B-08B7-8F54-359B419D963B}"/>
                  </a:ext>
                </a:extLst>
              </p:cNvPr>
              <p:cNvSpPr txBox="1"/>
              <p:nvPr/>
            </p:nvSpPr>
            <p:spPr>
              <a:xfrm>
                <a:off x="96012" y="1284607"/>
                <a:ext cx="11937492" cy="47566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Quick overview of few types: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Binomial Distribution: Number of successes in n trials </a:t>
                </a:r>
              </a:p>
              <a:p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Example1: You roll a fair die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once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and check if you get an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even number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(2, 4, or 6).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Success = getting an even number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Probability of success,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ar-AE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Number of trials,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Here, the number of trials is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and the possible number of successes is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0 or 1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Example2: You draw a card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twice with replacement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from a standard deck of 52 cards, and you check whether you get the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Ace of Hearts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each time.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Success = drawing the Ace of Hearts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Probability of success,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den>
                    </m:f>
                  </m:oMath>
                </a14:m>
                <a:endParaRPr lang="ar-AE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Number of trials,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Here, the number of trials is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and the number of successes (drawing Ace of Hearts) can be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0, 1, or 2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43C4E3C-474B-08B7-8F54-359B419D9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" y="1284607"/>
                <a:ext cx="11937492" cy="4756623"/>
              </a:xfrm>
              <a:prstGeom prst="rect">
                <a:avLst/>
              </a:prstGeom>
              <a:blipFill>
                <a:blip r:embed="rId2"/>
                <a:stretch>
                  <a:fillRect l="-460" t="-769" b="-1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BFC19F4-62D3-2F94-235A-6BFC739A8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5639" y="1562186"/>
            <a:ext cx="1269707" cy="11991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8D9F94-F8B3-832A-703A-448C3E2FB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403" y="4645151"/>
            <a:ext cx="2020672" cy="833847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981B7BB-D0F7-06C8-5915-86D74AF97DAC}"/>
              </a:ext>
            </a:extLst>
          </p:cNvPr>
          <p:cNvSpPr txBox="1">
            <a:spLocks/>
          </p:cNvSpPr>
          <p:nvPr/>
        </p:nvSpPr>
        <p:spPr>
          <a:xfrm>
            <a:off x="301752" y="191389"/>
            <a:ext cx="11052048" cy="6041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/>
              <a:t>2 Types of Probability Distribution Functions: Discrete and Continuous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80263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3D4AA-CD13-99D4-49E9-DE6267495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6D38834-AF56-6057-DAB6-93879956667B}"/>
              </a:ext>
            </a:extLst>
          </p:cNvPr>
          <p:cNvSpPr txBox="1"/>
          <p:nvPr/>
        </p:nvSpPr>
        <p:spPr>
          <a:xfrm>
            <a:off x="301752" y="802886"/>
            <a:ext cx="82158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1. Discrete Probability Distribution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4D09CB-7EC3-3CE1-2645-193B1F797CF5}"/>
              </a:ext>
            </a:extLst>
          </p:cNvPr>
          <p:cNvSpPr txBox="1"/>
          <p:nvPr/>
        </p:nvSpPr>
        <p:spPr>
          <a:xfrm>
            <a:off x="96012" y="1284607"/>
            <a:ext cx="1193749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Quick overview of few types:</a:t>
            </a: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Uniform Discrete Distribution: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All outcomes are equally likely.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Choosing a student from a class of 5. Probability of  picking student C = 1/5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6EFFEF-DB36-9886-AA15-25F3CEB3C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779" y="4449173"/>
            <a:ext cx="2148012" cy="12420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DE45F4E-4480-B271-7A47-20E410B1C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636" y="1407380"/>
            <a:ext cx="2148012" cy="9469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E046766-02D0-1FE3-E483-58DEADC640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929" y="2812703"/>
            <a:ext cx="2164802" cy="103933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12B38C5-E43E-70CC-AD30-7F7274B08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9138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2 Types of Probability Distribution Functions: Discrete and Continuous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28626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593</TotalTime>
  <Words>346</Words>
  <Application>Microsoft Office PowerPoint</Application>
  <PresentationFormat>Widescreen</PresentationFormat>
  <Paragraphs>37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2 Types of Probability Distribution Functions: Discrete and Continuous</vt:lpstr>
      <vt:lpstr>PowerPoint Presentation</vt:lpstr>
      <vt:lpstr>2 Types of Probability Distribution Functions: Discrete and Continuous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115</cp:revision>
  <dcterms:created xsi:type="dcterms:W3CDTF">2025-09-22T02:44:38Z</dcterms:created>
  <dcterms:modified xsi:type="dcterms:W3CDTF">2025-10-12T17:36:49Z</dcterms:modified>
</cp:coreProperties>
</file>