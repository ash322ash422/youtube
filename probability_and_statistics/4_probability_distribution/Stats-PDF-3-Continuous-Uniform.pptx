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9" r:id="rId2"/>
    <p:sldId id="286" r:id="rId3"/>
    <p:sldId id="283" r:id="rId4"/>
    <p:sldId id="285" r:id="rId5"/>
    <p:sldId id="280" r:id="rId6"/>
    <p:sldId id="282" r:id="rId7"/>
    <p:sldId id="275" r:id="rId8"/>
    <p:sldId id="287" r:id="rId9"/>
    <p:sldId id="288" r:id="rId10"/>
    <p:sldId id="289" r:id="rId11"/>
    <p:sldId id="28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1T20:13:10.3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61 48 5344 0 0,'0'0'-366'0'0,"6"2"-1429"0"0,20 5 1796 0 0,-20-6 19 0 0,36 20 16 0 0,-25-1-34 0 0,-15-19-4 0 0,-1 0 6 0 0,0 0 0 0 0,0 0 0 0 0,0 0 0 0 0,-1 0 1 0 0,1 0-1 0 0,0 0 0 0 0,0 0 0 0 0,0 0 0 0 0,-1 0 0 0 0,1 0 1 0 0,-1 0-1 0 0,1 0 0 0 0,-1 1 0 0 0,1-1 0 0 0,-1 0 1 0 0,0 0-1 0 0,1 1 0 0 0,-1-1 0 0 0,0 2 0 0 0,4 23 655 0 0,-4-24-573 0 0,-20 36 624 0 0,-11 7-356 0 0,30-44-312 0 0,0 1 1 0 0,0-1-1 0 0,0 0 1 0 0,-1 1 0 0 0,1-1-1 0 0,0 0 1 0 0,-1 0 0 0 0,1 0 0 0 0,-1 0-1 0 0,1 0 1 0 0,-1 0 0 0 0,1 0-1 0 0,-1-1 1 0 0,-1 2 0 0 0,-12 7 170 0 0,-20 6 217 0 0,-11-10 110 0 0,40-7-181 0 0,24-7-198 0 0,-12 7-151 0 0,-2 1 43 0 0,1 0-1 0 0,-1-1 1 0 0,0 1-1 0 0,0-1 0 0 0,0 0 1 0 0,0 0-1 0 0,-1-1 0 0 0,1 1 1 0 0,-1-1-1 0 0,1 0 1 0 0,-1 0-1 0 0,6-6 0 0 0,-2 2 323 0 0,-6 6-303 0 0,22-32 276 0 0,0-7 391 0 0,-22 39-693 0 0,8-28 753 0 0,-2-7-551 0 0,-7 34-202 0 0,-2-34 28 0 0,2 30-71 0 0,0 4 17 0 0,-8-23 15 0 0,7 23-38 0 0,0 1-3 0 0,-2-4 1 0 0,2 3 14 0 0,-3-3 64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5D46CA-DADD-48B7-9585-0545AF96B2B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34005-00D7-48C2-A164-94768CDBC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48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1CDF4-536B-2C6B-CCF9-B2D02B76A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A1610B5-6E4A-9B7C-EF34-5156351B0CA2}"/>
              </a:ext>
            </a:extLst>
          </p:cNvPr>
          <p:cNvSpPr txBox="1"/>
          <p:nvPr/>
        </p:nvSpPr>
        <p:spPr>
          <a:xfrm>
            <a:off x="96012" y="1357759"/>
            <a:ext cx="1144371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Problem1: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spin a fair wheel that can stop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anywhere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between 0 and 1 then what is the probability that it stops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exactly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at 0.5 ?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Problem2: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arrive at a bus stop where buses come every 10 minutes. What’s the probability that you’ll wait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exactly 5 minutes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the next bus?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43AF280B-F12F-163D-02FB-8B083DADB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Uniform Distribution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14983A9-3133-DA7D-71E8-D0FCC27D3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632" y="49440"/>
            <a:ext cx="1884415" cy="107189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D5F1D37-B91C-3D5A-CB99-933C68589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3" y="2052189"/>
            <a:ext cx="2502408" cy="22392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AB3A3C-9121-4E06-5803-AB1C18A8B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935" y="4050793"/>
            <a:ext cx="3005344" cy="116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728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B2D46-81E6-01BE-FD7A-95FA556BF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2C102E5-B9A7-C774-8725-E9A9A1C10507}"/>
              </a:ext>
            </a:extLst>
          </p:cNvPr>
          <p:cNvSpPr txBox="1"/>
          <p:nvPr/>
        </p:nvSpPr>
        <p:spPr>
          <a:xfrm>
            <a:off x="96012" y="818263"/>
            <a:ext cx="1144371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generally refers to continuous distribution.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Uniform Distribution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probability distribution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which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outcomes are equally likely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within a given range. </a:t>
            </a:r>
          </a:p>
          <a:p>
            <a:pPr algn="ctr"/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other words, all intervals of equal length within [a, b] are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equally likely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The total area under curve = 1   (True for all PDF)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The PDF is given by,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The probability of x1 &lt;  X &lt; x2 is the area between curve and x1 and x2: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B3ADEC93-F57B-F8DB-63FC-05137F91B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Uniform Distribution: Theory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55AF41-6AD3-14E1-4DBA-17D9380DD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520" y="3761845"/>
            <a:ext cx="3443480" cy="11082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BDECC6-A078-20FC-3BEA-6C69E7716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915" y="5981117"/>
            <a:ext cx="3443033" cy="5914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067B86-A160-1638-4313-CDC82319F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874" y="2719498"/>
            <a:ext cx="4829478" cy="27471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63527F6-0E23-C027-6414-A92E51E29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016" y="191389"/>
            <a:ext cx="1884415" cy="107189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14D41C2-4FAF-D58F-F75A-FB50417BD373}"/>
                  </a:ext>
                </a:extLst>
              </p14:cNvPr>
              <p14:cNvContentPartPr/>
              <p14:nvPr/>
            </p14:nvContentPartPr>
            <p14:xfrm>
              <a:off x="9585504" y="4093056"/>
              <a:ext cx="63360" cy="101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14D41C2-4FAF-D58F-F75A-FB50417BD3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67864" y="4075416"/>
                <a:ext cx="99000" cy="13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5154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230335-2782-8D63-2F4D-96C285E5B99E}"/>
                  </a:ext>
                </a:extLst>
              </p:cNvPr>
              <p:cNvSpPr txBox="1"/>
              <p:nvPr/>
            </p:nvSpPr>
            <p:spPr>
              <a:xfrm>
                <a:off x="603504" y="1417320"/>
                <a:ext cx="10750296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common notation that is used for a random variable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that follows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uniform distribution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between two values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and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is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400" b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400" b="1" i="0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U (a, b)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400" b="1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sz="24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Uniform(a, b)</a:t>
                </a: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230335-2782-8D63-2F4D-96C285E5B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04" y="1417320"/>
                <a:ext cx="10750296" cy="1569660"/>
              </a:xfrm>
              <a:prstGeom prst="rect">
                <a:avLst/>
              </a:prstGeom>
              <a:blipFill>
                <a:blip r:embed="rId2"/>
                <a:stretch>
                  <a:fillRect l="-850" t="-3113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A3839A2-878B-3088-6FFC-09CB25917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016" y="191389"/>
            <a:ext cx="1884415" cy="107189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31ED334-78C7-03D0-3154-C2B840999C4E}"/>
              </a:ext>
            </a:extLst>
          </p:cNvPr>
          <p:cNvSpPr txBox="1">
            <a:spLocks/>
          </p:cNvSpPr>
          <p:nvPr/>
        </p:nvSpPr>
        <p:spPr>
          <a:xfrm>
            <a:off x="301752" y="191389"/>
            <a:ext cx="11052048" cy="6041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/>
              <a:t>Uniform Distribution: Theory</a:t>
            </a:r>
            <a:endParaRPr lang="en-US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EDEE5D-2554-4485-2416-05A916E22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34418"/>
            <a:ext cx="5120470" cy="29126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076323-BDC6-54BA-2AD5-48C6F4669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149" y="4289001"/>
            <a:ext cx="4544434" cy="146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218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8D591-91AC-F075-A246-FF86AC18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E14B103-38DD-C185-D901-204C22A38C58}"/>
              </a:ext>
            </a:extLst>
          </p:cNvPr>
          <p:cNvSpPr txBox="1"/>
          <p:nvPr/>
        </p:nvSpPr>
        <p:spPr>
          <a:xfrm>
            <a:off x="96012" y="681103"/>
            <a:ext cx="1144371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spin a fair wheel that can stop anywhere between 0 and 1 with uniform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probability distribution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Uniform(0, 1)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then what is the probability that it stops </a:t>
            </a:r>
          </a:p>
          <a:p>
            <a:pPr marL="342900" indent="-3429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Between 0.1 and 0.3</a:t>
            </a:r>
          </a:p>
          <a:p>
            <a:pPr marL="342900" indent="-3429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Between 0.4 and 0.6</a:t>
            </a:r>
          </a:p>
          <a:p>
            <a:pPr marL="342900" indent="-3429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Exactly at 0.5</a:t>
            </a:r>
          </a:p>
          <a:p>
            <a:pPr marL="342900" indent="-342900">
              <a:buAutoNum type="alphaLcParenR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First we find PDF f(x). That’s derived easily using formula.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P( 0.1 &lt; X &lt; 0.3 )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Area between x = 0.1 and 0.3 under the PDF curve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(0.3 – 0.1) x  (1)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0.20 = 20 %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P( 0.4 &lt; X &lt; 0.6 )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Area between x = 0.4 and 0.6 under the PDF curve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(0.6 – 0.4) x  (1)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0.20 = 20 %      (same as above)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P( X = 0.5 ) 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Area between x = 0.5 and 0.5 under the PDF curve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(0.5 – 0.5) x  (1) = 0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DF3B6EA-70B2-2A46-48EC-473D075C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5085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Uniform Distribution: Applications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6B307F-D84A-EB98-1C06-062CBAF43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202" y="45085"/>
            <a:ext cx="1426463" cy="8114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D44F3E-C973-6467-F7DD-970B9E5B5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1426490"/>
            <a:ext cx="2337403" cy="20916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2E41A5-C62E-FCCE-9901-F28BDC577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602560"/>
            <a:ext cx="5684320" cy="293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95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F226A-AC00-2571-AC5A-B524A84C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D40B92A-0403-9C77-6699-4996CCE45758}"/>
              </a:ext>
            </a:extLst>
          </p:cNvPr>
          <p:cNvSpPr txBox="1"/>
          <p:nvPr/>
        </p:nvSpPr>
        <p:spPr>
          <a:xfrm>
            <a:off x="96012" y="900559"/>
            <a:ext cx="101086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Imagine a bus that runs every 10 minutes, and you arrive randomly at the bus stop. Your waiting time X follows a Uniform(0, 10) distribution, i.e. you could wait anywhere between 0 and 10 minutes with equal probability. After arriving at bus stop, what is the probability that you wait </a:t>
            </a:r>
          </a:p>
          <a:p>
            <a:pPr marL="342900" indent="-3429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Less than 2 minutes</a:t>
            </a:r>
          </a:p>
          <a:p>
            <a:pPr marL="342900" indent="-3429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than 4 minutes</a:t>
            </a:r>
          </a:p>
          <a:p>
            <a:pPr marL="342900" indent="-3429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Between 7 and 9 minutes</a:t>
            </a:r>
          </a:p>
          <a:p>
            <a:pPr marL="342900" indent="-342900">
              <a:buFontTx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Between 5 and 12 minutes</a:t>
            </a:r>
          </a:p>
          <a:p>
            <a:pPr marL="342900" indent="-342900">
              <a:buFontTx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Between 11 and 12 minutes</a:t>
            </a:r>
          </a:p>
          <a:p>
            <a:pPr marL="342900" indent="-3429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Exactly 5 minutes</a:t>
            </a:r>
          </a:p>
          <a:p>
            <a:pPr marL="342900" indent="-342900">
              <a:buAutoNum type="alphaLcParenR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First we find PDF f(x).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P(0 &lt; X &lt; 2)     = Area between 0 and 2      = 0.1 x 2 = 0.2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P(4 &lt; X &lt; 10)   = Area between 4 and 10   = 0.1 x 6 = 0.6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P(7 &lt; X &lt; 9)      = Area between 7 and 9     = 0.1 x 2 = 0.2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d) P(5 &lt; X &lt; 12)   = Area between 5 and 12   = 0.1 x 5 = 0.5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P(11 &lt; X &lt; 12) = Area between 11 and 12 = 0    x 1 = 0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d) P(X = 5 )          = Area between 5 and 5      = 0.1 x 0 = 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94F656-26FE-663E-A508-8D825F1B6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308" y="2696154"/>
            <a:ext cx="8377692" cy="18582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03CFE2-9DAF-46F9-2595-819575B6A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529" y="1335802"/>
            <a:ext cx="1537222" cy="5935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FC5E9B-20EF-BC4C-78FD-28B6177B3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579" y="50945"/>
            <a:ext cx="1547950" cy="88050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E88E376-2161-2539-7EEA-CF467B15B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Uniform Distribution: Applications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20978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2ACC7-46A1-9AF9-1577-70BDB22DA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/>
              <a:t>EXTRA</a:t>
            </a:r>
          </a:p>
        </p:txBody>
      </p:sp>
    </p:spTree>
    <p:extLst>
      <p:ext uri="{BB962C8B-B14F-4D97-AF65-F5344CB8AC3E}">
        <p14:creationId xmlns:p14="http://schemas.microsoft.com/office/powerpoint/2010/main" val="3288724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48755-7BD9-7F4D-29BE-17E020E54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7425C7D-6CEB-0645-E4E2-285653D9DDB8}"/>
              </a:ext>
            </a:extLst>
          </p:cNvPr>
          <p:cNvSpPr txBox="1"/>
          <p:nvPr/>
        </p:nvSpPr>
        <p:spPr>
          <a:xfrm>
            <a:off x="96012" y="1120015"/>
            <a:ext cx="1105204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voltage sensor reads values with random noise, X,  that can vary between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–0.5 V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+0.5 V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There is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bias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every noise value within this range is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equally likely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probability that a reading has noise  </a:t>
            </a:r>
          </a:p>
          <a:p>
            <a:pPr marL="342900" indent="-3429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is below -0.25 V</a:t>
            </a:r>
          </a:p>
          <a:p>
            <a:pPr marL="342900" indent="-3429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is above + 0.3 V</a:t>
            </a:r>
          </a:p>
          <a:p>
            <a:pPr marL="342900" indent="-3429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is between –0.2 V and + 0.2 V</a:t>
            </a:r>
          </a:p>
          <a:p>
            <a:pPr marL="342900" indent="-3429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is exactly 0.4 V</a:t>
            </a:r>
          </a:p>
          <a:p>
            <a:pPr marL="342900" indent="-342900">
              <a:buAutoNum type="alphaLcParenR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First we find PDF f(x).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every noise value within the  range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equally likely,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 the noise is uniformly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distributed.</a:t>
            </a:r>
          </a:p>
          <a:p>
            <a:pPr marL="342900" indent="-3429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 -0.5 &lt; X &lt; -0.25)  = Area between -0.50 and -0.25 = 1 x 0.25 = 0.25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 P(0.3 &lt; X &lt; 0.5)        = Area between 0.3 and 0.5        = 1 x 0.20 = 0.20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 P(-0.2 &lt; X &lt; +0.2)     = Area between -0.2 and +0.2    = 1 x 0.40 = 0.40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d)  P(X = 0.4 )                 = Area between 0.4 and 0.4        = 1 x 0      = 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DB373-55B4-09DC-748C-E222445B3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266" y="3183195"/>
            <a:ext cx="7137438" cy="160826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4FAAB82-6947-D002-FDE8-48A6D86CA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Uniform Distribution: Applications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17E99D-B6ED-AAA0-2F3F-AAB15C315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016" y="63373"/>
            <a:ext cx="1884415" cy="10718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6F16DB-E6AE-8529-0F35-DCB53D475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010" y="1459758"/>
            <a:ext cx="1646529" cy="129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198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B223D-7380-785E-FAEC-CACAB27DC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1143FA-24E1-BC4F-9DA7-DB905F3304BE}"/>
                  </a:ext>
                </a:extLst>
              </p:cNvPr>
              <p:cNvSpPr txBox="1"/>
              <p:nvPr/>
            </p:nvSpPr>
            <p:spPr>
              <a:xfrm>
                <a:off x="96012" y="882271"/>
                <a:ext cx="11443716" cy="563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 municipal water lab collects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one random sample per day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 Due to staffing, samples are taken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uniformly at random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during two separate windows: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Either between 6:00 AM to 8:00 AM  or between 10:00 AM to 12:00AM.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time (in hours) that the sample is taken. If you are given a sample then what is the probability the sample was taken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between 6:30 AM and 10:30 AM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?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First we find PDF f(x). Since we know the total area under PDF is 1 and the intervals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are [6, 8] U [10, 12], using simple geometry we find the equation for f(x).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P( 6:30AM &lt; X &lt; 10:30 AM )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Area under the curve between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6:30AM  and 10:30 AM 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1.5 x ¼   + 0.5 x ¼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0.5 = 50%</a:t>
                </a:r>
              </a:p>
              <a:p>
                <a:endParaRPr lang="ar-AE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1143FA-24E1-BC4F-9DA7-DB905F330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" y="882271"/>
                <a:ext cx="11443716" cy="5632311"/>
              </a:xfrm>
              <a:prstGeom prst="rect">
                <a:avLst/>
              </a:prstGeom>
              <a:blipFill>
                <a:blip r:embed="rId2"/>
                <a:stretch>
                  <a:fillRect l="-586" t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itle 1">
            <a:extLst>
              <a:ext uri="{FF2B5EF4-FFF2-40B4-BE49-F238E27FC236}">
                <a16:creationId xmlns:a16="http://schemas.microsoft.com/office/drawing/2014/main" id="{C9E9EF92-25DD-E158-644A-192379E7C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Uniform Distribution: Applications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F8B667-F485-7AAD-DC45-E854ABDB9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1499615" cy="8530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607C35-B055-D0EF-1CB0-989246BBC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852315"/>
            <a:ext cx="7532756" cy="251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399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E0A3A-CE55-F2D5-71C9-B459B16D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C5910A-4920-31EB-0305-044CB6123CFC}"/>
                  </a:ext>
                </a:extLst>
              </p:cNvPr>
              <p:cNvSpPr txBox="1"/>
              <p:nvPr/>
            </p:nvSpPr>
            <p:spPr>
              <a:xfrm>
                <a:off x="96012" y="882271"/>
                <a:ext cx="11443716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ADVANCED: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 municipal water lab collects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one random sample per day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 Due to staffing, samples are taken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uniformly at random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during two separate windows: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Either between 6:00 AM to 8:00 AM with 90% chance or between 10:00 AM to 12:00AM with 10% chance. 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time (in hours) that the sample is taken. If you are given a sample then what is the probability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a) the sample was taken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between 6:30 AM and 8:00 AM ?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b) the sample was taken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between 6:30 AM and 10:30 AM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?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c) the sample was taken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between 5:00 AM and 1:00 PM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?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First, we calculate the height of f(x) for the 2 intervals [6, 8] and [10, 12]. Since we know the total area under PDF is 1, the area under interval [6, 8] is 0.9 and the area under interval [10, 12] is 0.1, using simple geometry we find c1 = 0.45 and c2=0.05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C5910A-4920-31EB-0305-044CB6123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" y="882271"/>
                <a:ext cx="11443716" cy="3785652"/>
              </a:xfrm>
              <a:prstGeom prst="rect">
                <a:avLst/>
              </a:prstGeom>
              <a:blipFill>
                <a:blip r:embed="rId2"/>
                <a:stretch>
                  <a:fillRect l="-586" t="-966" r="-906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itle 1">
            <a:extLst>
              <a:ext uri="{FF2B5EF4-FFF2-40B4-BE49-F238E27FC236}">
                <a16:creationId xmlns:a16="http://schemas.microsoft.com/office/drawing/2014/main" id="{2F9A46CC-721A-C1F8-2278-DF1FE93AC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Uniform Distribution: Applications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D677CD-C636-EE0A-AAF9-D57CDE965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1499615" cy="8530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E5E997-A0F1-BA22-FBF7-E60C3195D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4759746"/>
            <a:ext cx="3517392" cy="19068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20A3FE-2D5A-5582-E082-40AA0A875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4015713"/>
            <a:ext cx="6591300" cy="258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17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AE227-5D83-AD1C-91EE-BC49354CD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CF589F4-40F1-26EE-8010-BEF4E5EEF60E}"/>
              </a:ext>
            </a:extLst>
          </p:cNvPr>
          <p:cNvSpPr txBox="1"/>
          <p:nvPr/>
        </p:nvSpPr>
        <p:spPr>
          <a:xfrm>
            <a:off x="96012" y="882271"/>
            <a:ext cx="1144371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Continued…..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P( 6:30AM &lt; X &lt; 8:00 AM 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= Area under the curve between 6:30 AM  and 8:00 AM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= 1.5 x 0.45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= 0.675 = 67.5 %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P( 6:30AM &lt; X &lt; 10:30 AM 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Area under the curve between 6:30 and 8:00 AM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+ Area under the curve between 10:00 and 10:30 AM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1.5 x 0.45   + 0.5 x 0.05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0.7 = 70%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P(5:00 AM &lt; X &lt; 1:00 PM 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Area under the curve between 5:00 AM  and 1:00 PM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(2 x 0.45)   + (2 x 0.05)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1.00 = 100 %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0CCD416-FB94-1029-18AC-B285C3F5C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Uniform Distribution: Applications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DFC0A-BB1C-B7F0-13C8-5FD4387FD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1499615" cy="8530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DE4F71-5D68-0DF3-C956-2DAA8C2EF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07" y="2194560"/>
            <a:ext cx="6070181" cy="238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52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B7CF7-4972-7567-2C1E-C7B7174E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E8729-7654-30FD-DC55-FBFD67B46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D9F17A-C0EC-9F10-37FE-0E60845D9BA8}"/>
              </a:ext>
            </a:extLst>
          </p:cNvPr>
          <p:cNvSpPr txBox="1"/>
          <p:nvPr/>
        </p:nvSpPr>
        <p:spPr>
          <a:xfrm>
            <a:off x="301752" y="1667548"/>
            <a:ext cx="1159459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Simulation and Random Sampling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random number generators produce numbers using a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Uniform(0,1)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distribution.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as a base to generate other distributions (like normal, exponential, etc.).</a:t>
            </a:r>
          </a:p>
          <a:p>
            <a:pPr lvl="1"/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Modeling Equal-Likelihood Scenarios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every value within a range is equally possible.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Randomly picking a number between 1 and 10.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bus that can arrive anytime within a 10-minute window.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Monte Carlo Methods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Uniformly distributed random numbers are used in simulations and numerical integrations.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Quality Control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 machine produces items uniformly within tolerance limits, the thickness or weight may be modeled by a uniform distribution.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BE33302-E1DA-35A6-3D20-BA90DBC3CC8E}"/>
              </a:ext>
            </a:extLst>
          </p:cNvPr>
          <p:cNvSpPr txBox="1">
            <a:spLocks/>
          </p:cNvSpPr>
          <p:nvPr/>
        </p:nvSpPr>
        <p:spPr>
          <a:xfrm>
            <a:off x="301752" y="191389"/>
            <a:ext cx="11052048" cy="6041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Uniform Distribution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80691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1593</TotalTime>
  <Words>1399</Words>
  <Application>Microsoft Office PowerPoint</Application>
  <PresentationFormat>Widescreen</PresentationFormat>
  <Paragraphs>146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Uniform Distribution</vt:lpstr>
      <vt:lpstr>Uniform Distribution: Theory</vt:lpstr>
      <vt:lpstr>PowerPoint Presentation</vt:lpstr>
      <vt:lpstr>Uniform Distribution: Applications</vt:lpstr>
      <vt:lpstr>Uniform Distribution: Applications</vt:lpstr>
      <vt:lpstr>EXTRA</vt:lpstr>
      <vt:lpstr>Uniform Distribution: Applications</vt:lpstr>
      <vt:lpstr>Uniform Distribution: Applications</vt:lpstr>
      <vt:lpstr>Uniform Distribution: Applications</vt:lpstr>
      <vt:lpstr>Uniform Distribution: Applications</vt:lpstr>
      <vt:lpstr>Use case: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244</cp:revision>
  <dcterms:created xsi:type="dcterms:W3CDTF">2025-09-22T02:44:38Z</dcterms:created>
  <dcterms:modified xsi:type="dcterms:W3CDTF">2025-10-12T12:03:40Z</dcterms:modified>
</cp:coreProperties>
</file>