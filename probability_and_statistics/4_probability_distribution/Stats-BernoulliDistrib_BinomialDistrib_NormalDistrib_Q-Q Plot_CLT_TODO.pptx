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5" r:id="rId4"/>
    <p:sldId id="261" r:id="rId5"/>
    <p:sldId id="262" r:id="rId6"/>
    <p:sldId id="281" r:id="rId7"/>
    <p:sldId id="282" r:id="rId8"/>
    <p:sldId id="263" r:id="rId9"/>
    <p:sldId id="260" r:id="rId10"/>
    <p:sldId id="266" r:id="rId11"/>
    <p:sldId id="267" r:id="rId12"/>
    <p:sldId id="25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13.22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24 111 4988 0 0,'0'0'600'0'0,"-16"4"838"0"0,8-5-975 0 0,12 1-197 0 0,27 0-141 0 0,49 4-173 0 0,471 1 108 0 0,-316-1-38 0 0,-74 1-5 0 0,-91-5-7 0 0,47 1 11 0 0,148-18 0 0 0,75-12-58 0 0,-240 23 26 0 0,687-15 62 0 0,-587 19-77 0 0,237 6 41 0 0,-234-6-15 0 0,-75-1 13 0 0,457-13-30 0 0,199 5 15 0 0,-491-4 24 0 0,-165 6-57 0 0,329 3-16 0 0,-275 8 41 0 0,569 16-3 0 0,-626-19 2 0 0,174 5-20 0 0,-221-2 26 0 0,128 7-20 0 0,-155-6 22 0 0,1048 27-45 0 0,-995-30 109 0 0,253 4 204 0 0,-248-1-182 0 0,75 6 1081 0 0,-105-7-77 0 0,-76-1-1016 0 0,30 1 23 0 0,-34-16-3027 0 0,-26-12 15 0 0,-4 3 41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19.52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4431 6097 0 0,'0'0'-326'0'0,"5"1"-744"0"0,-5 0 1075 0 0,0-1 1 0 0,1 0-1 0 0,-1 0 0 0 0,0 0 1 0 0,0 0-1 0 0,0 1 1 0 0,0-1-1 0 0,0 0 0 0 0,0 0 1 0 0,0 0-1 0 0,0 1 0 0 0,0-1 1 0 0,0 0-1 0 0,0 0 0 0 0,0 0 1 0 0,0 1-1 0 0,0-1 0 0 0,0 0 1 0 0,0 0-1 0 0,0 0 0 0 0,0 0 1 0 0,0 1-1 0 0,0-1 1 0 0,0 0-1 0 0,0 0 0 0 0,0 0 1 0 0,0 1-1 0 0,-1-1 0 0 0,1 0 1 0 0,0 0-1 0 0,0 0 0 0 0,0 0 1 0 0,0 1-1 0 0,169-46 118 0 0,51-4-49 0 0,-128 18 209 0 0,-2-5 0 0 0,-1-3-1 0 0,136-81 1 0 0,-36-1 435 0 0,-156 97-464 0 0,-1-1-1 0 0,-1-2 1 0 0,39-44-1 0 0,-38 38-101 0 0,37-31 0 0 0,0 1 59 0 0,-28 22-15 0 0,-2-1-1 0 0,-3-3 1 0 0,-1-1-1 0 0,31-53 1 0 0,21-57 410 0 0,-13 13-70 0 0,-7 1 67 0 0,-54 118-519 0 0,-1 0 0 0 0,11-33 0 0 0,9-21 198 0 0,-23 58-196 0 0,-2 1 1 0 0,7-25-1 0 0,6-18 69 0 0,20-43 82 0 0,36-81 147 0 0,20-17-132 0 0,-37 83-215 0 0,16-28-6 0 0,-57 117 12 0 0,18-50 0 0 0,8-13 54 0 0,73-92-62 0 0,-37 64-1 0 0,-23 20-38 0 0,21-32 47 0 0,-62 107-1 0 0,-1-1-1 0 0,-2 0 1 0 0,12-37-1 0 0,-9 26-21 0 0,89-211 112 0 0,-95 225-140 0 0,24-41 0 0 0,-3 10 32 0 0,-21 39-51 0 0,0 0 1 0 0,2 1 0 0 0,0 1 0 0 0,27-28 0 0 0,-19 22 2 0 0,5-3-3 0 0,1 0 1 0 0,54-38-1 0 0,-22 21 25 0 0,-24 18-20 0 0,1 2 1 0 0,1 2-1 0 0,75-29 1 0 0,67-29-26 0 0,-142 61 35 0 0,0 2-1 0 0,2 2 1 0 0,-1 1 0 0 0,2 2-1 0 0,-1 2 1 0 0,1 1-1 0 0,53-1 1 0 0,-41 5-41 0 0,96 8 1 0 0,-46 6 25 0 0,-25 2-8 0 0,0 3 1 0 0,-1 3-1 0 0,96 39 1 0 0,-127-43 17 0 0,-23-8 3 0 0,15 4-58 0 0,0 2 1 0 0,-1 1-1 0 0,61 38 1 0 0,-72-37 67 0 0,219 150-134 0 0,-192-124 111 0 0,-2 3-1 0 0,-2 1 1 0 0,47 61-1 0 0,-49-51 5 0 0,47 79 0 0 0,-36-47 23 0 0,-15-26 2 0 0,54 112 1 0 0,-58-94 1 0 0,91 145 0 0 0,4-9-73 0 0,52 62 24 0 0,85 106 117 0 0,-142-179-80 0 0,15 21-38 0 0,2-44 19 0 0,-11-14-17 0 0,-75-86 93 0 0,129 141 1 0 0,-157-190-54 0 0,38 53 0 0 0,-26-30-52 0 0,155 162-62 0 0,-23-54 83 0 0,-139-136 27 0 0,0-1 1 0 0,2-2-1 0 0,54 27 0 0 0,148 83 92 0 0,-124-73-66 0 0,-45-24 5 0 0,79 32-1 0 0,-109-52 71 0 0,-39-17-79 0 0,9 3 78 0 0,-15-38-7292 0 0,4 30 6787 0 0,-3-3 1 0 0,-9-13-2083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35.30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18 7 4948 0 0,'-13'-6'-302'0'0,"8"11"-361"0"0,10 23-569 0 0,-2-11 1472 0 0,8 63-368 0 0,-4-51-1372 0 0,-4-21 1009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35.72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 0 1872 0 0,'0'9'44'0'0,"-3"-2"0"0"0,3 5-24 0 0,8-5-40 0 0,2-2-600 0 0,3 2-140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37.02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42 530 1296 0 0,'-15'4'6383'0'0,"11"-11"-6265"0"0,0-1 0 0 0,1 1 0 0 0,0-1 1 0 0,0 0-1 0 0,0 0 0 0 0,1-1 0 0 0,1 1 1 0 0,-1 0-1 0 0,2-1 0 0 0,-1-13 0 0 0,7-100 172 0 0,-2 70-202 0 0,3-21 32 0 0,-4 36 361 0 0,0-65-1 0 0,-4 89-342 0 0,2-20-6098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37.46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33 317 6333 0 0,'0'0'-192'0'0,"-23"-29"390"0"0,21 21-51 0 0,0 0-1 0 0,0 0 1 0 0,1 0-1 0 0,0 0 1 0 0,0-1-1 0 0,1 1 1 0 0,1-11-1 0 0,-1 12-75 0 0,2-42 126 0 0,-1 30-148 0 0,0-1 0 0 0,-1 1 0 0 0,-4-25 0 0 0,2 15-1099 0 0,6 4-4019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37.85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14 374 5388 0 0,'-3'-33'-43'0'0,"0"13"296"0"0,1 0-1 0 0,1 0 1 0 0,0 0 0 0 0,3-22-1 0 0,-1-55 66 0 0,-7-10-3992 0 0,6 93 2278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38.24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1 229 4424 0 0,'15'-20'2014'0'0,"-13"-96"-1225"0"0,2 39-4775 0 0,-2 62 2601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38.56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8 196 4704 0 0,'0'0'290'0'0,"-7"-33"1523"0"0,12-38-2018 0 0,9-2-3429 0 0,-7 54 2522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38.76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50 163 4196 0 0,'-17'-30'534'0'0,"11"19"-439"0"0,1 1 1 0 0,1-2-1 0 0,0 1 1 0 0,-3-13-1 0 0,1-26-2668 0 0,6 35 1795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39.00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32 229 3544 0 0,'0'0'80'0'0,"-25"-42"1860"0"0,23 31-2149 0 0,0 1 1 0 0,1-1-1 0 0,0 0 1 0 0,0 0-1 0 0,1 0 1 0 0,1 0-1 0 0,0 1 0 0 0,0-1 1 0 0,1 0-1 0 0,0 1 1 0 0,1-1-1 0 0,0 1 1 0 0,1-1-1 0 0,6-11 1 0 0,-3 7-372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40.25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35 331 3148 0 0,'-9'1'5091'0'0,"3"-17"-4983"0"0,1-1 0 0 0,1 0 1 0 0,0 0-1 0 0,2 0 0 0 0,-1 0 0 0 0,2-26 1 0 0,0 12-1351 0 0,3 1 0 0 0,9-62 1 0 0,-5 74-456 0 0,-2 1-22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40.49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52 152 5040 0 0,'-19'-44'51'0'0,"12"33"-51"0"0,2-1 1 0 0,0-1-1 0 0,-5-17 0 0 0,5 0-2256 0 0,5 18 1276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40.74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33 192 4072 0 0,'-14'-53'505'0'0,"9"38"-315"0"0,1 0 0 0 0,-5-29 1 0 0,9 38-575 0 0,0 0 0 0 0,0 0 0 0 0,0 0 0 0 0,1 1 1 0 0,0-1-1 0 0,2-10 0 0 0,0 3-221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40.96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8 184 3540 0 0,'-3'-49'1662'0'0,"1"3"-638"0"0,0 33-1794 0 0,1 1-1 0 0,1-1 1 0 0,2-22 0 0 0,1 19-519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41.14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29 131 4664 0 0,'-12'-33'904'0'0,"-4"-19"-373"0"0,16 18-3503 0 0,2 23 1701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41.34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31 136 4528 0 0,'-13'-42'1477'0'0,"-2"-6"-982"0"0,13 16-3853 0 0,4 19 2072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41.52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21 161 4356 0 0,'5'-45'2317'0'0,"-5"31"-1642"0"0,1 4-517 0 0,-1 1 1 0 0,-1 0 0 0 0,0 0-1 0 0,-3-16 1 0 0,3 21-678 0 0,-1-1 0 0 0,1 1-1 0 0,-1 0 1 0 0,0 0 0 0 0,-1 0 0 0 0,1 0-1 0 0,-6-6 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23.36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6 5729 0 0,'0'-1'27'0'0,"0"1"1"0"0,0 0 0 0 0,0 0-1 0 0,0-1 1 0 0,0 1 0 0 0,1 0 0 0 0,-1 0-1 0 0,0 0 1 0 0,0 0 0 0 0,0-1-1 0 0,0 1 1 0 0,0 0 0 0 0,0 0 0 0 0,0 0-1 0 0,0-1 1 0 0,1 1 0 0 0,-1 0-1 0 0,0 0 1 0 0,0 0 0 0 0,0 0 0 0 0,0 0-1 0 0,1 0 1 0 0,-1-1 0 0 0,0 1-1 0 0,0 0 1 0 0,0 0 0 0 0,1 0 0 0 0,-1 0-1 0 0,0 0 1 0 0,0 0 0 0 0,0 0-1 0 0,1 0 1 0 0,-1 0 0 0 0,0 0 0 0 0,0 0-1 0 0,0 0 1 0 0,1 0 0 0 0,-1 0-1 0 0,0 0 1 0 0,0 0 0 0 0,0 0 0 0 0,1 0-1 0 0,-1 0 1 0 0,0 0 0 0 0,0 0 0 0 0,0 0-1 0 0,1 1 1 0 0,-1-1 0 0 0,0 0-1 0 0,0 0 1 0 0,0 0 0 0 0,0 0 0 0 0,0 0-1 0 0,1 0 1 0 0,-1 1 0 0 0,4 27-60 0 0,-2-1-1 0 0,-2 54 1 0 0,-1-48-4 0 0,2-1 1 0 0,5 42-1 0 0,25 83 19 0 0,9 63 102 0 0,-35-175-54 0 0,-1 0 1 0 0,-6 91-1 0 0,-6-26 65 0 0,5-92 3335 0 0,-2-38-2624 0 0,-5-47-530 0 0,-34-780 1213 0 0,41 806-1708 0 0,1 36-68 0 0,-1 23 221 0 0,3 39-387 0 0,1 0 1 0 0,13 77-1 0 0,-7-84-1024 0 0,5 4-3948 0 0,-7-40 2764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25.68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17 895 5853 0 0,'-10'9'-1103'0'0,"4"-6"1970"0"0,18-25-718 0 0,1 0 0 0 0,1 1 0 0 0,1 0 0 0 0,1 2 0 0 0,1-1 0 0 0,34-29-1 0 0,35-43 504 0 0,-1-14 217 0 0,-5-4-1 0 0,114-207 0 0 0,-146 225 366 0 0,-47 90-1194 0 0,6-7 68 0 0,-3 5-129 0 0,-4 7-314 0 0,-74 220 230 0 0,38-125 103 0 0,-28 125-1 0 0,60-205-5 0 0,1-11-22 0 0,1-1 1 0 0,0 1 0 0 0,1 0 0 0 0,0 0 0 0 0,0 0 0 0 0,0 1 0 0 0,1-1 0 0 0,0 0-1 0 0,1 9 1 0 0,0-15 26 0 0,0 0-1 0 0,0-1 1 0 0,0 1 0 0 0,0 0-1 0 0,0 0 1 0 0,0-1-1 0 0,0 1 1 0 0,0-1 0 0 0,0 1-1 0 0,0-1 1 0 0,0 1-1 0 0,0-1 1 0 0,0 0 0 0 0,0 1-1 0 0,1-1 1 0 0,-1 0-1 0 0,0 0 1 0 0,0 0 0 0 0,0 0-1 0 0,0 0 1 0 0,1 0-1 0 0,-1 0 1 0 0,0 0 0 0 0,0 0-1 0 0,0-1 1 0 0,0 1-1 0 0,1 0 1 0 0,-1-1 0 0 0,0 1-1 0 0,0-1 1 0 0,0 0-1 0 0,1 0 1 0 0,43-24-3 0 0,-37 20-2 0 0,46-34 91 0 0,-2-1 0 0 0,-1-3 0 0 0,-3-3 1 0 0,-1-1-1 0 0,43-58 0 0 0,-62 76 88 0 0,-27 27-182 0 0,-2 18-27 0 0,-1 0 29 0 0,-1-1-1 0 0,-1 1 1 0 0,0-1-1 0 0,-1 0 1 0 0,-14 29-1 0 0,11-24-10 0 0,0 1-1 0 0,-10 39 0 0 0,16-53-35 0 0,1 0-1 0 0,0 0 1 0 0,0 0 0 0 0,1 0 0 0 0,0 0 0 0 0,0 1 0 0 0,1-1-1 0 0,0 0 1 0 0,0 0 0 0 0,1 0 0 0 0,2 8 0 0 0,-2-12-174 0 0,-1 0 0 0 0,1 0 0 0 0,0 0 1 0 0,0 0-1 0 0,1 0 0 0 0,-1 0 0 0 0,1 0 0 0 0,-1-1 1 0 0,1 0-1 0 0,0 1 0 0 0,0-1 0 0 0,0 0 0 0 0,0 0 0 0 0,0 0 1 0 0,1-1-1 0 0,-1 1 0 0 0,0-1 0 0 0,1 0 0 0 0,-1 0 1 0 0,1 0-1 0 0,0 0 0 0 0,-1 0 0 0 0,6-1 0 0 0,9 1-2632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26.17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37 5 6365 0 0,'-24'5'-957'0'0,"11"-2"549"0"0,14-3 344 0 0,279-13-2190 0 0,-257 13 1428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26.42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1 115 3836 0 0,'95'-24'1286'0'0,"22"-4"-1094"0"0,92-29-3060 0 0,-193 52 2278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28.79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45 45 3416 0 0,'-11'-27'1452'0'0,"11"26"-1380"0"0,0 0 0 0 0,0 1 1 0 0,0-1-1 0 0,0 0 0 0 0,0 0 1 0 0,0 1-1 0 0,-1-1 1 0 0,1 0-1 0 0,0 1 0 0 0,0-1 1 0 0,-1 0-1 0 0,1 1 0 0 0,0-1 1 0 0,-1 0-1 0 0,1 1 0 0 0,-1-1 1 0 0,1 1-1 0 0,-1-1 0 0 0,1 1 1 0 0,-1-1-1 0 0,1 1 0 0 0,-1-1 1 0 0,1 1-1 0 0,-1-1 0 0 0,0 1 1 0 0,1 0-1 0 0,-1-1 0 0 0,0 1 1 0 0,1 0-1 0 0,-1 0 0 0 0,-1-1 1 0 0,-7 22 298 0 0,2 45-581 0 0,6 215 262 0 0,3-130 7 0 0,-6-15-133 0 0,4-134-180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29.86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90 56 5200 0 0,'-67'-11'-832'0'0,"64"10"902"0"0,-10-1 138 0 0,13 2-184 0 0,0 0 0 0 0,0 0 1 0 0,0 0-1 0 0,-1 0 0 0 0,1 0 0 0 0,0 0 0 0 0,0 0 1 0 0,0 0-1 0 0,-1 0 0 0 0,1 0 0 0 0,0 0 0 0 0,0 0 1 0 0,0 0-1 0 0,-1 0 0 0 0,1 0 0 0 0,0 0 0 0 0,0 0 1 0 0,0 0-1 0 0,-1 0 0 0 0,1 0 0 0 0,0 0 0 0 0,0 0 1 0 0,0 0-1 0 0,-1 0 0 0 0,1 0 0 0 0,0-1 0 0 0,0 1 1 0 0,0 0-1 0 0,0 0 0 0 0,-1 0 0 0 0,1 0 0 0 0,0 0 1 0 0,0-1-1 0 0,0 1 0 0 0,0 0 0 0 0,0 0 0 0 0,0 0 1 0 0,0-1-1 0 0,-1 1 0 0 0,1 0 0 0 0,0 0 0 0 0,0 0 1 0 0,0-1-1 0 0,0 1 0 0 0,0 0 0 0 0,0 0 0 0 0,0 0 1 0 0,0-1-1 0 0,0 1 0 0 0,0 0 0 0 0,0 0 0 0 0,0 0 1 0 0,0-1-1 0 0,0 1 0 0 0,1 0 0 0 0,50-10 18 0 0,1 2-1 0 0,0 3 1 0 0,61 1-1 0 0,24-1-3 0 0,-89 4-47 0 0,-44 0 14 0 0,49 0-90 0 0,-52 2 85 0 0,0 1-1 0 0,0 0 1 0 0,0 0 0 0 0,0-1-1 0 0,-1 1 1 0 0,1 0 0 0 0,-1 0-1 0 0,1 0 1 0 0,-1 0 0 0 0,1 0 0 0 0,-1 0-1 0 0,0 0 1 0 0,0 0 0 0 0,0 0-1 0 0,0 0 1 0 0,0 0 0 0 0,-1 0-1 0 0,1 0 1 0 0,-1 0 0 0 0,1 0 0 0 0,-1 0-1 0 0,0-1 1 0 0,-1 4 0 0 0,-18 49 8 0 0,-188 471 20 0 0,122-272 270 0 0,84-240-124 0 0,17-29-3376 0 0,-12 12 3223 0 0,9-11-1601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30.28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66 119 4512 0 0,'-59'-17'373'0'0,"56"16"-281"0"0,0 1 118 0 0,7-6 7 0 0,7-5-112 0 0,7 3-83 0 0,1 1 1 0 0,0 0 0 0 0,1 2 0 0 0,-1 0 0 0 0,1 2 0 0 0,34-3 0 0 0,-12 1 11 0 0,8-2-12 0 0,13-3 95 0 0,75-1 0 0 0,-136 11-107 0 0,11-2 137 0 0,12-1-3093 0 0,-19-1 1632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30.89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160 159 4256 0 0,'0'0'-98'0'0,"-1"-2"-24"0"0,-3-6 112 0 0,4 6 27 0 0,-2 0 0 0 0,0 1-1 0 0,0 0 1 0 0,1 0-1 0 0,-1 0 1 0 0,0 0-1 0 0,0 0 1 0 0,0 0-1 0 0,0 0 1 0 0,0 0-1 0 0,-1 1 1 0 0,1-1-1 0 0,0 1 1 0 0,0 0-1 0 0,0 0 1 0 0,0-1-1 0 0,-1 1 1 0 0,1 1-1 0 0,0-1 1 0 0,0 0-1 0 0,-3 1 1 0 0,-1 1-12 0 0,0 0 1 0 0,1 0-1 0 0,-1 0 0 0 0,0 1 1 0 0,1 0-1 0 0,0 0 0 0 0,-1 0 1 0 0,1 1-1 0 0,0 0 1 0 0,1 0-1 0 0,-1 0 0 0 0,1 0 1 0 0,0 1-1 0 0,0 0 1 0 0,0-1-1 0 0,0 2 0 0 0,1-1 1 0 0,0 0-1 0 0,0 1 0 0 0,1-1 1 0 0,-1 1-1 0 0,1 0 1 0 0,0 0-1 0 0,1 0 0 0 0,0 0 1 0 0,0 0-1 0 0,0 0 1 0 0,0 8-1 0 0,0-4 1 0 0,1 0 1 0 0,-1 0-1 0 0,2 0 0 0 0,0 0 1 0 0,0-1-1 0 0,0 1 0 0 0,1 0 1 0 0,1 0-1 0 0,0-1 1 0 0,0 1-1 0 0,1-1 0 0 0,0 0 1 0 0,0 0-1 0 0,1-1 0 0 0,1 1 1 0 0,-1-1-1 0 0,10 11 0 0 0,-6-11 66 0 0,0 0 0 0 0,1-1 0 0 0,-1 0 0 0 0,1-1 0 0 0,0 0 0 0 0,1 0 0 0 0,0-1 0 0 0,-1-1 0 0 0,2 0 0 0 0,-1 0 0 0 0,0-1 0 0 0,1 0 0 0 0,-1-1 0 0 0,1-1 0 0 0,0 0 0 0 0,0 0 0 0 0,0-1 0 0 0,-1-1 0 0 0,1 0 0 0 0,0 0 0 0 0,0-1 0 0 0,-1-1 0 0 0,1 0 0 0 0,-1 0 0 0 0,0-1 0 0 0,0-1 0 0 0,0 0 0 0 0,-1 0 0 0 0,0-1 0 0 0,0 0 0 0 0,0-1 0 0 0,0 0 0 0 0,-1-1 0 0 0,10-11 0 0 0,-8 8 28 0 0,-1 0-1 0 0,0-1 1 0 0,0 0-1 0 0,-2-1 1 0 0,0 0-1 0 0,0 0 1 0 0,-1-1-1 0 0,-1 0 1 0 0,6-19-1 0 0,-10 26-52 0 0,0 0 0 0 0,-1 0 0 0 0,0 0 0 0 0,0-1 0 0 0,-1 1 0 0 0,0 0-1 0 0,0-1 1 0 0,-1 1 0 0 0,1 0 0 0 0,-2-1 0 0 0,1 1 0 0 0,-1 0-1 0 0,0 0 1 0 0,-1 0 0 0 0,0 0 0 0 0,0 0 0 0 0,0 1 0 0 0,-1 0 0 0 0,0-1-1 0 0,0 1 1 0 0,-7-7 0 0 0,2 3 6 0 0,0 1 0 0 0,-1 0 0 0 0,0 0 0 0 0,0 1 0 0 0,-1 1 0 0 0,0-1 0 0 0,0 2 1 0 0,-1 0-1 0 0,0 0 0 0 0,-23-7 0 0 0,-4 2-206 0 0,-1 3 0 0 0,-47-6 0 0 0,8 3-2066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32.59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19 6533 0 0,'8'-18'2356'0'0,"17"132"-2440"0"0,12 70 68 0 0,-30-132-146 0 0,-3 1 0 0 0,-2-1 0 0 0,-2 1 0 0 0,-2 0 0 0 0,-12 61 0 0 0,12-91-3153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33.87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41 6445 0 0,'1'-1'-118'0'0,"13"-35"875"0"0,-13 33-390 0 0,0 10-261 0 0,0 3-250 0 0,5 48 61 0 0,24 93 0 0 0,-17-99 115 0 0,-3 0 0 0 0,4 65 0 0 0,-17 16-3569 0 0,3-111 1587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43.29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1392 6 5288 0 0,'3'-6'-241'0'0,"-36"36"-1000"0"0,-42 35 1211 0 0,38-35 32 0 0,-35 39 0 0 0,-188 196-48 0 0,-69 79 62 0 0,148-126 29 0 0,-69 78-7 0 0,226-272 78 0 0,-40 33 0 0 0,-6 4-2373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44.04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417 1 2300 0 0,'0'0'107'0'0,"-5"4"-79"0"0,-235 176 129 0 0,195-147-81 0 0,20-14 361 0 0,0-1-1 0 0,-51 26 985 0 0,82-48-1288 0 0,15-8-55 0 0,0 1 0 0 0,2 1 0 0 0,-1 1 0 0 0,1 1 0 0 0,0 1 0 0 0,1 1 0 0 0,34-4 0 0 0,-29 6-66 0 0,0 1 0 0 0,0 2 0 0 0,0 1 1 0 0,0 1-1 0 0,0 2 0 0 0,33 6 0 0 0,-53-6 2 0 0,1-1 0 0 0,-1 1 1 0 0,0 1-1 0 0,0 0 0 0 0,0 0 0 0 0,0 0 1 0 0,-1 1-1 0 0,0 1 0 0 0,0-1 0 0 0,9 9 1 0 0,-13-9-111 0 0,1-1 1 0 0,-1 1-1 0 0,0-1 1 0 0,-1 1-1 0 0,1 0 1 0 0,-1 1 0 0 0,0-1-1 0 0,-1 1 1 0 0,1-1-1 0 0,-1 1 1 0 0,0 0 0 0 0,0-1-1 0 0,-1 1 1 0 0,1 0-1 0 0,-2 0 1 0 0,2 12-1 0 0,0 0-2386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44.83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67 1 3860 0 0,'0'0'165'0'0,"0"5"-194"0"0,-2 27 64 0 0,-2 1-1 0 0,-1-1 0 0 0,-17 57 0 0 0,13-60-340 0 0,2 0 0 0 0,1 0-1 0 0,1 0 1 0 0,1 0 0 0 0,1 56 0 0 0,5-71-134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45.42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266 17 2920 0 0,'0'0'44'0'0,"0"-10"462"0"0,1 10-498 0 0,-1-1 0 0 0,0 1 0 0 0,0 0-1 0 0,0 0 1 0 0,0-1 0 0 0,0 1 0 0 0,-1 0 0 0 0,1 0 0 0 0,0-1 0 0 0,0 1-1 0 0,0 0 1 0 0,0 0 0 0 0,0-1 0 0 0,0 1 0 0 0,0 0 0 0 0,0 0-1 0 0,-1-1 1 0 0,1 1 0 0 0,0 0 0 0 0,0 0 0 0 0,0 0 0 0 0,0 0 0 0 0,-1-1-1 0 0,1 1 1 0 0,0 0 0 0 0,0 0 0 0 0,0 0 0 0 0,-1 0 0 0 0,1 0 0 0 0,0-1-1 0 0,0 1 1 0 0,-1 0 0 0 0,1 0 0 0 0,0 0 0 0 0,0 0 0 0 0,-1 0-1 0 0,1 0 1 0 0,0 0 0 0 0,0 0 0 0 0,-1 0 0 0 0,1 0 0 0 0,0 0 0 0 0,0 0-1 0 0,-1 0 1 0 0,1 0 0 0 0,0 0 0 0 0,0 0 0 0 0,-1 1 0 0 0,1-1 0 0 0,0 0-1 0 0,-31 17 41 0 0,1 2 1 0 0,1 0-1 0 0,0 2 0 0 0,-27 28 0 0 0,-26 18 43 0 0,108-84 470 0 0,1 2 1 0 0,40-17 0 0 0,-48 23-558 0 0,0 2 0 0 0,0 0 0 0 0,1 1 0 0 0,0 1 1 0 0,0 1-1 0 0,29-3 0 0 0,-39 8-19 0 0,1 0 1 0 0,-1 0-1 0 0,1 1 0 0 0,-1 0 1 0 0,0 1-1 0 0,0 0 0 0 0,0 0 1 0 0,0 1-1 0 0,-1 1 0 0 0,0-1 1 0 0,0 2-1 0 0,0-1 0 0 0,0 1 1 0 0,8 8-1 0 0,-8 6-3825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47.65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13 16 3884 0 0,'0'0'-8'0'0,"-7"-16"1715"0"0,9 43-1731 0 0,0 0-1 0 0,-2 0 0 0 0,-5 35 1 0 0,0 28-3 0 0,10 19-9 0 0,21 124 0 0 0,-23-181 152 0 0,-3-50-48 0 0,-3 8-587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48.49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189 11 3528 0 0,'0'0'12'0'0,"0"0"0"0"0,1 0 0 0 0,-1 0-1 0 0,0 0 1 0 0,0 0 0 0 0,0-1-1 0 0,1 1 1 0 0,-1 0 0 0 0,0 0 0 0 0,0 0-1 0 0,0-1 1 0 0,0 1 0 0 0,1 0 0 0 0,-1 0-1 0 0,0 0 1 0 0,0-1 0 0 0,0 1 0 0 0,0 0-1 0 0,0 0 1 0 0,0-1 0 0 0,0 1 0 0 0,0 0-1 0 0,0-1 1 0 0,0 1 0 0 0,0 0-1 0 0,0 0 1 0 0,0-1 0 0 0,0 1 0 0 0,0 0-1 0 0,0 0 1 0 0,0-1 0 0 0,0 1 0 0 0,0 0-1 0 0,0 0 1 0 0,0-1 0 0 0,0 1 0 0 0,0 0-1 0 0,-1 0 1 0 0,1 0 0 0 0,0-1 0 0 0,0 1-1 0 0,0 0 1 0 0,0 0 0 0 0,-1 0 0 0 0,1-1-1 0 0,0 1 1 0 0,0 0 0 0 0,0 0-1 0 0,-1 0 1 0 0,1-1 0 0 0,-14 13 81 0 0,-19 30-160 0 0,5 11 46 0 0,3 0 0 0 0,2 3 0 0 0,-19 70 0 0 0,34-102 7 0 0,4-13 13 0 0,1 1 0 0 0,0 0 1 0 0,1 0-1 0 0,1-1 0 0 0,-1 1 0 0 0,2 1 0 0 0,0-1 1 0 0,0 0-1 0 0,1 0 0 0 0,1 0 0 0 0,0-1 1 0 0,0 1-1 0 0,1 0 0 0 0,1-1 0 0 0,9 21 0 0 0,-9-23 31 0 0,1 0 0 0 0,1-1 0 0 0,0 0 1 0 0,0 0-1 0 0,0 0 0 0 0,1-1 0 0 0,0 0 0 0 0,1 0 0 0 0,0-1 0 0 0,0 0 0 0 0,0 0 0 0 0,1 0 0 0 0,-1-1 0 0 0,1-1 0 0 0,0 0 0 0 0,1 0 0 0 0,-1-1 0 0 0,1 0 0 0 0,13 3 0 0 0,-13-5 93 0 0,0-1 0 0 0,0 0 0 0 0,0 0 0 0 0,0-1 0 0 0,0 0 0 0 0,-1-1 0 0 0,1 0 0 0 0,0 0 0 0 0,0-1 0 0 0,-1 0 0 0 0,0-1 0 0 0,0 0 0 0 0,0-1 0 0 0,0 0 0 0 0,0 0 0 0 0,-1-1 0 0 0,0 0 0 0 0,0 0 0 0 0,-1-1 0 0 0,0 0 0 0 0,0 0 0 0 0,0-1 0 0 0,-1 0-1 0 0,0 0 1 0 0,-1 0 0 0 0,8-16 0 0 0,-12 22-87 0 0,0-1 1 0 0,0 1-1 0 0,0-1 0 0 0,-1 1 0 0 0,1-1 0 0 0,-1 1 0 0 0,1-1 0 0 0,-1 1 0 0 0,0-1 0 0 0,0 1 0 0 0,0-1 1 0 0,-1 0-1 0 0,1 1 0 0 0,0-1 0 0 0,-1 1 0 0 0,0-1 0 0 0,0 1 0 0 0,0 0 0 0 0,0-1 0 0 0,-1-2 0 0 0,-1 1-1 0 0,0 0 0 0 0,0 0-1 0 0,-1 0 1 0 0,1 1-1 0 0,-1-1 1 0 0,0 1-1 0 0,0 0 1 0 0,0 0 0 0 0,-9-4-1 0 0,-3-1 15 0 0,0 1-1 0 0,0 1 0 0 0,-1 1 1 0 0,-33-7-1 0 0,7 6-164 0 0,0 3-1 0 0,-58 2 1 0 0,61 1-1515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49.18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179 52 5573 0 0,'0'-1'-16'0'0,"1"0"0"0"0,0 1 1 0 0,-1-1-1 0 0,1 0 1 0 0,-1 1-1 0 0,1-1 1 0 0,-1 0-1 0 0,0 1 1 0 0,1-1-1 0 0,-1 0 1 0 0,0 0-1 0 0,1 1 1 0 0,-1-1-1 0 0,0 0 1 0 0,0 0-1 0 0,0 0 1 0 0,0 1-1 0 0,0-1 1 0 0,0 0-1 0 0,0 0 1 0 0,0 0-1 0 0,0 0 1 0 0,0 1-1 0 0,0-1 1 0 0,0 0-1 0 0,-1 0 1 0 0,1 1-1 0 0,0-1 1 0 0,-1 0-1 0 0,0-1 1 0 0,0 2 6 0 0,0-1 0 0 0,-1 1 1 0 0,1 0-1 0 0,-1 0 0 0 0,1 0 0 0 0,-1 0 1 0 0,1 0-1 0 0,0 0 0 0 0,-1 0 1 0 0,1 0-1 0 0,-1 0 0 0 0,1 1 0 0 0,0-1 1 0 0,-1 0-1 0 0,-1 2 0 0 0,-7 2 7 0 0,0 0 0 0 0,1 1 0 0 0,-1 0 0 0 0,-8 6 0 0 0,9-3-9 0 0,0 0 0 0 0,1 1 0 0 0,0 0 0 0 0,0 0 0 0 0,1 1-1 0 0,1 0 1 0 0,-1 0 0 0 0,1 1 0 0 0,1-1 0 0 0,0 1 0 0 0,1 1-1 0 0,-4 13 1 0 0,5-16 2 0 0,1 0 1 0 0,0 0-1 0 0,1 1 0 0 0,0-1 0 0 0,0 1 1 0 0,1-1-1 0 0,0 1 0 0 0,1-1 0 0 0,0 1 1 0 0,0-1-1 0 0,1 0 0 0 0,0 1 0 0 0,1-1 1 0 0,0 0-1 0 0,7 14 0 0 0,-7-18 29 0 0,1 0-1 0 0,-1-1 1 0 0,1 1 0 0 0,0-1-1 0 0,1 0 1 0 0,-1 0 0 0 0,1 0-1 0 0,-1-1 1 0 0,1 1-1 0 0,0-1 1 0 0,0-1 0 0 0,1 1-1 0 0,-1 0 1 0 0,11 2 0 0 0,-3-1 155 0 0,0-1 1 0 0,0 0-1 0 0,0-1 1 0 0,1 0 0 0 0,15-1-1 0 0,-22-2-89 0 0,-1 0 0 0 0,0 0 0 0 0,1 0 0 0 0,-1-1-1 0 0,0 0 1 0 0,0 0 0 0 0,0 0 0 0 0,-1-1 0 0 0,1 0 0 0 0,0 0 0 0 0,-1-1-1 0 0,0 1 1 0 0,0-1 0 0 0,0 0 0 0 0,0-1 0 0 0,-1 1 0 0 0,0-1-1 0 0,1 0 1 0 0,-2 0 0 0 0,1 0 0 0 0,-1 0 0 0 0,4-8 0 0 0,-2 4 16 0 0,0 0 0 0 0,-1-1 0 0 0,0 1 1 0 0,0-1-1 0 0,-1 0 0 0 0,0 0 0 0 0,-1-1 1 0 0,0 1-1 0 0,-1-1 0 0 0,0 1 0 0 0,-1-1 1 0 0,-1-14-1 0 0,0 17-46 0 0,0 1 1 0 0,-1-1-1 0 0,0 1 1 0 0,-1-1-1 0 0,0 1 1 0 0,0 0 0 0 0,0 0-1 0 0,-1 0 1 0 0,0 0-1 0 0,0 1 1 0 0,-1-1-1 0 0,0 1 1 0 0,0 1-1 0 0,0-1 1 0 0,-1 0-1 0 0,0 1 1 0 0,0 0-1 0 0,0 1 1 0 0,0-1-1 0 0,-10-4 1 0 0,-10-2-483 0 0,1 0 0 0 0,-1 2-1 0 0,-1 1 1 0 0,-38-7 0 0 0,9 2-3379 0 0,41 9 1101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50.87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 46 6277 0 0,'-16'-42'189'0'0,"14"39"17"0"0,3 4-63 0 0,11 22-307 0 0,47 76 66 0 0,99 127-1 0 0,90 76 100 0 0,-136-170-4 0 0,-89-105-2 0 0,-8-10-25 0 0,0 1-1 0 0,19 31 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51.98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83 95 3888 0 0,'0'0'-108'0'0,"4"-11"1106"0"0,-78 264-1036 0 0,62-196 59 0 0,11-56 32 0 0,2 14 1995 0 0,-1-15-2019 0 0,15-18 121 0 0,-1-2-1 0 0,-1 1 0 0 0,-1-2 1 0 0,-1 0-1 0 0,-1 0 0 0 0,0-1 1 0 0,11-42-1 0 0,16-34 448 0 0,-10 23 24 0 0,-27 74-585 0 0,1-2-41 0 0,-1 1 1 0 0,1 0-1 0 0,0 1 0 0 0,0-1 1 0 0,0 0-1 0 0,1 0 0 0 0,-1 0 1 0 0,0 0-1 0 0,1 1 0 0 0,-1-1 0 0 0,1 1 1 0 0,-1-1-1 0 0,1 1 0 0 0,0 0 1 0 0,2-2-1 0 0,10 7-179 0 0,206 77 247 0 0,-132-36-3418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52.81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7 162 5040 0 0,'0'-47'-268'0'0,"1"18"732"0"0,0 17 62 0 0,-1 0 0 0 0,0 0 1 0 0,-1 0-1 0 0,-2-16 0 0 0,2 26-366 0 0,0-5-76 0 0,1 7-78 0 0,0 0 0 0 0,0 0 0 0 0,0 0 0 0 0,0 0 0 0 0,0 0 0 0 0,-1 0 0 0 0,1 0 0 0 0,0 0 1 0 0,0 0-1 0 0,0 0 0 0 0,0 0 0 0 0,0 0 0 0 0,0 1 0 0 0,0-1 0 0 0,0 0 0 0 0,0 0 0 0 0,0 0 1 0 0,0 0-1 0 0,0 0 0 0 0,0 0 0 0 0,-1 0 0 0 0,1 0 0 0 0,0 0 0 0 0,0 0 0 0 0,0-1 0 0 0,-1 23-13 0 0,1-1 0 0 0,1 1-1 0 0,1-1 1 0 0,8 34-1 0 0,29 90-42 0 0,-19-77 53 0 0,-9-38 6 0 0,-7-23 7 0 0,-1 2-1 0 0,0-1 1 0 0,0 0-1 0 0,-1 0 0 0 0,2 15 1 0 0,-4-16 34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53.95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220 160 4852 0 0,'10'-26'-370'0'0,"-12"23"365"0"0,0 1-1 0 0,0-1 0 0 0,0 0 0 0 0,0 1 0 0 0,-1-1 1 0 0,1 1-1 0 0,0 0 0 0 0,-1 0 0 0 0,0 0 0 0 0,0 0 1 0 0,1 0-1 0 0,-6-1 0 0 0,2 0 5 0 0,-1 1 0 0 0,0 1 0 0 0,0-1-1 0 0,0 1 1 0 0,0 0 0 0 0,0 0 0 0 0,0 1 0 0 0,0 0 0 0 0,-11 2-1 0 0,0 0-2 0 0,-1 1-1 0 0,-25 9 1 0 0,42-12-1 0 0,0 0 1 0 0,1 0 0 0 0,-1 1-1 0 0,1-1 1 0 0,-1 1 0 0 0,1 0 0 0 0,-1-1-1 0 0,1 1 1 0 0,-1 0 0 0 0,1 0-1 0 0,0 0 1 0 0,-1 0 0 0 0,1 0-1 0 0,0 0 1 0 0,0 0 0 0 0,0 0-1 0 0,0 1 1 0 0,0-1 0 0 0,0 0-1 0 0,0 1 1 0 0,0-1 0 0 0,1 0-1 0 0,-1 1 1 0 0,0-1 0 0 0,1 1 0 0 0,-1 0-1 0 0,1-1 1 0 0,0 1 0 0 0,-1-1-1 0 0,1 1 1 0 0,0 0 0 0 0,0-1-1 0 0,0 1 1 0 0,0-1 0 0 0,0 1-1 0 0,1 0 1 0 0,-1-1 0 0 0,0 1-1 0 0,1-1 1 0 0,-1 1 0 0 0,1-1-1 0 0,1 4 1 0 0,0 0 4 0 0,1 0 1 0 0,0 0-1 0 0,0 0 0 0 0,0 0 1 0 0,1-1-1 0 0,0 1 0 0 0,0-1 1 0 0,0 0-1 0 0,0 0 0 0 0,7 4 1 0 0,31 17 23 0 0,2-3 0 0 0,1-2 0 0 0,66 22 0 0 0,-68-28-53 0 0,-1 2 0 0 0,-1 1 0 0 0,-1 3 0 0 0,56 35 0 0 0,-83-46 29 0 0,-1 1 1 0 0,0 0-1 0 0,0 1 1 0 0,-1 1-1 0 0,-1-1 1 0 0,0 2-1 0 0,0-1 1 0 0,9 19-1 0 0,-18-30 8 0 0,0 0-1 0 0,-1 1 1 0 0,1-1-1 0 0,-1 0 1 0 0,1 0-1 0 0,-1 1 1 0 0,1-1 0 0 0,-1 1-1 0 0,0-1 1 0 0,0 0-1 0 0,0 1 1 0 0,0-1-1 0 0,0 1 1 0 0,0-1 0 0 0,0 1-1 0 0,0-1 1 0 0,0 0-1 0 0,-1 1 1 0 0,1-1-1 0 0,0 1 1 0 0,-1-1-1 0 0,1 0 1 0 0,-1 0 0 0 0,0 1-1 0 0,0 0 1 0 0,-1 1 6 0 0,-1 0-1 0 0,1-1 1 0 0,-1 0 0 0 0,1 1 0 0 0,-1-1 0 0 0,0 0-1 0 0,0 0 1 0 0,0-1 0 0 0,0 1 0 0 0,-5 2-1 0 0,-1-1 105 0 0,0 0 0 0 0,0 0 0 0 0,0-1 0 0 0,0 0 0 0 0,-1 0 0 0 0,1-1 0 0 0,-19 0-1 0 0,14-2 201 0 0,0-1-1 0 0,0-1 0 0 0,0 1 0 0 0,1-2 0 0 0,-1 0 0 0 0,1-1 1 0 0,-19-9-1 0 0,26 11-207 0 0,0-1 0 0 0,0 1-1 0 0,1-1 1 0 0,0-1 0 0 0,-1 1 0 0 0,1-1 0 0 0,1 0 0 0 0,-1 0 0 0 0,1 0 0 0 0,0-1-1 0 0,0 0 1 0 0,0 0 0 0 0,1 0 0 0 0,0 0 0 0 0,0 0 0 0 0,0 0 0 0 0,1-1 0 0 0,-2-8 0 0 0,2 1-96 0 0,1 0 1 0 0,0 0-1 0 0,1 0 1 0 0,1 0-1 0 0,0 0 1 0 0,1 0-1 0 0,0 0 1 0 0,1 1-1 0 0,0-1 1 0 0,2 1-1 0 0,10-25 1 0 0,0 5-103 0 0,2 0 1 0 0,2 2 0 0 0,28-40-1 0 0,-42 66 75 0 0,-3 2 17 0 0,0 0 1 0 0,0 0-1 0 0,0 0 1 0 0,-1-1-1 0 0,1 1 0 0 0,-1 0 1 0 0,0-1-1 0 0,0 1 1 0 0,1-7-1 0 0,-2 9-7 0 0,0-1 1 0 0,0 0 0 0 0,0 0-1 0 0,0 0 1 0 0,-1 0-1 0 0,1 1 1 0 0,-1-1-1 0 0,1 0 1 0 0,-1 0-1 0 0,0 1 1 0 0,0-1-1 0 0,0 1 1 0 0,0-1 0 0 0,0 0-1 0 0,0 1 1 0 0,0 0-1 0 0,0-1 1 0 0,0 1-1 0 0,-1 0 1 0 0,1-1-1 0 0,-1 1 1 0 0,1 0-1 0 0,-4-1 1 0 0,-36-22-53 0 0,32 21 44 0 0,-18-7-37 0 0,-1 1 0 0 0,-48-8 0 0 0,74 17 30 0 0,-7-3-25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54.59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215 80 6057 0 0,'-8'29'-1977'0'0,"-21"14"1349"0"0,24-37 618 0 0,0 0 0 0 0,0 1 1 0 0,0 0-1 0 0,1 0 0 0 0,0 0 0 0 0,-4 11 0 0 0,8-14 17 0 0,-1 0 0 0 0,0 0-1 0 0,1 0 1 0 0,0 0 0 0 0,0 0 0 0 0,0 0 0 0 0,0-1-1 0 0,1 1 1 0 0,-1 0 0 0 0,1 0 0 0 0,0 0 0 0 0,0 0-1 0 0,1-1 1 0 0,-1 1 0 0 0,1 0 0 0 0,-1-1 0 0 0,1 0-1 0 0,0 1 1 0 0,1-1 0 0 0,-1 0 0 0 0,1 0 0 0 0,-1 0-1 0 0,1 0 1 0 0,0 0 0 0 0,0-1 0 0 0,0 1 0 0 0,0-1-1 0 0,7 3 1 0 0,9 7 99 0 0,1-2 0 0 0,0-1 0 0 0,41 14 0 0 0,-34-14-58 0 0,-3-1 116 0 0,1-2 0 0 0,29 4 0 0 0,-32-6 197 0 0,-19-3-296 0 0,0-1 1 0 0,0 1-1 0 0,0-1 1 0 0,0 0-1 0 0,1 0 0 0 0,-1 0 1 0 0,0 0-1 0 0,0 0 0 0 0,0-1 1 0 0,0 0-1 0 0,0 1 0 0 0,0-1 1 0 0,0 0-1 0 0,0-1 0 0 0,0 1 1 0 0,-1 0-1 0 0,1-1 0 0 0,0 1 1 0 0,-1-1-1 0 0,1 0 0 0 0,-1 0 1 0 0,0 0-1 0 0,1 0 0 0 0,-1-1 1 0 0,0 1-1 0 0,0-1 0 0 0,-1 1 1 0 0,1-1-1 0 0,0 1 1 0 0,-1-1-1 0 0,0 0 0 0 0,2-5 1 0 0,-1 3 14 0 0,0-1 0 0 0,-1 1 0 0 0,0-1 0 0 0,0 1 0 0 0,0-1 0 0 0,-1 0 0 0 0,0 1 0 0 0,0-1 0 0 0,-1 0 0 0 0,1 1 0 0 0,-1-1 0 0 0,0 0 0 0 0,-1 1 0 0 0,1-1 0 0 0,-1 1 0 0 0,-4-10 0 0 0,-4 0-4 0 0,0 1 1 0 0,0 0-1 0 0,-1 0 1 0 0,-1 1-1 0 0,0 0 0 0 0,-1 1 1 0 0,0 1-1 0 0,-1 0 0 0 0,-1 0 1 0 0,1 2-1 0 0,-1 0 1 0 0,-1 0-1 0 0,-28-10 0 0 0,3 4-492 0 0,-2 2 0 0 0,0 2-1 0 0,0 2 1 0 0,-58-5-1 0 0,60 5-3038 0 0,22 4 1357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56.39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427 73 5240 0 0,'3'-10'-50'0'0,"0"1"-1"0"0,0-1 1 0 0,1 1-1 0 0,0-1 1 0 0,7-9-1 0 0,-9 15 182 0 0,-1 3 120 0 0,-43 105-59 0 0,-44 134-168 0 0,-109 279 58 0 0,145-405-48 0 0,-34 93-378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56.93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999 34 3532 0 0,'3'-24'-106'0'0,"-3"15"614"0"0,-12 25-426 0 0,-21 41-43 0 0,-37 83 1 0 0,27-49-37 0 0,-126 260 43 0 0,-38 75 50 0 0,59-136-156 0 0,-139 380 1 0 0,257-580-1968 0 0,27-73 1789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57.52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1615 42 2564 0 0,'41'-32'503'0'0,"-40"31"-364"0"0,8-5 415 0 0,-9 6-548 0 0,0 0 0 0 0,0 0 0 0 0,0 0 0 0 0,1 0 0 0 0,-1-1 0 0 0,0 1 0 0 0,0 0 0 0 0,0 0 0 0 0,0 0 0 0 0,0 0 1 0 0,0 0-1 0 0,0 0 0 0 0,0-1 0 0 0,0 1 0 0 0,0 0 0 0 0,1 0 0 0 0,-1 0 0 0 0,0 0 0 0 0,0 0 0 0 0,0 0 0 0 0,0 0 0 0 0,0 0 0 0 0,0 0 0 0 0,1-1 0 0 0,-1 1 0 0 0,0 0 0 0 0,0 0 0 0 0,0 0 0 0 0,0 0 0 0 0,0 0 0 0 0,1 0 0 0 0,-1 0 0 0 0,0 0 1 0 0,0 0-1 0 0,0 0 0 0 0,0 0 0 0 0,1 0 0 0 0,-1 0 0 0 0,0 0 0 0 0,0 0 0 0 0,0 0 0 0 0,0 1 0 0 0,0-1 0 0 0,1 0 0 0 0,-1 0 0 0 0,0 0 0 0 0,0 0 0 0 0,0 0 0 0 0,0 0 0 0 0,0 0 0 0 0,0 0 0 0 0,0 0 0 0 0,1 1 0 0 0,-1-1 0 0 0,0 0 0 0 0,0 0 0 0 0,0 0 1 0 0,0 0-1 0 0,0 0 0 0 0,0 0 0 0 0,0 1 0 0 0,0-1 0 0 0,0 0 0 0 0,0 0 0 0 0,0 0 0 0 0,0 0 0 0 0,0 1 0 0 0,0-1 0 0 0,0 0 0 0 0,-62 128 173 0 0,11-25-127 0 0,-372 726 238 0 0,-41-21 172 0 0,39-118-33 0 0,341-556-983 0 0,-73 163 0 0 0,152-284-799 0 0,4-3 75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58.13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1747 47 4464 0 0,'1'-4'91'0'0,"-1"0"-1"0"0,1 0 0 0 0,0 1 1 0 0,0-1-1 0 0,0 1 0 0 0,0-1 1 0 0,1 0-1 0 0,0 1 0 0 0,-1 0 1 0 0,6-8 366 0 0,-9 17-435 0 0,-94 198 106 0 0,-167 332-33 0 0,-231 353 288 0 0,296-545-92 0 0,-269 351-1 0 0,231-369-954 0 0,228-312-2286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58.68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2000 41 5252 0 0,'20'-39'601'0'0,"-19"38"-531"0"0,-15 19-27 0 0,-569 893 147 0 0,114-163 643 0 0,-4-95 319 0 0,110-158-303 0 0,329-441-774 0 0,22-35-453 0 0,0 0 1 0 0,-2 0-1 0 0,0-1 1 0 0,-19 19-1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59.25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1163 15 5212 0 0,'34'-12'315'0'0,"-26"10"-114"0"0,-6 2-104 0 0,4 5-91 0 0,-6-5-5 0 0,1 0 0 0 0,-1 0 0 0 0,1 1 0 0 0,-1-1 0 0 0,1 0 0 0 0,-1 0 0 0 0,1 1-1 0 0,-1-1 1 0 0,0 0 0 0 0,1 0 0 0 0,-1 1 0 0 0,1-1 0 0 0,-1 0 0 0 0,0 1 0 0 0,1-1 0 0 0,-1 1 0 0 0,0-1 0 0 0,1 1 0 0 0,-1-1 0 0 0,0 0 0 0 0,0 1 0 0 0,1-1 0 0 0,-1 1 0 0 0,0-1 0 0 0,0 1 0 0 0,0-1 0 0 0,0 1 0 0 0,0-1 0 0 0,0 1 0 0 0,0-1-1 0 0,0 1 1 0 0,0 0 0 0 0,0-1 0 0 0,0 1 0 0 0,0-1 0 0 0,0 1 0 0 0,0-1 0 0 0,0 1 0 0 0,-1-1 0 0 0,1 1 0 0 0,0-1 0 0 0,0 0 0 0 0,0 1 0 0 0,-1-1 0 0 0,1 1 0 0 0,0-1 0 0 0,-1 1 0 0 0,1-1 0 0 0,0 0 0 0 0,-1 1 0 0 0,0-1 0 0 0,-112 195 144 0 0,-28 45 276 0 0,-505 703 1879 0 0,442-636-1614 0 0,91-133-1121 0 0,122-204-4458 0 0,4-6 2644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59.63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648 1 5392 0 0,'0'0'-211'0'0,"-5"14"-270"0"0,-12 23 489 0 0,2 0 0 0 0,2 1-1 0 0,1 1 1 0 0,-11 64-1 0 0,10-42 339 0 0,-22 59 0 0 0,12-61-160 0 0,-3-1 0 0 0,-3-1 1 0 0,-2-2-1 0 0,-2-1 0 0 0,-3-1 1 0 0,-2-2-1 0 0,-2-2 0 0 0,-2-1 0 0 0,-55 47 1 0 0,87-85-709 0 0,-1-1 1 0 0,-1 0-1 0 0,1-1 0 0 0,-1 0 1 0 0,-1-1-1 0 0,-17 8 1 0 0,10-8-1265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2:01.06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32 676 4808 0 0,'0'0'-76'0'0,"-4"-1"447"0"0,1 1 1 0 0,0-1 0 0 0,-1 0 0 0 0,1 0-1 0 0,0-1 1 0 0,0 1 0 0 0,-5-4-1 0 0,12-8-268 0 0,0-1-1 0 0,1 1 0 0 0,0 0 0 0 0,1 0 0 0 0,1 1 1 0 0,0 0-1 0 0,12-17 0 0 0,69-79-10 0 0,-83 102-77 0 0,29-33-22 0 0,1 1 0 0 0,2 2 1 0 0,1 1-1 0 0,2 2 0 0 0,2 1 0 0 0,0 3 0 0 0,2 1 0 0 0,1 3 0 0 0,53-22 0 0 0,-44 26-55 0 0,1 3-1 0 0,1 1 0 0 0,77-10 0 0 0,-131 26 49 0 0,25-3-1698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2:01.94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47 17 4996 0 0,'-45'-15'68'0'0,"44"14"249"0"0,7 3-368 0 0,57 12 133 0 0,118 10 0 0 0,-27-6-8 0 0,-67-9 11 0 0,-84-8-83 0 0,-1-1-4 0 0,7 1 4 0 0,17 9 73 0 0,-25-10-73 0 0,-1 1-1 0 0,1-1 1 0 0,-1 1 0 0 0,1-1-1 0 0,-1 0 1 0 0,0 1-1 0 0,1 0 1 0 0,-1-1 0 0 0,1 1-1 0 0,-1-1 1 0 0,0 1-1 0 0,1-1 1 0 0,-1 1 0 0 0,0 0-1 0 0,0-1 1 0 0,0 1-1 0 0,1 0 1 0 0,-1-1 0 0 0,0 1-1 0 0,0 0 1 0 0,0-1-1 0 0,0 2 1 0 0,-2 3 4 0 0,1-1 0 0 0,-1 0 0 0 0,0 1 0 0 0,0-1-1 0 0,-1 0 1 0 0,1 0 0 0 0,-1 0 0 0 0,-4 5 0 0 0,-42 57 19 0 0,9-8 30 0 0,-3-2 0 0 0,-91 91 1 0 0,91-96-5 0 0,37-42-23 0 0,-1 0 0 0 0,1-1 1 0 0,-1 0-1 0 0,-1-1 0 0 0,1 1 0 0 0,-14 8 0 0 0,20-15-2 0 0,-5 3-19 0 0,14-27-4443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2:02.70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365 7 4796 0 0,'4'-6'-149'0'0,"-8"11"63"0"0,-22 26 42 0 0,-36 48 41 0 0,-4 11-1 0 0,20-29-12 0 0,-51 87 0 0 0,87-130 14 0 0,0 1 0 0 0,2 1 0 0 0,0-1 0 0 0,1 1-1 0 0,0 0 1 0 0,2 1 0 0 0,1 0 0 0 0,0 0 0 0 0,0 32-1 0 0,4-45 28 0 0,0 1 0 0 0,1-1-1 0 0,0 1 1 0 0,1-1 0 0 0,0 1-1 0 0,0-1 1 0 0,1 0 0 0 0,0 0 0 0 0,0 0-1 0 0,1 0 1 0 0,0 0 0 0 0,0-1-1 0 0,1 0 1 0 0,0 0 0 0 0,1 0-1 0 0,-1-1 1 0 0,1 1 0 0 0,7 5-1 0 0,-4-5 19 0 0,1 0-1 0 0,0 0 1 0 0,0-1-1 0 0,0 0 1 0 0,1-1-1 0 0,0 0 0 0 0,0-1 1 0 0,0 0-1 0 0,1-1 1 0 0,-1 0-1 0 0,1-1 1 0 0,18 2-1 0 0,-23-4 26 0 0,0 0-1 0 0,0-1 1 0 0,-1 0-1 0 0,1 0 1 0 0,0 0-1 0 0,-1-1 1 0 0,1 0-1 0 0,-1 0 1 0 0,1-1-1 0 0,-1 1 1 0 0,0-2-1 0 0,0 1 1 0 0,0-1-1 0 0,-1 1 1 0 0,1-1-1 0 0,-1-1 1 0 0,0 1-1 0 0,0-1 0 0 0,-1 0 1 0 0,1 0-1 0 0,6-11 1 0 0,-6 9-21 0 0,-1 1-1 0 0,0 0 1 0 0,-1-1 0 0 0,0 0-1 0 0,0 0 1 0 0,0 0-1 0 0,-1 0 1 0 0,0-1 0 0 0,0 1-1 0 0,-1 0 1 0 0,0-1 0 0 0,0 0-1 0 0,-1 1 1 0 0,0-1 0 0 0,0 1-1 0 0,-1-1 1 0 0,0 1-1 0 0,0-1 1 0 0,-4-10 0 0 0,3 14-36 0 0,1 1 0 0 0,-1-1 0 0 0,0 1 0 0 0,-1 0 0 0 0,1 0 0 0 0,0 0 1 0 0,-1 0-1 0 0,0 0 0 0 0,1 1 0 0 0,-1-1 0 0 0,0 1 0 0 0,0 0 0 0 0,-1 0 1 0 0,1 0-1 0 0,0 0 0 0 0,-1 0 0 0 0,1 1 0 0 0,-1-1 0 0 0,1 1 0 0 0,-8-1 0 0 0,-8-2 13 0 0,0 1 0 0 0,0 1-1 0 0,-21 1 1 0 0,-14-3 18 0 0,34 3-149 0 0,18 1-32 0 0,0 0 1 0 0,0 0-1 0 0,1 0 1 0 0,-1 0-1 0 0,0 0 1 0 0,0 0-1 0 0,0-1 0 0 0,0 1 1 0 0,1 0-1 0 0,-1-1 1 0 0,0 0-1 0 0,0 1 1 0 0,1-1-1 0 0,-1 0 1 0 0,1 0-1 0 0,-1 0 1 0 0,1 0-1 0 0,-1 0 1 0 0,-1-2-1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2:03.81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337 96 4944 0 0,'0'-2'-34'0'0,"0"1"-1"0"0,0-1 1 0 0,0 1-1 0 0,0-1 1 0 0,0 1-1 0 0,-1 0 0 0 0,1-1 1 0 0,-1 1-1 0 0,1-1 1 0 0,-1 1-1 0 0,1 0 1 0 0,-1 0-1 0 0,0-1 1 0 0,1 1-1 0 0,-1 0 0 0 0,0 0 1 0 0,0 0-1 0 0,0 0 1 0 0,0 0-1 0 0,0 0 1 0 0,0 0-1 0 0,-3-2 0 0 0,1 0-22 0 0,1 2 37 0 0,-2-1 18 0 0,0 1 1 0 0,0 0 0 0 0,0 0-1 0 0,0 0 1 0 0,0 0-1 0 0,0 1 1 0 0,0-1 0 0 0,-1 1-1 0 0,-6 1 1 0 0,-9 1-5 0 0,0 2 1 0 0,1 0-1 0 0,-1 1 1 0 0,1 0-1 0 0,-20 10 1 0 0,27-10-7 0 0,1 0 1 0 0,0 1 0 0 0,1 0 0 0 0,-1 1-1 0 0,1 0 1 0 0,1 0 0 0 0,-1 1-1 0 0,1 1 1 0 0,-15 17 0 0 0,23-24 13 0 0,-1 0-1 0 0,1 0 1 0 0,0 0 0 0 0,-1 0 0 0 0,1 0 0 0 0,0 0 0 0 0,0 1 0 0 0,0-1 0 0 0,1 0-1 0 0,-1 1 1 0 0,0-1 0 0 0,1 1 0 0 0,0-1 0 0 0,0 1 0 0 0,-1-1 0 0 0,1 0 0 0 0,1 1-1 0 0,-1-1 1 0 0,0 1 0 0 0,0-1 0 0 0,1 1 0 0 0,1 3 0 0 0,0-2 8 0 0,0 0 0 0 0,1 0 0 0 0,0 0 1 0 0,-1 0-1 0 0,1 0 0 0 0,1-1 0 0 0,-1 1 0 0 0,0-1 1 0 0,1 0-1 0 0,0 0 0 0 0,4 3 0 0 0,9 4 27 0 0,0-1-1 0 0,0-1 0 0 0,1 0 1 0 0,34 10-1 0 0,-43-16-20 0 0,200 64 85 0 0,-179-55-98 0 0,0 2 0 0 0,0 2 0 0 0,-2 0 1 0 0,46 33-1 0 0,-72-47 2 0 0,0 0-1 0 0,0 1 1 0 0,0-1 0 0 0,0 1 0 0 0,0-1 0 0 0,-1 1 0 0 0,1 0 0 0 0,0 0 0 0 0,-1 0-1 0 0,1 0 1 0 0,-1 0 0 0 0,0 0 0 0 0,1 0 0 0 0,-1 0 0 0 0,0 0 0 0 0,0 1-1 0 0,-1-1 1 0 0,1 0 0 0 0,0 1 0 0 0,-1-1 0 0 0,0 1 0 0 0,1-1 0 0 0,-1 1-1 0 0,0-1 1 0 0,-1 5 0 0 0,0-3 7 0 0,-1-1 1 0 0,0 0-1 0 0,0 1 0 0 0,0-1 1 0 0,0 0-1 0 0,-1 0 0 0 0,1 0 1 0 0,-1-1-1 0 0,0 1 0 0 0,1-1 1 0 0,-1 1-1 0 0,-1-1 0 0 0,1 0 1 0 0,0 0-1 0 0,0 0 0 0 0,-6 2 1 0 0,-18 7 108 0 0,-1-1 0 0 0,0-1 0 0 0,-1-2 1 0 0,0-1-1 0 0,0-1 0 0 0,0-1 0 0 0,-1-2 0 0 0,1 0 1 0 0,-43-5-1 0 0,66 3-49 0 0,-1-1 1 0 0,1 0-1 0 0,0 0 1 0 0,-1-1-1 0 0,1 1 1 0 0,0-1-1 0 0,0-1 1 0 0,0 1-1 0 0,0-1 1 0 0,1 0-1 0 0,-8-5 1 0 0,11 6-54 0 0,0 0 0 0 0,0 0 0 0 0,0 0 0 0 0,0 0 1 0 0,0 0-1 0 0,0 0 0 0 0,1 0 0 0 0,-1-1 0 0 0,1 1 1 0 0,0 0-1 0 0,0-1 0 0 0,0 1 0 0 0,0-1 0 0 0,0 0 0 0 0,0 1 1 0 0,1-1-1 0 0,-1 0 0 0 0,1 1 0 0 0,0-1 0 0 0,-1 0 1 0 0,1 0-1 0 0,1 1 0 0 0,-1-1 0 0 0,0 0 0 0 0,1 0 0 0 0,-1 1 1 0 0,1-1-1 0 0,2-4 0 0 0,4-10-2 0 0,1 0 0 0 0,0 1-1 0 0,2 0 1 0 0,0 0 0 0 0,0 1 0 0 0,2 1 0 0 0,22-23-1 0 0,106-87-53 0 0,-91 83 45 0 0,-28 24 18 0 0,-1-2 0 0 0,0 0 0 0 0,-2-1 0 0 0,20-27 0 0 0,-37 46-25 0 0,0-1 0 0 0,0 1 0 0 0,0-1 0 0 0,0 1 0 0 0,0-1 0 0 0,-1 0 0 0 0,1 1 0 0 0,0-1 0 0 0,-1 0 0 0 0,1 0 0 0 0,-1 0 0 0 0,0 1 0 0 0,0-1 1 0 0,1 0-1 0 0,-1 0 0 0 0,0 0 0 0 0,-1 0 0 0 0,1 1 0 0 0,0-1 0 0 0,0 0 0 0 0,-1 0 0 0 0,1 0 0 0 0,-2-2 0 0 0,0 0 2 0 0,0 1-1 0 0,0 0 1 0 0,-1 0-1 0 0,1 1 1 0 0,-1-1-1 0 0,1 0 1 0 0,-1 1-1 0 0,0 0 1 0 0,0 0-1 0 0,0-1 1 0 0,-4-1-1 0 0,-7-2 5 0 0,0-1 0 0 0,0 2 0 0 0,0 0 0 0 0,-25-6 0 0 0,19 8-175 0 0,0 0-1 0 0,0 2 0 0 0,-1 0 0 0 0,1 1 0 0 0,-1 1 0 0 0,1 1 1 0 0,0 1-1 0 0,-33 8 0 0 0,51-10-383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2:04.31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844 1 4220 0 0,'0'0'25'0'0,"0"0"-19"0"0,0 0-1 0 0,0 0 0 0 0,0 0 1 0 0,0 0-1 0 0,1 0 1 0 0,-1 1-1 0 0,0-1 1 0 0,0 0-1 0 0,0 0 1 0 0,0 0-1 0 0,0 0 1 0 0,0 0-1 0 0,0 0 0 0 0,0 0 1 0 0,0 1-1 0 0,0-1 1 0 0,1 0-1 0 0,-1 0 1 0 0,0 0-1 0 0,0 0 1 0 0,0 0-1 0 0,0 0 1 0 0,0 0-1 0 0,0 0 1 0 0,1 0-1 0 0,-1 0 0 0 0,0 0 1 0 0,0 0-1 0 0,0 0 1 0 0,0 0-1 0 0,0 0 1 0 0,1 0-1 0 0,-1 0 1 0 0,0 0-1 0 0,0 0 1 0 0,0 0-1 0 0,0 0 0 0 0,0 0 1 0 0,1 0-1 0 0,-1 0 1 0 0,0 0-1 0 0,0 0 1 0 0,0 0-1 0 0,0 0 1 0 0,0 0-1 0 0,1 0 1 0 0,-1 0-1 0 0,0 0 1 0 0,0 0-1 0 0,0-1 0 0 0,0 1 1 0 0,0 0-1 0 0,0 0 1 0 0,0 0-1 0 0,0 0 1 0 0,1 0-1 0 0,-1 0 1 0 0,0-1-1 0 0,-6 20 1 0 0,0-1 1 0 0,-1 1-1 0 0,-1-2 1 0 0,-19 32-1 0 0,-55 72-13 0 0,35-54 28 0 0,-568 906 215 0 0,563-891 1382 0 0,53-89-1717 0 0,9-33-1700 0 0,26-65 0 0 0,-16 61 885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2:04.94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26 13 3652 0 0,'-17'-3'-97'0'0,"10"2"96"0"0,5 0 10 0 0,43 3 132 0 0,-14-8 371 0 0,-11 3 296 0 0,-15 3-788 0 0,-1 0-1 0 0,0 0 0 0 0,1 0 1 0 0,-1 0-1 0 0,0 0 1 0 0,1 0-1 0 0,-1 0 1 0 0,0 1-1 0 0,1-1 0 0 0,-1 0 1 0 0,0 0-1 0 0,1 0 1 0 0,-1 1-1 0 0,0-1 0 0 0,0 0 1 0 0,1 1-1 0 0,-1-1 1 0 0,0 0-1 0 0,0 0 0 0 0,0 1 1 0 0,1-1-1 0 0,-1 0 1 0 0,0 1-1 0 0,0-1 1 0 0,0 0-1 0 0,0 1 0 0 0,0-1 1 0 0,0 0-1 0 0,0 1 1 0 0,0-1-1 0 0,0 1 0 0 0,0-1 1 0 0,0 0-1 0 0,0 1 1 0 0,0-1-1 0 0,0 0 0 0 0,0 1 1 0 0,0 1 161 0 0,-10 8 211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2:05.47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35 3896 0 0,'0'0'1868'0'0,"5"-1"-1840"0"0,65-32 1540 0 0,-71 32-1570 0 0,-1 1 0 0 0,0 1-1 0 0,1-1 1 0 0,-1 0 0 0 0,0 0 0 0 0,0 1 0 0 0,1-1-1 0 0,-1 1 1 0 0,0-1 0 0 0,1 1 0 0 0,-1 0 0 0 0,-2 1 0 0 0,-19 7-701 0 0,-5-13-4070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24:30.57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29 3664 0 0,'0'0'272'0'0,"18"-2"636"0"0,-7-5-279 0 0,-6 0-293 0 0,-5-5-989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24:59.96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32 26 2812 0 0,'-10'-14'-960'0'0,"-11"2"328"0"0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13.22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24 111 4988 0 0,'0'0'600'0'0,"-16"4"838"0"0,8-5-975 0 0,12 1-197 0 0,27 0-141 0 0,49 4-173 0 0,471 1 108 0 0,-316-1-38 0 0,-74 1-5 0 0,-91-5-7 0 0,47 1 11 0 0,148-18 0 0 0,75-12-58 0 0,-240 23 26 0 0,687-15 62 0 0,-587 19-77 0 0,237 6 41 0 0,-234-6-15 0 0,-75-1 13 0 0,457-13-30 0 0,199 5 15 0 0,-491-4 24 0 0,-165 6-57 0 0,329 3-16 0 0,-275 8 41 0 0,569 16-3 0 0,-626-19 2 0 0,174 5-20 0 0,-221-2 26 0 0,128 7-20 0 0,-155-6 22 0 0,1048 27-45 0 0,-995-30 109 0 0,253 4 204 0 0,-248-1-182 0 0,75 6 1081 0 0,-105-7-77 0 0,-76-1-1016 0 0,30 1 23 0 0,-34-16-3027 0 0,-26-12 15 0 0,-4 3 41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3T15:31:19.52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4431 6097 0 0,'0'0'-326'0'0,"5"1"-744"0"0,-5 0 1075 0 0,0-1 1 0 0,1 0-1 0 0,-1 0 0 0 0,0 0 1 0 0,0 0-1 0 0,0 1 1 0 0,0-1-1 0 0,0 0 0 0 0,0 0 1 0 0,0 0-1 0 0,0 1 0 0 0,0-1 1 0 0,0 0-1 0 0,0 0 0 0 0,0 0 1 0 0,0 1-1 0 0,0-1 0 0 0,0 0 1 0 0,0 0-1 0 0,0 0 0 0 0,0 0 1 0 0,0 1-1 0 0,0-1 1 0 0,0 0-1 0 0,0 0 0 0 0,0 0 1 0 0,0 1-1 0 0,-1-1 0 0 0,1 0 1 0 0,0 0-1 0 0,0 0 0 0 0,0 0 1 0 0,0 1-1 0 0,169-46 118 0 0,51-4-49 0 0,-128 18 209 0 0,-2-5 0 0 0,-1-3-1 0 0,136-81 1 0 0,-36-1 435 0 0,-156 97-464 0 0,-1-1-1 0 0,-1-2 1 0 0,39-44-1 0 0,-38 38-101 0 0,37-31 0 0 0,0 1 59 0 0,-28 22-15 0 0,-2-1-1 0 0,-3-3 1 0 0,-1-1-1 0 0,31-53 1 0 0,21-57 410 0 0,-13 13-70 0 0,-7 1 67 0 0,-54 118-519 0 0,-1 0 0 0 0,11-33 0 0 0,9-21 198 0 0,-23 58-196 0 0,-2 1 1 0 0,7-25-1 0 0,6-18 69 0 0,20-43 82 0 0,36-81 147 0 0,20-17-132 0 0,-37 83-215 0 0,16-28-6 0 0,-57 117 12 0 0,18-50 0 0 0,8-13 54 0 0,73-92-62 0 0,-37 64-1 0 0,-23 20-38 0 0,21-32 47 0 0,-62 107-1 0 0,-1-1-1 0 0,-2 0 1 0 0,12-37-1 0 0,-9 26-21 0 0,89-211 112 0 0,-95 225-140 0 0,24-41 0 0 0,-3 10 32 0 0,-21 39-51 0 0,0 0 1 0 0,2 1 0 0 0,0 1 0 0 0,27-28 0 0 0,-19 22 2 0 0,5-3-3 0 0,1 0 1 0 0,54-38-1 0 0,-22 21 25 0 0,-24 18-20 0 0,1 2 1 0 0,1 2-1 0 0,75-29 1 0 0,67-29-26 0 0,-142 61 35 0 0,0 2-1 0 0,2 2 1 0 0,-1 1 0 0 0,2 2-1 0 0,-1 2 1 0 0,1 1-1 0 0,53-1 1 0 0,-41 5-41 0 0,96 8 1 0 0,-46 6 25 0 0,-25 2-8 0 0,0 3 1 0 0,-1 3-1 0 0,96 39 1 0 0,-127-43 17 0 0,-23-8 3 0 0,15 4-58 0 0,0 2 1 0 0,-1 1-1 0 0,61 38 1 0 0,-72-37 67 0 0,219 150-134 0 0,-192-124 111 0 0,-2 3-1 0 0,-2 1 1 0 0,47 61-1 0 0,-49-51 5 0 0,47 79 0 0 0,-36-47 23 0 0,-15-26 2 0 0,54 112 1 0 0,-58-94 1 0 0,91 145 0 0 0,4-9-73 0 0,52 62 24 0 0,85 106 117 0 0,-142-179-80 0 0,15 21-38 0 0,2-44 19 0 0,-11-14-17 0 0,-75-86 93 0 0,129 141 1 0 0,-157-190-54 0 0,38 53 0 0 0,-26-30-52 0 0,155 162-62 0 0,-23-54 83 0 0,-139-136 27 0 0,0-1 1 0 0,2-2-1 0 0,54 27 0 0 0,148 83 92 0 0,-124-73-66 0 0,-45-24 5 0 0,79 32-1 0 0,-109-52 71 0 0,-39-17-79 0 0,9 3 78 0 0,-15-38-7292 0 0,4 30 6787 0 0,-3-3 1 0 0,-9-13-2083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24:30.57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29 3664 0 0,'0'0'272'0'0,"18"-2"636"0"0,-7-5-279 0 0,-6 0-293 0 0,-5-5-989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24:59.96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32 26 2812 0 0,'-10'-14'-960'0'0,"-11"2"328"0"0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4:38:54.78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1102 0 7295,'-1102'135'0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38:58.48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38 1340 0 0,'0'0'2315'0'0,"6"0"-2286"0"0,149 5 206 0 0,75 0-80 0 0,-12-20 189 0 0,23 0 211 0 0,-97 7-474 0 0,55 9 20 0 0,-84 0-51 0 0,-78-1-9 0 0,101-4 219 0 0,-136 4-241 0 0,53-3 89 0 0,-52 4-90 0 0,9 0-8 0 0,22 2 23 0 0,0-1 0 0 0,39-4 1 0 0,19 2 133 0 0,40-3 55 0 0,-48-1-101 0 0,0 2 467 0 0,-81 2-406 0 0,2 2 93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40:26.85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29 45 4284 0 0,'0'-3'108'0'0,"0"1"0"0"0,0 0-1 0 0,0-1 1 0 0,-1 1-1 0 0,1-1 1 0 0,-1 1 0 0 0,1 0-1 0 0,-1-1 1 0 0,0 1-1 0 0,0 0 1 0 0,0 0 0 0 0,0 0-1 0 0,0 0 1 0 0,0 0-1 0 0,-8-9 2006 0 0,7 15-2384 0 0,0 0 204 0 0,0 1 0 0 0,1 0 0 0 0,0 0 0 0 0,0 0 1 0 0,0 0-1 0 0,1 0 0 0 0,-1 0 0 0 0,1 0 0 0 0,1 7 0 0 0,7 57-34 0 0,-3-28 101 0 0,-2 0-1 0 0,-2 48 1 0 0,-1-69 0 0 0,-5 171 60 0 0,5 171 66 0 0,16-213-120 0 0,-16-141-12 0 0,1 1 0 0 0,0-1 0 0 0,1 1 0 0 0,-1-1 0 0 0,7 15 0 0 0,-5-15 8 0 0,-1 0-1 0 0,0 1 1 0 0,0-1-1 0 0,0 0 1 0 0,0 16 0 0 0,-1-7 2 0 0,1-1 0 0 0,6 28 0 0 0,2 9 36 0 0,-4 181 55 0 0,-7-165-114 0 0,-13 116 80 0 0,7-122-40 0 0,0 4 18 0 0,-7 100-4 0 0,17 211 231 0 0,-2-350-226 0 0,2 1-1 0 0,12 54 0 0 0,-9-55 39 0 0,0 0 1 0 0,2 57-1 0 0,-8-49 61 0 0,2-1 0 0 0,14 67 0 0 0,-15-79 168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40:34.97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689 1 5477 0 0,'0'0'-132'0'0,"-24"18"508"0"0,-152 175-298 0 0,-4 3 7 0 0,138-154-92 0 0,-1-3 1 0 0,-71 49 0 0 0,19-33-2949 0 0,80-48 1901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40:35.50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1758 0 4304 0 0,'-100'92'804'0'0,"-65"92"-713"0"0,-25 24-11 0 0,-362 275 66 0 0,-34-46-368 0 0,449-331-2354 0 0,110-86 1805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40:36.07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2340 29 3592 0 0,'0'-16'315'0'0,"0"16"-303"0"0,0 0-1 0 0,0-1 0 0 0,0 1 1 0 0,0-1-1 0 0,0 1 1 0 0,0 0-1 0 0,0-1 0 0 0,0 1 1 0 0,0-1-1 0 0,0 1 1 0 0,0 0-1 0 0,0-1 0 0 0,0 1 1 0 0,0-1-1 0 0,0 1 0 0 0,-1 0 1 0 0,1-1-1 0 0,0 1 1 0 0,0-1-1 0 0,0 1 0 0 0,-1 0 1 0 0,1-1-1 0 0,0 1 0 0 0,0 0 1 0 0,-1-1-1 0 0,1 1 1 0 0,0 0-1 0 0,-1 0 0 0 0,1-1 1 0 0,0 1-1 0 0,-1 0 0 0 0,1 0 1 0 0,0-1-1 0 0,-1 1 1 0 0,1 0-1 0 0,0 0 0 0 0,-2 0 1 0 0,-11 6-5 0 0,-1 2 1 0 0,1 0 0 0 0,0 0-1 0 0,1 1 1 0 0,-16 15 0 0 0,-61 64 32 0 0,51-49-38 0 0,-200 201 28 0 0,-227 220 103 0 0,-699 545-65 0 0,961-843-2513 0 0,162-134 2087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40:36.63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2617 58 2884 0 0,'2'-6'137'0'0,"1"1"0"0"0,-2-1 0 0 0,1 1 0 0 0,0-1 0 0 0,-1 0-1 0 0,1-10 1 0 0,-2 14 73 0 0,0 2-194 0 0,0 0 1 0 0,-1 0-1 0 0,1 1 0 0 0,0-1 0 0 0,0 0 0 0 0,0 0 0 0 0,0 0 0 0 0,-1 0 1 0 0,1 0-1 0 0,0 0 0 0 0,0 0 0 0 0,0 0 0 0 0,0 0 0 0 0,-1 0 0 0 0,1 0 0 0 0,0 0 1 0 0,0 0-1 0 0,0 0 0 0 0,0-1 0 0 0,-1 1 0 0 0,1 0 0 0 0,0 0 0 0 0,0 0 0 0 0,0 0 1 0 0,0 0-1 0 0,0 0 0 0 0,-1 0 0 0 0,1 0 0 0 0,0 0 0 0 0,0-1 0 0 0,0 1 0 0 0,0 0 1 0 0,0 0-1 0 0,0 0 0 0 0,0 0 0 0 0,0 0 0 0 0,-1-1 0 0 0,1 1 0 0 0,0 0 0 0 0,0 0 1 0 0,0 0-1 0 0,0 0 0 0 0,0-1 0 0 0,0 1 0 0 0,0 0 0 0 0,0 0 0 0 0,0 0 0 0 0,0 0 1 0 0,0-1-1 0 0,0 1 0 0 0,0 0 0 0 0,0 0 0 0 0,0 0 0 0 0,0 0 0 0 0,0-1 0 0 0,0 1 1 0 0,0 0-1 0 0,1 0 0 0 0,-49 42 40 0 0,3 3 0 0 0,1 2 0 0 0,-41 56 0 0 0,39-46-28 0 0,-605 652 145 0 0,261-298-36 0 0,176-185-42 0 0,-374 302-1 0 0,191-201-215 0 0,370-306-1221 0 0,-47 29 0 0 0,59-41 248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40:37.22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3074 36 4056 0 0,'2'-3'220'0'0,"-1"0"-1"0"0,1 0 0 0 0,0 0 0 0 0,-1 0 0 0 0,0 0 0 0 0,0-1 1 0 0,0 1-1 0 0,1-8 686 0 0,-459 443-910 0 0,31 36 54 0 0,284-308-35 0 0,-1197 1241 276 0 0,680-821-1919 0 0,623-550-79 0 0,8-12-162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40:37.75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3387 24 5412 0 0,'20'-24'749'0'0,"-20"24"-731"0"0,0 0-1 0 0,1 0 1 0 0,-31 50 263 0 0,-555 680-167 0 0,580-724-112 0 0,-1655 1679 369 0 0,907-1032-459 0 0,427-377-3165 0 0,277-235 1468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40:38.33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3372 71 4968 0 0,'28'-68'186'0'0,"-28"66"-163"0"0,-3 7-21 0 0,-119 155 18 0 0,-153 157 0 0 0,267-309-20 0 0,-336 360 18 0 0,-44 48 62 0 0,187-189-40 0 0,-222 239 60 0 0,-603 708 388 0 0,916-1039-602 0 0,-345 445-2553 0 0,410-521 1359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40:39.03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1146 1 4132 0 0,'-559'857'-402'0'0,"449"-703"-145"0"0,-6-5 0 0 0,-189 185 1 0 0,249-284 312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40:39.48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818 0 2876 0 0,'-1'4'21'0'0,"-10"16"20"0"0,-2 1 1 0 0,-1-1-1 0 0,0-1 1 0 0,-33 34-1 0 0,19-22 17 0 0,-92 110 147 0 0,-81 92 87 0 0,141-170-287 0 0,-103 84-1 0 0,144-132-474 0 0,-1-1 0 0 0,0-1 0 0 0,-34 17-1 0 0,22-17-172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40:39.79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828 1 2564 0 0,'-26'18'-24'0'0,"8"-6"-4"0"0,-2 4 4 0 0,-17 7 52 0 0,-2 5-4 0 0,-10 5 16 0 0,-2 11 8 0 0,1-2-12 0 0,-4 7 12 0 0,-5 2-8 0 0,-1 3 0 0 0,-5-1 0 0 0,-2 1-32 0 0,-3-3-72 0 0,11-4-316 0 0,2-5-436 0 0,10-7 276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40:40.95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2050 47 2380 0 0,'47'-46'3294'0'0,"-54"52"-3153"0"0,-541 556 602 0 0,-26 25-421 0 0,492-508-474 0 0,-352 342 704 0 0,23 21-4154 0 0,371-396 1780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40:55.15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0 4512 0 0,'32'21'-281'0'0,"1"-2"-1"0"0,1-2 0 0 0,0-1 0 0 0,67 22 1 0 0,6 2 135 0 0,182 97-1503 0 0,-265-124 1176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40:55.80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8 2020 0 0,'0'0'14'0'0,"0"0"-1"0"0,0 0 1 0 0,-1-1-1 0 0,1 1 1 0 0,0 0-1 0 0,0 0 1 0 0,0 0-1 0 0,0-1 0 0 0,0 1 1 0 0,0 0-1 0 0,0 0 1 0 0,0-1-1 0 0,0 1 1 0 0,0 0-1 0 0,0 0 1 0 0,0 0-1 0 0,0-1 1 0 0,1 1-1 0 0,-1 0 1 0 0,0 0-1 0 0,0-1 1 0 0,0 1-1 0 0,0 0 1 0 0,0 0-1 0 0,0 0 1 0 0,0 0-1 0 0,1-1 0 0 0,-1 1 1 0 0,0 0-1 0 0,0 0 1 0 0,0 0-1 0 0,0 0 1 0 0,1-1-1 0 0,-1 1 1 0 0,0 0-1 0 0,0 0 1 0 0,0 0-1 0 0,1 0 1 0 0,-1 0-1 0 0,0 0 1 0 0,0 0-1 0 0,0 0 1 0 0,1 0-1 0 0,-1 0 1 0 0,0 0-1 0 0,0 0 1 0 0,1 0-1 0 0,-1 0 0 0 0,0 0 1 0 0,0 0-1 0 0,0 0 1 0 0,1 0-1 0 0,-1 0 1 0 0,0 0-1 0 0,0 0 1 0 0,1 0-1 0 0,57 33 15 0 0,-8-4 4 0 0,67 27 1 0 0,154 46-2 0 0,193 82 146 0 0,-380-145-244 0 0,-2 4 1 0 0,-2 3-1 0 0,101 76 0 0 0,-137-84-1198 0 0,-28-24 704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40:56.43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10 2 2068 0 0,'0'0'-11'0'0,"-8"-2"30"0"0,8 2-21 0 0,1 0 0 0 0,-1 0 0 0 0,0 1 0 0 0,0-1 0 0 0,0 0 1 0 0,0 0-1 0 0,0 0 0 0 0,0 0 0 0 0,0 0 0 0 0,0 0 0 0 0,0 0 0 0 0,0 0 0 0 0,0 0 0 0 0,0 0 0 0 0,0 1 1 0 0,0-1-1 0 0,-1 0 0 0 0,1 0 0 0 0,0 0 0 0 0,0 0 0 0 0,0 0 0 0 0,0 0 0 0 0,0 0 0 0 0,0 0 0 0 0,0 0 1 0 0,0 0-1 0 0,0 0 0 0 0,0 0 0 0 0,0 1 0 0 0,0-1 0 0 0,0 0 0 0 0,0 0 0 0 0,0 0 0 0 0,0 0 1 0 0,-1 0-1 0 0,1 0 0 0 0,0 0 0 0 0,0 0 0 0 0,0 0 0 0 0,0 0 0 0 0,0 0 0 0 0,0 0 0 0 0,0 0 0 0 0,0 0 1 0 0,0 0-1 0 0,0 0 0 0 0,-1 0 0 0 0,26 17 47 0 0,0-1-1 0 0,1-1 1 0 0,0-1-1 0 0,47 17 1 0 0,-11-4 37 0 0,225 105 116 0 0,179 86 9 0 0,-17 30-10 0 0,-296-144-1421 0 0,-134-86 624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4:40:57.07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7 2204 0 0,'0'0'64'0'0,"0"0"-55"0"0,0-1 0 0 0,0 1 0 0 0,0 0 0 0 0,0-1 1 0 0,0 1-1 0 0,0 0 0 0 0,0 0 0 0 0,0-1 1 0 0,1 1-1 0 0,-1 0 0 0 0,0 0 0 0 0,0-1 1 0 0,0 1-1 0 0,0 0 0 0 0,1 0 0 0 0,-1-1 1 0 0,0 1-1 0 0,0 0 0 0 0,0 0 0 0 0,1 0 1 0 0,-1-1-1 0 0,0 1 0 0 0,0 0 0 0 0,1 0 0 0 0,-1 0 1 0 0,0 0-1 0 0,0 0 0 0 0,1 0 0 0 0,-1-1 1 0 0,0 1-1 0 0,0 0 0 0 0,1 0 0 0 0,-1 0 1 0 0,0 0-1 0 0,1 0 0 0 0,-1 0 0 0 0,0 0 1 0 0,0 0-1 0 0,1 0 0 0 0,-1 0 0 0 0,0 1 0 0 0,1-1 1 0 0,-1 0-1 0 0,0 0 0 0 0,0 0 0 0 0,1 0 1 0 0,-1 0-1 0 0,410 160 162 0 0,-401-156-169 0 0,468 179-1729 0 0,-421-165 1310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3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24 111 4988 0 0,'0'0'600'0'0,"-16"4"838"0"0,8-5-975 0 0,12 1-197 0 0,27 0-141 0 0,49 4-173 0 0,471 1 108 0 0,-316-1-38 0 0,-74 1-5 0 0,-91-5-7 0 0,47 1 11 0 0,148-18 0 0 0,75-12-58 0 0,-240 23 26 0 0,687-15 62 0 0,-587 19-77 0 0,237 6 41 0 0,-234-6-15 0 0,-75-1 13 0 0,457-13-30 0 0,199 5 15 0 0,-491-4 24 0 0,-165 6-57 0 0,329 3-16 0 0,-275 8 41 0 0,569 16-3 0 0,-626-19 2 0 0,174 5-20 0 0,-221-2 26 0 0,128 7-20 0 0,-155-6 22 0 0,1048 27-45 0 0,-995-30 109 0 0,253 4 204 0 0,-248-1-182 0 0,75 6 1081 0 0,-105-7-77 0 0,-76-1-1016 0 0,30 1 23 0 0,-34-16-3027 0 0,-26-12 15 0 0,-4 3 41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3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4431 6097 0 0,'0'0'-326'0'0,"5"1"-744"0"0,-5 0 1075 0 0,0-1 1 0 0,1 0-1 0 0,-1 0 0 0 0,0 0 1 0 0,0 0-1 0 0,0 1 1 0 0,0-1-1 0 0,0 0 0 0 0,0 0 1 0 0,0 0-1 0 0,0 1 0 0 0,0-1 1 0 0,0 0-1 0 0,0 0 0 0 0,0 0 1 0 0,0 1-1 0 0,0-1 0 0 0,0 0 1 0 0,0 0-1 0 0,0 0 0 0 0,0 0 1 0 0,0 1-1 0 0,0-1 1 0 0,0 0-1 0 0,0 0 0 0 0,0 0 1 0 0,0 1-1 0 0,-1-1 0 0 0,1 0 1 0 0,0 0-1 0 0,0 0 0 0 0,0 0 1 0 0,0 1-1 0 0,169-46 118 0 0,51-4-49 0 0,-128 18 209 0 0,-2-5 0 0 0,-1-3-1 0 0,136-81 1 0 0,-36-1 435 0 0,-156 97-464 0 0,-1-1-1 0 0,-1-2 1 0 0,39-44-1 0 0,-38 38-101 0 0,37-31 0 0 0,0 1 59 0 0,-28 22-15 0 0,-2-1-1 0 0,-3-3 1 0 0,-1-1-1 0 0,31-53 1 0 0,21-57 410 0 0,-13 13-70 0 0,-7 1 67 0 0,-54 118-519 0 0,-1 0 0 0 0,11-33 0 0 0,9-21 198 0 0,-23 58-196 0 0,-2 1 1 0 0,7-25-1 0 0,6-18 69 0 0,20-43 82 0 0,36-81 147 0 0,20-17-132 0 0,-37 83-215 0 0,16-28-6 0 0,-57 117 12 0 0,18-50 0 0 0,8-13 54 0 0,73-92-62 0 0,-37 64-1 0 0,-23 20-38 0 0,21-32 47 0 0,-62 107-1 0 0,-1-1-1 0 0,-2 0 1 0 0,12-37-1 0 0,-9 26-21 0 0,89-211 112 0 0,-95 225-140 0 0,24-41 0 0 0,-3 10 32 0 0,-21 39-51 0 0,0 0 1 0 0,2 1 0 0 0,0 1 0 0 0,27-28 0 0 0,-19 22 2 0 0,5-3-3 0 0,1 0 1 0 0,54-38-1 0 0,-22 21 25 0 0,-24 18-20 0 0,1 2 1 0 0,1 2-1 0 0,75-29 1 0 0,67-29-26 0 0,-142 61 35 0 0,0 2-1 0 0,2 2 1 0 0,-1 1 0 0 0,2 2-1 0 0,-1 2 1 0 0,1 1-1 0 0,53-1 1 0 0,-41 5-41 0 0,96 8 1 0 0,-46 6 25 0 0,-25 2-8 0 0,0 3 1 0 0,-1 3-1 0 0,96 39 1 0 0,-127-43 17 0 0,-23-8 3 0 0,15 4-58 0 0,0 2 1 0 0,-1 1-1 0 0,61 38 1 0 0,-72-37 67 0 0,219 150-134 0 0,-192-124 111 0 0,-2 3-1 0 0,-2 1 1 0 0,47 61-1 0 0,-49-51 5 0 0,47 79 0 0 0,-36-47 23 0 0,-15-26 2 0 0,54 112 1 0 0,-58-94 1 0 0,91 145 0 0 0,4-9-73 0 0,52 62 24 0 0,85 106 117 0 0,-142-179-80 0 0,15 21-38 0 0,2-44 19 0 0,-11-14-17 0 0,-75-86 93 0 0,129 141 1 0 0,-157-190-54 0 0,38 53 0 0 0,-26-30-52 0 0,155 162-62 0 0,-23-54 83 0 0,-139-136 27 0 0,0-1 1 0 0,2-2-1 0 0,54 27 0 0 0,148 83 92 0 0,-124-73-66 0 0,-45-24 5 0 0,79 32-1 0 0,-109-52 71 0 0,-39-17-79 0 0,9 3 78 0 0,-15-38-7292 0 0,4 30 6787 0 0,-3-3 1 0 0,-9-13-2083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3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32 26 2812 0 0,'-10'-14'-960'0'0,"-11"2"328"0"0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7T06:25:04.23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1102 0 7295,'-1102'135'0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3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38 1340 0 0,'0'0'2315'0'0,"6"0"-2286"0"0,149 5 206 0 0,75 0-80 0 0,-12-20 189 0 0,23 0 211 0 0,-97 7-474 0 0,55 9 20 0 0,-84 0-51 0 0,-78-1-9 0 0,101-4 219 0 0,-136 4-241 0 0,53-3 89 0 0,-52 4-90 0 0,9 0-8 0 0,22 2 23 0 0,0-1 0 0 0,39-4 1 0 0,19 2 133 0 0,40-3 55 0 0,-48-1-101 0 0,0 2 467 0 0,-81 2-406 0 0,2 2 93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3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29 45 4284 0 0,'0'-3'108'0'0,"0"1"0"0"0,0 0-1 0 0,0-1 1 0 0,-1 1-1 0 0,1-1 1 0 0,-1 1 0 0 0,1 0-1 0 0,-1-1 1 0 0,0 1-1 0 0,0 0 1 0 0,0 0 0 0 0,0 0-1 0 0,0 0 1 0 0,0 0-1 0 0,-8-9 2006 0 0,7 15-2384 0 0,0 0 204 0 0,0 1 0 0 0,1 0 0 0 0,0 0 0 0 0,0 0 1 0 0,0 0-1 0 0,1 0 0 0 0,-1 0 0 0 0,1 0 0 0 0,1 7 0 0 0,7 57-34 0 0,-3-28 101 0 0,-2 0-1 0 0,-2 48 1 0 0,-1-69 0 0 0,-5 171 60 0 0,5 171 66 0 0,16-213-120 0 0,-16-141-12 0 0,1 1 0 0 0,0-1 0 0 0,1 1 0 0 0,-1-1 0 0 0,7 15 0 0 0,-5-15 8 0 0,-1 0-1 0 0,0 1 1 0 0,0-1-1 0 0,0 0 1 0 0,0 16 0 0 0,-1-7 2 0 0,1-1 0 0 0,6 28 0 0 0,2 9 36 0 0,-4 181 55 0 0,-7-165-114 0 0,-13 116 80 0 0,7-122-40 0 0,0 4 18 0 0,-7 100-4 0 0,17 211 231 0 0,-2-350-226 0 0,2 1-1 0 0,12 54 0 0 0,-9-55 39 0 0,0 0 1 0 0,2 57-1 0 0,-8-49 61 0 0,2-1 0 0 0,14 67 0 0 0,-15-79 168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4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 23 6253 0 0,'-18'-16'2304'0'0,"31"14"-1084"0"0,1 1-1898 0 0,322-3 754 0 0,-169 7-59 0 0,174 3 31 0 0,-333-7-28 0 0,8 3-1 0 0,-2 2 13 0 0,-13-4-32 0 0,-1 0 1 0 0,0 0-1 0 0,0 0 1 0 0,0 0-1 0 0,0 1 1 0 0,0-1-1 0 0,0 0 1 0 0,1 0 0 0 0,-1 0-1 0 0,0 0 1 0 0,0 1-1 0 0,0-1 1 0 0,0 0-1 0 0,0 0 1 0 0,0 0-1 0 0,0 0 1 0 0,0 1-1 0 0,0-1 1 0 0,0 0-1 0 0,0 0 1 0 0,0 0-1 0 0,0 1 1 0 0,0-1-1 0 0,0 0 1 0 0,0 0-1 0 0,0 0 1 0 0,0 1-1 0 0,0-1 1 0 0,0 0-1 0 0,0 0 1 0 0,0 0-1 0 0,-1 0 1 0 0,1 1 0 0 0,0-1-1 0 0,0 0 1 0 0,0 0-1 0 0,0 0 1 0 0,0 0-1 0 0,0 0 1 0 0,-1 1-1 0 0,1-1 1 0 0,0 0-1 0 0,0 0 1 0 0,0 0-1 0 0,0 0 1 0 0,-1 0-1 0 0,1 0 1 0 0,0 0-1 0 0,0 0 1 0 0,0 0-1 0 0,-1 1 1 0 0,1-1-1 0 0,0 0 1 0 0,0 0-1 0 0,0 0 1 0 0,0 0-1 0 0,-1 0 1 0 0,1 0-1 0 0,-24 14 19 0 0,-29 13-1 0 0,-576 322 68 0 0,589-324-102 0 0,-60 51 0 0 0,100-76 19 0 0,0 0-1 0 0,0 0 1 0 0,-1 0-1 0 0,1 1 1 0 0,0-1-1 0 0,0 0 1 0 0,-1 0-1 0 0,1 0 0 0 0,0 0 1 0 0,0 1-1 0 0,0-1 1 0 0,-1 0-1 0 0,1 0 1 0 0,0 0-1 0 0,0 1 1 0 0,0-1-1 0 0,0 0 1 0 0,-1 0-1 0 0,1 1 1 0 0,0-1-1 0 0,0 0 1 0 0,0 0-1 0 0,0 1 1 0 0,0-1-1 0 0,0 0 1 0 0,0 1-1 0 0,0-1 1 0 0,0 0-1 0 0,0 0 0 0 0,0 1 1 0 0,0-1-1 0 0,0 0 1 0 0,0 0-1 0 0,0 1 1 0 0,0-1-1 0 0,0 0 1 0 0,0 1-1 0 0,0-1 1 0 0,1 0-1 0 0,-1 0 1 0 0,0 1-1 0 0,0-1 1 0 0,0 0-1 0 0,0 0 1 0 0,1 1-1 0 0,16 3 49 0 0,25-4-2 0 0,138-20 45 0 0,134-9-16 0 0,-189 21-72 0 0,143-5 94 0 0,-266 14-153 0 0,-1-1 0 0 0,1 0 0 0 0,-1 0 0 0 0,0 1 0 0 0,1-1 0 0 0,-1 0 0 0 0,1 0 0 0 0,-1 0 0 0 0,1-1-1 0 0,-1 1 1 0 0,1 0 0 0 0,-1 0 0 0 0,1-1 0 0 0,-1 1 0 0 0,0-1 0 0 0,1 1 0 0 0,-1-1 0 0 0,0 0 0 0 0,1 0 0 0 0,-1 1 0 0 0,0-1 0 0 0,0 0 0 0 0,0 0-1 0 0,0 0 1 0 0,0 0 0 0 0,0 0 0 0 0,0-1 0 0 0,0 1 0 0 0,0 0 0 0 0,0 0 0 0 0,-1-1 0 0 0,1 1 0 0 0,-1 0 0 0 0,1-1 0 0 0,0-2 0 0 0,7-13-3382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4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29 26 6365 0 0,'0'0'-152'0'0,"-19"0"-107"0"0,10 0 410 0 0,12-1 189 0 0,164-11 73 0 0,-76 8-94 0 0,-25 3-12 0 0,-62 0-288 0 0,16 0-602 0 0,4-5-4481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4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27 12 5144 0 0,'-26'13'814'0'0,"26"-13"-791"0"0,0 1 0 0 0,0-1 0 0 0,0 0 0 0 0,0 0 0 0 0,0 1 0 0 0,0-1 0 0 0,0 0 0 0 0,0 0 0 0 0,0 1 0 0 0,0-1 0 0 0,0 0 0 0 0,0 0 0 0 0,0 1 0 0 0,0-1 0 0 0,0 0 1 0 0,1 0-1 0 0,-1 1 0 0 0,0-1 0 0 0,0 0 0 0 0,0 0 0 0 0,0 0 0 0 0,1 0 0 0 0,-1 1 0 0 0,0-1 0 0 0,0 0 0 0 0,1 0 0 0 0,-1 0 0 0 0,0 0 0 0 0,0 0 0 0 0,0 1 0 0 0,1-1 0 0 0,-1 0 0 0 0,0 0 0 0 0,1 0 0 0 0,-1 0 0 0 0,0 0 0 0 0,0 0 0 0 0,1 0 0 0 0,-1 0 0 0 0,0 0 0 0 0,0 0 0 0 0,1 0 0 0 0,-1 0 0 0 0,0 0 0 0 0,0 0 0 0 0,1-1 0 0 0,59 3 1250 0 0,-44-2-1533 0 0,22 0 201 0 0,-1 1-276 0 0,0-1 1 0 0,0-2-1 0 0,0-1 1 0 0,58-14-1 0 0,-81 12-1720 0 0,-2-2-355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4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29 6129 0 0,'42'-28'1918'0'0,"-39"30"-1858"0"0,1 3-40 0 0,0 0 1 0 0,0 0-1 0 0,0 0 1 0 0,-1 0-1 0 0,0 1 1 0 0,0-1-1 0 0,0 1 1 0 0,-1 0-1 0 0,1 0 1 0 0,-2 0-1 0 0,1 0 1 0 0,0 0-1 0 0,-1 0 1 0 0,0 10-1 0 0,3 19 72 0 0,-2 44-1 0 0,-2-73-77 0 0,-8 110-128 0 0,-3-41-4047 0 0,7-61 1681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4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22 42 5901 0 0,'0'0'-231'0'0,"-11"-42"2347"0"0,1 367-2377 0 0,13 72 277 0 0,-2-371 418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4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689 1 5477 0 0,'0'0'-132'0'0,"-24"18"508"0"0,-152 175-298 0 0,-4 3 7 0 0,138-154-92 0 0,-1-3 1 0 0,-71 49 0 0 0,19-33-2949 0 0,80-48 1901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4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1758 0 4304 0 0,'-100'92'804'0'0,"-65"92"-713"0"0,-25 24-11 0 0,-362 275 66 0 0,-34-46-368 0 0,449-331-2354 0 0,110-86 1805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4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2340 29 3592 0 0,'0'-16'315'0'0,"0"16"-303"0"0,0 0-1 0 0,0-1 0 0 0,0 1 1 0 0,0-1-1 0 0,0 1 1 0 0,0 0-1 0 0,0-1 0 0 0,0 1 1 0 0,0-1-1 0 0,0 1 1 0 0,0 0-1 0 0,0-1 0 0 0,0 1 1 0 0,0-1-1 0 0,0 1 0 0 0,-1 0 1 0 0,1-1-1 0 0,0 1 1 0 0,0-1-1 0 0,0 1 0 0 0,-1 0 1 0 0,1-1-1 0 0,0 1 0 0 0,0 0 1 0 0,-1-1-1 0 0,1 1 1 0 0,0 0-1 0 0,-1 0 0 0 0,1-1 1 0 0,0 1-1 0 0,-1 0 0 0 0,1 0 1 0 0,0-1-1 0 0,-1 1 1 0 0,1 0-1 0 0,0 0 0 0 0,-2 0 1 0 0,-11 6-5 0 0,-1 2 1 0 0,1 0 0 0 0,0 0-1 0 0,1 1 1 0 0,-16 15 0 0 0,-61 64 32 0 0,51-49-38 0 0,-200 201 28 0 0,-227 220 103 0 0,-699 545-65 0 0,961-843-2513 0 0,162-134 2087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4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2617 58 2884 0 0,'2'-6'137'0'0,"1"1"0"0"0,-2-1 0 0 0,1 1 0 0 0,0-1 0 0 0,-1 0-1 0 0,1-10 1 0 0,-2 14 73 0 0,0 2-194 0 0,0 0 1 0 0,-1 0-1 0 0,1 1 0 0 0,0-1 0 0 0,0 0 0 0 0,0 0 0 0 0,0 0 0 0 0,-1 0 1 0 0,1 0-1 0 0,0 0 0 0 0,0 0 0 0 0,0 0 0 0 0,0 0 0 0 0,-1 0 0 0 0,1 0 0 0 0,0 0 1 0 0,0 0-1 0 0,0 0 0 0 0,0-1 0 0 0,-1 1 0 0 0,1 0 0 0 0,0 0 0 0 0,0 0 0 0 0,0 0 1 0 0,0 0-1 0 0,0 0 0 0 0,-1 0 0 0 0,1 0 0 0 0,0 0 0 0 0,0-1 0 0 0,0 1 0 0 0,0 0 1 0 0,0 0-1 0 0,0 0 0 0 0,0 0 0 0 0,0 0 0 0 0,-1-1 0 0 0,1 1 0 0 0,0 0 0 0 0,0 0 1 0 0,0 0-1 0 0,0 0 0 0 0,0-1 0 0 0,0 1 0 0 0,0 0 0 0 0,0 0 0 0 0,0 0 0 0 0,0 0 1 0 0,0-1-1 0 0,0 1 0 0 0,0 0 0 0 0,0 0 0 0 0,0 0 0 0 0,0 0 0 0 0,0-1 0 0 0,0 1 1 0 0,0 0-1 0 0,1 0 0 0 0,-49 42 40 0 0,3 3 0 0 0,1 2 0 0 0,-41 56 0 0 0,39-46-28 0 0,-605 652 145 0 0,261-298-36 0 0,176-185-42 0 0,-374 302-1 0 0,191-201-215 0 0,370-306-1221 0 0,-47 29 0 0 0,59-41 248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4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3074 36 4056 0 0,'2'-3'220'0'0,"-1"0"-1"0"0,1 0 0 0 0,0 0 0 0 0,-1 0 0 0 0,0 0 0 0 0,0-1 1 0 0,0 1-1 0 0,1-8 686 0 0,-459 443-910 0 0,31 36 54 0 0,284-308-35 0 0,-1197 1241 276 0 0,680-821-1919 0 0,623-550-79 0 0,8-12-162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5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3387 24 5412 0 0,'20'-24'749'0'0,"-20"24"-731"0"0,0 0-1 0 0,1 0 1 0 0,-31 50 263 0 0,-555 680-167 0 0,580-724-112 0 0,-1655 1679 369 0 0,907-1032-459 0 0,427-377-3165 0 0,277-235 1468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5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3372 71 4968 0 0,'28'-68'186'0'0,"-28"66"-163"0"0,-3 7-21 0 0,-119 155 18 0 0,-153 157 0 0 0,267-309-20 0 0,-336 360 18 0 0,-44 48 62 0 0,187-189-40 0 0,-222 239 60 0 0,-603 708 388 0 0,916-1039-602 0 0,-345 445-2553 0 0,410-521 1359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5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1146 1 4132 0 0,'-559'857'-402'0'0,"449"-703"-145"0"0,-6-5 0 0 0,-189 185 1 0 0,249-284 312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5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818 0 2876 0 0,'-1'4'21'0'0,"-10"16"20"0"0,-2 1 1 0 0,-1-1-1 0 0,0-1 1 0 0,-33 34-1 0 0,19-22 17 0 0,-92 110 147 0 0,-81 92 87 0 0,141-170-287 0 0,-103 84-1 0 0,144-132-474 0 0,-1-1 0 0 0,0-1 0 0 0,-34 17-1 0 0,22-17-172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5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828 1 2564 0 0,'-26'18'-24'0'0,"8"-6"-4"0"0,-2 4 4 0 0,-17 7 52 0 0,-2 5-4 0 0,-10 5 16 0 0,-2 11 8 0 0,1-2-12 0 0,-4 7 12 0 0,-5 2-8 0 0,-1 3 0 0 0,-5-1 0 0 0,-2 1-32 0 0,-3-3-72 0 0,11-4-316 0 0,2-5-436 0 0,10-7 276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5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2050 47 2380 0 0,'47'-46'3294'0'0,"-54"52"-3153"0"0,-541 556 602 0 0,-26 25-421 0 0,492-508-474 0 0,-352 342 704 0 0,23 21-4154 0 0,371-396 1780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5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1088 2504 4992 0 0,'0'0'222'0'0,"-1"1"-164"0"0,1-1 1 0 0,0 0-1 0 0,0 1 1 0 0,0-1-1 0 0,0 0 1 0 0,-1 1-1 0 0,1-1 1 0 0,0 0-1 0 0,0 1 1 0 0,-1-1-1 0 0,1 0 1 0 0,0 0-1 0 0,-1 1 1 0 0,1-1-1 0 0,0 0 0 0 0,0 0 1 0 0,-1 0-1 0 0,1 1 1 0 0,-1-1-1 0 0,1 0 1 0 0,0 0-1 0 0,-1 0 1 0 0,1 0-1 0 0,0 0 1 0 0,-1 0-1 0 0,1 0 1 0 0,-1 0-1 0 0,1 0 1 0 0,0 0-1 0 0,-1 0 1 0 0,1 0-1 0 0,0 0 1 0 0,-1 0-1 0 0,1 0 1 0 0,-1 0-1 0 0,1 0 1 0 0,-1-1-1 0 0,-8-3 46 0 0,0-1-1 0 0,0 0 1 0 0,1-1-1 0 0,-1 0 1 0 0,1-1 0 0 0,-12-11-1 0 0,-46-57 286 0 0,22 24-198 0 0,42 50-184 0 0,-54-60 379 0 0,-56-77 0 0 0,97 117-326 0 0,1 0 0 0 0,2 0 0 0 0,0-2 0 0 0,1 0 0 0 0,1 0 1 0 0,1 0-1 0 0,2-1 0 0 0,-7-33 0 0 0,-13-147 55 0 0,16 102-29 0 0,-28-120 1 0 0,11 113-47 0 0,6-2 0 0 0,-14-177-1 0 0,31-73-105 0 0,7 266 37 0 0,9-96-48 0 0,-7 131 58 0 0,-3 43 22 0 0,0-1 0 0 0,0 1 0 0 0,2-1 0 0 0,7-26 0 0 0,-9 41-18 0 0,-1 1 0 0 0,0 0 0 0 0,0 0 0 0 0,0-1 0 0 0,0 1 1 0 0,0 0-1 0 0,0-1 0 0 0,0 1 0 0 0,-1 0 0 0 0,1 0 0 0 0,-1-1 0 0 0,0 1 1 0 0,0 0-1 0 0,-2-4 0 0 0,2 5-32 0 0,-2 6-43 0 0,-143 215-17 0 0,-45 20 148 0 0,107-137 16 0 0,79-97-33 0 0,-1 2 74 0 0,0-1-1 0 0,0 0 0 0 0,-1 0 0 0 0,-15 12 327 0 0,23-25-356 0 0,6-21-37 0 0,1 1 0 0 0,2 0 1 0 0,0 1-1 0 0,2 0 0 0 0,14-23 0 0 0,81-120 16 0 0,-79 126-51 0 0,-8 11-40 0 0,1 1-1 0 0,2 1 0 0 0,36-39 1 0 0,-57 67 29 0 0,-1 0 0 0 0,1 0 0 0 0,0 0 0 0 0,-1 0 1 0 0,1 1-1 0 0,0-1 0 0 0,0 0 0 0 0,-1 1 0 0 0,1-1 1 0 0,0 1-1 0 0,0-1 0 0 0,0 1 0 0 0,0 0 0 0 0,0 0 1 0 0,-1 0-1 0 0,1 0 0 0 0,0 0 0 0 0,0 1 0 0 0,0-1 1 0 0,0 0-1 0 0,0 1 0 0 0,-1-1 0 0 0,1 1 0 0 0,0 0 1 0 0,0 0-1 0 0,-1-1 0 0 0,1 1 0 0 0,0 0 0 0 0,1 2 1 0 0,7 4-2 0 0,-1 0 0 0 0,1 1 0 0 0,11 13 0 0 0,-12-12-22 0 0,44 46-253 0 0,-22-22 505 0 0,64 54 0 0 0,-87-80-645 0 0,1 0 1 0 0,0-1-1 0 0,0-1 1 0 0,1 1-1 0 0,0-1 0 0 0,0-1 1 0 0,0 0-1 0 0,0 0 1 0 0,1-1-1 0 0,-1-1 0 0 0,1 1 1 0 0,21 0-1 0 0,-9-4-2586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5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519 44 6385 0 0,'17'4'-1040'0'0,"-16"-1"1043"0"0,-23 0 955 0 0,7-2-1218 0 0,-30 6 300 0 0,0 2 1 0 0,1 2-1 0 0,0 2 1 0 0,0 1-1 0 0,2 3 1 0 0,0 1-1 0 0,1 3 0 0 0,-48 31 1 0 0,30-7-205 0 0,58-44 131 0 0,-2 13-70 0 0,6-11 103 0 0,1 0-1 0 0,-1-1 1 0 0,1 1-1 0 0,0-1 1 0 0,-1 0 0 0 0,1 0-1 0 0,0 0 1 0 0,1 0 0 0 0,-1-1-1 0 0,0 0 1 0 0,0 1 0 0 0,1-2-1 0 0,6 2 1 0 0,72 6-8 0 0,-59-6 7 0 0,104 15-46 0 0,179 46-1 0 0,-171-34 43 0 0,110 30 8 0 0,-189-35-15 0 0,-55-22 16 0 0,1-1 0 0 0,-1 0 0 0 0,0 0 0 0 0,0 1 0 0 0,0-1 0 0 0,0 1 0 0 0,0 0 0 0 0,0-1 1 0 0,-1 1-1 0 0,1 0 0 0 0,0 0 0 0 0,-1 0 0 0 0,0 0 0 0 0,1 1 0 0 0,-1-1 0 0 0,0 0 0 0 0,0 1 0 0 0,0-1 0 0 0,-1 0 0 0 0,2 5 1 0 0,-3-4 0 0 0,1 0 0 0 0,-1-1 1 0 0,0 1-1 0 0,0 0 1 0 0,0-1-1 0 0,-1 1 0 0 0,1-1 1 0 0,-1 0-1 0 0,1 1 1 0 0,-1-1-1 0 0,0 0 0 0 0,0 0 1 0 0,-3 3-1 0 0,-28 22 42 0 0,-9-1 26 0 0,-1-2 1 0 0,0-2-1 0 0,-2-2 0 0 0,-1-2 0 0 0,-1-2 0 0 0,0-2 1 0 0,0-2-1 0 0,-1-2 0 0 0,-63 5 0 0 0,96-14 89 0 0,-1 0 0 0 0,1-1-1 0 0,-1-1 1 0 0,1 0-1 0 0,0-1 1 0 0,-1-1 0 0 0,-25-8-1 0 0,38 10-137 0 0,0 0 0 0 0,-1 0-1 0 0,1-1 1 0 0,0 1 0 0 0,0-1 0 0 0,0 0-1 0 0,0 0 1 0 0,0 0 0 0 0,0 0 0 0 0,1 0-1 0 0,-1-1 1 0 0,1 0 0 0 0,-1 1 0 0 0,1-1-1 0 0,0 0 1 0 0,0 0 0 0 0,0 0-1 0 0,1 0 1 0 0,-1 0 0 0 0,1 0 0 0 0,0-1-1 0 0,-1 1 1 0 0,1-1 0 0 0,1 1 0 0 0,-1 0-1 0 0,0-1 1 0 0,1 1 0 0 0,0-1-1 0 0,0 0 1 0 0,0 1 0 0 0,0-1 0 0 0,1 1-1 0 0,-1-1 1 0 0,1 1 0 0 0,0-1 0 0 0,0 1-1 0 0,0 0 1 0 0,0-1 0 0 0,3-3 0 0 0,4-12-5 0 0,2-1 1 0 0,0 2-1 0 0,1-1 1 0 0,1 1-1 0 0,1 1 1 0 0,1 0-1 0 0,0 1 1 0 0,16-14-1 0 0,142-113 29 0 0,-114 99-38 0 0,72-50-17 0 0,45-39 228 0 0,-174 133-217 0 0,0-1 1 0 0,-1 1-1 0 0,1-1 0 0 0,0 1 1 0 0,-1-1-1 0 0,1 1 0 0 0,0-1 0 0 0,-1 0 1 0 0,1 1-1 0 0,-1-1 0 0 0,0 0 1 0 0,1 0-1 0 0,-1 1 0 0 0,1-1 1 0 0,-1 0-1 0 0,0 0 0 0 0,0 1 1 0 0,1-1-1 0 0,-1 0 0 0 0,0 0 1 0 0,0 0-1 0 0,0 0 0 0 0,0 1 1 0 0,0-1-1 0 0,0 0 0 0 0,0 0 1 0 0,0 0-1 0 0,0 0 0 0 0,0 1 1 0 0,-1-1-1 0 0,1 0 0 0 0,-1-1 1 0 0,0 0-2 0 0,-1 0 0 0 0,0 1 1 0 0,1-1-1 0 0,-1 0 0 0 0,0 1 1 0 0,0-1-1 0 0,0 1 0 0 0,0 0 1 0 0,0 0-1 0 0,0 0 0 0 0,-4-1 1 0 0,-6-3-6 0 0,-1 1 1 0 0,0 1-1 0 0,-16-3 1 0 0,-51 0-37 0 0,0 4 0 0 0,0 3 0 0 0,0 3 1 0 0,-119 22-1 0 0,164-24-501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5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83 140 5092 0 0,'-13'-140'1940'0'0,"9"144"-1925"0"0,-2 2-13 0 0,0 1 0 0 0,0-1 0 0 0,0 1 1 0 0,1 1-1 0 0,0-1 0 0 0,0 1 1 0 0,1-1-1 0 0,0 2 0 0 0,0-1 0 0 0,1 0 1 0 0,0 1-1 0 0,1-1 0 0 0,0 1 1 0 0,0 0-1 0 0,1-1 0 0 0,0 1 0 0 0,0 0 1 0 0,2 16-1 0 0,-1-14 1 0 0,1 0 0 0 0,0 0 0 0 0,1 0 0 0 0,0 0 0 0 0,1-1-1 0 0,0 1 1 0 0,1-1 0 0 0,0 1 0 0 0,0-1 0 0 0,1 0 0 0 0,1-1 0 0 0,-1 1 0 0 0,2-1 0 0 0,-1 0 0 0 0,11 11 0 0 0,-3-8 3 0 0,1-1 1 0 0,0 0-1 0 0,1-1 1 0 0,0-1-1 0 0,0-1 1 0 0,1 0-1 0 0,0-1 1 0 0,1 0-1 0 0,34 7 1 0 0,-21-8 18 0 0,1 0 1 0 0,1-2-1 0 0,-1-2 0 0 0,60-3 1 0 0,-82 1-8 0 0,0-1-1 0 0,0 0 1 0 0,0-1 0 0 0,-1 0 0 0 0,1 0 0 0 0,0-1 0 0 0,-1 0 0 0 0,1-1-1 0 0,-1 0 1 0 0,0-1 0 0 0,0 0 0 0 0,-1 0 0 0 0,1 0 0 0 0,-1-2 0 0 0,-1 1-1 0 0,1-1 1 0 0,-1 0 0 0 0,0 0 0 0 0,0-1 0 0 0,-1 1 0 0 0,0-2 0 0 0,-1 1-1 0 0,0-1 1 0 0,0 0 0 0 0,0 0 0 0 0,-1 0 0 0 0,-1 0 0 0 0,0-1 0 0 0,0 1-1 0 0,-1-1 1 0 0,0 0 0 0 0,1-16 0 0 0,-6-111 1325 0 0,-4 93-868 0 0,6 43-437 0 0,-1-16 114 0 0,2 15-147 0 0,6 27-675 0 0,-3-5 667 0 0,0 1-1 0 0,-2 35 1 0 0,4 24-3 0 0,17 44 54 0 0,6-2-1 0 0,61 168 1 0 0,-63-189 300 0 0,-26-99-331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5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418 18 5921 0 0,'-24'-16'-1065'0'0,"11"15"994"0"0,0 1 0 0 0,0 0 0 0 0,0 2 0 0 0,0-1 0 0 0,0 2 0 0 0,0-1 0 0 0,1 2-1 0 0,-1 0 1 0 0,1 0 0 0 0,0 1 0 0 0,0 0 0 0 0,1 1 0 0 0,-1 1 0 0 0,1 0 0 0 0,1 0-1 0 0,-1 1 1 0 0,1 1 0 0 0,-10 10 0 0 0,3-3 61 0 0,1 2 0 0 0,1 0 0 0 0,0 0-1 0 0,1 2 1 0 0,1-1 0 0 0,1 2 0 0 0,1 0 0 0 0,1 0 0 0 0,-10 29 0 0 0,17-40 16 0 0,0 0 0 0 0,1 0 0 0 0,0 0-1 0 0,0 0 1 0 0,1 1 0 0 0,1-1 0 0 0,-1 1 0 0 0,2-1 0 0 0,-1 0 0 0 0,2 1 0 0 0,-1-1 0 0 0,1 0 0 0 0,1 0 0 0 0,7 19 0 0 0,-6-21 19 0 0,1 0-1 0 0,-1 0 1 0 0,2-1 0 0 0,-1 1-1 0 0,1-1 1 0 0,0-1-1 0 0,0 1 1 0 0,1-1 0 0 0,0 0-1 0 0,0-1 1 0 0,0 1 0 0 0,1-1-1 0 0,0-1 1 0 0,0 1-1 0 0,0-1 1 0 0,0-1 0 0 0,13 4-1 0 0,1 0 131 0 0,1-1 1 0 0,-1-1-1 0 0,1-1 0 0 0,0-2 0 0 0,0 0 0 0 0,0-1 0 0 0,0-1 0 0 0,0-1 0 0 0,-1-1 0 0 0,1-1 0 0 0,34-9 0 0 0,-43 7-70 0 0,0 0 0 0 0,0 0 0 0 0,-1-1 0 0 0,0-1 0 0 0,0 0 0 0 0,0-1-1 0 0,-1 0 1 0 0,0-1 0 0 0,0 0 0 0 0,-1-1 0 0 0,-1 0 0 0 0,0-1 0 0 0,0 0 0 0 0,-1-1-1 0 0,0 0 1 0 0,-1 0 0 0 0,0-1 0 0 0,-1 0 0 0 0,5-14 0 0 0,-4 9 33 0 0,-1-1 0 0 0,-1 0 0 0 0,-1 0-1 0 0,0 0 1 0 0,-1 0 0 0 0,-2-1 0 0 0,2-28 0 0 0,-5 41-81 0 0,1-1 0 0 0,-1 1 0 0 0,0-1 0 0 0,0 1 0 0 0,-1 0 0 0 0,0-1 0 0 0,0 1 1 0 0,-1 0-1 0 0,0 1 0 0 0,0-1 0 0 0,-1 0 0 0 0,0 1 0 0 0,0 0 0 0 0,0 0 0 0 0,-1 0 0 0 0,0 0 0 0 0,0 1 0 0 0,0-1 0 0 0,-1 1 0 0 0,1 1 0 0 0,-1-1 0 0 0,-13-6 0 0 0,1 2-21 0 0,-1 1 1 0 0,0 1-1 0 0,0 1 0 0 0,0 1 1 0 0,-1 0-1 0 0,0 1 0 0 0,0 2 1 0 0,0 0-1 0 0,0 1 0 0 0,-39 3 1 0 0,-2 4 32 0 0,0 3 0 0 0,-76 20 0 0 0,23 9-1691 0 0,162-50-4477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6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70 5204 0 0,'35'-4'-584'0'0,"-31"3"586"0"0,19-5 2687 0 0,-10-51-1630 0 0,-13 55-1012 0 0,-4 6-37 0 0,-7 3-179 0 0,1 1-1 0 0,1 1 1 0 0,-1 0 0 0 0,2 0 0 0 0,-12 14-1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6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57 70 5356 0 0,'-4'-9'170'0'0,"0"1"-1"0"0,0 0 0 0 0,-1 0 0 0 0,-11-13 0 0 0,9 11 140 0 0,6 8-203 0 0,1 2-105 0 0,0 0 0 0 0,0 0 0 0 0,0 0 0 0 0,0 0 0 0 0,0-1 1 0 0,0 1-1 0 0,0 0 0 0 0,0 0 0 0 0,0 0 0 0 0,0 0 0 0 0,-1-1 0 0 0,1 1 0 0 0,0 0 0 0 0,0 0 0 0 0,0 0 0 0 0,0 0 0 0 0,0 0 0 0 0,0-1 0 0 0,0 1 0 0 0,0 0 0 0 0,-1 0 0 0 0,1 0 0 0 0,0 0 0 0 0,0 0 0 0 0,0 0 0 0 0,0 0 0 0 0,0-1 0 0 0,-1 1 1 0 0,1 0-1 0 0,0 0 0 0 0,0 0 0 0 0,0 0 0 0 0,0 0 0 0 0,-1 0 0 0 0,1 0 0 0 0,0 0 0 0 0,0 0 0 0 0,0 0 0 0 0,0 0 0 0 0,-1 0 0 0 0,1 0 0 0 0,0 0 0 0 0,0 0 0 0 0,0 0 0 0 0,0 0 0 0 0,-1 0 0 0 0,1 0 0 0 0,0 0 0 0 0,0 1 0 0 0,0-1 0 0 0,0 0 1 0 0,0 0-1 0 0,-1 0 0 0 0,1 0 0 0 0,0 0 0 0 0,0 0 0 0 0,0 0 0 0 0,0 1 0 0 0,0-1 0 0 0,0 0 0 0 0,0 0 0 0 0,-1 0 0 0 0,1 0 0 0 0,0 0 0 0 0,0 1 0 0 0,0-1 0 0 0,0 0 0 0 0,-8 19-24 0 0,9 2 13 0 0,1 1 1 0 0,1 0 0 0 0,1 0-1 0 0,0-1 1 0 0,9 23 0 0 0,45 105-17 0 0,-3-9 76 0 0,-19-31 182 0 0,-36-108-243 0 0,21-27-4987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6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47 113 4516 0 0,'-46'-16'1037'0'0,"47"14"-1029"0"0,0 0 1 0 0,0 0-1 0 0,0 0 0 0 0,1 0 1 0 0,-1 1-1 0 0,1-1 0 0 0,-1 1 0 0 0,1-1 1 0 0,-1 1-1 0 0,1-1 0 0 0,0 1 0 0 0,0 0 1 0 0,0 0-1 0 0,2-1 0 0 0,30-16 6 0 0,-4 7-25 0 0,-1 1 0 0 0,2 1 1 0 0,-1 2-1 0 0,1 1 0 0 0,0 1 1 0 0,1 2-1 0 0,31 0 0 0 0,-61 3 10 0 0,0 0 1 0 0,-1-1-1 0 0,1 1 0 0 0,0 0 0 0 0,0 1 0 0 0,0-1 1 0 0,-1 0-1 0 0,1 0 0 0 0,0 1 0 0 0,0-1 0 0 0,0 1 1 0 0,-1 0-1 0 0,1-1 0 0 0,0 1 0 0 0,-1 0 1 0 0,1 0-1 0 0,-1 0 0 0 0,1 0 0 0 0,-1 0 0 0 0,1 0 1 0 0,-1 1-1 0 0,2 2 0 0 0,-2-2 2 0 0,0-1-1 0 0,-1 1 1 0 0,0 0 0 0 0,1 0 0 0 0,-1 0-1 0 0,0 0 1 0 0,0 0 0 0 0,0 0 0 0 0,0 0-1 0 0,0 0 1 0 0,-1 0 0 0 0,1 0 0 0 0,0 0-1 0 0,-1 0 1 0 0,0 0 0 0 0,1-1-1 0 0,-2 4 1 0 0,-6 10 11 0 0,-1 0-1 0 0,0-1 0 0 0,-21 25 1 0 0,22-28-10 0 0,-28 32 8 0 0,25-31-18 0 0,0 1-1 0 0,1 0 0 0 0,0 1 0 0 0,1-1 1 0 0,0 2-1 0 0,1 0 0 0 0,-10 24 1 0 0,18-38 8 0 0,0 1 0 0 0,0 0 0 0 0,0-1 0 0 0,0 1 0 0 0,0-1 0 0 0,1 1 1 0 0,-1-1-1 0 0,0 1 0 0 0,1-1 0 0 0,-1 1 0 0 0,1-1 0 0 0,-1 1 1 0 0,1-1-1 0 0,0 1 0 0 0,0-1 0 0 0,-1 0 0 0 0,1 1 0 0 0,0-1 1 0 0,0 0-1 0 0,0 0 0 0 0,1 0 0 0 0,-1 0 0 0 0,0 0 0 0 0,0 0 0 0 0,0 0 1 0 0,1 0-1 0 0,1 1 0 0 0,44 21 12 0 0,-40-20-11 0 0,90 32-3 0 0,-66-26 1 0 0,0 2 0 0 0,-1 1 0 0 0,0 1 0 0 0,-1 2 0 0 0,49 33 0 0 0,-77-47 5 0 0,1 0 0 0 0,-1 0-1 0 0,1 1 1 0 0,-1-1 0 0 0,0 1 0 0 0,1-1 0 0 0,-1 1 0 0 0,0-1-1 0 0,0 1 1 0 0,0 0 0 0 0,0 0 0 0 0,0-1 0 0 0,-1 1 0 0 0,1 0 0 0 0,0 0-1 0 0,-1 0 1 0 0,1 0 0 0 0,-1 0 0 0 0,0 0 0 0 0,0 0 0 0 0,0 0 0 0 0,0 0-1 0 0,0 0 1 0 0,0 0 0 0 0,0 0 0 0 0,-1 0 0 0 0,1-1 0 0 0,-1 1-1 0 0,1 0 1 0 0,-1 0 0 0 0,0 0 0 0 0,0 0 0 0 0,0-1 0 0 0,0 1 0 0 0,0 0-1 0 0,0-1 1 0 0,0 1 0 0 0,0-1 0 0 0,-1 1 0 0 0,1-1 0 0 0,-1 1 0 0 0,-2 1-1 0 0,-8 7 32 0 0,0 0 0 0 0,0-1-1 0 0,-1 0 1 0 0,-16 8-1 0 0,24-14-28 0 0,-66 31 137 0 0,-1-2 1 0 0,-139 39-1 0 0,206-69-136 0 0,-9 2-58 0 0,-3 2-209 0 0,0-1 0 0 0,0 0 1 0 0,-1-2-1 0 0,-23 3 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6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0 4512 0 0,'32'21'-281'0'0,"1"-2"-1"0"0,1-2 0 0 0,0-1 0 0 0,67 22 1 0 0,6 2 135 0 0,182 97-1503 0 0,-265-124 1176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6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8 2020 0 0,'0'0'14'0'0,"0"0"-1"0"0,0 0 1 0 0,-1-1-1 0 0,1 1 1 0 0,0 0-1 0 0,0 0 1 0 0,0 0-1 0 0,0-1 0 0 0,0 1 1 0 0,0 0-1 0 0,0 0 1 0 0,0-1-1 0 0,0 1 1 0 0,0 0-1 0 0,0 0 1 0 0,0 0-1 0 0,0-1 1 0 0,1 1-1 0 0,-1 0 1 0 0,0 0-1 0 0,0-1 1 0 0,0 1-1 0 0,0 0 1 0 0,0 0-1 0 0,0 0 1 0 0,0 0-1 0 0,1-1 0 0 0,-1 1 1 0 0,0 0-1 0 0,0 0 1 0 0,0 0-1 0 0,0 0 1 0 0,1-1-1 0 0,-1 1 1 0 0,0 0-1 0 0,0 0 1 0 0,0 0-1 0 0,1 0 1 0 0,-1 0-1 0 0,0 0 1 0 0,0 0-1 0 0,0 0 1 0 0,1 0-1 0 0,-1 0 1 0 0,0 0-1 0 0,0 0 1 0 0,1 0-1 0 0,-1 0 0 0 0,0 0 1 0 0,0 0-1 0 0,0 0 1 0 0,1 0-1 0 0,-1 0 1 0 0,0 0-1 0 0,0 0 1 0 0,1 0-1 0 0,57 33 15 0 0,-8-4 4 0 0,67 27 1 0 0,154 46-2 0 0,193 82 146 0 0,-380-145-244 0 0,-2 4 1 0 0,-2 3-1 0 0,101 76 0 0 0,-137-84-1198 0 0,-28-24 704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6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10 2 2068 0 0,'0'0'-11'0'0,"-8"-2"30"0"0,8 2-21 0 0,1 0 0 0 0,-1 0 0 0 0,0 1 0 0 0,0-1 0 0 0,0 0 1 0 0,0 0-1 0 0,0 0 0 0 0,0 0 0 0 0,0 0 0 0 0,0 0 0 0 0,0 0 0 0 0,0 0 0 0 0,0 0 0 0 0,0 0 0 0 0,0 1 1 0 0,0-1-1 0 0,-1 0 0 0 0,1 0 0 0 0,0 0 0 0 0,0 0 0 0 0,0 0 0 0 0,0 0 0 0 0,0 0 0 0 0,0 0 0 0 0,0 0 1 0 0,0 0-1 0 0,0 0 0 0 0,0 0 0 0 0,0 1 0 0 0,0-1 0 0 0,0 0 0 0 0,0 0 0 0 0,0 0 0 0 0,0 0 1 0 0,-1 0-1 0 0,1 0 0 0 0,0 0 0 0 0,0 0 0 0 0,0 0 0 0 0,0 0 0 0 0,0 0 0 0 0,0 0 0 0 0,0 0 0 0 0,0 0 1 0 0,0 0-1 0 0,0 0 0 0 0,-1 0 0 0 0,26 17 47 0 0,0-1-1 0 0,1-1 1 0 0,0-1-1 0 0,47 17 1 0 0,-11-4 37 0 0,225 105 116 0 0,179 86 9 0 0,-17 30-10 0 0,-296-144-1421 0 0,-134-86 624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6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7 2204 0 0,'0'0'64'0'0,"0"0"-55"0"0,0-1 0 0 0,0 1 0 0 0,0 0 0 0 0,0-1 1 0 0,0 1-1 0 0,0 0 0 0 0,0 0 0 0 0,0-1 1 0 0,1 1-1 0 0,-1 0 0 0 0,0 0 0 0 0,0-1 1 0 0,0 1-1 0 0,0 0 0 0 0,1 0 0 0 0,-1-1 1 0 0,0 1-1 0 0,0 0 0 0 0,0 0 0 0 0,1 0 1 0 0,-1-1-1 0 0,0 1 0 0 0,0 0 0 0 0,1 0 0 0 0,-1 0 1 0 0,0 0-1 0 0,0 0 0 0 0,1 0 0 0 0,-1-1 1 0 0,0 1-1 0 0,0 0 0 0 0,1 0 0 0 0,-1 0 1 0 0,0 0-1 0 0,1 0 0 0 0,-1 0 0 0 0,0 0 1 0 0,0 0-1 0 0,1 0 0 0 0,-1 0 0 0 0,0 1 0 0 0,1-1 1 0 0,-1 0-1 0 0,0 0 0 0 0,0 0 0 0 0,1 0 1 0 0,-1 0-1 0 0,410 160 162 0 0,-401-156-169 0 0,468 179-1729 0 0,-421-165 1310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6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17 1396 1804 0 0,'-16'1'4538'0'0,"24"-38"-3288"0"0,6 5-1078 0 0,31-72 87 0 0,4 2 0 0 0,103-159 0 0 0,-84 172-282 0 0,4 3-1 0 0,3 3 0 0 0,4 4 0 0 0,154-120 0 0 0,-173 158-24 0 0,3 3-1 0 0,114-52 1 0 0,-59 32-47 0 0,-70 36 104 0 0,-46 21-3 0 0,-1 1 5 0 0,0 0-1 0 0,0 0 1 0 0,0-1-1 0 0,0 1 1 0 0,-1 0-1 0 0,1-1 1 0 0,0 1-1 0 0,0 0 1 0 0,0-1-1 0 0,0 1 1 0 0,0-1-1 0 0,-1 0 1 0 0,1 1-1 0 0,0-1 1 0 0,0 0-1 0 0,-1 1 1 0 0,1-1-1 0 0,-1 0 1 0 0,1 0-1 0 0,0 1 1 0 0,-1-1-1 0 0,0 0 1 0 0,1-1-1 0 0,-7-3-8 0 0,-1 0 0 0 0,0 0 0 0 0,0 1 0 0 0,0 0 0 0 0,-1 0 0 0 0,1 1 0 0 0,-1 0 0 0 0,0 0 0 0 0,-14-3 0 0 0,-2 1-8 0 0,1 1 0 0 0,-32-3 0 0 0,19 5-20 0 0,1 2-1 0 0,-1 1 0 0 0,-67 11 0 0 0,101-12 23 0 0,-8 0 5 0 0,7 0-41 0 0,8 0-204 0 0,48 2 181 0 0,103 15 0 0 0,-126-12 37 0 0,0 2 0 0 0,0 1 0 0 0,0 2 0 0 0,-1 1 0 0 0,32 16 0 0 0,-58-25 26 0 0,0-1 0 0 0,1 1 1 0 0,-1 0-1 0 0,0 0 0 0 0,0 0 0 0 0,-1 0 0 0 0,1 1 0 0 0,0-1 0 0 0,-1 1 0 0 0,0 0 0 0 0,1 0 0 0 0,-1 0 0 0 0,0 0 0 0 0,0 0 0 0 0,-1 0 0 0 0,1 0 0 0 0,2 7 0 0 0,-4-6 4 0 0,0-1 0 0 0,0 1-1 0 0,0-1 1 0 0,0 1 0 0 0,0 0-1 0 0,-1-1 1 0 0,0 1 0 0 0,0-1-1 0 0,0 0 1 0 0,0 1 0 0 0,0-1-1 0 0,-1 0 1 0 0,1 1 0 0 0,-1-1-1 0 0,0 0 1 0 0,0 0 0 0 0,0 0-1 0 0,-4 4 1 0 0,-14 15-74 0 0,-1-1 0 0 0,-1-1-1 0 0,-43 32 1 0 0,3-11-3696 0 0,52-35 1823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6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223 71 4732 0 0,'0'0'-349'0'0,"-28"19"483"0"0,17-16-118 0 0,1 0 0 0 0,-1 2 0 0 0,0-1 0 0 0,1 1 0 0 0,0 1 0 0 0,0-1 0 0 0,0 2 0 0 0,1-1 0 0 0,0 2 0 0 0,1-1 0 0 0,-1 1 0 0 0,1 0 0 0 0,1 1 0 0 0,-1 0 0 0 0,2 0 1 0 0,-1 0-1 0 0,1 1 0 0 0,0 0 0 0 0,1 0 0 0 0,1 1 0 0 0,-1-1 0 0 0,2 1 0 0 0,-1 0 0 0 0,2 0 0 0 0,-3 12 0 0 0,5-19-16 0 0,-1 1 1 0 0,1-1-1 0 0,0 0 1 0 0,1 0-1 0 0,-1 0 1 0 0,0 0-1 0 0,1 1 0 0 0,0-1 1 0 0,0 0-1 0 0,0 0 1 0 0,1 0-1 0 0,-1-1 1 0 0,1 1-1 0 0,0 0 1 0 0,0-1-1 0 0,5 7 1 0 0,-2-4 3 0 0,0-1 0 0 0,1 1 0 0 0,0-1 0 0 0,0 0 0 0 0,0 0 0 0 0,0-1 0 0 0,1 0 0 0 0,10 5 0 0 0,1-1 46 0 0,1-1 0 0 0,-1 0-1 0 0,2-2 1 0 0,-1 0 0 0 0,0-2 0 0 0,24 3-1 0 0,-31-5 57 0 0,-1-1 0 0 0,1 0 0 0 0,0 0 0 0 0,0-1 0 0 0,0-1-1 0 0,-1 0 1 0 0,1-1 0 0 0,0 0 0 0 0,-1 0 0 0 0,0-2 0 0 0,0 1-1 0 0,0-1 1 0 0,-1-1 0 0 0,0 0 0 0 0,0 0 0 0 0,10-9 0 0 0,-10 6-9 0 0,-1 0 0 0 0,0-1 0 0 0,-1 0 0 0 0,0 0 0 0 0,0-1 0 0 0,-1 0 1 0 0,-1 0-1 0 0,0-1 0 0 0,0 0 0 0 0,-1 0 0 0 0,-1 0 0 0 0,0-1 0 0 0,0 0 1 0 0,1-15-1 0 0,-4 21-64 0 0,0 0 0 0 0,-1 0 0 0 0,0-1 1 0 0,0 1-1 0 0,-1 0 0 0 0,0 0 0 0 0,0 0 0 0 0,-1 0 0 0 0,0 1 1 0 0,0-1-1 0 0,0 0 0 0 0,-1 1 0 0 0,0-1 0 0 0,0 1 1 0 0,-1 0-1 0 0,0 0 0 0 0,0 0 0 0 0,0 0 0 0 0,0 1 0 0 0,-1 0 1 0 0,0 0-1 0 0,0 0 0 0 0,-1 1 0 0 0,1-1 0 0 0,-1 1 1 0 0,-7-4-1 0 0,-1 0-23 0 0,0 1 0 0 0,-1 0 0 0 0,0 0 0 0 0,0 2 0 0 0,0-1 0 0 0,-1 2 0 0 0,0 0 0 0 0,0 1 0 0 0,0 1 0 0 0,-25-1 0 0 0,31 1-14 0 0,5 0 1 0 0,-23 2 2 0 0,-26 4-5828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6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47 56 4924 0 0,'0'0'106'0'0,"0"-13"381"0"0,0 13-480 0 0,0 0 0 0 0,0 0 0 0 0,0-1 0 0 0,0 1 0 0 0,0 0 0 0 0,0 0 0 0 0,0-1 0 0 0,0 1 0 0 0,0 0 0 0 0,0 0 0 0 0,0-1 0 0 0,0 1 0 0 0,0 0 0 0 0,0 0 0 0 0,0-1 0 0 0,0 1 0 0 0,0 0 0 0 0,0 0 0 0 0,0-1 0 0 0,-1 1 0 0 0,1 0 0 0 0,0 0 0 0 0,0-1 0 0 0,0 1 0 0 0,0 0 0 0 0,-1 0 1 0 0,1 0-1 0 0,0-1 0 0 0,0 1 0 0 0,0 0 0 0 0,-1 0 0 0 0,1 0 0 0 0,0 0 0 0 0,0 0 0 0 0,-1-1 0 0 0,1 1 0 0 0,0 0 0 0 0,0 0 0 0 0,-1 0 0 0 0,1 0 0 0 0,0 0 0 0 0,0 0 0 0 0,-1 0 0 0 0,1 0 0 0 0,0 0 0 0 0,0 0 0 0 0,-1 0 0 0 0,1 0 0 0 0,-1 0 0 0 0,-36 22 3 0 0,35-21 2 0 0,21-12 209 0 0,-5 2-169 0 0,-11 7 56 0 0,1-1 0 0 0,0 1 1 0 0,-1-1-1 0 0,1 1 1 0 0,-1-1-1 0 0,0 0 1 0 0,0 0-1 0 0,5-7 1 0 0,-10 9-115 0 0,1 0-1 0 0,0 1 1 0 0,0-1 0 0 0,0 0 0 0 0,0 1 0 0 0,0-1 0 0 0,-1 1 0 0 0,1-1 0 0 0,0 1 0 0 0,-1 0-1 0 0,1 0 1 0 0,0-1 0 0 0,0 1 0 0 0,-1 0 0 0 0,1 0 0 0 0,0 0 0 0 0,-1 0 0 0 0,1 1 0 0 0,0-1 0 0 0,-1 0-1 0 0,1 0 1 0 0,-2 1 0 0 0,-29 7-1066 0 0,30-7 857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7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 83 4604 0 0,'-6'-14'157'0'0,"-11"-31"1496"0"0,16 43-1492 0 0,-4-12 399 0 0,2 7-325 0 0,3 8-274 0 0,17 46 42 0 0,-2 1 0 0 0,12 72 1 0 0,15 53 7 0 0,-16-55-47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7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252 31 5388 0 0,'0'0'-135'0'0,"-24"-28"-572"0"0,10 26 701 0 0,0 1 0 0 0,0 1 0 0 0,-1 1 0 0 0,1 0 0 0 0,0 0 0 0 0,0 2 0 0 0,-17 4 0 0 0,25-6 13 0 0,1 0 0 0 0,-1 1-1 0 0,1 0 1 0 0,0 0 0 0 0,0 0 0 0 0,0 1 0 0 0,0-1-1 0 0,0 1 1 0 0,0 1 0 0 0,1-1 0 0 0,-1 0 0 0 0,1 1-1 0 0,0 0 1 0 0,0 0 0 0 0,1 0 0 0 0,-1 1 0 0 0,1-1 0 0 0,0 1-1 0 0,0 0 1 0 0,0 0 0 0 0,-2 7 0 0 0,5-10-6 0 0,-1 0 0 0 0,1 1-1 0 0,0-1 1 0 0,0 0 0 0 0,0 1 0 0 0,1-1 0 0 0,-1 1 0 0 0,0-1 0 0 0,1 0 0 0 0,-1 1 0 0 0,1-1 0 0 0,0 0-1 0 0,0 0 1 0 0,0 0 0 0 0,0 1 0 0 0,0-1 0 0 0,1 0 0 0 0,-1 0 0 0 0,1-1 0 0 0,-1 1 0 0 0,1 0 0 0 0,0 0-1 0 0,1 1 1 0 0,50 35 25 0 0,-41-30-19 0 0,15 8-9 0 0,1-2 1 0 0,43 17-1 0 0,-52-25-9 0 0,0 2 0 0 0,0 0 0 0 0,-1 1 0 0 0,0 0 0 0 0,-1 2 0 0 0,0 0 0 0 0,-1 1 0 0 0,28 26 0 0 0,-42-37 23 0 0,0 1 1 0 0,-1 0-1 0 0,1 1 0 0 0,0-1 0 0 0,0 0 0 0 0,-1 0 0 0 0,0 1 0 0 0,1-1 0 0 0,-1 1 0 0 0,0-1 0 0 0,0 1 0 0 0,0-1 0 0 0,-1 1 0 0 0,1 0 1 0 0,0-1-1 0 0,-1 1 0 0 0,0 0 0 0 0,0-1 0 0 0,0 1 0 0 0,0 0 0 0 0,0 0 0 0 0,0-1 0 0 0,-1 1 0 0 0,1 0 0 0 0,-1-1 0 0 0,0 1 0 0 0,0 0 0 0 0,0-1 1 0 0,0 1-1 0 0,-3 4 0 0 0,-1-1 42 0 0,0 0 0 0 0,-1-1 0 0 0,0 1 1 0 0,0-1-1 0 0,0 0 0 0 0,-1-1 0 0 0,1 1 1 0 0,-1-1-1 0 0,-12 5 0 0 0,-3 0 51 0 0,1 0-1 0 0,-1-2 1 0 0,-40 8-1 0 0,50-13-44 0 0,1 0-1 0 0,-1 0 1 0 0,0-2-1 0 0,1 1 0 0 0,-1-1 1 0 0,0-1-1 0 0,1 0 0 0 0,-1-1 1 0 0,-15-4-1 0 0,25 6-148 0 0,1-1-1 0 0,-1 0 1 0 0,0 1 0 0 0,0-1-1 0 0,0 0 1 0 0,1 0-1 0 0,-1 0 1 0 0,1 0-1 0 0,-1 0 1 0 0,1 0 0 0 0,-1 0-1 0 0,1 0 1 0 0,-1-1-1 0 0,1 1 1 0 0,0-1-1 0 0,0 1 1 0 0,0-1 0 0 0,0 1-1 0 0,0-1 1 0 0,0 0-1 0 0,0 1 1 0 0,0-1-1 0 0,1 0 1 0 0,-1 0 0 0 0,1 0-1 0 0,-1 0 1 0 0,1 1-1 0 0,0-1 1 0 0,0 0 0 0 0,0 0-1 0 0,0 0 1 0 0,0 0-1 0 0,0 0 1 0 0,0 0-1 0 0,0 0 1 0 0,1 1 0 0 0,-1-1-1 0 0,1 0 1 0 0,1-2-1 0 0,5-14-1004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7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19 136 4308 0 0,'-2'-2'62'0'0,"1"0"1"0"0,-1 1-1 0 0,0-1 0 0 0,1 0 0 0 0,-1 0 0 0 0,1 1 0 0 0,-1-1 0 0 0,1 0 0 0 0,0-1 0 0 0,0 1 0 0 0,-1-3 0 0 0,8 0-44 0 0,0-1 0 0 0,0 2 0 0 0,1-1 0 0 0,-1 1 0 0 0,1 0 0 0 0,0 0 0 0 0,1 1 0 0 0,14-5 0 0 0,74-17-83 0 0,-31 9-339 0 0,9-5-1969 0 0,-55 16 1856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7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253 15 3292 0 0,'0'0'34'0'0,"0"-1"0"0"0,1 1 0 0 0,-1 0 0 0 0,0 0 0 0 0,0-1 0 0 0,1 1 0 0 0,-1 0 0 0 0,0-1 0 0 0,0 1 0 0 0,1 0-1 0 0,-1-1 1 0 0,0 1 0 0 0,0 0 0 0 0,0-1 0 0 0,0 1 0 0 0,0 0 0 0 0,0-1 0 0 0,0 1 0 0 0,1 0 0 0 0,-1-1 0 0 0,0 1 0 0 0,0-1 0 0 0,0 1-1 0 0,0 0 1 0 0,-1-1 0 0 0,1 1 0 0 0,0 0 0 0 0,0-1 0 0 0,0 1 0 0 0,0 0 0 0 0,0-1 0 0 0,0 1 0 0 0,-1-1 0 0 0,1 1 0 0 0,0 0 0 0 0,0 0-1 0 0,0-1 1 0 0,-1 1 0 0 0,1 0 0 0 0,0-1 0 0 0,-1 1 0 0 0,-10 1-12 0 0,1 1-1 0 0,-1 0 1 0 0,1 0 0 0 0,-1 2-1 0 0,1-1 1 0 0,0 1-1 0 0,0 0 1 0 0,0 1 0 0 0,0 0-1 0 0,1 1 1 0 0,0 0 0 0 0,0 0-1 0 0,1 1 1 0 0,-11 11-1 0 0,10-10-18 0 0,0 2 0 0 0,0-1 0 0 0,0 1 0 0 0,2 0-1 0 0,-1 1 1 0 0,1 0 0 0 0,1 0 0 0 0,0 1 0 0 0,0 0-1 0 0,1 0 1 0 0,1 0 0 0 0,-4 16 0 0 0,7-24-3 0 0,0 1 0 0 0,1 0 1 0 0,0-1-1 0 0,-1 1 0 0 0,2-1 1 0 0,-1 1-1 0 0,1-1 0 0 0,-1 1 1 0 0,1-1-1 0 0,0 1 0 0 0,1-1 1 0 0,-1 1-1 0 0,1-1 1 0 0,0 0-1 0 0,0 0 0 0 0,0 0 1 0 0,1 0-1 0 0,-1 0 0 0 0,5 4 1 0 0,-2-3 1 0 0,0 0 1 0 0,0-1-1 0 0,1 1 1 0 0,0-1-1 0 0,0 0 1 0 0,0 0-1 0 0,1-1 1 0 0,-1 0-1 0 0,1 0 1 0 0,0-1 0 0 0,10 3-1 0 0,-7-2 56 0 0,-1-1 0 0 0,1 0 0 0 0,-1-1 0 0 0,1 0 0 0 0,0-1 0 0 0,-1 0 0 0 0,1 0 0 0 0,0-1 0 0 0,-1 0 0 0 0,1-1 0 0 0,-1 0 0 0 0,1-1 0 0 0,-1 1 0 0 0,0-2 0 0 0,0 1 0 0 0,0-1 0 0 0,-1-1 0 0 0,15-9 0 0 0,-16 6 49 0 0,1 0 0 0 0,-1 0 1 0 0,-1-1-1 0 0,1 0 1 0 0,-2 0-1 0 0,1-1 1 0 0,-1 1-1 0 0,0-1 0 0 0,-1 0 1 0 0,-1-1-1 0 0,1 1 1 0 0,-1-1-1 0 0,2-21 1 0 0,-4 27-74 0 0,0 0 0 0 0,-1 0 0 0 0,0 0 0 0 0,0 0 0 0 0,0 0 0 0 0,-1 0 0 0 0,0 0 0 0 0,1 0 0 0 0,-2 0 0 0 0,1 0 0 0 0,-1 1 0 0 0,1-1 0 0 0,-1 0 0 0 0,-1 1 0 0 0,1-1 0 0 0,0 1 0 0 0,-1 0 0 0 0,0 0 0 0 0,0 0 0 0 0,-1 0 0 0 0,1 0 0 0 0,-1 1 0 0 0,1 0 0 0 0,-1-1 0 0 0,0 1 0 0 0,0 1 0 0 0,-1-1 0 0 0,1 1 0 0 0,0-1 0 0 0,-1 1 0 0 0,0 0 0 0 0,-5-1 0 0 0,-18-5 13 0 0,0 2-1 0 0,0 1 0 0 0,-37-3 0 0 0,-3 5-3148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7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173 0 5224 0 0,'0'0'-266'0'0,"-7"2"-1005"0"0,-3 1 1272 0 0,-1 1-1 0 0,1 0 1 0 0,-1 1 0 0 0,1 0 0 0 0,1 1-1 0 0,-1 0 1 0 0,1 1 0 0 0,0-1 0 0 0,0 2-1 0 0,1-1 1 0 0,-8 10 0 0 0,11-12 3 0 0,1 0 0 0 0,0-1 1 0 0,0 2-1 0 0,1-1 0 0 0,-1 0 0 0 0,1 1 0 0 0,0-1 0 0 0,1 1 1 0 0,0 0-1 0 0,-1 0 0 0 0,2 0 0 0 0,-1 0 0 0 0,1 0 1 0 0,0 0-1 0 0,0 1 0 0 0,0-1 0 0 0,1 0 0 0 0,0 0 1 0 0,0 1-1 0 0,1-1 0 0 0,0 0 0 0 0,2 9 0 0 0,-1-10 14 0 0,1-1 0 0 0,0 1 0 0 0,0 0 0 0 0,0-1 0 0 0,0 0 0 0 0,1 0-1 0 0,0 0 1 0 0,0 0 0 0 0,0 0 0 0 0,0-1 0 0 0,0 0 0 0 0,1 0 0 0 0,-1 0 0 0 0,1 0-1 0 0,0-1 1 0 0,0 1 0 0 0,0-1 0 0 0,0-1 0 0 0,1 1 0 0 0,-1-1 0 0 0,0 0 0 0 0,11 1-1 0 0,-5 0 97 0 0,-1-1-1 0 0,1 0 1 0 0,0-1-1 0 0,-1-1 1 0 0,1 1-1 0 0,0-2 1 0 0,-1 1-1 0 0,1-1 1 0 0,-1-1-1 0 0,19-7 1 0 0,-21 5 3 0 0,0 0 0 0 0,-1 0 0 0 0,0-1 0 0 0,0 0 0 0 0,-1-1 1 0 0,0 1-1 0 0,0-1 0 0 0,0 0 0 0 0,-1-1 0 0 0,0 0 0 0 0,0 1 0 0 0,-1-1 0 0 0,0-1 1 0 0,-1 1-1 0 0,0-1 0 0 0,0 1 0 0 0,0-1 0 0 0,-1 0 0 0 0,-1 0 0 0 0,2-13 0 0 0,-4 19-90 0 0,1 1-1 0 0,-1-1 1 0 0,1 0-1 0 0,-1 1 1 0 0,0-1-1 0 0,0 0 0 0 0,0 1 1 0 0,0-1-1 0 0,0 1 1 0 0,-1 0-1 0 0,1-1 1 0 0,-1 1-1 0 0,0 0 0 0 0,0 0 1 0 0,1 0-1 0 0,-1 0 1 0 0,-1 0-1 0 0,1 1 1 0 0,0-1-1 0 0,0 0 0 0 0,-1 1 1 0 0,1 0-1 0 0,0-1 1 0 0,-1 1-1 0 0,1 0 1 0 0,-1 0-1 0 0,0 1 0 0 0,1-1 1 0 0,-1 1-1 0 0,-5-1 1 0 0,-10-2-280 0 0,-1 0 0 0 0,0 2 0 0 0,-24 1 0 0 0,29 0-452 0 0,-2 0-2212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7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60 47 5248 0 0,'0'0'-308'0'0,"-18"0"-456"0"0,-24-4 2237 0 0,344-23-1402 0 0,-173 19 10 0 0,-49 3 656 0 0,-78 5-622 0 0,2-1-22 0 0,0 0 0 0 0,0 1 0 0 0,0 0 0 0 0,0 0 0 0 0,0 0 0 0 0,0 1 0 0 0,0-1 0 0 0,0 1 0 0 0,7 2 0 0 0,-69 79-116 0 0,38-58 10 0 0,1 2 0 0 0,-28 52 0 0 0,32-46 9 0 0,2 1 0 0 0,1 0 0 0 0,2 1-1 0 0,1 0 1 0 0,-6 48 0 0 0,12-64-25 0 0,2 0 0 0 0,0 0 0 0 0,1 0 0 0 0,1 0 0 0 0,0 0 0 0 0,2 0 0 0 0,0-1 0 0 0,1 1 0 0 0,0-1 0 0 0,2 1 0 0 0,0-2 0 0 0,11 22 0 0 0,-13-32-501 0 0,0 1-1 0 0,1-1 0 0 0,-1 0 0 0 0,1 0 1 0 0,11 8-1 0 0,-5-4-1548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5:04.27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29 107 5905 0 0,'-13'-7'56'0'0,"8"3"152"0"0,-6-3 180 0 0,34-7-332 0 0,1 9-12 0 0,9 0-8 0 0,19-2-20 0 0,8 0-72 0 0,4 3-104 0 0,14-8-172 0 0,2 0-393 0 0,-2 1-1127 0 0,-3-1 124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6:51.39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 7 5749 0 0,'-5'-6'4624'0'0,"5"9"-4625"0"0,-1 1 1 0 0,1 0-1 0 0,0 0 0 0 0,0 0 1 0 0,1 0-1 0 0,-1-1 1 0 0,1 1-1 0 0,-1 0 0 0 0,1 0 1 0 0,1-1-1 0 0,-1 1 0 0 0,0-1 1 0 0,1 1-1 0 0,0-1 0 0 0,0 1 1 0 0,4 5-1 0 0,-1-2-2 0 0,169 335-9 0 0,0-17 86 0 0,-150-282-41 0 0,-23-42-27 0 0,0 1 0 0 0,0 4 2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6:52.48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122 101 6381 0 0,'0'-1'-4'0'0,"1"0"0"0"0,-1 1 0 0 0,0-1 0 0 0,0 0 0 0 0,0 0 0 0 0,0 1 0 0 0,0-1 0 0 0,0 0 0 0 0,0 1 0 0 0,0-1 0 0 0,0 0 0 0 0,0 1 0 0 0,-1-1 0 0 0,1 0 0 0 0,0 1 0 0 0,0-1 0 0 0,-1 0 0 0 0,1 1 0 0 0,0-1 0 0 0,-1 0 0 0 0,1 1 0 0 0,-1-1 0 0 0,1 1 0 0 0,-1-1 0 0 0,1 1 0 0 0,-1-1 0 0 0,1 1 0 0 0,-1-1 0 0 0,-15 11-236 0 0,-10 32 12 0 0,9 2 175 0 0,-4 10 60 0 0,-14 73 3245 0 0,40-139-3346 0 0,129-239 1558 0 0,-98 185-1048 0 0,-35 64-380 0 0,8-14 147 0 0,-8 15-191 0 0,-1 1 0 0 0,0-1 0 0 0,1 0 0 0 0,-1 1 0 0 0,0-1 0 0 0,1 0 0 0 0,-1 1 0 0 0,1-1-1 0 0,-1 1 1 0 0,1-1 0 0 0,-1 1 0 0 0,1-1 0 0 0,-1 1 0 0 0,1-1 0 0 0,0 1 0 0 0,-1-1 0 0 0,1 1 0 0 0,0 0 0 0 0,-1 0-1 0 0,1-1 1 0 0,0 1 0 0 0,0 0 0 0 0,-1 0 0 0 0,1 0 0 0 0,0-1 0 0 0,0 1 0 0 0,0 0 0 0 0,53 33-20 0 0,82 36 1 0 0,24 13 76 0 0,-146-69 422 0 0,-6-6-1986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6:56.06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16 19 6529 0 0,'-14'-19'4579'0'0,"13"101"-4588"0"0,3-1 0 0 0,3 0 0 0 0,24 118 0 0 0,-19-146 88 0 0,-4-23 59 0 0,-1-1-1 0 0,2 43 1332 0 0,-10-77-1356 0 0,-2-10-96 0 0,0 0 0 0 0,0 1 0 0 0,1-1 0 0 0,1-1 0 0 0,1 1 0 0 0,0 0 0 0 0,1-1 0 0 0,1 1 0 0 0,0-1 0 0 0,1 1 0 0 0,0-1 0 0 0,2 1 0 0 0,0 0 0 0 0,0 0 0 0 0,2 0 0 0 0,0 0 0 0 0,0 1 0 0 0,1 0 0 0 0,1 0 0 0 0,0 0 0 0 0,1 1 1 0 0,1 0-1 0 0,11-14 0 0 0,-17 24-40 0 0,0 1 1 0 0,1-1-1 0 0,-1 1 1 0 0,0 0 0 0 0,1 0-1 0 0,-1 0 1 0 0,1 1-1 0 0,0-1 1 0 0,-1 1-1 0 0,1 0 1 0 0,0 0 0 0 0,4-1-1 0 0,-5 2-27 0 0,1 0-6 0 0,2 2 34 0 0,-1-1 0 0 0,1 1 1 0 0,0 1-1 0 0,-1-1 0 0 0,1 1 0 0 0,-1 0 0 0 0,0 0 0 0 0,0 1 1 0 0,0-1-1 0 0,-1 1 0 0 0,1 0 0 0 0,-1 1 0 0 0,0-1 0 0 0,0 1 0 0 0,0 0 1 0 0,-1 0-1 0 0,6 10 0 0 0,8 15-28 0 0,26 59-1 0 0,-38-76 49 0 0,70 188-185 0 0,-75-200-23 0 0,13-54-10060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6:56.73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77 6381 0 0,'11'-28'-217'0'0,"-9"23"462"0"0,0 1 0 0 0,0-1 0 0 0,-1 0 0 0 0,1 0 0 0 0,-1 0 0 0 0,0 0 0 0 0,0-9 447 0 0,0 35 331 0 0,1 276-850 0 0,3-110-90 0 0,-5-168-69 0 0,0-1-1 0 0,1 1 0 0 0,1-1 1 0 0,1 1-1 0 0,0-1 1 0 0,1 0-1 0 0,1 0 1 0 0,9 21-1 0 0,-11-36-4 0 0,-1 0 1 0 0,1 1-1 0 0,0-1 1 0 0,0 0-1 0 0,0 0 0 0 0,1-1 1 0 0,-1 1-1 0 0,1-1 0 0 0,-1 1 1 0 0,1-1-1 0 0,0 0 1 0 0,0-1-1 0 0,0 1 0 0 0,0-1 1 0 0,0 1-1 0 0,0-1 1 0 0,0-1-1 0 0,0 1 0 0 0,1 0 1 0 0,-1-1-1 0 0,0 0 1 0 0,6 0-1 0 0,11-1-20 0 0,0-1 0 0 0,0 0-1 0 0,22-7 1 0 0,-43 9 11 0 0,30-6-385 0 0,-1-2 0 0 0,39-15 0 0 0,-50 16-1192 0 0,-1-2 0 0 0,27-17 0 0 0,-25 12-823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6:57.05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31 101 5937 0 0,'-18'0'72'0'0,"17"0"-53"0"0,1 0 0 0 0,0 0 0 0 0,0 0 0 0 0,-1 1 0 0 0,1-1 0 0 0,0 0 0 0 0,-1 0 0 0 0,1 0 0 0 0,0 0 0 0 0,-1 0-1 0 0,1 0 1 0 0,0 0 0 0 0,-1 0 0 0 0,1 0 0 0 0,0 0 0 0 0,0 0 0 0 0,-1 0 0 0 0,1 0 0 0 0,0 0 0 0 0,-1 0 0 0 0,1 0 0 0 0,0 0-1 0 0,-1 0 1 0 0,1 0 0 0 0,0-1 0 0 0,-1 1 0 0 0,1 0 0 0 0,0 0 0 0 0,0 0 0 0 0,-1-1 0 0 0,1 1 0 0 0,0 0 0 0 0,0 0 0 0 0,-1 0-1 0 0,1-1 1 0 0,0 1 0 0 0,0 0 0 0 0,0-1 0 0 0,0 1 0 0 0,-1 0 0 0 0,1 0 0 0 0,0-1 0 0 0,0 1 0 0 0,0 0 0 0 0,0-1-1 0 0,0 1 1 0 0,0-1 0 0 0,8-5 7 0 0,0 1-1 0 0,1 0 0 0 0,0 0 0 0 0,0 0 1 0 0,0 1-1 0 0,0 1 0 0 0,1 0 0 0 0,18-4 1 0 0,91-12 39 0 0,-92 15-53 0 0,25-2-50 0 0,68-12-3586 0 0,-106 14 1920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6:57.84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25 99 5224 0 0,'-2'-46'1026'0'0,"-1"20"535"0"0,4 25-1474 0 0,-1 0 0 0 0,0-1 1 0 0,0 1-1 0 0,0 0 0 0 0,0-1 0 0 0,0 1 0 0 0,0-1 1 0 0,0 1-1 0 0,-1 0 0 0 0,1-1 0 0 0,0 1 1 0 0,-1 0-1 0 0,1-1 0 0 0,-1 1 0 0 0,0 0 0 0 0,1-1 1 0 0,-2 0-1 0 0,1 1-30 0 0,0 6-39 0 0,-5 52-66 0 0,1 0 0 0 0,4 0-1 0 0,1 1 1 0 0,4-1 0 0 0,1 0-1 0 0,14 58 1 0 0,-3-71-4130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6:58.95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18 7 6413 0 0,'-17'-3'663'0'0,"179"3"-403"0"0,-75-1 39 0 0,-84 1-217 0 0,9-2 21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6:59.23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 1 5336 0 0,'0'0'-127'0'0,"-1"0"139"0"0,1 0 0 0 0,0 0-1 0 0,0 0 1 0 0,-1 0 0 0 0,1 0 0 0 0,0 0-1 0 0,0 1 1 0 0,-1-1 0 0 0,1 0 0 0 0,0 0-1 0 0,0 0 1 0 0,-1 0 0 0 0,1 1 0 0 0,0-1-1 0 0,0 0 1 0 0,0 0 0 0 0,-1 1 0 0 0,1-1-1 0 0,0 0 1 0 0,0 0 0 0 0,0 1 0 0 0,0-1 0 0 0,0 0-1 0 0,0 0 1 0 0,-1 1 0 0 0,1-1 0 0 0,0 0-1 0 0,0 0 1 0 0,0 1 0 0 0,0-1 0 0 0,0 0-1 0 0,0 1 1 0 0,0-1 0 0 0,0 0 0 0 0,0 0-1 0 0,0 1 1 0 0,1-1 0 0 0,12 5 137 0 0,2-1 1 0 0,-1-1 0 0 0,0 0-1 0 0,1-1 1 0 0,-1 0 0 0 0,30-1-1 0 0,-5 1 33 0 0,44 0-2385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6:59.76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46 4576 0 0,'0'-45'2573'0'0,"9"129"-1916"0"0,4 1 0 0 0,24 86 0 0 0,4 21-559 0 0,-37-171-79 0 0,16 64 138 0 0,-20-84-171 0 0,2 4-430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7:00.88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361 133 6573 0 0,'-20'-34'-1462'0'0,"14"29"1452"0"0,-1 1 0 0 0,0 0-1 0 0,1 0 1 0 0,-1 0 0 0 0,-1 0-1 0 0,1 1 1 0 0,0 1 0 0 0,-1-1-1 0 0,0 1 1 0 0,1 0 0 0 0,-1 1 0 0 0,0 0-1 0 0,0 0 1 0 0,0 1 0 0 0,0 0-1 0 0,0 0 1 0 0,1 1 0 0 0,-1 0-1 0 0,0 0 1 0 0,-9 3 0 0 0,3 0 27 0 0,1 0 0 0 0,0 0 1 0 0,0 2-1 0 0,1-1 0 0 0,-1 2 0 0 0,1-1 1 0 0,1 2-1 0 0,-1-1 0 0 0,1 2 0 0 0,1-1 1 0 0,-11 12-1 0 0,19-18-7 0 0,0-1 0 0 0,1 1-1 0 0,-1 0 1 0 0,1-1 0 0 0,-1 1 0 0 0,1 0 0 0 0,0 0 0 0 0,0 0 0 0 0,0 0 0 0 0,0 0 0 0 0,0 0-1 0 0,0 0 1 0 0,1 0 0 0 0,-1 0 0 0 0,0 0 0 0 0,1 0 0 0 0,0 1 0 0 0,0-1 0 0 0,0 0-1 0 0,0 0 1 0 0,0 0 0 0 0,0 1 0 0 0,0-1 0 0 0,1 0 0 0 0,0 4 0 0 0,1-3 6 0 0,0 0 0 0 0,0 0 0 0 0,0-1 0 0 0,0 1-1 0 0,0 0 1 0 0,1-1 0 0 0,-1 0 0 0 0,1 0 0 0 0,0 0 0 0 0,0 0 0 0 0,0 0 0 0 0,0 0 0 0 0,0-1 0 0 0,0 1 0 0 0,6 1 0 0 0,34 11 101 0 0,1-2 0 0 0,61 8 1 0 0,-70-15-32 0 0,0 1 0 0 0,0 2 0 0 0,0 2 0 0 0,60 25 1 0 0,-88-30-74 0 0,0-1 1 0 0,0 1 0 0 0,0 1 0 0 0,-1-1 0 0 0,0 1 0 0 0,0 0 0 0 0,0 1-1 0 0,-1-1 1 0 0,0 1 0 0 0,0 0 0 0 0,0 0 0 0 0,3 9 0 0 0,-8-14-7 0 0,1 1 0 0 0,-1-1 0 0 0,0 0 0 0 0,0 1 1 0 0,1-1-1 0 0,-2 0 0 0 0,1 1 0 0 0,0-1 0 0 0,0 0 1 0 0,-1 1-1 0 0,0-1 0 0 0,1 0 0 0 0,-1 1 1 0 0,0-1-1 0 0,0 0 0 0 0,0 0 0 0 0,0 0 0 0 0,0 0 1 0 0,-1 0-1 0 0,1 0 0 0 0,-1 0 0 0 0,1 0 0 0 0,-1-1 1 0 0,0 1-1 0 0,1-1 0 0 0,-1 1 0 0 0,0-1 1 0 0,0 1-1 0 0,0-1 0 0 0,0 0 0 0 0,0 0 0 0 0,-4 1 1 0 0,-8 4 26 0 0,0-1 0 0 0,-1 0 0 0 0,-28 6 1 0 0,28-8-20 0 0,-7 3 138 0 0,0-2 0 0 0,-1 0 0 0 0,1-1 0 0 0,-1-2-1 0 0,0 0 1 0 0,1-1 0 0 0,-1-2 0 0 0,-40-6 0 0 0,62 7-126 0 0,-1 1 0 0 0,0 0 0 0 0,1-1 0 0 0,-1 1 0 0 0,0-1 0 0 0,1 1 0 0 0,-1-1 0 0 0,1 0 0 0 0,-1 1 1 0 0,1-1-1 0 0,-1 0 0 0 0,1 0 0 0 0,0 0 0 0 0,-1 0 0 0 0,1-1 0 0 0,0 1 0 0 0,0 0 0 0 0,0 0 0 0 0,0-1 0 0 0,0 1 0 0 0,0-1 1 0 0,0 1-1 0 0,0-1 0 0 0,1 1 0 0 0,-1-1 0 0 0,1 0 0 0 0,-1 1 0 0 0,1-1 0 0 0,-1 1 0 0 0,1-1 0 0 0,0 0 0 0 0,0 0 0 0 0,0 1 0 0 0,0-1 1 0 0,0 0-1 0 0,0 1 0 0 0,0-1 0 0 0,1 0 0 0 0,-1 1 0 0 0,1-1 0 0 0,-1 0 0 0 0,1 1 0 0 0,-1-1 0 0 0,1 1 0 0 0,0-1 0 0 0,0 1 1 0 0,0-1-1 0 0,0 1 0 0 0,2-3 0 0 0,4-5 13 0 0,0 0 0 0 0,0 0 0 0 0,1 1-1 0 0,0 0 1 0 0,0 1 0 0 0,13-10 0 0 0,107-59 101 0 0,-91 56-88 0 0,0-1 0 0 0,-1-3 0 0 0,38-32 1 0 0,-70 53-41 0 0,0 0 0 0 0,-1-1 0 0 0,1 0 0 0 0,-1 0 1 0 0,0 0-1 0 0,0 0 0 0 0,-1 0 0 0 0,1-1 1 0 0,-1 1-1 0 0,0-1 0 0 0,0 1 0 0 0,0-1 0 0 0,-1 0 1 0 0,2-8-1 0 0,-3 10-11 0 0,0 0 0 0 0,0 0 0 0 0,0 0 0 0 0,0 1 0 0 0,-1-1 0 0 0,0 0 0 0 0,1 0 0 0 0,-1 0 0 0 0,0 1 0 0 0,0-1 0 0 0,0 0 0 0 0,-1 1 0 0 0,1-1 0 0 0,-1 1 0 0 0,1-1 0 0 0,-1 1 0 0 0,0 0 0 0 0,0 0 0 0 0,0-1 0 0 0,0 1 0 0 0,0 1 0 0 0,-1-1 0 0 0,1 0 0 0 0,0 1 0 0 0,-1-1 0 0 0,-4-1 0 0 0,-142-62-48 0 0,107 53-108 0 0,29 10-153 0 0,10 2-57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7:01.66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216 68 6245 0 0,'0'0'-156'0'0,"-5"-2"191"0"0,1 0-14 0 0,0 1-1 0 0,0 0 1 0 0,0 0 0 0 0,0 1-1 0 0,-1-1 1 0 0,1 1 0 0 0,0 0-1 0 0,0 0 1 0 0,0 0 0 0 0,0 1 0 0 0,-1-1-1 0 0,1 1 1 0 0,0 0 0 0 0,0 0-1 0 0,0 1 1 0 0,0-1 0 0 0,0 1 0 0 0,1 0-1 0 0,-1 0 1 0 0,-4 3 0 0 0,-10 9 40 0 0,0 1 0 0 0,-25 27 0 0 0,39-37-49 0 0,0 0 0 0 0,-1 0 0 0 0,2 0 0 0 0,-1 1 0 0 0,1-1 0 0 0,0 1 0 0 0,0 0-1 0 0,0 0 1 0 0,1 0 0 0 0,0 0 0 0 0,0 1 0 0 0,1-1 0 0 0,0 1 0 0 0,-1 7 0 0 0,2-9 15 0 0,1 0-1 0 0,0 1 0 0 0,0-1 0 0 0,0 0 0 0 0,1 0 1 0 0,0 1-1 0 0,0-1 0 0 0,0 0 0 0 0,0-1 1 0 0,1 1-1 0 0,0 0 0 0 0,0-1 0 0 0,0 1 1 0 0,1-1-1 0 0,-1 0 0 0 0,1 0 0 0 0,0 0 1 0 0,0-1-1 0 0,0 0 0 0 0,1 1 0 0 0,7 3 0 0 0,0 0 184 0 0,0-1 0 0 0,0 0 0 0 0,0-1 0 0 0,1 0 0 0 0,0-1 0 0 0,0-1 0 0 0,17 3 0 0 0,-23-5-118 0 0,1-1 0 0 0,-1 0 0 0 0,0 0 0 0 0,0-1 1 0 0,1 0-1 0 0,-1 0 0 0 0,0-1 0 0 0,0 0 0 0 0,0 0 1 0 0,0-1-1 0 0,-1 0 0 0 0,1 0 0 0 0,-1 0 0 0 0,0-1 1 0 0,1 0-1 0 0,-2 0 0 0 0,9-7 0 0 0,-1-1-1 0 0,0-1 0 0 0,0-1 0 0 0,-1 0 1 0 0,-1 0-1 0 0,14-25 0 0 0,-21 34-66 0 0,-1-1 0 0 0,0 0-1 0 0,0 0 1 0 0,0 0 0 0 0,-1 0 0 0 0,0 0 0 0 0,0-1 0 0 0,-1 1 0 0 0,1-1 0 0 0,-1 1 0 0 0,-1-1 0 0 0,1 0 0 0 0,-1 1 0 0 0,0-1 0 0 0,-1 1-1 0 0,0-1 1 0 0,0 0 0 0 0,0 1 0 0 0,-1-1 0 0 0,-3-7 0 0 0,2 7-22 0 0,0 1 0 0 0,-1 0 0 0 0,0 1 0 0 0,0-1 0 0 0,-1 1 0 0 0,1 0 1 0 0,-1 0-1 0 0,0 0 0 0 0,-1 1 0 0 0,1-1 0 0 0,-1 1 0 0 0,0 1 0 0 0,0-1 0 0 0,0 1 0 0 0,0 0 0 0 0,0 0 0 0 0,-1 1 0 0 0,0 0 0 0 0,-9-2 0 0 0,-6 0-4 0 0,0 0 0 0 0,0 2 0 0 0,0 1 0 0 0,0 1 0 0 0,-42 4 0 0 0,-8 7-3093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7:02.54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266 22 6325 0 0,'-1'-2'-54'0'0,"1"1"0"0"0,0-1 0 0 0,-1 1 0 0 0,1 0 1 0 0,-1-1-1 0 0,0 1 0 0 0,1 0 0 0 0,-1 0 0 0 0,0-1 0 0 0,0 1 1 0 0,0 0-1 0 0,0 0 0 0 0,-1-1 0 0 0,-2 0 58 0 0,-32 4-4 0 0,24 0 7 0 0,1 1 0 0 0,-1 0 0 0 0,0 1 0 0 0,1 0 1 0 0,0 1-1 0 0,0 0 0 0 0,1 1 0 0 0,-1 0 0 0 0,1 1 1 0 0,0 0-1 0 0,1 0 0 0 0,0 1 0 0 0,0 0 0 0 0,0 1 1 0 0,1 0-1 0 0,-10 15 0 0 0,14-18 19 0 0,0 0 0 0 0,0 0 1 0 0,1 1-1 0 0,0-1 0 0 0,0 1 0 0 0,1-1 0 0 0,0 1 0 0 0,0 0 1 0 0,1 0-1 0 0,-1 0 0 0 0,2 0 0 0 0,-1 12 0 0 0,1-13 18 0 0,1-1-1 0 0,0 1 1 0 0,0-1-1 0 0,1 1 1 0 0,0-1-1 0 0,0 1 1 0 0,0-1-1 0 0,0 0 1 0 0,1 0-1 0 0,0 0 1 0 0,0 0-1 0 0,0-1 1 0 0,1 1 0 0 0,-1-1-1 0 0,1 0 1 0 0,0 0-1 0 0,8 6 1 0 0,-1-1 11 0 0,0-1 0 0 0,0 0 0 0 0,1 0-1 0 0,0-1 1 0 0,1-1 0 0 0,-1 0 0 0 0,22 6 0 0 0,21-4-3607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7T06:27:03.84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32 155 5080 0 0,'-4'-6'-19'0'0,"-4"-10"838"0"0,-1-2 474 0 0,8 19-1291 0 0,0 0 1 0 0,0 0-1 0 0,0 0 0 0 0,0 1 0 0 0,0-1 1 0 0,1 0-1 0 0,-1 0 0 0 0,0 1 0 0 0,1-1 0 0 0,-1 0 1 0 0,1 1-1 0 0,0-1 0 0 0,-1 1 0 0 0,1-1 1 0 0,0 1-1 0 0,0-1 0 0 0,0 0 0 0 0,0 1 1 0 0,0-1-1 0 0,0 3 0 0 0,-1 18 15 0 0,1 1-1 0 0,1-1 1 0 0,1 0-1 0 0,6 29 1 0 0,3 50 247 0 0,-7-90 1823 0 0,0-29-1602 0 0,-3-11-294 0 0,2-1 1 0 0,1 1-1 0 0,13-45 0 0 0,1-9-41 0 0,-1-2-40 0 0,-8 54-111 0 0,-9 30-8 0 0,0 1 0 0 0,0-1-1 0 0,0 0 1 0 0,0 1 0 0 0,0-1 0 0 0,0 1 0 0 0,0-1-1 0 0,0 0 1 0 0,0 1 0 0 0,1-1 0 0 0,-1 1 0 0 0,0-1-1 0 0,0 0 1 0 0,1 1 0 0 0,-1-1 0 0 0,0 1 0 0 0,0-1-1 0 0,1 1 1 0 0,-1-1 0 0 0,1 1 0 0 0,-1-1-1 0 0,0 1 1 0 0,1-1 0 0 0,-1 1 0 0 0,1 0 0 0 0,-1-1-1 0 0,1 1 1 0 0,-1 0 0 0 0,1-1 0 0 0,0 1 0 0 0,-1 0-1 0 0,1 0 1 0 0,-1-1 0 0 0,1 1 0 0 0,0 0 0 0 0,-1 0-1 0 0,2 0 1 0 0,0 1 1 0 0,-1 0-1 0 0,0 0 0 0 0,1 1 1 0 0,-1-1-1 0 0,0 1 1 0 0,1-1-1 0 0,-1 1 0 0 0,0-1 1 0 0,0 1-1 0 0,0 0 1 0 0,0-1-1 0 0,0 3 1 0 0,21 62-69 0 0,-12-22 67 0 0,1 0 0 0 0,21 48-1 0 0,-20-55 49 0 0,-12-36-12 0 0,-7-20 2270 0 0,5 2-2221 0 0,0 1-1 0 0,0 0 1 0 0,2 0 0 0 0,0-1 0 0 0,1 1-1 0 0,0 0 1 0 0,1-1 0 0 0,1 1-1 0 0,8-24 1 0 0,-5 16-20 0 0,-5 17-46 0 0,0 3-20 0 0,-1 1 0 0 0,1-1 1 0 0,0 1-1 0 0,0 0 0 0 0,0-1 1 0 0,0 1-1 0 0,1 0 0 0 0,-1 0 1 0 0,1 0-1 0 0,3-5 0 0 0,-3 7 2 0 0,0 0 1 0 0,-1 0-1 0 0,1 0 0 0 0,0 0 0 0 0,0 0 0 0 0,0 1 1 0 0,0-1-1 0 0,0 1 0 0 0,0-1 0 0 0,0 1 0 0 0,1 0 0 0 0,-1 0 1 0 0,0 0-1 0 0,0 0 0 0 0,0 0 0 0 0,0 0 0 0 0,0 1 1 0 0,0-1-1 0 0,0 1 0 0 0,0-1 0 0 0,0 1 0 0 0,3 1 1 0 0,4 2-11 0 0,0 0 0 0 0,-1 0 1 0 0,1 0-1 0 0,-1 1 1 0 0,-1 0-1 0 0,1 1 0 0 0,-1 0 1 0 0,0 0-1 0 0,0 0 1 0 0,0 1-1 0 0,-1 0 1 0 0,0 0-1 0 0,0 1 0 0 0,-1 0 1 0 0,0 0-1 0 0,-1 0 1 0 0,0 1-1 0 0,0-1 1 0 0,0 1-1 0 0,-1 0 0 0 0,-1 0 1 0 0,4 16-1 0 0,4 127-27 0 0,-9-140 862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5T16:13:29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5304 0 0,'0'0'-142'0'0,"-15"4"200"0"0,7-1 490 0 0,11-2-401 0 0,43 4-141 0 0,-43-5-4 0 0,2 0-1 0 0,26 0 14 0 0,76-2 49 0 0,-93 2-62 0 0,-15 2-3 0 0,7-1-3 0 0,47-2-19 0 0,128-1 16 0 0,-179 2 11 0 0,3 0 6 0 0,49 2 4 0 0,-51-2-9 0 0,1 0-7 0 0,10 0 3 0 0,-11 0 0 0 0,1 1-15 0 0,31 1 23 0 0,0 1-15 0 0,23-1-6 0 0,34 3 41 0 0,-89-4-27 0 0,17-1 19 0 0,-16 0-17 0 0,7-1-5 0 0,1 0 0 0 0,-1 1 0 0 0,1 1 0 0 0,13 2 0 0 0,-23-3-5 0 0,33 0 19 0 0,51 3 25 0 0,92-6 160 0 0,-171 3-184 0 0,45-3 9 0 0,29 6-1 0 0,70 0-2 0 0,-95-1-39 0 0,-53-2 14 0 0,1 1 0 0 0,17 2 9 0 0,0-2 0 0 0,39-1 0 0 0,33-2 3 0 0,195-1 71 0 0,-34 1-47 0 0,-103 4-9 0 0,-128-2-24 0 0,9 0-1 0 0,-1 1-1 0 0,38 6 1 0 0,2 1-46 0 0,37 1 79 0 0,-56-4-32 0 0,6-2 25 0 0,5-4-16 0 0,123-1 24 0 0,223-1-36 0 0,-252-2 2 0 0,196-1-6 0 0,-261 12 16 0 0,49-7 17 0 0,413 9-108 0 0,-313 3 87 0 0,-178-8 24 0 0,149 5 168 0 0,-208-8-245 0 0,-12-5-2765 0 0,-32-19 879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5T16:13:45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1710 1640 0 0,'0'0'1156'0'0,"6"-1"-1109"0"0,98-18 518 0 0,-48 8-355 0 0,-14 3 11 0 0,1-2 1 0 0,73-28-1 0 0,-35 10-111 0 0,-53 19-54 0 0,18-5 20 0 0,7-6-30 0 0,56-13 1 0 0,-3 6 19 0 0,101-30 119 0 0,-57 7 457 0 0,-41 11-407 0 0,-59 19-193 0 0,168-59 196 0 0,-184 68-211 0 0,43-11 35 0 0,-35 10-63 0 0,13-3 113 0 0,-1-3 0 0 0,66-30 1 0 0,-40 17-97 0 0,-60 24 46 0 0,0 0 0 0 0,38-19 1 0 0,6-5 419 0 0,-47 21-367 0 0,5-3-30 0 0,-2-1-1 0 0,1 0 0 0 0,29-29 0 0 0,-12 7-18 0 0,-30 28-64 0 0,0-1 0 0 0,1 1-1 0 0,0 1 1 0 0,1-1 0 0 0,18-9-1 0 0,-26 14-5 0 0,7-6 7 0 0,0-1 0 0 0,0 1 1 0 0,1 1-1 0 0,0-1 0 0 0,18-10 1 0 0,0-1-11 0 0,198-144-37 0 0,-112 70 217 0 0,-86 66-150 0 0,12-10 107 0 0,-22 19-67 0 0,33-25-1 0 0,-47 40-51 0 0,2-3-7 0 0,0 1 0 0 0,0 0 0 0 0,1 0 0 0 0,12-9 0 0 0,-16 13-1 0 0,0 0 0 0 0,0 0 0 0 0,0-1 0 0 0,0 1 0 0 0,0-1 1 0 0,-1 0-1 0 0,1 0 0 0 0,-1 0 0 0 0,4-6 0 0 0,6-4-29 0 0,8-3 24 0 0,-19 15-6 0 0,29-21-20 0 0,-26 19 32 0 0,76-60-8 0 0,-19 17-8 0 0,-35 28-1 0 0,33-22-37 0 0,-17 20 3 0 0,-22 13 23 0 0,9-2-4 0 0,-18 5 20 0 0,3-1-10 0 0,0 2-1 0 0,0-1 0 0 0,24-1 1 0 0,-35 5 12 0 0,28-3-9 0 0,-29 3 18 0 0,16 3-22 0 0,22-1-2 0 0,-37-2 13 0 0,-2 0 8 0 0,0 0-1 0 0,0 0 0 0 0,0 0 1 0 0,0 0-1 0 0,0 0 0 0 0,0 0 1 0 0,0 0-1 0 0,0 0 0 0 0,0 0 1 0 0,-1 0-1 0 0,1 0 0 0 0,0 1 1 0 0,0-1-1 0 0,0 0 0 0 0,0 1 1 0 0,0-1-1 0 0,-1 1 0 0 0,1-1 1 0 0,1 1-1 0 0,35 12-11 0 0,-29-13 12 0 0,28 11-3 0 0,-26-8 0 0 0,16 5-18 0 0,13 6-29 0 0,-37-14 47 0 0,0 2-7 0 0,4 3 3 0 0,-4-3 1 0 0,2 2-3 0 0,-3-3 2 0 0,3 0-9 0 0,-1 1 6 0 0,1-1 0 0 0,-1 1 1 0 0,1 0-1 0 0,-1 0 0 0 0,5 5 0 0 0,0-2 7 0 0,-6-3 5 0 0,-3-2-13 0 0,3 4 10 0 0,12 4 1 0 0,12 18-17 0 0,-4 0 15 0 0,-7-9 3 0 0,-14-16-3 0 0,1 0 3 0 0,4 5-2 0 0,18 26-62 0 0,-23-31 57 0 0,5 13-8 0 0,-3-10 12 0 0,-1-1 0 0 0,1 1 0 0 0,-1-1 1 0 0,0 1-1 0 0,-1 0 0 0 0,3 6 0 0 0,4 6 4 0 0,-7-15 8 0 0,5 33-42 0 0,26 100 5 0 0,-26-111 22 0 0,6 28 4 0 0,-10-48 0 0 0,5 26-4 0 0,-5-19-4 0 0,7 29 10 0 0,-8-38-18 0 0,-1 2 8 0 0,3 17 21 0 0,3 0-16 0 0,11 29-9 0 0,-17-43 8 0 0,8 26-15 0 0,-7-29 20 0 0,3 9 9 0 0,-1 2 10 0 0,2 34-14 0 0,13 16 39 0 0,-16-54-41 0 0,0 0 1 0 0,1 0 0 0 0,0-1-1 0 0,1 1 1 0 0,7 14-1 0 0,1 3 16 0 0,-11-26-24 0 0,8 22 30 0 0,-7-18-30 0 0,1 1 1 0 0,-1-1-1 0 0,1 1 0 0 0,0-1 1 0 0,5 7-1 0 0,-7-11 5 0 0,0 0-1 0 0,0 0 1 0 0,-1 0-1 0 0,1 0 1 0 0,0 0-1 0 0,-1 0 1 0 0,1 1-1 0 0,-1-1 1 0 0,1 0-1 0 0,-1 0 1 0 0,0 1-1 0 0,1-1 1 0 0,-1 0-1 0 0,0 1 1 0 0,0-1-1 0 0,0 2 1 0 0,20 31 9 0 0,-2 3-34 0 0,14 9-18 0 0,-31-45 46 0 0,16 24-3 0 0,-13-20-1 0 0,-1 0 0 0 0,1 0 0 0 0,-1 0 0 0 0,0 1 0 0 0,4 10 0 0 0,10 9-26 0 0,-11-18 32 0 0,-5-5 2 0 0,15 25-10 0 0,-14-26 1 0 0,8 9-3 0 0,1 6 11 0 0,-9-13-4 0 0,0 0 1 0 0,0 0-1 0 0,0-1 1 0 0,0 1 0 0 0,0-1-1 0 0,0 1 1 0 0,1-1-1 0 0,4 4 1 0 0,-6-5-3 0 0,0 0 0 0 0,1 0 0 0 0,-1 0 0 0 0,0 0 0 0 0,0 0 0 0 0,0 1 0 0 0,0-1 1 0 0,0 0-1 0 0,0 1 0 0 0,0-1 0 0 0,0 0 0 0 0,-1 1 0 0 0,1-1 0 0 0,0 3 0 0 0,16 28-1 0 0,17 7-19 0 0,-20-24 34 0 0,-11-13-14 0 0,1 1 1 0 0,-1 1-1 0 0,1-1 0 0 0,-1 0 1 0 0,0 1-1 0 0,3 4 0 0 0,-3-3-4 0 0,1 0 0 0 0,0 0 0 0 0,0 0 1 0 0,1 0-1 0 0,8 6 0 0 0,-4-3 7 0 0,-8-7 7 0 0,0 0-9 0 0,3 5 0 0 0,-1-2 0 0 0,1 1 0 0 0,-1-1 0 0 0,1 0 1 0 0,0 0-1 0 0,0 0 0 0 0,1 0 0 0 0,6 4 1 0 0,-9-7 3 0 0,23 22 16 0 0,10 3-59 0 0,-17-13 42 0 0,-6-4 4 0 0,1 0-1 0 0,0-1 1 0 0,16 7-1 0 0,9 9 51 0 0,-36-23-57 0 0,19 9-3858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5T16:14:13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2449 4368 0 0,'0'0'-228'0'0,"3"1"-618"0"0,9 4 797 0 0,-9-4 4 0 0,3-2 3 0 0,459-167 1114 0 0,-332 101-226 0 0,-12 3-487 0 0,-81 40-297 0 0,3-3 195 0 0,59-48 1 0 0,-19 13-46 0 0,-54 38-76 0 0,-1 0 1 0 0,-1-1-1 0 0,-1-2 0 0 0,-2-1 0 0 0,0 0 1 0 0,20-34-1 0 0,16-28 229 0 0,81-155 1 0 0,-102 161-268 0 0,-16 28-78 0 0,27-60 27 0 0,-15 31-38 0 0,-22 52-3 0 0,20-38-1 0 0,-3 11-46 0 0,-19 35 38 0 0,2 1 0 0 0,22-32 0 0 0,1 1 25 0 0,35-68-1 0 0,-45 75-15 0 0,58-111-29 0 0,-70 133 13 0 0,0 1-1 0 0,2 0 1 0 0,0 1-1 0 0,2 1 1 0 0,0 1-1 0 0,40-37 1 0 0,-30 33 7 0 0,-11 10-2 0 0,0 0 0 0 0,1 2-1 0 0,32-21 1 0 0,-19 18-29 0 0,1 2-1 0 0,0 1 1 0 0,1 1 0 0 0,44-10 0 0 0,-22 10 25 0 0,-19 10 6 0 0,17-2-4 0 0,-28 2-11 0 0,1 2 0 0 0,0 0 0 0 0,25 3 0 0 0,-47-2 9 0 0,0 0 5 0 0,0-1 0 0 0,-1 1 0 0 0,1 0 0 0 0,0 0 0 0 0,0 1 0 0 0,0-1 1 0 0,5 2-1 0 0,-7-1 4 0 0,32 2-11 0 0,26 8-16 0 0,-33-4 11 0 0,-24-6 15 0 0,99 39-76 0 0,-94-37 65 0 0,-1 1-1 0 0,1 0 1 0 0,-1 0 0 0 0,0 1 0 0 0,-1 0 0 0 0,13 11-1 0 0,-10-8 2 0 0,35 45-80 0 0,-33-37 83 0 0,0-1-1 0 0,18 16 1 0 0,51 62-30 0 0,-50-64 21 0 0,42 51 1 0 0,-9-7 12 0 0,91 119 6 0 0,-49-39-16 0 0,-22-6 46 0 0,-9-9-45 0 0,7-20-22 0 0,-71-105 37 0 0,-4-5-2 0 0,-1 0 0 0 0,2-1 0 0 0,-1 0 0 0 0,1 0 0 0 0,0 0 0 0 0,13 8 0 0 0,-7-6 2 0 0,0 0 0 0 0,-1 1 0 0 0,13 13 0 0 0,-6-5 1 0 0,-8-10 0 0 0,1 0 0 0 0,-1 0 0 0 0,1-2 0 0 0,14 7 0 0 0,79 37 42 0 0,-91-45-33 0 0,0 0 0 0 0,0-2 0 0 0,1 0 0 0 0,-1 0 1 0 0,24 0-1 0 0,7-3 10 0 0,4-5 33 0 0,-47 5-33 0 0,2-1-1 0 0,-1 1-19 0 0,5-2 12 0 0,0 0 1 0 0,-1 0-1 0 0,1 0 1 0 0,0-1-1 0 0,-1 0 1 0 0,13-7-1 0 0,4-5 58 0 0,22-26 34 0 0,54-62-23 0 0,-37 40-34 0 0,-48 45 30 0 0,-1 0 1 0 0,-1 0-1 0 0,-1-1 0 0 0,0-1 1 0 0,-2 0-1 0 0,0 0 0 0 0,-1-1 1 0 0,-1-1-1 0 0,5-22 0 0 0,58-195 81 0 0,-27 99-142 0 0,-34 116-6 0 0,-8 20-11 0 0,-1 1-1 0 0,1 0 1 0 0,-1-1 0 0 0,0 1 0 0 0,0-1 0 0 0,0 0 0 0 0,1-5 0 0 0,13-31 12 0 0,8-15-43 0 0,-19 41 21 0 0,1 1-1 0 0,1 0 1 0 0,1 0-1 0 0,-1 1 1 0 0,2 0-1 0 0,0 0 1 0 0,18-21-1 0 0,-3 4 0 0 0,-11 13 0 0 0,2 0 0 0 0,0 1 0 0 0,1 0 0 0 0,0 1-1 0 0,18-12 1 0 0,80-44-87 0 0,-53 36 75 0 0,-57 31 10 0 0,26-11-2 0 0,-18 7 3 0 0,1 2-20 0 0,39-6 7 0 0,6 2-16 0 0,-37 7 32 0 0,33-1-36 0 0,-47 3 43 0 0,52 3-88 0 0,-47 1 72 0 0,0-1 0 0 0,0 2 0 0 0,0-1 1 0 0,-1 2-1 0 0,1-1 0 0 0,-1 2 0 0 0,0-1 0 0 0,15 14 0 0 0,71 75-90 0 0,-60-56 91 0 0,-14-16-20 0 0,85 92 1 0 0,-66-62 30 0 0,-2 2 0 0 0,38 73 1 0 0,-13 1-25 0 0,-30-58 33 0 0,57 84-8 0 0,-82-140-2 0 0,8 12 1 0 0,25 36-11 0 0,2-5 16 0 0,39 45 10 0 0,-55-77-11 0 0,0-1 0 0 0,46 31 0 0 0,-32-25 6 0 0,5 0-4 0 0,98 48 0 0 0,-139-76-3 0 0,69 43-5 0 0,-27-15 11 0 0,105 48 1 0 0,-24-14-1 0 0,-99-50 1 0 0,49 17 0 0 0,-52-22 0 0 0,1 1-1 0 0,28 17 1 0 0,39 4 4 0 0,-70-24-12 0 0,243 72-12 0 0,-11-8 21 0 0,-163-49 17 0 0,183 22 1 0 0,119-11-60 0 0,-261-25 30 0 0,-105-7 14 0 0,-28-1-98 0 0,-14-3-3583 0 0,-52-7 1321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5T16:14:15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0 213 5384 0 0,'0'0'-298'0'0,"3"1"-1220"0"0,1 1 1491 0 0,1 0 1 0 0,-1-1 0 0 0,0 1-1 0 0,1-1 1 0 0,-1 0 0 0 0,0 0-1 0 0,1-1 1 0 0,-1 1 0 0 0,1-1-1 0 0,7-1 1 0 0,17 2-27 0 0,-17 1 31 0 0,0-2-1 0 0,-1 1 1 0 0,22-4 0 0 0,463-9 11 0 0,155-4 72 0 0,-214 8-101 0 0,236-6 104 0 0,-442 2-25 0 0,272-7-24 0 0,-71 5 86 0 0,-3 1-10 0 0,0 1-60 0 0,-3 0-6 0 0,-17 1 53 0 0,-4 1-60 0 0,50 1 49 0 0,253-14 114 0 0,-304 7 127 0 0,142-3-4 0 0,533 30 229 0 0,-866-6-477 0 0,44-6 311 0 0,-102 0 270 0 0,-44-2 166 0 0,-107 3-896 0 0,-12-3-3742 0 0,-31-10 2755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5T16:14:24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4 112 5068 0 0,'0'0'-37'0'0,"0"0"46"0"0,0 0 0 0 0,0 0-1 0 0,1 0 1 0 0,-1 0 0 0 0,0 0-1 0 0,0 1 1 0 0,0-1 0 0 0,0 0 0 0 0,0 0-1 0 0,0 0 1 0 0,0 0 0 0 0,1 0-1 0 0,-1 1 1 0 0,0-1 0 0 0,0 0 0 0 0,0 0-1 0 0,0 0 1 0 0,0 0 0 0 0,0 1-1 0 0,0-1 1 0 0,0 0 0 0 0,0 0 0 0 0,0 0-1 0 0,0 0 1 0 0,0 1 0 0 0,0-1-1 0 0,0 0 1 0 0,0 0 0 0 0,0 0 0 0 0,0 0-1 0 0,0 1 1 0 0,0-1 0 0 0,0 0 0 0 0,0 0-1 0 0,-1 0 1 0 0,1 0 0 0 0,0 0-1 0 0,0 1 1 0 0,0-1 0 0 0,0 0 0 0 0,0 0-1 0 0,0 0 1 0 0,0 0 0 0 0,-1 0-1 0 0,1 0 1 0 0,0 1 0 0 0,0-1 0 0 0,0 0-1 0 0,0 0 1 0 0,0 0 0 0 0,-1 0-1 0 0,1 0 1 0 0,0 0 0 0 0,0 0 0 0 0,0 0-1 0 0,0 0 1 0 0,-1 0 0 0 0,1 0-1 0 0,0 0 1 0 0,0 0 0 0 0,0 0 0 0 0,-1 0-1 0 0,1 0 1 0 0,0 0 0 0 0,0 0-1 0 0,0 0 1 0 0,13 2-14 0 0,1 0 0 0 0,0-1-1 0 0,0-1 1 0 0,0 0 0 0 0,0-1 0 0 0,0-1-1 0 0,20-4 1 0 0,16-1-2 0 0,88-7 5 0 0,494-49-13 0 0,7 35-23 0 0,-477 25-565 0 0,-159 3 167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5T16:14:01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62 3216 0 0,'0'0'148'0'0,"-20"-39"1849"0"0,19 38-1707 0 0,-17-20 1445 0 0,16 238-1791 0 0,2 190-65 0 0,7-207 161 0 0,-26 281 0 0 0,9-424-34 0 0,-18 65 0 0 0,4-22-793 0 0,18-65-1843 0 0,6-22 602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5T16:14:03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23 472 5320 0 0,'-2'-1'0'0'0,"1"0"0"0"0,-1 0 0 0 0,1 0-1 0 0,-1-1 1 0 0,1 1 0 0 0,0 0-1 0 0,-1-1 1 0 0,1 1 0 0 0,0-1 0 0 0,0 1-1 0 0,0-1 1 0 0,0 1 0 0 0,0-1 0 0 0,0 0-1 0 0,1 0 1 0 0,-1 0 0 0 0,0 1-1 0 0,1-1 1 0 0,-1 0 0 0 0,1 0 0 0 0,0 0-1 0 0,0 0 1 0 0,0 0 0 0 0,0 0-1 0 0,0 0 1 0 0,0 1 0 0 0,0-1 0 0 0,1 0-1 0 0,-1 0 1 0 0,1 0 0 0 0,0-3-1 0 0,3-8 48 0 0,0 1-1 0 0,1-1 1 0 0,9-15-1 0 0,-13 25-46 0 0,6-12-3 0 0,1 0-1 0 0,1 1 1 0 0,0 0-1 0 0,1 0 0 0 0,1 1 1 0 0,0 0-1 0 0,0 1 1 0 0,2 0-1 0 0,-1 1 1 0 0,1 1-1 0 0,28-18 0 0 0,-32 24-10 0 0,0 0 0 0 0,0 1 0 0 0,1 0-1 0 0,-1 0 1 0 0,1 1 0 0 0,-1 1 0 0 0,1-1-1 0 0,0 2 1 0 0,14-1 0 0 0,16 4-4 0 0,-1 0 0 0 0,0 3 1 0 0,39 10-1 0 0,67 10 24 0 0,-64-18-15 0 0,94 4 84 0 0,-148-12-50 0 0,-1-1 1 0 0,0-2-1 0 0,0 0 0 0 0,47-14 1 0 0,71-36 67 0 0,-51 17-84 0 0,-72 26-41 0 0,-17 7 18 0 0,0 1 0 0 0,0-1 0 0 0,0 1 1 0 0,1 1-1 0 0,-1-1 0 0 0,1 1 0 0 0,-1-1 0 0 0,1 1 0 0 0,0 0 0 0 0,-1 1 0 0 0,1-1 1 0 0,0 1-1 0 0,4 0 0 0 0,116 16 5 0 0,136-1 0 0 0,-245-14 10 0 0,205 15-34 0 0,-76-3 1 0 0,-138-13 32 0 0,45 5 37 0 0,-1-3 1 0 0,1-2-1 0 0,59-8 1 0 0,-19-7-25 0 0,198-20-67 0 0,575 4 149 0 0,-730 21-74 0 0,56-2 534 0 0,-188 12-510 0 0,1-1-11 0 0,25-3 46 0 0,-26 4-56 0 0,0 0 0 0 0,209-17 159 0 0,5-1-222 0 0,-172 17 10 0 0,-21 0 3 0 0,0 1-1 0 0,-1 1 1 0 0,1 1-1 0 0,35 7 1 0 0,26 14-7 0 0,-1 3 1 0 0,112 51-1 0 0,-185-72 23 0 0,0 0 0 0 0,0 1 0 0 0,-1 0 0 0 0,0 1 1 0 0,0 1-1 0 0,0-1 0 0 0,-1 1 0 0 0,0 1 0 0 0,-1 0 0 0 0,0 0 1 0 0,-1 1-1 0 0,1 0 0 0 0,-2 0 0 0 0,1 0 0 0 0,-2 1 0 0 0,1 0 0 0 0,-1 0 1 0 0,-1 1-1 0 0,0-1 0 0 0,-1 1 0 0 0,4 21 0 0 0,70 325-14 0 0,-64-310 13 0 0,1-3-14 0 0,-3 0 0 0 0,10 74 0 0 0,-4 256 26 0 0,-15-344-4 0 0,1 0 0 0 0,12 52 0 0 0,0-3 12 0 0,2 5-30 0 0,-9-51 19 0 0,3 39 0 0 0,-7-38 25 0 0,2-1-1 0 0,10 35 1 0 0,-15-66-290 0 0,0-1 0 0 0,0 1 0 0 0,0 0 0 0 0,0-1 0 0 0,1 0 0 0 0,-1 1 0 0 0,1-1 0 0 0,-1 0 0 0 0,1 1 0 0 0,0-1 0 0 0,2 2 1 0 0,-2-3-498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5T16:14:05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11 168 3544 0 0,'0'0'51'0'0,"-8"-3"4"0"0,6 1 109 0 0,7 1 812 0 0,915-59-940 0 0,-585 53-17 0 0,596-18 64 0 0,-538 14-23 0 0,144-7 19 0 0,-98-9-80 0 0,212 13 100 0 0,244 28-116 0 0,-676-9 30 0 0,84-1-13 0 0,162-5-6 0 0,137 0 133 0 0,-200 4 66 0 0,-356-3-161 0 0,178 6 195 0 0,-204-4-156 0 0,1-1 0 0 0,38-4 0 0 0,-57 3-294 0 0,-1 0 129 0 0,0 0 1 0 0,-1 0-1 0 0,1 0 0 0 0,0 0 0 0 0,-1 0 1 0 0,1 0-1 0 0,0-1 0 0 0,-1 1 0 0 0,1 0 1 0 0,0 0-1 0 0,-1 0 0 0 0,1-1 0 0 0,-1 1 1 0 0,1 0-1 0 0,0-1 0 0 0,-1 1 0 0 0,1-1 1 0 0,-1 1-1 0 0,1 0 0 0 0,-1-1 0 0 0,1 1 1 0 0,-1-1-1 0 0,0 0 0 0 0,1 0 0 0 0,7-10-1430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5T16:13:50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4980 0 0,'3'-9'190'0'0,"-1"-1"0"0"0,0 1 0 0 0,-1-1 0 0 0,0-11 0 0 0,-1 19-9 0 0,0-10 192 0 0,0 6-278 0 0,2 8-269 0 0,9 33 136 0 0,-2 1 0 0 0,5 42 0 0 0,-11-63 29 0 0,0 0 0 0 0,0 0 0 0 0,8 18 0 0 0,7 35-11 0 0,19 99 8 0 0,-15-75-16 0 0,-1-12 21 0 0,-11-43 15 0 0,-1 0 0 0 0,5 44 0 0 0,6 27 25 0 0,-15-72-42 0 0,45 346 73 0 0,-41-235-53 0 0,-8-89 32 0 0,1 10-36 0 0,-4-22-25 0 0,5 86 378 0 0,-2-131-361 0 0,1 0-1 0 0,1 0 0 0 0,-1 0 1 0 0,0-1-1 0 0,0 1 0 0 0,0 0 0 0 0,0-1 1 0 0,0 1-1 0 0,1-1 0 0 0,-1 0 1 0 0,0 0-1 0 0,4 0 0 0 0,603-29 4 0 0,-345 18-6 0 0,-113 3 35 0 0,99-11-12 0 0,-48 2 51 0 0,420-32 48 0 0,-515 41-107 0 0,125-5-1 0 0,-22 4 3 0 0,-2 0 6 0 0,105-3 21 0 0,0 0-7 0 0,-284 12-33 0 0,237-5 34 0 0,-181 0-4 0 0,518-18 180 0 0,-12-8 219 0 0,-496 23-336 0 0,171-18 145 0 0,-196 18-152 0 0,-67 8-80 0 0,30-3 402 0 0,-29 2-257 0 0,-3 1-106 0 0,-1 0 0 0 0,0 0 1 0 0,1 1-1 0 0,-1-1 0 0 0,0 0 0 0 0,1 0 1 0 0,-1 0-1 0 0,0 0 0 0 0,1 0 1 0 0,-1-1-1 0 0,0 1 0 0 0,1 0 0 0 0,-1 0 1 0 0,0 0-1 0 0,1 0 0 0 0,-1 0 1 0 0,0 0-1 0 0,1 0 0 0 0,-1-1 0 0 0,0 1 1 0 0,1 0-1 0 0,-1 0 0 0 0,0 0 1 0 0,0-1-1 0 0,1 1 0 0 0,-1 0 0 0 0,0 0 1 0 0,0-1-1 0 0,0 1 0 0 0,1 0 1 0 0,-1-1-1 0 0,-2-3-6 0 0,1-1-1 0 0,-1 1 1 0 0,0 0 0 0 0,-1 1-1 0 0,1-1 1 0 0,-1 0 0 0 0,0 1-1 0 0,1-1 1 0 0,-2 1 0 0 0,1 0-1 0 0,0 0 1 0 0,-1 0 0 0 0,1 0-1 0 0,-1 1 1 0 0,0-1 0 0 0,-4-1-1 0 0,-16-9 36 0 0,-35-14 0 0 0,48 22-42 0 0,-168-59 92 0 0,123 46-80 0 0,-13-3-300 0 0,64 17 154 0 0,5 4 97 0 0,0 0 1 0 0,0 0 0 0 0,0 0 0 0 0,0 0 0 0 0,1 0-1 0 0,-1 0 1 0 0,0 0 0 0 0,0 0 0 0 0,0 0 0 0 0,0 0-1 0 0,0 1 1 0 0,0-1 0 0 0,0 0 0 0 0,0 0 0 0 0,1 0-1 0 0,-1 0 1 0 0,0 0 0 0 0,0 0 0 0 0,0 0 0 0 0,0 0-1 0 0,0 0 1 0 0,0 0 0 0 0,0 0 0 0 0,1 0 0 0 0,-1 0 0 0 0,0 0-1 0 0,0 0 1 0 0,0 0 0 0 0,0 0 0 0 0,0 0 0 0 0,0 0-1 0 0,0 0 1 0 0,1 0 0 0 0,-1 0 0 0 0,0 0 0 0 0,0 0-1 0 0,0-1 1 0 0,0 1 0 0 0,0 0 0 0 0,0 0 0 0 0,0 0-1 0 0,0 0 1 0 0,0 0 0 0 0,1 0 0 0 0,-1 0 0 0 0,0 0 0 0 0,0 0-1 0 0,0-1 1 0 0,0 1 0 0 0,0 0 0 0 0,0 0 0 0 0,0 0-1 0 0,0 0 1 0 0,0 0 0 0 0,0 0 0 0 0,0 0 0 0 0,0 0-1 0 0,0-1 1 0 0,0 1 0 0 0,0 0 0 0 0,0 0 0 0 0,0 0-1 0 0,0 0 1 0 0,0 0 0 0 0,0 0 0 0 0,0-1 0 0 0,0 1-1 0 0,0 0 1 0 0,324 70-338 0 0,-296-62 284 0 0,0 1-1 0 0,0 1 1 0 0,44 24-1 0 0,-69-32 47 0 0,-2-1 13 0 0,-1-1-1 0 0,1 0 0 0 0,-1 1 0 0 0,1-1 1 0 0,-1 1-1 0 0,0-1 0 0 0,1 1 0 0 0,-1-1 1 0 0,1 1-1 0 0,-1-1 0 0 0,0 1 1 0 0,1-1-1 0 0,-1 1 0 0 0,0-1 0 0 0,0 1 1 0 0,1 0-1 0 0,-1-1 0 0 0,0 1 0 0 0,0 0 1 0 0,0-1-1 0 0,0 1 0 0 0,0-1 1 0 0,0 1-1 0 0,0 0 0 0 0,0-1 0 0 0,0 1 1 0 0,0 0-1 0 0,0-1 0 0 0,0 1 1 0 0,-1 0-1 0 0,1-1 0 0 0,0 1 0 0 0,0-1 1 0 0,-1 1-1 0 0,1-1 0 0 0,0 1 0 0 0,-1 0 1 0 0,1-1-1 0 0,0 1 0 0 0,-1-1 1 0 0,1 0-1 0 0,-1 1 0 0 0,0 0 0 0 0,-17 9 19 0 0,18-10-19 0 0,-32 16-285 0 0,0-2 0 0 0,-67 19 0 0 0,72-24-314 0 0,-28 5-3036 0 0,26-9 603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5T16:13:51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16 6393 0 0,'0'0'-30'0'0,"0"0"1"0"0,0-1 0 0 0,1 1-1 0 0,-1 0 1 0 0,0-1 0 0 0,0 1-1 0 0,0 0 1 0 0,1-1 0 0 0,-1 1-1 0 0,0-1 1 0 0,0 1 0 0 0,0 0-1 0 0,0-1 1 0 0,0 1 0 0 0,0-1-1 0 0,0 1 1 0 0,0 0 0 0 0,0-1-1 0 0,0 1 1 0 0,0-1 0 0 0,0 1-1 0 0,0-1 1 0 0,0 1 0 0 0,0 0 0 0 0,0-1-1 0 0,-1 1 1 0 0,1-1 0 0 0,0 1-1 0 0,0 0 1 0 0,0-1 0 0 0,-1 1-1 0 0,1 0 1 0 0,0-1 0 0 0,-1 1-1 0 0,1 0 1 0 0,0-1 0 0 0,-1 1-1 0 0,1 0 1 0 0,0 0 0 0 0,-1-1-1 0 0,1 1 1 0 0,-1 0 0 0 0,-18 12-211 0 0,-24 34 256 0 0,-103 138-198 0 0,117-152 1096 0 0,28-30 125 0 0,4-8-909 0 0,5-6-56 0 0,0-1 1 0 0,1 2-1 0 0,0 0 0 0 0,1 0 0 0 0,15-13 0 0 0,-18 18-67 0 0,1 0-1 0 0,-1 1 0 0 0,1 0 1 0 0,0 0-1 0 0,1 0 1 0 0,-1 1-1 0 0,1 1 1 0 0,-1 0-1 0 0,1 0 1 0 0,9-2-1 0 0,-6 5-13 0 0,0 0-1 0 0,1 0 0 0 0,-1 2 0 0 0,0-1 0 0 0,-1 1 0 0 0,1 1 1 0 0,0 0-1 0 0,13 6 0 0 0,-16-6 4 0 0,39 13-7 0 0,72 21-1813 0 0,-103-34 115 0 0,-2-3-142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5T16:13:35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2480 4960 0 0,'0'0'-152'0'0,"1"2"-362"0"0,3 3 506 0 0,-3-4-10 0 0,38 0 81 0 0,-15 0-1 0 0,1-1-1 0 0,0-1 0 0 0,-1-1 1 0 0,27-6-1 0 0,-9-2 118 0 0,-31 9-122 0 0,0-2 1 0 0,-1 1-1 0 0,1-1 1 0 0,14-7-1 0 0,-9 3-4 0 0,-1 0 0 0 0,21-5-1 0 0,-22 8-1 0 0,0-1 0 0 0,-1 0 0 0 0,16-9 0 0 0,7-8 374 0 0,39-32 0 0 0,-61 43-286 0 0,-1-1 1 0 0,0 0 0 0 0,-1-1 0 0 0,0-1 0 0 0,14-21 0 0 0,72-134 635 0 0,-80 136-732 0 0,1 1 65 0 0,29-38 1 0 0,-9 8 423 0 0,-5 6-143 0 0,-27 46-318 0 0,-2 0-1 0 0,1 0 1 0 0,4-13-1 0 0,-6 12-21 0 0,1 1 0 0 0,0 0-1 0 0,7-10 1 0 0,-2 5 53 0 0,-1-1-1 0 0,-1 0 0 0 0,-1 0 0 0 0,0-1 1 0 0,5-18-1 0 0,15-38 193 0 0,-17 49-172 0 0,9-34 0 0 0,-10 28-72 0 0,17-61-13 0 0,75-203 82 0 0,-68 198 144 0 0,61-153 259 0 0,11 39-529 0 0,-61 130 28 0 0,-41 77-10 0 0,-1 1-10 0 0,0-1 0 0 0,0 1 0 0 0,1 0 0 0 0,-2-1 0 0 0,1 1 0 0 0,0-1 0 0 0,0 0 1 0 0,-1 1-1 0 0,0-1 0 0 0,2-4 0 0 0,2-4-14 0 0,2-4-12 0 0,-5 10 19 0 0,1-1-1 0 0,0 1 0 0 0,0 0 1 0 0,0 0-1 0 0,1 0 0 0 0,4-4 1 0 0,19-23-36 0 0,-26 30 38 0 0,24-26-55 0 0,49-38-33 0 0,-36 37 35 0 0,9-4 25 0 0,-44 31 28 0 0,0-1-4 0 0,0-1-1 0 0,0 1 1 0 0,0 0 0 0 0,1 0 0 0 0,0 0 0 0 0,-1 0 0 0 0,1 1 0 0 0,0 0 0 0 0,0-1 0 0 0,1 2 0 0 0,-1-1-1 0 0,6-2 1 0 0,6-2-18 0 0,-2 0-9 0 0,0 1-1 0 0,0 1 0 0 0,0 0 1 0 0,26-2-1 0 0,-22 2 6 0 0,25-5-84 0 0,-41 8 93 0 0,1 1 1 0 0,8 0-1 0 0,-8 0 0 0 0,1 0-13 0 0,35-2-59 0 0,-34 2 74 0 0,48 3-172 0 0,-41-3 167 0 0,29 2-61 0 0,3 5 18 0 0,-41-6 53 0 0,11 5-41 0 0,8 0 22 0 0,-20-5 19 0 0,24 8-35 0 0,23 6-99 0 0,-47-15 130 0 0,32 17-189 0 0,7 5 117 0 0,-39-21 83 0 0,23 21-260 0 0,25 26 96 0 0,-11 0 100 0 0,-35-40 60 0 0,25 25-4 0 0,25 38 3 0 0,-25-25-22 0 0,-25-42 30 0 0,-1 1 1 0 0,1 0-1 0 0,-1 1 0 0 0,0-1 1 0 0,3 10-1 0 0,9 19-17 0 0,-10-27 12 0 0,-4-3-11 0 0,6 19-13 0 0,1-6 22 0 0,25 65-32 0 0,-10-30 19 0 0,26 43 6 0 0,-24-32 22 0 0,-22-56-2 0 0,0 3-1 0 0,1 0 0 0 0,1 0 0 0 0,0 0 0 0 0,0-1 0 0 0,1 0-1 0 0,0 0 1 0 0,8 9 0 0 0,7 16 17 0 0,12 20-11 0 0,17 26 0 0 0,-40-67-3 0 0,0 1 0 0 0,11 22-1 0 0,-13-19 0 0 0,2-1 0 0 0,1 0 0 0 0,0-1 0 0 0,15 17-1 0 0,21 44-29 0 0,26 32 32 0 0,-59-89 0 0 0,1-1-1 0 0,1-1 1 0 0,25 22-1 0 0,2 2 21 0 0,40 38-6 0 0,-55-54-37 0 0,51 45 28 0 0,-25-27-19 0 0,-26-20 22 0 0,39 24-1 0 0,-16-10-32 0 0,15 3 29 0 0,-20-13 3 0 0,-22-15-5 0 0,29 20 0 0 0,-36-21-4 0 0,0-1 1 0 0,1 0-1 0 0,20 7 0 0 0,-16-8-8 0 0,-1 1 0 0 0,31 18 0 0 0,5 4-4 0 0,58 27-5 0 0,14-5 70 0 0,-16-12-16 0 0,-25-9-14 0 0,-10-9-21 0 0,-41-14-12 0 0,-8-2-3 0 0,33 13 1 0 0,27 8 15 0 0,-43-13-2 0 0,9-2 2 0 0,-42-9-6 0 0,-1 0 0 0 0,0-1 1 0 0,23 4-1 0 0,0-1 7 0 0,8 5-20 0 0,111 30 33 0 0,-108-32-28 0 0,36 9 38 0 0,11-4-31 0 0,-75-11 10 0 0,43 3-8 0 0,-5-1 7 0 0,-18 1-21 0 0,1-4 12 0 0,79 12-7 0 0,-115-14 11 0 0,0-1 0 0 0,9 2-4 0 0,5 2 94 0 0,4 2-471 0 0,-15-5-4129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5T16:13:36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5533 0 0,'0'0'-427'0'0,"3"1"-1583"0"0,18 5 2020 0 0,0-2 1 0 0,0 0-1 0 0,0-1 0 0 0,38-1 0 0 0,-5 2 6 0 0,420 25 94 0 0,-385-19-129 0 0,-86-10 35 0 0,0 1-22 0 0,7 1 10 0 0,-8-2-4 0 0,16 0-1943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5T16:13:54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9 5080 0 0,'-7'-9'-123'0'0,"7"9"148"0"0,0 0-1 0 0,0 0 1 0 0,0 0 0 0 0,0 0-1 0 0,0 0 1 0 0,0 1 0 0 0,0-1-1 0 0,0 0 1 0 0,0 0-1 0 0,0 0 1 0 0,0 0 0 0 0,0 0-1 0 0,-1 0 1 0 0,1 0 0 0 0,0 0-1 0 0,0 0 1 0 0,0 0-1 0 0,0 0 1 0 0,0 0 0 0 0,0 1-1 0 0,0-1 1 0 0,0 0 0 0 0,0 0-1 0 0,0 0 1 0 0,0 0-1 0 0,0 0 1 0 0,0 0 0 0 0,0 0-1 0 0,0 0 1 0 0,0 0 0 0 0,0 0-1 0 0,-1 0 1 0 0,1 0-1 0 0,0 0 1 0 0,0 0 0 0 0,0 0-1 0 0,0 0 1 0 0,13 13 112 0 0,25 16-223 0 0,16 2 100 0 0,1-3 1 0 0,1-3-1 0 0,103 32 1 0 0,19 8 5 0 0,-152-55 61 0 0,-17-7-11 0 0,0 0-1 0 0,-1 0 0 0 0,1 1 0 0 0,-1 0 0 0 0,15 11 1 0 0,-23-15-62 0 0,0 0 1 0 0,1 0-1 0 0,-1 1 1 0 0,0-1-1 0 0,0 0 1 0 0,1 1 0 0 0,-1-1-1 0 0,0 0 1 0 0,0 0-1 0 0,0 1 1 0 0,0-1-1 0 0,0 0 1 0 0,0 1 0 0 0,1-1-1 0 0,-1 1 1 0 0,0-1-1 0 0,0 0 1 0 0,0 1-1 0 0,0-1 1 0 0,0 0-1 0 0,0 1 1 0 0,0-1 0 0 0,-1 0-1 0 0,1 1 1 0 0,0-1-1 0 0,0 0 1 0 0,0 1-1 0 0,0-1 1 0 0,0 0 0 0 0,0 1-1 0 0,-1-1 1 0 0,1 0-1 0 0,0 1 1 0 0,0-1-1 0 0,0 0 1 0 0,-1 0 0 0 0,1 1-1 0 0,0-1 1 0 0,0 0-1 0 0,-1 0 1 0 0,1 0-1 0 0,0 1 1 0 0,-1-1 0 0 0,1 0-1 0 0,0 0 1 0 0,-1 0-1 0 0,-15 8 140 0 0,15-7-143 0 0,-50 17 315 0 0,-77 19 0 0 0,74-23-230 0 0,-89 23 14 0 0,-129 36 196 0 0,199-49-1607 0 0,-116 54 1 0 0,160-65-475 0 0,4-1-177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5T16:13:56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549 0 4756 0 0,'0'0'-317'0'0,"-4"3"-18"0"0,-91 40 28 0 0,-38 20 392 0 0,71-29 8 0 0,-146 83 294 0 0,161-90-149 0 0,65-18-194 0 0,-8-6-29 0 0,-1-1 0 0 0,1 0 0 0 0,0-1 0 0 0,0 0 0 0 0,16-1 0 0 0,6 1 7 0 0,307 42 131 0 0,-195-9-2762 0 0,-126-29 2165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5T16:14:18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1636 3884 0 0,'0'0'1200'0'0,"2"-5"-1139"0"0,19-43 215 0 0,-10 18-187 0 0,2 0 0 0 0,2 1 0 0 0,0 1 0 0 0,2 0 0 0 0,28-35 0 0 0,33-27-1 0 0,150-133 0 0 0,-145 154-119 0 0,3 3 0 0 0,2 4-1 0 0,166-85 1 0 0,-36 37-4 0 0,-124 66 18 0 0,1 5 1 0 0,2 3 0 0 0,162-36-1 0 0,-127 43 8 0 0,173-30-17 0 0,249-23 59 0 0,-95 26-17 0 0,476 11-56 0 0,-443 60 66 0 0,-4 0 18 0 0,-17-2 4 0 0,-166-2-14 0 0,267 15 158 0 0,-287-7-117 0 0,-147-8 48 0 0,-4-4 622 0 0,-131-7-461 0 0,10 0 90 0 0,2 2-41 0 0,-15-2-293 0 0,0 0 0 0 0,0 0 0 0 0,0 0-1 0 0,0 0 1 0 0,1 0 0 0 0,-1 0 0 0 0,0 0 0 0 0,0 0-1 0 0,0 0 1 0 0,0 0 0 0 0,0 0 0 0 0,1 0 0 0 0,-1 0-1 0 0,0 0 1 0 0,0 0 0 0 0,0 0 0 0 0,0 0 0 0 0,0 0-1 0 0,0 0 1 0 0,1 0 0 0 0,-1 0 0 0 0,0 0 0 0 0,0 0-1 0 0,0 0 1 0 0,0 0 0 0 0,0 0 0 0 0,0 0 0 0 0,1 0 0 0 0,-1 0-1 0 0,0 0 1 0 0,0 0 0 0 0,0-1 0 0 0,0 1 0 0 0,0 0-1 0 0,0 0 1 0 0,0 0 0 0 0,0 0 0 0 0,1 0 0 0 0,-1 0-1 0 0,0 0 1 0 0,0-1 0 0 0,0 1 0 0 0,0 0 0 0 0,0 0-1 0 0,0 0 1 0 0,0 0 0 0 0,0 0 0 0 0,0 0 0 0 0,0-1-1 0 0,0 1 1 0 0,0 0 0 0 0,0 0 0 0 0,0 0 0 0 0,0 0-1 0 0,0-1 1 0 0,-5-4-6 0 0,0-1 0 0 0,0 1 0 0 0,0 0 0 0 0,-1 1 0 0 0,1-1 0 0 0,-1 1 0 0 0,0 0-1 0 0,-1 0 1 0 0,-8-3 0 0 0,-76-30 122 0 0,49 21-117 0 0,-73-29 35 0 0,-156-40 0 0 0,260 81-79 0 0,-34-7-37 0 0,-20-3-491 0 0,123 41 480 0 0,186 45-17 0 0,36 12-22 0 0,-269-81 82 0 0,0 1 0 0 0,0 1 0 0 0,-1 0 0 0 0,1 0-1 0 0,-1 1 1 0 0,13 9 0 0 0,-23-15 11 0 0,1 1-1 0 0,-1 0 0 0 0,1-1 0 0 0,-1 1 1 0 0,1-1-1 0 0,-1 1 0 0 0,1 0 1 0 0,-1-1-1 0 0,0 1 0 0 0,1 0 0 0 0,-1-1 1 0 0,0 1-1 0 0,0 0 0 0 0,0 0 1 0 0,1-1-1 0 0,-1 1 0 0 0,0 0 0 0 0,0 0 1 0 0,0-1-1 0 0,0 1 0 0 0,0 0 1 0 0,0 0-1 0 0,0 0 0 0 0,0-1 0 0 0,-1 2 1 0 0,-12 19 17 0 0,-29 15 19 0 0,36-32-34 0 0,-57 39 52 0 0,-124 62-1 0 0,16-11-115 0 0,138-73-268 0 0,1 1 0 0 0,-57 51-1 0 0,80-63-1 0 0,-37 36-696 0 0,19-12-2548 0 0,18-20 1036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5T16:14:20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988 17 5685 0 0,'3'-1'-261'0'0,"28"-12"504"0"0,-72 11-250 0 0,1 2 1 0 0,-1 2-1 0 0,-53 9 1 0 0,23-3-16 0 0,10-2 7 0 0,-36 3-59 0 0,-117 27 0 0 0,203-33 52 0 0,1 1 1 0 0,-1 0 0 0 0,1 0-1 0 0,0 1 1 0 0,0 1-1 0 0,0-1 1 0 0,1 2 0 0 0,0-1-1 0 0,0 1 1 0 0,1 1-1 0 0,0-1 1 0 0,0 2 0 0 0,-7 9-1 0 0,-8 13-13 0 0,2 1 0 0 0,-26 51 0 0 0,24-40 38 0 0,5-5-19 0 0,1 0 0 0 0,1 2 0 0 0,3 0 0 0 0,1 0 0 0 0,2 2 0 0 0,2-1 0 0 0,2 1 0 0 0,-2 46 0 0 0,5 41 1 0 0,18 171 0 0 0,71 287 135 0 0,-2-34 69 0 0,-68-284-95 0 0,4 45 23 0 0,-3-159-82 0 0,28 288 97 0 0,-13 58-67 0 0,-11-159 26 0 0,24 214-21 0 0,-37-246-58 0 0,-8 391 46 0 0,-20-352-69 0 0,5-146-39 0 0,15 94 7 0 0,2-132 40 0 0,23 265 310 0 0,7-220-26 0 0,-32-207-270 0 0,1 0 1 0 0,-1 0 0 0 0,1-1-1 0 0,0 1 1 0 0,0 0-1 0 0,0-1 1 0 0,0 1-1 0 0,0-1 1 0 0,1 1 0 0 0,-1-1-1 0 0,1 0 1 0 0,-1 1-1 0 0,1-1 1 0 0,0 0-1 0 0,0 0 1 0 0,3 3-1 0 0,-1-3 13 0 0,0 0 0 0 0,1 0 0 0 0,-1 0 0 0 0,1-1 0 0 0,-1 0 0 0 0,1 1 0 0 0,-1-2 0 0 0,1 1 0 0 0,-1 0-1 0 0,8-1 1 0 0,212-6 268 0 0,-56-2-170 0 0,2 3-32 0 0,-159 4-190 0 0,1-1-3465 0 0,10 2 1779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5T16:14:28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1 487 3124 0 0,'0'0'2180'0'0,"12"-18"-1868"0"0,-10 11-298 0 0,1 1 0 0 0,0 0 0 0 0,0 1 0 0 0,0-1 0 0 0,0 0 0 0 0,1 1 0 0 0,0 0 0 0 0,0-1 0 0 0,1 2 0 0 0,0-1 0 0 0,-1 0 0 0 0,8-4 1 0 0,12-9-23 0 0,32-19 1 0 0,-11 13 7 0 0,2 2 1 0 0,1 2-1 0 0,92-25 1 0 0,-125 41-6 0 0,322-69-55 0 0,-213 51 82 0 0,-95 17-22 0 0,366-65-12 0 0,-77 32-124 0 0,-241 32 142 0 0,109-3-34 0 0,-92 11 46 0 0,27 2-46 0 0,-32-2 14 0 0,161 24 0 0 0,-218-20 12 0 0,303 73-59 0 0,-312-71 50 0 0,42 13 13 0 0,-1 2 0 0 0,87 45 0 0 0,-60-16 22 0 0,-3 5 0 0 0,-3 3-1 0 0,96 87 1 0 0,122 153 323 0 0,-216-184-184 0 0,-31-37-90 0 0,-3-6-8 0 0,52 97 0 0 0,-64-94 2 0 0,42 114 0 0 0,-52-82 15 0 0,-18-48-76 0 0,-11-44-4 0 0,1 0 0 0 0,1 0-1 0 0,1 0 1 0 0,8 20 0 0 0,84 173 142 0 0,-72-152-123 0 0,-18-38-15 0 0,1-1 1 0 0,11 21-1 0 0,41 62 81 0 0,66 91 62 0 0,-65-106-75 0 0,3-4 0 0 0,3-2 0 0 0,104 96 1 0 0,45-6 121 0 0,10-27 84 0 0,-107-72-220 0 0,127 76-8 0 0,-197-118-18 0 0,-33-18-10 0 0,0-1 0 0 0,34 14 0 0 0,39 13 11 0 0,-42-17 11 0 0,55 16-1 0 0,227 44 272 0 0,-117-49-62 0 0,-183-27-217 0 0,0-2 1 0 0,32-2-1 0 0,-39 0 3 0 0,-19 0 14 0 0,1 0-6 0 0,9 0 18 0 0,-9 0 1003 0 0,4-2-799 0 0,-8 2-260 0 0,0 0 0 0 0,0 0 0 0 0,1 0 0 0 0,-1 0 0 0 0,0 0 0 0 0,0 0 0 0 0,0 0 0 0 0,0 0 0 0 0,1 0 0 0 0,-1 0 0 0 0,0 0 0 0 0,0 0 0 0 0,0 0 0 0 0,1-1 0 0 0,-1 1-1 0 0,0 0 1 0 0,0 0 0 0 0,0 0 0 0 0,0 0 0 0 0,0 0 0 0 0,1 0 0 0 0,-1-1 0 0 0,0 1 0 0 0,0 0 0 0 0,0 0 0 0 0,0 0 0 0 0,0 0 0 0 0,0-1 0 0 0,0 1 0 0 0,0 0 0 0 0,0 0 0 0 0,1 0 0 0 0,-1 0 0 0 0,0-1 0 0 0,0 1 0 0 0,0 0 0 0 0,0 0 0 0 0,0 0 0 0 0,0-1 0 0 0,0 1 0 0 0,0 0 0 0 0,0 0 0 0 0,-1 0 0 0 0,1-1 0 0 0,0 1 0 0 0,0 0 0 0 0,0 0 0 0 0,-11-13 72 0 0,-2 1 1 0 0,1 1 0 0 0,-1 0 0 0 0,-1 1 0 0 0,0 0 0 0 0,0 1-1 0 0,-1 1 1 0 0,-16-7 0 0 0,-133-48 42 0 0,153 59-119 0 0,-56-23-3 0 0,48 19-191 0 0,23 12-38 0 0,23 10 125 0 0,78 24 16 0 0,-74-29 48 0 0,1 3 0 0 0,-2 0 1 0 0,1 2-1 0 0,44 28 0 0 0,-60-34-1 0 0,-11-6 28 0 0,0 1 1 0 0,1-1-1 0 0,-1 1 0 0 0,-1 0 0 0 0,1 0 1 0 0,4 4-1 0 0,-7-6 10 0 0,0 0 0 0 0,-1 0 0 0 0,1-1 0 0 0,-1 1-1 0 0,1 0 1 0 0,-1 0 0 0 0,0 0 0 0 0,1 0 0 0 0,-1 0 0 0 0,0 0 0 0 0,0 0 0 0 0,1 0 0 0 0,-1 0-1 0 0,0 0 1 0 0,0 0 0 0 0,0 0 0 0 0,0 0 0 0 0,0 0 0 0 0,-1 0 0 0 0,1 0 0 0 0,0 0 0 0 0,0 0-1 0 0,-1 0 1 0 0,1-1 0 0 0,0 1 0 0 0,-1 0 0 0 0,1 0 0 0 0,-1 0 0 0 0,1 0 0 0 0,-1 0 0 0 0,0-1 0 0 0,1 1-1 0 0,-1 0 1 0 0,0 0 0 0 0,1-1 0 0 0,-3 2 0 0 0,-10 8-3 0 0,0-1 0 0 0,-1 0 0 0 0,-1 0 0 0 0,0-2 0 0 0,0 0 0 0 0,-25 8 0 0 0,17-5-47 0 0,-188 70-1612 0 0,70-30-3056 0 0,92-34 2153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5T16:14:29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98 5857 0 0,'0'0'-228'0'0,"-6"10"-362"0"0,6-10 584 0 0,0 0 0 0 0,0 0 1 0 0,-1 0-1 0 0,1 0 0 0 0,0 1 0 0 0,0-1 0 0 0,0 0 0 0 0,0 0 1 0 0,0 0-1 0 0,0 0 0 0 0,-1 1 0 0 0,1-1 0 0 0,0 0 0 0 0,0 0 1 0 0,0 1-1 0 0,0-1 0 0 0,0 0 0 0 0,0 0 0 0 0,0 0 0 0 0,0 1 1 0 0,0-1-1 0 0,0 0 0 0 0,0 0 0 0 0,0 1 0 0 0,0-1 0 0 0,0 0 1 0 0,0 0-1 0 0,0 0 0 0 0,0 1 0 0 0,0-1 0 0 0,1 0 0 0 0,-1 0 1 0 0,0 0-1 0 0,0 1 0 0 0,0-1 0 0 0,0 0 0 0 0,0 0 1 0 0,0 0-1 0 0,1 0 0 0 0,-1 1 0 0 0,0-1 0 0 0,0 0 0 0 0,0 0 1 0 0,1 0-1 0 0,-1 0 0 0 0,0 0 0 0 0,0 0 0 0 0,0 1 0 0 0,1-1 1 0 0,-1 0-1 0 0,0 0 0 0 0,0 0 0 0 0,0 0 0 0 0,1 0 0 0 0,246-17 16 0 0,-110 4-3 0 0,179-12 5 0 0,767-34 71 0 0,-966 56 356 0 0,-110 6-193 0 0,-14 5-88 0 0,4-7-273 0 0,1 1 0 0 0,-1-1 1 0 0,0 0-1 0 0,0 0 0 0 0,0 0 0 0 0,0 0 0 0 0,0 0 1 0 0,0-1-1 0 0,0 1 0 0 0,-6-1 0 0 0,-11 0-1224 0 0,15 0 124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5T16:14:32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3956 0 0,'5'-6'-87'0'0,"-1"8"206"0"0,29 41-137 0 0,-24-30 7 0 0,0 0 1 0 0,1-1 0 0 0,14 13-1 0 0,-4-9 11 0 0,0-1 0 0 0,2 0-1 0 0,0-2 1 0 0,0 0 0 0 0,1-2-1 0 0,38 14 1 0 0,154 37 54 0 0,-167-50-16 0 0,33 8 35 0 0,1-5 1 0 0,0-3-1 0 0,158 3 1 0 0,-140-17-6 0 0,106 4-27 0 0,-194-2-47 0 0,0 1-1 0 0,-1 0 1 0 0,1 1 0 0 0,0 0-1 0 0,0 1 1 0 0,-1 0 0 0 0,0 1-1 0 0,1 0 1 0 0,-1 1-1 0 0,15 9 1 0 0,24 20 11 0 0,-27-19-5 0 0,32 27 0 0 0,18 25 28 0 0,-3 3 0 0 0,-2 3 0 0 0,-4 2 0 0 0,70 110 0 0 0,-90-109 49 0 0,-3 1 1 0 0,-4 3 0 0 0,-3 1-1 0 0,-3 1 1 0 0,27 122 0 0 0,-46-155-76 0 0,68 308 56 0 0,-53-178 23 0 0,4 207 1 0 0,0-18-55 0 0,-29-348-29 0 0,2 9 2 0 0,1 0-1 0 0,2-1 1 0 0,0 1 0 0 0,17 37-1 0 0,56 102 66 0 0,-66-140-40 0 0,51 79 4 0 0,-12-20-13 0 0,53 77 46 0 0,-76-122-41 0 0,400 519 394 0 0,-164-280-309 0 0,-98-108-84 0 0,-92-98 19 0 0,25 28 62 0 0,25 23-36 0 0,-60-64-6 0 0,190 164 315 0 0,-197-176-295 0 0,158 123 192 0 0,-141-115-197 0 0,296 208 180 0 0,-345-251-193 0 0,1-1 0 0 0,1-1-1 0 0,1-2 1 0 0,60 16-1 0 0,-19-13 140 0 0,82 7-1 0 0,55-11 75 0 0,57 3-240 0 0,-259-12-28 0 0,8 1-2 0 0,-1 0 2 0 0,37 4 350 0 0,-47-6 1457 0 0,-15-9-1750 0 0,0 1 0 0 0,-1 1 0 0 0,1 0 0 0 0,-1 0-1 0 0,-23-7 1 0 0,-5-3 23 0 0,-202-87 168 0 0,186 80-241 0 0,8 3-99 0 0,47 21 62 0 0,8 2-534 0 0,271 86 418 0 0,-83-29 39 0 0,-114-30 2 0 0,-79-28 94 0 0,0-1 1 0 0,0 0 0 0 0,0 0-1 0 0,0 1 1 0 0,0-1 0 0 0,0 1-1 0 0,0-1 1 0 0,0 1 0 0 0,0-1-1 0 0,-1 1 1 0 0,1-1-1 0 0,0 1 1 0 0,0 0 0 0 0,0-1-1 0 0,-1 1 1 0 0,1 0 0 0 0,-1 0-1 0 0,1 0 1 0 0,0 0 0 0 0,-1 0-1 0 0,1-1 1 0 0,-1 1 0 0 0,0 0-1 0 0,1 0 1 0 0,-1 0 0 0 0,0 0-1 0 0,1 0 1 0 0,-1 0 0 0 0,0 2-1 0 0,0-1 4 0 0,-1 0 0 0 0,0 0-1 0 0,1 0 1 0 0,-1-1 0 0 0,0 1-1 0 0,0 0 1 0 0,0 0 0 0 0,0 0 0 0 0,-1-1-1 0 0,1 1 1 0 0,0 0 0 0 0,-1-1-1 0 0,-2 3 1 0 0,-6 5 14 0 0,-1-1 0 0 0,0 0 0 0 0,-20 10 1 0 0,15-10-218 0 0,-232 118 194 0 0,139-80-5312 0 0,100-43 2428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07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8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7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6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66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6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71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81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FF8B-5CFF-4CEB-A3A7-D5EC937E52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2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5FF8B-5CFF-4CEB-A3A7-D5EC937E52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40B96-37EB-4435-A9A9-6B971D661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customXml" Target="../ink/ink10.xml"/><Relationship Id="rId42" Type="http://schemas.openxmlformats.org/officeDocument/2006/relationships/image" Target="../media/image33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46.png"/><Relationship Id="rId84" Type="http://schemas.openxmlformats.org/officeDocument/2006/relationships/image" Target="../media/image54.png"/><Relationship Id="rId89" Type="http://schemas.openxmlformats.org/officeDocument/2006/relationships/customXml" Target="../ink/ink44.xml"/><Relationship Id="rId112" Type="http://schemas.openxmlformats.org/officeDocument/2006/relationships/image" Target="../media/image130.png"/><Relationship Id="rId2" Type="http://schemas.openxmlformats.org/officeDocument/2006/relationships/customXml" Target="../ink/ink1.xml"/><Relationship Id="rId16" Type="http://schemas.openxmlformats.org/officeDocument/2006/relationships/image" Target="../media/image20.png"/><Relationship Id="rId29" Type="http://schemas.openxmlformats.org/officeDocument/2006/relationships/customXml" Target="../ink/ink14.xml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24" Type="http://schemas.openxmlformats.org/officeDocument/2006/relationships/image" Target="../media/image24.png"/><Relationship Id="rId32" Type="http://schemas.openxmlformats.org/officeDocument/2006/relationships/image" Target="../media/image28.png"/><Relationship Id="rId37" Type="http://schemas.openxmlformats.org/officeDocument/2006/relationships/customXml" Target="../ink/ink18.xml"/><Relationship Id="rId40" Type="http://schemas.openxmlformats.org/officeDocument/2006/relationships/image" Target="../media/image32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41.png"/><Relationship Id="rId66" Type="http://schemas.openxmlformats.org/officeDocument/2006/relationships/image" Target="../media/image45.png"/><Relationship Id="rId74" Type="http://schemas.openxmlformats.org/officeDocument/2006/relationships/image" Target="../media/image49.png"/><Relationship Id="rId79" Type="http://schemas.openxmlformats.org/officeDocument/2006/relationships/customXml" Target="../ink/ink39.xml"/><Relationship Id="rId87" Type="http://schemas.openxmlformats.org/officeDocument/2006/relationships/customXml" Target="../ink/ink43.xml"/><Relationship Id="rId102" Type="http://schemas.openxmlformats.org/officeDocument/2006/relationships/image" Target="../media/image63.png"/><Relationship Id="rId110" Type="http://schemas.openxmlformats.org/officeDocument/2006/relationships/image" Target="../media/image67.png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82" Type="http://schemas.openxmlformats.org/officeDocument/2006/relationships/image" Target="../media/image53.png"/><Relationship Id="rId90" Type="http://schemas.openxmlformats.org/officeDocument/2006/relationships/image" Target="../media/image57.png"/><Relationship Id="rId95" Type="http://schemas.openxmlformats.org/officeDocument/2006/relationships/customXml" Target="../ink/ink47.xml"/><Relationship Id="rId19" Type="http://schemas.openxmlformats.org/officeDocument/2006/relationships/customXml" Target="../ink/ink9.xml"/><Relationship Id="rId14" Type="http://schemas.openxmlformats.org/officeDocument/2006/relationships/image" Target="../media/image19.png"/><Relationship Id="rId22" Type="http://schemas.openxmlformats.org/officeDocument/2006/relationships/image" Target="../media/image23.png"/><Relationship Id="rId27" Type="http://schemas.openxmlformats.org/officeDocument/2006/relationships/customXml" Target="../ink/ink13.xml"/><Relationship Id="rId30" Type="http://schemas.openxmlformats.org/officeDocument/2006/relationships/image" Target="../media/image27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36.png"/><Relationship Id="rId56" Type="http://schemas.openxmlformats.org/officeDocument/2006/relationships/image" Target="../media/image40.png"/><Relationship Id="rId64" Type="http://schemas.openxmlformats.org/officeDocument/2006/relationships/image" Target="../media/image44.png"/><Relationship Id="rId69" Type="http://schemas.openxmlformats.org/officeDocument/2006/relationships/customXml" Target="../ink/ink34.xml"/><Relationship Id="rId77" Type="http://schemas.openxmlformats.org/officeDocument/2006/relationships/customXml" Target="../ink/ink38.xml"/><Relationship Id="rId100" Type="http://schemas.openxmlformats.org/officeDocument/2006/relationships/image" Target="../media/image62.png"/><Relationship Id="rId105" Type="http://schemas.openxmlformats.org/officeDocument/2006/relationships/customXml" Target="../ink/ink52.xml"/><Relationship Id="rId113" Type="http://schemas.openxmlformats.org/officeDocument/2006/relationships/customXml" Target="../ink/ink56.xml"/><Relationship Id="rId8" Type="http://schemas.openxmlformats.org/officeDocument/2006/relationships/image" Target="../media/image161.png"/><Relationship Id="rId51" Type="http://schemas.openxmlformats.org/officeDocument/2006/relationships/customXml" Target="../ink/ink25.xml"/><Relationship Id="rId72" Type="http://schemas.openxmlformats.org/officeDocument/2006/relationships/image" Target="../media/image48.png"/><Relationship Id="rId80" Type="http://schemas.openxmlformats.org/officeDocument/2006/relationships/image" Target="../media/image52.png"/><Relationship Id="rId85" Type="http://schemas.openxmlformats.org/officeDocument/2006/relationships/customXml" Target="../ink/ink42.xml"/><Relationship Id="rId93" Type="http://schemas.openxmlformats.org/officeDocument/2006/relationships/customXml" Target="../ink/ink46.xml"/><Relationship Id="rId98" Type="http://schemas.openxmlformats.org/officeDocument/2006/relationships/image" Target="../media/image61.png"/><Relationship Id="rId12" Type="http://schemas.openxmlformats.org/officeDocument/2006/relationships/image" Target="../media/image181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31.png"/><Relationship Id="rId46" Type="http://schemas.openxmlformats.org/officeDocument/2006/relationships/image" Target="../media/image35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103" Type="http://schemas.openxmlformats.org/officeDocument/2006/relationships/customXml" Target="../ink/ink51.xml"/><Relationship Id="rId108" Type="http://schemas.openxmlformats.org/officeDocument/2006/relationships/image" Target="../media/image66.png"/><Relationship Id="rId20" Type="http://schemas.openxmlformats.org/officeDocument/2006/relationships/image" Target="../media/image22.png"/><Relationship Id="rId41" Type="http://schemas.openxmlformats.org/officeDocument/2006/relationships/customXml" Target="../ink/ink20.xml"/><Relationship Id="rId54" Type="http://schemas.openxmlformats.org/officeDocument/2006/relationships/image" Target="../media/image39.png"/><Relationship Id="rId62" Type="http://schemas.openxmlformats.org/officeDocument/2006/relationships/image" Target="../media/image43.png"/><Relationship Id="rId70" Type="http://schemas.openxmlformats.org/officeDocument/2006/relationships/image" Target="../media/image47.png"/><Relationship Id="rId75" Type="http://schemas.openxmlformats.org/officeDocument/2006/relationships/customXml" Target="../ink/ink37.xml"/><Relationship Id="rId83" Type="http://schemas.openxmlformats.org/officeDocument/2006/relationships/customXml" Target="../ink/ink41.xml"/><Relationship Id="rId88" Type="http://schemas.openxmlformats.org/officeDocument/2006/relationships/image" Target="../media/image56.png"/><Relationship Id="rId91" Type="http://schemas.openxmlformats.org/officeDocument/2006/relationships/customXml" Target="../ink/ink45.xml"/><Relationship Id="rId96" Type="http://schemas.openxmlformats.org/officeDocument/2006/relationships/image" Target="../media/image60.png"/><Relationship Id="rId111" Type="http://schemas.openxmlformats.org/officeDocument/2006/relationships/customXml" Target="../ink/ink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26.png"/><Relationship Id="rId36" Type="http://schemas.openxmlformats.org/officeDocument/2006/relationships/image" Target="../media/image30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6" Type="http://schemas.openxmlformats.org/officeDocument/2006/relationships/image" Target="../media/image65.png"/><Relationship Id="rId114" Type="http://schemas.openxmlformats.org/officeDocument/2006/relationships/image" Target="../media/image68.png"/><Relationship Id="rId10" Type="http://schemas.openxmlformats.org/officeDocument/2006/relationships/image" Target="../media/image171.png"/><Relationship Id="rId31" Type="http://schemas.openxmlformats.org/officeDocument/2006/relationships/customXml" Target="../ink/ink15.xml"/><Relationship Id="rId44" Type="http://schemas.openxmlformats.org/officeDocument/2006/relationships/image" Target="../media/image34.png"/><Relationship Id="rId52" Type="http://schemas.openxmlformats.org/officeDocument/2006/relationships/image" Target="../media/image38.png"/><Relationship Id="rId60" Type="http://schemas.openxmlformats.org/officeDocument/2006/relationships/image" Target="../media/image42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51.png"/><Relationship Id="rId81" Type="http://schemas.openxmlformats.org/officeDocument/2006/relationships/customXml" Target="../ink/ink40.xml"/><Relationship Id="rId86" Type="http://schemas.openxmlformats.org/officeDocument/2006/relationships/image" Target="../media/image55.png"/><Relationship Id="rId94" Type="http://schemas.openxmlformats.org/officeDocument/2006/relationships/image" Target="../media/image59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4" Type="http://schemas.openxmlformats.org/officeDocument/2006/relationships/image" Target="../media/image140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21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29.png"/><Relationship Id="rId50" Type="http://schemas.openxmlformats.org/officeDocument/2006/relationships/image" Target="../media/image37.png"/><Relationship Id="rId55" Type="http://schemas.openxmlformats.org/officeDocument/2006/relationships/customXml" Target="../ink/ink27.xml"/><Relationship Id="rId76" Type="http://schemas.openxmlformats.org/officeDocument/2006/relationships/image" Target="../media/image50.png"/><Relationship Id="rId97" Type="http://schemas.openxmlformats.org/officeDocument/2006/relationships/customXml" Target="../ink/ink48.xml"/><Relationship Id="rId104" Type="http://schemas.openxmlformats.org/officeDocument/2006/relationships/image" Target="../media/image64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58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9.xml"/><Relationship Id="rId42" Type="http://schemas.openxmlformats.org/officeDocument/2006/relationships/customXml" Target="../ink/ink72.xml"/><Relationship Id="rId47" Type="http://schemas.openxmlformats.org/officeDocument/2006/relationships/image" Target="../media/image90.png"/><Relationship Id="rId63" Type="http://schemas.openxmlformats.org/officeDocument/2006/relationships/image" Target="../media/image98.png"/><Relationship Id="rId68" Type="http://schemas.openxmlformats.org/officeDocument/2006/relationships/customXml" Target="../ink/ink78.xml"/><Relationship Id="rId21" Type="http://schemas.openxmlformats.org/officeDocument/2006/relationships/image" Target="../media/image77.png"/><Relationship Id="rId84" Type="http://schemas.openxmlformats.org/officeDocument/2006/relationships/customXml" Target="../ink/ink93.xml"/><Relationship Id="rId89" Type="http://schemas.openxmlformats.org/officeDocument/2006/relationships/customXml" Target="../ink/ink98.xml"/><Relationship Id="rId112" Type="http://schemas.openxmlformats.org/officeDocument/2006/relationships/image" Target="../media/image106.png"/><Relationship Id="rId133" Type="http://schemas.openxmlformats.org/officeDocument/2006/relationships/customXml" Target="../ink/ink127.xml"/><Relationship Id="rId138" Type="http://schemas.openxmlformats.org/officeDocument/2006/relationships/image" Target="../media/image119.png"/><Relationship Id="rId16" Type="http://schemas.openxmlformats.org/officeDocument/2006/relationships/customXml" Target="../ink/ink64.xml"/><Relationship Id="rId107" Type="http://schemas.openxmlformats.org/officeDocument/2006/relationships/customXml" Target="../ink/ink114.xml"/><Relationship Id="rId11" Type="http://schemas.openxmlformats.org/officeDocument/2006/relationships/image" Target="../media/image73.png"/><Relationship Id="rId32" Type="http://schemas.openxmlformats.org/officeDocument/2006/relationships/customXml" Target="../ink/ink67.xml"/><Relationship Id="rId37" Type="http://schemas.openxmlformats.org/officeDocument/2006/relationships/image" Target="../media/image85.png"/><Relationship Id="rId74" Type="http://schemas.openxmlformats.org/officeDocument/2006/relationships/customXml" Target="../ink/ink83.xml"/><Relationship Id="rId79" Type="http://schemas.openxmlformats.org/officeDocument/2006/relationships/customXml" Target="../ink/ink88.xml"/><Relationship Id="rId53" Type="http://schemas.openxmlformats.org/officeDocument/2006/relationships/image" Target="../media/image93.png"/><Relationship Id="rId102" Type="http://schemas.openxmlformats.org/officeDocument/2006/relationships/customXml" Target="../ink/ink111.xml"/><Relationship Id="rId123" Type="http://schemas.openxmlformats.org/officeDocument/2006/relationships/customXml" Target="../ink/ink122.xml"/><Relationship Id="rId128" Type="http://schemas.openxmlformats.org/officeDocument/2006/relationships/image" Target="../media/image114.png"/><Relationship Id="rId144" Type="http://schemas.openxmlformats.org/officeDocument/2006/relationships/image" Target="../media/image122.png"/><Relationship Id="rId5" Type="http://schemas.openxmlformats.org/officeDocument/2006/relationships/image" Target="../media/image70.png"/><Relationship Id="rId90" Type="http://schemas.openxmlformats.org/officeDocument/2006/relationships/customXml" Target="../ink/ink99.xml"/><Relationship Id="rId95" Type="http://schemas.openxmlformats.org/officeDocument/2006/relationships/customXml" Target="../ink/ink104.xml"/><Relationship Id="rId14" Type="http://schemas.openxmlformats.org/officeDocument/2006/relationships/customXml" Target="../ink/ink63.xml"/><Relationship Id="rId27" Type="http://schemas.openxmlformats.org/officeDocument/2006/relationships/image" Target="../media/image80.png"/><Relationship Id="rId30" Type="http://schemas.openxmlformats.org/officeDocument/2006/relationships/customXml" Target="../ink/ink66.xml"/><Relationship Id="rId35" Type="http://schemas.openxmlformats.org/officeDocument/2006/relationships/image" Target="../media/image84.png"/><Relationship Id="rId43" Type="http://schemas.openxmlformats.org/officeDocument/2006/relationships/image" Target="../media/image88.png"/><Relationship Id="rId48" Type="http://schemas.openxmlformats.org/officeDocument/2006/relationships/customXml" Target="../ink/ink75.xml"/><Relationship Id="rId64" Type="http://schemas.openxmlformats.org/officeDocument/2006/relationships/customXml" Target="../ink/ink76.xml"/><Relationship Id="rId69" Type="http://schemas.openxmlformats.org/officeDocument/2006/relationships/image" Target="../media/image101.png"/><Relationship Id="rId77" Type="http://schemas.openxmlformats.org/officeDocument/2006/relationships/customXml" Target="../ink/ink86.xml"/><Relationship Id="rId100" Type="http://schemas.openxmlformats.org/officeDocument/2006/relationships/customXml" Target="../ink/ink109.xml"/><Relationship Id="rId105" Type="http://schemas.openxmlformats.org/officeDocument/2006/relationships/customXml" Target="../ink/ink113.xml"/><Relationship Id="rId113" Type="http://schemas.openxmlformats.org/officeDocument/2006/relationships/customXml" Target="../ink/ink117.xml"/><Relationship Id="rId118" Type="http://schemas.openxmlformats.org/officeDocument/2006/relationships/image" Target="../media/image109.png"/><Relationship Id="rId126" Type="http://schemas.openxmlformats.org/officeDocument/2006/relationships/image" Target="../media/image113.png"/><Relationship Id="rId134" Type="http://schemas.openxmlformats.org/officeDocument/2006/relationships/image" Target="../media/image117.png"/><Relationship Id="rId139" Type="http://schemas.openxmlformats.org/officeDocument/2006/relationships/customXml" Target="../ink/ink130.xml"/><Relationship Id="rId147" Type="http://schemas.openxmlformats.org/officeDocument/2006/relationships/customXml" Target="../ink/ink134.xml"/><Relationship Id="rId8" Type="http://schemas.openxmlformats.org/officeDocument/2006/relationships/customXml" Target="../ink/ink60.xml"/><Relationship Id="rId72" Type="http://schemas.openxmlformats.org/officeDocument/2006/relationships/customXml" Target="../ink/ink81.xml"/><Relationship Id="rId80" Type="http://schemas.openxmlformats.org/officeDocument/2006/relationships/customXml" Target="../ink/ink89.xml"/><Relationship Id="rId85" Type="http://schemas.openxmlformats.org/officeDocument/2006/relationships/customXml" Target="../ink/ink94.xml"/><Relationship Id="rId93" Type="http://schemas.openxmlformats.org/officeDocument/2006/relationships/customXml" Target="../ink/ink102.xml"/><Relationship Id="rId51" Type="http://schemas.openxmlformats.org/officeDocument/2006/relationships/image" Target="../media/image92.png"/><Relationship Id="rId98" Type="http://schemas.openxmlformats.org/officeDocument/2006/relationships/customXml" Target="../ink/ink107.xml"/><Relationship Id="rId121" Type="http://schemas.openxmlformats.org/officeDocument/2006/relationships/customXml" Target="../ink/ink121.xml"/><Relationship Id="rId142" Type="http://schemas.openxmlformats.org/officeDocument/2006/relationships/image" Target="../media/image121.png"/><Relationship Id="rId3" Type="http://schemas.openxmlformats.org/officeDocument/2006/relationships/image" Target="../media/image69.png"/><Relationship Id="rId12" Type="http://schemas.openxmlformats.org/officeDocument/2006/relationships/customXml" Target="../ink/ink62.xml"/><Relationship Id="rId33" Type="http://schemas.openxmlformats.org/officeDocument/2006/relationships/image" Target="../media/image83.png"/><Relationship Id="rId38" Type="http://schemas.openxmlformats.org/officeDocument/2006/relationships/customXml" Target="../ink/ink70.xml"/><Relationship Id="rId46" Type="http://schemas.openxmlformats.org/officeDocument/2006/relationships/customXml" Target="../ink/ink74.xml"/><Relationship Id="rId67" Type="http://schemas.openxmlformats.org/officeDocument/2006/relationships/image" Target="../media/image100.png"/><Relationship Id="rId17" Type="http://schemas.openxmlformats.org/officeDocument/2006/relationships/image" Target="../media/image75.png"/><Relationship Id="rId25" Type="http://schemas.openxmlformats.org/officeDocument/2006/relationships/image" Target="../media/image79.png"/><Relationship Id="rId59" Type="http://schemas.openxmlformats.org/officeDocument/2006/relationships/image" Target="../media/image96.png"/><Relationship Id="rId103" Type="http://schemas.openxmlformats.org/officeDocument/2006/relationships/customXml" Target="../ink/ink112.xml"/><Relationship Id="rId108" Type="http://schemas.openxmlformats.org/officeDocument/2006/relationships/image" Target="../media/image104.png"/><Relationship Id="rId116" Type="http://schemas.openxmlformats.org/officeDocument/2006/relationships/image" Target="../media/image108.png"/><Relationship Id="rId124" Type="http://schemas.openxmlformats.org/officeDocument/2006/relationships/image" Target="../media/image112.png"/><Relationship Id="rId129" Type="http://schemas.openxmlformats.org/officeDocument/2006/relationships/customXml" Target="../ink/ink125.xml"/><Relationship Id="rId137" Type="http://schemas.openxmlformats.org/officeDocument/2006/relationships/customXml" Target="../ink/ink129.xml"/><Relationship Id="rId41" Type="http://schemas.openxmlformats.org/officeDocument/2006/relationships/image" Target="../media/image87.png"/><Relationship Id="rId70" Type="http://schemas.openxmlformats.org/officeDocument/2006/relationships/customXml" Target="../ink/ink79.xml"/><Relationship Id="rId75" Type="http://schemas.openxmlformats.org/officeDocument/2006/relationships/customXml" Target="../ink/ink84.xml"/><Relationship Id="rId83" Type="http://schemas.openxmlformats.org/officeDocument/2006/relationships/customXml" Target="../ink/ink92.xml"/><Relationship Id="rId88" Type="http://schemas.openxmlformats.org/officeDocument/2006/relationships/customXml" Target="../ink/ink97.xml"/><Relationship Id="rId91" Type="http://schemas.openxmlformats.org/officeDocument/2006/relationships/customXml" Target="../ink/ink100.xml"/><Relationship Id="rId96" Type="http://schemas.openxmlformats.org/officeDocument/2006/relationships/customXml" Target="../ink/ink105.xml"/><Relationship Id="rId111" Type="http://schemas.openxmlformats.org/officeDocument/2006/relationships/customXml" Target="../ink/ink116.xml"/><Relationship Id="rId132" Type="http://schemas.openxmlformats.org/officeDocument/2006/relationships/image" Target="../media/image116.png"/><Relationship Id="rId140" Type="http://schemas.openxmlformats.org/officeDocument/2006/relationships/image" Target="../media/image120.png"/><Relationship Id="rId145" Type="http://schemas.openxmlformats.org/officeDocument/2006/relationships/customXml" Target="../ink/ink1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9.xml"/><Relationship Id="rId15" Type="http://schemas.openxmlformats.org/officeDocument/2006/relationships/image" Target="../media/image740.png"/><Relationship Id="rId28" Type="http://schemas.openxmlformats.org/officeDocument/2006/relationships/customXml" Target="../ink/ink65.xml"/><Relationship Id="rId36" Type="http://schemas.openxmlformats.org/officeDocument/2006/relationships/customXml" Target="../ink/ink69.xml"/><Relationship Id="rId23" Type="http://schemas.openxmlformats.org/officeDocument/2006/relationships/image" Target="../media/image78.png"/><Relationship Id="rId49" Type="http://schemas.openxmlformats.org/officeDocument/2006/relationships/image" Target="../media/image91.png"/><Relationship Id="rId57" Type="http://schemas.openxmlformats.org/officeDocument/2006/relationships/image" Target="../media/image95.png"/><Relationship Id="rId106" Type="http://schemas.openxmlformats.org/officeDocument/2006/relationships/image" Target="../media/image103.png"/><Relationship Id="rId114" Type="http://schemas.openxmlformats.org/officeDocument/2006/relationships/image" Target="../media/image107.png"/><Relationship Id="rId119" Type="http://schemas.openxmlformats.org/officeDocument/2006/relationships/customXml" Target="../ink/ink120.xml"/><Relationship Id="rId127" Type="http://schemas.openxmlformats.org/officeDocument/2006/relationships/customXml" Target="../ink/ink124.xml"/><Relationship Id="rId10" Type="http://schemas.openxmlformats.org/officeDocument/2006/relationships/customXml" Target="../ink/ink61.xml"/><Relationship Id="rId31" Type="http://schemas.openxmlformats.org/officeDocument/2006/relationships/image" Target="../media/image82.png"/><Relationship Id="rId44" Type="http://schemas.openxmlformats.org/officeDocument/2006/relationships/customXml" Target="../ink/ink73.xml"/><Relationship Id="rId65" Type="http://schemas.openxmlformats.org/officeDocument/2006/relationships/image" Target="../media/image99.png"/><Relationship Id="rId73" Type="http://schemas.openxmlformats.org/officeDocument/2006/relationships/customXml" Target="../ink/ink82.xml"/><Relationship Id="rId78" Type="http://schemas.openxmlformats.org/officeDocument/2006/relationships/customXml" Target="../ink/ink87.xml"/><Relationship Id="rId81" Type="http://schemas.openxmlformats.org/officeDocument/2006/relationships/customXml" Target="../ink/ink90.xml"/><Relationship Id="rId86" Type="http://schemas.openxmlformats.org/officeDocument/2006/relationships/customXml" Target="../ink/ink95.xml"/><Relationship Id="rId94" Type="http://schemas.openxmlformats.org/officeDocument/2006/relationships/customXml" Target="../ink/ink103.xml"/><Relationship Id="rId99" Type="http://schemas.openxmlformats.org/officeDocument/2006/relationships/customXml" Target="../ink/ink108.xml"/><Relationship Id="rId101" Type="http://schemas.openxmlformats.org/officeDocument/2006/relationships/customXml" Target="../ink/ink110.xml"/><Relationship Id="rId122" Type="http://schemas.openxmlformats.org/officeDocument/2006/relationships/image" Target="../media/image111.png"/><Relationship Id="rId130" Type="http://schemas.openxmlformats.org/officeDocument/2006/relationships/image" Target="../media/image115.png"/><Relationship Id="rId135" Type="http://schemas.openxmlformats.org/officeDocument/2006/relationships/customXml" Target="../ink/ink128.xml"/><Relationship Id="rId143" Type="http://schemas.openxmlformats.org/officeDocument/2006/relationships/customXml" Target="../ink/ink132.xml"/><Relationship Id="rId148" Type="http://schemas.openxmlformats.org/officeDocument/2006/relationships/image" Target="../media/image124.png"/><Relationship Id="rId4" Type="http://schemas.openxmlformats.org/officeDocument/2006/relationships/customXml" Target="../ink/ink58.xml"/><Relationship Id="rId9" Type="http://schemas.openxmlformats.org/officeDocument/2006/relationships/image" Target="../media/image72.png"/><Relationship Id="rId13" Type="http://schemas.openxmlformats.org/officeDocument/2006/relationships/image" Target="../media/image74.png"/><Relationship Id="rId39" Type="http://schemas.openxmlformats.org/officeDocument/2006/relationships/image" Target="../media/image86.png"/><Relationship Id="rId109" Type="http://schemas.openxmlformats.org/officeDocument/2006/relationships/customXml" Target="../ink/ink115.xml"/><Relationship Id="rId34" Type="http://schemas.openxmlformats.org/officeDocument/2006/relationships/customXml" Target="../ink/ink68.xml"/><Relationship Id="rId76" Type="http://schemas.openxmlformats.org/officeDocument/2006/relationships/customXml" Target="../ink/ink85.xml"/><Relationship Id="rId55" Type="http://schemas.openxmlformats.org/officeDocument/2006/relationships/image" Target="../media/image94.png"/><Relationship Id="rId97" Type="http://schemas.openxmlformats.org/officeDocument/2006/relationships/customXml" Target="../ink/ink106.xml"/><Relationship Id="rId104" Type="http://schemas.openxmlformats.org/officeDocument/2006/relationships/image" Target="../media/image102.png"/><Relationship Id="rId120" Type="http://schemas.openxmlformats.org/officeDocument/2006/relationships/image" Target="../media/image110.png"/><Relationship Id="rId125" Type="http://schemas.openxmlformats.org/officeDocument/2006/relationships/customXml" Target="../ink/ink123.xml"/><Relationship Id="rId141" Type="http://schemas.openxmlformats.org/officeDocument/2006/relationships/customXml" Target="../ink/ink131.xml"/><Relationship Id="rId146" Type="http://schemas.openxmlformats.org/officeDocument/2006/relationships/image" Target="../media/image123.png"/><Relationship Id="rId7" Type="http://schemas.openxmlformats.org/officeDocument/2006/relationships/image" Target="../media/image71.png"/><Relationship Id="rId71" Type="http://schemas.openxmlformats.org/officeDocument/2006/relationships/customXml" Target="../ink/ink80.xml"/><Relationship Id="rId92" Type="http://schemas.openxmlformats.org/officeDocument/2006/relationships/customXml" Target="../ink/ink101.xml"/><Relationship Id="rId2" Type="http://schemas.openxmlformats.org/officeDocument/2006/relationships/customXml" Target="../ink/ink57.xml"/><Relationship Id="rId29" Type="http://schemas.openxmlformats.org/officeDocument/2006/relationships/image" Target="../media/image81.png"/><Relationship Id="rId40" Type="http://schemas.openxmlformats.org/officeDocument/2006/relationships/customXml" Target="../ink/ink71.xml"/><Relationship Id="rId45" Type="http://schemas.openxmlformats.org/officeDocument/2006/relationships/image" Target="../media/image89.png"/><Relationship Id="rId66" Type="http://schemas.openxmlformats.org/officeDocument/2006/relationships/customXml" Target="../ink/ink77.xml"/><Relationship Id="rId87" Type="http://schemas.openxmlformats.org/officeDocument/2006/relationships/customXml" Target="../ink/ink96.xml"/><Relationship Id="rId110" Type="http://schemas.openxmlformats.org/officeDocument/2006/relationships/image" Target="../media/image105.png"/><Relationship Id="rId115" Type="http://schemas.openxmlformats.org/officeDocument/2006/relationships/customXml" Target="../ink/ink118.xml"/><Relationship Id="rId131" Type="http://schemas.openxmlformats.org/officeDocument/2006/relationships/customXml" Target="../ink/ink126.xml"/><Relationship Id="rId136" Type="http://schemas.openxmlformats.org/officeDocument/2006/relationships/image" Target="../media/image118.png"/><Relationship Id="rId82" Type="http://schemas.openxmlformats.org/officeDocument/2006/relationships/customXml" Target="../ink/ink91.xml"/><Relationship Id="rId61" Type="http://schemas.openxmlformats.org/officeDocument/2006/relationships/image" Target="../media/image97.png"/><Relationship Id="rId19" Type="http://schemas.openxmlformats.org/officeDocument/2006/relationships/image" Target="../media/image7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customXml" Target="../ink/ink140.xml"/><Relationship Id="rId18" Type="http://schemas.openxmlformats.org/officeDocument/2006/relationships/image" Target="../media/image220.png"/><Relationship Id="rId26" Type="http://schemas.openxmlformats.org/officeDocument/2006/relationships/image" Target="../media/image260.png"/><Relationship Id="rId39" Type="http://schemas.openxmlformats.org/officeDocument/2006/relationships/customXml" Target="../ink/ink153.xml"/><Relationship Id="rId3" Type="http://schemas.openxmlformats.org/officeDocument/2006/relationships/customXml" Target="../ink/ink135.xml"/><Relationship Id="rId21" Type="http://schemas.openxmlformats.org/officeDocument/2006/relationships/customXml" Target="../ink/ink144.xml"/><Relationship Id="rId34" Type="http://schemas.openxmlformats.org/officeDocument/2006/relationships/image" Target="../media/image300.png"/><Relationship Id="rId7" Type="http://schemas.openxmlformats.org/officeDocument/2006/relationships/customXml" Target="../ink/ink137.xml"/><Relationship Id="rId12" Type="http://schemas.openxmlformats.org/officeDocument/2006/relationships/image" Target="../media/image190.png"/><Relationship Id="rId17" Type="http://schemas.openxmlformats.org/officeDocument/2006/relationships/customXml" Target="../ink/ink142.xml"/><Relationship Id="rId25" Type="http://schemas.openxmlformats.org/officeDocument/2006/relationships/customXml" Target="../ink/ink146.xml"/><Relationship Id="rId33" Type="http://schemas.openxmlformats.org/officeDocument/2006/relationships/customXml" Target="../ink/ink150.xml"/><Relationship Id="rId38" Type="http://schemas.openxmlformats.org/officeDocument/2006/relationships/image" Target="../media/image320.png"/><Relationship Id="rId2" Type="http://schemas.openxmlformats.org/officeDocument/2006/relationships/image" Target="../media/image7.png"/><Relationship Id="rId16" Type="http://schemas.openxmlformats.org/officeDocument/2006/relationships/image" Target="../media/image210.png"/><Relationship Id="rId20" Type="http://schemas.openxmlformats.org/officeDocument/2006/relationships/image" Target="../media/image230.png"/><Relationship Id="rId29" Type="http://schemas.openxmlformats.org/officeDocument/2006/relationships/customXml" Target="../ink/ink1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customXml" Target="../ink/ink139.xml"/><Relationship Id="rId24" Type="http://schemas.openxmlformats.org/officeDocument/2006/relationships/image" Target="../media/image250.png"/><Relationship Id="rId32" Type="http://schemas.openxmlformats.org/officeDocument/2006/relationships/image" Target="../media/image290.png"/><Relationship Id="rId37" Type="http://schemas.openxmlformats.org/officeDocument/2006/relationships/customXml" Target="../ink/ink152.xml"/><Relationship Id="rId40" Type="http://schemas.openxmlformats.org/officeDocument/2006/relationships/image" Target="../media/image330.png"/><Relationship Id="rId5" Type="http://schemas.openxmlformats.org/officeDocument/2006/relationships/customXml" Target="../ink/ink136.xml"/><Relationship Id="rId15" Type="http://schemas.openxmlformats.org/officeDocument/2006/relationships/customXml" Target="../ink/ink141.xml"/><Relationship Id="rId23" Type="http://schemas.openxmlformats.org/officeDocument/2006/relationships/customXml" Target="../ink/ink145.xml"/><Relationship Id="rId28" Type="http://schemas.openxmlformats.org/officeDocument/2006/relationships/image" Target="../media/image270.png"/><Relationship Id="rId36" Type="http://schemas.openxmlformats.org/officeDocument/2006/relationships/image" Target="../media/image310.png"/><Relationship Id="rId10" Type="http://schemas.openxmlformats.org/officeDocument/2006/relationships/image" Target="../media/image180.png"/><Relationship Id="rId19" Type="http://schemas.openxmlformats.org/officeDocument/2006/relationships/customXml" Target="../ink/ink143.xml"/><Relationship Id="rId31" Type="http://schemas.openxmlformats.org/officeDocument/2006/relationships/customXml" Target="../ink/ink149.xml"/><Relationship Id="rId4" Type="http://schemas.openxmlformats.org/officeDocument/2006/relationships/image" Target="../media/image150.png"/><Relationship Id="rId9" Type="http://schemas.openxmlformats.org/officeDocument/2006/relationships/customXml" Target="../ink/ink138.xml"/><Relationship Id="rId14" Type="http://schemas.openxmlformats.org/officeDocument/2006/relationships/image" Target="../media/image200.png"/><Relationship Id="rId22" Type="http://schemas.openxmlformats.org/officeDocument/2006/relationships/image" Target="../media/image240.png"/><Relationship Id="rId27" Type="http://schemas.openxmlformats.org/officeDocument/2006/relationships/customXml" Target="../ink/ink147.xml"/><Relationship Id="rId30" Type="http://schemas.openxmlformats.org/officeDocument/2006/relationships/image" Target="../media/image280.png"/><Relationship Id="rId35" Type="http://schemas.openxmlformats.org/officeDocument/2006/relationships/customXml" Target="../ink/ink15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-normal-distribution-in-statistics/" TargetMode="External"/><Relationship Id="rId2" Type="http://schemas.openxmlformats.org/officeDocument/2006/relationships/hyperlink" Target="https://www.geeksforgeeks.org/population-and-sample-statistic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Probability-Distribution-Q-Q </a:t>
            </a:r>
            <a:r>
              <a:rPr lang="en-US" dirty="0"/>
              <a:t>Plot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72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1849" y="425285"/>
            <a:ext cx="825009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Random Variables &amp; Distributions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Random variable (RV)</a:t>
            </a:r>
            <a:r>
              <a:rPr lang="en-US" dirty="0"/>
              <a:t>: Maps outcomes to numbers.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E.g.</a:t>
            </a:r>
            <a:r>
              <a:rPr lang="en-US" dirty="0"/>
              <a:t>: X = # of heads in 2 tosses.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PMF / PDF</a:t>
            </a:r>
            <a:r>
              <a:rPr lang="en-US" dirty="0"/>
              <a:t>: Probability Mass Function (discrete) / Probability Density Function (continuous).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Distribution</a:t>
            </a:r>
            <a:r>
              <a:rPr lang="en-US" dirty="0"/>
              <a:t>: It tells how many values fall within some range, i.e. how is the data distributed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Common Distributions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Uniform Distribution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Binomial</a:t>
            </a:r>
            <a:r>
              <a:rPr lang="en-US" dirty="0"/>
              <a:t>: Repeated Bernoulli (number of successes).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Bernoulli</a:t>
            </a:r>
            <a:r>
              <a:rPr lang="en-US" dirty="0"/>
              <a:t>: 0 or 1 outcome (coin flip).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Normal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3182523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9296" y="358033"/>
            <a:ext cx="521515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What is the Uniform Distribution?</a:t>
            </a:r>
          </a:p>
          <a:p>
            <a:r>
              <a:rPr lang="en-US" dirty="0"/>
              <a:t>A </a:t>
            </a:r>
            <a:r>
              <a:rPr lang="en-US" b="1" dirty="0"/>
              <a:t>Uniform Distribution</a:t>
            </a:r>
            <a:r>
              <a:rPr lang="en-US" dirty="0"/>
              <a:t> is the simplest probability distribution: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Every outcome is equally likely</a:t>
            </a:r>
            <a:r>
              <a:rPr lang="en-US" dirty="0"/>
              <a:t> within a given range.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Two main types:</a:t>
            </a:r>
            <a:br>
              <a:rPr lang="en-US" dirty="0"/>
            </a:br>
            <a:r>
              <a:rPr lang="en-US" dirty="0"/>
              <a:t>1. </a:t>
            </a:r>
            <a:r>
              <a:rPr lang="en-US" b="1" dirty="0"/>
              <a:t>Discrete Uniform</a:t>
            </a:r>
            <a:r>
              <a:rPr lang="en-US" dirty="0"/>
              <a:t> — finite set of equally likely values</a:t>
            </a:r>
            <a:br>
              <a:rPr lang="en-US" dirty="0"/>
            </a:br>
            <a:r>
              <a:rPr lang="en-US" dirty="0"/>
              <a:t>2. </a:t>
            </a:r>
            <a:r>
              <a:rPr lang="en-US" b="1" dirty="0"/>
              <a:t>Continuous Uniform</a:t>
            </a:r>
            <a:r>
              <a:rPr lang="en-US" dirty="0"/>
              <a:t> — any value in an interval is equally likely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740" y="4049193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 Discrete Uniform Example</a:t>
            </a:r>
          </a:p>
          <a:p>
            <a:r>
              <a:rPr lang="en-US" b="1" dirty="0"/>
              <a:t>Example: Rolling a fair die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Outcomes: {1, 2, 3, 4, 5, 6}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number has probability </a:t>
            </a:r>
            <a:r>
              <a:rPr lang="en-US" b="1" dirty="0"/>
              <a:t>1/6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So, P(X = k) = 1/6 for k ∈ {1,2,3,4,5,6}</a:t>
            </a:r>
          </a:p>
          <a:p>
            <a:r>
              <a:rPr lang="en-US" b="1" dirty="0"/>
              <a:t>Key:</a:t>
            </a:r>
            <a:r>
              <a:rPr lang="en-US" dirty="0"/>
              <a:t> A dice roll is the classic discrete uniform — all sides equally likely.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5922628" y="358033"/>
            <a:ext cx="67111" cy="6143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353" y="530842"/>
            <a:ext cx="5172797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59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406" y="521213"/>
            <a:ext cx="538293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Example: Bernoulli Distribution</a:t>
            </a:r>
          </a:p>
          <a:p>
            <a:r>
              <a:rPr lang="en-US" dirty="0"/>
              <a:t>A </a:t>
            </a:r>
            <a:r>
              <a:rPr lang="en-US" b="1" dirty="0"/>
              <a:t>Bernoulli distribution</a:t>
            </a:r>
            <a:r>
              <a:rPr lang="en-US" dirty="0"/>
              <a:t> models a </a:t>
            </a:r>
            <a:r>
              <a:rPr lang="en-US" b="1" dirty="0"/>
              <a:t>single trial</a:t>
            </a:r>
            <a:r>
              <a:rPr lang="en-US" dirty="0"/>
              <a:t> with only </a:t>
            </a:r>
            <a:r>
              <a:rPr lang="en-US" b="1" dirty="0"/>
              <a:t>two outcomes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Success</a:t>
            </a:r>
            <a:r>
              <a:rPr lang="en-US" dirty="0"/>
              <a:t> (1) with probability </a:t>
            </a:r>
            <a:r>
              <a:rPr lang="en-US" b="1" dirty="0"/>
              <a:t>p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Failure</a:t>
            </a:r>
            <a:r>
              <a:rPr lang="en-US" dirty="0"/>
              <a:t> (0) with probability </a:t>
            </a:r>
            <a:r>
              <a:rPr lang="en-US" b="1" dirty="0"/>
              <a:t>1–p</a:t>
            </a:r>
            <a:endParaRPr lang="en-US" dirty="0"/>
          </a:p>
          <a:p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flip a single fair coin: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X = 1</a:t>
            </a:r>
            <a:r>
              <a:rPr lang="en-US" dirty="0"/>
              <a:t> if Heads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X = 0</a:t>
            </a:r>
            <a:r>
              <a:rPr lang="en-US" dirty="0"/>
              <a:t> if Tails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P(X = 1) = 0.5</a:t>
            </a:r>
            <a:r>
              <a:rPr lang="en-US" dirty="0"/>
              <a:t>, </a:t>
            </a:r>
            <a:r>
              <a:rPr lang="en-US" b="1" dirty="0"/>
              <a:t>P(X = 0) = 0.5</a:t>
            </a: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Key Point:</a:t>
            </a:r>
            <a:br>
              <a:rPr lang="en-US" dirty="0"/>
            </a:br>
            <a:r>
              <a:rPr lang="en-US" dirty="0"/>
              <a:t>Bernoulli is </a:t>
            </a:r>
            <a:r>
              <a:rPr lang="en-US" b="1" dirty="0"/>
              <a:t>ONE trial</a:t>
            </a:r>
            <a:r>
              <a:rPr lang="en-US" dirty="0"/>
              <a:t>, </a:t>
            </a:r>
            <a:r>
              <a:rPr lang="en-US" b="1" dirty="0"/>
              <a:t>ONE outcome</a:t>
            </a:r>
            <a:r>
              <a:rPr lang="en-US" dirty="0"/>
              <a:t>.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5670958" y="219209"/>
            <a:ext cx="0" cy="3416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950594" y="865324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Example: Binomial Distribution</a:t>
            </a:r>
          </a:p>
          <a:p>
            <a:r>
              <a:rPr lang="en-US" dirty="0"/>
              <a:t>A </a:t>
            </a:r>
            <a:r>
              <a:rPr lang="en-US" b="1" dirty="0"/>
              <a:t>Binomial distribution</a:t>
            </a:r>
            <a:r>
              <a:rPr lang="en-US" dirty="0"/>
              <a:t> models the </a:t>
            </a:r>
            <a:r>
              <a:rPr lang="en-US" b="1" dirty="0"/>
              <a:t>total number of successes</a:t>
            </a:r>
            <a:r>
              <a:rPr lang="en-US" dirty="0"/>
              <a:t> in </a:t>
            </a:r>
            <a:r>
              <a:rPr lang="en-US" b="1" dirty="0"/>
              <a:t>n independent Bernoulli trials</a:t>
            </a:r>
            <a:r>
              <a:rPr lang="en-US" dirty="0"/>
              <a:t> with the same probability </a:t>
            </a:r>
            <a:r>
              <a:rPr lang="en-US" b="1" dirty="0"/>
              <a:t>p</a:t>
            </a:r>
            <a:r>
              <a:rPr lang="en-US" dirty="0"/>
              <a:t>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flip a fair coin </a:t>
            </a:r>
            <a:r>
              <a:rPr lang="en-US" b="1" dirty="0"/>
              <a:t>10 times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Let </a:t>
            </a:r>
            <a:r>
              <a:rPr lang="en-US" b="1" dirty="0"/>
              <a:t>Y = number of Heads</a:t>
            </a:r>
            <a:r>
              <a:rPr lang="en-US" dirty="0"/>
              <a:t> in 10 flips.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Then </a:t>
            </a:r>
            <a:r>
              <a:rPr lang="en-US" b="1" dirty="0"/>
              <a:t>Y ~ Binomial(n = 10, p = 0.5)</a:t>
            </a:r>
            <a:endParaRPr lang="en-US" dirty="0"/>
          </a:p>
          <a:p>
            <a:r>
              <a:rPr lang="en-US" dirty="0"/>
              <a:t>Possible values: </a:t>
            </a:r>
            <a:r>
              <a:rPr lang="en-US" b="1" dirty="0"/>
              <a:t>Y = 0, 1, 2, ..., 10</a:t>
            </a: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Key Point:</a:t>
            </a:r>
            <a:br>
              <a:rPr lang="en-US" dirty="0"/>
            </a:br>
            <a:r>
              <a:rPr lang="en-US" dirty="0"/>
              <a:t>Binomial is </a:t>
            </a:r>
            <a:r>
              <a:rPr lang="en-US" b="1" dirty="0"/>
              <a:t>many Bernoulli trials</a:t>
            </a:r>
            <a:r>
              <a:rPr lang="en-US" dirty="0"/>
              <a:t>, counting </a:t>
            </a:r>
            <a:r>
              <a:rPr lang="en-US" b="1" dirty="0"/>
              <a:t>total successes</a:t>
            </a:r>
            <a:r>
              <a:rPr lang="en-US" dirty="0"/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295303"/>
              </p:ext>
            </p:extLst>
          </p:nvPr>
        </p:nvGraphicFramePr>
        <p:xfrm>
          <a:off x="3673682" y="4999838"/>
          <a:ext cx="4832757" cy="1554480"/>
        </p:xfrm>
        <a:graphic>
          <a:graphicData uri="http://schemas.openxmlformats.org/drawingml/2006/table">
            <a:tbl>
              <a:tblPr/>
              <a:tblGrid>
                <a:gridCol w="1610919">
                  <a:extLst>
                    <a:ext uri="{9D8B030D-6E8A-4147-A177-3AD203B41FA5}">
                      <a16:colId xmlns:a16="http://schemas.microsoft.com/office/drawing/2014/main" val="3275248777"/>
                    </a:ext>
                  </a:extLst>
                </a:gridCol>
                <a:gridCol w="1610919">
                  <a:extLst>
                    <a:ext uri="{9D8B030D-6E8A-4147-A177-3AD203B41FA5}">
                      <a16:colId xmlns:a16="http://schemas.microsoft.com/office/drawing/2014/main" val="3872710951"/>
                    </a:ext>
                  </a:extLst>
                </a:gridCol>
                <a:gridCol w="1610919">
                  <a:extLst>
                    <a:ext uri="{9D8B030D-6E8A-4147-A177-3AD203B41FA5}">
                      <a16:colId xmlns:a16="http://schemas.microsoft.com/office/drawing/2014/main" val="3620217229"/>
                    </a:ext>
                  </a:extLst>
                </a:gridCol>
              </a:tblGrid>
              <a:tr h="231276">
                <a:tc>
                  <a:txBody>
                    <a:bodyPr/>
                    <a:lstStyle/>
                    <a:p>
                      <a:r>
                        <a:rPr lang="en-US" sz="1200" b="1" dirty="0"/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Bernoulli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Binomial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4158712"/>
                  </a:ext>
                </a:extLst>
              </a:tr>
              <a:tr h="231276">
                <a:tc>
                  <a:txBody>
                    <a:bodyPr/>
                    <a:lstStyle/>
                    <a:p>
                      <a:r>
                        <a:rPr lang="en-US" sz="1200"/>
                        <a:t>Trials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6787675"/>
                  </a:ext>
                </a:extLst>
              </a:tr>
              <a:tr h="231276">
                <a:tc>
                  <a:txBody>
                    <a:bodyPr/>
                    <a:lstStyle/>
                    <a:p>
                      <a:r>
                        <a:rPr lang="en-US" sz="1200"/>
                        <a:t>Outcomes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 or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 to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1640762"/>
                  </a:ext>
                </a:extLst>
              </a:tr>
              <a:tr h="231276">
                <a:tc>
                  <a:txBody>
                    <a:bodyPr/>
                    <a:lstStyle/>
                    <a:p>
                      <a:r>
                        <a:rPr lang="en-US" sz="12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One coin flip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Ten coin flips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7170219"/>
                  </a:ext>
                </a:extLst>
              </a:tr>
              <a:tr h="231276">
                <a:tc>
                  <a:txBody>
                    <a:bodyPr/>
                    <a:lstStyle/>
                    <a:p>
                      <a:r>
                        <a:rPr lang="en-US" sz="1200"/>
                        <a:t>What it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Success/failure in 1 trial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Number of successes in n trials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7313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35559" y="142613"/>
            <a:ext cx="1803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(p2.1)</a:t>
            </a:r>
          </a:p>
        </p:txBody>
      </p:sp>
    </p:spTree>
    <p:extLst>
      <p:ext uri="{BB962C8B-B14F-4D97-AF65-F5344CB8AC3E}">
        <p14:creationId xmlns:p14="http://schemas.microsoft.com/office/powerpoint/2010/main" val="3638554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5559" y="142613"/>
            <a:ext cx="1803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(p2.2)</a:t>
            </a:r>
          </a:p>
        </p:txBody>
      </p:sp>
      <p:sp>
        <p:nvSpPr>
          <p:cNvPr id="5" name="Rectangle 4"/>
          <p:cNvSpPr/>
          <p:nvPr/>
        </p:nvSpPr>
        <p:spPr>
          <a:xfrm>
            <a:off x="145406" y="718760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What is the Normal Distribution?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Also called </a:t>
            </a:r>
            <a:r>
              <a:rPr lang="en-US" b="1" dirty="0"/>
              <a:t>Gaussian distribution</a:t>
            </a:r>
            <a:r>
              <a:rPr lang="en-US" dirty="0"/>
              <a:t> or the </a:t>
            </a:r>
            <a:r>
              <a:rPr lang="en-US" b="1" dirty="0"/>
              <a:t>bell curve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It’s a </a:t>
            </a:r>
            <a:r>
              <a:rPr lang="en-US" b="1" dirty="0"/>
              <a:t>continuous probability distribution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Symmetric</a:t>
            </a:r>
            <a:r>
              <a:rPr lang="en-US" dirty="0"/>
              <a:t> about its mean (μ).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Fully described by </a:t>
            </a:r>
            <a:r>
              <a:rPr lang="en-US" b="1" dirty="0"/>
              <a:t>mean (μ)</a:t>
            </a:r>
            <a:r>
              <a:rPr lang="en-US" dirty="0"/>
              <a:t> and </a:t>
            </a:r>
            <a:r>
              <a:rPr lang="en-US" b="1" dirty="0"/>
              <a:t>standard deviation (σ)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Many </a:t>
            </a:r>
            <a:r>
              <a:rPr lang="en-US" b="1" dirty="0"/>
              <a:t>natural phenomena</a:t>
            </a:r>
            <a:r>
              <a:rPr lang="en-US" dirty="0"/>
              <a:t> follow it (heights, test scores, measurement errors).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11321" y="261640"/>
            <a:ext cx="562621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Key Properties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Mean = median = mode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About </a:t>
            </a:r>
            <a:r>
              <a:rPr lang="en-US" b="1" dirty="0"/>
              <a:t>68%</a:t>
            </a:r>
            <a:r>
              <a:rPr lang="en-US" dirty="0"/>
              <a:t> of data falls within </a:t>
            </a:r>
            <a:r>
              <a:rPr lang="en-US" b="1" dirty="0"/>
              <a:t>1 standard deviation (σ)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About </a:t>
            </a:r>
            <a:r>
              <a:rPr lang="en-US" b="1" dirty="0"/>
              <a:t>95%</a:t>
            </a:r>
            <a:r>
              <a:rPr lang="en-US" dirty="0"/>
              <a:t> of data falls within </a:t>
            </a:r>
            <a:r>
              <a:rPr lang="en-US" b="1" dirty="0"/>
              <a:t>2 standard deviation (σ)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About </a:t>
            </a:r>
            <a:r>
              <a:rPr lang="en-US" b="1" dirty="0"/>
              <a:t>99.7%</a:t>
            </a:r>
            <a:r>
              <a:rPr lang="en-US" dirty="0"/>
              <a:t> of data falls within </a:t>
            </a:r>
            <a:r>
              <a:rPr lang="en-US" b="1" dirty="0"/>
              <a:t>3 standard deviation (σ)</a:t>
            </a:r>
            <a:r>
              <a:rPr lang="en-US" dirty="0"/>
              <a:t>.</a:t>
            </a:r>
          </a:p>
          <a:p>
            <a:r>
              <a:rPr lang="en-US" i="1" dirty="0"/>
              <a:t>(This is the famous </a:t>
            </a:r>
            <a:r>
              <a:rPr lang="en-US" b="1" i="1" dirty="0"/>
              <a:t>Empirical Rule</a:t>
            </a:r>
            <a:r>
              <a:rPr lang="en-US" i="1" dirty="0"/>
              <a:t>)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9B76CC-9110-2D7B-0401-909B6F4A9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59" y="2837492"/>
            <a:ext cx="4264984" cy="20258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3D6DEA-AD0E-5D53-2A02-57B01AE7E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0" y="2105349"/>
            <a:ext cx="5064032" cy="26473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145C86-5E72-86E9-B46B-5998B3C929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50268" y="4565035"/>
            <a:ext cx="3919092" cy="203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478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7017" y="189070"/>
            <a:ext cx="6096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/>
              <a:t>Example: Heights</a:t>
            </a:r>
          </a:p>
          <a:p>
            <a:r>
              <a:rPr lang="en-US" sz="1400" b="1" dirty="0"/>
              <a:t>Example Scenario:</a:t>
            </a:r>
            <a:br>
              <a:rPr lang="en-US" sz="1400" dirty="0"/>
            </a:br>
            <a:r>
              <a:rPr lang="en-US" sz="1400" dirty="0"/>
              <a:t>Suppose human heights are </a:t>
            </a:r>
            <a:r>
              <a:rPr lang="en-US" sz="1400" b="1" dirty="0"/>
              <a:t>normally distributed</a:t>
            </a:r>
            <a:r>
              <a:rPr lang="en-US" sz="1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Mean height (μ) = 170 cm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Standard deviation (σ) = 10 cm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850" y="2505298"/>
            <a:ext cx="642317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What does this mean?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Most people’s height is around 170 cm.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About 68% of people have heights between </a:t>
            </a:r>
            <a:r>
              <a:rPr lang="en-US" sz="1400" b="1" dirty="0"/>
              <a:t>170-10=160 cm and 170+10=180 cm</a:t>
            </a:r>
            <a:r>
              <a:rPr lang="en-U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About 95% are between </a:t>
            </a:r>
            <a:r>
              <a:rPr lang="en-US" sz="1400" b="1" dirty="0"/>
              <a:t>170-20=150 cm and 170+20=190 cm</a:t>
            </a:r>
            <a:r>
              <a:rPr lang="en-U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It’s very unlikely (&lt;1%) for someone to be </a:t>
            </a:r>
            <a:r>
              <a:rPr lang="en-US" sz="1400" b="1" dirty="0"/>
              <a:t>shorter than 140 cm or taller than 200 cm</a:t>
            </a:r>
            <a:r>
              <a:rPr lang="en-US" sz="1400" dirty="0"/>
              <a:t>.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3735238" y="914400"/>
            <a:ext cx="4611808" cy="267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90327" y="838899"/>
            <a:ext cx="3601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determined from taking random samples from a population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093333-06B6-E5E6-1E9E-C3BAB91E5CD0}"/>
                  </a:ext>
                </a:extLst>
              </p14:cNvPr>
              <p14:cNvContentPartPr/>
              <p14:nvPr/>
            </p14:nvContentPartPr>
            <p14:xfrm>
              <a:off x="7616649" y="3751417"/>
              <a:ext cx="3462120" cy="48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093333-06B6-E5E6-1E9E-C3BAB91E5C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0649" y="3715417"/>
                <a:ext cx="353376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14EA852-9C15-7730-7E02-5D9B7D4467EC}"/>
                  </a:ext>
                </a:extLst>
              </p14:cNvPr>
              <p14:cNvContentPartPr/>
              <p14:nvPr/>
            </p14:nvContentPartPr>
            <p14:xfrm>
              <a:off x="7675689" y="2042857"/>
              <a:ext cx="3149640" cy="1609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14EA852-9C15-7730-7E02-5D9B7D4467E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39689" y="2007217"/>
                <a:ext cx="3221280" cy="168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80C95B2F-56B0-F2B8-98E5-931FF9C3407C}"/>
              </a:ext>
            </a:extLst>
          </p:cNvPr>
          <p:cNvGrpSpPr/>
          <p:nvPr/>
        </p:nvGrpSpPr>
        <p:grpSpPr>
          <a:xfrm>
            <a:off x="7642209" y="2020537"/>
            <a:ext cx="3614400" cy="3069720"/>
            <a:chOff x="7642209" y="2020537"/>
            <a:chExt cx="3614400" cy="306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C7BDEAB-3F5D-BFC2-598A-B6D3E035779A}"/>
                    </a:ext>
                  </a:extLst>
                </p14:cNvPr>
                <p14:cNvContentPartPr/>
                <p14:nvPr/>
              </p14:nvContentPartPr>
              <p14:xfrm>
                <a:off x="8560569" y="2600497"/>
                <a:ext cx="10440" cy="60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C7BDEAB-3F5D-BFC2-598A-B6D3E035779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24569" y="2564857"/>
                  <a:ext cx="820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C9C691E-120A-C327-8911-861E1B669A8F}"/>
                    </a:ext>
                  </a:extLst>
                </p14:cNvPr>
                <p14:cNvContentPartPr/>
                <p14:nvPr/>
              </p14:nvContentPartPr>
              <p14:xfrm>
                <a:off x="8540769" y="2882377"/>
                <a:ext cx="11520" cy="17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C9C691E-120A-C327-8911-861E1B669A8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05129" y="2846377"/>
                  <a:ext cx="831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22FA037-43AB-33B7-BD2D-D72D77AB023C}"/>
                    </a:ext>
                  </a:extLst>
                </p14:cNvPr>
                <p14:cNvContentPartPr/>
                <p14:nvPr/>
              </p14:nvContentPartPr>
              <p14:xfrm>
                <a:off x="8722569" y="3550177"/>
                <a:ext cx="15120" cy="192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22FA037-43AB-33B7-BD2D-D72D77AB023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86929" y="3514177"/>
                  <a:ext cx="867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92EF5B0-F758-4D63-3703-78CFC1774FD9}"/>
                    </a:ext>
                  </a:extLst>
                </p14:cNvPr>
                <p14:cNvContentPartPr/>
                <p14:nvPr/>
              </p14:nvContentPartPr>
              <p14:xfrm>
                <a:off x="8717529" y="3346057"/>
                <a:ext cx="11880" cy="114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92EF5B0-F758-4D63-3703-78CFC1774FD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81529" y="3310057"/>
                  <a:ext cx="83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E7BC2E3-6F39-ED58-BFF6-8BF93B4A8AA4}"/>
                    </a:ext>
                  </a:extLst>
                </p14:cNvPr>
                <p14:cNvContentPartPr/>
                <p14:nvPr/>
              </p14:nvContentPartPr>
              <p14:xfrm>
                <a:off x="8737329" y="3146257"/>
                <a:ext cx="5040" cy="134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E7BC2E3-6F39-ED58-BFF6-8BF93B4A8AA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701689" y="3110617"/>
                  <a:ext cx="766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F692925-4274-C577-F0A7-475D856B4343}"/>
                    </a:ext>
                  </a:extLst>
                </p14:cNvPr>
                <p14:cNvContentPartPr/>
                <p14:nvPr/>
              </p14:nvContentPartPr>
              <p14:xfrm>
                <a:off x="8721489" y="2949337"/>
                <a:ext cx="8640" cy="82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F692925-4274-C577-F0A7-475D856B434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685849" y="2913697"/>
                  <a:ext cx="802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3D988D8-70C1-949B-E28B-924A71F89466}"/>
                    </a:ext>
                  </a:extLst>
                </p14:cNvPr>
                <p14:cNvContentPartPr/>
                <p14:nvPr/>
              </p14:nvContentPartPr>
              <p14:xfrm>
                <a:off x="8708529" y="2765737"/>
                <a:ext cx="9720" cy="70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3D988D8-70C1-949B-E28B-924A71F8946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672889" y="2729737"/>
                  <a:ext cx="813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BFDDC58-C712-1AAD-1E9C-4E6E00808B43}"/>
                    </a:ext>
                  </a:extLst>
                </p14:cNvPr>
                <p14:cNvContentPartPr/>
                <p14:nvPr/>
              </p14:nvContentPartPr>
              <p14:xfrm>
                <a:off x="8690889" y="2630737"/>
                <a:ext cx="18000" cy="59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BFDDC58-C712-1AAD-1E9C-4E6E00808B4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655249" y="2594737"/>
                  <a:ext cx="89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093A6B6-0DEB-3CF5-EDB7-4560141DD5A7}"/>
                    </a:ext>
                  </a:extLst>
                </p14:cNvPr>
                <p14:cNvContentPartPr/>
                <p14:nvPr/>
              </p14:nvContentPartPr>
              <p14:xfrm>
                <a:off x="8659209" y="2457937"/>
                <a:ext cx="12600" cy="82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093A6B6-0DEB-3CF5-EDB7-4560141DD5A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623209" y="2421937"/>
                  <a:ext cx="842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61094C6-897D-8492-C38B-16731A5B183D}"/>
                    </a:ext>
                  </a:extLst>
                </p14:cNvPr>
                <p14:cNvContentPartPr/>
                <p14:nvPr/>
              </p14:nvContentPartPr>
              <p14:xfrm>
                <a:off x="9843609" y="3483577"/>
                <a:ext cx="12960" cy="119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61094C6-897D-8492-C38B-16731A5B183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807609" y="3447577"/>
                  <a:ext cx="846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67E5AA9-D9FD-6109-87F2-E40A16B68405}"/>
                    </a:ext>
                  </a:extLst>
                </p14:cNvPr>
                <p14:cNvContentPartPr/>
                <p14:nvPr/>
              </p14:nvContentPartPr>
              <p14:xfrm>
                <a:off x="9835689" y="3313297"/>
                <a:ext cx="19080" cy="54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67E5AA9-D9FD-6109-87F2-E40A16B6840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800049" y="3277297"/>
                  <a:ext cx="907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D348533-9E78-7532-82C9-D932B5CC175D}"/>
                    </a:ext>
                  </a:extLst>
                </p14:cNvPr>
                <p14:cNvContentPartPr/>
                <p14:nvPr/>
              </p14:nvContentPartPr>
              <p14:xfrm>
                <a:off x="9824169" y="3115297"/>
                <a:ext cx="11880" cy="69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D348533-9E78-7532-82C9-D932B5CC175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788529" y="3079657"/>
                  <a:ext cx="835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1750BE1-66D7-ABD1-B3C2-164ADDFC7DA2}"/>
                    </a:ext>
                  </a:extLst>
                </p14:cNvPr>
                <p14:cNvContentPartPr/>
                <p14:nvPr/>
              </p14:nvContentPartPr>
              <p14:xfrm>
                <a:off x="9839649" y="2946097"/>
                <a:ext cx="2880" cy="66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1750BE1-66D7-ABD1-B3C2-164ADDFC7DA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803649" y="2910097"/>
                  <a:ext cx="745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1645537-46F0-6F8A-6CAF-2DA7D7ED6234}"/>
                    </a:ext>
                  </a:extLst>
                </p14:cNvPr>
                <p14:cNvContentPartPr/>
                <p14:nvPr/>
              </p14:nvContentPartPr>
              <p14:xfrm>
                <a:off x="9831009" y="2801737"/>
                <a:ext cx="10440" cy="47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1645537-46F0-6F8A-6CAF-2DA7D7ED623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95369" y="2766097"/>
                  <a:ext cx="820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B27D593-A5D4-BE82-88ED-905D956EB0DE}"/>
                    </a:ext>
                  </a:extLst>
                </p14:cNvPr>
                <p14:cNvContentPartPr/>
                <p14:nvPr/>
              </p14:nvContentPartPr>
              <p14:xfrm>
                <a:off x="9833889" y="2672497"/>
                <a:ext cx="11520" cy="48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B27D593-A5D4-BE82-88ED-905D956EB0D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798249" y="2636857"/>
                  <a:ext cx="831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1FC2507-7806-FCBC-5080-3A573A5D177F}"/>
                    </a:ext>
                  </a:extLst>
                </p14:cNvPr>
                <p14:cNvContentPartPr/>
                <p14:nvPr/>
              </p14:nvContentPartPr>
              <p14:xfrm>
                <a:off x="9838569" y="2537857"/>
                <a:ext cx="9720" cy="57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1FC2507-7806-FCBC-5080-3A573A5D177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802569" y="2502217"/>
                  <a:ext cx="813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C00402B-3D1F-2D1D-31D6-FA812FA9E734}"/>
                    </a:ext>
                  </a:extLst>
                </p14:cNvPr>
                <p14:cNvContentPartPr/>
                <p14:nvPr/>
              </p14:nvContentPartPr>
              <p14:xfrm>
                <a:off x="9258249" y="3647737"/>
                <a:ext cx="36360" cy="363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C00402B-3D1F-2D1D-31D6-FA812FA9E73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222249" y="3612097"/>
                  <a:ext cx="10800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E6D8099-0F61-55A8-F418-C1ADE0908EE9}"/>
                    </a:ext>
                  </a:extLst>
                </p14:cNvPr>
                <p14:cNvContentPartPr/>
                <p14:nvPr/>
              </p14:nvContentPartPr>
              <p14:xfrm>
                <a:off x="8896449" y="4362337"/>
                <a:ext cx="338760" cy="326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E6D8099-0F61-55A8-F418-C1ADE0908EE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860809" y="4326697"/>
                  <a:ext cx="41040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0F65780-8801-AEE1-116B-062766AB6A7A}"/>
                    </a:ext>
                  </a:extLst>
                </p14:cNvPr>
                <p14:cNvContentPartPr/>
                <p14:nvPr/>
              </p14:nvContentPartPr>
              <p14:xfrm>
                <a:off x="9344649" y="4460617"/>
                <a:ext cx="109800" cy="5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0F65780-8801-AEE1-116B-062766AB6A7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308649" y="4424617"/>
                  <a:ext cx="1814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086703E-38E7-C76E-E773-9349AC6C8461}"/>
                    </a:ext>
                  </a:extLst>
                </p14:cNvPr>
                <p14:cNvContentPartPr/>
                <p14:nvPr/>
              </p14:nvContentPartPr>
              <p14:xfrm>
                <a:off x="9333489" y="4551697"/>
                <a:ext cx="157680" cy="41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086703E-38E7-C76E-E773-9349AC6C846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297849" y="4516057"/>
                  <a:ext cx="2293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4AD4491-CE4E-83CB-BC25-F94AC11BE4E9}"/>
                    </a:ext>
                  </a:extLst>
                </p14:cNvPr>
                <p14:cNvContentPartPr/>
                <p14:nvPr/>
              </p14:nvContentPartPr>
              <p14:xfrm>
                <a:off x="9051249" y="4807657"/>
                <a:ext cx="16200" cy="236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4AD4491-CE4E-83CB-BC25-F94AC11BE4E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15609" y="4771657"/>
                  <a:ext cx="8784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D6FE4FF-E568-A5E4-78A7-C1A39A09C027}"/>
                    </a:ext>
                  </a:extLst>
                </p14:cNvPr>
                <p14:cNvContentPartPr/>
                <p14:nvPr/>
              </p14:nvContentPartPr>
              <p14:xfrm>
                <a:off x="9140169" y="4768417"/>
                <a:ext cx="187200" cy="321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D6FE4FF-E568-A5E4-78A7-C1A39A09C02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104169" y="4732777"/>
                  <a:ext cx="2588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ED36CD2-BAFB-C95E-7942-2A9A9A05BB1B}"/>
                    </a:ext>
                  </a:extLst>
                </p14:cNvPr>
                <p14:cNvContentPartPr/>
                <p14:nvPr/>
              </p14:nvContentPartPr>
              <p14:xfrm>
                <a:off x="9193449" y="4897297"/>
                <a:ext cx="189000" cy="43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ED36CD2-BAFB-C95E-7942-2A9A9A05BB1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157809" y="4861657"/>
                  <a:ext cx="260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AB2E18C-6753-3D21-1C91-3F8542E63DFE}"/>
                    </a:ext>
                  </a:extLst>
                </p14:cNvPr>
                <p14:cNvContentPartPr/>
                <p14:nvPr/>
              </p14:nvContentPartPr>
              <p14:xfrm>
                <a:off x="9434649" y="4789297"/>
                <a:ext cx="195120" cy="190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AB2E18C-6753-3D21-1C91-3F8542E63DF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398649" y="4753657"/>
                  <a:ext cx="2667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7D63C69-C15E-AB84-4E89-7C4661D42619}"/>
                    </a:ext>
                  </a:extLst>
                </p14:cNvPr>
                <p14:cNvContentPartPr/>
                <p14:nvPr/>
              </p14:nvContentPartPr>
              <p14:xfrm>
                <a:off x="9875649" y="3672937"/>
                <a:ext cx="30240" cy="251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7D63C69-C15E-AB84-4E89-7C4661D4261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840009" y="3637297"/>
                  <a:ext cx="10188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8E0E63C-CCF9-884D-EB21-6019F871E57F}"/>
                    </a:ext>
                  </a:extLst>
                </p14:cNvPr>
                <p14:cNvContentPartPr/>
                <p14:nvPr/>
              </p14:nvContentPartPr>
              <p14:xfrm>
                <a:off x="8705649" y="3687697"/>
                <a:ext cx="33120" cy="217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8E0E63C-CCF9-884D-EB21-6019F871E57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670009" y="3652057"/>
                  <a:ext cx="1047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05D109E-26B2-F31E-74B8-54458D055AE3}"/>
                    </a:ext>
                  </a:extLst>
                </p14:cNvPr>
                <p14:cNvContentPartPr/>
                <p14:nvPr/>
              </p14:nvContentPartPr>
              <p14:xfrm>
                <a:off x="8172129" y="3953737"/>
                <a:ext cx="502200" cy="525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05D109E-26B2-F31E-74B8-54458D055AE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136129" y="3917737"/>
                  <a:ext cx="57384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0FC40CB-F4F7-7698-BDD4-2B9513019368}"/>
                    </a:ext>
                  </a:extLst>
                </p14:cNvPr>
                <p14:cNvContentPartPr/>
                <p14:nvPr/>
              </p14:nvContentPartPr>
              <p14:xfrm>
                <a:off x="8505489" y="3915217"/>
                <a:ext cx="220320" cy="144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0FC40CB-F4F7-7698-BDD4-2B951301936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469849" y="3879577"/>
                  <a:ext cx="2919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02BC0D9-0A50-1EFE-38D8-5F62A9E5A015}"/>
                    </a:ext>
                  </a:extLst>
                </p14:cNvPr>
                <p14:cNvContentPartPr/>
                <p14:nvPr/>
              </p14:nvContentPartPr>
              <p14:xfrm>
                <a:off x="9252849" y="4090537"/>
                <a:ext cx="24480" cy="157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02BC0D9-0A50-1EFE-38D8-5F62A9E5A01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216849" y="4054897"/>
                  <a:ext cx="961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DE40EB1-315F-0071-543F-8C157DA69066}"/>
                    </a:ext>
                  </a:extLst>
                </p14:cNvPr>
                <p14:cNvContentPartPr/>
                <p14:nvPr/>
              </p14:nvContentPartPr>
              <p14:xfrm>
                <a:off x="9194169" y="4074697"/>
                <a:ext cx="162000" cy="69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DE40EB1-315F-0071-543F-8C157DA6906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158529" y="4038697"/>
                  <a:ext cx="2336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5ABE0B2-7AFC-2EC5-A8F4-BADBB45732E9}"/>
                    </a:ext>
                  </a:extLst>
                </p14:cNvPr>
                <p14:cNvContentPartPr/>
                <p14:nvPr/>
              </p14:nvContentPartPr>
              <p14:xfrm>
                <a:off x="7642209" y="4617577"/>
                <a:ext cx="12600" cy="230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5ABE0B2-7AFC-2EC5-A8F4-BADBB45732E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606209" y="4581577"/>
                  <a:ext cx="842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CE926C2-0798-6E0F-BA45-C5AB99300A8E}"/>
                    </a:ext>
                  </a:extLst>
                </p14:cNvPr>
                <p14:cNvContentPartPr/>
                <p14:nvPr/>
              </p14:nvContentPartPr>
              <p14:xfrm>
                <a:off x="7795929" y="4587337"/>
                <a:ext cx="156600" cy="252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CE926C2-0798-6E0F-BA45-C5AB99300A8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760289" y="4551337"/>
                  <a:ext cx="2282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6B439C0-8355-79EF-4F95-89998202776E}"/>
                    </a:ext>
                  </a:extLst>
                </p14:cNvPr>
                <p14:cNvContentPartPr/>
                <p14:nvPr/>
              </p14:nvContentPartPr>
              <p14:xfrm>
                <a:off x="8007249" y="4619017"/>
                <a:ext cx="127080" cy="157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6B439C0-8355-79EF-4F95-89998202776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971609" y="4583017"/>
                  <a:ext cx="198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7560805-FA17-62E5-B1DA-CC7B886E0182}"/>
                    </a:ext>
                  </a:extLst>
                </p14:cNvPr>
                <p14:cNvContentPartPr/>
                <p14:nvPr/>
              </p14:nvContentPartPr>
              <p14:xfrm>
                <a:off x="10018209" y="4000537"/>
                <a:ext cx="244080" cy="322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7560805-FA17-62E5-B1DA-CC7B886E018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982569" y="3964897"/>
                  <a:ext cx="31572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6DA8FCC-49AD-7E9C-858A-5A2178E8EB88}"/>
                    </a:ext>
                  </a:extLst>
                </p14:cNvPr>
                <p14:cNvContentPartPr/>
                <p14:nvPr/>
              </p14:nvContentPartPr>
              <p14:xfrm>
                <a:off x="9987609" y="3987937"/>
                <a:ext cx="186120" cy="147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6DA8FCC-49AD-7E9C-858A-5A2178E8EB8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951609" y="3952297"/>
                  <a:ext cx="2577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5EAF974-90F3-62F1-CD93-5C66303DC8B9}"/>
                    </a:ext>
                  </a:extLst>
                </p14:cNvPr>
                <p14:cNvContentPartPr/>
                <p14:nvPr/>
              </p14:nvContentPartPr>
              <p14:xfrm>
                <a:off x="10521849" y="4521457"/>
                <a:ext cx="37080" cy="163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5EAF974-90F3-62F1-CD93-5C66303DC8B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485849" y="4485817"/>
                  <a:ext cx="1087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023CD7B-3E3C-C2F7-9720-3C35B0BA7735}"/>
                    </a:ext>
                  </a:extLst>
                </p14:cNvPr>
                <p14:cNvContentPartPr/>
                <p14:nvPr/>
              </p14:nvContentPartPr>
              <p14:xfrm>
                <a:off x="10599609" y="4448377"/>
                <a:ext cx="240840" cy="233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023CD7B-3E3C-C2F7-9720-3C35B0BA773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63609" y="4412737"/>
                  <a:ext cx="3124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73B48CA-7D01-16B4-79FB-814788899C44}"/>
                    </a:ext>
                  </a:extLst>
                </p14:cNvPr>
                <p14:cNvContentPartPr/>
                <p14:nvPr/>
              </p14:nvContentPartPr>
              <p14:xfrm>
                <a:off x="10891209" y="4469617"/>
                <a:ext cx="199800" cy="146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73B48CA-7D01-16B4-79FB-814788899C4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855209" y="4433977"/>
                  <a:ext cx="2714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0EE1C52-FAF2-502E-4B7D-A0D533B1DF72}"/>
                    </a:ext>
                  </a:extLst>
                </p14:cNvPr>
                <p14:cNvContentPartPr/>
                <p14:nvPr/>
              </p14:nvContentPartPr>
              <p14:xfrm>
                <a:off x="8712489" y="2224657"/>
                <a:ext cx="164880" cy="423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0EE1C52-FAF2-502E-4B7D-A0D533B1DF7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676849" y="2189017"/>
                  <a:ext cx="23652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342B9C6-38EA-3064-D8A0-8E3786F84E9E}"/>
                    </a:ext>
                  </a:extLst>
                </p14:cNvPr>
                <p14:cNvContentPartPr/>
                <p14:nvPr/>
              </p14:nvContentPartPr>
              <p14:xfrm>
                <a:off x="8829849" y="2129617"/>
                <a:ext cx="361080" cy="774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342B9C6-38EA-3064-D8A0-8E3786F84E9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793849" y="2093977"/>
                  <a:ext cx="432720" cy="84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6036D5A-B267-C4E4-BD4F-A96CF2FB501F}"/>
                    </a:ext>
                  </a:extLst>
                </p14:cNvPr>
                <p14:cNvContentPartPr/>
                <p14:nvPr/>
              </p14:nvContentPartPr>
              <p14:xfrm>
                <a:off x="8827689" y="2204137"/>
                <a:ext cx="602280" cy="1086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6036D5A-B267-C4E4-BD4F-A96CF2FB501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792049" y="2168137"/>
                  <a:ext cx="673920" cy="11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AC6845F-DDAB-4366-3DA3-7EDA3A6C95D6}"/>
                    </a:ext>
                  </a:extLst>
                </p14:cNvPr>
                <p14:cNvContentPartPr/>
                <p14:nvPr/>
              </p14:nvContentPartPr>
              <p14:xfrm>
                <a:off x="8990769" y="2314657"/>
                <a:ext cx="635760" cy="1085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AC6845F-DDAB-4366-3DA3-7EDA3A6C95D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955129" y="2278657"/>
                  <a:ext cx="707400" cy="11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61C7040-C2A2-3482-E8DB-C4CA8517618E}"/>
                    </a:ext>
                  </a:extLst>
                </p14:cNvPr>
                <p14:cNvContentPartPr/>
                <p14:nvPr/>
              </p14:nvContentPartPr>
              <p14:xfrm>
                <a:off x="9046929" y="2494657"/>
                <a:ext cx="727560" cy="1077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61C7040-C2A2-3482-E8DB-C4CA8517618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010929" y="2459017"/>
                  <a:ext cx="799200" cy="11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064FC50-E879-5DB6-7CB3-07623E12888A}"/>
                    </a:ext>
                  </a:extLst>
                </p14:cNvPr>
                <p14:cNvContentPartPr/>
                <p14:nvPr/>
              </p14:nvContentPartPr>
              <p14:xfrm>
                <a:off x="9247809" y="3084337"/>
                <a:ext cx="440280" cy="679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064FC50-E879-5DB6-7CB3-07623E12888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211809" y="3048697"/>
                  <a:ext cx="511920" cy="75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FE160E5-097B-FD58-44C7-06284D176336}"/>
                    </a:ext>
                  </a:extLst>
                </p14:cNvPr>
                <p14:cNvContentPartPr/>
                <p14:nvPr/>
              </p14:nvContentPartPr>
              <p14:xfrm>
                <a:off x="9512409" y="3293137"/>
                <a:ext cx="233280" cy="397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FE160E5-097B-FD58-44C7-06284D17633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476769" y="3257497"/>
                  <a:ext cx="30492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264B98E-1D1D-028D-986F-56B200DA00EB}"/>
                    </a:ext>
                  </a:extLst>
                </p14:cNvPr>
                <p14:cNvContentPartPr/>
                <p14:nvPr/>
              </p14:nvContentPartPr>
              <p14:xfrm>
                <a:off x="9686649" y="2239057"/>
                <a:ext cx="335880" cy="243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264B98E-1D1D-028D-986F-56B200DA00E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651009" y="2203417"/>
                  <a:ext cx="40752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0CA2C07-5482-E4EB-63A9-9B3436D63C96}"/>
                    </a:ext>
                  </a:extLst>
                </p14:cNvPr>
                <p14:cNvContentPartPr/>
                <p14:nvPr/>
              </p14:nvContentPartPr>
              <p14:xfrm>
                <a:off x="9953049" y="2143297"/>
                <a:ext cx="194040" cy="210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0CA2C07-5482-E4EB-63A9-9B3436D63C9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917409" y="2107657"/>
                  <a:ext cx="2656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1ACCCFB-895C-8B4C-18EA-BDB07B601675}"/>
                    </a:ext>
                  </a:extLst>
                </p14:cNvPr>
                <p14:cNvContentPartPr/>
                <p14:nvPr/>
              </p14:nvContentPartPr>
              <p14:xfrm>
                <a:off x="10305129" y="2020537"/>
                <a:ext cx="143640" cy="310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1ACCCFB-895C-8B4C-18EA-BDB07B60167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269489" y="1984897"/>
                  <a:ext cx="2152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983DA49-F493-6CA2-0F14-EDB783E2065F}"/>
                    </a:ext>
                  </a:extLst>
                </p14:cNvPr>
                <p14:cNvContentPartPr/>
                <p14:nvPr/>
              </p14:nvContentPartPr>
              <p14:xfrm>
                <a:off x="10625529" y="2044657"/>
                <a:ext cx="218520" cy="2383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983DA49-F493-6CA2-0F14-EDB783E2065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589529" y="2009017"/>
                  <a:ext cx="2901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1516E12-8CC3-D133-7660-682BAD19C6F8}"/>
                    </a:ext>
                  </a:extLst>
                </p14:cNvPr>
                <p14:cNvContentPartPr/>
                <p14:nvPr/>
              </p14:nvContentPartPr>
              <p14:xfrm>
                <a:off x="10887249" y="2025217"/>
                <a:ext cx="306360" cy="4917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1516E12-8CC3-D133-7660-682BAD19C6F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851609" y="1989577"/>
                  <a:ext cx="37800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A481E31-94E1-2723-1FDC-38D1D113ED86}"/>
                    </a:ext>
                  </a:extLst>
                </p14:cNvPr>
                <p14:cNvContentPartPr/>
                <p14:nvPr/>
              </p14:nvContentPartPr>
              <p14:xfrm>
                <a:off x="10910649" y="2151577"/>
                <a:ext cx="33120" cy="8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A481E31-94E1-2723-1FDC-38D1D113ED8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874649" y="2115937"/>
                  <a:ext cx="1047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18545F4-684C-D9E0-8CC1-FE3E2438A674}"/>
                    </a:ext>
                  </a:extLst>
                </p14:cNvPr>
                <p14:cNvContentPartPr/>
                <p14:nvPr/>
              </p14:nvContentPartPr>
              <p14:xfrm>
                <a:off x="11229249" y="2376577"/>
                <a:ext cx="27360" cy="12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18545F4-684C-D9E0-8CC1-FE3E2438A67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193249" y="2340577"/>
                  <a:ext cx="99000" cy="8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0AE4C3C-7950-9769-ADDE-0F6F93975DC7}"/>
                  </a:ext>
                </a:extLst>
              </p14:cNvPr>
              <p14:cNvContentPartPr/>
              <p14:nvPr/>
            </p14:nvContentPartPr>
            <p14:xfrm>
              <a:off x="3475569" y="4134097"/>
              <a:ext cx="12600" cy="10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0AE4C3C-7950-9769-ADDE-0F6F93975DC7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439569" y="4098457"/>
                <a:ext cx="842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E140C0E-A3A8-02B4-953B-93640FBBB2C5}"/>
                  </a:ext>
                </a:extLst>
              </p14:cNvPr>
              <p14:cNvContentPartPr/>
              <p14:nvPr/>
            </p14:nvContentPartPr>
            <p14:xfrm>
              <a:off x="9403329" y="2465497"/>
              <a:ext cx="11520" cy="9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E140C0E-A3A8-02B4-953B-93640FBBB2C5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367689" y="2429497"/>
                <a:ext cx="83160" cy="8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3192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413F4-1C44-3D3C-627F-21E0B2EC2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977B620-0AE9-FFF6-6047-4B6880EA1847}"/>
              </a:ext>
            </a:extLst>
          </p:cNvPr>
          <p:cNvSpPr/>
          <p:nvPr/>
        </p:nvSpPr>
        <p:spPr>
          <a:xfrm>
            <a:off x="111849" y="296942"/>
            <a:ext cx="709990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dirty="0"/>
          </a:p>
          <a:p>
            <a:r>
              <a:rPr lang="en-US" sz="1400" dirty="0"/>
              <a:t>Example: Assuming that peoples height is normally distributed, with μ = 170 cm and σ = 10 cm.</a:t>
            </a:r>
          </a:p>
          <a:p>
            <a:pPr marL="342900" indent="-342900">
              <a:buAutoNum type="arabicParenR"/>
            </a:pPr>
            <a:r>
              <a:rPr lang="en-US" sz="1400" dirty="0"/>
              <a:t>What is the probability that a randomly chosen person </a:t>
            </a:r>
            <a:r>
              <a:rPr lang="en-US" sz="1400" dirty="0" err="1"/>
              <a:t>ht</a:t>
            </a:r>
            <a:r>
              <a:rPr lang="en-US" sz="1400" dirty="0"/>
              <a:t> &lt; 180</a:t>
            </a:r>
          </a:p>
          <a:p>
            <a:pPr marL="342900" indent="-342900">
              <a:buFontTx/>
              <a:buAutoNum type="arabicParenR"/>
            </a:pPr>
            <a:r>
              <a:rPr lang="en-US" sz="1400" dirty="0"/>
              <a:t>What is the probability that a randomly chosen person </a:t>
            </a:r>
            <a:r>
              <a:rPr lang="en-US" sz="1400" dirty="0" err="1"/>
              <a:t>ht</a:t>
            </a:r>
            <a:r>
              <a:rPr lang="en-US" sz="1400" dirty="0"/>
              <a:t> &gt; 180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1) Solution:  The question is to find P(</a:t>
            </a:r>
            <a:r>
              <a:rPr lang="en-US" sz="1400" dirty="0" err="1"/>
              <a:t>ht</a:t>
            </a:r>
            <a:r>
              <a:rPr lang="en-US" sz="1400" dirty="0"/>
              <a:t> &lt; 180)</a:t>
            </a:r>
          </a:p>
          <a:p>
            <a:r>
              <a:rPr lang="en-US" sz="1400" dirty="0"/>
              <a:t>Step1: Find z-score</a:t>
            </a:r>
          </a:p>
          <a:p>
            <a:r>
              <a:rPr lang="en-US" sz="1400" dirty="0"/>
              <a:t>Z = (X – μ)/ σ = (180-170)/10 = 1</a:t>
            </a:r>
          </a:p>
          <a:p>
            <a:endParaRPr lang="en-US" sz="1400" dirty="0"/>
          </a:p>
          <a:p>
            <a:r>
              <a:rPr lang="en-US" sz="1400" dirty="0"/>
              <a:t>Step2: Now the above question changes to find P(Z &lt; 1)</a:t>
            </a:r>
          </a:p>
          <a:p>
            <a:r>
              <a:rPr lang="en-US" sz="1400" dirty="0"/>
              <a:t>Look up Z=1 in standard normal tables:</a:t>
            </a:r>
          </a:p>
          <a:p>
            <a:r>
              <a:rPr lang="en-US" sz="1400" dirty="0"/>
              <a:t>P( Z &lt; 1) = </a:t>
            </a:r>
            <a:r>
              <a:rPr lang="en-US" sz="1400" b="1" dirty="0"/>
              <a:t>0.8413</a:t>
            </a:r>
            <a:r>
              <a:rPr lang="en-US" sz="1400" dirty="0"/>
              <a:t> (from table)</a:t>
            </a:r>
          </a:p>
          <a:p>
            <a:endParaRPr lang="en-US" sz="1400" dirty="0"/>
          </a:p>
          <a:p>
            <a:r>
              <a:rPr lang="en-US" sz="1400" dirty="0"/>
              <a:t>So, 84.13% of people height is less than 180 cm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2) Solution:  The question is to find P(</a:t>
            </a:r>
            <a:r>
              <a:rPr lang="en-US" sz="1400" dirty="0" err="1"/>
              <a:t>ht</a:t>
            </a:r>
            <a:r>
              <a:rPr lang="en-US" sz="1400" dirty="0"/>
              <a:t> &gt; 180)</a:t>
            </a:r>
          </a:p>
          <a:p>
            <a:r>
              <a:rPr lang="en-US" sz="1400" dirty="0"/>
              <a:t>Step1: Find z-score</a:t>
            </a:r>
          </a:p>
          <a:p>
            <a:r>
              <a:rPr lang="en-US" sz="1400" dirty="0"/>
              <a:t>Z = (X – μ)/ σ = (180-170)/10 = 1</a:t>
            </a:r>
          </a:p>
          <a:p>
            <a:endParaRPr lang="en-US" sz="1400" dirty="0"/>
          </a:p>
          <a:p>
            <a:r>
              <a:rPr lang="en-US" sz="1400" dirty="0"/>
              <a:t>Step2: Now the above question changes to find P(Z &gt; 1)</a:t>
            </a:r>
          </a:p>
          <a:p>
            <a:r>
              <a:rPr lang="en-US" sz="1400" dirty="0"/>
              <a:t>Look up Z=1 in standard normal tables:</a:t>
            </a:r>
          </a:p>
          <a:p>
            <a:r>
              <a:rPr lang="en-US" sz="1400" dirty="0"/>
              <a:t>P( Z &lt; 1) = 0.8413 (from table)</a:t>
            </a:r>
          </a:p>
          <a:p>
            <a:r>
              <a:rPr lang="en-US" sz="1400" dirty="0"/>
              <a:t>P(Z &gt; 1) = 1 – P(Z &lt; 1) = 1 -  0.8413 = </a:t>
            </a:r>
            <a:r>
              <a:rPr lang="en-US" sz="1400" b="1" dirty="0"/>
              <a:t>0.1587</a:t>
            </a:r>
          </a:p>
          <a:p>
            <a:endParaRPr lang="en-US" sz="1400" dirty="0"/>
          </a:p>
          <a:p>
            <a:r>
              <a:rPr lang="en-US" sz="1400" dirty="0"/>
              <a:t>So, 15.87% of people height is greater than 180 cm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EF7FF79-1464-13A7-B2DF-BEBEADF0E5E3}"/>
                  </a:ext>
                </a:extLst>
              </p14:cNvPr>
              <p14:cNvContentPartPr/>
              <p14:nvPr/>
            </p14:nvContentPartPr>
            <p14:xfrm>
              <a:off x="7616649" y="2707625"/>
              <a:ext cx="3462120" cy="48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EF7FF79-1464-13A7-B2DF-BEBEADF0E5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80649" y="2671625"/>
                <a:ext cx="353376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86A41FD-3C17-888F-9D40-ACC456D57D7F}"/>
                  </a:ext>
                </a:extLst>
              </p14:cNvPr>
              <p14:cNvContentPartPr/>
              <p14:nvPr/>
            </p14:nvContentPartPr>
            <p14:xfrm>
              <a:off x="7675689" y="999065"/>
              <a:ext cx="3149640" cy="1609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86A41FD-3C17-888F-9D40-ACC456D57D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39689" y="963065"/>
                <a:ext cx="3221280" cy="168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5335F50-DFE5-E66E-13D4-E75A7AD6B1D1}"/>
                  </a:ext>
                </a:extLst>
              </p14:cNvPr>
              <p14:cNvContentPartPr/>
              <p14:nvPr/>
            </p14:nvContentPartPr>
            <p14:xfrm>
              <a:off x="3475569" y="4134097"/>
              <a:ext cx="12600" cy="10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5335F50-DFE5-E66E-13D4-E75A7AD6B1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39569" y="4098097"/>
                <a:ext cx="842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1521CCD-BB0A-2741-BA79-63D0DF35C306}"/>
                  </a:ext>
                </a:extLst>
              </p14:cNvPr>
              <p14:cNvContentPartPr/>
              <p14:nvPr/>
            </p14:nvContentPartPr>
            <p14:xfrm>
              <a:off x="9403329" y="1421705"/>
              <a:ext cx="11520" cy="9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1521CCD-BB0A-2741-BA79-63D0DF35C30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67329" y="1385705"/>
                <a:ext cx="8316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E1E41A5-8B16-7020-4232-EF94FFCC1BD7}"/>
                  </a:ext>
                </a:extLst>
              </p14:cNvPr>
              <p14:cNvContentPartPr/>
              <p14:nvPr/>
            </p14:nvContentPartPr>
            <p14:xfrm>
              <a:off x="7507929" y="2543825"/>
              <a:ext cx="397080" cy="489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E1E41A5-8B16-7020-4232-EF94FFCC1BD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71929" y="2507825"/>
                <a:ext cx="46872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B7CD29F-7986-79DA-F7C0-DC2DC719EF41}"/>
                  </a:ext>
                </a:extLst>
              </p14:cNvPr>
              <p14:cNvContentPartPr/>
              <p14:nvPr/>
            </p14:nvContentPartPr>
            <p14:xfrm>
              <a:off x="7007889" y="2771705"/>
              <a:ext cx="754920" cy="172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B7CD29F-7986-79DA-F7C0-DC2DC719EF4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71889" y="2735705"/>
                <a:ext cx="826560" cy="8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17C46AE-95E9-758F-BF13-21681DF29E74}"/>
              </a:ext>
            </a:extLst>
          </p:cNvPr>
          <p:cNvGrpSpPr/>
          <p:nvPr/>
        </p:nvGrpSpPr>
        <p:grpSpPr>
          <a:xfrm>
            <a:off x="7483809" y="1073585"/>
            <a:ext cx="3176640" cy="1753920"/>
            <a:chOff x="7483809" y="2117377"/>
            <a:chExt cx="3176640" cy="175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E7FC728-5F69-148A-80FF-ECFDB91D9B57}"/>
                    </a:ext>
                  </a:extLst>
                </p14:cNvPr>
                <p14:cNvContentPartPr/>
                <p14:nvPr/>
              </p14:nvContentPartPr>
              <p14:xfrm>
                <a:off x="9955929" y="2755657"/>
                <a:ext cx="36000" cy="1052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E7FC728-5F69-148A-80FF-ECFDB91D9B5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919929" y="2719657"/>
                  <a:ext cx="107640" cy="11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5724555-9471-F601-3BE5-57B72873AC60}"/>
                    </a:ext>
                  </a:extLst>
                </p14:cNvPr>
                <p14:cNvContentPartPr/>
                <p14:nvPr/>
              </p14:nvContentPartPr>
              <p14:xfrm>
                <a:off x="9675489" y="3542977"/>
                <a:ext cx="248040" cy="230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5724555-9471-F601-3BE5-57B72873AC6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39489" y="3507337"/>
                  <a:ext cx="3196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A5B7BD4-F631-DCAC-18D5-AB8036F7442E}"/>
                    </a:ext>
                  </a:extLst>
                </p14:cNvPr>
                <p14:cNvContentPartPr/>
                <p14:nvPr/>
              </p14:nvContentPartPr>
              <p14:xfrm>
                <a:off x="9342849" y="3320137"/>
                <a:ext cx="632880" cy="551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A5B7BD4-F631-DCAC-18D5-AB8036F7442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307209" y="3284137"/>
                  <a:ext cx="704520" cy="6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A88C6E4-1AC6-D29D-8959-61ACE15A825F}"/>
                    </a:ext>
                  </a:extLst>
                </p14:cNvPr>
                <p14:cNvContentPartPr/>
                <p14:nvPr/>
              </p14:nvContentPartPr>
              <p14:xfrm>
                <a:off x="9187329" y="2960857"/>
                <a:ext cx="842760" cy="7509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A88C6E4-1AC6-D29D-8959-61ACE15A825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51689" y="2925217"/>
                  <a:ext cx="914400" cy="82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1C4EF11-0D3F-849A-698B-C33DD321B0B1}"/>
                    </a:ext>
                  </a:extLst>
                </p14:cNvPr>
                <p14:cNvContentPartPr/>
                <p14:nvPr/>
              </p14:nvContentPartPr>
              <p14:xfrm>
                <a:off x="8924529" y="2788777"/>
                <a:ext cx="946800" cy="927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1C4EF11-0D3F-849A-698B-C33DD321B0B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888889" y="2753137"/>
                  <a:ext cx="1018440" cy="9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AF3DA8F-01F2-11E4-397C-2B050CB55B35}"/>
                    </a:ext>
                  </a:extLst>
                </p14:cNvPr>
                <p14:cNvContentPartPr/>
                <p14:nvPr/>
              </p14:nvContentPartPr>
              <p14:xfrm>
                <a:off x="8637969" y="2616337"/>
                <a:ext cx="1111680" cy="1112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AF3DA8F-01F2-11E4-397C-2B050CB55B3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01969" y="2580337"/>
                  <a:ext cx="1183320" cy="11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CC1D11B-DFDC-4CF0-9E9C-36C63197D4CC}"/>
                    </a:ext>
                  </a:extLst>
                </p14:cNvPr>
                <p14:cNvContentPartPr/>
                <p14:nvPr/>
              </p14:nvContentPartPr>
              <p14:xfrm>
                <a:off x="8379849" y="2406817"/>
                <a:ext cx="1226880" cy="1239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CC1D11B-DFDC-4CF0-9E9C-36C63197D4C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343849" y="2370817"/>
                  <a:ext cx="1298520" cy="13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E23BF70-8191-63F2-E38A-7F4AA26D2404}"/>
                    </a:ext>
                  </a:extLst>
                </p14:cNvPr>
                <p14:cNvContentPartPr/>
                <p14:nvPr/>
              </p14:nvContentPartPr>
              <p14:xfrm>
                <a:off x="8146929" y="2280097"/>
                <a:ext cx="1224360" cy="1410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E23BF70-8191-63F2-E38A-7F4AA26D240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10929" y="2244457"/>
                  <a:ext cx="1296000" cy="14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DD0F39B-CC8B-20A6-98DA-5E61E985866E}"/>
                    </a:ext>
                  </a:extLst>
                </p14:cNvPr>
                <p14:cNvContentPartPr/>
                <p14:nvPr/>
              </p14:nvContentPartPr>
              <p14:xfrm>
                <a:off x="8003649" y="3161377"/>
                <a:ext cx="412920" cy="556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DD0F39B-CC8B-20A6-98DA-5E61E985866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67649" y="3125737"/>
                  <a:ext cx="484560" cy="6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A995F90-6BD2-9742-20C3-9D83DA450DE6}"/>
                    </a:ext>
                  </a:extLst>
                </p14:cNvPr>
                <p14:cNvContentPartPr/>
                <p14:nvPr/>
              </p14:nvContentPartPr>
              <p14:xfrm>
                <a:off x="7687569" y="3529657"/>
                <a:ext cx="294840" cy="301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A995F90-6BD2-9742-20C3-9D83DA450DE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51929" y="3493657"/>
                  <a:ext cx="3664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FF4F252-2B9E-C38F-D768-D4358D7F2DAD}"/>
                    </a:ext>
                  </a:extLst>
                </p14:cNvPr>
                <p14:cNvContentPartPr/>
                <p14:nvPr/>
              </p14:nvContentPartPr>
              <p14:xfrm>
                <a:off x="7483809" y="3575737"/>
                <a:ext cx="298440" cy="235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FF4F252-2B9E-C38F-D768-D4358D7F2DA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47809" y="3540097"/>
                  <a:ext cx="3700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D2A6F2D-BE52-2528-E232-EB52A8786823}"/>
                    </a:ext>
                  </a:extLst>
                </p14:cNvPr>
                <p14:cNvContentPartPr/>
                <p14:nvPr/>
              </p14:nvContentPartPr>
              <p14:xfrm>
                <a:off x="8434569" y="2117377"/>
                <a:ext cx="754920" cy="771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D2A6F2D-BE52-2528-E232-EB52A878682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98929" y="2081737"/>
                  <a:ext cx="826560" cy="84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DCD97DD-E4E9-CB60-21F5-9EBF9DB23BDD}"/>
                    </a:ext>
                  </a:extLst>
                </p14:cNvPr>
                <p14:cNvContentPartPr/>
                <p14:nvPr/>
              </p14:nvContentPartPr>
              <p14:xfrm>
                <a:off x="10061049" y="3612817"/>
                <a:ext cx="236160" cy="108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DCD97DD-E4E9-CB60-21F5-9EBF9DB23BD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25409" y="3576817"/>
                  <a:ext cx="3078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940A452-05F6-365B-389E-1460A2EAB5EC}"/>
                    </a:ext>
                  </a:extLst>
                </p14:cNvPr>
                <p14:cNvContentPartPr/>
                <p14:nvPr/>
              </p14:nvContentPartPr>
              <p14:xfrm>
                <a:off x="10035849" y="3505897"/>
                <a:ext cx="524160" cy="254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940A452-05F6-365B-389E-1460A2EAB5E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999849" y="3470257"/>
                  <a:ext cx="5958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C905B9E-8D56-E3DA-E0B1-2249E81335A4}"/>
                    </a:ext>
                  </a:extLst>
                </p14:cNvPr>
                <p14:cNvContentPartPr/>
                <p14:nvPr/>
              </p14:nvContentPartPr>
              <p14:xfrm>
                <a:off x="10080129" y="3380617"/>
                <a:ext cx="580320" cy="3038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C905B9E-8D56-E3DA-E0B1-2249E81335A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044129" y="3344617"/>
                  <a:ext cx="65196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139F36C-4628-A75F-DDCA-A5C607A81F2F}"/>
                    </a:ext>
                  </a:extLst>
                </p14:cNvPr>
                <p14:cNvContentPartPr/>
                <p14:nvPr/>
              </p14:nvContentPartPr>
              <p14:xfrm>
                <a:off x="10058169" y="3225457"/>
                <a:ext cx="347040" cy="1317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139F36C-4628-A75F-DDCA-A5C607A81F2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022529" y="3189457"/>
                  <a:ext cx="418680" cy="20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B55E0D0-2304-72B2-6B00-8D2BC2D8AF92}"/>
                  </a:ext>
                </a:extLst>
              </p14:cNvPr>
              <p14:cNvContentPartPr/>
              <p14:nvPr/>
            </p14:nvContentPartPr>
            <p14:xfrm>
              <a:off x="7320477" y="6215689"/>
              <a:ext cx="3462120" cy="48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B55E0D0-2304-72B2-6B00-8D2BC2D8AF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84477" y="6179689"/>
                <a:ext cx="353376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960244C-CAA1-FDDB-808B-58EF0F14F518}"/>
                  </a:ext>
                </a:extLst>
              </p14:cNvPr>
              <p14:cNvContentPartPr/>
              <p14:nvPr/>
            </p14:nvContentPartPr>
            <p14:xfrm>
              <a:off x="7379517" y="4507129"/>
              <a:ext cx="3149640" cy="1609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960244C-CAA1-FDDB-808B-58EF0F14F5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43517" y="4471129"/>
                <a:ext cx="3221280" cy="168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65409A8-A563-BD2E-B576-24F7F635580C}"/>
                  </a:ext>
                </a:extLst>
              </p14:cNvPr>
              <p14:cNvContentPartPr/>
              <p14:nvPr/>
            </p14:nvContentPartPr>
            <p14:xfrm>
              <a:off x="9107157" y="4929769"/>
              <a:ext cx="11520" cy="9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65409A8-A563-BD2E-B576-24F7F63558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71157" y="4893769"/>
                <a:ext cx="8316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8B7BDDE-BE1B-C7B4-E5EB-CCE1CA8DD730}"/>
                  </a:ext>
                </a:extLst>
              </p14:cNvPr>
              <p14:cNvContentPartPr/>
              <p14:nvPr/>
            </p14:nvContentPartPr>
            <p14:xfrm>
              <a:off x="7211757" y="6051889"/>
              <a:ext cx="397080" cy="48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8B7BDDE-BE1B-C7B4-E5EB-CCE1CA8DD73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75757" y="6015889"/>
                <a:ext cx="46872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E4ABD1B-5F0E-9801-40A3-33990DB918B3}"/>
                  </a:ext>
                </a:extLst>
              </p14:cNvPr>
              <p14:cNvContentPartPr/>
              <p14:nvPr/>
            </p14:nvContentPartPr>
            <p14:xfrm>
              <a:off x="6711717" y="6279769"/>
              <a:ext cx="754920" cy="17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E4ABD1B-5F0E-9801-40A3-33990DB918B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75717" y="6243769"/>
                <a:ext cx="826560" cy="8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D0A480D1-9AB1-4A13-D2EC-FA3F8B48236E}"/>
              </a:ext>
            </a:extLst>
          </p:cNvPr>
          <p:cNvGrpSpPr/>
          <p:nvPr/>
        </p:nvGrpSpPr>
        <p:grpSpPr>
          <a:xfrm>
            <a:off x="7187637" y="3530809"/>
            <a:ext cx="4618800" cy="3254040"/>
            <a:chOff x="7483809" y="1066537"/>
            <a:chExt cx="4618800" cy="325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73C3550-8FA6-7ED1-48F0-5BEA54E77251}"/>
                    </a:ext>
                  </a:extLst>
                </p14:cNvPr>
                <p14:cNvContentPartPr/>
                <p14:nvPr/>
              </p14:nvContentPartPr>
              <p14:xfrm>
                <a:off x="9955929" y="2755657"/>
                <a:ext cx="36000" cy="1052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E7FC728-5F69-148A-80FF-ECFDB91D9B5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919929" y="2719657"/>
                  <a:ext cx="107640" cy="11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CFBD69A-7D63-1674-A2B9-C3EE83FC68EA}"/>
                    </a:ext>
                  </a:extLst>
                </p14:cNvPr>
                <p14:cNvContentPartPr/>
                <p14:nvPr/>
              </p14:nvContentPartPr>
              <p14:xfrm>
                <a:off x="9765849" y="4041577"/>
                <a:ext cx="380520" cy="190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257EE78-E445-80E4-49B8-12FBDD2360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30209" y="4005577"/>
                  <a:ext cx="4521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99B60DA-89E3-52CE-A209-16FFECF41A91}"/>
                    </a:ext>
                  </a:extLst>
                </p14:cNvPr>
                <p14:cNvContentPartPr/>
                <p14:nvPr/>
              </p14:nvContentPartPr>
              <p14:xfrm>
                <a:off x="10208289" y="4089817"/>
                <a:ext cx="135360" cy="9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B16E8C9-BF1B-6FF4-FA63-B80F54AD34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172649" y="4053817"/>
                  <a:ext cx="2070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42D76F4-065C-A388-A98F-1ACC0BAD4DF6}"/>
                    </a:ext>
                  </a:extLst>
                </p14:cNvPr>
                <p14:cNvContentPartPr/>
                <p14:nvPr/>
              </p14:nvContentPartPr>
              <p14:xfrm>
                <a:off x="10250049" y="4145257"/>
                <a:ext cx="141120" cy="12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FF3BC25-4F6D-6D75-26F9-4B86F64FB12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214409" y="4109257"/>
                  <a:ext cx="2127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8CA053C-C02A-A590-7DD7-6A8E52FEBC42}"/>
                    </a:ext>
                  </a:extLst>
                </p14:cNvPr>
                <p14:cNvContentPartPr/>
                <p14:nvPr/>
              </p14:nvContentPartPr>
              <p14:xfrm>
                <a:off x="10547409" y="4026817"/>
                <a:ext cx="33120" cy="152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8D4CC7E-3291-7F07-E059-795C1D5B63C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511409" y="3991177"/>
                  <a:ext cx="1047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D5B4207-9B86-5D02-6BFA-54E419C83974}"/>
                    </a:ext>
                  </a:extLst>
                </p14:cNvPr>
                <p14:cNvContentPartPr/>
                <p14:nvPr/>
              </p14:nvContentPartPr>
              <p14:xfrm>
                <a:off x="10590969" y="4051297"/>
                <a:ext cx="7920" cy="2692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14D3899-C564-684C-675F-0667CD1F2A5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555329" y="4015297"/>
                  <a:ext cx="795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7C5400F-A89B-3D1B-23D3-E92320B86174}"/>
                    </a:ext>
                  </a:extLst>
                </p14:cNvPr>
                <p14:cNvContentPartPr/>
                <p14:nvPr/>
              </p14:nvContentPartPr>
              <p14:xfrm>
                <a:off x="9675489" y="3542977"/>
                <a:ext cx="248040" cy="230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5724555-9471-F601-3BE5-57B72873AC6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39489" y="3507337"/>
                  <a:ext cx="3196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9FE5959-B55C-4B7A-9AAC-F09A00976635}"/>
                    </a:ext>
                  </a:extLst>
                </p14:cNvPr>
                <p14:cNvContentPartPr/>
                <p14:nvPr/>
              </p14:nvContentPartPr>
              <p14:xfrm>
                <a:off x="9342849" y="3320137"/>
                <a:ext cx="632880" cy="551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A5B7BD4-F631-DCAC-18D5-AB8036F7442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307209" y="3284137"/>
                  <a:ext cx="704520" cy="6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0746136-E006-E3A3-BAB2-D569E79F6780}"/>
                    </a:ext>
                  </a:extLst>
                </p14:cNvPr>
                <p14:cNvContentPartPr/>
                <p14:nvPr/>
              </p14:nvContentPartPr>
              <p14:xfrm>
                <a:off x="9187329" y="2960857"/>
                <a:ext cx="842760" cy="7509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A88C6E4-1AC6-D29D-8959-61ACE15A825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51689" y="2925217"/>
                  <a:ext cx="914400" cy="82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95631A9-5E89-7819-486D-72C91D99C9BB}"/>
                    </a:ext>
                  </a:extLst>
                </p14:cNvPr>
                <p14:cNvContentPartPr/>
                <p14:nvPr/>
              </p14:nvContentPartPr>
              <p14:xfrm>
                <a:off x="8924529" y="2788777"/>
                <a:ext cx="946800" cy="927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1C4EF11-0D3F-849A-698B-C33DD321B0B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888889" y="2753137"/>
                  <a:ext cx="1018440" cy="9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ECC07D5-8822-E144-A547-22ACC3EA5378}"/>
                    </a:ext>
                  </a:extLst>
                </p14:cNvPr>
                <p14:cNvContentPartPr/>
                <p14:nvPr/>
              </p14:nvContentPartPr>
              <p14:xfrm>
                <a:off x="8637969" y="2616337"/>
                <a:ext cx="1111680" cy="1112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AF3DA8F-01F2-11E4-397C-2B050CB55B3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01969" y="2580337"/>
                  <a:ext cx="1183320" cy="11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0BEB989-01C0-544B-2B85-D3237638F693}"/>
                    </a:ext>
                  </a:extLst>
                </p14:cNvPr>
                <p14:cNvContentPartPr/>
                <p14:nvPr/>
              </p14:nvContentPartPr>
              <p14:xfrm>
                <a:off x="8379849" y="2406817"/>
                <a:ext cx="1226880" cy="1239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CC1D11B-DFDC-4CF0-9E9C-36C63197D4C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343849" y="2370817"/>
                  <a:ext cx="1298520" cy="13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8DBB939-FAEB-0785-9EE7-374B57080CFC}"/>
                    </a:ext>
                  </a:extLst>
                </p14:cNvPr>
                <p14:cNvContentPartPr/>
                <p14:nvPr/>
              </p14:nvContentPartPr>
              <p14:xfrm>
                <a:off x="8146929" y="2280097"/>
                <a:ext cx="1224360" cy="1410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E23BF70-8191-63F2-E38A-7F4AA26D240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10929" y="2244457"/>
                  <a:ext cx="1296000" cy="14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B112AC1-05B3-0E25-9A87-A8EAEBE4F368}"/>
                    </a:ext>
                  </a:extLst>
                </p14:cNvPr>
                <p14:cNvContentPartPr/>
                <p14:nvPr/>
              </p14:nvContentPartPr>
              <p14:xfrm>
                <a:off x="8003649" y="3161377"/>
                <a:ext cx="412920" cy="556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DD0F39B-CC8B-20A6-98DA-5E61E985866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67649" y="3125737"/>
                  <a:ext cx="484560" cy="6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19C6ED8-58D0-5350-CD75-1CE911C825A2}"/>
                    </a:ext>
                  </a:extLst>
                </p14:cNvPr>
                <p14:cNvContentPartPr/>
                <p14:nvPr/>
              </p14:nvContentPartPr>
              <p14:xfrm>
                <a:off x="7687569" y="3529657"/>
                <a:ext cx="294840" cy="301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A995F90-6BD2-9742-20C3-9D83DA450DE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51929" y="3493657"/>
                  <a:ext cx="3664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3545B9F-20FC-EEB9-939E-8F1010538013}"/>
                    </a:ext>
                  </a:extLst>
                </p14:cNvPr>
                <p14:cNvContentPartPr/>
                <p14:nvPr/>
              </p14:nvContentPartPr>
              <p14:xfrm>
                <a:off x="7483809" y="3575737"/>
                <a:ext cx="298440" cy="235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FF4F252-2B9E-C38F-D768-D4358D7F2DA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47809" y="3540097"/>
                  <a:ext cx="3700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B0F0C70-2995-45E7-DF9B-DBE56E488933}"/>
                    </a:ext>
                  </a:extLst>
                </p14:cNvPr>
                <p14:cNvContentPartPr/>
                <p14:nvPr/>
              </p14:nvContentPartPr>
              <p14:xfrm>
                <a:off x="8434569" y="2117377"/>
                <a:ext cx="754920" cy="771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D2A6F2D-BE52-2528-E232-EB52A878682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98929" y="2081737"/>
                  <a:ext cx="826560" cy="84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295FFE7-9648-90BE-EE45-48012F18FE68}"/>
                    </a:ext>
                  </a:extLst>
                </p14:cNvPr>
                <p14:cNvContentPartPr/>
                <p14:nvPr/>
              </p14:nvContentPartPr>
              <p14:xfrm>
                <a:off x="8816529" y="1451737"/>
                <a:ext cx="391680" cy="903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77A98CC-BA59-609A-741A-3794335F341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80889" y="1415737"/>
                  <a:ext cx="463320" cy="9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D081D9F-6E61-EC9F-5DD1-2DEC8B389A6F}"/>
                    </a:ext>
                  </a:extLst>
                </p14:cNvPr>
                <p14:cNvContentPartPr/>
                <p14:nvPr/>
              </p14:nvContentPartPr>
              <p14:xfrm>
                <a:off x="8990409" y="1101457"/>
                <a:ext cx="388080" cy="2854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D50D1DC-74EE-EA96-839E-801B0C2A0C4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54769" y="1065817"/>
                  <a:ext cx="4597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2530F1D-CD6A-60D2-3C77-89D8EF2A3B03}"/>
                    </a:ext>
                  </a:extLst>
                </p14:cNvPr>
                <p14:cNvContentPartPr/>
                <p14:nvPr/>
              </p14:nvContentPartPr>
              <p14:xfrm>
                <a:off x="9505929" y="1077697"/>
                <a:ext cx="318960" cy="317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1678B00-58E2-CFBB-8982-3D6C97DE0F5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469929" y="1041697"/>
                  <a:ext cx="3906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317A314-7295-6A0B-0D2F-E98AEE5D30EE}"/>
                    </a:ext>
                  </a:extLst>
                </p14:cNvPr>
                <p14:cNvContentPartPr/>
                <p14:nvPr/>
              </p14:nvContentPartPr>
              <p14:xfrm>
                <a:off x="8506209" y="1233937"/>
                <a:ext cx="259920" cy="2250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0DD0693-191D-16E3-AD79-877BA9BE531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70209" y="1198297"/>
                  <a:ext cx="3315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EB3F330-729B-8780-B837-6EB6670743A8}"/>
                    </a:ext>
                  </a:extLst>
                </p14:cNvPr>
                <p14:cNvContentPartPr/>
                <p14:nvPr/>
              </p14:nvContentPartPr>
              <p14:xfrm>
                <a:off x="8896809" y="1359577"/>
                <a:ext cx="27360" cy="255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4E819A8-3A6B-8A9B-9774-8F8F9E7C009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860809" y="1323577"/>
                  <a:ext cx="990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C573B63-D133-5A78-A359-7C16F2FD656C}"/>
                    </a:ext>
                  </a:extLst>
                </p14:cNvPr>
                <p14:cNvContentPartPr/>
                <p14:nvPr/>
              </p14:nvContentPartPr>
              <p14:xfrm>
                <a:off x="9886089" y="1124857"/>
                <a:ext cx="71280" cy="2066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0FCB155-4413-B0D2-C470-EFCF3AE68A7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850089" y="1088857"/>
                  <a:ext cx="1429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6989C61-69AB-DDB2-F5E3-79F67183A0FA}"/>
                    </a:ext>
                  </a:extLst>
                </p14:cNvPr>
                <p14:cNvContentPartPr/>
                <p14:nvPr/>
              </p14:nvContentPartPr>
              <p14:xfrm>
                <a:off x="10113249" y="1066537"/>
                <a:ext cx="219600" cy="299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0ACED7C-766C-F670-D688-A93BC855781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077609" y="1030537"/>
                  <a:ext cx="29124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E22014D-9B4C-890F-F8B2-EAAAB50A6A40}"/>
                    </a:ext>
                  </a:extLst>
                </p14:cNvPr>
                <p14:cNvContentPartPr/>
                <p14:nvPr/>
              </p14:nvContentPartPr>
              <p14:xfrm>
                <a:off x="10061049" y="3612817"/>
                <a:ext cx="236160" cy="108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DCD97DD-E4E9-CB60-21F5-9EBF9DB23BD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25409" y="3576817"/>
                  <a:ext cx="3078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E260A43-0D74-3D95-4C5F-7D84780EE237}"/>
                    </a:ext>
                  </a:extLst>
                </p14:cNvPr>
                <p14:cNvContentPartPr/>
                <p14:nvPr/>
              </p14:nvContentPartPr>
              <p14:xfrm>
                <a:off x="10035849" y="3505897"/>
                <a:ext cx="524160" cy="254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940A452-05F6-365B-389E-1460A2EAB5E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999849" y="3470257"/>
                  <a:ext cx="5958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37107AA-4C47-CEA4-5C2D-BBF3F9A54C39}"/>
                    </a:ext>
                  </a:extLst>
                </p14:cNvPr>
                <p14:cNvContentPartPr/>
                <p14:nvPr/>
              </p14:nvContentPartPr>
              <p14:xfrm>
                <a:off x="10080129" y="3380617"/>
                <a:ext cx="580320" cy="3038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C905B9E-8D56-E3DA-E0B1-2249E81335A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044129" y="3344617"/>
                  <a:ext cx="65196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6C951A3-0DF0-4CD4-E0E1-0D1577697A4D}"/>
                    </a:ext>
                  </a:extLst>
                </p14:cNvPr>
                <p14:cNvContentPartPr/>
                <p14:nvPr/>
              </p14:nvContentPartPr>
              <p14:xfrm>
                <a:off x="10058169" y="3225457"/>
                <a:ext cx="347040" cy="1317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139F36C-4628-A75F-DDCA-A5C607A81F2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022529" y="3189457"/>
                  <a:ext cx="4186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819E5A1-F41D-9067-6526-2117EB922BE2}"/>
                    </a:ext>
                  </a:extLst>
                </p14:cNvPr>
                <p14:cNvContentPartPr/>
                <p14:nvPr/>
              </p14:nvContentPartPr>
              <p14:xfrm>
                <a:off x="10299369" y="2875537"/>
                <a:ext cx="482400" cy="502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18691D6-0551-90A1-590B-E073F05DA30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263729" y="2839897"/>
                  <a:ext cx="55404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8FC4D13-BEF5-44F9-B5B4-086C947C0A81}"/>
                    </a:ext>
                  </a:extLst>
                </p14:cNvPr>
                <p14:cNvContentPartPr/>
                <p14:nvPr/>
              </p14:nvContentPartPr>
              <p14:xfrm>
                <a:off x="10857369" y="2669977"/>
                <a:ext cx="195480" cy="170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8A51A13-DEBE-CEA6-EFD6-B63B2938901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821369" y="2634337"/>
                  <a:ext cx="2671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95C41D7-FBB8-95CB-188C-D81057620BE0}"/>
                    </a:ext>
                  </a:extLst>
                </p14:cNvPr>
                <p14:cNvContentPartPr/>
                <p14:nvPr/>
              </p14:nvContentPartPr>
              <p14:xfrm>
                <a:off x="11148249" y="2795257"/>
                <a:ext cx="24480" cy="21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D77907A-ECEA-BDD2-8694-0A8CE5FE656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112249" y="2759257"/>
                  <a:ext cx="961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0EFFE20-6E41-3056-995A-94C7303E3BC4}"/>
                    </a:ext>
                  </a:extLst>
                </p14:cNvPr>
                <p14:cNvContentPartPr/>
                <p14:nvPr/>
              </p14:nvContentPartPr>
              <p14:xfrm>
                <a:off x="11237169" y="2663857"/>
                <a:ext cx="46080" cy="1828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87EC113-713E-E36E-2A92-9FBEA7AF042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201529" y="2628217"/>
                  <a:ext cx="1177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2441C59-B851-991B-523A-E104DC605C0C}"/>
                    </a:ext>
                  </a:extLst>
                </p14:cNvPr>
                <p14:cNvContentPartPr/>
                <p14:nvPr/>
              </p14:nvContentPartPr>
              <p14:xfrm>
                <a:off x="11375409" y="2657377"/>
                <a:ext cx="151560" cy="198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B569B6F-1015-A6A4-7036-89A799C4CE3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339409" y="2621377"/>
                  <a:ext cx="2232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E4D0226-74BB-5C69-626F-C48CD7368673}"/>
                    </a:ext>
                  </a:extLst>
                </p14:cNvPr>
                <p14:cNvContentPartPr/>
                <p14:nvPr/>
              </p14:nvContentPartPr>
              <p14:xfrm>
                <a:off x="11445969" y="2615617"/>
                <a:ext cx="118800" cy="489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D2B757C-7F36-F206-A4A3-CCECBA16C88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410329" y="2579617"/>
                  <a:ext cx="1904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CB4333D-E9EC-3B05-B59D-43B979C898AD}"/>
                    </a:ext>
                  </a:extLst>
                </p14:cNvPr>
                <p14:cNvContentPartPr/>
                <p14:nvPr/>
              </p14:nvContentPartPr>
              <p14:xfrm>
                <a:off x="11537049" y="2657377"/>
                <a:ext cx="136800" cy="1364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ABD7CD8-008B-0726-10DF-6FF3E0396C7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501049" y="2621737"/>
                  <a:ext cx="208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62E8D8E-4929-BAD5-4D09-A1B24A7C5A63}"/>
                    </a:ext>
                  </a:extLst>
                </p14:cNvPr>
                <p14:cNvContentPartPr/>
                <p14:nvPr/>
              </p14:nvContentPartPr>
              <p14:xfrm>
                <a:off x="11581689" y="2770777"/>
                <a:ext cx="126000" cy="1072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CC7FF87-0102-8503-E60B-20035EBC30F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1545689" y="2734777"/>
                  <a:ext cx="1976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45B8939-EA2F-0161-6665-0114E425D226}"/>
                    </a:ext>
                  </a:extLst>
                </p14:cNvPr>
                <p14:cNvContentPartPr/>
                <p14:nvPr/>
              </p14:nvContentPartPr>
              <p14:xfrm>
                <a:off x="11821449" y="2594737"/>
                <a:ext cx="201960" cy="276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5F65F1C-8A0B-7A42-BC49-C2B1F0200F3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785449" y="2559097"/>
                  <a:ext cx="2736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E54073F-1150-822D-41FF-D9669457755B}"/>
                    </a:ext>
                  </a:extLst>
                </p14:cNvPr>
                <p14:cNvContentPartPr/>
                <p14:nvPr/>
              </p14:nvContentPartPr>
              <p14:xfrm>
                <a:off x="11898129" y="2739817"/>
                <a:ext cx="204480" cy="38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95E575D-3E5B-38E8-E925-84C47AA9AC7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862129" y="2703817"/>
                  <a:ext cx="27612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71DC304-D76E-97EB-D2A6-C7AD2376DA8C}"/>
              </a:ext>
            </a:extLst>
          </p:cNvPr>
          <p:cNvGrpSpPr/>
          <p:nvPr/>
        </p:nvGrpSpPr>
        <p:grpSpPr>
          <a:xfrm>
            <a:off x="10049889" y="2814725"/>
            <a:ext cx="207000" cy="335880"/>
            <a:chOff x="10049889" y="2814725"/>
            <a:chExt cx="207000" cy="3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706D07C-3325-18D7-0996-3D98738D16C0}"/>
                    </a:ext>
                  </a:extLst>
                </p14:cNvPr>
                <p14:cNvContentPartPr/>
                <p14:nvPr/>
              </p14:nvContentPartPr>
              <p14:xfrm>
                <a:off x="10093449" y="2864405"/>
                <a:ext cx="144000" cy="286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706D07C-3325-18D7-0996-3D98738D16C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057449" y="2828765"/>
                  <a:ext cx="21564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EA3C0A0-48B2-A244-B62B-0D8F6DFF528B}"/>
                    </a:ext>
                  </a:extLst>
                </p14:cNvPr>
                <p14:cNvContentPartPr/>
                <p14:nvPr/>
              </p14:nvContentPartPr>
              <p14:xfrm>
                <a:off x="10049889" y="2814725"/>
                <a:ext cx="207000" cy="129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EA3C0A0-48B2-A244-B62B-0D8F6DFF528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014249" y="2778725"/>
                  <a:ext cx="27864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B037D1A-6D2E-2943-736E-51F7C9EAFFBB}"/>
              </a:ext>
            </a:extLst>
          </p:cNvPr>
          <p:cNvGrpSpPr/>
          <p:nvPr/>
        </p:nvGrpSpPr>
        <p:grpSpPr>
          <a:xfrm>
            <a:off x="10393329" y="3057725"/>
            <a:ext cx="1658520" cy="355320"/>
            <a:chOff x="10393329" y="3057725"/>
            <a:chExt cx="165852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03D08DC-9C9D-39E8-595D-8147FB33DD5A}"/>
                    </a:ext>
                  </a:extLst>
                </p14:cNvPr>
                <p14:cNvContentPartPr/>
                <p14:nvPr/>
              </p14:nvContentPartPr>
              <p14:xfrm>
                <a:off x="10407729" y="3183005"/>
                <a:ext cx="151200" cy="230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03D08DC-9C9D-39E8-595D-8147FB33DD5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372089" y="3147005"/>
                  <a:ext cx="2228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8E180A5-170D-2EB3-D854-360B83796B5F}"/>
                    </a:ext>
                  </a:extLst>
                </p14:cNvPr>
                <p14:cNvContentPartPr/>
                <p14:nvPr/>
              </p14:nvContentPartPr>
              <p14:xfrm>
                <a:off x="10678809" y="3128285"/>
                <a:ext cx="174600" cy="264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8E180A5-170D-2EB3-D854-360B83796B5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642809" y="3092645"/>
                  <a:ext cx="2462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4D1ED59-EFEB-1B6F-E66F-3B6BC2541F9A}"/>
                    </a:ext>
                  </a:extLst>
                </p14:cNvPr>
                <p14:cNvContentPartPr/>
                <p14:nvPr/>
              </p14:nvContentPartPr>
              <p14:xfrm>
                <a:off x="10639929" y="3266525"/>
                <a:ext cx="155520" cy="36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4D1ED59-EFEB-1B6F-E66F-3B6BC2541F9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604289" y="3230885"/>
                  <a:ext cx="227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903410D-3E16-793C-ED6D-8FE79944C312}"/>
                    </a:ext>
                  </a:extLst>
                </p14:cNvPr>
                <p14:cNvContentPartPr/>
                <p14:nvPr/>
              </p14:nvContentPartPr>
              <p14:xfrm>
                <a:off x="10393329" y="3057725"/>
                <a:ext cx="16200" cy="182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903410D-3E16-793C-ED6D-8FE79944C31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357689" y="3022085"/>
                  <a:ext cx="878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2F09D88-582C-8FE8-D8BA-BD8A9BFD9690}"/>
                    </a:ext>
                  </a:extLst>
                </p14:cNvPr>
                <p14:cNvContentPartPr/>
                <p14:nvPr/>
              </p14:nvContentPartPr>
              <p14:xfrm>
                <a:off x="10892289" y="3222245"/>
                <a:ext cx="95400" cy="2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2F09D88-582C-8FE8-D8BA-BD8A9BFD969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856649" y="3186605"/>
                  <a:ext cx="1670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A1188F2-43EB-A5A9-6B8E-3C77347B92DF}"/>
                    </a:ext>
                  </a:extLst>
                </p14:cNvPr>
                <p14:cNvContentPartPr/>
                <p14:nvPr/>
              </p14:nvContentPartPr>
              <p14:xfrm>
                <a:off x="10874289" y="3299285"/>
                <a:ext cx="90720" cy="12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A1188F2-43EB-A5A9-6B8E-3C77347B92D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838289" y="3263645"/>
                  <a:ext cx="1623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A7A7917-EAD9-9557-B8A7-911EDE09FF93}"/>
                    </a:ext>
                  </a:extLst>
                </p14:cNvPr>
                <p14:cNvContentPartPr/>
                <p14:nvPr/>
              </p14:nvContentPartPr>
              <p14:xfrm>
                <a:off x="11092449" y="3166445"/>
                <a:ext cx="45720" cy="232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A7A7917-EAD9-9557-B8A7-911EDE09FF9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056449" y="3130805"/>
                  <a:ext cx="1173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D4B6BA2-C402-F918-BF63-ECF12D8E0C65}"/>
                    </a:ext>
                  </a:extLst>
                </p14:cNvPr>
                <p14:cNvContentPartPr/>
                <p14:nvPr/>
              </p14:nvContentPartPr>
              <p14:xfrm>
                <a:off x="11198289" y="3186965"/>
                <a:ext cx="206280" cy="200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D4B6BA2-C402-F918-BF63-ECF12D8E0C6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1162649" y="3151325"/>
                  <a:ext cx="2779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C7039BB-594A-9EED-64BE-409DC90C159F}"/>
                    </a:ext>
                  </a:extLst>
                </p14:cNvPr>
                <p14:cNvContentPartPr/>
                <p14:nvPr/>
              </p14:nvContentPartPr>
              <p14:xfrm>
                <a:off x="11437689" y="3226565"/>
                <a:ext cx="154080" cy="140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C7039BB-594A-9EED-64BE-409DC90C159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402049" y="3190925"/>
                  <a:ext cx="2257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2E09009-4465-4601-7687-07A8C54BF864}"/>
                    </a:ext>
                  </a:extLst>
                </p14:cNvPr>
                <p14:cNvContentPartPr/>
                <p14:nvPr/>
              </p14:nvContentPartPr>
              <p14:xfrm>
                <a:off x="11749449" y="3253205"/>
                <a:ext cx="95760" cy="138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2E09009-4465-4601-7687-07A8C54BF86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713809" y="3217565"/>
                  <a:ext cx="1674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FBF4A4B-CEF2-229B-F93D-F85B4E57136E}"/>
                    </a:ext>
                  </a:extLst>
                </p14:cNvPr>
                <p14:cNvContentPartPr/>
                <p14:nvPr/>
              </p14:nvContentPartPr>
              <p14:xfrm>
                <a:off x="11891289" y="3262205"/>
                <a:ext cx="160560" cy="142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FBF4A4B-CEF2-229B-F93D-F85B4E57136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1855289" y="3226565"/>
                  <a:ext cx="232200" cy="214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48179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86008-5D97-0765-3AF9-EE0EC3614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16" y="188145"/>
            <a:ext cx="7097064" cy="450952"/>
          </a:xfrm>
        </p:spPr>
        <p:txBody>
          <a:bodyPr>
            <a:normAutofit fontScale="90000"/>
          </a:bodyPr>
          <a:lstStyle/>
          <a:p>
            <a:r>
              <a:rPr lang="en-US" dirty="0"/>
              <a:t>(OPTIONAL)Normal Distribution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824A4-3BCF-0038-7DF9-D5D03342F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922" y="832566"/>
            <a:ext cx="11727426" cy="285453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A normal distribution, also known as a Gaussian distribution or bell curve, is a symmetrical probability distribution where most data points cluster around the mean, with values farther from the mean occurring less frequently. This distribution is commonly used to model phenomena like </a:t>
            </a:r>
            <a:r>
              <a:rPr lang="en-US" dirty="0" err="1"/>
              <a:t>heights,etc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Key Characteristics of a Normal Distribution: </a:t>
            </a:r>
          </a:p>
          <a:p>
            <a:r>
              <a:rPr lang="en-US" dirty="0"/>
              <a:t>Symmetry: The distribution is symmetrical around the mean, with the right side of the center mirroring the left. </a:t>
            </a:r>
          </a:p>
          <a:p>
            <a:r>
              <a:rPr lang="en-US" dirty="0"/>
              <a:t>Unimodal: It has only one peak, representing the most frequent data value. </a:t>
            </a:r>
          </a:p>
          <a:p>
            <a:r>
              <a:rPr lang="en-US" dirty="0"/>
              <a:t>Asymptotic Tails: The tails of the curve extend infinitely but never quite touch the x-axis. </a:t>
            </a:r>
          </a:p>
          <a:p>
            <a:r>
              <a:rPr lang="en-US" dirty="0"/>
              <a:t>Mean, Median, and Mode: These three measures of central tendency are all equal in a normal distribution. </a:t>
            </a:r>
          </a:p>
          <a:p>
            <a:r>
              <a:rPr lang="en-US" dirty="0"/>
              <a:t>Area Under the Curve: The total area under the curve represents 1, and the area under the curve corresponds to probabilities. </a:t>
            </a:r>
          </a:p>
          <a:p>
            <a:r>
              <a:rPr lang="en-US" dirty="0"/>
              <a:t>Empirical Rule (68-95-99.7 Rule): Approximately 68% of the data falls within one standard deviation of the mean, 95% within two standard deviations, and 99.7% within three standard deviations.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F10A83-4C6C-0E44-C4E6-642D8C09E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319" y="3428703"/>
            <a:ext cx="5128704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440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2374" y="1029153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Expectation &amp; Variance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Expected value (mean)</a:t>
            </a:r>
            <a:r>
              <a:rPr lang="en-US" dirty="0"/>
              <a:t>: E[X] = Σ x · P(X=x)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Variance</a:t>
            </a:r>
            <a:r>
              <a:rPr lang="en-US" dirty="0"/>
              <a:t>: </a:t>
            </a:r>
            <a:r>
              <a:rPr lang="en-US" dirty="0" err="1"/>
              <a:t>Var</a:t>
            </a:r>
            <a:r>
              <a:rPr lang="en-US" dirty="0"/>
              <a:t>(X) = E[(X – μ)²]</a:t>
            </a:r>
            <a:br>
              <a:rPr lang="en-US" dirty="0"/>
            </a:br>
            <a:r>
              <a:rPr lang="en-US" dirty="0"/>
              <a:t>→ Measures spread / uncertainty.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Toss coin: X = 1 if Head, 0 if Tail.</a:t>
            </a:r>
            <a:br>
              <a:rPr lang="en-US" dirty="0"/>
            </a:br>
            <a:r>
              <a:rPr lang="en-US" dirty="0"/>
              <a:t>E[X] = 0.5, </a:t>
            </a:r>
            <a:r>
              <a:rPr lang="en-US" dirty="0" err="1"/>
              <a:t>Var</a:t>
            </a:r>
            <a:r>
              <a:rPr lang="en-US" dirty="0"/>
              <a:t>(X) = 0.25.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51" y="3523717"/>
            <a:ext cx="4839375" cy="26292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7229" y="369116"/>
            <a:ext cx="16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(p3)</a:t>
            </a:r>
          </a:p>
        </p:txBody>
      </p:sp>
    </p:spTree>
    <p:extLst>
      <p:ext uri="{BB962C8B-B14F-4D97-AF65-F5344CB8AC3E}">
        <p14:creationId xmlns:p14="http://schemas.microsoft.com/office/powerpoint/2010/main" val="4118997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3186" y="517424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What is the Central Limit Theorem (CLT)?</a:t>
            </a:r>
          </a:p>
          <a:p>
            <a:r>
              <a:rPr lang="en-US" b="1" dirty="0"/>
              <a:t>In simple terms: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Central Limit Theorem</a:t>
            </a:r>
            <a:r>
              <a:rPr lang="en-US" dirty="0"/>
              <a:t> says that </a:t>
            </a:r>
            <a:r>
              <a:rPr lang="en-US" b="1" dirty="0"/>
              <a:t>no matter what the shape of the original population distribution is</a:t>
            </a:r>
            <a:r>
              <a:rPr lang="en-US" dirty="0"/>
              <a:t>, the </a:t>
            </a:r>
            <a:r>
              <a:rPr lang="en-US" b="1" dirty="0"/>
              <a:t>distribution of the sample means</a:t>
            </a:r>
            <a:r>
              <a:rPr lang="en-US" dirty="0"/>
              <a:t> will: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Approximate a Normal Distribution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As the </a:t>
            </a:r>
            <a:r>
              <a:rPr lang="en-US" b="1" dirty="0"/>
              <a:t>sample size (n)</a:t>
            </a:r>
            <a:r>
              <a:rPr lang="en-US" dirty="0"/>
              <a:t> gets </a:t>
            </a:r>
            <a:r>
              <a:rPr lang="en-US" b="1" dirty="0"/>
              <a:t>larger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53795" y="2639841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 Key idea: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population</a:t>
            </a:r>
            <a:r>
              <a:rPr lang="en-US" dirty="0"/>
              <a:t> can be anything: skewed, uniform, bimodal, weird shape.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you </a:t>
            </a:r>
            <a:r>
              <a:rPr lang="en-US" b="1" dirty="0"/>
              <a:t>randomly sample</a:t>
            </a:r>
            <a:r>
              <a:rPr lang="en-US" dirty="0"/>
              <a:t> from it repeatedly and calculate the </a:t>
            </a:r>
            <a:r>
              <a:rPr lang="en-US" b="1" dirty="0"/>
              <a:t>mean</a:t>
            </a:r>
            <a:r>
              <a:rPr lang="en-US" dirty="0"/>
              <a:t> each time,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Then the </a:t>
            </a:r>
            <a:r>
              <a:rPr lang="en-US" b="1" dirty="0"/>
              <a:t>distribution of those means</a:t>
            </a:r>
            <a:r>
              <a:rPr lang="en-US" dirty="0"/>
              <a:t> will tend toward a </a:t>
            </a:r>
            <a:r>
              <a:rPr lang="en-US" b="1" dirty="0"/>
              <a:t>normal distribution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8" y="4762258"/>
            <a:ext cx="6227748" cy="19343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229" y="209725"/>
            <a:ext cx="16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(p4)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37AD75F-AF6E-2432-68D3-946B3937C860}"/>
                  </a:ext>
                </a:extLst>
              </p14:cNvPr>
              <p14:cNvContentPartPr/>
              <p14:nvPr/>
            </p14:nvContentPartPr>
            <p14:xfrm>
              <a:off x="7673307" y="2040596"/>
              <a:ext cx="1914120" cy="30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37AD75F-AF6E-2432-68D3-946B3937C8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64307" y="2031956"/>
                <a:ext cx="193176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2A8E2AA-6DD6-6DA9-006A-7C214D478DFC}"/>
                  </a:ext>
                </a:extLst>
              </p14:cNvPr>
              <p14:cNvContentPartPr/>
              <p14:nvPr/>
            </p14:nvContentPartPr>
            <p14:xfrm>
              <a:off x="7762947" y="2389796"/>
              <a:ext cx="1733040" cy="6206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2A8E2AA-6DD6-6DA9-006A-7C214D478DF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54307" y="2380796"/>
                <a:ext cx="1750680" cy="63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E3D0B940-5ADB-EC9B-208A-8D0807F715DE}"/>
              </a:ext>
            </a:extLst>
          </p:cNvPr>
          <p:cNvGrpSpPr/>
          <p:nvPr/>
        </p:nvGrpSpPr>
        <p:grpSpPr>
          <a:xfrm>
            <a:off x="7793907" y="5039036"/>
            <a:ext cx="3590640" cy="1022760"/>
            <a:chOff x="7793907" y="5039036"/>
            <a:chExt cx="3590640" cy="102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0B44393-74BD-EDD3-58AE-413C7C9FEF22}"/>
                    </a:ext>
                  </a:extLst>
                </p14:cNvPr>
                <p14:cNvContentPartPr/>
                <p14:nvPr/>
              </p14:nvContentPartPr>
              <p14:xfrm>
                <a:off x="8096307" y="5039036"/>
                <a:ext cx="3288240" cy="884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0B44393-74BD-EDD3-58AE-413C7C9FEF2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087667" y="5030396"/>
                  <a:ext cx="3305880" cy="90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9BA8413-BCDE-0636-B82A-AE215F9E8F99}"/>
                    </a:ext>
                  </a:extLst>
                </p14:cNvPr>
                <p14:cNvContentPartPr/>
                <p14:nvPr/>
              </p14:nvContentPartPr>
              <p14:xfrm>
                <a:off x="7793907" y="5979716"/>
                <a:ext cx="3459240" cy="82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9BA8413-BCDE-0636-B82A-AE215F9E8F9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84907" y="5970716"/>
                  <a:ext cx="3476880" cy="9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21D5C33-3155-CCFB-1B17-A9C8B6F006B0}"/>
                  </a:ext>
                </a:extLst>
              </p14:cNvPr>
              <p14:cNvContentPartPr/>
              <p14:nvPr/>
            </p14:nvContentPartPr>
            <p14:xfrm>
              <a:off x="4335747" y="3217436"/>
              <a:ext cx="632160" cy="450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21D5C33-3155-CCFB-1B17-A9C8B6F006B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27107" y="3208436"/>
                <a:ext cx="649800" cy="6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96AFC2D4-E58F-FB57-E3EF-6012006CD34C}"/>
              </a:ext>
            </a:extLst>
          </p:cNvPr>
          <p:cNvGrpSpPr/>
          <p:nvPr/>
        </p:nvGrpSpPr>
        <p:grpSpPr>
          <a:xfrm>
            <a:off x="4023987" y="932876"/>
            <a:ext cx="6378840" cy="4592880"/>
            <a:chOff x="4023987" y="932876"/>
            <a:chExt cx="6378840" cy="459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8F96058-6D0B-8A2B-9F0B-6649441C9AA0}"/>
                    </a:ext>
                  </a:extLst>
                </p14:cNvPr>
                <p14:cNvContentPartPr/>
                <p14:nvPr/>
              </p14:nvContentPartPr>
              <p14:xfrm>
                <a:off x="8060307" y="4002956"/>
                <a:ext cx="43920" cy="588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8F96058-6D0B-8A2B-9F0B-6649441C9AA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051667" y="3994316"/>
                  <a:ext cx="61560" cy="60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1C66000-1E2E-183C-0EA4-4E3492D58AF9}"/>
                    </a:ext>
                  </a:extLst>
                </p14:cNvPr>
                <p14:cNvContentPartPr/>
                <p14:nvPr/>
              </p14:nvContentPartPr>
              <p14:xfrm>
                <a:off x="8105307" y="3909716"/>
                <a:ext cx="1974600" cy="696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1C66000-1E2E-183C-0EA4-4E3492D58AF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096667" y="3900716"/>
                  <a:ext cx="199224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D3356FF-9DFD-6F7C-F2AB-6B878F333189}"/>
                    </a:ext>
                  </a:extLst>
                </p14:cNvPr>
                <p14:cNvContentPartPr/>
                <p14:nvPr/>
              </p14:nvContentPartPr>
              <p14:xfrm>
                <a:off x="7705347" y="4587956"/>
                <a:ext cx="2697480" cy="60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D3356FF-9DFD-6F7C-F2AB-6B878F33318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696707" y="4578956"/>
                  <a:ext cx="27151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02AB250-1D7F-0C8E-C402-E632E00E9F8E}"/>
                    </a:ext>
                  </a:extLst>
                </p14:cNvPr>
                <p14:cNvContentPartPr/>
                <p14:nvPr/>
              </p14:nvContentPartPr>
              <p14:xfrm>
                <a:off x="7648467" y="2668796"/>
                <a:ext cx="2120760" cy="639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02AB250-1D7F-0C8E-C402-E632E00E9F8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639467" y="2660156"/>
                  <a:ext cx="213840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BED938A-2411-A246-8ED3-2F629BE066BC}"/>
                    </a:ext>
                  </a:extLst>
                </p14:cNvPr>
                <p14:cNvContentPartPr/>
                <p14:nvPr/>
              </p14:nvContentPartPr>
              <p14:xfrm>
                <a:off x="7578267" y="2676356"/>
                <a:ext cx="180720" cy="99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BED938A-2411-A246-8ED3-2F629BE066B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569627" y="2667716"/>
                  <a:ext cx="1983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9076AB4-84FC-DA98-D99B-E076581EB1EF}"/>
                    </a:ext>
                  </a:extLst>
                </p14:cNvPr>
                <p14:cNvContentPartPr/>
                <p14:nvPr/>
              </p14:nvContentPartPr>
              <p14:xfrm>
                <a:off x="7891467" y="1061036"/>
                <a:ext cx="2123640" cy="927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9076AB4-84FC-DA98-D99B-E076581EB1E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882827" y="1052396"/>
                  <a:ext cx="2141280" cy="9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E100588-259E-7BD5-3529-D9D8B0E7A2AE}"/>
                    </a:ext>
                  </a:extLst>
                </p14:cNvPr>
                <p14:cNvContentPartPr/>
                <p14:nvPr/>
              </p14:nvContentPartPr>
              <p14:xfrm>
                <a:off x="9462867" y="2069396"/>
                <a:ext cx="288000" cy="24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E100588-259E-7BD5-3529-D9D8B0E7A2A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454227" y="2060756"/>
                  <a:ext cx="3056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5A48D01-CBC3-7AAF-16C9-EAB0F3BD12FD}"/>
                    </a:ext>
                  </a:extLst>
                </p14:cNvPr>
                <p14:cNvContentPartPr/>
                <p14:nvPr/>
              </p14:nvContentPartPr>
              <p14:xfrm>
                <a:off x="9547827" y="2018636"/>
                <a:ext cx="355320" cy="223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5A48D01-CBC3-7AAF-16C9-EAB0F3BD12F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538827" y="2009636"/>
                  <a:ext cx="3729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76C0520-9EE7-6203-54C2-899B97CE073C}"/>
                    </a:ext>
                  </a:extLst>
                </p14:cNvPr>
                <p14:cNvContentPartPr/>
                <p14:nvPr/>
              </p14:nvContentPartPr>
              <p14:xfrm>
                <a:off x="7584747" y="1981556"/>
                <a:ext cx="225360" cy="140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76C0520-9EE7-6203-54C2-899B97CE073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575747" y="1972556"/>
                  <a:ext cx="2430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131FA8C-1A07-F5E6-A015-F8575D5097DA}"/>
                    </a:ext>
                  </a:extLst>
                </p14:cNvPr>
                <p14:cNvContentPartPr/>
                <p14:nvPr/>
              </p14:nvContentPartPr>
              <p14:xfrm>
                <a:off x="4023987" y="2397356"/>
                <a:ext cx="2529360" cy="588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131FA8C-1A07-F5E6-A015-F8575D5097D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014987" y="2388356"/>
                  <a:ext cx="254700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30A1847-86EA-D3D2-3157-AF2EAFA2689F}"/>
                    </a:ext>
                  </a:extLst>
                </p14:cNvPr>
                <p14:cNvContentPartPr/>
                <p14:nvPr/>
              </p14:nvContentPartPr>
              <p14:xfrm>
                <a:off x="7184787" y="932876"/>
                <a:ext cx="396000" cy="2749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30A1847-86EA-D3D2-3157-AF2EAFA2689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75787" y="924236"/>
                  <a:ext cx="413640" cy="27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55F435B-F24B-2F45-4D8C-5E80B82BF65D}"/>
                    </a:ext>
                  </a:extLst>
                </p14:cNvPr>
                <p14:cNvContentPartPr/>
                <p14:nvPr/>
              </p14:nvContentPartPr>
              <p14:xfrm>
                <a:off x="4821027" y="2777516"/>
                <a:ext cx="2511720" cy="1413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55F435B-F24B-2F45-4D8C-5E80B82BF65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812387" y="2768876"/>
                  <a:ext cx="2529360" cy="14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93B5053-5492-BFEE-F890-36EC155C9DDF}"/>
                    </a:ext>
                  </a:extLst>
                </p14:cNvPr>
                <p14:cNvContentPartPr/>
                <p14:nvPr/>
              </p14:nvContentPartPr>
              <p14:xfrm>
                <a:off x="5191107" y="3231836"/>
                <a:ext cx="688680" cy="42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93B5053-5492-BFEE-F890-36EC155C9DD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182107" y="3222836"/>
                  <a:ext cx="7063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0C68E85-5B57-7AA2-F314-E56D998BC644}"/>
                    </a:ext>
                  </a:extLst>
                </p14:cNvPr>
                <p14:cNvContentPartPr/>
                <p14:nvPr/>
              </p14:nvContentPartPr>
              <p14:xfrm>
                <a:off x="5553627" y="3283676"/>
                <a:ext cx="2206080" cy="2242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0C68E85-5B57-7AA2-F314-E56D998BC64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544987" y="3275036"/>
                  <a:ext cx="2223720" cy="225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50356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96286" y="1720840"/>
            <a:ext cx="946278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Example:</a:t>
            </a:r>
          </a:p>
          <a:p>
            <a:r>
              <a:rPr lang="en-US" b="1" dirty="0"/>
              <a:t>Suppose</a:t>
            </a:r>
            <a:r>
              <a:rPr lang="en-US" dirty="0"/>
              <a:t> the population is </a:t>
            </a:r>
            <a:r>
              <a:rPr lang="en-US" b="1" dirty="0"/>
              <a:t>daily spending by customers</a:t>
            </a:r>
            <a:r>
              <a:rPr lang="en-US" dirty="0"/>
              <a:t> at a store: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It’s highly </a:t>
            </a:r>
            <a:r>
              <a:rPr lang="en-US" b="1" dirty="0"/>
              <a:t>skewed</a:t>
            </a:r>
            <a:r>
              <a:rPr lang="en-US" dirty="0"/>
              <a:t> because a few people spend a LOT.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Mean daily spending: $50, variance: known.</a:t>
            </a:r>
          </a:p>
          <a:p>
            <a:endParaRPr lang="en-US"/>
          </a:p>
          <a:p>
            <a:r>
              <a:rPr lang="en-US"/>
              <a:t>Now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Take 1 random customer → that spending is </a:t>
            </a:r>
            <a:r>
              <a:rPr lang="en-US" b="1" dirty="0"/>
              <a:t>not normal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But take a </a:t>
            </a:r>
            <a:r>
              <a:rPr lang="en-US" b="1" dirty="0"/>
              <a:t>sample of 100 customers</a:t>
            </a:r>
            <a:r>
              <a:rPr lang="en-US" dirty="0"/>
              <a:t>, find the </a:t>
            </a:r>
            <a:r>
              <a:rPr lang="en-US" b="1" dirty="0"/>
              <a:t>average spending</a:t>
            </a:r>
            <a:r>
              <a:rPr lang="en-US" dirty="0"/>
              <a:t> → that </a:t>
            </a:r>
            <a:r>
              <a:rPr lang="en-US" b="1" dirty="0"/>
              <a:t>average</a:t>
            </a:r>
            <a:r>
              <a:rPr lang="en-US" dirty="0"/>
              <a:t> is nearly </a:t>
            </a:r>
            <a:r>
              <a:rPr lang="en-US" b="1" dirty="0"/>
              <a:t>normally distributed</a:t>
            </a:r>
            <a:r>
              <a:rPr lang="en-US" dirty="0"/>
              <a:t>.</a:t>
            </a:r>
          </a:p>
          <a:p>
            <a:r>
              <a:rPr lang="en-US" dirty="0"/>
              <a:t>If you repeat this process (many samples of 100), the </a:t>
            </a:r>
            <a:r>
              <a:rPr lang="en-US" b="1" dirty="0"/>
              <a:t>histogram of those averages</a:t>
            </a:r>
            <a:r>
              <a:rPr lang="en-US" dirty="0"/>
              <a:t> will look </a:t>
            </a:r>
            <a:r>
              <a:rPr lang="en-US" b="1" dirty="0"/>
              <a:t>bell-shaped</a:t>
            </a:r>
            <a:r>
              <a:rPr lang="en-US" dirty="0"/>
              <a:t>, centered at the true mean ($50).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7229" y="369116"/>
            <a:ext cx="16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</a:t>
            </a:r>
            <a:r>
              <a:rPr lang="en-US"/>
              <a:t>(p5)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207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quantile-quantile( q-q plot) plot is a graphical method for determining if a dataset follows a certain probability distribution or whether two samples of data came from the same </a:t>
            </a:r>
            <a:r>
              <a:rPr lang="en-US" u="sng" dirty="0">
                <a:hlinkClick r:id="rId2"/>
              </a:rPr>
              <a:t>population </a:t>
            </a:r>
            <a:r>
              <a:rPr lang="en-US" dirty="0"/>
              <a:t>or not. Q-Q plots are particularly useful for assessing whether a dataset is </a:t>
            </a:r>
            <a:r>
              <a:rPr lang="en-US" u="sng" dirty="0">
                <a:hlinkClick r:id="rId3"/>
              </a:rPr>
              <a:t>normally distributed </a:t>
            </a:r>
            <a:r>
              <a:rPr lang="en-US" dirty="0"/>
              <a:t>or if it follows some other known distribution</a:t>
            </a:r>
          </a:p>
          <a:p>
            <a:r>
              <a:rPr lang="en-US" dirty="0"/>
              <a:t>They are commonly used in statistics, data analysis, and quality control to check assumptions</a:t>
            </a:r>
          </a:p>
        </p:txBody>
      </p:sp>
    </p:spTree>
    <p:extLst>
      <p:ext uri="{BB962C8B-B14F-4D97-AF65-F5344CB8AC3E}">
        <p14:creationId xmlns:p14="http://schemas.microsoft.com/office/powerpoint/2010/main" val="687014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1166</TotalTime>
  <Words>1415</Words>
  <Application>Microsoft Office PowerPoint</Application>
  <PresentationFormat>Widescreen</PresentationFormat>
  <Paragraphs>143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Probability-Distribution-Q-Q Plot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(OPTIONAL)Normal Distribution</vt:lpstr>
      <vt:lpstr>PowerPoint Presentation</vt:lpstr>
      <vt:lpstr>PowerPoint Presentation</vt:lpstr>
      <vt:lpstr>PowerPoint Presentation</vt:lpstr>
      <vt:lpstr>Key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Q-Q Plot</dc:title>
  <dc:creator>hi</dc:creator>
  <cp:lastModifiedBy>Ashwani Kumar</cp:lastModifiedBy>
  <cp:revision>112</cp:revision>
  <dcterms:created xsi:type="dcterms:W3CDTF">2025-01-17T01:54:27Z</dcterms:created>
  <dcterms:modified xsi:type="dcterms:W3CDTF">2025-10-07T18:39:56Z</dcterms:modified>
</cp:coreProperties>
</file>