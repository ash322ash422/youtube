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7FAC-2BFB-B023-AEED-1F811225B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7FECA4-55F0-AE0F-3264-F2CE93F4A4F0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1. Discrete Probability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D8C22-9661-77C2-7B54-B4DC5E71B7CD}"/>
              </a:ext>
            </a:extLst>
          </p:cNvPr>
          <p:cNvSpPr txBox="1"/>
          <p:nvPr/>
        </p:nvSpPr>
        <p:spPr>
          <a:xfrm>
            <a:off x="96012" y="1284607"/>
            <a:ext cx="109407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Example2: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Let’s take an experiment of tossing a coin twice and the random variable X being the number of heads.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PDF of X ?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The sample space is {HH, HT, TH, TT}. So, X = { 0, 1, 2}. We see that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P(X=0) = 1 / 4    , i.e. probability of no heads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P(X=1) = 2 / 4    , i.e. probability of 1 head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P(X=2) = 1 / 4    , i.e. probability of 2 heads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BD27B-B956-1469-29A2-CB875D6FD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582" y="3839152"/>
            <a:ext cx="3145536" cy="26854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6FEB19-3128-DBA8-E197-38CD2033B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692075"/>
            <a:ext cx="2164802" cy="103933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2D0BE0F-6DCB-640D-ED81-65643D23471E}"/>
              </a:ext>
            </a:extLst>
          </p:cNvPr>
          <p:cNvSpPr txBox="1">
            <a:spLocks/>
          </p:cNvSpPr>
          <p:nvPr/>
        </p:nvSpPr>
        <p:spPr>
          <a:xfrm>
            <a:off x="301752" y="191389"/>
            <a:ext cx="11052048" cy="6041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/>
              <a:t>2 Types of Probability Distribution Functions: Discrete and Continuous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5635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622</TotalTime>
  <Words>130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134</cp:revision>
  <dcterms:created xsi:type="dcterms:W3CDTF">2025-09-22T02:44:38Z</dcterms:created>
  <dcterms:modified xsi:type="dcterms:W3CDTF">2025-10-09T12:19:07Z</dcterms:modified>
</cp:coreProperties>
</file>