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77" r:id="rId3"/>
    <p:sldId id="275" r:id="rId4"/>
    <p:sldId id="27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1A8B1E-1D7E-7780-CD47-36BCCF5C2E9A}"/>
              </a:ext>
            </a:extLst>
          </p:cNvPr>
          <p:cNvSpPr txBox="1"/>
          <p:nvPr/>
        </p:nvSpPr>
        <p:spPr>
          <a:xfrm>
            <a:off x="2112264" y="2121408"/>
            <a:ext cx="977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Dggfdfgf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gdfgfd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ADDD-25C4-0F38-B5E8-89466069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D7287F-8821-4EF1-D7D8-8F28383F5271}"/>
              </a:ext>
            </a:extLst>
          </p:cNvPr>
          <p:cNvSpPr txBox="1"/>
          <p:nvPr/>
        </p:nvSpPr>
        <p:spPr>
          <a:xfrm>
            <a:off x="2112264" y="2121408"/>
            <a:ext cx="977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Dggfdfgf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gdfgfd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19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8168E-2889-EB8C-92FA-7877BF03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88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923</TotalTime>
  <Words>12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EXTRA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124</cp:revision>
  <dcterms:created xsi:type="dcterms:W3CDTF">2025-09-22T02:44:38Z</dcterms:created>
  <dcterms:modified xsi:type="dcterms:W3CDTF">2026-04-07T18:35:15Z</dcterms:modified>
</cp:coreProperties>
</file>