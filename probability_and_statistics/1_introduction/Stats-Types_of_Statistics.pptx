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57" r:id="rId4"/>
    <p:sldId id="258" r:id="rId5"/>
    <p:sldId id="259" r:id="rId6"/>
    <p:sldId id="260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91EAD-9D69-420C-96D3-AB208D6E9D87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B9E34-7023-4B3F-AFF0-37697B2B5B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693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91EAD-9D69-420C-96D3-AB208D6E9D87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B9E34-7023-4B3F-AFF0-37697B2B5B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444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91EAD-9D69-420C-96D3-AB208D6E9D87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B9E34-7023-4B3F-AFF0-37697B2B5B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10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91EAD-9D69-420C-96D3-AB208D6E9D87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B9E34-7023-4B3F-AFF0-37697B2B5B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899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91EAD-9D69-420C-96D3-AB208D6E9D87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B9E34-7023-4B3F-AFF0-37697B2B5B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810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91EAD-9D69-420C-96D3-AB208D6E9D87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B9E34-7023-4B3F-AFF0-37697B2B5B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934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91EAD-9D69-420C-96D3-AB208D6E9D87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B9E34-7023-4B3F-AFF0-37697B2B5B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832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91EAD-9D69-420C-96D3-AB208D6E9D87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B9E34-7023-4B3F-AFF0-37697B2B5B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95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91EAD-9D69-420C-96D3-AB208D6E9D87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B9E34-7023-4B3F-AFF0-37697B2B5B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553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91EAD-9D69-420C-96D3-AB208D6E9D87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B9E34-7023-4B3F-AFF0-37697B2B5B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381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91EAD-9D69-420C-96D3-AB208D6E9D87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B9E34-7023-4B3F-AFF0-37697B2B5B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147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E91EAD-9D69-420C-96D3-AB208D6E9D87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AB9E34-7023-4B3F-AFF0-37697B2B5B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293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466363"/>
            <a:ext cx="9144000" cy="1043600"/>
          </a:xfrm>
        </p:spPr>
        <p:txBody>
          <a:bodyPr/>
          <a:lstStyle/>
          <a:p>
            <a:r>
              <a:rPr lang="en-US" dirty="0"/>
              <a:t>ML Math-Statistics</a:t>
            </a:r>
          </a:p>
        </p:txBody>
      </p:sp>
    </p:spTree>
    <p:extLst>
      <p:ext uri="{BB962C8B-B14F-4D97-AF65-F5344CB8AC3E}">
        <p14:creationId xmlns:p14="http://schemas.microsoft.com/office/powerpoint/2010/main" val="1701171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statistics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Statistics</a:t>
            </a:r>
            <a:r>
              <a:rPr lang="en-US" dirty="0"/>
              <a:t> is the branch of mathematics that deals with the collection, organization, analysis, interpretation, and presentation of data.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Statistics helps us </a:t>
            </a:r>
            <a:r>
              <a:rPr lang="en-US" b="1" dirty="0"/>
              <a:t>make sense of data</a:t>
            </a:r>
            <a:r>
              <a:rPr lang="en-US" dirty="0"/>
              <a:t>. It allows us to:</a:t>
            </a:r>
          </a:p>
          <a:p>
            <a:r>
              <a:rPr lang="en-US" b="1" dirty="0"/>
              <a:t>Summarize</a:t>
            </a:r>
            <a:r>
              <a:rPr lang="en-US" dirty="0"/>
              <a:t> information (e.g., average height of students),</a:t>
            </a:r>
          </a:p>
          <a:p>
            <a:r>
              <a:rPr lang="en-US" b="1" dirty="0"/>
              <a:t>Draw conclusions</a:t>
            </a:r>
            <a:r>
              <a:rPr lang="en-US" dirty="0"/>
              <a:t> from data (e.g., predicting election results),</a:t>
            </a:r>
          </a:p>
          <a:p>
            <a:r>
              <a:rPr lang="en-US" b="1" dirty="0"/>
              <a:t>Make decisions</a:t>
            </a:r>
            <a:r>
              <a:rPr lang="en-US" dirty="0"/>
              <a:t> under uncertainty (e.g., determining drug effectiveness),</a:t>
            </a:r>
          </a:p>
          <a:p>
            <a:r>
              <a:rPr lang="en-US" dirty="0"/>
              <a:t>and </a:t>
            </a:r>
            <a:r>
              <a:rPr lang="en-US" b="1" dirty="0"/>
              <a:t>communicate findings</a:t>
            </a:r>
            <a:r>
              <a:rPr lang="en-US" dirty="0"/>
              <a:t> clearly (e.g., through charts and graphs).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409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5378042" cy="490551"/>
          </a:xfrm>
        </p:spPr>
        <p:txBody>
          <a:bodyPr>
            <a:normAutofit fontScale="90000"/>
          </a:bodyPr>
          <a:lstStyle/>
          <a:p>
            <a:r>
              <a:rPr lang="en-US" dirty="0"/>
              <a:t>7 Types of statistics(P1)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1. Descriptive Statistics</a:t>
            </a:r>
          </a:p>
          <a:p>
            <a:pPr marL="0" indent="0">
              <a:buNone/>
            </a:pPr>
            <a:r>
              <a:rPr lang="en-US" b="1" dirty="0"/>
              <a:t>Purpose</a:t>
            </a:r>
            <a:r>
              <a:rPr lang="en-US" dirty="0"/>
              <a:t>: Summarize and describe the features of a dataset.</a:t>
            </a:r>
          </a:p>
          <a:p>
            <a:pPr marL="0" indent="0">
              <a:buNone/>
            </a:pPr>
            <a:r>
              <a:rPr lang="en-US" b="1" dirty="0"/>
              <a:t>Key Tools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Measures of Central Tendency</a:t>
            </a:r>
            <a:r>
              <a:rPr lang="en-US" dirty="0"/>
              <a:t>: Mean, median, mode</a:t>
            </a:r>
          </a:p>
          <a:p>
            <a:pPr lvl="1"/>
            <a:r>
              <a:rPr lang="en-US" b="1" dirty="0"/>
              <a:t>Measures of Dispersion</a:t>
            </a:r>
            <a:r>
              <a:rPr lang="en-US" dirty="0"/>
              <a:t>: Range, variance, standard deviation</a:t>
            </a:r>
          </a:p>
          <a:p>
            <a:pPr lvl="1"/>
            <a:r>
              <a:rPr lang="en-US" b="1" dirty="0"/>
              <a:t>Measure of the distribution</a:t>
            </a:r>
            <a:r>
              <a:rPr lang="en-US" dirty="0"/>
              <a:t>: shape, skewness, and kurtosis</a:t>
            </a:r>
          </a:p>
          <a:p>
            <a:pPr lvl="1"/>
            <a:r>
              <a:rPr lang="en-US" b="1" dirty="0"/>
              <a:t>Graphs &amp; Charts</a:t>
            </a:r>
            <a:r>
              <a:rPr lang="en-US" dirty="0"/>
              <a:t>: Histograms, pie charts, box plots, bar charts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4750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5378042" cy="490551"/>
          </a:xfrm>
        </p:spPr>
        <p:txBody>
          <a:bodyPr>
            <a:normAutofit fontScale="90000"/>
          </a:bodyPr>
          <a:lstStyle/>
          <a:p>
            <a:r>
              <a:rPr lang="en-US" dirty="0"/>
              <a:t>7 Types of statistics(P2)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2. Inferential Statistics</a:t>
            </a:r>
          </a:p>
          <a:p>
            <a:pPr marL="0" indent="0">
              <a:buNone/>
            </a:pPr>
            <a:r>
              <a:rPr lang="en-US" b="1" dirty="0"/>
              <a:t>Purpose</a:t>
            </a:r>
            <a:r>
              <a:rPr lang="en-US" dirty="0"/>
              <a:t>: Make predictions or inferences about a population based on a sample.</a:t>
            </a:r>
          </a:p>
          <a:p>
            <a:pPr marL="0" indent="0">
              <a:buNone/>
            </a:pPr>
            <a:r>
              <a:rPr lang="en-US" b="1" dirty="0"/>
              <a:t>Key Concepts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Hypothesis testing (e.g., z-test(done), t-tests(done), chi-square tests)</a:t>
            </a:r>
          </a:p>
          <a:p>
            <a:pPr lvl="1"/>
            <a:r>
              <a:rPr lang="en-US" dirty="0"/>
              <a:t>P-values(done)</a:t>
            </a:r>
          </a:p>
          <a:p>
            <a:pPr lvl="1"/>
            <a:r>
              <a:rPr lang="en-US" dirty="0"/>
              <a:t>Confidence intervals(done)</a:t>
            </a:r>
          </a:p>
          <a:p>
            <a:pPr lvl="1"/>
            <a:r>
              <a:rPr lang="en-US" dirty="0"/>
              <a:t>ANOVA (Analysis of Variance: Done_1way)</a:t>
            </a:r>
          </a:p>
          <a:p>
            <a:pPr lvl="1"/>
            <a:r>
              <a:rPr lang="en-US" dirty="0"/>
              <a:t>Regression analysis</a:t>
            </a:r>
          </a:p>
        </p:txBody>
      </p:sp>
    </p:spTree>
    <p:extLst>
      <p:ext uri="{BB962C8B-B14F-4D97-AF65-F5344CB8AC3E}">
        <p14:creationId xmlns:p14="http://schemas.microsoft.com/office/powerpoint/2010/main" val="914824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5378042" cy="490551"/>
          </a:xfrm>
        </p:spPr>
        <p:txBody>
          <a:bodyPr>
            <a:normAutofit fontScale="90000"/>
          </a:bodyPr>
          <a:lstStyle/>
          <a:p>
            <a:r>
              <a:rPr lang="en-US" dirty="0"/>
              <a:t>7 Types of statistics(P3)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3. Parametric Statistics</a:t>
            </a:r>
          </a:p>
          <a:p>
            <a:pPr marL="0" indent="0">
              <a:buNone/>
            </a:pPr>
            <a:r>
              <a:rPr lang="en-US" b="1" dirty="0"/>
              <a:t>Purpose</a:t>
            </a:r>
            <a:r>
              <a:rPr lang="en-US" dirty="0"/>
              <a:t>: Assume underlying statistical distributions in the data (usually normal distribution).</a:t>
            </a:r>
          </a:p>
          <a:p>
            <a:pPr marL="0" indent="0">
              <a:buNone/>
            </a:pPr>
            <a:r>
              <a:rPr lang="en-US" b="1" dirty="0"/>
              <a:t>Examples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z-test</a:t>
            </a:r>
          </a:p>
          <a:p>
            <a:pPr lvl="1"/>
            <a:r>
              <a:rPr lang="en-US" dirty="0"/>
              <a:t>t-test</a:t>
            </a:r>
          </a:p>
          <a:p>
            <a:pPr lvl="1"/>
            <a:r>
              <a:rPr lang="en-US" dirty="0"/>
              <a:t>ANOVA</a:t>
            </a:r>
          </a:p>
          <a:p>
            <a:pPr lvl="1"/>
            <a:r>
              <a:rPr lang="en-US" dirty="0"/>
              <a:t>Linear regression</a:t>
            </a:r>
          </a:p>
        </p:txBody>
      </p:sp>
    </p:spTree>
    <p:extLst>
      <p:ext uri="{BB962C8B-B14F-4D97-AF65-F5344CB8AC3E}">
        <p14:creationId xmlns:p14="http://schemas.microsoft.com/office/powerpoint/2010/main" val="379643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5378042" cy="490551"/>
          </a:xfrm>
        </p:spPr>
        <p:txBody>
          <a:bodyPr>
            <a:normAutofit fontScale="90000"/>
          </a:bodyPr>
          <a:lstStyle/>
          <a:p>
            <a:r>
              <a:rPr lang="en-US" dirty="0"/>
              <a:t>7 Types of statistics(P4)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4. Non-Parametric Statistics</a:t>
            </a:r>
          </a:p>
          <a:p>
            <a:pPr marL="0" indent="0">
              <a:buNone/>
            </a:pPr>
            <a:r>
              <a:rPr lang="en-US" b="1" dirty="0"/>
              <a:t>Purpose</a:t>
            </a:r>
            <a:r>
              <a:rPr lang="en-US" dirty="0"/>
              <a:t>: Do not assume a specific data distribution.</a:t>
            </a:r>
          </a:p>
          <a:p>
            <a:pPr marL="0" indent="0">
              <a:buNone/>
            </a:pPr>
            <a:r>
              <a:rPr lang="en-US" b="1" dirty="0"/>
              <a:t>Examples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Chi-square test</a:t>
            </a:r>
          </a:p>
          <a:p>
            <a:pPr lvl="1"/>
            <a:r>
              <a:rPr lang="en-US" dirty="0"/>
              <a:t>Mann–Whitney U test</a:t>
            </a:r>
          </a:p>
          <a:p>
            <a:pPr lvl="1"/>
            <a:r>
              <a:rPr lang="en-US" dirty="0" err="1"/>
              <a:t>Kruskal</a:t>
            </a:r>
            <a:r>
              <a:rPr lang="en-US" dirty="0"/>
              <a:t>–Wallis test</a:t>
            </a:r>
          </a:p>
          <a:p>
            <a:pPr lvl="1"/>
            <a:r>
              <a:rPr lang="en-US" dirty="0"/>
              <a:t>Spearman’s rank correlation</a:t>
            </a:r>
          </a:p>
        </p:txBody>
      </p:sp>
    </p:spTree>
    <p:extLst>
      <p:ext uri="{BB962C8B-B14F-4D97-AF65-F5344CB8AC3E}">
        <p14:creationId xmlns:p14="http://schemas.microsoft.com/office/powerpoint/2010/main" val="28916461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5378042" cy="490551"/>
          </a:xfrm>
        </p:spPr>
        <p:txBody>
          <a:bodyPr>
            <a:normAutofit fontScale="90000"/>
          </a:bodyPr>
          <a:lstStyle/>
          <a:p>
            <a:r>
              <a:rPr lang="en-US" dirty="0"/>
              <a:t>7 Types of statistics(P6)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3339" y="1825625"/>
            <a:ext cx="11367083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5. Bayesian Statistics</a:t>
            </a:r>
          </a:p>
          <a:p>
            <a:pPr marL="0" indent="0">
              <a:buNone/>
            </a:pPr>
            <a:r>
              <a:rPr lang="en-US" b="1" dirty="0"/>
              <a:t>Purpose</a:t>
            </a:r>
            <a:r>
              <a:rPr lang="en-US" dirty="0"/>
              <a:t>: Use probability to represent uncertainty and update beliefs as new data arrives.</a:t>
            </a:r>
          </a:p>
          <a:p>
            <a:pPr marL="0" indent="0">
              <a:buNone/>
            </a:pPr>
            <a:r>
              <a:rPr lang="en-US" b="1" dirty="0"/>
              <a:t>Key Concepts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Prior, likelihood, posterior</a:t>
            </a:r>
          </a:p>
          <a:p>
            <a:pPr lvl="1"/>
            <a:r>
              <a:rPr lang="en-US" dirty="0"/>
              <a:t>Bayes’ Theorem</a:t>
            </a:r>
          </a:p>
          <a:p>
            <a:pPr lvl="1"/>
            <a:r>
              <a:rPr lang="en-US" dirty="0"/>
              <a:t>Bayesian inference</a:t>
            </a:r>
          </a:p>
        </p:txBody>
      </p:sp>
    </p:spTree>
    <p:extLst>
      <p:ext uri="{BB962C8B-B14F-4D97-AF65-F5344CB8AC3E}">
        <p14:creationId xmlns:p14="http://schemas.microsoft.com/office/powerpoint/2010/main" val="39118312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5378042" cy="490551"/>
          </a:xfrm>
        </p:spPr>
        <p:txBody>
          <a:bodyPr>
            <a:normAutofit fontScale="90000"/>
          </a:bodyPr>
          <a:lstStyle/>
          <a:p>
            <a:r>
              <a:rPr lang="en-US" dirty="0"/>
              <a:t>7 Types of statistics(P7)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3339" y="1825625"/>
            <a:ext cx="11367083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6. Multivariate Statistics</a:t>
            </a:r>
          </a:p>
          <a:p>
            <a:pPr marL="0" indent="0">
              <a:buNone/>
            </a:pPr>
            <a:r>
              <a:rPr lang="en-US" b="1" dirty="0"/>
              <a:t>Purpose</a:t>
            </a:r>
            <a:r>
              <a:rPr lang="en-US" dirty="0"/>
              <a:t>: Analyze more than two variables simultaneously.</a:t>
            </a:r>
          </a:p>
          <a:p>
            <a:pPr marL="0" indent="0">
              <a:buNone/>
            </a:pPr>
            <a:r>
              <a:rPr lang="en-US" b="1" dirty="0"/>
              <a:t>Examples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Principal Component Analysis (PCA)</a:t>
            </a:r>
          </a:p>
          <a:p>
            <a:pPr lvl="1"/>
            <a:r>
              <a:rPr lang="en-US" dirty="0"/>
              <a:t>Factor analysis</a:t>
            </a:r>
          </a:p>
          <a:p>
            <a:pPr lvl="1"/>
            <a:r>
              <a:rPr lang="en-US" dirty="0"/>
              <a:t>MANOVA</a:t>
            </a:r>
          </a:p>
          <a:p>
            <a:pPr lvl="1"/>
            <a:r>
              <a:rPr lang="en-US" dirty="0"/>
              <a:t>Cluster analysis</a:t>
            </a:r>
          </a:p>
        </p:txBody>
      </p:sp>
    </p:spTree>
    <p:extLst>
      <p:ext uri="{BB962C8B-B14F-4D97-AF65-F5344CB8AC3E}">
        <p14:creationId xmlns:p14="http://schemas.microsoft.com/office/powerpoint/2010/main" val="21171442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5378042" cy="490551"/>
          </a:xfrm>
        </p:spPr>
        <p:txBody>
          <a:bodyPr>
            <a:normAutofit fontScale="90000"/>
          </a:bodyPr>
          <a:lstStyle/>
          <a:p>
            <a:r>
              <a:rPr lang="en-US" dirty="0"/>
              <a:t>7 Types of statistics(P8)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3339" y="1825625"/>
            <a:ext cx="11367083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7. Time Series Analysis</a:t>
            </a:r>
          </a:p>
          <a:p>
            <a:pPr marL="0" indent="0">
              <a:buNone/>
            </a:pPr>
            <a:r>
              <a:rPr lang="en-US" b="1" dirty="0"/>
              <a:t>Purpose</a:t>
            </a:r>
            <a:r>
              <a:rPr lang="en-US" dirty="0"/>
              <a:t>: Analyze data points collected or recorded at specific time intervals.</a:t>
            </a:r>
          </a:p>
          <a:p>
            <a:pPr marL="0" indent="0">
              <a:buNone/>
            </a:pPr>
            <a:r>
              <a:rPr lang="en-US" b="1" dirty="0"/>
              <a:t>Tools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Moving averages</a:t>
            </a:r>
          </a:p>
          <a:p>
            <a:pPr lvl="1"/>
            <a:r>
              <a:rPr lang="en-US" dirty="0"/>
              <a:t>ARIMA models</a:t>
            </a:r>
          </a:p>
          <a:p>
            <a:pPr lvl="1"/>
            <a:r>
              <a:rPr lang="en-US" dirty="0"/>
              <a:t>Seasonal decomposition</a:t>
            </a:r>
          </a:p>
        </p:txBody>
      </p:sp>
    </p:spTree>
    <p:extLst>
      <p:ext uri="{BB962C8B-B14F-4D97-AF65-F5344CB8AC3E}">
        <p14:creationId xmlns:p14="http://schemas.microsoft.com/office/powerpoint/2010/main" val="35236960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1937</TotalTime>
  <Words>405</Words>
  <Application>Microsoft Office PowerPoint</Application>
  <PresentationFormat>Widescreen</PresentationFormat>
  <Paragraphs>64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ML Math-Statistics</vt:lpstr>
      <vt:lpstr>What is statistics ?</vt:lpstr>
      <vt:lpstr>7 Types of statistics(P1)</vt:lpstr>
      <vt:lpstr>7 Types of statistics(P2)</vt:lpstr>
      <vt:lpstr>7 Types of statistics(P3)</vt:lpstr>
      <vt:lpstr>7 Types of statistics(P4)</vt:lpstr>
      <vt:lpstr>7 Types of statistics(P6)</vt:lpstr>
      <vt:lpstr>7 Types of statistics(P7)</vt:lpstr>
      <vt:lpstr>7 Types of statistics(P8)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Math-Statistics</dc:title>
  <dc:creator>hi</dc:creator>
  <cp:lastModifiedBy>Ashwani Kumar</cp:lastModifiedBy>
  <cp:revision>21</cp:revision>
  <dcterms:created xsi:type="dcterms:W3CDTF">2025-05-10T12:26:14Z</dcterms:created>
  <dcterms:modified xsi:type="dcterms:W3CDTF">2025-07-30T06:00:49Z</dcterms:modified>
</cp:coreProperties>
</file>