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3" r:id="rId5"/>
    <p:sldId id="260" r:id="rId6"/>
    <p:sldId id="264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B1995-7212-6A03-29CB-8D76AFE131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Statistics?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Why it matters in DS &amp; ML</a:t>
            </a:r>
            <a:r>
              <a:rPr lang="en-US" dirty="0"/>
              <a:t>.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9110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7051-67F5-C2A6-490D-03FD4380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307"/>
          </a:xfrm>
        </p:spPr>
        <p:txBody>
          <a:bodyPr/>
          <a:lstStyle/>
          <a:p>
            <a:r>
              <a:rPr lang="en-US" b="1" dirty="0"/>
              <a:t>What is Statistics?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FDD21-5A70-DBA7-8B6B-209DE2B35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42161"/>
            <a:ext cx="11722608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Statistics is the mathematical discipline that focuses on the </a:t>
            </a:r>
            <a:r>
              <a:rPr lang="en-US" b="1" dirty="0"/>
              <a:t>collection, organization, analysis, interpretation, and presentation of data</a:t>
            </a:r>
            <a:r>
              <a:rPr lang="en-US" dirty="0"/>
              <a:t>. It provides the theoretical foundations and practical methods to summarize data, infer relationships, and make decisions under uncertainty.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Formally, statistics can be divided into two broad areas:</a:t>
            </a:r>
          </a:p>
          <a:p>
            <a:r>
              <a:rPr lang="en-US" b="1" dirty="0"/>
              <a:t>Descriptive Statistics</a:t>
            </a:r>
            <a:r>
              <a:rPr lang="en-US" dirty="0"/>
              <a:t> – Methods for summarizing and describing the key features of data (e.g., measures of central tendency, dispersion, distribution shape).</a:t>
            </a:r>
          </a:p>
          <a:p>
            <a:r>
              <a:rPr lang="en-US" b="1" dirty="0"/>
              <a:t>Inferential Statistics</a:t>
            </a:r>
            <a:r>
              <a:rPr lang="en-US" dirty="0"/>
              <a:t> – Methods for making predictions or generalizations about a population from a sample (e.g., hypothesis testing, confidence intervals, regression analysis).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D529A-ECC6-620E-E155-0B8F99908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Why Statistics Matters in Data Science &amp;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9709B-A180-2B02-67C3-9252543D2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Understanding Data Distributions</a:t>
            </a:r>
            <a:endParaRPr lang="en-US" dirty="0"/>
          </a:p>
          <a:p>
            <a:r>
              <a:rPr lang="en-US" dirty="0"/>
              <a:t>Many ML algorithms assume data follows certain distributions (e.g., Gaussian in Linear Regression errors).</a:t>
            </a:r>
          </a:p>
          <a:p>
            <a:r>
              <a:rPr lang="en-US" dirty="0"/>
              <a:t>Statistical tests (Shapiro-Wilk, KS-test, QQ plots) help validate assumptions.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603AD-7D72-F2EE-8B01-5B6285FEB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C4446-EF00-4054-9629-84072C88F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Why Statistics Matters in Data Science &amp;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4065E-7200-8C80-2F54-A8F004E48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 Sampling &amp; Generalization</a:t>
            </a:r>
            <a:endParaRPr lang="en-US" dirty="0"/>
          </a:p>
          <a:p>
            <a:r>
              <a:rPr lang="en-US" dirty="0"/>
              <a:t>In DS, we rarely work with entire populations; instead, we use samples.</a:t>
            </a:r>
          </a:p>
          <a:p>
            <a:r>
              <a:rPr lang="en-US" dirty="0"/>
              <a:t>Inferential statistics ensures that conclusions from a sample generalize to the population.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503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ABF80-8EBE-8CBE-47E7-541E9AD7C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EBD32-B76C-2048-9014-6B627790A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Why Statistics Matters in Data Science &amp;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44EF6-8251-D504-5D34-5486E82F0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472" y="1569593"/>
            <a:ext cx="1153058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Feature Analysis &amp; Selection</a:t>
            </a:r>
            <a:endParaRPr lang="en-US" dirty="0"/>
          </a:p>
          <a:p>
            <a:r>
              <a:rPr lang="en-US" dirty="0"/>
              <a:t>Statistical techniques (correlation, ANOVA, chi-square test, mutual information) quantify relationships between features and target variables.</a:t>
            </a:r>
          </a:p>
          <a:p>
            <a:r>
              <a:rPr lang="en-US" dirty="0"/>
              <a:t>Helps identify informative features and remove redundant/noisy ones.</a:t>
            </a:r>
          </a:p>
        </p:txBody>
      </p:sp>
    </p:spTree>
    <p:extLst>
      <p:ext uri="{BB962C8B-B14F-4D97-AF65-F5344CB8AC3E}">
        <p14:creationId xmlns:p14="http://schemas.microsoft.com/office/powerpoint/2010/main" val="2756936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448B3-A291-8E78-2F33-7EC2EBAED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6C142-3E9F-3DC0-6D33-3E4353137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Why Statistics Matters in Data Science &amp;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B1921-60DA-7787-D408-DC2938C41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472" y="1569593"/>
            <a:ext cx="1153058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4. Model Assumptions &amp; Validation</a:t>
            </a:r>
            <a:endParaRPr lang="en-US" dirty="0"/>
          </a:p>
          <a:p>
            <a:r>
              <a:rPr lang="en-US" dirty="0"/>
              <a:t>Regression models rely on assumptions (linearity, homoscedasticity, independence, normality of errors).</a:t>
            </a:r>
          </a:p>
          <a:p>
            <a:r>
              <a:rPr lang="en-US" dirty="0"/>
              <a:t>Residual analysis and statistical hypothesis testing validate these assumptions.</a:t>
            </a:r>
          </a:p>
          <a:p>
            <a:r>
              <a:rPr lang="en-US" dirty="0"/>
              <a:t>In ML, statistical metrics (bias, variance, error distribution) help diagnose underfitting/overfitting.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801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8155A-4F60-87DD-299A-0105B0A29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ADAC4-DAB3-5F14-9088-70BA7C71E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Why Statistics Matters in Data Science &amp;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6D3DF-0586-EBEE-D319-1A6B67E59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472" y="1569593"/>
            <a:ext cx="1153058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5. Hypothesis Testing &amp; Experimentation (A/B Testing)</a:t>
            </a:r>
            <a:endParaRPr lang="en-US" dirty="0"/>
          </a:p>
          <a:p>
            <a:r>
              <a:rPr lang="en-US" dirty="0"/>
              <a:t>DS and applied ML rely on controlled experiments to evaluate strategies.</a:t>
            </a:r>
          </a:p>
          <a:p>
            <a:r>
              <a:rPr lang="en-US" dirty="0"/>
              <a:t>Statistical significance tests ensure observed differences are not due to random noise.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6. Performance Measurement</a:t>
            </a:r>
            <a:endParaRPr lang="en-US" dirty="0"/>
          </a:p>
          <a:p>
            <a:r>
              <a:rPr lang="en-US" dirty="0"/>
              <a:t>Metrics like accuracy, precision, recall, F1-score, ROC-AUC are statistical in nature.</a:t>
            </a:r>
          </a:p>
          <a:p>
            <a:r>
              <a:rPr lang="en-US" dirty="0"/>
              <a:t>Confidence intervals and bootstrapping provide robustness estimates of model performance.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23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DBB22-2B42-BF5C-2774-F982EA0D9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3D8FC-1A63-A3A2-EB53-C64808997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Why Statistics Matters in Data Science &amp;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976B5-4BA1-0477-7959-10A8746CD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472" y="1569593"/>
            <a:ext cx="11530584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7. Uncertainty Quantification</a:t>
            </a:r>
            <a:endParaRPr lang="en-US" dirty="0"/>
          </a:p>
          <a:p>
            <a:r>
              <a:rPr lang="en-US" dirty="0"/>
              <a:t>Probabilistic models (Bayesian networks, Gaussian processes) rely directly on statistical inference.</a:t>
            </a:r>
          </a:p>
          <a:p>
            <a:r>
              <a:rPr lang="en-US" dirty="0"/>
              <a:t>Helps in decision-making under uncertainty (critical in healthcare, finance, risk analysis).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8. Optimization &amp; Probabilistic Reasoning</a:t>
            </a:r>
            <a:endParaRPr lang="en-US" dirty="0"/>
          </a:p>
          <a:p>
            <a:r>
              <a:rPr lang="en-US" dirty="0"/>
              <a:t>Many ML algorithms (e.g., Naïve Bayes, Logistic Regression, EM algorithm) are grounded in probability and statistical theory.</a:t>
            </a:r>
          </a:p>
          <a:p>
            <a:r>
              <a:rPr lang="en-US" dirty="0"/>
              <a:t>Even deep learning optimizers minimize loss functions that are statistically motivated (cross-entropy = negative log-likelihood).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803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21</TotalTime>
  <Words>494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What is Statistics?  Why it matters in DS &amp; ML.</vt:lpstr>
      <vt:lpstr>What is Statistics?</vt:lpstr>
      <vt:lpstr>Why Statistics Matters in Data Science &amp; Machine Learning</vt:lpstr>
      <vt:lpstr>Why Statistics Matters in Data Science &amp; Machine Learning</vt:lpstr>
      <vt:lpstr>Why Statistics Matters in Data Science &amp; Machine Learning</vt:lpstr>
      <vt:lpstr>Why Statistics Matters in Data Science &amp; Machine Learning</vt:lpstr>
      <vt:lpstr>Why Statistics Matters in Data Science &amp; Machine Learning</vt:lpstr>
      <vt:lpstr>Why Statistics Matters in Data Science &amp; Machine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7</cp:revision>
  <dcterms:created xsi:type="dcterms:W3CDTF">2025-09-22T02:44:38Z</dcterms:created>
  <dcterms:modified xsi:type="dcterms:W3CDTF">2025-09-22T06:08:00Z</dcterms:modified>
</cp:coreProperties>
</file>