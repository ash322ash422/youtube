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2"/>
  </p:handoutMasterIdLst>
  <p:sldIdLst>
    <p:sldId id="257" r:id="rId2"/>
    <p:sldId id="264" r:id="rId3"/>
    <p:sldId id="265" r:id="rId4"/>
    <p:sldId id="266" r:id="rId5"/>
    <p:sldId id="267" r:id="rId6"/>
    <p:sldId id="270" r:id="rId7"/>
    <p:sldId id="268" r:id="rId8"/>
    <p:sldId id="269" r:id="rId9"/>
    <p:sldId id="27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C39330-D607-1DCB-2ED2-6072CB347679}"/>
              </a:ext>
            </a:extLst>
          </p:cNvPr>
          <p:cNvSpPr txBox="1"/>
          <p:nvPr/>
        </p:nvSpPr>
        <p:spPr>
          <a:xfrm>
            <a:off x="420624" y="456522"/>
            <a:ext cx="105978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Structured Data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data that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organized in a fixed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usually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rows and columns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making it easy for computers to store, search, and analyze.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follows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predefined schema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(structure).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table in a database or spreadsheet.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606D32-137E-22E0-4F89-C5301FEA0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483917"/>
              </p:ext>
            </p:extLst>
          </p:nvPr>
        </p:nvGraphicFramePr>
        <p:xfrm>
          <a:off x="627888" y="4211606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9962515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57739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70654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51657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Student_ID</a:t>
                      </a:r>
                      <a:endParaRPr lang="en-US" b="1" u="sng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708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422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378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702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E6CB-305E-3BAD-FAE1-732A0FCD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67A0D2-4396-6E88-7A14-6BD744C5EBBF}"/>
              </a:ext>
            </a:extLst>
          </p:cNvPr>
          <p:cNvSpPr txBox="1"/>
          <p:nvPr/>
        </p:nvSpPr>
        <p:spPr>
          <a:xfrm>
            <a:off x="274320" y="456522"/>
            <a:ext cx="56753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Organized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rows and columns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store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relational databases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query 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Structured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 transactions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databases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Excel spreadsheets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Inventory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EA525-E988-AE1D-6D2F-C6F9721669E8}"/>
              </a:ext>
            </a:extLst>
          </p:cNvPr>
          <p:cNvSpPr txBox="1"/>
          <p:nvPr/>
        </p:nvSpPr>
        <p:spPr>
          <a:xfrm>
            <a:off x="8060436" y="2827496"/>
            <a:ext cx="39182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Storage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MySQL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PostgreSQL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Oracle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Microsoft Excel</a:t>
            </a:r>
          </a:p>
        </p:txBody>
      </p:sp>
    </p:spTree>
    <p:extLst>
      <p:ext uri="{BB962C8B-B14F-4D97-AF65-F5344CB8AC3E}">
        <p14:creationId xmlns:p14="http://schemas.microsoft.com/office/powerpoint/2010/main" val="3498958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109FF-6365-2286-E41B-4E37B527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52DD16-ECBB-DDA2-EFBC-A643F0594257}"/>
              </a:ext>
            </a:extLst>
          </p:cNvPr>
          <p:cNvSpPr txBox="1"/>
          <p:nvPr/>
        </p:nvSpPr>
        <p:spPr>
          <a:xfrm>
            <a:off x="274320" y="401658"/>
            <a:ext cx="116037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Unstructured Data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Unstructured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data that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not have a predefined format or table structure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harder for computers to analyze directly.</a:t>
            </a:r>
          </a:p>
        </p:txBody>
      </p:sp>
    </p:spTree>
    <p:extLst>
      <p:ext uri="{BB962C8B-B14F-4D97-AF65-F5344CB8AC3E}">
        <p14:creationId xmlns:p14="http://schemas.microsoft.com/office/powerpoint/2010/main" val="12727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A2DD-608A-F425-8612-D93794A3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5D1224-0BFA-90FF-A1B8-DF2FD54F7A25}"/>
              </a:ext>
            </a:extLst>
          </p:cNvPr>
          <p:cNvSpPr txBox="1"/>
          <p:nvPr/>
        </p:nvSpPr>
        <p:spPr>
          <a:xfrm>
            <a:off x="274320" y="401658"/>
            <a:ext cx="5952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Unstructured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14C73B-4B7B-6F63-461D-44330C3E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1344623"/>
            <a:ext cx="7572263" cy="487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2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E408-97D4-D350-D269-32F108CED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E7005E-032C-C3CC-8C93-09BE3193FFA9}"/>
              </a:ext>
            </a:extLst>
          </p:cNvPr>
          <p:cNvSpPr txBox="1"/>
          <p:nvPr/>
        </p:nvSpPr>
        <p:spPr>
          <a:xfrm>
            <a:off x="274320" y="401658"/>
            <a:ext cx="40325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83E416-4EF5-8736-85E2-46F43EBB8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851" y="137161"/>
            <a:ext cx="8912149" cy="561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4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CE2A-5C2B-B2FF-7778-257205BF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67BD14-2572-F445-227B-6788A3554EFD}"/>
              </a:ext>
            </a:extLst>
          </p:cNvPr>
          <p:cNvSpPr txBox="1"/>
          <p:nvPr/>
        </p:nvSpPr>
        <p:spPr>
          <a:xfrm>
            <a:off x="274320" y="401658"/>
            <a:ext cx="116037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Unstructured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media posts, Chat messages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A795D-ECCA-0482-19F6-605709C1C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33827"/>
            <a:ext cx="10390632" cy="513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9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8FEF-9C0B-FFB8-B232-004E4451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4F3691-197D-C640-0D12-A5436E1242D6}"/>
              </a:ext>
            </a:extLst>
          </p:cNvPr>
          <p:cNvSpPr txBox="1"/>
          <p:nvPr/>
        </p:nvSpPr>
        <p:spPr>
          <a:xfrm>
            <a:off x="274320" y="401658"/>
            <a:ext cx="116037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Unstructured Data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media posts, Chat messages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B36B4-2689-62B9-CE66-2BED13501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0"/>
            <a:ext cx="5678031" cy="638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4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98717-2B5F-9390-D8F3-CA7AFD0E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B995CB-E65C-68F2-4D89-5BDDED1E973B}"/>
              </a:ext>
            </a:extLst>
          </p:cNvPr>
          <p:cNvSpPr txBox="1"/>
          <p:nvPr/>
        </p:nvSpPr>
        <p:spPr>
          <a:xfrm>
            <a:off x="274320" y="401658"/>
            <a:ext cx="116037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Unstructured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Images, Audio recordings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Videos: YouTube videos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PDFs: Doctor’s handwritten notes</a:t>
            </a:r>
          </a:p>
        </p:txBody>
      </p:sp>
    </p:spTree>
    <p:extLst>
      <p:ext uri="{BB962C8B-B14F-4D97-AF65-F5344CB8AC3E}">
        <p14:creationId xmlns:p14="http://schemas.microsoft.com/office/powerpoint/2010/main" val="1725690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4C1F5-47C8-20D3-D5FA-9C417AE4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9F9C15-C3F8-CAF3-63E5-BAE00B31E184}"/>
              </a:ext>
            </a:extLst>
          </p:cNvPr>
          <p:cNvSpPr txBox="1"/>
          <p:nvPr/>
        </p:nvSpPr>
        <p:spPr>
          <a:xfrm>
            <a:off x="274320" y="401658"/>
            <a:ext cx="114117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Characteristics of Unstructured Data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fixed schema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Difficult to store in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AI/ML/NLP/computer vision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analyze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large portion of real-world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Majority ( 80–90%) of the world's data is unstructured,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which is why fields like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 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growing so fast.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66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08D1-3B49-04AF-5A08-D8A0AC40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77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235</TotalTime>
  <Words>239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33</cp:revision>
  <dcterms:created xsi:type="dcterms:W3CDTF">2025-09-22T02:44:38Z</dcterms:created>
  <dcterms:modified xsi:type="dcterms:W3CDTF">2026-03-16T17:40:09Z</dcterms:modified>
</cp:coreProperties>
</file>