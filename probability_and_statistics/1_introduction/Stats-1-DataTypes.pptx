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57" r:id="rId2"/>
    <p:sldId id="260" r:id="rId3"/>
    <p:sldId id="261" r:id="rId4"/>
    <p:sldId id="262" r:id="rId5"/>
    <p:sldId id="266" r:id="rId6"/>
    <p:sldId id="267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178 220 3308 0 0,'-4'-5'187'0'0,"0"0"0"0"0,-1 0 0 0 0,0 1 0 0 0,0 0 0 0 0,-9-7 0 0 0,13 11-39 0 0,-7-14 671 0 0,8 14-786 0 0,0 0 1 0 0,0-1-1 0 0,0 1 0 0 0,0 0 1 0 0,0-1-1 0 0,0 1 0 0 0,0 0 1 0 0,0 0-1 0 0,0-1 0 0 0,0 1 1 0 0,-1 0-1 0 0,1 0 0 0 0,0-1 1 0 0,0 1-1 0 0,0 0 0 0 0,0 0 0 0 0,0-1 1 0 0,-1 1-1 0 0,1 0 0 0 0,0 0 1 0 0,0-1-1 0 0,0 1 0 0 0,-1 0 1 0 0,1 0-1 0 0,0 0 0 0 0,0 0 1 0 0,-1-1-1 0 0,1 1 0 0 0,0 0 1 0 0,0 0-1 0 0,-1 0 0 0 0,1 0 1 0 0,0 0-1 0 0,0 0 0 0 0,-1 0 1 0 0,1 0-1 0 0,0 0 0 0 0,-1 0 1 0 0,1 0-1 0 0,0 0 0 0 0,0 0 1 0 0,-1 0-1 0 0,1 0 0 0 0,0 0 1 0 0,0 0-1 0 0,-1 0 0 0 0,1 0 1 0 0,-8 47 89 0 0,3 1 1 0 0,2-1-1 0 0,3 73 1 0 0,28 147 331 0 0,-18-203-312 0 0,2-1 1 0 0,3 0-1 0 0,3-1 0 0 0,44 101 1 0 0,-34-95 558 0 0,-28-63 159 0 0,-16-42-571 0 0,-24-76-147 0 0,5-3-1 0 0,-29-173 0 0 0,44 191-105 0 0,-9-72 2 0 0,17 87 8 0 0,-30-106 0 0 0,20 104-115 0 0,22 83 45 0 0,14 27-169 0 0,151 257-893 0 0,-135-240 1036 0 0,2-2-1 0 0,1-1 1 0 0,3-1-1 0 0,50 42 1 0 0,249 160-36 0 0,-158-120 100 0 0,-164-111 43 0 0,-3 0 49 0 0,1-1 0 0 0,0-1 0 0 0,0 0-1 0 0,1-1 1 0 0,0 0 0 0 0,1 0 0 0 0,12 3 0 0 0,-24-9-81 0 0,0-1 1 0 0,0 1-1 0 0,0 0 0 0 0,0 0 1 0 0,-1-1-1 0 0,1 1 0 0 0,0-1 1 0 0,0 1-1 0 0,0-1 0 0 0,-1 1 1 0 0,1-1-1 0 0,0 1 0 0 0,-1-1 1 0 0,1 0-1 0 0,0 1 0 0 0,-1-1 1 0 0,1 0-1 0 0,-1 1 0 0 0,1-1 1 0 0,-1 0-1 0 0,0 0 0 0 0,1 0 1 0 0,-1 1-1 0 0,1-3 0 0 0,8-21 190 0 0,-8 22-171 0 0,5-22 80 0 0,0 0 1 0 0,-2 0 0 0 0,0 0 0 0 0,0-32-1 0 0,-7-98 133 0 0,2 142-232 0 0,-27-378 911 0 0,14 318-2343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67 6337 0 0,'6'-66'2705'0'0,"-7"71"-2658"0"0,0 5-41 0 0,0 0 0 0 0,1 0 0 0 0,0 0 1 0 0,1 0-1 0 0,0 1 0 0 0,1-1 0 0 0,0 0 0 0 0,0-1 1 0 0,1 1-1 0 0,1 0 0 0 0,-1-1 0 0 0,1 0 0 0 0,1 0 0 0 0,0 0 1 0 0,0 0-1 0 0,1-1 0 0 0,0 0 0 0 0,0 0 0 0 0,11 10 1 0 0,-7-8-2 0 0,0-1 1 0 0,0-1-1 0 0,0 1 1 0 0,1-1-1 0 0,1-1 1 0 0,-1 0-1 0 0,1-1 1 0 0,0 0-1 0 0,1-1 1 0 0,-1 0-1 0 0,1-1 1 0 0,0 0-1 0 0,0-1 1 0 0,24 2 0 0 0,-29-5 3 0 0,-1-1 0 0 0,1 1 1 0 0,-1-2-1 0 0,1 1 1 0 0,-1-1-1 0 0,0 0 1 0 0,0 0-1 0 0,0-1 1 0 0,0 0-1 0 0,0 0 1 0 0,-1-1-1 0 0,1 0 1 0 0,-1 0-1 0 0,6-5 1 0 0,2-2 189 0 0,-2 0 0 0 0,1-1 1 0 0,-2-1-1 0 0,1 0 0 0 0,9-15 1 0 0,10-14 1061 0 0,-12 56-1291 0 0,20 40-65 0 0,-33-43 57 0 0,1 0-1 0 0,1 0 1 0 0,15 16-1 0 0,-10-14-145 0 0,1-1 0 0 0,1 0-1 0 0,0-1 1 0 0,25 14 0 0 0,-32-20-329 0 0,0-2 0 0 0,1 1 1 0 0,-1-1-1 0 0,1 0 0 0 0,-1-1 0 0 0,1 0 1 0 0,0 0-1 0 0,0-1 0 0 0,0 0 0 0 0,0-1 0 0 0,13-1 1 0 0,5-3-2174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3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67 193 6393 0 0,'-17'-92'834'0'0,"12"81"-408"0"0,5 11-424 0 0,0 0 1 0 0,0 1-1 0 0,0-1 1 0 0,0 0-1 0 0,0 0 0 0 0,0 0 1 0 0,0 0-1 0 0,0 0 1 0 0,0 0-1 0 0,0 1 0 0 0,-1-1 1 0 0,1 0-1 0 0,0 0 1 0 0,0 0-1 0 0,0 0 0 0 0,0 0 1 0 0,0 0-1 0 0,0 0 1 0 0,0 0-1 0 0,0 0 0 0 0,-1 1 1 0 0,1-1-1 0 0,0 0 1 0 0,0 0-1 0 0,0 0 0 0 0,0 0 1 0 0,0 0-1 0 0,0 0 1 0 0,-1 0-1 0 0,1 0 0 0 0,0 0 1 0 0,0 0-1 0 0,0 0 1 0 0,0 0-1 0 0,0 0 0 0 0,0 0 1 0 0,-1 0-1 0 0,1 0 1 0 0,0 0-1 0 0,0 0 0 0 0,0 0 1 0 0,0 0-1 0 0,0 0 1 0 0,0 0-1 0 0,-1-1 0 0 0,1 1 1 0 0,0 0-1 0 0,0 0 1 0 0,0 0-1 0 0,0 0 0 0 0,0 0 1 0 0,0 0-1 0 0,0 0 1 0 0,0 0-1 0 0,0 0 0 0 0,-1-1 1 0 0,1 1-1 0 0,0 0 1 0 0,0 0-1 0 0,0 0 1 0 0,0 0-1 0 0,0 0 0 0 0,0 0 1 0 0,0-1-1 0 0,0 1 1 0 0,0 0-1 0 0,0 0 0 0 0,0 0 1 0 0,-1 25-15 0 0,1 0 0 0 0,2 0 0 0 0,0 0 0 0 0,2 0 0 0 0,8 32 1 0 0,46 126 2 0 0,-33-110 53 0 0,-3-18 1205 0 0,-24-59-1111 0 0,-39-102 191 0 0,5-1 0 0 0,-33-160 1 0 0,64 246-348 0 0,2 14-15 0 0,1 0 1 0 0,1 0-1 0 0,-1 0 1 0 0,1 0-1 0 0,1 0 1 0 0,-1 0-1 0 0,2-13 1 0 0,-1 18 1 0 0,17-5-91 0 0,-11 9 106 0 0,-1 0 0 0 0,1-1 0 0 0,0 2 0 0 0,0-1 0 0 0,-1 1-1 0 0,1 0 1 0 0,-1 0 0 0 0,0 0 0 0 0,0 1 0 0 0,0 0 0 0 0,0 0 0 0 0,-1 0 0 0 0,0 0 0 0 0,0 1 0 0 0,0 0 0 0 0,5 8 0 0 0,8 13-20 0 0,-2 1-1 0 0,15 35 1 0 0,9 15-16 0 0,-9-28 18 0 0,88 127-8 0 0,-93-135 1453 0 0,-29-46-1248 0 0,-1-4-124 0 0,0 0-1 0 0,1-1 1 0 0,-1 1 0 0 0,2-1-1 0 0,0 0 1 0 0,0 0 0 0 0,1 0 0 0 0,0-1-1 0 0,0 1 1 0 0,1-1 0 0 0,1 1-1 0 0,0-1 1 0 0,0 1 0 0 0,1 0-1 0 0,0-1 1 0 0,3-10 0 0 0,0 0-28 0 0,1 0-1 0 0,1 0 1 0 0,0 1 0 0 0,2 0 0 0 0,0 0-1 0 0,1 1 1 0 0,18-26 0 0 0,-25 40-21 0 0,1 2 1 0 0,0-1-1 0 0,0 0 0 0 0,0 0 1 0 0,1 1-1 0 0,-1 0 1 0 0,1 0-1 0 0,0 0 0 0 0,0 0 1 0 0,0 0-1 0 0,0 1 0 0 0,1 0 1 0 0,-1 0-1 0 0,0 0 0 0 0,1 0 1 0 0,0 1-1 0 0,-1 0 0 0 0,6-1 1 0 0,-2 1-5 0 0,-1 1-1 0 0,1 0 1 0 0,0 1 0 0 0,-1 0 0 0 0,1 0-1 0 0,-1 1 1 0 0,1-1 0 0 0,-1 2 0 0 0,1-1 0 0 0,8 5-1 0 0,13 9-13 0 0,-1 0-1 0 0,-1 2 1 0 0,-1 0-1 0 0,29 28 0 0 0,-52-43 30 0 0,20 18-68 0 0,-1 1 0 0 0,26 35 0 0 0,-6-6-816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0 218 6565 0 0,'0'0'-451'0'0,"5"0"44"0"0,4-2 308 0 0,0-1 1 0 0,0 1-1 0 0,-1-1 1 0 0,1-1 0 0 0,-1 0-1 0 0,1 0 1 0 0,-1 0-1 0 0,0-1 1 0 0,-1 0 0 0 0,0-1-1 0 0,1 0 1 0 0,11-13-1 0 0,-15 15 153 0 0,-1 1 0 0 0,0-1-1 0 0,0-1 1 0 0,0 1 0 0 0,-1 0 0 0 0,1-1-1 0 0,-1 1 1 0 0,0-1 0 0 0,0 0-1 0 0,-1 0 1 0 0,3-7 0 0 0,-4 8-2 0 0,0 1 0 0 0,0-1 0 0 0,0 1 0 0 0,0 0 0 0 0,-1-1 0 0 0,1 1 0 0 0,-1 0 0 0 0,0-1 0 0 0,0 1 0 0 0,0 0 0 0 0,0 0 0 0 0,0 0 0 0 0,-1 0 0 0 0,0 0 0 0 0,1 0 0 0 0,-1 0 0 0 0,0 0 0 0 0,0 1 0 0 0,-3-4 0 0 0,3 5-39 0 0,1-1 1 0 0,0 0-1 0 0,-1 0 1 0 0,1 1-1 0 0,-1-1 1 0 0,0 0-1 0 0,0 1 1 0 0,1 0-1 0 0,-1-1 0 0 0,0 1 1 0 0,0 0-1 0 0,0 0 1 0 0,0 0-1 0 0,0 0 1 0 0,-1 0-1 0 0,1 1 1 0 0,0-1-1 0 0,0 1 1 0 0,0-1-1 0 0,-1 1 0 0 0,1 0 1 0 0,0 0-1 0 0,-1 0 1 0 0,1 0-1 0 0,0 0 1 0 0,0 1-1 0 0,-1-1 1 0 0,1 1-1 0 0,0-1 1 0 0,0 1-1 0 0,0 0 0 0 0,0 0 1 0 0,0 0-1 0 0,0 0 1 0 0,0 0-1 0 0,0 0 1 0 0,0 1-1 0 0,0-1 1 0 0,0 0-1 0 0,1 1 1 0 0,-1 0-1 0 0,1-1 0 0 0,-1 1 1 0 0,1 0-1 0 0,-1 0 1 0 0,1 0-1 0 0,-1 3 1 0 0,-4 4-24 0 0,1 0-1 0 0,0 1 1 0 0,0 0 0 0 0,1 0 0 0 0,1 0 0 0 0,0 0 0 0 0,0 1 0 0 0,-2 17 0 0 0,4-21-3 0 0,1 0 0 0 0,0 0 1 0 0,0 0-1 0 0,1 0 1 0 0,0 0-1 0 0,0 0 1 0 0,1 0-1 0 0,0 0 1 0 0,0 0-1 0 0,0-1 0 0 0,1 1 1 0 0,0-1-1 0 0,1 1 1 0 0,-1-1-1 0 0,6 6 1 0 0,-3-4 29 0 0,1-1 1 0 0,0 0-1 0 0,0 0 1 0 0,1 0-1 0 0,0-1 0 0 0,0 0 1 0 0,1-1-1 0 0,0 0 1 0 0,16 7-1 0 0,-7-5-117 0 0,1-1-1 0 0,0 0 0 0 0,1-2 0 0 0,-1 0 0 0 0,1-1 0 0 0,-1-1 0 0 0,1-1 0 0 0,0-1 0 0 0,0 0 0 0 0,27-5 1 0 0,21-13-2540 0 0,-37 4 1605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23 141 3856 0 0,'-22'-36'984'0'0,"35"40"-972"0"0,1 0-1 0 0,-1 0 1 0 0,21 11-1 0 0,11 7-17 0 0,-1 1-1 0 0,-1 2 0 0 0,-2 3 0 0 0,-1 0 0 0 0,-1 3 0 0 0,-1 1 0 0 0,-2 2 0 0 0,38 46 0 0 0,-69-75 25 0 0,-1 1 0 0 0,0-1 0 0 0,0 1 0 0 0,0 0 0 0 0,-1 0 0 0 0,0 0 0 0 0,0 1 0 0 0,-1-1 0 0 0,1 1 0 0 0,-1-1 0 0 0,2 14 0 0 0,-4-18 8 0 0,0 0-1 0 0,0 0 1 0 0,0 0 0 0 0,-1 0-1 0 0,1 1 1 0 0,0-1-1 0 0,-1 0 1 0 0,0 0-1 0 0,1 0 1 0 0,-1 0-1 0 0,0 0 1 0 0,0-1-1 0 0,0 1 1 0 0,0 0-1 0 0,0 0 1 0 0,-3 2 0 0 0,1-1 28 0 0,1-1 0 0 0,-1 0 0 0 0,0 0 0 0 0,0 0 0 0 0,0-1 0 0 0,0 1 0 0 0,0-1 0 0 0,0 1 0 0 0,-1-1 0 0 0,1 0 0 0 0,0 0 0 0 0,-1-1 0 0 0,-3 1 0 0 0,1 0 77 0 0,-1 0 0 0 0,1-1-1 0 0,0 1 1 0 0,0-1 0 0 0,0-1-1 0 0,0 1 1 0 0,-1-1 0 0 0,1 0 0 0 0,0-1-1 0 0,0 0 1 0 0,0 1 0 0 0,1-2-1 0 0,-1 1 1 0 0,0-1 0 0 0,1 0-1 0 0,0 0 1 0 0,-1 0 0 0 0,-8-8 0 0 0,10 7-79 0 0,1-1 0 0 0,-1 1 1 0 0,1 0-1 0 0,0-1 1 0 0,0 0-1 0 0,0 0 0 0 0,1 0 1 0 0,0 0-1 0 0,0 0 1 0 0,0 0-1 0 0,0 0 0 0 0,1-1 1 0 0,0 1-1 0 0,0-1 1 0 0,1 1-1 0 0,-1-1 1 0 0,1 1-1 0 0,0-1 0 0 0,1 1 1 0 0,-1-1-1 0 0,3-9 1 0 0,4-10-10 0 0,0 0 1 0 0,2 0 0 0 0,1 0 0 0 0,1 2 0 0 0,1-1 0 0 0,1 1 0 0 0,1 1 0 0 0,0 0 0 0 0,2 1-1 0 0,1 1 1 0 0,1 1 0 0 0,0 0 0 0 0,1 1 0 0 0,1 1 0 0 0,1 1 0 0 0,25-16 0 0 0,27-14-271 0 0,-71 45 181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80 6969 0 0,'5'-25'-205'0'0,"4"-29"1166"0"0,0 110-920 0 0,25 81 1 0 0,0-7 25 0 0,-32-119-365 0 0,0-1-1 0 0,1 0 1 0 0,0 0 0 0 0,1 0 0 0 0,0 0 0 0 0,7 10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 87 6265 0 0,'-35'-84'1362'0'0,"35"82"-1340"0"0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251 578 4472 0 0,'2'-2'21'0'0,"0"-1"1"0"0,-1 1-1 0 0,1-1 0 0 0,-1 1 0 0 0,0-1 0 0 0,0 0 0 0 0,0 1 0 0 0,0-1 0 0 0,0 0 0 0 0,0 0 0 0 0,-1 0 0 0 0,1 0 0 0 0,-1 0 0 0 0,0 1 0 0 0,0-1 1 0 0,0 0-1 0 0,0 0 0 0 0,-1 0 0 0 0,0-5 0 0 0,0 6-4 0 0,1 1 0 0 0,-1-1 0 0 0,0 1 0 0 0,0-1 0 0 0,0 1 0 0 0,1-1 0 0 0,-1 1 0 0 0,-1-1 0 0 0,1 1 0 0 0,0 0 0 0 0,0 0 0 0 0,0-1 0 0 0,-1 1 0 0 0,1 0 0 0 0,-1 0 0 0 0,1 0 0 0 0,0 1 0 0 0,-1-1-1 0 0,0 0 1 0 0,1 0 0 0 0,-1 1 0 0 0,1-1 0 0 0,-1 1 0 0 0,0 0 0 0 0,0-1 0 0 0,1 1 0 0 0,-1 0 0 0 0,0 0 0 0 0,1 0 0 0 0,-1 0 0 0 0,0 0 0 0 0,0 0 0 0 0,1 1 0 0 0,-1-1 0 0 0,-2 1 0 0 0,-8 3-16 0 0,0 1-1 0 0,0 0 1 0 0,1 0 0 0 0,-1 1-1 0 0,1 1 1 0 0,1 0 0 0 0,-1 0-1 0 0,1 1 1 0 0,1 0 0 0 0,-1 1-1 0 0,2 0 1 0 0,-1 1 0 0 0,1 0-1 0 0,0 0 1 0 0,1 0-1 0 0,0 1 1 0 0,1 0 0 0 0,1 1-1 0 0,-1-1 1 0 0,-6 24 0 0 0,8-23-13 0 0,1 1 1 0 0,0-1 0 0 0,1 0-1 0 0,0 1 1 0 0,1-1-1 0 0,1 1 1 0 0,0-1 0 0 0,0 1-1 0 0,5 21 1 0 0,-3-25 10 0 0,0 0 0 0 0,1 0 1 0 0,0 0-1 0 0,0-1 0 0 0,1 0 1 0 0,1 1-1 0 0,-1-1 0 0 0,1-1 1 0 0,0 1-1 0 0,1-1 0 0 0,0 0 1 0 0,0 0-1 0 0,1 0 0 0 0,7 5 0 0 0,-8-8 9 0 0,-1-1 0 0 0,1 0-1 0 0,0-1 1 0 0,0 1 0 0 0,0-1-1 0 0,0 0 1 0 0,0-1-1 0 0,0 1 1 0 0,1-1 0 0 0,-1-1-1 0 0,0 1 1 0 0,1-1 0 0 0,-1 0-1 0 0,0 0 1 0 0,1-1-1 0 0,-1 0 1 0 0,0 0 0 0 0,0 0-1 0 0,0-1 1 0 0,0 0 0 0 0,0 0-1 0 0,6-4 1 0 0,18-7 27 0 0,-2-1 1 0 0,53-35-1 0 0,-78 47-32 0 0,79-53 38 0 0,99-60 27 0 0,-167 108-83 0 0,0 1-1 0 0,1 1 1 0 0,0 0 0 0 0,0 1-1 0 0,0 1 1 0 0,0 0 0 0 0,1 1-1 0 0,22 0 1 0 0,16-3 5 0 0,-51 4 33 0 0,26 0 2330 0 0,-49 7-2328 0 0,0 1-1 0 0,0 1 1 0 0,1 0 0 0 0,0 1-1 0 0,0 2 1 0 0,1 0-1 0 0,0 0 1 0 0,1 2 0 0 0,1 0-1 0 0,0 1 1 0 0,1 1-1 0 0,-16 18 1 0 0,29-31-29 0 0,1 0 0 0 0,-1 0 0 0 0,0 0 0 0 0,1 0 0 0 0,-1 0 0 0 0,1 0 0 0 0,-1 1 0 0 0,1-1 0 0 0,0 0 0 0 0,0 1 0 0 0,0-1 0 0 0,1 1 0 0 0,-1-1 0 0 0,0 1 0 0 0,1-1 1 0 0,0 1-1 0 0,-1 0 0 0 0,1-1 0 0 0,0 1 0 0 0,0 0 0 0 0,1-1 0 0 0,-1 1 0 0 0,1-1 0 0 0,-1 1 0 0 0,1-1 0 0 0,0 1 0 0 0,0-1 0 0 0,0 1 0 0 0,0-1 0 0 0,2 4 0 0 0,0-4 7 0 0,-1 0 0 0 0,1 1 0 0 0,0-1 0 0 0,0 0 0 0 0,0 0 0 0 0,1-1 0 0 0,-1 1 0 0 0,0-1 0 0 0,1 1 0 0 0,-1-1 0 0 0,1 0 1 0 0,-1 0-1 0 0,1-1 0 0 0,0 1 0 0 0,-1-1 0 0 0,1 0 0 0 0,0 0 0 0 0,-1 0 0 0 0,1 0 0 0 0,0-1 0 0 0,4 0 0 0 0,15-5 178 0 0,0 0 1 0 0,-1-1-1 0 0,0-2 0 0 0,0 0 0 0 0,0-1 0 0 0,-2-1 1 0 0,1-1-1 0 0,-1-1 0 0 0,-1-1 0 0 0,21-20 331 0 0,-39 38-567 0 0,0-1 42 0 0,-1 1 0 0 0,1-1-1 0 0,0 1 1 0 0,1-1 0 0 0,-1 0-1 0 0,0 0 1 0 0,1 1 0 0 0,0-1 0 0 0,0 0-1 0 0,0 0 1 0 0,0-1 0 0 0,0 1 0 0 0,1 0-1 0 0,-1-1 1 0 0,1 1 0 0 0,0-1 0 0 0,-1 0-1 0 0,1 0 1 0 0,0 0 0 0 0,0 0 0 0 0,4 1-1 0 0,10 6-17 0 0,1-1-1 0 0,32 11 0 0 0,-35-14 8 0 0,10 4 14 0 0,1-1 0 0 0,0-2 0 0 0,0 0 1 0 0,0-2-1 0 0,1 0 0 0 0,-1-2 0 0 0,1-1 1 0 0,0-2-1 0 0,35-4 0 0 0,-49 3 16 0 0,0 0 1 0 0,-1-2-1 0 0,1 1 0 0 0,-1-2 0 0 0,0 1 0 0 0,0-2 1 0 0,0 0-1 0 0,-1 0 0 0 0,1-1 0 0 0,-2 0 0 0 0,1-1 1 0 0,-1 0-1 0 0,0-1 0 0 0,-1 0 0 0 0,0-1 0 0 0,0 0 0 0 0,-1 0 1 0 0,0 0-1 0 0,-1-1 0 0 0,11-23 0 0 0,-4 1 7 0 0,-1-1 0 0 0,-2-1 0 0 0,-1 0 0 0 0,-2-1 1 0 0,-1 0-1 0 0,3-69 0 0 0,-9 47 177 0 0,-2 0 1 0 0,-2 0-1 0 0,-18-91 1 0 0,-11 18 880 0 0,32 130-1068 0 0,-1 1-1 0 0,1 0 1 0 0,0-1-1 0 0,-1 1 0 0 0,1-1 1 0 0,-1 1-1 0 0,1 0 1 0 0,0-1-1 0 0,-1 1 1 0 0,1 0-1 0 0,-1-1 1 0 0,1 1-1 0 0,-1 0 1 0 0,1 0-1 0 0,-1-1 1 0 0,1 1-1 0 0,-1 0 1 0 0,1 0-1 0 0,-1 0 1 0 0,1 0-1 0 0,-1 0 0 0 0,0 0 1 0 0,1 0-1 0 0,-1 0 1 0 0,1 0-1 0 0,-1 0 1 0 0,1 0-1 0 0,-1 0 1 0 0,1 0-1 0 0,-1 0 1 0 0,1 0-1 0 0,-1 1 1 0 0,1-1-1 0 0,-1 0 1 0 0,1 0-1 0 0,-1 1 1 0 0,1-1-1 0 0,-1 0 0 0 0,1 1 1 0 0,-1-1-1 0 0,1 0 1 0 0,0 1-1 0 0,-1-1 1 0 0,1 1-1 0 0,-18 13-1 0 0,13-9-8 0 0,1 1-1 0 0,-1 0 1 0 0,1 0-1 0 0,1 0 1 0 0,-1 1-1 0 0,1-1 1 0 0,0 1-1 0 0,1 0 1 0 0,-1 0-1 0 0,1 0 1 0 0,1 0-1 0 0,-1 0 1 0 0,1 1-1 0 0,1-1 1 0 0,-1 14-1 0 0,2 3-27 0 0,1-1 0 0 0,0 0 0 0 0,9 36 0 0 0,-4-37 28 0 0,0-1 1 0 0,1 0-1 0 0,0 0 0 0 0,2 0 1 0 0,1-1-1 0 0,0-1 0 0 0,2 0 1 0 0,0 0-1 0 0,1-1 0 0 0,1-1 1 0 0,0 0-1 0 0,1-1 0 0 0,1-1 0 0 0,1-1 1 0 0,0 0-1 0 0,1-1 0 0 0,27 14 1 0 0,-6-6-448 0 0,0-2 0 0 0,1-1 1 0 0,43 11-1 0 0,-15-9-2503 0 0,74 10 0 0 0,-97-24 715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212 71 5649 0 0,'-11'-54'668'0'0,"11"52"-485"0"0,-3-8 114 0 0,1 5-210 0 0,0 7-116 0 0,-29 136-18 0 0,-10 50-20 0 0,33-131 65 0 0,-2 20 34 0 0,-3 0 0 0 0,-3-1 0 0 0,-48 138 0 0 0,54-202-138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328 45 4884 0 0,'19'-44'1187'0'0,"-23"47"-1153"0"0,-150 138 144 0 0,51-43-158 0 0,75-71-5 0 0,-29 22 2071 0 0,57-53-1897 0 0,0-2-149 0 0,1 0 0 0 0,0 0 0 0 0,0 1 0 0 0,0-1 0 0 0,1 0 0 0 0,-1 1 1 0 0,1-1-1 0 0,1 1 0 0 0,-1-1 0 0 0,1 1 0 0 0,0 0 0 0 0,0 0 0 0 0,7-7 0 0 0,58-67 177 0 0,-54 64-170 0 0,-7 8-32 0 0,15-18 68 0 0,2 1-1 0 0,50-39 1 0 0,-72 62-87 0 0,-1 0 0 0 0,1-1 0 0 0,1 1 0 0 0,-1 0 0 0 0,0 0 0 0 0,0 1-1 0 0,0-1 1 0 0,0 0 0 0 0,0 1 0 0 0,1-1 0 0 0,-1 1 0 0 0,0 0 0 0 0,1 0 0 0 0,-1 0 0 0 0,0 0 0 0 0,0 0 0 0 0,1 0 0 0 0,-1 1 0 0 0,5 0 0 0 0,-3 1-2 0 0,0 0 1 0 0,0 0 0 0 0,0 1 0 0 0,0-1-1 0 0,0 1 1 0 0,-1 0 0 0 0,1 0 0 0 0,-1 0-1 0 0,6 5 1 0 0,4 9-1 0 0,0 1-1 0 0,-1 0 1 0 0,14 29 0 0 0,-17-30 14 0 0,4 7-135 0 0,2 0 0 0 0,22 27 0 0 0,-31-43-315 0 0,0-1 0 0 0,1-1 0 0 0,-1 1-1 0 0,1-1 1 0 0,1 0 0 0 0,-1-1 0 0 0,1 0-1 0 0,0 0 1 0 0,0 0 0 0 0,13 4-1 0 0,9-1-1985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616 69 5857 0 0,'0'-68'-147'0'0,"0"67"129"0"0,-2 5-68 0 0,-26 69-12 0 0,-28 115 0 0 0,33-103 85 0 0,-35 87-1 0 0,39-129 41 0 0,-2 0-1 0 0,-1-2 1 0 0,-33 45 0 0 0,43-68-4 0 0,-2 0 1 0 0,0-1 0 0 0,-2-1 0 0 0,1-1-1 0 0,-2 0 1 0 0,0-1 0 0 0,-1 0-1 0 0,-37 20 1 0 0,52-32-22 0 0,-11 5 17 0 0,0 0 0 0 0,-1 0 1 0 0,0-1-1 0 0,0-1 0 0 0,-17 3 0 0 0,29-8-139 0 0,1 0 1 0 0,0-1-1 0 0,0 1 0 0 0,-1-1 1 0 0,1 1-1 0 0,0-1 1 0 0,0 0-1 0 0,0 0 1 0 0,0 0-1 0 0,0 0 0 0 0,0 0 1 0 0,0 0-1 0 0,0-1 1 0 0,1 1-1 0 0,-1-1 0 0 0,0 1 1 0 0,1-1-1 0 0,-1 1 1 0 0,1-1-1 0 0,-1 0 0 0 0,1 0 1 0 0,0 0-1 0 0,-1-2 1 0 0,3-10-975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439 13 3968 0 0,'0'0'-10'0'0,"0"-1"-1"0"0,0 1 0 0 0,0-1 0 0 0,0 1 1 0 0,0 0-1 0 0,0-1 0 0 0,0 1 1 0 0,0-1-1 0 0,0 1 0 0 0,0-1 0 0 0,0 1 1 0 0,0 0-1 0 0,0-1 0 0 0,0 1 0 0 0,0 0 1 0 0,0-1-1 0 0,0 1 0 0 0,-1-1 1 0 0,1 1-1 0 0,0 0 0 0 0,0-1 0 0 0,-1 1 1 0 0,1 0-1 0 0,0-1 0 0 0,0 1 0 0 0,-1 0 1 0 0,1 0-1 0 0,0-1 0 0 0,-1 1 1 0 0,1 0-1 0 0,0 0 0 0 0,-1 0 0 0 0,1-1 1 0 0,0 1-1 0 0,-1 0 0 0 0,1 0 1 0 0,-1 0-1 0 0,1 0 0 0 0,0 0 0 0 0,-1 0 1 0 0,1 0-1 0 0,-1 0 0 0 0,1 0 0 0 0,0 0 1 0 0,-1 0-1 0 0,1 0 0 0 0,-1 0 1 0 0,1 0-1 0 0,-1 0 0 0 0,1 0 0 0 0,-4 0 77 0 0,1 0-113 0 0,-2 2 11 0 0,-54 36-68 0 0,-67 56 0 0 0,-54 36 320 0 0,164-117-73 0 0,14-11 80 0 0,0 0 1 0 0,0 0-1 0 0,0 0 1 0 0,-1 0-1 0 0,1 0 1 0 0,-1-1-1 0 0,1 1 1 0 0,-1-1-1 0 0,0 1 1 0 0,0-1-1 0 0,-4 1 1 0 0,8-7 38 0 0,1-3-190 0 0,0 0 1 0 0,1 0-1 0 0,0 0 0 0 0,0 0 0 0 0,1 0 0 0 0,0 1 0 0 0,1 0 0 0 0,0-1 1 0 0,0 2-1 0 0,0-1 0 0 0,1 0 0 0 0,0 1 0 0 0,13-10 0 0 0,0-1 45 0 0,2 1-1 0 0,0 1 0 0 0,37-20 0 0 0,-46 30-95 0 0,0 1 1 0 0,0 0-1 0 0,0 1 0 0 0,0 0 0 0 0,1 1 0 0 0,0 0 1 0 0,-1 1-1 0 0,1 0 0 0 0,0 1 0 0 0,-1 1 1 0 0,1 0-1 0 0,-1 1 0 0 0,1 0 0 0 0,-1 0 0 0 0,1 2 1 0 0,-1-1-1 0 0,16 9 0 0 0,18 8-720 0 0,-1 2 0 0 0,-1 2-1 0 0,40 29 1 0 0,-71-43-1104 0 0,-1 0-97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2306 1 5256 0 0,'0'0'-47'0'0,"3"19"-442"0"0,-6-8 474 0 0,-1 1 0 0 0,0 0 0 0 0,0-1 0 0 0,-1 0 0 0 0,0 0 0 0 0,-1 0-1 0 0,0-1 1 0 0,-1 0 0 0 0,0 0 0 0 0,-17 17 0 0 0,-47 47 58 0 0,-3-4 0 0 0,-3-2-1 0 0,-4-5 1 0 0,-1-3 0 0 0,-151 82 0 0 0,146-99 90 0 0,-1-3 1 0 0,-96 27-1 0 0,-196 44 246 0 0,357-105-369 0 0,-597 125 1079 0 0,415-105-154 0 0,203-26-914 0 0,-14-1 101 0 0,16 1-169 0 0,-1 0 0 0 0,1 0 1 0 0,0 0-1 0 0,0 0 0 0 0,-1 1 0 0 0,1-1 1 0 0,0 0-1 0 0,0 0 0 0 0,-1 0 0 0 0,1 0 1 0 0,0 0-1 0 0,-1 0 0 0 0,1 0 1 0 0,0 0-1 0 0,0 0 0 0 0,-1 0 0 0 0,1 0 1 0 0,0 0-1 0 0,-1 0 0 0 0,1 0 0 0 0,0-1 1 0 0,0 1-1 0 0,-1 0 0 0 0,1 0 0 0 0,0 0 1 0 0,0 0-1 0 0,-1 0 0 0 0,1-1 0 0 0,0 1 1 0 0,-1-1-235 0 0,1 1 235 0 0,0-1-1 0 0,0 1 0 0 0,-1 0 0 0 0,1 0 1 0 0,0-1-1 0 0,0 1 0 0 0,0 0 0 0 0,0 0 1 0 0,0-1-1 0 0,0 1 0 0 0,0 0 0 0 0,0-1 1 0 0,0 1-1 0 0,0 0 0 0 0,0-1 0 0 0,19-14-1669 0 0,-1 1-48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632 12 4648 0 0,'9'-9'-406'0'0,"-9"9"409"0"0,0 0 0 0 0,0 0 0 0 0,0 0-1 0 0,0 0 1 0 0,-1 0 0 0 0,1 0 0 0 0,0 0 0 0 0,0 0 0 0 0,0 0 0 0 0,0 0-1 0 0,0 0 1 0 0,0 0 0 0 0,0-1 0 0 0,0 1 0 0 0,0 0 0 0 0,0 0-1 0 0,0 0 1 0 0,-1 0 0 0 0,1 0 0 0 0,0 0 0 0 0,0 0 0 0 0,0-1-1 0 0,0 1 1 0 0,0 0 0 0 0,0 0 0 0 0,0 0 0 0 0,0 0 0 0 0,0 0-1 0 0,0 0 1 0 0,0 0 0 0 0,0-1 0 0 0,0 1 0 0 0,-348 143 31 0 0,282-117-40 0 0,40-16 33 0 0,-29 11 424 0 0,-75 20 1 0 0,117-41 1027 0 0,19-8-1186 0 0,25-8-286 0 0,5 5 20 0 0,0 2 1 0 0,1 1 0 0 0,0 2-1 0 0,1 1 1 0 0,-1 3 0 0 0,1 1 0 0 0,65 6-1 0 0,-76-1-12 0 0,1 0 0 0 0,0 2 0 0 0,-1 2 0 0 0,-1 0 0 0 0,1 2 0 0 0,-1 0 0 0 0,-1 2 0 0 0,0 1 0 0 0,0 1 0 0 0,-2 1 0 0 0,23 19 0 0 0,-39-28-338 0 0,0 1-1 0 0,-1 0 1 0 0,0 0-1 0 0,-1 1 1 0 0,0 0 0 0 0,0 0-1 0 0,6 13 1 0 0,7 13-1040 0 0,-10-24-305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3247 1 4696 0 0,'0'0'-185'0'0,"19"13"-830"0"0,-20-5 998 0 0,0 1 0 0 0,0 0 1 0 0,-1-1-1 0 0,0 1 0 0 0,0-1 1 0 0,-1 0-1 0 0,0 0 0 0 0,-1 0 1 0 0,0 0-1 0 0,-7 11 0 0 0,-7 7 29 0 0,-31 36-1 0 0,37-48-7 0 0,-293 337 93 0 0,256-296 22 0 0,-2-2 0 0 0,-2-2 0 0 0,-3-3 0 0 0,-1-2 0 0 0,-3-3 0 0 0,-1-2 0 0 0,-121 59 0 0 0,70-52 460 0 0,-195 55 0 0 0,-130 4 108 0 0,305-77-595 0 0,-425 77 94 0 0,141-31-146 0 0,135-22 1095 0 0,279-54-1025 0 0,1 1-93 0 0,1-1 0 0 0,-1 1 0 0 0,0-1 1 0 0,1 1-1 0 0,-1-1 0 0 0,0 1 0 0 0,0-1 0 0 0,1 0 0 0 0,-1 0 0 0 0,0 1 1 0 0,0-1-1 0 0,0 0 0 0 0,0 0 0 0 0,1 0 0 0 0,-1 0 0 0 0,0 0 0 0 0,0 0 1 0 0,0 0-1 0 0,0 0 0 0 0,1 0 0 0 0,-1 0 0 0 0,0 0 0 0 0,0-1 0 0 0,0 1 0 0 0,1 0 1 0 0,-2-1-1 0 0,-11-5-481 0 0,31-14-3362 0 0,-1 9 1713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869 46 5444 0 0,'0'-1'-13'0'0,"1"-1"0"0"0,-1 1-1 0 0,0 0 1 0 0,0 0-1 0 0,1-1 1 0 0,-1 1-1 0 0,0 0 1 0 0,0-1-1 0 0,0 1 1 0 0,0 0-1 0 0,-1-1 1 0 0,1 1-1 0 0,0 0 1 0 0,0-1-1 0 0,-1 1 1 0 0,1 0-1 0 0,-1 0 1 0 0,1-1-1 0 0,-1 1 1 0 0,0 0-1 0 0,1 0 1 0 0,-1 0-1 0 0,0 0 1 0 0,0 0-1 0 0,0 0 1 0 0,0 0-1 0 0,0 0 1 0 0,0 0 0 0 0,0 0-1 0 0,0 0 1 0 0,0 1-1 0 0,0-1 1 0 0,0 0-1 0 0,0 1 1 0 0,-1-1-1 0 0,1 1 1 0 0,0-1-1 0 0,0 1 1 0 0,-1 0-1 0 0,1 0 1 0 0,0-1-1 0 0,-1 1 1 0 0,-1 0-1 0 0,-7-1 8 0 0,1-1 0 0 0,-1 2 1 0 0,0-1-1 0 0,-18 3 0 0 0,-47 7-90 0 0,-137 38 0 0 0,-70 42 90 0 0,148-44-6 0 0,66-21 608 0 0,186-52-498 0 0,130-15 0 0 0,-185 36-132 0 0,1 3 1 0 0,0 3 0 0 0,-1 2-1 0 0,66 11 1 0 0,-118-10 22 0 0,1 2-1 0 0,-1-1 0 0 0,0 2 1 0 0,0-1-1 0 0,-1 2 0 0 0,1-1 1 0 0,-1 1-1 0 0,-1 1 0 0 0,1 0 1 0 0,-1 0-1 0 0,0 1 1 0 0,0 0-1 0 0,-1 1 0 0 0,-1-1 1 0 0,1 2-1 0 0,8 12 0 0 0,-5-5-20 0 0,-1 0-1 0 0,-1 0 1 0 0,0 0-1 0 0,-1 2 1 0 0,-1-1-1 0 0,0 1 1 0 0,-2-1-1 0 0,0 2 1 0 0,2 20-1 0 0,-7 13-1966 0 0,-5-28 1140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521 9 3612 0 0,'0'0'28'0'0,"-6"-1"-15"0"0,-5-2-2 0 0,-1 1 1 0 0,0 1-1 0 0,1 0 1 0 0,-1 1-1 0 0,0 0 1 0 0,0 0-1 0 0,-13 4 0 0 0,-8 2-3 0 0,1 3-1 0 0,-1 0 0 0 0,2 2 0 0 0,-50 25 0 0 0,61-26-18 0 0,1 1-1 0 0,0 1 1 0 0,0 1-1 0 0,1 0 1 0 0,1 2-1 0 0,0 0 1 0 0,-27 32-1 0 0,42-45 8 0 0,-1 1 0 0 0,1-1 0 0 0,0 1 0 0 0,0 0-1 0 0,0-1 1 0 0,1 1 0 0 0,-1 0 0 0 0,0 0 0 0 0,1 1 0 0 0,0-1-1 0 0,0 0 1 0 0,0 0 0 0 0,0 1 0 0 0,1-1 0 0 0,-1 0 0 0 0,1 1-1 0 0,0-1 1 0 0,0 1 0 0 0,0-1 0 0 0,0 0 0 0 0,0 1-1 0 0,1-1 1 0 0,0 0 0 0 0,0 1 0 0 0,-1-1 0 0 0,2 0 0 0 0,-1 0-1 0 0,0 0 1 0 0,1 0 0 0 0,0 0 0 0 0,-1 0 0 0 0,1 0 0 0 0,0 0-1 0 0,0 0 1 0 0,1-1 0 0 0,-1 0 0 0 0,1 1 0 0 0,2 1 0 0 0,6 4 11 0 0,0 0 0 0 0,1-1 1 0 0,0-1-1 0 0,0 0 1 0 0,0-1-1 0 0,1 0 0 0 0,-1-1 1 0 0,21 5-1 0 0,98 12 90 0 0,1-5 0 0 0,182-1 0 0 0,-240-13-51 0 0,108 6 3081 0 0,-201-27-4654 0 0,18 18 1312 0 0,-9-8-1458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170 47 4680 0 0,'0'0'-240'0'0,"-5"-1"-360"0"0,-17-2 505 0 0,16 2 5 0 0,-35 16-171 0 0,34-12 231 0 0,0 1 0 0 0,0 0 0 0 0,1 1 0 0 0,-1 0 0 0 0,1 0 0 0 0,0 0 0 0 0,1 0 0 0 0,-1 1 0 0 0,1 0 0 0 0,0 0 0 0 0,1 1 0 0 0,-1-1 1 0 0,1 1-1 0 0,1 0 0 0 0,-4 8 0 0 0,6-12 23 0 0,-1 1 1 0 0,2 0-1 0 0,-1-1 0 0 0,0 1 1 0 0,1 0-1 0 0,-1 0 1 0 0,1-1-1 0 0,0 1 0 0 0,0 0 1 0 0,1 0-1 0 0,-1-1 1 0 0,1 1-1 0 0,0 0 0 0 0,0-1 1 0 0,0 1-1 0 0,0 0 1 0 0,1-1-1 0 0,-1 0 0 0 0,1 1 1 0 0,0-1-1 0 0,0 0 1 0 0,0 0-1 0 0,1 0 0 0 0,-1 0 1 0 0,1 0-1 0 0,-1 0 1 0 0,1-1-1 0 0,0 1 0 0 0,0-1 1 0 0,0 0-1 0 0,0 0 1 0 0,4 2-1 0 0,9 4 28 0 0,0 0 1 0 0,0-1-1 0 0,0-1 1 0 0,1-1 0 0 0,-1 0-1 0 0,1-1 1 0 0,0-1-1 0 0,1 0 1 0 0,-1-2-1 0 0,1 0 1 0 0,21-1-1 0 0,-28-1 59 0 0,1 1 0 0 0,-1-2 0 0 0,0 0 0 0 0,0 0 0 0 0,0-1 0 0 0,0 0 0 0 0,0-1 0 0 0,0 0 0 0 0,-1-1 0 0 0,0 0 0 0 0,0 0 0 0 0,0-1 0 0 0,-1-1 0 0 0,0 1 0 0 0,0-2 0 0 0,0 1 0 0 0,14-18 0 0 0,-21 22-15 0 0,1 0 1 0 0,-1 0-1 0 0,0 0 0 0 0,0 0 0 0 0,0-1 1 0 0,-1 1-1 0 0,1-1 0 0 0,-1 1 0 0 0,0-1 1 0 0,0 0-1 0 0,0 1 0 0 0,0-1 0 0 0,-1 0 1 0 0,0 0-1 0 0,1 1 0 0 0,-1-1 0 0 0,-1 0 1 0 0,1 0-1 0 0,0 0 0 0 0,-2-4 1 0 0,0 3-9 0 0,0 0 0 0 0,-1 0 0 0 0,1 1 0 0 0,-1-1 0 0 0,0 1 0 0 0,0-1 0 0 0,-1 1 0 0 0,1 0 0 0 0,-1 0 0 0 0,0 0 0 0 0,0 1 0 0 0,-8-6 1 0 0,-3 0 15 0 0,0 0 0 0 0,-1 1 0 0 0,0 0 0 0 0,0 1 0 0 0,-1 1 0 0 0,0 1 1 0 0,-29-6-1 0 0,-112-3 239 0 0,93 13-4366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66 46 4584 0 0,'-42'-36'768'0'0,"40"35"-678"0"0,-3-2 66 0 0,5 3-155 0 0,0-1 0 0 0,-1 1 0 0 0,1-1 0 0 0,0 1 0 0 0,0 0 1 0 0,-1-1-1 0 0,1 1 0 0 0,-1 0 0 0 0,1 0 0 0 0,0-1 0 0 0,-1 1 0 0 0,1 0 0 0 0,0 0 0 0 0,-1 0 0 0 0,1-1 0 0 0,-1 1 0 0 0,1 0 0 0 0,-1 0 0 0 0,1 0 0 0 0,-1 0 0 0 0,1 0 0 0 0,0 0 0 0 0,-1 0 0 0 0,1 0 0 0 0,-1 0 0 0 0,1 0 0 0 0,-1 0 1 0 0,1 0-1 0 0,-1 0 0 0 0,1 0 0 0 0,-1 0 0 0 0,1 1 0 0 0,0-1 0 0 0,-1 0 0 0 0,0 1 0 0 0,0 4-11 0 0,1 1 0 0 0,-1-1 1 0 0,1 1-1 0 0,0-1 0 0 0,1 1 1 0 0,-1-1-1 0 0,1 1 0 0 0,0-1 1 0 0,0 1-1 0 0,1-1 0 0 0,0 0 0 0 0,0 1 1 0 0,3 4-1 0 0,42 72-49 0 0,-13-25 27 0 0,-14-26-3 0 0,-16-26 398 0 0,0 1 1 0 0,0-1-1 0 0,-1 1 0 0 0,1 0 0 0 0,-1 1 0 0 0,2 7 0 0 0,-26-29-6 0 0,18 13-301 0 0,-5-5 19 0 0,0-1-1 0 0,0-1 1 0 0,1 0 0 0 0,0 0 0 0 0,1 0 0 0 0,0-1-1 0 0,0 0 1 0 0,1 0 0 0 0,1 0 0 0 0,-1-1 0 0 0,2 1-1 0 0,-1-1 1 0 0,2 0 0 0 0,-1 0 0 0 0,-1-20 0 0 0,4 28-77 0 0,0 0 0 0 0,1 0 1 0 0,-1 0-1 0 0,0 1 0 0 0,1-1 1 0 0,0 0-1 0 0,0 0 0 0 0,0 0 1 0 0,0 1-1 0 0,0-1 0 0 0,0 0 1 0 0,1 1-1 0 0,-1-1 0 0 0,1 1 1 0 0,-1 0-1 0 0,1 0 0 0 0,0-1 1 0 0,0 1-1 0 0,4-3 0 0 0,-1 2-3 0 0,0 0-1 0 0,0 0 0 0 0,0 0 1 0 0,1 1-1 0 0,-1 0 1 0 0,1 0-1 0 0,-1 0 1 0 0,1 0-1 0 0,7 0 0 0 0,5 0-14 0 0,1 1-1 0 0,-1 0 1 0 0,1 1-1 0 0,-1 1 1 0 0,23 4 0 0 0,-20-1-13 0 0,0 1 0 0 0,0 1 0 0 0,-1 1 1 0 0,0 1-1 0 0,-1 0 0 0 0,27 16 1 0 0,-37-19-1 0 0,1 1 0 0 0,-2 0 0 0 0,1 1 0 0 0,-1 0 0 0 0,0 0 0 0 0,0 1 0 0 0,0 0 0 0 0,-1 0 0 0 0,-1 1 0 0 0,0 0 0 0 0,0 0 0 0 0,0 1 0 0 0,-1-1 0 0 0,5 16 0 0 0,-3-6-871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69 166 5777 0 0,'-5'-20'514'0'0,"-2"0"1"0"0,0 0-1 0 0,-1 1 1 0 0,0 0-1 0 0,-17-26 1 0 0,23 42-389 0 0,1 1-12 0 0,-5-15 328 0 0,6 19-644 0 0,0 0 198 0 0,0 0 0 0 0,0 0 0 0 0,1 0 0 0 0,-1 0 0 0 0,0 0 0 0 0,1 0 0 0 0,0-1 0 0 0,-1 1 0 0 0,1 0 0 0 0,1 3 0 0 0,0-2-4 0 0,52 211-160 0 0,43 229 186 0 0,-94-414 84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27 76 6889 0 0,'-27'1'-221'0'0,"42"-11"61"0"0,44-13 73 0 0,136-13-24 0 0,-160 32-40 0 0,-1 1 0 0 0,0 2 0 0 0,59 6 1 0 0,-41 2-2923 0 0,-41-4 2295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4004 0 0,'0'0'1274'0'0,"9"10"-1210"0"0,4 16-153 0 0,-1 1-1 0 0,-1 1 0 0 0,-1 0 0 0 0,-2 0 1 0 0,-1 1-1 0 0,-1 0 0 0 0,3 43 0 0 0,-5-54-1845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1 104 4168 0 0,'0'-87'3296'0'0,"0"86"-3052"0"0,0-15-202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15 92 5525 0 0,'-14'-32'1938'0'0,"16"70"-1890"0"0,2-1 0 0 0,1 0 0 0 0,2 0 0 0 0,1-1 0 0 0,25 65 0 0 0,1-19 1946 0 0,-36-89-1787 0 0,-8-18-62 0 0,2-1 1 0 0,1 0 0 0 0,1-1 0 0 0,2 0 0 0 0,0 0-1 0 0,0-34 1 0 0,4 53-151 0 0,0-1-1 0 0,0 1 1 0 0,1 0 0 0 0,0-1-1 0 0,0 1 1 0 0,1 0-1 0 0,0 0 1 0 0,1 0 0 0 0,0 0-1 0 0,0 0 1 0 0,1 0 0 0 0,-1 1-1 0 0,2 0 1 0 0,-1-1-1 0 0,1 2 1 0 0,0-1 0 0 0,0 0-1 0 0,1 1 1 0 0,0 0 0 0 0,0 1-1 0 0,1-1 1 0 0,-1 1-1 0 0,1 0 1 0 0,0 1 0 0 0,10-5-1 0 0,-10 6-14 0 0,0 0-1 0 0,1 1 0 0 0,-1 0 0 0 0,0 0 0 0 0,1 1 1 0 0,-1 0-1 0 0,1 0 0 0 0,0 0 0 0 0,-1 1 0 0 0,1 1 1 0 0,0-1-1 0 0,11 3 0 0 0,-7 0-6 0 0,0 1 1 0 0,0 0-1 0 0,0 1 1 0 0,0 0-1 0 0,-1 1 1 0 0,0 0-1 0 0,11 8 0 0 0,-2 1-22 0 0,0 1 0 0 0,-1 1-1 0 0,0 1 1 0 0,-2 1-1 0 0,0 0 1 0 0,27 43 0 0 0,-34-44 69 0 0,0 1 0 0 0,-2 1 0 0 0,9 28 0 0 0,6 14-5341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 64 6537 0 0,'3'-43'119'0'0,"-3"41"119"0"0,-1-10 272 0 0,0 6-198 0 0,-1 7 75 0 0,-1 10-385 0 0,1-1 0 0 0,0 1 1 0 0,0 0-1 0 0,1 0 0 0 0,1 0 1 0 0,0-1-1 0 0,0 1 1 0 0,1 0-1 0 0,3 11 0 0 0,-3-15-6 0 0,1-1-1 0 0,1 1 0 0 0,-1-1 1 0 0,1 0-1 0 0,0 0 0 0 0,1 0 1 0 0,0 0-1 0 0,-1 0 0 0 0,2-1 0 0 0,-1 0 1 0 0,1 0-1 0 0,-1 0 0 0 0,2 0 1 0 0,-1-1-1 0 0,0 1 0 0 0,8 3 1 0 0,-2-1 3 0 0,-1-1 0 0 0,1-1 1 0 0,0 0-1 0 0,0 0 0 0 0,1-1 0 0 0,-1 0 1 0 0,1-1-1 0 0,0-1 0 0 0,0 0 0 0 0,0 0 1 0 0,0-1-1 0 0,16-1 0 0 0,-20-1 10 0 0,0 0 0 0 0,-1 0 0 0 0,1 0 0 0 0,0-1 0 0 0,-1-1 0 0 0,1 1 0 0 0,-1-1 0 0 0,0 0 0 0 0,0-1 0 0 0,0 0 0 0 0,0 0 0 0 0,0 0 0 0 0,-1-1 0 0 0,0 0 0 0 0,0 0 0 0 0,0-1 0 0 0,-1 1 0 0 0,0-1 0 0 0,8-11 0 0 0,-3-1 367 0 0,0 0 1 0 0,-2 0-1 0 0,0-1 1 0 0,0 0-1 0 0,4-24 1 0 0,-12 43-374 0 0,0 0 1 0 0,1-1 0 0 0,-1 1-1 0 0,0 0 1 0 0,0-1 0 0 0,0 1-1 0 0,0 0 1 0 0,0 0 0 0 0,1-1-1 0 0,-1 1 1 0 0,0 0-1 0 0,0 0 1 0 0,0-1 0 0 0,1 1-1 0 0,-1 0 1 0 0,0 0 0 0 0,0 0-1 0 0,1 0 1 0 0,-1-1 0 0 0,0 1-1 0 0,1 0 1 0 0,-1 0 0 0 0,0 0-1 0 0,0 0 1 0 0,1 0 0 0 0,-1 0-1 0 0,0 0 1 0 0,1 0 0 0 0,-1 0-1 0 0,0 0 1 0 0,1 0 0 0 0,-1 0-1 0 0,0 0 1 0 0,0 0 0 0 0,1 0-1 0 0,-1 0 1 0 0,0 0 0 0 0,1 0-1 0 0,-1 0 1 0 0,0 0-1 0 0,0 0 1 0 0,1 1 0 0 0,-1-1-1 0 0,0 0 1 0 0,0 0 0 0 0,1 0-1 0 0,-1 0 1 0 0,0 1 0 0 0,0-1-1 0 0,1 0 1 0 0,-1 0 0 0 0,0 1-1 0 0,0-1 1 0 0,0 0 0 0 0,0 0-1 0 0,1 1 1 0 0,-1-1 0 0 0,0 1-1 0 0,11 13-29 0 0,-11-14 32 0 0,30 50-61 0 0,9 12-219 0 0,-28-48-20 0 0,1-1 0 0 0,0 0 0 0 0,17 12 1 0 0,23 7-3810 0 0,-31-22 895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227 18 6789 0 0,'0'0'-353'0'0,"-39"0"-1211"0"0,31 1 1502 0 0,0 1 0 0 0,0 0 0 0 0,1 1-1 0 0,-1-1 1 0 0,1 1 0 0 0,-1 1-1 0 0,1 0 1 0 0,0 0 0 0 0,0 0 0 0 0,1 1-1 0 0,-1 0 1 0 0,1 0 0 0 0,0 0-1 0 0,1 1 1 0 0,-8 9 0 0 0,9-11 44 0 0,1 0 0 0 0,1 0 0 0 0,-1 1 1 0 0,0-1-1 0 0,1 1 0 0 0,0 0 0 0 0,0 0 1 0 0,1 0-1 0 0,-1 0 0 0 0,1 0 0 0 0,0 0 1 0 0,0 0-1 0 0,1 0 0 0 0,-1 0 0 0 0,1 0 0 0 0,0 0 1 0 0,1 1-1 0 0,-1-1 0 0 0,1 0 0 0 0,0 0 1 0 0,0 0-1 0 0,1 0 0 0 0,-1 0 0 0 0,1 0 0 0 0,5 7 1 0 0,-1 0 28 0 0,2-2 0 0 0,0 1 1 0 0,0-1-1 0 0,0-1 0 0 0,1 1 1 0 0,1-1-1 0 0,0-1 0 0 0,0 0 1 0 0,0 0-1 0 0,1-1 0 0 0,0 0 1 0 0,1-1-1 0 0,-1-1 0 0 0,1 1 1 0 0,0-2-1 0 0,15 4 0 0 0,-23-7 25 0 0,1 0 0 0 0,-1-1 0 0 0,0 0 0 0 0,0 0 0 0 0,1 0 0 0 0,-1-1 0 0 0,0 1 0 0 0,1-1 0 0 0,-1 0 0 0 0,0 0 0 0 0,0-1 0 0 0,0 1 0 0 0,0-1 0 0 0,0 0 0 0 0,0 0 0 0 0,-1 0 0 0 0,1-1 0 0 0,0 1 0 0 0,-1-1 0 0 0,0 0 0 0 0,0 1 0 0 0,0-2 0 0 0,0 1 0 0 0,0 0 0 0 0,0-1 0 0 0,-1 1 0 0 0,0-1 0 0 0,0 0 0 0 0,0 0 0 0 0,0 1-1 0 0,0-1 1 0 0,1-6 0 0 0,0 2 39 0 0,-1-1 0 0 0,0 1 0 0 0,0 0-1 0 0,0-1 1 0 0,-1 0 0 0 0,-1 1-1 0 0,1-1 1 0 0,-1 1 0 0 0,-1-1-1 0 0,0 0 1 0 0,0 1 0 0 0,0-1-1 0 0,-1 1 1 0 0,-1 0 0 0 0,-3-10 0 0 0,2 9-10 0 0,-1 0 0 0 0,0 0 0 0 0,-1 0 1 0 0,0 1-1 0 0,0 0 0 0 0,-1 0 1 0 0,0 0-1 0 0,-1 1 0 0 0,1 0 0 0 0,-1 0 1 0 0,-1 1-1 0 0,1 0 0 0 0,-1 1 1 0 0,-14-7-1 0 0,9 7-28 0 0,0 0 1 0 0,0 1-1 0 0,-1 0 1 0 0,0 2-1 0 0,1 0 1 0 0,-1 0-1 0 0,0 1 1 0 0,0 1-1 0 0,-28 3 1 0 0,-17 8-1424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56 87 5096 0 0,'-17'-39'2095'0'0,"17"39"-2094"0"0,0 1 1 0 0,0-1-1 0 0,-1 1 1 0 0,1-1 0 0 0,0 1-1 0 0,-1-1 1 0 0,1 1-1 0 0,0-1 1 0 0,-1 0-1 0 0,1 1 1 0 0,0-1 0 0 0,-1 1-1 0 0,1-1 1 0 0,0 0-1 0 0,-1 1 1 0 0,1-1-1 0 0,-1 0 1 0 0,1 0 0 0 0,-1 1-1 0 0,1-1 1 0 0,-1 0-1 0 0,1 0 1 0 0,-1 0 0 0 0,1 0-1 0 0,-2 1 1 0 0,-13 9 19 0 0,13-6-24 0 0,0 0 1 0 0,0 1 0 0 0,1-1-1 0 0,-1 1 1 0 0,1 0 0 0 0,0-1-1 0 0,0 1 1 0 0,1 0 0 0 0,-1 0-1 0 0,1-1 1 0 0,0 1 0 0 0,1 0-1 0 0,-1 0 1 0 0,1 0-1 0 0,0-1 1 0 0,0 1 0 0 0,0 0-1 0 0,0-1 1 0 0,1 1 0 0 0,0-1-1 0 0,0 1 1 0 0,0-1 0 0 0,1 0-1 0 0,-1 0 1 0 0,1 0 0 0 0,0 0-1 0 0,0-1 1 0 0,1 1 0 0 0,-1-1-1 0 0,1 1 1 0 0,-1-1 0 0 0,8 4-1 0 0,-4-1 8 0 0,0-2 0 0 0,1 1 0 0 0,-1-1 0 0 0,1 0 0 0 0,0 0 0 0 0,0-1 0 0 0,0 0 0 0 0,1 0 0 0 0,-1-1 0 0 0,1 0 0 0 0,-1-1 0 0 0,1 0 0 0 0,0 0 0 0 0,-1-1 0 0 0,1 0-1 0 0,0 0 1 0 0,-1-1 0 0 0,10-2 0 0 0,-3-1 101 0 0,-1-1-1 0 0,0-1 0 0 0,0-1 1 0 0,0 0-1 0 0,-1 0 0 0 0,0-1 0 0 0,0-1 1 0 0,-1 0-1 0 0,0-1 0 0 0,-1 0 1 0 0,0-1-1 0 0,0 0 0 0 0,-2-1 1 0 0,1 0-1 0 0,-1 0 0 0 0,-1-1 1 0 0,0-1-1 0 0,11-25 0 0 0,-1-5 1351 0 0,-17 43-1246 0 0,0 5-204 0 0,14 44-28 0 0,-9-25-10 0 0,1-1-1 0 0,1 1 1 0 0,1-1-1 0 0,1-1 0 0 0,19 30 1 0 0,-15-31-140 0 0,1-1 0 0 0,0-1 0 0 0,2-1 0 0 0,0 0 0 0 0,28 21 0 0 0,-30-27-903 0 0,1-1 0 0 0,0-1 0 0 0,0 0 0 0 0,25 8 0 0 0,-18-9-1387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370 37 5757 0 0,'1'0'-7'0'0,"-1"0"0"0"0,1 0 1 0 0,-1 0-1 0 0,1 0 1 0 0,-1-1-1 0 0,1 1 0 0 0,-1 0 1 0 0,1 0-1 0 0,-1 0 0 0 0,1-1 1 0 0,-1 1-1 0 0,0 0 1 0 0,1-1-1 0 0,-1 1 0 0 0,0 0 1 0 0,1-1-1 0 0,-1 1 1 0 0,0 0-1 0 0,1-1 0 0 0,-1 1 1 0 0,0-1-1 0 0,0 1 1 0 0,1-1-1 0 0,-1 1 0 0 0,0-1 1 0 0,0 1-1 0 0,0-1 1 0 0,0 1-1 0 0,0-1 0 0 0,0 1 1 0 0,0-1-1 0 0,0 1 1 0 0,0-1-1 0 0,0 1 0 0 0,0-1 1 0 0,0 1-1 0 0,0-1 1 0 0,0 1-1 0 0,0 0 0 0 0,0-1 1 0 0,0 1-1 0 0,-1-1 1 0 0,1 1-1 0 0,0-1 0 0 0,0 1 1 0 0,-1-1-1 0 0,1 1 0 0 0,0 0 1 0 0,-1-1-1 0 0,-32-11-86 0 0,-48 7 62 0 0,73 5 22 0 0,-24 2-17 0 0,0 1 1 0 0,-49 11 0 0 0,74-13 10 0 0,1 1 1 0 0,0-1-1 0 0,0 1 1 0 0,0 1 0 0 0,0-1-1 0 0,0 1 1 0 0,0 0 0 0 0,1 0-1 0 0,-1 0 1 0 0,1 1-1 0 0,0 0 1 0 0,0 0 0 0 0,0 1-1 0 0,1-1 1 0 0,0 1 0 0 0,-1 0-1 0 0,2 0 1 0 0,-1 0-1 0 0,-5 11 1 0 0,8-15 14 0 0,1 1 0 0 0,0-1-1 0 0,0 0 1 0 0,1 0 0 0 0,-1 1 0 0 0,0-1-1 0 0,0 0 1 0 0,0 0 0 0 0,1 1-1 0 0,-1-1 1 0 0,1 0 0 0 0,-1 0 0 0 0,1 0-1 0 0,-1 0 1 0 0,1 0 0 0 0,0 1 0 0 0,0-1-1 0 0,-1 0 1 0 0,1-1 0 0 0,0 1 0 0 0,0 0-1 0 0,0 0 1 0 0,0 0 0 0 0,0 0 0 0 0,2 0-1 0 0,28 19 6 0 0,-28-18-8 0 0,47 21 16 0 0,0-1 1 0 0,91 25-1 0 0,-35-13-21 0 0,-88-28 9 0 0,24 8-15 0 0,0 1-1 0 0,-1 3 1 0 0,69 40-1 0 0,-108-58 19 0 0,-1 1 0 0 0,0 0 0 0 0,0-1 0 0 0,1 1 0 0 0,-1 0 0 0 0,0 0 0 0 0,0 0 0 0 0,0 0 0 0 0,0 0 0 0 0,0 0 0 0 0,0 0 0 0 0,0 0-1 0 0,0 0 1 0 0,0 1 0 0 0,-1-1 0 0 0,1 0 0 0 0,0 0 0 0 0,-1 1 0 0 0,1-1 0 0 0,-1 0 0 0 0,1 1 0 0 0,-1-1 0 0 0,0 1 0 0 0,0-1 0 0 0,0 2 0 0 0,0-1 11 0 0,-1-1 1 0 0,0 1-1 0 0,0-1 1 0 0,0 0-1 0 0,0 1 0 0 0,0-1 1 0 0,0 0-1 0 0,0 0 1 0 0,0 1-1 0 0,-1-1 0 0 0,1 0 1 0 0,0 0-1 0 0,-1-1 1 0 0,1 1-1 0 0,0 0 1 0 0,-1 0-1 0 0,-3 0 0 0 0,-10 5 115 0 0,0-2 0 0 0,0 0 0 0 0,-20 2 0 0 0,-52 5 433 0 0,-1-5 0 0 0,1-4 0 0 0,-119-11 0 0 0,192 8-451 0 0,11 1-162 0 0,1 0-1 0 0,-1 0 0 0 0,0 0 1 0 0,1 0-1 0 0,-1-1 1 0 0,1 1-1 0 0,-1-1 1 0 0,1 1-1 0 0,-1-1 1 0 0,1 0-1 0 0,-1 0 1 0 0,1-1-1 0 0,-1 1 1 0 0,1 0-1 0 0,-2-2 1 0 0,18-16-3664 0 0,-2 9 1929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45 4 5048 0 0,'-21'-3'-134'0'0,"9"2"6"0"0,28 6 47 0 0,41 13 43 0 0,22 13-19 0 0,-1 4 1 0 0,117 71-1 0 0,-159-83 36 0 0,-2 1-1 0 0,-1 2 1 0 0,0 0 0 0 0,-2 3-1 0 0,-2 0 1 0 0,0 2 0 0 0,32 46-1 0 0,-55-67 28 0 0,0 0 0 0 0,0 0 0 0 0,-1 0 0 0 0,-1 0 0 0 0,1 1 0 0 0,-2 0 0 0 0,1 0-1 0 0,-2 0 1 0 0,1 0 0 0 0,-2 1 0 0 0,1-1 0 0 0,-2 1 0 0 0,1-1 0 0 0,-1 0 0 0 0,-1 1 0 0 0,0-1-1 0 0,-3 13 1 0 0,-1-7 12 0 0,0-1 0 0 0,-1 0-1 0 0,-1 0 1 0 0,-1 0 0 0 0,0-1-1 0 0,0 0 1 0 0,-2 0-1 0 0,0-1 1 0 0,0 0 0 0 0,-20 18-1 0 0,-12 8-21 0 0,-1-2-1 0 0,-2-2 0 0 0,-2-2 0 0 0,-1-2 1 0 0,-1-2-1 0 0,-2-2 0 0 0,0-3 1 0 0,-2-1-1 0 0,-56 15 0 0 0,24-17-1830 0 0,51-16 947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426 11 3800 0 0,'0'0'1'0'0,"-2"-1"-7"0"0,-1-1 0 0 0,1 1 0 0 0,-1 0 0 0 0,1 0 0 0 0,0 0 0 0 0,-1 0 0 0 0,0 0 0 0 0,1 1-1 0 0,-1-1 1 0 0,-5 0 0 0 0,-12 10-10 0 0,0 0 0 0 0,0 1 0 0 0,1 1 0 0 0,0 1 0 0 0,1 0 0 0 0,1 2 0 0 0,0 0 0 0 0,-25 27 0 0 0,13-10-23 0 0,1 2 0 0 0,2 0 0 0 0,-36 62 0 0 0,54-81 16 0 0,0 1 0 0 0,1-1 0 0 0,1 2-1 0 0,0-1 1 0 0,1 0 0 0 0,1 1 0 0 0,0 0-1 0 0,1 0 1 0 0,1 0 0 0 0,0 29 0 0 0,2-32 10 0 0,2 0 1 0 0,0 0 0 0 0,1 0 0 0 0,0 0 0 0 0,0-1-1 0 0,2 1 1 0 0,-1-1 0 0 0,2 0 0 0 0,0 0-1 0 0,0-1 1 0 0,1 0 0 0 0,0 0 0 0 0,16 18 0 0 0,-5-9 30 0 0,1-1 1 0 0,1-1 0 0 0,1-1 0 0 0,1 0 0 0 0,0-2-1 0 0,1-1 1 0 0,38 19 0 0 0,-16-13-339 0 0,1-3 0 0 0,0-1 0 0 0,63 12 0 0 0,-54-15-358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33 2784 0 0,'0'0'157'0'0,"-19"-32"3641"0"0,19 36-3969 0 0,1 12 153 0 0,1-1-1 0 0,0 0 1 0 0,2 0 0 0 0,-1 0-1 0 0,2 0 1 0 0,0 0 0 0 0,0-1-1 0 0,2 0 1 0 0,0 0 0 0 0,0-1-1 0 0,1 1 1 0 0,14 16 0 0 0,9 9-3 0 0,2-2-1 0 0,61 53 1 0 0,-66-66 24 0 0,1-2 0 0 0,1 0 0 0 0,1-3 0 0 0,1 0 0 0 0,67 27 0 0 0,-43-26 13 0 0,0-2 0 0 0,114 21-1 0 0,-115-32 16 0 0,0-3 0 0 0,0-2 0 0 0,0-3 0 0 0,0-2-1 0 0,0-3 1 0 0,-1-2 0 0 0,0-2 0 0 0,63-21 0 0 0,-35 9 17 0 0,-23 8 36 0 0,0-4 0 0 0,95-41 0 0 0,77-55 755 0 0,-86 48-737 0 0,-127 59-23 0 0,4-6 153 0 0,-21 12-482 0 0,-31-11-5805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269 22 5617 0 0,'18'-21'-90'0'0,"-16"20"266"0"0,-8 4-187 0 0,-14 11-4 0 0,0 1-1 0 0,1 1 1 0 0,0 1 0 0 0,1 0 0 0 0,-24 32 0 0 0,-72 112-47 0 0,84-120 1528 0 0,32-45-1285 0 0,61-93 456 0 0,29-49-11 0 0,-91 143-626 0 0,1 0 0 0 0,0 0-1 0 0,-1 0 1 0 0,2 0 0 0 0,-1 0 0 0 0,0 0 0 0 0,1 0 0 0 0,-1 1 0 0 0,1-1 0 0 0,0 1 0 0 0,-1 0 0 0 0,1 0-1 0 0,0 0 1 0 0,1 0 0 0 0,-1 0 0 0 0,0 1 0 0 0,0-1 0 0 0,7-1 0 0 0,-3 3-6 0 0,1-1 0 0 0,-1 1-1 0 0,0 0 1 0 0,1 1 0 0 0,-1 0 0 0 0,1 0 0 0 0,-1 0 0 0 0,10 4-1 0 0,23 6-214 0 0,153 37 386 0 0,-60-28-4774 0 0,-110-18 2739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577 91 5128 0 0,'6'-2'33'0'0,"-4"1"54"0"0,0 1 0 0 0,1-1 0 0 0,-1 0 0 0 0,0 1 0 0 0,0-1 0 0 0,0 0 0 0 0,1-1-1 0 0,-1 1 1 0 0,0 0 0 0 0,-1 0 0 0 0,1-1 0 0 0,0 0 0 0 0,0 1 0 0 0,2-4 526 0 0,-28-19 11 0 0,15 18-588 0 0,0 1-1 0 0,-1-1 1 0 0,1 2 0 0 0,-1-1-1 0 0,0 1 1 0 0,0 1-1 0 0,-1 0 1 0 0,1 0-1 0 0,-1 1 1 0 0,1 1 0 0 0,-1-1-1 0 0,0 2 1 0 0,1 0-1 0 0,-15 1 1 0 0,9 1-29 0 0,1 1 1 0 0,0 1 0 0 0,0 0-1 0 0,0 1 1 0 0,0 1 0 0 0,1 0-1 0 0,0 1 1 0 0,0 0 0 0 0,-13 11-1 0 0,1 0-25 0 0,2 2 0 0 0,0 0 0 0 0,1 2 0 0 0,2 1 0 0 0,0 0 0 0 0,1 2 0 0 0,2 0 0 0 0,0 1 0 0 0,-18 37 0 0 0,30-51 1 0 0,1 0 1 0 0,0 0-1 0 0,1 1 0 0 0,0 0 1 0 0,0-1-1 0 0,2 1 1 0 0,0 1-1 0 0,0-1 1 0 0,1 0-1 0 0,1 23 0 0 0,1-28 11 0 0,0-1 0 0 0,1 1 0 0 0,0 0 0 0 0,0-1 0 0 0,1 1 0 0 0,0-1 0 0 0,0 0 0 0 0,1 0 0 0 0,0 0 0 0 0,0 0 0 0 0,0 0 0 0 0,1-1 0 0 0,0 0 0 0 0,0 0 0 0 0,1 0 0 0 0,-1-1 0 0 0,1 0 0 0 0,1 0 0 0 0,7 5 0 0 0,6 2 5 0 0,0-1 0 0 0,2 0 0 0 0,-1-2 1 0 0,1 0-1 0 0,1-2 0 0 0,24 6 0 0 0,142 17 7 0 0,-51-11 23 0 0,-22-7 181 0 0,-114-12-207 0 0,5 2 203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415 75 4888 0 0,'0'0'-229'0'0,"-3"-45"1059"0"0,2 43-794 0 0,0 0 1 0 0,0 0 0 0 0,0 0 0 0 0,0 0 0 0 0,-1 1 0 0 0,1-1 0 0 0,-1 0 0 0 0,0 1 0 0 0,1-1 0 0 0,-1 1-1 0 0,0 0 1 0 0,0-1 0 0 0,0 1 0 0 0,0 0 0 0 0,0 0 0 0 0,0 0 0 0 0,0 0 0 0 0,0 1 0 0 0,0-1 0 0 0,0 1-1 0 0,-1-1 1 0 0,1 1 0 0 0,0 0 0 0 0,0-1 0 0 0,-1 1 0 0 0,1 0 0 0 0,0 1 0 0 0,-5 0 0 0 0,-65 10 72 0 0,70-10-86 0 0,-21 5-6 0 0,1 1 1 0 0,0 1 0 0 0,1 1 0 0 0,0 1-1 0 0,-24 15 1 0 0,34-18-27 0 0,-1 1-1 0 0,1 0 0 0 0,0 1 1 0 0,0 0-1 0 0,1 1 0 0 0,1 0 1 0 0,0 0-1 0 0,0 1 1 0 0,1 0-1 0 0,-8 14 0 0 0,15-23 4 0 0,0 0 0 0 0,0 0 0 0 0,0 0 0 0 0,0 0 0 0 0,0 0 1 0 0,0 0-1 0 0,1 1 0 0 0,-1-1 0 0 0,1 0 0 0 0,0 1 0 0 0,-1-1 0 0 0,1 0 0 0 0,0 1 0 0 0,0-1 0 0 0,1 0 0 0 0,-1 1 0 0 0,0-1 0 0 0,1 0 0 0 0,-1 0 0 0 0,1 1 0 0 0,0-1 0 0 0,0 0 0 0 0,1 2 0 0 0,0-1 4 0 0,0 0-1 0 0,1-1 0 0 0,-1 1 1 0 0,1-1-1 0 0,0 0 0 0 0,0 0 1 0 0,0 0-1 0 0,0 0 0 0 0,0 0 1 0 0,0-1-1 0 0,0 1 0 0 0,0-1 1 0 0,6 1-1 0 0,7 2 10 0 0,0-1 0 0 0,0-1 0 0 0,0 0 0 0 0,0-1 0 0 0,25-2 0 0 0,-22-2 38 0 0,0 0 0 0 0,0-1 0 0 0,-1 0 0 0 0,1-2 0 0 0,-1 0 0 0 0,-1-1 0 0 0,1-1 0 0 0,-1-1 0 0 0,-1 0 0 0 0,1-2 0 0 0,-2 1 0 0 0,1-2 0 0 0,-1 0 0 0 0,-1-1 0 0 0,-1 0 0 0 0,18-22 0 0 0,-22 24 253 0 0,-1 1 1 0 0,0-1-1 0 0,-1-1 0 0 0,0 0 1 0 0,7-16 314 0 0,-17 33-606 0 0,2-3-14 0 0,-1 0 0 0 0,1 0-1 0 0,0 1 1 0 0,0-1 0 0 0,0 1 0 0 0,0-1 0 0 0,0 1 0 0 0,0-1 0 0 0,1 1 0 0 0,-1-1 0 0 0,1 1 0 0 0,0 0 0 0 0,0-1 0 0 0,0 1 0 0 0,0 0 0 0 0,0-1 0 0 0,0 1 0 0 0,1 0 0 0 0,-1-1 0 0 0,1 1 0 0 0,0-1 0 0 0,0 1 0 0 0,0-1 0 0 0,0 1 0 0 0,0-1 0 0 0,0 0 0 0 0,1 0 0 0 0,-1 1 0 0 0,1-1 0 0 0,0 0 0 0 0,0 0 0 0 0,2 2 0 0 0,7 5-18 0 0,0-1-1 0 0,1 0 1 0 0,0-1 0 0 0,1 0-1 0 0,0-1 1 0 0,0 0 0 0 0,0-1-1 0 0,19 5 1 0 0,-5-3-1098 0 0,1-2-1 0 0,1 0 1 0 0,32 0-1 0 0,-36-4-1496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79 166 6137 0 0,'-14'-28'607'0'0,"1"0"0"0"0,2-1 1 0 0,-14-51-1 0 0,25 80-606 0 0,0 0 0 0 0,0 0 0 0 0,0 0 0 0 0,0 0 0 0 0,0 0 0 0 0,0 0 0 0 0,0 0-1 0 0,-1 0 1 0 0,1 0 0 0 0,0 1 0 0 0,0-1 0 0 0,0 0 0 0 0,0 0 0 0 0,0 0 0 0 0,0 0 0 0 0,0 0 0 0 0,0 0 0 0 0,0 0 0 0 0,0 0-1 0 0,0 0 1 0 0,0 0 0 0 0,0 0 0 0 0,-1 0 0 0 0,1 0 0 0 0,0 0 0 0 0,0 0 0 0 0,0 0 0 0 0,0 0 0 0 0,0 0 0 0 0,0 0 0 0 0,0 0-1 0 0,0 0 1 0 0,0 0 0 0 0,-1 0 0 0 0,1 0 0 0 0,0 0 0 0 0,0 0 0 0 0,0 0 0 0 0,0 0 0 0 0,0 0 0 0 0,0 0 0 0 0,0 0 0 0 0,0 0-1 0 0,0 0 1 0 0,0 0 0 0 0,0 0 0 0 0,-1 0 0 0 0,1 0 0 0 0,0-1 0 0 0,0 1 0 0 0,0 0 0 0 0,0 0 0 0 0,0 0 0 0 0,0 0-1 0 0,0 0 1 0 0,0 0 0 0 0,0 0 0 0 0,0 0 0 0 0,0 0 0 0 0,0-1 0 0 0,-5 16 4 0 0,-2 20-27 0 0,14 103-44 0 0,31 184 0 0 0,-4-66 36 0 0,-33-240 34 0 0,1 8-13 0 0,1 0-1 0 0,1 0 1 0 0,1 0 0 0 0,9 25-1 0 0,-12-43 12 0 0,0 0 0 0 0,1 0 1 0 0,0 0-1 0 0,0-1 0 0 0,0 1 0 0 0,1-1 0 0 0,0 0 0 0 0,0 0 0 0 0,0 0 0 0 0,0-1 0 0 0,1 1 0 0 0,0-1 0 0 0,0 0 0 0 0,0-1 1 0 0,1 1-1 0 0,-1-1 0 0 0,1 0 0 0 0,-1 0 0 0 0,1-1 0 0 0,11 4 0 0 0,8-1-12 0 0,1 0 0 0 0,0-2 0 0 0,0-1-1 0 0,0-1 1 0 0,0-1 0 0 0,44-6 0 0 0,-27-1-741 0 0,0-1-1 0 0,-1-2 1 0 0,50-20 0 0 0,-58 16-991 0 0,-10-1-28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61 74 4908 0 0,'-58'-7'382'0'0,"55"7"-170"0"0,11-3-196 0 0,28-8-12 0 0,1 2 0 0 0,0 1 1 0 0,0 3-1 0 0,41-3 0 0 0,3 0-371 0 0,37-2-2285 0 0,-81 5 1988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123 235 3272 0 0,'-6'1'559'0'0,"13"-7"-236"0"0,32-19-142 0 0,37-24-92 0 0,-66 40 35 0 0,0 0-1 0 0,-1-1 1 0 0,1 0-1 0 0,-2 0 0 0 0,0-1 1 0 0,0 0-1 0 0,-1-1 1 0 0,7-13-1 0 0,-14 23-108 0 0,1 1-1 0 0,-1 0 1 0 0,0-1-1 0 0,0 1 1 0 0,1 0-1 0 0,-1-1 1 0 0,0 1-1 0 0,0 0 1 0 0,-1-1-1 0 0,1 1 1 0 0,0 0-1 0 0,0-1 1 0 0,-1 1-1 0 0,1 0 1 0 0,-1-1-1 0 0,1 1 1 0 0,-1 0-1 0 0,1 0 1 0 0,-1-1-1 0 0,0 1 1 0 0,0 0-1 0 0,0 0 1 0 0,1 0-1 0 0,-1 0 1 0 0,0 0-1 0 0,0 0 1 0 0,0 0-1 0 0,-1 1 1 0 0,1-1-1 0 0,0 0 1 0 0,0 1-1 0 0,0-1 1 0 0,0 0-1 0 0,-2 0 1 0 0,0 0-3 0 0,0-1 1 0 0,-1 1-1 0 0,1 0 1 0 0,0 0-1 0 0,-1 0 1 0 0,1 1-1 0 0,-1-1 1 0 0,1 1-1 0 0,-1 0 1 0 0,1 0-1 0 0,-1 0 1 0 0,-5 1-1 0 0,-9 4-6 0 0,1 1-1 0 0,0 0 1 0 0,0 2-1 0 0,1 0 1 0 0,0 1 0 0 0,0 0-1 0 0,1 1 1 0 0,-17 16-1 0 0,24-20-19 0 0,1 0 0 0 0,0 1-1 0 0,0 0 1 0 0,0 0-1 0 0,1 1 1 0 0,0 0 0 0 0,1 0-1 0 0,0 0 1 0 0,0 1 0 0 0,1-1-1 0 0,0 1 1 0 0,0 0-1 0 0,1 0 1 0 0,0 1 0 0 0,1-1-1 0 0,0 1 1 0 0,-1 15 0 0 0,3-20 14 0 0,1 0 1 0 0,0-1-1 0 0,0 1 1 0 0,1 0-1 0 0,-1-1 1 0 0,1 0 0 0 0,0 1-1 0 0,0-1 1 0 0,1 0-1 0 0,-1 0 1 0 0,1 0 0 0 0,0 0-1 0 0,0 0 1 0 0,0-1-1 0 0,0 1 1 0 0,1-1-1 0 0,-1 0 1 0 0,1 0 0 0 0,0 0-1 0 0,0-1 1 0 0,0 1-1 0 0,0-1 1 0 0,1 0 0 0 0,5 2-1 0 0,11 5 12 0 0,1-1-1 0 0,-1-1 0 0 0,38 6 1 0 0,-36-9-415 0 0,0 0 1 0 0,1-2 0 0 0,-1-1 0 0 0,1-1-1 0 0,-1-2 1 0 0,33-4 0 0 0,-8-3-983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297 25 4660 0 0,'0'0'5'0'0,"0"0"0"0"0,1 0 0 0 0,-1-1 0 0 0,0 1 0 0 0,1 0 0 0 0,-1-1 0 0 0,0 1 0 0 0,0 0 0 0 0,1-1 0 0 0,-1 1 0 0 0,0-1 0 0 0,0 1 0 0 0,0 0 0 0 0,1-1 0 0 0,-1 1 0 0 0,0-1 0 0 0,0 1 0 0 0,0-1 0 0 0,0 1 0 0 0,0 0 0 0 0,0-1 0 0 0,0 1-1 0 0,0-1 1 0 0,0 1 0 0 0,0-1 0 0 0,0 1 0 0 0,0-1 0 0 0,0 1 0 0 0,0 0 0 0 0,0-1 0 0 0,-1 1 0 0 0,1-1 0 0 0,0 1 0 0 0,0 0 0 0 0,0-1 0 0 0,-1 1 0 0 0,1-1 0 0 0,-1 1 0 0 0,-20-3 35 0 0,-31 14-69 0 0,26-1 30 0 0,0 2 0 0 0,-43 26-1 0 0,58-31-11 0 0,0 1 0 0 0,1 0 0 0 0,-1 1-1 0 0,2 0 1 0 0,-1 1 0 0 0,1 0 0 0 0,-15 22 0 0 0,23-31 9 0 0,0 0 1 0 0,0 1-1 0 0,0-1 1 0 0,0 1 0 0 0,1 0-1 0 0,-1-1 1 0 0,0 1-1 0 0,1 0 1 0 0,-1-1-1 0 0,1 1 1 0 0,0 0-1 0 0,0-1 1 0 0,-1 1-1 0 0,1 0 1 0 0,0 0 0 0 0,0-1-1 0 0,1 1 1 0 0,-1 0-1 0 0,0 0 1 0 0,1-1-1 0 0,-1 1 1 0 0,1 0-1 0 0,-1-1 1 0 0,1 1 0 0 0,0-1-1 0 0,-1 1 1 0 0,1-1-1 0 0,0 1 1 0 0,0-1-1 0 0,0 1 1 0 0,0-1-1 0 0,1 0 1 0 0,-1 1 0 0 0,0-1-1 0 0,1 0 1 0 0,-1 0-1 0 0,0 0 1 0 0,4 1-1 0 0,2 3 8 0 0,1-2 1 0 0,-1 1-1 0 0,1-1 0 0 0,0 0 0 0 0,13 2 0 0 0,-20-4-6 0 0,15 2-56 0 0,0 0 0 0 0,0-1 0 0 0,1 0 0 0 0,-1-1 0 0 0,0-1 0 0 0,1-1 0 0 0,-1 0-1 0 0,1-1 1 0 0,-1-1 0 0 0,0-1 0 0 0,0 0 0 0 0,23-10 0 0 0,-32 11 99 0 0,1 0 1 0 0,-1-1-1 0 0,0 0 1 0 0,0 0-1 0 0,0-1 1 0 0,0 1-1 0 0,-1-2 1 0 0,0 1-1 0 0,0-1 1 0 0,0 0-1 0 0,-1 0 0 0 0,0 0 1 0 0,0-1-1 0 0,-1 0 1 0 0,1 0-1 0 0,-1 0 1 0 0,-1-1-1 0 0,0 1 1 0 0,0-1-1 0 0,0 0 1 0 0,-1 0-1 0 0,0 0 1 0 0,0 0-1 0 0,-1 0 1 0 0,0-16-1 0 0,-12-34 605 0 0,11 57-577 0 0,-2 23-232 0 0,3 5 138 0 0,1 0 0 0 0,2-1 1 0 0,0 1-1 0 0,1-1 1 0 0,2 0-1 0 0,1-1 0 0 0,1 0 1 0 0,21 42-1 0 0,8 2-31 0 0,76 102 1 0 0,-78-123 43 0 0,-2 2 1 0 0,-3 1 0 0 0,51 110-1 0 0,-79-151 20 0 0,1 0 0 0 0,-2 0 0 0 0,1 1 0 0 0,-1-1-1 0 0,-1 1 1 0 0,0-1 0 0 0,0 1 0 0 0,-1 0 0 0 0,0-1-1 0 0,-1 1 1 0 0,0-1 0 0 0,-1 1 0 0 0,0-1 0 0 0,-1 0-1 0 0,0 1 1 0 0,-1-1 0 0 0,-4 9 0 0 0,1-6 7 0 0,0-1-1 0 0,-1 0 1 0 0,-1-1 0 0 0,0 0 0 0 0,0 0 0 0 0,-1-1 0 0 0,0 0 0 0 0,-1 0-1 0 0,0-2 1 0 0,-1 1 0 0 0,0-1 0 0 0,-14 7 0 0 0,10-7 107 0 0,0-1 1 0 0,-1 0-1 0 0,0-1 0 0 0,0-1 1 0 0,-1 0-1 0 0,1-2 0 0 0,-1 0 1 0 0,0-1-1 0 0,0 0 0 0 0,0-2 1 0 0,0 0-1 0 0,0-1 0 0 0,-25-4 1 0 0,34 3-49 0 0,1 0 1 0 0,-1 0-1 0 0,1 0 1 0 0,-1-1-1 0 0,1-1 1 0 0,0 1-1 0 0,0-1 1 0 0,0-1-1 0 0,1 0 1 0 0,-1 0-1 0 0,1 0 1 0 0,0-1-1 0 0,1 0 1 0 0,-1 0-1 0 0,1 0 1 0 0,0-1-1 0 0,1 0 1 0 0,0 0-1 0 0,0-1 1 0 0,0 0-1 0 0,1 1 0 0 0,0-1 1 0 0,1-1-1 0 0,0 1 1 0 0,0 0-1 0 0,1-1 1 0 0,0 0-1 0 0,-2-14 1 0 0,3 11-39 0 0,1 0 0 0 0,0 0 0 0 0,0 0 0 0 0,1 0 0 0 0,1 0 0 0 0,0 0 0 0 0,1 0 0 0 0,0 0 1 0 0,0 1-1 0 0,1 0 0 0 0,1-1 0 0 0,0 1 0 0 0,1 1 0 0 0,0-1 0 0 0,0 1 0 0 0,1 0 0 0 0,0 0 0 0 0,11-10 0 0 0,0 3-23 0 0,0 0-1 0 0,1 1 0 0 0,0 1 1 0 0,1 1-1 0 0,1 1 0 0 0,0 1 1 0 0,43-18-1 0 0,18-11-2060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268 114 5308 0 0,'1'-4'22'0'0,"0"0"0"0"0,0 1 0 0 0,-1-1 0 0 0,1 0 0 0 0,-1 1-1 0 0,0-1 1 0 0,0 0 0 0 0,0 1 0 0 0,-1-1 0 0 0,1 0 0 0 0,-1 1-1 0 0,0-1 1 0 0,0 1 0 0 0,-3-7 0 0 0,3 9 37 0 0,0 0-54 0 0,1 0 0 0 0,-1 1 1 0 0,1-1-1 0 0,-1 0 0 0 0,0 1 0 0 0,0-1 0 0 0,1 1 0 0 0,-1-1 0 0 0,0 1 1 0 0,0-1-1 0 0,0 1 0 0 0,1-1 0 0 0,-1 1 0 0 0,0 0 0 0 0,0-1 0 0 0,0 1 0 0 0,0 0 1 0 0,0 0-1 0 0,0 0 0 0 0,0 0 0 0 0,0 0 0 0 0,0 0 0 0 0,0 0 0 0 0,0 0 1 0 0,1 0-1 0 0,-1 0 0 0 0,0 0 0 0 0,0 1 0 0 0,0-1 0 0 0,0 0 0 0 0,0 1 0 0 0,-1 0 1 0 0,-31 7 58 0 0,16 0-69 0 0,1 0 1 0 0,-1 0 0 0 0,2 2 0 0 0,-1 0 0 0 0,1 1 0 0 0,1 0 0 0 0,0 1 0 0 0,0 1 0 0 0,-15 19 0 0 0,25-28 2 0 0,0 1 1 0 0,1 0-1 0 0,0 0 0 0 0,0 0 1 0 0,0 0-1 0 0,1 1 1 0 0,-1-1-1 0 0,1 1 1 0 0,1-1-1 0 0,-1 1 0 0 0,1 0 1 0 0,0 0-1 0 0,0-1 1 0 0,0 1-1 0 0,1 0 0 0 0,0 0 1 0 0,0 0-1 0 0,1 0 1 0 0,0 0-1 0 0,0 0 0 0 0,0-1 1 0 0,0 1-1 0 0,1 0 1 0 0,0-1-1 0 0,1 1 0 0 0,-1-1 1 0 0,1 0-1 0 0,0 1 1 0 0,0-1-1 0 0,0-1 0 0 0,1 1 1 0 0,5 5-1 0 0,4 3 12 0 0,1 0 0 0 0,0-1 0 0 0,1-1 0 0 0,0 0-1 0 0,1-1 1 0 0,0-1 0 0 0,0 0 0 0 0,1-1 0 0 0,1-1-1 0 0,-1-1 1 0 0,1 0 0 0 0,0-1 0 0 0,0-1 0 0 0,1-1 0 0 0,-1 0-1 0 0,1-2 1 0 0,0 0 0 0 0,31-3 0 0 0,-43 1 17 0 0,1 0 0 0 0,-1-1 0 0 0,0 0-1 0 0,0-1 1 0 0,0 1 0 0 0,0-1 0 0 0,-1-1 0 0 0,1 1 0 0 0,-1-1 0 0 0,0 0 0 0 0,0 0 0 0 0,0-1 0 0 0,0 0-1 0 0,-1 0 1 0 0,0 0 0 0 0,8-11 0 0 0,-8 8 44 0 0,0-1 1 0 0,0 0-1 0 0,0 0 0 0 0,-1 0 1 0 0,-1-1-1 0 0,0 1 0 0 0,0-1 1 0 0,-1 0-1 0 0,0 0 0 0 0,0 0 1 0 0,-1-14-1 0 0,0 11 28 0 0,-2 0 1 0 0,0 0-1 0 0,0 1 0 0 0,-1-1 1 0 0,-1 0-1 0 0,0 1 0 0 0,0-1 1 0 0,-11-22-1 0 0,10 27-55 0 0,-1 0 0 0 0,1 0 0 0 0,-1 0 0 0 0,-1 0 0 0 0,1 1 0 0 0,-1 0-1 0 0,-1 0 1 0 0,1 1 0 0 0,-1 0 0 0 0,0 0 0 0 0,0 0 0 0 0,-15-7 0 0 0,-2 2-137 0 0,0 1-1 0 0,-1 1 0 0 0,0 2 1 0 0,-1 0-1 0 0,1 2 0 0 0,-1 0 1 0 0,-1 2-1 0 0,-42 0 0 0 0,66 3-440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31 110 4696 0 0,'-30'-24'100'0'0,"51"29"-101"0"0,0 1-1 0 0,0 1 0 0 0,0 1 0 0 0,-1 1 0 0 0,0 1 0 0 0,23 14 0 0 0,116 84-45 0 0,-114-77 38 0 0,-24-18 1 0 0,-1 0 1 0 0,-1 1 0 0 0,0 2 0 0 0,-1 0-1 0 0,-1 0 1 0 0,0 2 0 0 0,18 24-1 0 0,-34-40 13 0 0,0 0 0 0 0,0 0 0 0 0,0 0-1 0 0,0 0 1 0 0,0 0 0 0 0,0 0 0 0 0,-1 0-1 0 0,1 0 1 0 0,-1 0 0 0 0,1 0 0 0 0,-1 0-1 0 0,0 1 1 0 0,0-1 0 0 0,0 0 0 0 0,0 0-1 0 0,0 0 1 0 0,-1 0 0 0 0,1 0 0 0 0,-1 0-1 0 0,1 0 1 0 0,-2 4 0 0 0,-1-2 4 0 0,1 0-1 0 0,-1-1 1 0 0,1 1 0 0 0,-1 0 0 0 0,0-1 0 0 0,0 0-1 0 0,0 0 1 0 0,-1 0 0 0 0,-7 5 0 0 0,-4 1 62 0 0,0 0 0 0 0,0-2 0 0 0,-1 0 0 0 0,-22 7 0 0 0,30-12 130 0 0,1 1 0 0 0,-1-2-1 0 0,1 1 1 0 0,-1-1 0 0 0,0 0 0 0 0,0 0 0 0 0,-14-2 0 0 0,20 1-161 0 0,1 0 0 0 0,-1 0 1 0 0,0-1-1 0 0,0 1 0 0 0,0-1 0 0 0,0 0 1 0 0,1 0-1 0 0,-1 1 0 0 0,0-1 0 0 0,1 0 1 0 0,-1 0-1 0 0,1-1 0 0 0,-1 1 0 0 0,1 0 1 0 0,-1 0-1 0 0,1-1 0 0 0,0 1 0 0 0,0-1 1 0 0,0 1-1 0 0,0-1 0 0 0,0 1 0 0 0,0-1 0 0 0,0 0 1 0 0,0 1-1 0 0,0-1 0 0 0,1 0 0 0 0,-1 0 1 0 0,1 0-1 0 0,0 0 0 0 0,-1 1 0 0 0,1-1 1 0 0,0 0-1 0 0,0 0 0 0 0,0 0 0 0 0,0 0 1 0 0,0 0-1 0 0,1-2 0 0 0,1-15 65 0 0,2 0-1 0 0,0-1 1 0 0,1 1 0 0 0,0 1-1 0 0,2-1 1 0 0,12-25 0 0 0,63-102 211 0 0,-79 141-299 0 0,144-217 379 0 0,-147 221-459 0 0,-55 28-5852 0 0,42-20 3935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47 5669 0 0,'3'-34'1050'0'0,"-1"21"514"0"0,3 33-1390 0 0,139 481-184 0 0,-142-495-369 0 0,5 13 396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1 151 5360 0 0,'8'-139'2871'0'0,"-8"137"-2653"0"0,-4-7-35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7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426 56 5152 0 0,'10'-20'-374'0'0,"-11"18"368"0"0,1 0-1 0 0,-1 0 0 0 0,0 1 0 0 0,0-1 0 0 0,0 0 0 0 0,0 0 1 0 0,-1 0-1 0 0,1 1 0 0 0,0-1 0 0 0,-1 1 0 0 0,1-1 1 0 0,-1 1-1 0 0,0-1 0 0 0,1 1 0 0 0,-1 0 0 0 0,0 0 0 0 0,0 0 1 0 0,0 0-1 0 0,0 0 0 0 0,0 0 0 0 0,0 1 0 0 0,0-1 0 0 0,0 0 1 0 0,0 1-1 0 0,0 0 0 0 0,-2-1 0 0 0,-3 0 0 0 0,0 1 1 0 0,1 0-1 0 0,-1 0 0 0 0,0 0 1 0 0,1 1-1 0 0,-1 0 0 0 0,-12 3 0 0 0,-3 4-5 0 0,-1 0-1 0 0,2 2 0 0 0,-1 1 1 0 0,1 0-1 0 0,1 2 0 0 0,0 0 1 0 0,-24 21-1 0 0,31-22-5 0 0,0 0 0 0 0,1 0 0 0 0,0 1 0 0 0,0 1 0 0 0,2 0 0 0 0,0 1 0 0 0,0 0 1 0 0,1 0-1 0 0,1 1 0 0 0,-10 26 0 0 0,17-37 17 0 0,0 0 1 0 0,-1 0 0 0 0,2 0-1 0 0,-1 0 1 0 0,0 0 0 0 0,1 1-1 0 0,0-1 1 0 0,0 0 0 0 0,1 0-1 0 0,0 0 1 0 0,-1 0 0 0 0,2 0-1 0 0,-1 0 1 0 0,0 0 0 0 0,1 0 0 0 0,3 7-1 0 0,0-5 3 0 0,-1 0 1 0 0,1 0-1 0 0,1-1 0 0 0,-1 1 1 0 0,1-1-1 0 0,0 0 0 0 0,0-1 0 0 0,1 0 1 0 0,9 7-1 0 0,4 0 11 0 0,1-1-1 0 0,1-1 1 0 0,0 0 0 0 0,0-2-1 0 0,0-1 1 0 0,31 6 0 0 0,-11-4-138 0 0,14 4 716 0 0,-1-3 0 0 0,99 5 1 0 0,-158-29-3323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327 795 4384 0 0,'0'0'-162'0'0,"-7"-14"-218"0"0,3 11 356 0 0,0 1-1 0 0,1 0 0 0 0,-1 0 0 0 0,0 1 1 0 0,0-1-1 0 0,0 1 0 0 0,0 0 0 0 0,0 0 1 0 0,0 0-1 0 0,-1 0 0 0 0,1 1 0 0 0,0 0 1 0 0,0 0-1 0 0,0 0 0 0 0,-1 0 0 0 0,1 1 1 0 0,0-1-1 0 0,0 1 0 0 0,0 0 0 0 0,0 0 1 0 0,0 1-1 0 0,0-1 0 0 0,-6 4 0 0 0,-13 6-12 0 0,0 0 0 0 0,-34 24-1 0 0,48-29 11 0 0,-5 3 5 0 0,0 1 0 0 0,1 0-1 0 0,-14 14 1 0 0,23-20 14 0 0,1-1 1 0 0,0 1-1 0 0,0-1 0 0 0,0 1 0 0 0,0 0 0 0 0,1 0 1 0 0,-1 0-1 0 0,1 1 0 0 0,0-1 0 0 0,0 1 1 0 0,1-1-1 0 0,-1 1 0 0 0,1-1 0 0 0,0 1 0 0 0,0 7 1 0 0,1-11 11 0 0,0 1 1 0 0,1-1 0 0 0,-1 1-1 0 0,1-1 1 0 0,0 1 0 0 0,-1-1 0 0 0,1 1-1 0 0,0-1 1 0 0,0 0 0 0 0,0 1-1 0 0,0-1 1 0 0,0 0 0 0 0,0 0-1 0 0,0 0 1 0 0,0 0 0 0 0,1 0 0 0 0,-1 0-1 0 0,0 0 1 0 0,1 0 0 0 0,-1 0-1 0 0,0-1 1 0 0,1 1 0 0 0,-1 0-1 0 0,1-1 1 0 0,1 1 0 0 0,2 0 38 0 0,-1 1 0 0 0,1-1 1 0 0,-1 0-1 0 0,1 0 0 0 0,-1-1 1 0 0,1 1-1 0 0,-1-1 0 0 0,8-1 1 0 0,17-5 672 0 0,-1-1 1 0 0,0-1 0 0 0,36-16 0 0 0,-62 23-451 0 0,33 15-32 0 0,-25-4-221 0 0,0-1 0 0 0,1-1 1 0 0,0 0-1 0 0,0-1 1 0 0,1 0-1 0 0,-1 0 0 0 0,2-1 1 0 0,-1-1-1 0 0,1 0 0 0 0,24 5 1 0 0,8 1 19 0 0,86 8 1 0 0,-112-18-8 0 0,1 0 1 0 0,-1-1-1 0 0,0-1 1 0 0,0 0 0 0 0,0-2-1 0 0,0 0 1 0 0,0-1-1 0 0,28-10 1 0 0,-35 9 13 0 0,1-1-1 0 0,-1 0 1 0 0,0 0 0 0 0,0-2-1 0 0,-1 1 1 0 0,0-1 0 0 0,-1-1 0 0 0,1 0-1 0 0,-2-1 1 0 0,1 0 0 0 0,-1 0-1 0 0,13-21 1 0 0,-7 5 19 0 0,-1-1-1 0 0,-2 0 1 0 0,-1 0-1 0 0,-1-1 1 0 0,-1-1-1 0 0,-2 1 1 0 0,-1-1 0 0 0,-1-1-1 0 0,2-55 1 0 0,-6 40 64 0 0,-2 0 1 0 0,-2 1 0 0 0,-2-1-1 0 0,-2 1 1 0 0,-25-84 0 0 0,22 99-9 0 0,-1 1 0 0 0,-1 1 1 0 0,-1 0-1 0 0,-2 1 0 0 0,-1 0 1 0 0,-31-38-1 0 0,46 62-116 0 0,0 1-1 0 0,0 0 1 0 0,0 0-1 0 0,0-1 1 0 0,0 1 0 0 0,0 0-1 0 0,-1 0 1 0 0,1 0-1 0 0,0 0 1 0 0,-1 1 0 0 0,1-1-1 0 0,0 0 1 0 0,-1 1-1 0 0,1-1 1 0 0,-1 0 0 0 0,1 1-1 0 0,-1 0 1 0 0,0-1-1 0 0,1 1 1 0 0,-1 0 0 0 0,1 0-1 0 0,-1 0 1 0 0,0 0-1 0 0,1 0 1 0 0,-1 0 0 0 0,1 0-1 0 0,-1 1 1 0 0,1-1-1 0 0,-1 1 1 0 0,0-1 0 0 0,1 1-1 0 0,0-1 1 0 0,-1 1-1 0 0,1 0 1 0 0,-1 0 0 0 0,-1 2-1 0 0,-1 0-10 0 0,0 0 0 0 0,0 0-1 0 0,1 1 1 0 0,0 0-1 0 0,0 0 1 0 0,0 0 0 0 0,0 0-1 0 0,0 0 1 0 0,-3 8 0 0 0,0 6-9 0 0,1 1 0 0 0,0 0 1 0 0,2 0-1 0 0,0 0 1 0 0,1 1-1 0 0,1-1 1 0 0,0 1-1 0 0,2-1 0 0 0,3 25 1 0 0,5 20-20 0 0,26 89 0 0 0,-20-100 68 0 0,2-1 1 0 0,2-1-1 0 0,2-1 1 0 0,51 86-1 0 0,-53-106-339 0 0,1-1 0 0 0,1-1-1 0 0,1-1 1 0 0,2-1 0 0 0,1-1-1 0 0,0-1 1 0 0,2-2 0 0 0,45 30 0 0 0,-30-26-1914 0 0,-1-5-453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1 139 5953 0 0,'0'0'-13'0'0,"0"0"0"0"0,0-1 0 0 0,0 1 0 0 0,0 0 1 0 0,0 0-1 0 0,-1 0 0 0 0,1 0 0 0 0,0 0 1 0 0,0-1-1 0 0,0 1 0 0 0,0 0 0 0 0,0 0 0 0 0,0 0 1 0 0,0 0-1 0 0,0 0 0 0 0,1-1 0 0 0,-1 1 1 0 0,0 0-1 0 0,0 0 0 0 0,0 0 0 0 0,0 0 1 0 0,0 0-1 0 0,0 0 0 0 0,0-1 0 0 0,0 1 0 0 0,0 0 1 0 0,0 0-1 0 0,0 0 0 0 0,0 0 0 0 0,1 0 1 0 0,-1 0-1 0 0,0 0 0 0 0,0 0 0 0 0,0 0 0 0 0,0-1 1 0 0,0 1-1 0 0,0 0 0 0 0,0 0 0 0 0,1 0 1 0 0,-1 0-1 0 0,0 0 0 0 0,0 0 0 0 0,0 0 0 0 0,0 0 1 0 0,0 0-1 0 0,1 0 0 0 0,-1 0 0 0 0,0 0 1 0 0,0 0-1 0 0,0 0 0 0 0,0 0 0 0 0,0 0 1 0 0,1 0-1 0 0,-1 0 0 0 0,0 0 0 0 0,0 0 0 0 0,0 0 1 0 0,0 0-1 0 0,0 1 0 0 0,0-1 0 0 0,1 0 1 0 0,-1 0-1 0 0,0 0 0 0 0,0 0 0 0 0,0 0 0 0 0,0 0 1 0 0,0 0-1 0 0,0 1 0 0 0,4 37-26 0 0,1 1 0 0 0,2-1 0 0 0,1 0-1 0 0,18 47 1 0 0,2 16-27 0 0,20 66 95 0 0,-39-125 4240 0 0,-14-46-3966 0 0,-3-6-199 0 0,0 0-1 0 0,1-1 1 0 0,0 0 0 0 0,1 0-1 0 0,0 0 1 0 0,1-1 0 0 0,0 0-1 0 0,0 0 1 0 0,2 0-1 0 0,-5-25 1 0 0,-2-22 71 0 0,-2-61 1 0 0,11 97-106 0 0,-5-207 333 0 0,6 187-377 0 0,8-11-282 0 0,-8 53 212 0 0,16 2 1 0 0,-1 0-1 0 0,0 2 1 0 0,0 0-1 0 0,0 1 1 0 0,24 9-1 0 0,76 37 4 0 0,-62-26-15 0 0,76 50 0 0 0,-108-59 16 0 0,0 1-1 0 0,0 1 0 0 0,-2 1 1 0 0,0 0-1 0 0,31 41 1 0 0,-21-15-25 0 0,-3 1 0 0 0,36 80 0 0 0,1 2 238 0 0,-62-125-132 0 0,9-30-3299 0 0,-1 10 1047 0 0,-1-8-943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256 97 7165 0 0,'-3'-46'269'0'0,"3"45"-222"0"0,0 0-45 0 0,0 1 1 0 0,-1 0-1 0 0,1-1 1 0 0,0 1-1 0 0,-1 0 1 0 0,1 0-1 0 0,0-1 1 0 0,-1 1-1 0 0,1 0 0 0 0,0 0 1 0 0,-1 0-1 0 0,1-1 1 0 0,-1 1-1 0 0,1 0 1 0 0,0 0-1 0 0,-1 0 1 0 0,1 0-1 0 0,-1 0 1 0 0,1 0-1 0 0,0 0 1 0 0,-1 0-1 0 0,1 0 0 0 0,-1 0 1 0 0,1 0-1 0 0,0 0 1 0 0,-1 0-1 0 0,1 0 1 0 0,-1 0-1 0 0,1 0 1 0 0,0 1-1 0 0,-1-1 1 0 0,0 0-1 0 0,-7 6-9 0 0,0-1 1 0 0,0 1-1 0 0,1 1 0 0 0,-1-1 1 0 0,1 1-1 0 0,1 0 0 0 0,-1 1 1 0 0,1 0-1 0 0,1 0 0 0 0,-1 0 0 0 0,1 1 1 0 0,1-1-1 0 0,0 1 0 0 0,0 0 1 0 0,1 1-1 0 0,0-1 0 0 0,0 1 1 0 0,1-1-1 0 0,-1 15 0 0 0,1-14-2 0 0,1 0-1 0 0,1 0 1 0 0,0-1-1 0 0,0 1 1 0 0,1 0-1 0 0,0 0 0 0 0,1 0 1 0 0,0-1-1 0 0,0 1 1 0 0,1-1-1 0 0,1 1 1 0 0,-1-1-1 0 0,2 0 1 0 0,-1-1-1 0 0,1 1 1 0 0,0-1-1 0 0,1 0 0 0 0,0 0 1 0 0,13 14-1 0 0,-9-13 26 0 0,1-1 0 0 0,0 1 0 0 0,0-2-1 0 0,1 1 1 0 0,0-2 0 0 0,0 0 0 0 0,1 0-1 0 0,-1-1 1 0 0,1 0 0 0 0,1-1 0 0 0,-1-1-1 0 0,0 0 1 0 0,28 2 0 0 0,-37-6 13 0 0,0 1 0 0 0,0-1-1 0 0,-1 1 1 0 0,1-1 0 0 0,0 0 0 0 0,-1 0-1 0 0,1-1 1 0 0,-1 1 0 0 0,1-1 0 0 0,-1 0-1 0 0,0 0 1 0 0,1 0 0 0 0,-1 0 0 0 0,0 0-1 0 0,0-1 1 0 0,-1 0 0 0 0,1 1 0 0 0,0-1-1 0 0,-1 0 1 0 0,0 0 0 0 0,1 0 0 0 0,-1-1-1 0 0,-1 1 1 0 0,1 0 0 0 0,0-1 0 0 0,-1 1-1 0 0,0-1 1 0 0,2-5 0 0 0,0-2 59 0 0,0 0 0 0 0,-1 0 0 0 0,0-1 0 0 0,-1 1 0 0 0,0-1 1 0 0,-1 1-1 0 0,-3-24 0 0 0,1 20-47 0 0,-1-1-1 0 0,-1 0 1 0 0,-1 1 0 0 0,0-1 0 0 0,-1 1 0 0 0,-1 1 0 0 0,0-1-1 0 0,-1 1 1 0 0,-1 0 0 0 0,0 1 0 0 0,-1 0 0 0 0,0 1-1 0 0,0 0 1 0 0,-2 0 0 0 0,0 1 0 0 0,0 1 0 0 0,0 0 0 0 0,-2 0-1 0 0,1 1 1 0 0,-1 1 0 0 0,0 0 0 0 0,-1 1 0 0 0,0 1-1 0 0,0 0 1 0 0,0 1 0 0 0,-1 1 0 0 0,1 0 0 0 0,-1 1-1 0 0,0 1 1 0 0,0 0 0 0 0,-26 1 0 0 0,32 1-308 0 0,-50 3 344 0 0,22 9-5784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64 159 6145 0 0,'-51'-49'996'0'0,"50"48"-931"0"0,0 2-96 0 0,0-1 29 0 0,0 1 0 0 0,1 0 0 0 0,-1-1 0 0 0,1 1-1 0 0,-1-1 1 0 0,0 1 0 0 0,1 0 0 0 0,-1 0 0 0 0,1-1 0 0 0,0 1-1 0 0,-1 0 1 0 0,1 0 0 0 0,-1 0 0 0 0,1-1 0 0 0,0 1 0 0 0,0 0-1 0 0,0 0 1 0 0,-1 0 0 0 0,1 0 0 0 0,0 0 0 0 0,0 0 0 0 0,0 1 0 0 0,-1 24-58 0 0,1-5 36 0 0,2 0 0 0 0,1 1 0 0 0,0-1 0 0 0,2 0 0 0 0,0-1 0 0 0,9 22 0 0 0,57 115-31 0 0,-26-64 57 0 0,-35-72 491 0 0,2-1 0 0 0,23 31 1156 0 0,-37-58-1423 0 0,-15-49 107 0 0,2 0 0 0 0,-10-79 0 0 0,-1-124 110 0 0,21 130-488 0 0,5 127-7 0 0,0 0 15 0 0,0 1 1 0 0,0-1-1 0 0,1 1 1 0 0,-1-1-1 0 0,1 1 0 0 0,-1-1 1 0 0,1 1-1 0 0,-1 0 0 0 0,1-1 1 0 0,0 1-1 0 0,-1 0 1 0 0,1 0-1 0 0,1-2 0 0 0,7 3-16 0 0,1 0-1 0 0,-1 1 1 0 0,1 0-1 0 0,-1 0 1 0 0,0 1 0 0 0,0 0-1 0 0,0 1 1 0 0,0 0-1 0 0,0 0 1 0 0,-1 1-1 0 0,1 0 1 0 0,-1 1-1 0 0,14 9 1 0 0,0 1-57 0 0,0 2 1 0 0,-1 0-1 0 0,30 33 1 0 0,-32-25 38 0 0,-1 1 0 0 0,-1 0 0 0 0,-1 2 1 0 0,-2 0-1 0 0,-1 1 0 0 0,18 57 0 0 0,11 21-30 0 0,-6-25 1892 0 0,-40-86-1587 0 0,-4-7-106 0 0,-1 0-1 0 0,2 0 0 0 0,0-1 0 0 0,0 0 1 0 0,1-1-1 0 0,0 1 0 0 0,1-1 1 0 0,1 0-1 0 0,-4-19 0 0 0,-3-18 97 0 0,-6-63-1 0 0,15 99-189 0 0,1 0 0 0 0,0 0 0 0 0,1-1 0 0 0,0 1 0 0 0,2 0 0 0 0,-1 0 0 0 0,2 0 0 0 0,4-16-1 0 0,-5 24-18 0 0,1 0-1 0 0,-1 0 0 0 0,1 0 0 0 0,1 1 0 0 0,-1 0 0 0 0,1-1 0 0 0,0 1 1 0 0,0 0-1 0 0,1 1 0 0 0,0-1 0 0 0,-1 1 0 0 0,1 0 0 0 0,1 0 0 0 0,-1 0 1 0 0,0 1-1 0 0,1 0 0 0 0,0 0 0 0 0,0 0 0 0 0,0 1 0 0 0,7-3 0 0 0,-5 3-26 0 0,0-1 0 0 0,0 1-1 0 0,0 1 1 0 0,0-1-1 0 0,0 2 1 0 0,0-1 0 0 0,1 1-1 0 0,-1 0 1 0 0,0 0-1 0 0,0 1 1 0 0,0 0 0 0 0,0 1-1 0 0,0 0 1 0 0,0 0 0 0 0,0 1-1 0 0,0 0 1 0 0,12 6-1 0 0,-8-1-16 0 0,-1 0 0 0 0,1 1 0 0 0,-1 1 0 0 0,-1-1 0 0 0,0 2 0 0 0,0-1 0 0 0,-1 1 0 0 0,-1 1 0 0 0,11 17 0 0 0,18 33-92 0 0,-3 2 0 0 0,46 119 0 0 0,-78-178 10 0 0,28 79 98 0 0,-19-47-3442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82 5985 0 0,'0'-7'145'0'0,"0"0"1"0"0,0 0 0 0 0,1 1 0 0 0,0-1 0 0 0,0 0 0 0 0,1 1-1 0 0,3-10 1 0 0,-4 15 36 0 0,0-10 373 0 0,0 5-372 0 0,1 7-157 0 0,12 53-32 0 0,2-1-1 0 0,26 55 1 0 0,19 61-1168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65 55 5260 0 0,'0'0'-166'0'0,"0"-1"-27"0"0,-1 0 258 0 0,0 0 0 0 0,1 0 0 0 0,-1 0 0 0 0,0 0 0 0 0,0 1 0 0 0,0-1 0 0 0,0 0 1 0 0,1 0-1 0 0,-1 1 0 0 0,0-1 0 0 0,0 1 0 0 0,0-1 0 0 0,0 1 0 0 0,0-1 0 0 0,-1 1 0 0 0,1 0 0 0 0,0-1 0 0 0,0 1 0 0 0,-1 0 1 0 0,-15 8-51 0 0,0-1 139 0 0,14-9-147 0 0,22-18-71 0 0,-16 17 185 0 0,0 0 0 0 0,1-1 1 0 0,-1 1-1 0 0,0-1 0 0 0,-1 1 1 0 0,1-1-1 0 0,3-7 0 0 0,-14 13-207 0 0,-37 8-1080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48 14 4816 0 0,'0'0'-61'0'0,"-2"-1"144"0"0,0-1 0 0 0,0 1 0 0 0,-1-1-1 0 0,1 1 1 0 0,0 0 0 0 0,-1-1 0 0 0,1 1 0 0 0,-1 1 0 0 0,1-1 0 0 0,-1 0-1 0 0,-3 0 1 0 0,3 8-94 0 0,1-1-1 0 0,-1 1 0 0 0,1 0 0 0 0,1 0 1 0 0,-1 0-1 0 0,1 1 0 0 0,0-1 1 0 0,1 0-1 0 0,0 0 0 0 0,0 1 1 0 0,2 13-1 0 0,17 88-102 0 0,-17-103 108 0 0,25 96-13 0 0,47 112 1 0 0,-59-179 3641 0 0,-16-50-1997 0 0,-8-49-1388 0 0,2 15 177 0 0,1 3-222 0 0,1 1-1 0 0,3-1 0 0 0,2 0 0 0 0,2 0 1 0 0,8-51-1 0 0,-9 94-201 0 0,0 0 0 0 0,-1-1 0 0 0,1 1 1 0 0,1 0-1 0 0,-1 1 0 0 0,0-1 0 0 0,1 0 0 0 0,-1 0 1 0 0,1 1-1 0 0,0-1 0 0 0,0 0 0 0 0,0 1 0 0 0,0 0 0 0 0,0-1 1 0 0,0 1-1 0 0,1 0 0 0 0,-1 0 0 0 0,1 1 0 0 0,0-1 1 0 0,-1 0-1 0 0,1 1 0 0 0,0 0 0 0 0,0-1 0 0 0,0 1 1 0 0,0 0-1 0 0,0 1 0 0 0,0-1 0 0 0,0 0 0 0 0,1 1 1 0 0,-1 0-1 0 0,0 0 0 0 0,0 0 0 0 0,0 0 0 0 0,0 0 0 0 0,0 1 1 0 0,4 0-1 0 0,13 3-25 0 0,0 0 1 0 0,-1 2-1 0 0,0 0 1 0 0,29 14-1 0 0,-27-11 22 0 0,24 10-39 0 0,0 3 1 0 0,-1 1 0 0 0,64 46-1 0 0,-83-50-10 0 0,-1 0 0 0 0,-1 2 0 0 0,0 0 0 0 0,-2 2 0 0 0,0 0 0 0 0,33 52 0 0 0,-51-69 6 0 0,1 1 0 0 0,-1 0 1 0 0,0 0-1 0 0,0 1 0 0 0,-1-1 0 0 0,0 0 1 0 0,-1 1-1 0 0,1 0 0 0 0,-1-1 0 0 0,-1 1 0 0 0,0 13 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270 800 6453 0 0,'0'0'-270'0'0,"-26"-38"-163"0"0,21 35 430 0 0,1 0 0 0 0,-1 0 1 0 0,1 1-1 0 0,-1-1 0 0 0,0 1 1 0 0,0 0-1 0 0,0 1 0 0 0,0-1 0 0 0,0 1 1 0 0,0 0-1 0 0,0 0 0 0 0,0 1 0 0 0,-1-1 1 0 0,1 1-1 0 0,0 0 0 0 0,-1 1 1 0 0,1-1-1 0 0,0 1 0 0 0,0 0 0 0 0,0 1 1 0 0,-9 2-1 0 0,3 0-15 0 0,1 0 1 0 0,-1 0 0 0 0,1 1-1 0 0,0 1 1 0 0,0-1-1 0 0,1 2 1 0 0,-1-1-1 0 0,1 1 1 0 0,-8 9-1 0 0,16-15 16 0 0,0 0-1 0 0,-1 0 1 0 0,1 0-1 0 0,0 0 1 0 0,0 0-1 0 0,0 0 1 0 0,0 1 0 0 0,0-1-1 0 0,0 0 1 0 0,0 1-1 0 0,0-1 1 0 0,0 1-1 0 0,1-1 1 0 0,-1 1-1 0 0,0-1 1 0 0,1 1-1 0 0,-1-1 1 0 0,1 1 0 0 0,0 0-1 0 0,0-1 1 0 0,0 1-1 0 0,0 0 1 0 0,0-1-1 0 0,0 1 1 0 0,0 0-1 0 0,0-1 1 0 0,0 1-1 0 0,1-1 1 0 0,-1 1-1 0 0,1 0 1 0 0,-1-1 0 0 0,1 1-1 0 0,0-1 1 0 0,-1 1-1 0 0,1-1 1 0 0,0 0-1 0 0,2 2 1 0 0,-1 0 7 0 0,1-1 0 0 0,0 0 0 0 0,0 0-1 0 0,1 0 1 0 0,-1-1 0 0 0,0 1 0 0 0,1-1 0 0 0,-1 1 0 0 0,0-1 0 0 0,1 0 0 0 0,0-1 0 0 0,-1 1-1 0 0,1-1 1 0 0,7 1 0 0 0,2-2 35 0 0,0-1-1 0 0,1-1 1 0 0,-1 1-1 0 0,0-2 1 0 0,0 0-1 0 0,-1-1 1 0 0,1 0-1 0 0,21-12 1 0 0,43-16 1530 0 0,-44 13-375 0 0,-32 19-1080 0 0,0 1-106 0 0,-1 0-1 0 0,0-1 0 0 0,0 1 0 0 0,1-1 0 0 0,-1 1 0 0 0,0 0 1 0 0,1-1-1 0 0,-1 1 0 0 0,0-1 0 0 0,1 1 0 0 0,-1 0 0 0 0,1 0 1 0 0,-1-1-1 0 0,1 1 0 0 0,-1 0 0 0 0,0 0 0 0 0,1 0 0 0 0,-1-1 1 0 0,1 1-1 0 0,-1 0 0 0 0,1 0 0 0 0,-1 0 0 0 0,1 0 0 0 0,-1 0 1 0 0,1 0-1 0 0,-1 0 0 0 0,1 0 0 0 0,-1 0 0 0 0,1 0 0 0 0,-1 0 0 0 0,1 0 1 0 0,-1 0-1 0 0,1 1 0 0 0,-1-1 0 0 0,1 0 0 0 0,-1 0 0 0 0,1 0 1 0 0,-1 1-1 0 0,1-1 0 0 0,-1 1 0 0 0,23 9 2 0 0,-8 4-38 0 0,1-1 0 0 0,0 0 0 0 0,1-1 0 0 0,1-1 1 0 0,0 0-1 0 0,0-2 0 0 0,31 12 0 0 0,3-3 7 0 0,106 22 0 0 0,-139-37 35 0 0,0 0 0 0 0,1-1 0 0 0,-1-1 0 0 0,1-1 0 0 0,-1-1 0 0 0,1 0-1 0 0,-1-2 1 0 0,0 0 0 0 0,22-7 0 0 0,-33 7 13 0 0,0 0 0 0 0,-1 0 1 0 0,0-1-1 0 0,1 0 0 0 0,-2-1 0 0 0,1 1 0 0 0,0-1 0 0 0,-1-1 0 0 0,0 1 0 0 0,0-1 0 0 0,-1 0 1 0 0,9-12-1 0 0,-6 6 7 0 0,-1 0 0 0 0,-1-1 0 0 0,0 0 0 0 0,-1 0 0 0 0,0 0 0 0 0,6-25 0 0 0,-5-4 41 0 0,-1 0 0 0 0,-1 0 0 0 0,-6-83 1 0 0,-47-263 1501 0 0,34 293-618 0 0,15 94-955 0 0,0 0 0 0 0,0-1 0 0 0,0 1 0 0 0,0 0 0 0 0,0-1-1 0 0,-1 1 1 0 0,1 0 0 0 0,0 0 0 0 0,-1-1 0 0 0,1 1-1 0 0,-1 0 1 0 0,0 0 0 0 0,1-1 0 0 0,-1 1 0 0 0,0 0-1 0 0,1 0 1 0 0,-1 0 0 0 0,0 0 0 0 0,0 0 0 0 0,0 0-1 0 0,0 0 1 0 0,0 1 0 0 0,0-1 0 0 0,0 0 0 0 0,-2-1 0 0 0,1 2-8 0 0,1 1 0 0 0,-1-1 1 0 0,1 0-1 0 0,0 0 1 0 0,-1 1-1 0 0,1-1 1 0 0,-1 1-1 0 0,1-1 1 0 0,0 1-1 0 0,0 0 0 0 0,-1-1 1 0 0,1 1-1 0 0,0 0 1 0 0,0 0-1 0 0,0 0 1 0 0,0 0-1 0 0,-1 0 1 0 0,0 2-1 0 0,-4 4-24 0 0,0 0 1 0 0,1 0-1 0 0,0 1 1 0 0,0-1-1 0 0,-7 17 0 0 0,5-2-11 0 0,2-1 0 0 0,1 1 0 0 0,1 0 0 0 0,0 1 0 0 0,2-1-1 0 0,2 38 1 0 0,24 133-117 0 0,-19-157 140 0 0,1-1 1 0 0,2 0 0 0 0,1 0-1 0 0,2-1 1 0 0,2-1 0 0 0,0 0-1 0 0,3-1 1 0 0,0 0 0 0 0,2-1-1 0 0,2-2 1 0 0,0 0 0 0 0,2-1-1 0 0,1-1 1 0 0,1-1 0 0 0,2-1-1 0 0,49 36 1 0 0,-30-29-680 0 0,1-2 0 0 0,74 34 0 0 0,-100-54 351 0 0,1-2 0 0 0,0 0 0 0 0,1-1 0 0 0,0-2 0 0 0,0 0 0 0 0,0-1 0 0 0,1-2 1 0 0,34 0-1 0 0,-28-5-1821 0 0,0-6-187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275 15 5613 0 0,'0'0'-167'0'0,"-7"-9"-33"0"0,5 4 78 0 0,6 5-232 0 0,47 28 267 0 0,0 3 0 0 0,-2 2 1 0 0,-1 3-1 0 0,-3 1 0 0 0,64 65 0 0 0,-83-75 66 0 0,-2 1 0 0 0,-1 2 0 0 0,-1 0 0 0 0,-2 1-1 0 0,-1 1 1 0 0,-1 1 0 0 0,-2 0 0 0 0,-1 1 0 0 0,-2 1 0 0 0,10 41-1 0 0,-20-63 30 0 0,-1 0-1 0 0,0 0 0 0 0,-1 0 0 0 0,-1 1 0 0 0,0-1 0 0 0,-1 0 0 0 0,0 0 1 0 0,-1 0-1 0 0,0 0 0 0 0,-1 0 0 0 0,0 0 0 0 0,-9 18 0 0 0,4-15 11 0 0,0 1 0 0 0,-2-1-1 0 0,0-1 1 0 0,0 0-1 0 0,-2 0 1 0 0,0-1 0 0 0,0-1-1 0 0,-16 13 1 0 0,-12 6 37 0 0,-1-3 1 0 0,-2-1-1 0 0,-1-2 1 0 0,-1-2 0 0 0,-74 28-1 0 0,70-31-517 0 0,-2-2 0 0 0,0-2 0 0 0,-1-2 0 0 0,-92 12 1 0 0,108-22 25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5:21.9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548 18 3344 0 0,'-19'-18'426'0'0,"10"18"-408"0"0,1 0-1 0 0,0 1 1 0 0,0 0 0 0 0,-1 0 0 0 0,1 1 0 0 0,0 0 0 0 0,0 0 0 0 0,1 1 0 0 0,-1 0 0 0 0,0 0 0 0 0,1 1 0 0 0,0 0-1 0 0,-12 8 1 0 0,-10 9-16 0 0,-48 42 0 0 0,45-34-11 0 0,3 0-1 0 0,0 2 1 0 0,2 1-1 0 0,1 2 1 0 0,2 0-1 0 0,1 2 0 0 0,2 0 1 0 0,-27 64-1 0 0,39-78 1 0 0,2 0-1 0 0,0 0 0 0 0,2 1 0 0 0,0 0 1 0 0,1 0-1 0 0,2 0 0 0 0,0 0 1 0 0,2 0-1 0 0,0 1 0 0 0,2-1 1 0 0,0 0-1 0 0,2 0 0 0 0,0 0 0 0 0,2-1 1 0 0,1 1-1 0 0,0-1 0 0 0,12 24 1 0 0,-7-25 18 0 0,0-1 0 0 0,1-1 0 0 0,1 0 1 0 0,1-1-1 0 0,1-1 0 0 0,0 0 0 0 0,1-1 1 0 0,1-1-1 0 0,0 0 0 0 0,1-2 1 0 0,1 0-1 0 0,0-1 0 0 0,43 18 0 0 0,0-4 7 0 0,1-4-1 0 0,2-2 0 0 0,102 18 0 0 0,-97-26-1162 0 0,111 7-1 0 0,-115-20 549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94 250 2296 0 0,'0'0'1782'0'0,"-1"-1"-1619"0"0,0 0 0 0 0,1 1-1 0 0,-1-1 1 0 0,0 0 0 0 0,0 1-1 0 0,0-1 1 0 0,0 1 0 0 0,0-1 0 0 0,0 1-1 0 0,0-1 1 0 0,0 1 0 0 0,0-1-1 0 0,0 1 1 0 0,0 0 0 0 0,-2-1-1 0 0,2 3-167 0 0,0-1-1 0 0,0 0 1 0 0,0 0 0 0 0,0 0-1 0 0,0 1 1 0 0,0-1-1 0 0,1 0 1 0 0,-1 1-1 0 0,0-1 1 0 0,1 1 0 0 0,-1-1-1 0 0,1 1 1 0 0,0-1-1 0 0,-1 1 1 0 0,1-1 0 0 0,0 1-1 0 0,0-1 1 0 0,0 1-1 0 0,0 0 1 0 0,0-1-1 0 0,0 1 1 0 0,0-1 0 0 0,1 1-1 0 0,-1-1 1 0 0,0 1-1 0 0,1-1 1 0 0,-1 1-1 0 0,3 2 1 0 0,22 63-40 0 0,-13-38 35 0 0,85 201 46 0 0,-10-27 18 0 0,-71-168-154 0 0,-3-6 2565 0 0,-25-44-1131 0 0,-40-71-977 0 0,5-2-1 0 0,4-2 0 0 0,-36-105 1 0 0,14 30-139 0 0,51 125-192 0 0,14 38-28 0 0,-3-2-137 0 0,-2-5-192 0 0,5 9 327 0 0,0 0 0 0 0,0 1 1 0 0,0-1-1 0 0,0 0 1 0 0,0 0-1 0 0,0 0 1 0 0,0 0-1 0 0,0 0 0 0 0,0 0 1 0 0,0 0-1 0 0,1 0 1 0 0,-1 0-1 0 0,0 0 1 0 0,0 0-1 0 0,0 0 0 0 0,0 0 1 0 0,0-1-1 0 0,0 1 1 0 0,0 0-1 0 0,0 0 1 0 0,0 0-1 0 0,0 0 0 0 0,0 0 1 0 0,0 0-1 0 0,0 0 1 0 0,0 0-1 0 0,0 0 1 0 0,1 0-1 0 0,-1 0 0 0 0,0 0 1 0 0,0 0-1 0 0,0 0 1 0 0,0 0-1 0 0,0 0 1 0 0,0 0-1 0 0,0 0 0 0 0,0 0 1 0 0,0 0-1 0 0,0-1 1 0 0,0 1-1 0 0,0 0 0 0 0,0 0 1 0 0,0 0-1 0 0,0 0 1 0 0,0 0-1 0 0,0 0 1 0 0,0 0-1 0 0,0 0 0 0 0,0 0 1 0 0,0 0-1 0 0,0 0 1 0 0,0 0-1 0 0,0 0 1 0 0,0-1-1 0 0,32 20-60 0 0,0 1 1 0 0,32 28-1 0 0,36 23 0 0 0,423 243 29 0 0,-269-133 64 0 0,-188-131 54 0 0,-66-50-43 0 0,0 1 1 0 0,1-1-1 0 0,-1 0 0 0 0,0 1 0 0 0,1-1 1 0 0,-1 0-1 0 0,1 1 0 0 0,-1-1 0 0 0,0 0 1 0 0,1 1-1 0 0,-1-1 0 0 0,1 0 0 0 0,-1 0 1 0 0,1 0-1 0 0,-1 0 0 0 0,1 1 0 0 0,-1-1 1 0 0,1 0-1 0 0,-1 0 0 0 0,1 0 1 0 0,-1 0-1 0 0,1 0 0 0 0,-1 0 0 0 0,1 0 1 0 0,-1 0-1 0 0,1 0 0 0 0,-1 0 0 0 0,1-1 1 0 0,-1 1-1 0 0,1 0 0 0 0,-1 0 0 0 0,0 0 1 0 0,1-1-1 0 0,-1 1 0 0 0,1 0 0 0 0,-1 0 1 0 0,1-1-1 0 0,-1 1 0 0 0,0 0 1 0 0,1-1-1 0 0,-1 1 0 0 0,0 0 0 0 0,1-1 1 0 0,-1 1-1 0 0,0-1 0 0 0,1 0 0 0 0,4-33 587 0 0,-13-42-279 0 0,-18-41 2 0 0,-5 2 0 0 0,-75-186-1 0 0,41 159 1 0 0,55 125-370 0 0,-6-16-3980 0 0,16 32 3694 0 0,0-1 0 0 0,0 0-1 0 0,0 0 1 0 0,0 1 0 0 0,0-1 0 0 0,0 0 0 0 0,0 1 0 0 0,1-1 0 0 0,-1 0 0 0 0,1 1 0 0 0,-1-1 0 0 0,1 1 0 0 0,0-1 0 0 0,0 1 0 0 0,-1-1 0 0 0,1 1-1 0 0,5-6-917 0 0,9-7-1819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37 132 6425 0 0,'-3'-3'-58'0'0,"0"0"0"0"0,1 0 0 0 0,0-1 0 0 0,0 1 0 0 0,0 0 0 0 0,0-1 0 0 0,0 1 0 0 0,1-1 0 0 0,-1 0 0 0 0,1 0 0 0 0,0 1 0 0 0,0-1 0 0 0,0 0 0 0 0,1 0 0 0 0,-1 0 0 0 0,1 0 0 0 0,0 0 0 0 0,1-6 0 0 0,-1 4 266 0 0,0 1 0 0 0,-1-1 0 0 0,1 0 0 0 0,-1 0 0 0 0,-1 0 0 0 0,1 1 0 0 0,-4-10 0 0 0,4 14-108 0 0,1 26-84 0 0,1-1-1 0 0,1 1 1 0 0,1 0 0 0 0,2-1 0 0 0,0 1 0 0 0,13 34 0 0 0,-15-51-8 0 0,0 0 1 0 0,0-1-1 0 0,1 0 1 0 0,0 0-1 0 0,0 0 0 0 0,1 0 1 0 0,-1 0-1 0 0,2-1 1 0 0,-1 0-1 0 0,1 0 1 0 0,0-1-1 0 0,0 1 1 0 0,0-1-1 0 0,1 0 1 0 0,0-1-1 0 0,0 0 0 0 0,0 0 1 0 0,0 0-1 0 0,1-1 1 0 0,-1 0-1 0 0,1-1 1 0 0,0 0-1 0 0,14 3 1 0 0,-15-5 1 0 0,0 0 0 0 0,0-1 0 0 0,0 0 0 0 0,0 0 0 0 0,0 0 0 0 0,0-1 0 0 0,-1 0 0 0 0,1 0 0 0 0,0-1 0 0 0,-1 0 0 0 0,0 0 0 0 0,1 0 0 0 0,-2-1 0 0 0,1 0 0 0 0,0 0 0 0 0,-1-1 0 0 0,1 1 0 0 0,-1-1 0 0 0,0 0 0 0 0,-1-1 0 0 0,8-9 0 0 0,2-5 248 0 0,-1-1 0 0 0,0 0 0 0 0,-2 0-1 0 0,18-46 1 0 0,-8 24 780 0 0,-20 41-846 0 0,11 27-182 0 0,2 13 7 0 0,-10-26-37 0 0,0 0 0 0 0,1 0 0 0 0,1-1 0 0 0,-1 0 0 0 0,2 0 0 0 0,-1 0 0 0 0,2-1 1 0 0,12 15-1 0 0,-9-14-95 0 0,1 0 1 0 0,1-1 0 0 0,-1 0 0 0 0,19 9-1 0 0,-24-15-309 0 0,-1-1 0 0 0,2 0 0 0 0,-1 0 0 0 0,0-1 0 0 0,1 1 0 0 0,-1-2 0 0 0,1 1 0 0 0,0-1 0 0 0,-1 0 0 0 0,16-1 0 0 0,1-2-2472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55 102 6493 0 0,'-5'-15'-490'0'0,"4"10"467"0"0,-1 0-1 0 0,0 0 1 0 0,0 0-1 0 0,0 1 0 0 0,-1-1 1 0 0,1 1-1 0 0,-5-5 1 0 0,-7-5 446 0 0,6 20-451 0 0,4-1 43 0 0,3-1-21 0 0,1 0 1 0 0,-1-1 0 0 0,1 1 0 0 0,-1 0-1 0 0,1 0 1 0 0,1 0 0 0 0,-1-1 0 0 0,0 1 0 0 0,1 0-1 0 0,0 0 1 0 0,1 5 0 0 0,-1-6 2 0 0,13 45-7 0 0,3 0-1 0 0,2 0 1 0 0,1-2-1 0 0,3-1 1 0 0,51 77 0 0 0,-56-93 882 0 0,-29-44 587 0 0,-28-51-476 0 0,-61-212-445 0 0,84 228-513 0 0,3-3-379 0 0,12 51 284 0 0,2-1-92 0 0,-1 3 150 0 0,-1-1-1 0 0,1 1 1 0 0,0-1 0 0 0,0 1-1 0 0,0 0 1 0 0,0-1 0 0 0,0 1 0 0 0,0-1-1 0 0,0 1 1 0 0,0-1 0 0 0,0 1 0 0 0,0 0-1 0 0,0-1 1 0 0,0 1 0 0 0,0-1 0 0 0,0 1-1 0 0,0-1 1 0 0,0 1 0 0 0,0 0 0 0 0,1-1-1 0 0,-1 1 1 0 0,0-1 0 0 0,0 1 0 0 0,0 0-1 0 0,1-1 1 0 0,-1 1 0 0 0,0 0 0 0 0,1-1-1 0 0,-1 1 1 0 0,0 0 0 0 0,1-1-1 0 0,-1 1 1 0 0,0 0 0 0 0,1 0 0 0 0,-1-1-1 0 0,1 1 1 0 0,-1 0 0 0 0,0 0 0 0 0,1 0-1 0 0,-1 0 1 0 0,1 0 0 0 0,-1-1 0 0 0,0 1-1 0 0,1 0 1 0 0,-1 0 0 0 0,1 0 0 0 0,-1 0-1 0 0,1 0 1 0 0,0 1 0 0 0,13 5-34 0 0,0 0 0 0 0,-1 2-1 0 0,0-1 1 0 0,0 2 0 0 0,-1 0 0 0 0,22 20 0 0 0,-8-4-51 0 0,45 57 1 0 0,-21-21 27 0 0,-18-21 38 0 0,53 83 0 0 0,-57-81 2634 0 0,-31-47-2377 0 0,-11-20-56 0 0,1-1 0 0 0,1 0 0 0 0,1-1 1 0 0,2 0-1 0 0,0-1 0 0 0,2 0 0 0 0,1 0 0 0 0,-3-41 0 0 0,8 62-170 0 0,0 4-16 0 0,0 1 0 0 0,1-1 0 0 0,-1 1 0 0 0,1-1 0 0 0,0 1 0 0 0,0-1 0 0 0,0 0 0 0 0,0 1 0 0 0,1-1 0 0 0,-1 1 0 0 0,1-1 0 0 0,0-2 0 0 0,0 4-32 0 0,21-4-87 0 0,-7 7 98 0 0,-1 1 0 0 0,0 0 0 0 0,0 2 0 0 0,0-1 0 0 0,0 1 0 0 0,-1 1 0 0 0,0 1 0 0 0,0 0 0 0 0,-1 0 0 0 0,1 1 0 0 0,-2 1 0 0 0,1 0 0 0 0,-1 1 0 0 0,-1 0 0 0 0,11 13 0 0 0,2 6-50 0 0,-1 1-1 0 0,-2 2 1 0 0,-1 0-1 0 0,26 62 1 0 0,-18-16-1978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37 195 6833 0 0,'0'0'-412'0'0,"10"9"-1726"0"0,-10-10 2120 0 0,1 1 1 0 0,-1 0-1 0 0,0 0 0 0 0,0 0 0 0 0,1-1 0 0 0,8-3 5 0 0,0-1 1 0 0,0-1-1 0 0,-1 0 0 0 0,1 0 1 0 0,-1 0-1 0 0,-1-1 1 0 0,1 0-1 0 0,-1-1 0 0 0,7-9 1 0 0,-11 13 121 0 0,0 0 1 0 0,0 0-1 0 0,-1 0 1 0 0,0 0-1 0 0,1 0 1 0 0,-1-1 0 0 0,-1 1-1 0 0,1-1 1 0 0,-1 0-1 0 0,1 1 1 0 0,-1-1-1 0 0,-1 0 1 0 0,1 0-1 0 0,-1 0 1 0 0,0 1-1 0 0,0-1 1 0 0,0 0 0 0 0,0 0-1 0 0,-1 0 1 0 0,0 0-1 0 0,0 1 1 0 0,-3-9-1 0 0,3 12-92 0 0,1 0 1 0 0,-1 0-1 0 0,0 0 0 0 0,0 0 0 0 0,0 0 0 0 0,0 0 0 0 0,0 0 1 0 0,0 0-1 0 0,0 0 0 0 0,0 0 0 0 0,0 0 0 0 0,0 1 0 0 0,0-1 1 0 0,0 0-1 0 0,0 1 0 0 0,-1-1 0 0 0,1 1 0 0 0,0 0 0 0 0,-1-1 1 0 0,1 1-1 0 0,0 0 0 0 0,0 0 0 0 0,-1-1 0 0 0,1 1 0 0 0,0 0 1 0 0,-1 1-1 0 0,1-1 0 0 0,0 0 0 0 0,-1 0 0 0 0,1 0 0 0 0,-2 1 0 0 0,-2 1-4 0 0,0-1 0 0 0,-1 1 0 0 0,1 0-1 0 0,0 0 1 0 0,0 1 0 0 0,-7 4-1 0 0,6-2-17 0 0,-1 1 0 0 0,1 1 0 0 0,0-1 0 0 0,1 1 0 0 0,-1 0 0 0 0,1 0 0 0 0,1 0 0 0 0,-1 1 0 0 0,1 0 0 0 0,0-1 0 0 0,1 2 0 0 0,0-1 0 0 0,1 0 0 0 0,-1 1 0 0 0,1-1 0 0 0,1 1 0 0 0,0-1 0 0 0,0 1 0 0 0,1 0 0 0 0,0 0 0 0 0,0-1 0 0 0,1 1 0 0 0,0 0 0 0 0,1-1 0 0 0,-1 1 0 0 0,2-1 0 0 0,-1 1 0 0 0,1-1 0 0 0,1 0 0 0 0,-1 0 0 0 0,1-1 0 0 0,1 1 0 0 0,0-1 0 0 0,10 14 0 0 0,-4-11 35 0 0,0 0 0 0 0,0-1 0 0 0,1 0 1 0 0,0-1-1 0 0,0 0 0 0 0,1-1 0 0 0,0 0 0 0 0,20 7 1 0 0,-25-12-249 0 0,-1 0 0 0 0,1 0 1 0 0,0 0-1 0 0,0-1 1 0 0,0 0-1 0 0,0-1 0 0 0,1 0 1 0 0,-1 0-1 0 0,0-1 1 0 0,0 0-1 0 0,0 0 0 0 0,0-1 1 0 0,0 0-1 0 0,-1 0 1 0 0,1-1-1 0 0,12-6 0 0 0,7-5-1530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 12 4876 0 0,'-24'-12'189'0'0,"34"25"-160"0"0,47 34-119 0 0,-48-40 98 0 0,65 51-78 0 0,-38-32 57 0 0,-2 1-1 0 0,-1 2 1 0 0,-1 1 0 0 0,38 47 0 0 0,-68-74 21 0 0,0 0 1 0 0,1 0-1 0 0,-1 0 1 0 0,-1 1 0 0 0,1-1-1 0 0,0 1 1 0 0,-1-1-1 0 0,0 1 1 0 0,1-1-1 0 0,-1 1 1 0 0,-1 0-1 0 0,1 0 1 0 0,-1-1-1 0 0,1 1 1 0 0,-1 4 0 0 0,-1-6 48 0 0,1 0 0 0 0,-1-1 1 0 0,0 1-1 0 0,1 0 0 0 0,-1 0 1 0 0,0 0-1 0 0,0-1 0 0 0,0 1 1 0 0,0 0-1 0 0,-1-1 0 0 0,1 1 1 0 0,0-1-1 0 0,-1 0 1 0 0,1 1-1 0 0,-1-1 0 0 0,1 0 1 0 0,-1 0-1 0 0,1 0 0 0 0,-1 0 1 0 0,0 0-1 0 0,0 0 0 0 0,1 0 1 0 0,-1-1-1 0 0,0 1 0 0 0,0-1 1 0 0,0 1-1 0 0,0-1 1 0 0,0 0-1 0 0,-3 0 0 0 0,2 1 318 0 0,-19-6 355 0 0,18 3-674 0 0,1 0-1 0 0,0 0 1 0 0,-1 0 0 0 0,1 0-1 0 0,0 0 1 0 0,0-1 0 0 0,1 1-1 0 0,-1-1 1 0 0,0 0 0 0 0,1 0-1 0 0,-1 0 1 0 0,1 0 0 0 0,0 0-1 0 0,0 0 1 0 0,1-1-1 0 0,-1 1 1 0 0,1-1 0 0 0,-1 1-1 0 0,1-1 1 0 0,0 0 0 0 0,0 0-1 0 0,1 1 1 0 0,-1-1 0 0 0,1-5-1 0 0,-2-8-10 0 0,2 0-1 0 0,0 1 1 0 0,1-1 0 0 0,3-17-1 0 0,0 14-62 0 0,1 0 0 0 0,1 0 0 0 0,1 1-1 0 0,1-1 1 0 0,0 1 0 0 0,14-22 0 0 0,-17 30 108 0 0,0 0-922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1 5160 0 0,'0'0'973'0'0,"-2"2"-961"0"0,0 1-14 0 0,1-1 1 0 0,1 0 0 0 0,-1 0-1 0 0,0 1 1 0 0,1-1 0 0 0,-1 0 0 0 0,1 1-1 0 0,-1-1 1 0 0,1 0 0 0 0,0 1-1 0 0,0-1 1 0 0,0 0 0 0 0,1 1 0 0 0,-1-1-1 0 0,1 1 1 0 0,-1-1 0 0 0,1 0 0 0 0,0 0-1 0 0,-1 1 1 0 0,1-1 0 0 0,0 0-1 0 0,1 0 1 0 0,-1 0 0 0 0,2 3 0 0 0,24 48-34 0 0,-2 1 1 0 0,34 109 0 0 0,-58-148-335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 80 4096 0 0,'-3'-18'264'0'0,"0"6"0"0"0,0 2-8 0 0,3 0 152 0 0,-2-2-67 0 0,-1 4-97 0 0,-2-1-408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49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236 778 4024 0 0,'-3'-1'-51'0'0,"0"-1"0"0"0,0 1-1 0 0,1 0 1 0 0,-1 1 0 0 0,0-1-1 0 0,0 0 1 0 0,0 1 0 0 0,-1 0-1 0 0,1 0 1 0 0,0 0 0 0 0,0 0-1 0 0,0 0 1 0 0,0 0 0 0 0,0 1-1 0 0,0 0 1 0 0,0-1 0 0 0,0 1-1 0 0,-5 3 1 0 0,-1-1 4 0 0,-1 2 0 0 0,1-1 1 0 0,0 1-1 0 0,-10 8 0 0 0,8-4 18 0 0,1 0-1 0 0,0 1 1 0 0,0 1-1 0 0,1 0 1 0 0,0 0 0 0 0,1 0-1 0 0,1 1 1 0 0,0 1 0 0 0,0-1-1 0 0,1 1 1 0 0,1 0-1 0 0,-7 25 1 0 0,10-30 47 0 0,0 0 0 0 0,1-1 0 0 0,0 1 0 0 0,0 0 0 0 0,1 0 0 0 0,0 0 0 0 0,1-1 1 0 0,-1 1-1 0 0,1 0 0 0 0,4 14 0 0 0,-3-17 39 0 0,0-1 0 0 0,0 1 0 0 0,1 0 0 0 0,-1-1 0 0 0,1 1 0 0 0,0-1 0 0 0,0 0 1 0 0,1 0-1 0 0,-1 0 0 0 0,1-1 0 0 0,0 1 0 0 0,0-1 0 0 0,0 0 0 0 0,0 0 0 0 0,1 0 0 0 0,-1 0 1 0 0,8 2-1 0 0,-8-4-4 0 0,1-1 0 0 0,-1 0 1 0 0,0 0-1 0 0,0 0 1 0 0,1-1-1 0 0,-1 1 0 0 0,0-1 1 0 0,0 0-1 0 0,0-1 0 0 0,0 1 1 0 0,0 0-1 0 0,0-1 1 0 0,0 0-1 0 0,0 0 0 0 0,-1 0 1 0 0,7-6-1 0 0,29-23 241 0 0,40-40-1 0 0,-45 38-109 0 0,59-43 0 0 0,-81 69-182 0 0,-1 0 1 0 0,1 1-1 0 0,0 0 0 0 0,1 1 1 0 0,-1 1-1 0 0,1 0 1 0 0,0 1-1 0 0,0 0 0 0 0,0 1 1 0 0,1 0-1 0 0,-1 1 0 0 0,0 0 1 0 0,15 2-1 0 0,-25-1 10 0 0,9 6 2229 0 0,-26 1-2196 0 0,1 1-1 0 0,0 0 1 0 0,1 1 0 0 0,-1 0-1 0 0,-14 16 1 0 0,7-4-36 0 0,-12 17-56 0 0,30-37 43 0 0,1 1 1 0 0,0 0-1 0 0,0-1 1 0 0,0 1-1 0 0,0 0 1 0 0,1 0 0 0 0,-1 0-1 0 0,0 0 1 0 0,1 0-1 0 0,-1 0 1 0 0,1 0-1 0 0,0 0 1 0 0,0 0-1 0 0,0 0 1 0 0,0 0 0 0 0,0 0-1 0 0,0 0 1 0 0,0-1-1 0 0,1 5 1 0 0,0-5 3 0 0,-1 0 0 0 0,1 1 1 0 0,0-1-1 0 0,-1 0 0 0 0,1 0 1 0 0,0 0-1 0 0,0 0 0 0 0,0 0 1 0 0,0 0-1 0 0,0 0 0 0 0,0 0 0 0 0,0 0 1 0 0,0 0-1 0 0,0 0 0 0 0,0-1 1 0 0,0 1-1 0 0,1 0 0 0 0,-1-1 1 0 0,0 1-1 0 0,0-1 0 0 0,1 1 1 0 0,-1-1-1 0 0,2 1 0 0 0,1-1 3 0 0,0 0-1 0 0,0 0 0 0 0,0 0 1 0 0,0 0-1 0 0,1 0 0 0 0,-1-1 1 0 0,7-2-1 0 0,2-1 5 0 0,0 0 0 0 0,0-2 0 0 0,20-10 0 0 0,91-62 545 0 0,-122 76-518 0 0,0 1-6 0 0,5-2-18 0 0,-5 2-14 0 0,22 32-98 0 0,-22-27 96 0 0,0 0 0 0 0,1 0 0 0 0,-1 0 0 0 0,1-1 0 0 0,-1 1 0 0 0,1-1 0 0 0,0 0 0 0 0,0 1 0 0 0,1-1 0 0 0,-1-1-1 0 0,1 1 1 0 0,-1 0 0 0 0,1-1 0 0 0,0 0 0 0 0,0 0 0 0 0,0 0 0 0 0,6 2 0 0 0,9 2-5 0 0,-1-1 0 0 0,33 5 0 0 0,-32-7 1 0 0,-4 0 20 0 0,0 0 0 0 0,0-2 0 0 0,0 0 0 0 0,0-1 0 0 0,0 0-1 0 0,0-1 1 0 0,0-1 0 0 0,-1 0 0 0 0,1-1 0 0 0,21-7 0 0 0,-27 6 1 0 0,-1 1 0 0 0,0-1 0 0 0,0-1 0 0 0,0 0 0 0 0,-1 0 0 0 0,1 0 0 0 0,-1-1 1 0 0,0 0-1 0 0,-1 0 0 0 0,1-1 0 0 0,-1 0 0 0 0,-1 0 0 0 0,1-1 0 0 0,-1 1 0 0 0,-1-1 0 0 0,1 0 1 0 0,-1 0-1 0 0,3-11 0 0 0,1-5 9 0 0,-2 0 0 0 0,0 0 0 0 0,-2-1 0 0 0,-1 1 0 0 0,0-1 0 0 0,-2 0 0 0 0,-1 0 0 0 0,-1 0 0 0 0,-7-38 0 0 0,-8-19 177 0 0,-39-120 0 0 0,15 66 278 0 0,-22-51 1071 0 0,47 164-1412 0 0,14 21-144 0 0,-1 6-11 0 0,-1-1 15 0 0,1 1 0 0 0,0-1 1 0 0,0 1-1 0 0,0 0 0 0 0,0 0 0 0 0,0 0 0 0 0,1 0 0 0 0,0 0 1 0 0,0 1-1 0 0,-1 7 0 0 0,-2 54-10 0 0,4-48 3 0 0,-2 42-5 0 0,3-1 1 0 0,3 0-1 0 0,2 0 1 0 0,3 0-1 0 0,20 68 1 0 0,-20-96-26 0 0,1 1 0 0 0,2-1 0 0 0,1-1 1 0 0,2 0-1 0 0,0 0 0 0 0,2-2 0 0 0,2 0 1 0 0,0-1-1 0 0,2-1 0 0 0,42 41 0 0 0,-51-56-171 0 0,1-1-1 0 0,1 0 1 0 0,0-1-1 0 0,0 0 0 0 0,1-1 1 0 0,18 7-1 0 0,-20-11-703 0 0,-1 0-1 0 0,1 0 1 0 0,0-1-1 0 0,23 2 1 0 0,-5-4-1890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580 61 6445 0 0,'11'-9'-570'0'0,"-9"2"536"0"0,-1 6 71 0 0,-1 0-27 0 0,0 0 0 0 0,0 1 0 0 0,0-1 0 0 0,0 0 0 0 0,0 1 0 0 0,0-1 0 0 0,0 0 0 0 0,0 1 0 0 0,0-1 0 0 0,-1 0 0 0 0,1 1 0 0 0,0-1 0 0 0,0 1 0 0 0,-1-1 0 0 0,1 0 0 0 0,0 1 0 0 0,-1-1 0 0 0,1 1 0 0 0,0-1 0 0 0,-1 1 0 0 0,1-1 0 0 0,-1 1 0 0 0,1-1 0 0 0,-1 1 0 0 0,1 0 0 0 0,-1-1 0 0 0,1 1 0 0 0,-2-1 0 0 0,-16-11 201 0 0,15 11-215 0 0,-3-1 19 0 0,0-1 1 0 0,-1 1 0 0 0,1 0 0 0 0,-1 1-1 0 0,1 0 1 0 0,-1 0 0 0 0,0 0-1 0 0,0 1 1 0 0,0 0 0 0 0,1 0 0 0 0,-1 0-1 0 0,0 1 1 0 0,0 0 0 0 0,1 1 0 0 0,-12 3-1 0 0,-9 4-31 0 0,1 1 0 0 0,-33 17-1 0 0,30-12 3 0 0,1 1-1 0 0,1 1 1 0 0,1 2 0 0 0,0 0-1 0 0,2 2 1 0 0,-24 25-1 0 0,34-31-2 0 0,1 0 0 0 0,0 1-1 0 0,1 0 1 0 0,1 1 0 0 0,1 0-1 0 0,0 1 1 0 0,1 0-1 0 0,1 1 1 0 0,1 0 0 0 0,-8 35-1 0 0,13-48 21 0 0,1 0-1 0 0,1 1 0 0 0,-1-1 1 0 0,1 0-1 0 0,0 0 1 0 0,0 0-1 0 0,1 1 1 0 0,0-1-1 0 0,0 0 0 0 0,0 0 1 0 0,1 0-1 0 0,0 0 1 0 0,0 0-1 0 0,1-1 0 0 0,-1 1 1 0 0,6 7-1 0 0,-3-6 6 0 0,1 1-1 0 0,1-1 0 0 0,-1 0 1 0 0,1-1-1 0 0,0 0 1 0 0,1 0-1 0 0,0 0 0 0 0,0-1 1 0 0,14 7-1 0 0,5 0 19 0 0,1-1 0 0 0,0-2 0 0 0,1 0 0 0 0,-1-2 0 0 0,53 5 0 0 0,198 4 23 0 0,-34-3 1023 0 0,-234-11-892 0 0,-9-2-162 0 0,-1 1 0 0 0,1 0 1 0 0,0-1-1 0 0,0 0 0 0 0,0 1 1 0 0,0-1-1 0 0,0 0 0 0 0,-1 0 0 0 0,1 0 1 0 0,0 0-1 0 0,0 0 0 0 0,0 0 1 0 0,0-1-1 0 0,0 1 0 0 0,0-1 0 0 0,-1 1 1 0 0,1-1-1 0 0,0 0 0 0 0,0 0 1 0 0,-1 0-1 0 0,1 1 0 0 0,-1-2 1 0 0,1 1-1 0 0,2-2 0 0 0,-6-13-2725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196 9 6641 0 0,'0'0'-184'0'0,"-8"2"-823"0"0,0 2 962 0 0,-1-1 0 0 0,1 2 0 0 0,0-1 0 0 0,0 1 0 0 0,0 0 0 0 0,1 1 0 0 0,0-1 0 0 0,0 2 0 0 0,0-1 0 0 0,1 1 0 0 0,0 0 0 0 0,0 0 0 0 0,-9 15 0 0 0,13-18 35 0 0,0 0 0 0 0,0 0 0 0 0,0 1 1 0 0,1-1-1 0 0,-1 0 0 0 0,1 1 0 0 0,0-1 1 0 0,0 0-1 0 0,1 1 0 0 0,-1-1 0 0 0,1 1 1 0 0,0 0-1 0 0,0-1 0 0 0,1 1 0 0 0,0-1 0 0 0,-1 1 1 0 0,1-1-1 0 0,1 0 0 0 0,-1 1 0 0 0,0-1 1 0 0,5 7-1 0 0,-3-5 22 0 0,1 0 0 0 0,1 0 1 0 0,-1 0-1 0 0,1 0 0 0 0,0-1 1 0 0,1 0-1 0 0,-1 0 0 0 0,1 0 0 0 0,0-1 1 0 0,0 1-1 0 0,0-2 0 0 0,12 6 1 0 0,-11-5 25 0 0,0-1 1 0 0,1-1 0 0 0,-1 1 0 0 0,1-1 0 0 0,-1-1 0 0 0,1 1 0 0 0,0-1 0 0 0,0-1-1 0 0,0 1 1 0 0,0-1 0 0 0,14-2 0 0 0,-17 1-7 0 0,-1 0 0 0 0,0 0 0 0 0,1-1 0 0 0,-1 1 0 0 0,0-1 0 0 0,0 0 0 0 0,0 0 1 0 0,0 0-1 0 0,0-1 0 0 0,0 1 0 0 0,-1-1 0 0 0,1 0 0 0 0,-1 0 0 0 0,0 0 0 0 0,1 0 0 0 0,-2-1 0 0 0,1 0 0 0 0,0 1 0 0 0,-1-1 0 0 0,1 0 0 0 0,1-5 1 0 0,-1 3 26 0 0,-1 1 1 0 0,0-1 0 0 0,0 0 0 0 0,0 0 0 0 0,-1 0 0 0 0,0 0-1 0 0,0 0 1 0 0,0 0 0 0 0,-1-1 0 0 0,0 1 0 0 0,0 0 0 0 0,-1 0-1 0 0,1 0 1 0 0,-1 0 0 0 0,-1 0 0 0 0,1 0 0 0 0,-1 0-1 0 0,0 0 1 0 0,0 0 0 0 0,-1 0 0 0 0,0 1 0 0 0,-6-11 0 0 0,3 9-6 0 0,0 1 1 0 0,-1-1 0 0 0,1 1-1 0 0,-1 0 1 0 0,0 0-1 0 0,-1 1 1 0 0,1 0 0 0 0,-1 0-1 0 0,0 1 1 0 0,0 0 0 0 0,-1 0-1 0 0,1 1 1 0 0,-1 0-1 0 0,0 1 1 0 0,-10-2 0 0 0,-2 0-36 0 0,0 2 0 0 0,1 0 0 0 0,-1 1 0 0 0,-37 4 0 0 0,1 9-2767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65 36 5096 0 0,'0'0'-57'0'0,"-5"-3"24"0"0,-42-20 930 0 0,45 22-587 0 0,1 0-305 0 0,1 1 0 0 0,0 0 0 0 0,0 0 0 0 0,0 0 0 0 0,-1 0 0 0 0,1-1 0 0 0,0 1 1 0 0,0 0-1 0 0,0 0 0 0 0,-1 0 0 0 0,1 0 0 0 0,0 0 0 0 0,0 0 0 0 0,-1 0 0 0 0,1 0 1 0 0,0 0-1 0 0,0-1 0 0 0,-1 1 0 0 0,1 0 0 0 0,0 0 0 0 0,0 0 0 0 0,-1 0 0 0 0,1 0 1 0 0,0 1-1 0 0,0-1 0 0 0,-1 0 0 0 0,1 0 0 0 0,0 0 0 0 0,0 0 0 0 0,-1 0 0 0 0,1 0 1 0 0,0 0-1 0 0,0 0 0 0 0,-1 1 0 0 0,1-1 0 0 0,0 0 0 0 0,0 0 0 0 0,0 0 0 0 0,-1 0 1 0 0,1 1-1 0 0,0-1 0 0 0,0 0 0 0 0,0 0 0 0 0,-1 1 0 0 0,4 7-5 0 0,1 0 0 0 0,-1 0 0 0 0,1 0 0 0 0,0-1 0 0 0,1 1 0 0 0,0-1-1 0 0,0 0 1 0 0,7 6 0 0 0,58 59 1 0 0,-43-46 1 0 0,-18-17 33 0 0,-4-6 7 0 0,0 1 0 0 0,-1 0-1 0 0,0 1 1 0 0,1-1 0 0 0,-2 1-1 0 0,1-1 1 0 0,0 1 0 0 0,-1 0 0 0 0,0 1-1 0 0,0-1 1 0 0,3 10 0 0 0,-6-15-23 0 0,-1 1 1 0 0,1-1-1 0 0,0 1 1 0 0,0-1 0 0 0,0 1-1 0 0,-1-1 1 0 0,1 0 0 0 0,0 1-1 0 0,0-1 1 0 0,-1 1-1 0 0,1-1 1 0 0,-1 0 0 0 0,1 1-1 0 0,0-1 1 0 0,-1 0-1 0 0,1 1 1 0 0,-1-1 0 0 0,1 0-1 0 0,-1 1 1 0 0,1-1-1 0 0,0 0 1 0 0,-1 0 0 0 0,1 0-1 0 0,-1 1 1 0 0,1-1-1 0 0,-1 0 1 0 0,0 0 0 0 0,1 0-1 0 0,-1 0 1 0 0,1 0 0 0 0,-1 0-1 0 0,1 0 1 0 0,-1 0-1 0 0,1 0 1 0 0,-1 0 0 0 0,0-1-1 0 0,-27-4 574 0 0,18 1-440 0 0,0 0 0 0 0,0-1 0 0 0,0 0 0 0 0,0-1 0 0 0,1 0 0 0 0,0 0 0 0 0,0-1-1 0 0,1 0 1 0 0,-13-14 0 0 0,19 18-131 0 0,-1 1 0 0 0,1-1 0 0 0,0 1 0 0 0,0-1 0 0 0,1 0 0 0 0,-1 1 0 0 0,0-1 0 0 0,1 0 0 0 0,0 0 0 0 0,0 0 0 0 0,0 0 0 0 0,0-1 0 0 0,0 1 0 0 0,1 0-1 0 0,-1 0 1 0 0,1-1 0 0 0,0 1 0 0 0,0 0 0 0 0,0 0 0 0 0,0-1 0 0 0,0 1 0 0 0,1 0 0 0 0,0 0 0 0 0,0-1 0 0 0,0 1 0 0 0,0 0 0 0 0,0 0 0 0 0,0 0 0 0 0,1 0 0 0 0,-1 0 0 0 0,1 1 0 0 0,0-1 0 0 0,0 0 0 0 0,0 1-1 0 0,0-1 1 0 0,1 1 0 0 0,4-4 0 0 0,4-3-17 0 0,0 1-1 0 0,0 1 1 0 0,1 0-1 0 0,0 0 1 0 0,0 1-1 0 0,1 1 1 0 0,0 0-1 0 0,-1 1 1 0 0,2 0-1 0 0,-1 1 1 0 0,0 0-1 0 0,1 1 1 0 0,-1 1-1 0 0,1 0 1 0 0,0 1-1 0 0,14 1 1 0 0,-15 0-18 0 0,-1 0 1 0 0,1 1 0 0 0,0 0-1 0 0,-1 1 1 0 0,0 1-1 0 0,1 0 1 0 0,-1 1-1 0 0,-1 0 1 0 0,1 0-1 0 0,-1 1 1 0 0,0 1 0 0 0,0 0-1 0 0,-1 1 1 0 0,0 0-1 0 0,0 0 1 0 0,-1 1-1 0 0,10 11 1 0 0,-15-15-40 0 0,-1 0-1 0 0,0 0 1 0 0,0 0 0 0 0,-1 0-1 0 0,1 1 1 0 0,-1-1 0 0 0,0 1-1 0 0,-1 0 1 0 0,1-1-1 0 0,-1 1 1 0 0,1 7 0 0 0,-2-7-772 0 0,0 1 0 0 0,0-1 0 0 0,-1 0 0 0 0,1 1 0 0 0,-1-1 1 0 0,-2 6-1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12 313 5456 0 0,'-6'-44'-188'0'0,"0"-54"0"0"0,13-42 3094 0 0,-3 110-1895 0 0,-2 58-849 0 0,-1 22-187 0 0,15 46 14 0 0,47 167 1 0 0,-21-106 26 0 0,26 117 230 0 0,-67-272-499 0 0,10-41-7013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19 112 6805 0 0,'-17'-2'-617'0'0,"16"-2"331"0"0,28-10 191 0 0,-16 9 72 0 0,13-3-3 0 0,0 0 0 0 0,1 2-1 0 0,0 1 1 0 0,32-3 0 0 0,15-4-2 0 0,137-20-3070 0 0,-179 25 2427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 1 3816 0 0,'-1'7'118'0'0,"-1"0"-1"0"0,2 0 0 0 0,-1 0 1 0 0,0 1-1 0 0,1-1 1 0 0,1 0-1 0 0,-1 1 0 0 0,1-1 1 0 0,0 0-1 0 0,1 0 0 0 0,3 9 1 0 0,35 99-119 0 0,-10-34-417 0 0,-20-61-1559 0 0,-4-13 1004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53 62 5000 0 0,'-11'-12'456'0'0,"6"0"-51"0"0,-6 4-41 0 0,5 3 252 0 0,-2-5-108 0 0,2 3-68 0 0,1 0-548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87 5136 0 0,'3'-48'-70'0'0,"-11"10"1693"0"0,8 44-1653 0 0,5 26 24 0 0,1 0 1 0 0,2 0 0 0 0,0-1 0 0 0,3 0 0 0 0,0-1-1 0 0,2 0 1 0 0,1-1 0 0 0,2 0 0 0 0,21 30 0 0 0,-19-13 2505 0 0,-18-46-2471 0 0,-19-25 635 0 0,10 12-511 0 0,-10-17 122 0 0,0-1 0 0 0,-19-45 1 0 0,34 68-274 0 0,1 0 0 0 0,0 0 0 0 0,1 0 1 0 0,-1 0-1 0 0,2 0 0 0 0,-1 0 0 0 0,1-1 0 0 0,0 1 1 0 0,1-1-1 0 0,0 1 0 0 0,0-1 0 0 0,1 1 1 0 0,0 0-1 0 0,1-1 0 0 0,4-15 0 0 0,-4 21-12 0 0,-1 1-1 0 0,1-1 1 0 0,0 1-1 0 0,0-1 1 0 0,0 1-1 0 0,0 0 0 0 0,0 0 1 0 0,1 0-1 0 0,-1 0 1 0 0,1 0-1 0 0,-1 0 1 0 0,1 1-1 0 0,0-1 1 0 0,-1 1-1 0 0,1 0 1 0 0,0 0-1 0 0,0 0 0 0 0,0 0 1 0 0,0 0-1 0 0,0 1 1 0 0,0-1-1 0 0,0 1 1 0 0,0 0-1 0 0,0 0 1 0 0,0 0-1 0 0,1 0 0 0 0,-1 0 1 0 0,0 1-1 0 0,3 0 1 0 0,11 2-44 0 0,-1 1 1 0 0,1 0-1 0 0,30 13 1 0 0,-6 1 5 0 0,0 1 0 0 0,-1 3 0 0 0,-2 1 0 0 0,0 1 0 0 0,-1 3 0 0 0,-2 0 0 0 0,55 57 0 0 0,-84-79-398 0 0,9 11 462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 21 6121 0 0,'-2'-19'770'0'0,"-4"30"-188"0"0,3-4-766 0 0,2-5 183 0 0,1 0 1 0 0,-1 0-1 0 0,0 0 1 0 0,1 0-1 0 0,-1 0 1 0 0,1 0-1 0 0,0 0 1 0 0,-1 0 0 0 0,1 0-1 0 0,0 0 1 0 0,0 0-1 0 0,1 0 1 0 0,-1 0-1 0 0,0 0 1 0 0,1 0-1 0 0,-1 0 1 0 0,1 0-1 0 0,-1 0 1 0 0,1 0-1 0 0,0 0 1 0 0,0-1 0 0 0,0 1-1 0 0,0 0 1 0 0,0 0-1 0 0,0-1 1 0 0,3 4-1 0 0,0-2 6 0 0,0 0 1 0 0,-1 0-1 0 0,1 0 0 0 0,1 0 0 0 0,-1 0 1 0 0,0-1-1 0 0,6 3 0 0 0,-1-2 5 0 0,0 0 1 0 0,0-1-1 0 0,0 0 1 0 0,1 0-1 0 0,-1-1 1 0 0,0 0-1 0 0,1 0 1 0 0,-1-1-1 0 0,1 0 1 0 0,-1-1-1 0 0,0 0 1 0 0,1-1-1 0 0,-1 0 1 0 0,15-5-1 0 0,5-4 236 0 0,0-2-1 0 0,54-32 1 0 0,-35 17 674 0 0,-46 28-904 0 0,-1-1 0 0 0,0 0 1 0 0,1 1-1 0 0,-1-1 0 0 0,0 1 0 0 0,1 0 0 0 0,-1-1 0 0 0,1 1 1 0 0,-1 0-1 0 0,1 0 0 0 0,-1 0 0 0 0,1 0 0 0 0,-1 0 0 0 0,1 0 1 0 0,-1 0-1 0 0,1 1 0 0 0,-1-1 0 0 0,0 0 0 0 0,1 1 0 0 0,-1-1 1 0 0,1 1-1 0 0,-1 0 0 0 0,0-1 0 0 0,0 1 0 0 0,1 0 0 0 0,-1 0 0 0 0,0 0 1 0 0,0 0-1 0 0,2 1 0 0 0,29 43-24 0 0,-8-11 25 0 0,-17-27-164 0 0,0 0 1 0 0,0-1-1 0 0,1 0 0 0 0,0 0 0 0 0,0-1 0 0 0,0 0 0 0 0,0-1 1 0 0,11 4-1 0 0,-13-5-298 0 0,0-2 0 0 0,1 1 0 0 0,-1-1-1 0 0,1 0 1 0 0,0 0 0 0 0,-1-1 0 0 0,1 1 0 0 0,6-2 0 0 0,17-3-1998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348 22 5677 0 0,'0'-1'-36'0'0,"-1"0"1"0"0,1 0 0 0 0,0 0 0 0 0,-1 0 0 0 0,1 0-1 0 0,-1 0 1 0 0,1 0 0 0 0,-1 0 0 0 0,1 0 0 0 0,-1 0-1 0 0,0 0 1 0 0,0 0 0 0 0,1 0 0 0 0,-1 1 0 0 0,0-1-1 0 0,0 0 1 0 0,0 1 0 0 0,0-1 0 0 0,0 0 0 0 0,0 1-1 0 0,0-1 1 0 0,0 1 0 0 0,0 0 0 0 0,0-1 0 0 0,0 1-1 0 0,-2-1 1 0 0,-1 1-7 0 0,0 0 0 0 0,1 0 0 0 0,-1 0 0 0 0,0 0 0 0 0,0 0 0 0 0,0 1-1 0 0,1 0 1 0 0,-6 1 0 0 0,-1 1-19 0 0,0 1 0 0 0,1 0-1 0 0,-1 0 1 0 0,1 1 0 0 0,-13 9 0 0 0,15-8 38 0 0,1-1 0 0 0,-1 1 0 0 0,2 0 0 0 0,-1 1 0 0 0,1-1 0 0 0,-1 1 0 0 0,2 0 0 0 0,-1 0 0 0 0,1 1 0 0 0,0-1-1 0 0,1 1 1 0 0,0 0 0 0 0,0 0 0 0 0,1 0 0 0 0,-4 17 0 0 0,6-20 34 0 0,0 0 0 0 0,0 0 0 0 0,0 0 0 0 0,1 0-1 0 0,0 0 1 0 0,0 0 0 0 0,0 0 0 0 0,0 0 0 0 0,1 0-1 0 0,0 0 1 0 0,0 0 0 0 0,0-1 0 0 0,1 1 0 0 0,-1-1-1 0 0,1 0 1 0 0,0 1 0 0 0,1-1 0 0 0,-1-1 0 0 0,0 1-1 0 0,1 0 1 0 0,0-1 0 0 0,0 0 0 0 0,0 0 0 0 0,0 0-1 0 0,1 0 1 0 0,-1-1 0 0 0,9 4 0 0 0,-6-2 50 0 0,1-1 1 0 0,0 0-1 0 0,0 0 1 0 0,0-1-1 0 0,0 0 1 0 0,0-1-1 0 0,0 1 1 0 0,1-2 0 0 0,-1 1-1 0 0,0-1 1 0 0,1 0-1 0 0,-1-1 1 0 0,0 0-1 0 0,9-2 1 0 0,-13 2-20 0 0,1-1 0 0 0,-1 1 0 0 0,0-1 0 0 0,0 0 0 0 0,0 0 1 0 0,-1-1-1 0 0,1 1 0 0 0,-1-1 0 0 0,1 1 0 0 0,-1-1 0 0 0,0-1 0 0 0,0 1 1 0 0,0 0-1 0 0,0-1 0 0 0,0 1 0 0 0,-1-1 0 0 0,0 0 0 0 0,0 0 0 0 0,0 0 0 0 0,0 0 1 0 0,0 0-1 0 0,-1 0 0 0 0,0 0 0 0 0,0-1 0 0 0,0 1 0 0 0,0 0 0 0 0,-1-1 0 0 0,1-4 1 0 0,-1 3 9 0 0,0 0 1 0 0,0 1 0 0 0,0-1 0 0 0,-1 0 0 0 0,0 0 0 0 0,0 0-1 0 0,0 1 1 0 0,-1-1 0 0 0,0 0 0 0 0,0 1 0 0 0,0 0 0 0 0,-1-1-1 0 0,0 1 1 0 0,-6-9 0 0 0,3 7-8 0 0,0 0 0 0 0,-1 0 0 0 0,0 1 0 0 0,0 0 0 0 0,-1 0 0 0 0,1 0-1 0 0,-1 1 1 0 0,-14-6 0 0 0,1 2 7 0 0,-1 0-1 0 0,0 2 1 0 0,0 1-1 0 0,0 0 0 0 0,-1 2 1 0 0,-41-3-1 0 0,34 5-614 0 0,1 2 0 0 0,-33 3 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80 51 5853 0 0,'-1'-1'1'0'0,"0"0"1"0"0,0 0 0 0 0,0 0-1 0 0,-1 0 1 0 0,1 0 0 0 0,-1 0 0 0 0,1 0-1 0 0,0 0 1 0 0,-1 1 0 0 0,1-1 0 0 0,-1 1-1 0 0,0-1 1 0 0,1 1 0 0 0,-1 0 0 0 0,1-1-1 0 0,-1 1 1 0 0,0 0 0 0 0,1 0-1 0 0,-1 0 1 0 0,1 0 0 0 0,-1 0 0 0 0,0 1-1 0 0,1-1 1 0 0,-1 0 0 0 0,1 1 0 0 0,-1-1-1 0 0,1 1 1 0 0,-1 0 0 0 0,-2 1 0 0 0,1 0-13 0 0,0 0 1 0 0,1 1-1 0 0,-1-1 1 0 0,0 1 0 0 0,1-1-1 0 0,0 1 1 0 0,-1 0 0 0 0,1 0-1 0 0,1 0 1 0 0,-1 0 0 0 0,0 0-1 0 0,-2 7 1 0 0,4-9 11 0 0,0 1-1 0 0,0-1 1 0 0,0 1 0 0 0,0-1 0 0 0,0 1 0 0 0,0-1-1 0 0,0 1 1 0 0,0-1 0 0 0,1 1 0 0 0,-1-1-1 0 0,0 0 1 0 0,1 1 0 0 0,-1-1 0 0 0,1 1 0 0 0,0-1-1 0 0,0 0 1 0 0,-1 0 0 0 0,1 1 0 0 0,0-1-1 0 0,0 0 1 0 0,2 2 0 0 0,23 21 37 0 0,-16-18-25 0 0,1 1 1 0 0,0-1 0 0 0,1-1-1 0 0,-1 0 1 0 0,1-1 0 0 0,0 0 0 0 0,0-1-1 0 0,0 0 1 0 0,0-1 0 0 0,1 0-1 0 0,-1-1 1 0 0,1 0 0 0 0,-1-1 0 0 0,1-1-1 0 0,18-2 1 0 0,-16 1 53 0 0,-1-1 0 0 0,1-1 1 0 0,-1 0-1 0 0,1-1 0 0 0,-1 0 0 0 0,0-1 0 0 0,-1 0 0 0 0,0-1 1 0 0,0-1-1 0 0,0 0 0 0 0,-1-1 0 0 0,18-17 0 0 0,-20 16 377 0 0,-1 1 0 0 0,0-2 0 0 0,-1 1 0 0 0,0-1 1 0 0,-1 0-1 0 0,8-17 0 0 0,-15 27-222 0 0,2 0-156 0 0,-2 1-65 0 0,0 0 1 0 0,0-1 0 0 0,0 1 0 0 0,0 0-1 0 0,0 0 1 0 0,0 0 0 0 0,1 0-1 0 0,-1 0 1 0 0,0 0 0 0 0,0-1 0 0 0,0 1-1 0 0,0 0 1 0 0,0 0 0 0 0,0 0 0 0 0,0 0-1 0 0,1 0 1 0 0,-1 0 0 0 0,0 0 0 0 0,0 0-1 0 0,0 0 1 0 0,0 0 0 0 0,0 0 0 0 0,1 0-1 0 0,-1 0 1 0 0,0-1 0 0 0,0 1 0 0 0,0 0-1 0 0,0 0 1 0 0,1 0 0 0 0,-1 0 0 0 0,0 1-1 0 0,0-1 1 0 0,0 0 0 0 0,0 0 0 0 0,1 0-1 0 0,-1 0 1 0 0,0 0 0 0 0,0 0 0 0 0,0 0-1 0 0,0 0 1 0 0,0 0 0 0 0,0 0 0 0 0,1 0-1 0 0,-1 0 1 0 0,0 0 0 0 0,0 1 0 0 0,0-1-1 0 0,0 0 1 0 0,0 0 0 0 0,0 0 0 0 0,0 0-1 0 0,0 0 1 0 0,1 0 0 0 0,-1 1 0 0 0,0-1-1 0 0,0 0 1 0 0,0 0 0 0 0,0 0 0 0 0,0 1-1 0 0,2 13 2 0 0,0 0-1 0 0,2-1 1 0 0,-1 1-1 0 0,2 0 1 0 0,0-1-1 0 0,0 0 1 0 0,1 0-1 0 0,1 0 1 0 0,11 15-1 0 0,-14-21-330 0 0,1 0-1 0 0,1-1 0 0 0,-1 1 1 0 0,1-1-1 0 0,0-1 0 0 0,0 1 1 0 0,1-1-1 0 0,0 0 0 0 0,0 0 0 0 0,0-1 1 0 0,1 1-1 0 0,-1-2 0 0 0,1 1 1 0 0,0-1-1 0 0,0-1 0 0 0,0 1 1 0 0,13 1-1 0 0,-1-3-2342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429 23 6317 0 0,'1'-1'-14'0'0,"-1"0"1"0"0,0 0 0 0 0,1 0-1 0 0,-1 0 1 0 0,0 0 0 0 0,0 0-1 0 0,0 0 1 0 0,0 0 0 0 0,0 0 0 0 0,0 0-1 0 0,0 0 1 0 0,0 0 0 0 0,0 0-1 0 0,0 0 1 0 0,0 0 0 0 0,-1 0-1 0 0,1 0 1 0 0,-1-2 0 0 0,-6 3 17 0 0,1-1 0 0 0,0 1 0 0 0,0 0 1 0 0,-1 0-1 0 0,1 0 0 0 0,0 1 0 0 0,0 0 0 0 0,0 1 1 0 0,0-1-1 0 0,-10 5 0 0 0,-1 0-39 0 0,2 1 0 0 0,-31 18 0 0 0,43-24 28 0 0,1 0 0 0 0,-1 1 0 0 0,1 0 1 0 0,0-1-1 0 0,-1 1 0 0 0,1 0 1 0 0,0 0-1 0 0,0 0 0 0 0,0 0 1 0 0,1 1-1 0 0,-1-1 0 0 0,0 0 0 0 0,1 1 1 0 0,0-1-1 0 0,-1 1 0 0 0,1 0 1 0 0,0-1-1 0 0,0 1 0 0 0,1 0 0 0 0,-2 5 1 0 0,2-5 3 0 0,1 1 0 0 0,-1-1 0 0 0,1 1 0 0 0,0-1 0 0 0,0 0 0 0 0,0 1 0 0 0,0-1 0 0 0,0 0-1 0 0,1 1 1 0 0,-1-1 0 0 0,1 0 0 0 0,0 0 0 0 0,0-1 0 0 0,4 5 0 0 0,8 8 7 0 0,1-2-1 0 0,0 0 0 0 0,0 0 0 0 0,28 15 1 0 0,-42-28-4 0 0,153 90 32 0 0,-36-24-6 0 0,-116-65-13 0 0,0-1 0 0 0,-1 1 0 0 0,1 0 0 0 0,-1 0 0 0 0,1 0 0 0 0,0 0 0 0 0,-1 0 0 0 0,0 0 0 0 0,1 1 0 0 0,-1-1 0 0 0,0 0 0 0 0,0 1 1 0 0,1-1-1 0 0,-1 1 0 0 0,0 0 0 0 0,0-1 0 0 0,-1 1 0 0 0,2 3 0 0 0,-2-5 2 0 0,0 1 1 0 0,-1 0-1 0 0,1 0 1 0 0,-1 0-1 0 0,1 0 1 0 0,-1-1-1 0 0,1 1 1 0 0,-1 0-1 0 0,1-1 1 0 0,-1 1-1 0 0,0 0 1 0 0,1-1-1 0 0,-1 1 1 0 0,0-1-1 0 0,0 1 1 0 0,1-1-1 0 0,-1 1 1 0 0,0-1-1 0 0,0 1 1 0 0,0-1-1 0 0,0 0 1 0 0,1 0-1 0 0,-1 1 1 0 0,0-1-1 0 0,-2 0 1 0 0,-12 3 132 0 0,-1-1-1 0 0,-31 1 1 0 0,45-3-156 0 0,-140 3 520 0 0,-164-18-1 0 0,295 13-480 0 0,-1 0 0 0 0,0 0 0 0 0,-19-8 0 0 0,28 9-212 0 0,0 0 1 0 0,1 0 0 0 0,-1 0 0 0 0,0 0-1 0 0,1-1 1 0 0,-1 1 0 0 0,1-1 0 0 0,0 1-1 0 0,-1-1 1 0 0,1 0 0 0 0,0 0 0 0 0,0 0-1 0 0,0 0 1 0 0,1-1 0 0 0,-1 1 0 0 0,0 0-1 0 0,1-1 1 0 0,0 1 0 0 0,-1-1 0 0 0,-1-5-1 0 0,4-6-2303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170 3 5781 0 0,'-16'-2'-271'0'0,"13"2"11"0"0,26 20-1333 0 0,-3-5 1481 0 0,0-1 0 0 0,35 18 1 0 0,14 10-25 0 0,-22-10-32 0 0,82 72 1 0 0,-115-91 157 0 0,-1 1 0 0 0,0 0 0 0 0,-1 1 0 0 0,0 0 0 0 0,-2 1 0 0 0,1 0 0 0 0,-2 1-1 0 0,0 0 1 0 0,9 28 0 0 0,-16-38 29 0 0,0 0 1 0 0,-1 0-1 0 0,0-1 0 0 0,0 1 0 0 0,0 0 1 0 0,-1 0-1 0 0,0 0 0 0 0,-1 0 0 0 0,0 0 1 0 0,0 0-1 0 0,0 0 0 0 0,-1 0 0 0 0,-3 10 0 0 0,0-7 22 0 0,0 1-1 0 0,0-1 0 0 0,-1 0 0 0 0,-1 0 0 0 0,1-1 1 0 0,-2 0-1 0 0,-11 12 0 0 0,-5 1 57 0 0,-1-1-1 0 0,-1-2 1 0 0,-1 0 0 0 0,-53 27-1 0 0,-25 2-840 0 0,-128 42 0 0 0,182-72 264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228 1 3684 0 0,'-2'0'90'0'0,"-1"0"0"0"0,1 0 1 0 0,-1 1-1 0 0,1-1 0 0 0,0 1 0 0 0,-1-1 0 0 0,1 1 0 0 0,0 0 0 0 0,-1 0 0 0 0,1 0 0 0 0,0 0 0 0 0,-2 2 0 0 0,-6 4-64 0 0,1 0-1 0 0,1 1 1 0 0,0 0-1 0 0,0 1 1 0 0,0-1 0 0 0,1 1-1 0 0,-10 18 1 0 0,4-9 4 0 0,-1 2-23 0 0,1 1-1 0 0,0 0 1 0 0,2 0 0 0 0,0 1-1 0 0,2 1 1 0 0,0 0 0 0 0,1 0 0 0 0,-6 36-1 0 0,12-43-6 0 0,0 0 0 0 0,1 0 0 0 0,1-1-1 0 0,0 1 1 0 0,1 0 0 0 0,1 0 0 0 0,1 0-1 0 0,0-1 1 0 0,1 1 0 0 0,0-1-1 0 0,2 0 1 0 0,-1 0 0 0 0,2 0 0 0 0,9 15-1 0 0,3-1-151 0 0,2 0-1 0 0,1-1 0 0 0,1-2 0 0 0,1 0 0 0 0,1-1 1 0 0,1-2-1 0 0,2 0 0 0 0,0-2 0 0 0,1-1 0 0 0,1-2 1 0 0,1-1-1 0 0,0-1 0 0 0,1-1 0 0 0,50 14 0 0 0,-28-13-845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560 4 3644 0 0,'0'0'-125'0'0,"8"-3"1222"0"0,-8 3-1078 0 0,-4 21-23 0 0,-2 1 0 0 0,0-1 0 0 0,-1 0 0 0 0,-11 23 0 0 0,-14 44-31 0 0,-43 147-43 0 0,59-196 103 0 0,-1-2 1 0 0,-2 0-1 0 0,-1-2 1 0 0,-26 35 0 0 0,27-44 22 0 0,-86 108-68 0 0,88-116 399 0 0,0 0 1 0 0,-2-1-1 0 0,0-1 0 0 0,-39 25 1 0 0,11-9 1796 0 0,46-31-2145 0 0,18-29-4431 0 0,2 9 1894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567 22 5869 0 0,'0'-1'-9'0'0,"0"1"0"0"0,0-1 0 0 0,1 0 0 0 0,-1 0 0 0 0,0 1 0 0 0,0-1 0 0 0,0 0 0 0 0,0 0 0 0 0,-1 1 0 0 0,1-1 0 0 0,0 0 0 0 0,0 0 0 0 0,0 1 0 0 0,-1-1 0 0 0,1 0 1 0 0,0 1-1 0 0,0-1 0 0 0,-1 0 0 0 0,1 1 0 0 0,-1-1 0 0 0,1 0 0 0 0,-1 1 0 0 0,1-1 0 0 0,-1 1 0 0 0,1-1 0 0 0,-1 1 0 0 0,1-1 0 0 0,-1 1 0 0 0,0 0 0 0 0,1-1 0 0 0,-1 1 1 0 0,0-1-1 0 0,1 1 0 0 0,-1 0 0 0 0,0 0 0 0 0,1 0 0 0 0,-1-1 0 0 0,0 1 0 0 0,0 0 0 0 0,-29 9 83 0 0,25-7-104 0 0,-55 28 14 0 0,0 3 0 0 0,3 3 0 0 0,1 2 0 0 0,-72 63 0 0 0,15-12 53 0 0,79-63 276 0 0,32-25-223 0 0,-4 2 14 0 0,6-3-93 0 0,0 0 0 0 0,0 0 0 0 0,0 0 0 0 0,0 0 0 0 0,0 0 0 0 0,0 0 0 0 0,0 0 0 0 0,0 0 0 0 0,0 0 0 0 0,0 0 1 0 0,0 0-1 0 0,0-1 0 0 0,0 1 0 0 0,0 0 0 0 0,0 0 0 0 0,0 0 0 0 0,0 0 0 0 0,0 0 0 0 0,0 0 0 0 0,0 0 0 0 0,70-52 240 0 0,154-84 0 0 0,-170 101-103 0 0,-53 34-134 0 0,1 0-22 0 0,0 0-1 0 0,0-1 1 0 0,0 1 0 0 0,-1 1 0 0 0,1-1 0 0 0,0 0 0 0 0,1 0 0 0 0,-1 1 0 0 0,0-1 0 0 0,0 1 0 0 0,0 0 0 0 0,0-1 0 0 0,0 1 0 0 0,0 0 0 0 0,1 0-1 0 0,-1 0 1 0 0,3 1 0 0 0,31 14-30 0 0,-1 1 0 0 0,0 2 0 0 0,-1 2 0 0 0,42 31 0 0 0,2 1-3 0 0,-48-35 56 0 0,-8-4 6 0 0,0 1 0 0 0,27 23 0 0 0,-48-37-176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1157 0 3920 0 0,'0'0'-167'0'0,"-4"4"-276"0"0,2-2 441 0 0,0-1 0 0 0,0 1 0 0 0,0-1 0 0 0,0 1 0 0 0,1 0 0 0 0,-1 0 0 0 0,0 0 0 0 0,1 0 0 0 0,-1 0-1 0 0,1 0 1 0 0,0 0 0 0 0,-1 0 0 0 0,1 1 0 0 0,0-1 0 0 0,1 1 0 0 0,-1-1 0 0 0,0 1 0 0 0,0 4 0 0 0,0 1 8 0 0,-62 149-51 0 0,37-96 128 0 0,-3-2 0 0 0,-2-1 0 0 0,-3-1 0 0 0,-64 80 1 0 0,51-78 172 0 0,-4-2 0 0 0,-1-3 1 0 0,-3-2-1 0 0,-79 58 0 0 0,104-86-139 0 0,0 0-1 0 0,-26 32 0 0 0,-7 5-12 0 0,29-30 113 0 0,-1-1 0 0 0,-2-2 0 0 0,0-1 0 0 0,-76 39 0 0 0,71-41 182 0 0,41-25-366 0 0,0 1-49 0 0,0 0 1 0 0,1 0 0 0 0,-1 0 0 0 0,0-1 0 0 0,0 1 0 0 0,0 0-1 0 0,0-1 1 0 0,0 1 0 0 0,-1-1 0 0 0,1 1 0 0 0,0-1-1 0 0,0 1 1 0 0,0-1 0 0 0,0 0 0 0 0,0 0 0 0 0,-1 1-1 0 0,-1-1 1 0 0,2-1-94 0 0,1 0 0 0 0,-1 0 0 0 0,0-1 0 0 0,1 1 0 0 0,-1 0 0 0 0,1 0 0 0 0,0 0 0 0 0,-1 0 0 0 0,1-1 0 0 0,0 1 0 0 0,0 0 0 0 0,0 0 0 0 0,0-1-1 0 0,0 1 1 0 0,0 0 0 0 0,0 0 0 0 0,0-1 0 0 0,0 1 0 0 0,0 0 0 0 0,1 0 0 0 0,-1-1 0 0 0,1 1 0 0 0,-1 0 0 0 0,1 0 0 0 0,-1 0 0 0 0,1 0 0 0 0,1-2 0 0 0,15-31-1607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485 0 4676 0 0,'0'0'33'0'0,"-6"4"-38"0"0,-16 12 1 0 0,0 0 1 0 0,1 2 0 0 0,1 1-1 0 0,-27 31 1 0 0,-15 13 4 0 0,-3 0-34 0 0,29-26 78 0 0,-1-1 0 0 0,-2-3-1 0 0,-57 39 1 0 0,84-67 885 0 0,29-21-680 0 0,37-29-241 0 0,-50 42 49 0 0,448-311 455 0 0,-410 287-442 0 0,-30 21-69 0 0,-10 4-10 0 0,0 1 0 0 0,0-1-1 0 0,0 1 1 0 0,0 0 0 0 0,1 0-1 0 0,-1 0 1 0 0,0 0 0 0 0,1 1-1 0 0,-1-1 1 0 0,0 0 0 0 0,1 1-1 0 0,-1 0 1 0 0,1 0 0 0 0,-1-1 0 0 0,1 2-1 0 0,-1-1 1 0 0,4 0 0 0 0,-4 2-1 0 0,-1-1 1 0 0,0 1-1 0 0,0 0 1 0 0,0 0-1 0 0,1-1 1 0 0,-1 1-1 0 0,-1 0 1 0 0,1 0-1 0 0,0 0 1 0 0,0 0 0 0 0,-1 0-1 0 0,1 0 1 0 0,-1 0-1 0 0,0 0 1 0 0,1 3-1 0 0,-1-3 14 0 0,12 48-113 0 0,3-1 0 0 0,2 0 0 0 0,29 60 0 0 0,-43-103-215 0 0,-1 0-1 0 0,2 0 1 0 0,-1-1 0 0 0,0 1-1 0 0,1-1 1 0 0,0 0 0 0 0,1 0-1 0 0,-1 0 1 0 0,11 8 0 0 0,3-3-543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396 37 3380 0 0,'14'0'2775'0'0,"-14"-1"-2742"0"0,0 1 0 0 0,0-1 0 0 0,0 0 0 0 0,0 0 0 0 0,0 0 0 0 0,0 0 0 0 0,0 1 0 0 0,0-1 0 0 0,0 0 0 0 0,-1 0 0 0 0,1 0 0 0 0,0 0 0 0 0,0 1 0 0 0,-1-1-1 0 0,1 0 1 0 0,-1 0 0 0 0,1 1 0 0 0,-1-1 0 0 0,1 0 0 0 0,-1 1 0 0 0,1-1 0 0 0,-1 0 0 0 0,1 1 0 0 0,-1-1 0 0 0,0 1 0 0 0,1-1 0 0 0,-2 0 0 0 0,-26-10 209 0 0,16 7-67 0 0,9 3-130 0 0,-44 1 54 0 0,35 1-105 0 0,0 0-1 0 0,0 1 0 0 0,0 0 1 0 0,0 1-1 0 0,1 0 1 0 0,-1 0-1 0 0,1 2 0 0 0,-1-1 1 0 0,1 2-1 0 0,1-1 0 0 0,-1 1 1 0 0,1 1-1 0 0,0 0 1 0 0,1 0-1 0 0,-1 1 0 0 0,-9 11 1 0 0,6-5-29 0 0,1 0 1 0 0,0 1-1 0 0,1 0 1 0 0,1 1-1 0 0,0 0 1 0 0,1 0-1 0 0,1 1 1 0 0,1 0-1 0 0,-8 26 1 0 0,13-36 25 0 0,1-1-1 0 0,-1 1 1 0 0,1 0 0 0 0,1 0-1 0 0,-1-1 1 0 0,1 1 0 0 0,0 0-1 0 0,1 0 1 0 0,0 0 0 0 0,0 0 0 0 0,0-1-1 0 0,1 1 1 0 0,0 0 0 0 0,0-1-1 0 0,5 10 1 0 0,-2-7 3 0 0,1 0 1 0 0,0 0-1 0 0,0-1 1 0 0,1 0-1 0 0,0 0 0 0 0,1-1 1 0 0,-1 0-1 0 0,1 0 1 0 0,12 7-1 0 0,9 3 10 0 0,1-1 0 0 0,1-1 0 0 0,0-1 1 0 0,1-2-1 0 0,36 9 0 0 0,55 6 19 0 0,-73-18 43 0 0,1 2 208 0 0,-49-10-222 0 0,-1-1-68 0 0,0 1-1 0 0,0-1 0 0 0,0 1 1 0 0,0-1-1 0 0,0 0 0 0 0,0 1 0 0 0,0-1 1 0 0,0 0-1 0 0,0 0 0 0 0,1 0 1 0 0,-1 0-1 0 0,0 0 0 0 0,0 0 0 0 0,0 0 1 0 0,2-1-1 0 0,20-29-3713 0 0,-13 18 2166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303 109 4432 0 0,'-7'-36'488'0'0,"4"32"-380"0"0,-1 0 0 0 0,1 0 1 0 0,-1 0-1 0 0,0 1 0 0 0,0-1 0 0 0,0 1 1 0 0,0 0-1 0 0,-1 0 0 0 0,1 1 0 0 0,-1-1 1 0 0,0 1-1 0 0,1 0 0 0 0,-8-2 0 0 0,10 4-76 0 0,-22 1 12 0 0,14 1-39 0 0,1 0 0 0 0,0 1 1 0 0,0 0-1 0 0,0 1 0 0 0,1 0 1 0 0,-1 0-1 0 0,1 1 0 0 0,0 0 1 0 0,0 0-1 0 0,1 1 1 0 0,0 0-1 0 0,-9 9 0 0 0,5-4-27 0 0,0 1-1 0 0,1 0 0 0 0,0 1 0 0 0,1 0 1 0 0,1 0-1 0 0,-10 21 0 0 0,16-31 15 0 0,1 0 0 0 0,-1 0-1 0 0,1 0 1 0 0,0 1 0 0 0,0-1 0 0 0,0 0-1 0 0,1 1 1 0 0,-1-1 0 0 0,1 1 0 0 0,0-1-1 0 0,0 1 1 0 0,0-1 0 0 0,0 0-1 0 0,1 1 1 0 0,-1-1 0 0 0,1 1 0 0 0,0-1-1 0 0,0 0 1 0 0,0 1 0 0 0,2 3-1 0 0,0-3 6 0 0,-1-1 0 0 0,1 1 0 0 0,0-1 0 0 0,0 0 0 0 0,1 0 0 0 0,-1 0 0 0 0,1 0 0 0 0,-1-1 0 0 0,1 1 0 0 0,0-1 0 0 0,0 0 0 0 0,0 0 0 0 0,0-1 0 0 0,4 2-1 0 0,4 1 14 0 0,0-1-1 0 0,0-1 1 0 0,1 0-1 0 0,-1 0 1 0 0,0-1-1 0 0,0-1 1 0 0,1 0-1 0 0,-1-1 0 0 0,0 0 1 0 0,23-6-1 0 0,-24 3 19 0 0,0 0-1 0 0,0-1 1 0 0,-1 0-1 0 0,0 0 1 0 0,0-1-1 0 0,0-1 1 0 0,-1 0 0 0 0,1 0-1 0 0,-2 0 1 0 0,1-2-1 0 0,-1 1 1 0 0,0-1-1 0 0,-1 0 1 0 0,0 0-1 0 0,8-15 1 0 0,-7 9 239 0 0,-1 0 1 0 0,0-1-1 0 0,-1 0 1 0 0,0 0-1 0 0,-2 0 0 0 0,0-1 1 0 0,-1 0-1 0 0,0 0 1 0 0,0-33-1 0 0,-25 70-284 0 0,21-18 11 0 0,-1 0 1 0 0,0 1-1 0 0,1-1 1 0 0,-1 1-1 0 0,1 0 1 0 0,0 0-1 0 0,0-1 0 0 0,0 1 1 0 0,0 0-1 0 0,1 0 1 0 0,-1 0-1 0 0,1 0 1 0 0,0 0-1 0 0,0 0 1 0 0,0 0-1 0 0,0 0 1 0 0,0 0-1 0 0,0 0 0 0 0,2 4 1 0 0,15 53-87 0 0,-16-59 90 0 0,4 11-19 0 0,0 0 0 0 0,1 0 0 0 0,1-1 0 0 0,0 1 0 0 0,0-1-1 0 0,1-1 1 0 0,0 0 0 0 0,1 0 0 0 0,0-1 0 0 0,1 1 0 0 0,0-2 0 0 0,0 0 0 0 0,1 0-1 0 0,0-1 1 0 0,15 7 0 0 0,-14-8-415 0 0,0-1 0 0 0,1 0-1 0 0,-1-1 1 0 0,1 0 0 0 0,0-1 0 0 0,0-1-1 0 0,0 0 1 0 0,1-1 0 0 0,18 0 0 0 0,3-3-2206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46 101 6041 0 0,'-11'-35'-455'0'0,"-8"-17"1850"0"0,18 50-1161 0 0,-1-8 428 0 0,2 10-654 0 0,0 0 0 0 0,0 0 0 0 0,0 0 0 0 0,0 1 0 0 0,0-1 0 0 0,-1 0 0 0 0,1 0 0 0 0,0 0 0 0 0,0 0 0 0 0,0 0 1 0 0,0 0-1 0 0,0 0 0 0 0,0 0 0 0 0,0 0 0 0 0,-1 0 0 0 0,1 0 0 0 0,0 0 0 0 0,0 0 0 0 0,0 0 0 0 0,0 0 0 0 0,0 0 1 0 0,0 0-1 0 0,0 0 0 0 0,-1 0 0 0 0,1 0 0 0 0,0 0 0 0 0,0 0 0 0 0,0 0 0 0 0,0 0 0 0 0,0 0 0 0 0,0-1 0 0 0,0 1 0 0 0,0 0 1 0 0,-1 0-1 0 0,1 0 0 0 0,0 0 0 0 0,0 0 0 0 0,0 0 0 0 0,0 0 0 0 0,0 0 0 0 0,0 0 0 0 0,0-1 0 0 0,0 1 0 0 0,0 0 0 0 0,0 0 1 0 0,0 0-1 0 0,0 0 0 0 0,-3 17-17 0 0,0 0 1 0 0,2 0-1 0 0,0 0 0 0 0,1 0 1 0 0,0 1-1 0 0,4 19 0 0 0,26 113-58 0 0,-6-34 20 0 0,19 71 13 0 0,-14-70 32 0 0,-27-110 2 0 0,0 0-1 0 0,0 0 0 0 0,0-1 1 0 0,1 0-1 0 0,0 1 1 0 0,0-1-1 0 0,1 0 1 0 0,0 0-1 0 0,0-1 0 0 0,0 1 1 0 0,0-1-1 0 0,1 0 1 0 0,0 0-1 0 0,0 0 1 0 0,8 4-1 0 0,-3-2 9 0 0,0-1 0 0 0,1-1 0 0 0,0 0 0 0 0,0 0 0 0 0,0-1 0 0 0,1 0-1 0 0,-1-1 1 0 0,16 2 0 0 0,3-1-126 0 0,-1-2 0 0 0,0-1 0 0 0,1-2 0 0 0,-1 0 0 0 0,1-2-1 0 0,42-10 1 0 0,-32 4-1652 0 0,63-25-1 0 0,-65 15-121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34 55 5216 0 0,'-16'0'-112'0'0,"13"0"50"0"0,-8 0-24 0 0,8 0 148 0 0,10-1 319 0 0,370-47-2848 0 0,-341 43 1391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88 141 3608 0 0,'0'0'-263'0'0,"6"-2"-688"0"0,-1 0 1044 0 0,0-1 0 0 0,1 1 0 0 0,-1-1 0 0 0,-1 0 0 0 0,1-1 0 0 0,0 1 0 0 0,-1-1 0 0 0,1 0 0 0 0,-1 0 1 0 0,0 0-1 0 0,-1-1 0 0 0,1 1 0 0 0,3-7 0 0 0,-6 9-8 0 0,0 0 0 0 0,0 0 0 0 0,0 0 0 0 0,0 0 0 0 0,0 0 1 0 0,-1 0-1 0 0,1-1 0 0 0,-1 1 0 0 0,1 0 0 0 0,-1 0 0 0 0,0-1 0 0 0,0 1 0 0 0,0 0 0 0 0,0-1 0 0 0,0 1 1 0 0,0 0-1 0 0,-1-1 0 0 0,1 1 0 0 0,-1 0 0 0 0,0 0 0 0 0,0 0 0 0 0,0-1 0 0 0,0 1 0 0 0,0 0 0 0 0,0 0 1 0 0,0 0-1 0 0,0 1 0 0 0,-1-1 0 0 0,1 0 0 0 0,-1 0 0 0 0,0 1 0 0 0,1-1 0 0 0,-4-2 0 0 0,2 3-67 0 0,0-1 0 0 0,1 1 0 0 0,-1 0 0 0 0,0 0 0 0 0,0 0 0 0 0,0 1 0 0 0,0-1 0 0 0,0 0 0 0 0,0 1 0 0 0,0 0 0 0 0,0 0 0 0 0,0 0-1 0 0,0 0 1 0 0,0 0 0 0 0,0 1 0 0 0,0-1 0 0 0,0 1 0 0 0,0 0 0 0 0,1 0 0 0 0,-1 0 0 0 0,0 0 0 0 0,0 0 0 0 0,1 1 0 0 0,-1-1 0 0 0,-4 4 0 0 0,2-1-28 0 0,0 1 0 0 0,0 0 0 0 0,0 1 0 0 0,0-1 0 0 0,1 1-1 0 0,0 0 1 0 0,0 0 0 0 0,0 0 0 0 0,1 0 0 0 0,0 1 0 0 0,0-1 0 0 0,-3 14 0 0 0,3-9-14 0 0,1 1 0 0 0,0-1 0 0 0,0 0 0 0 0,2 1 0 0 0,-1 0 0 0 0,2-1 0 0 0,1 15 0 0 0,-1-20 20 0 0,-1 0-1 0 0,1-1 1 0 0,1 1 0 0 0,-1-1 0 0 0,1 0-1 0 0,0 1 1 0 0,1-1 0 0 0,-1 0-1 0 0,1 0 1 0 0,0 0 0 0 0,0-1 0 0 0,0 1-1 0 0,1-1 1 0 0,-1 1 0 0 0,9 6 0 0 0,-5-7-22 0 0,0 1 1 0 0,0-1-1 0 0,0 0 1 0 0,1-1-1 0 0,-1 0 1 0 0,1 0 0 0 0,0 0-1 0 0,0-1 1 0 0,0 0-1 0 0,13 1 1 0 0,-5-2-473 0 0,0-1 0 0 0,0 0 0 0 0,1-1 0 0 0,-1 0 0 0 0,22-6 0 0 0,-4-2-1044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382 44 4776 0 0,'-24'-29'1'0'0,"18"27"1"0"0,0-1 0 0 0,0 1-1 0 0,0 0 1 0 0,-1 1 0 0 0,1-1-1 0 0,0 1 1 0 0,-1 1 0 0 0,1-1 0 0 0,-1 1-1 0 0,1 0 1 0 0,-1 0 0 0 0,1 1-1 0 0,-1 0 1 0 0,-9 2 0 0 0,-10 4-23 0 0,-1 1 1 0 0,-25 11-1 0 0,39-14 2 0 0,-1 1 1 0 0,1 1-1 0 0,1 0 0 0 0,-1 1 1 0 0,1 0-1 0 0,0 1 0 0 0,1 0 1 0 0,0 1-1 0 0,-17 19 0 0 0,20-19-36 0 0,8-9 55 0 0,-1 0 1 0 0,1 1-1 0 0,0-1 1 0 0,0 1-1 0 0,0-1 0 0 0,0 0 1 0 0,0 1-1 0 0,1-1 0 0 0,-1 0 1 0 0,0 1-1 0 0,1-1 1 0 0,-1 0-1 0 0,1 1 0 0 0,-1-1 1 0 0,1 0-1 0 0,0 0 0 0 0,-1 1 1 0 0,1-1-1 0 0,0 0 1 0 0,0 0-1 0 0,0 0 0 0 0,0 0 1 0 0,0 0-1 0 0,0 0 0 0 0,0 0 1 0 0,0-1-1 0 0,0 1 0 0 0,2 1 1 0 0,32 11 0 0 0,-32-12-5 0 0,9 2 31 0 0,1 0 0 0 0,0 0 0 0 0,-1-1-1 0 0,1-1 1 0 0,0 0 0 0 0,0-1 0 0 0,0-1 0 0 0,-1 1 0 0 0,1-2 0 0 0,0 0-1 0 0,-1-1 1 0 0,1 0 0 0 0,-1 0 0 0 0,0-2 0 0 0,0 1 0 0 0,0-2-1 0 0,0 0 1 0 0,18-12 0 0 0,-27 15 56 0 0,0 0-1 0 0,0 0 1 0 0,0 0-1 0 0,0 0 1 0 0,-1 0-1 0 0,1-1 1 0 0,-1 1-1 0 0,0-1 1 0 0,0 0-1 0 0,0 0 1 0 0,0 0-1 0 0,-1 0 1 0 0,0 0-1 0 0,0 0 1 0 0,0 0-1 0 0,0 0 1 0 0,0 0-1 0 0,-1 0 1 0 0,0-1-1 0 0,0 1 1 0 0,0 0-1 0 0,0 0 1 0 0,-1-1-1 0 0,0-3 1 0 0,0 7-11 0 0,-2-17 185 0 0,1 9-197 0 0,4 28-330 0 0,1-1 232 0 0,1 1 0 0 0,1-1 1 0 0,0-1-1 0 0,1 1 0 0 0,15 27 0 0 0,65 102-48 0 0,-84-143 85 0 0,177 270-57 0 0,-170-261 66 0 0,-1 0 1 0 0,0 0 0 0 0,-1 1 0 0 0,0 0 0 0 0,-1 1 0 0 0,-1 0-1 0 0,-1-1 1 0 0,4 20 0 0 0,-7-27 2 0 0,0 0-1 0 0,0 0 0 0 0,-1 0 1 0 0,0 0-1 0 0,-1 0 1 0 0,0 0-1 0 0,0 0 1 0 0,0 0-1 0 0,-1 0 1 0 0,0-1-1 0 0,0 1 1 0 0,0 0-1 0 0,-1-1 1 0 0,0 0-1 0 0,-1 0 1 0 0,1 0-1 0 0,-1 0 1 0 0,0 0-1 0 0,-1-1 1 0 0,-5 7-1 0 0,-5 1 10 0 0,0-1 0 0 0,-1 0 0 0 0,0-2 1 0 0,-1 1-1 0 0,0-2 0 0 0,0 0 0 0 0,-1-2 0 0 0,-1 0 0 0 0,1 0 1 0 0,-1-2-1 0 0,0 0 0 0 0,-27 3 0 0 0,20-5 40 0 0,1-1-1 0 0,-1-1 1 0 0,0-1 0 0 0,0-1-1 0 0,0-1 1 0 0,1-2 0 0 0,-1 0-1 0 0,1-2 1 0 0,-26-9 0 0 0,44 13-46 0 0,0 0 0 0 0,0-1 0 0 0,1 0 0 0 0,-1-1 0 0 0,1 1 0 0 0,0-1 0 0 0,0-1-1 0 0,0 1 1 0 0,0-1 0 0 0,1 0 0 0 0,0 0 0 0 0,0 0 0 0 0,0-1 0 0 0,0 0 0 0 0,1 0 0 0 0,0 0 0 0 0,1 0 0 0 0,-1-1 0 0 0,1 0 0 0 0,0 1 0 0 0,1-1 0 0 0,0 0 0 0 0,0-1 0 0 0,0 1 0 0 0,1 0 0 0 0,0 0 0 0 0,0-1 0 0 0,1 1 0 0 0,0 0 0 0 0,0-1 0 0 0,1 1 0 0 0,0 0 0 0 0,0 0 0 0 0,1-1 0 0 0,0 1 0 0 0,0 0 0 0 0,0 0-1 0 0,6-9 1 0 0,-2 3-20 0 0,1 1 0 0 0,1 0 0 0 0,0 0 0 0 0,1 1 0 0 0,0 0-1 0 0,1 1 1 0 0,0 0 0 0 0,0 0 0 0 0,1 1 0 0 0,18-11 0 0 0,-7 6-37 0 0,1 1-1 0 0,1 1 1 0 0,0 1 0 0 0,44-13 0 0 0,2-2-514 0 0,-43 11-3182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225 79 5352 0 0,'0'-3'-10'0'0,"0"0"-1"0"0,-1 0 0 0 0,1 0 0 0 0,-1 1 1 0 0,0-1-1 0 0,0 0 0 0 0,0 0 0 0 0,0 1 0 0 0,-1-1 1 0 0,1 0-1 0 0,-1 1 0 0 0,1-1 0 0 0,-1 1 0 0 0,0 0 1 0 0,0 0-1 0 0,0-1 0 0 0,0 1 0 0 0,0 0 0 0 0,-1 1 1 0 0,1-1-1 0 0,-1 0 0 0 0,1 1 0 0 0,-1-1 0 0 0,1 1 1 0 0,-1 0-1 0 0,0 0 0 0 0,0 0 0 0 0,0 0 1 0 0,0 1-1 0 0,1-1 0 0 0,-5 0 0 0 0,5 1 3 0 0,-3 0-5 0 0,-3 2-4 0 0,0 0-1 0 0,0 0 1 0 0,0 1 0 0 0,0 0 0 0 0,1 0 0 0 0,0 1 0 0 0,0 0-1 0 0,0 0 1 0 0,0 1 0 0 0,0-1 0 0 0,1 2 0 0 0,0-1 0 0 0,0 1-1 0 0,0 0 1 0 0,1 0 0 0 0,0 0 0 0 0,0 1 0 0 0,0 0 0 0 0,-4 8-1 0 0,7-10 13 0 0,-1-1 0 0 0,1 1 0 0 0,0-1 0 0 0,0 1-1 0 0,0 0 1 0 0,0 0 0 0 0,1-1 0 0 0,0 1-1 0 0,0 0 1 0 0,0 0 0 0 0,1 1 0 0 0,0-1-1 0 0,0 0 1 0 0,0 0 0 0 0,0 0 0 0 0,1 0-1 0 0,0 0 1 0 0,0 0 0 0 0,0 0 0 0 0,1 0 0 0 0,0 0-1 0 0,0-1 1 0 0,0 1 0 0 0,0-1 0 0 0,1 1-1 0 0,0-1 1 0 0,-1 0 0 0 0,2 0 0 0 0,-1 0-1 0 0,0 0 1 0 0,1 0 0 0 0,7 5 0 0 0,-1-2 18 0 0,1 0 0 0 0,1 0 0 0 0,0-1 0 0 0,-1 0 0 0 0,2-1 0 0 0,-1-1 0 0 0,1 0-1 0 0,-1 0 1 0 0,1-2 0 0 0,0 1 0 0 0,0-2 0 0 0,0 1 0 0 0,0-2 0 0 0,1 0 0 0 0,-1 0 0 0 0,24-5 0 0 0,-28 3 41 0 0,0 0-1 0 0,-1 0 1 0 0,1-1-1 0 0,-1 0 1 0 0,1 0-1 0 0,-1-1 1 0 0,0 0-1 0 0,-1-1 1 0 0,1 0-1 0 0,-1 0 1 0 0,0 0 0 0 0,0-1-1 0 0,0 0 1 0 0,-1 0-1 0 0,0-1 1 0 0,0 0-1 0 0,-1 0 1 0 0,0 0-1 0 0,0-1 1 0 0,-1 0-1 0 0,0 1 1 0 0,0-2-1 0 0,0 1 1 0 0,-1 0-1 0 0,3-14 1 0 0,-5 17-3 0 0,0 1 0 0 0,0-1 0 0 0,-1 0 0 0 0,1 1 0 0 0,-1-1 0 0 0,0 0 0 0 0,0 1 0 0 0,-1-1 0 0 0,0 0 0 0 0,1 1 1 0 0,-1-1-1 0 0,-1 1 0 0 0,1-1 0 0 0,-1 1 0 0 0,1 0 0 0 0,-1 0 0 0 0,-1-1 0 0 0,-3-5 0 0 0,1 5-10 0 0,1 0 0 0 0,-1 0 0 0 0,-1 0 0 0 0,1 1 0 0 0,-1 0 0 0 0,0 0 0 0 0,1 0 0 0 0,-2 1 0 0 0,1 0 0 0 0,0 0-1 0 0,-9-2 1 0 0,-10-2 15 0 0,0 1 0 0 0,-1 1-1 0 0,0 1 1 0 0,0 2 0 0 0,-36 0-1 0 0,-15 7-1751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 8 4436 0 0,'-8'-2'-266'0'0,"21"-3"-1777"0"0,-7 5 2011 0 0,0 0-1 0 0,0 1 1 0 0,-1-1 0 0 0,1 1 0 0 0,0 1 0 0 0,0-1 0 0 0,0 1 0 0 0,-1 0 0 0 0,1 0-1 0 0,-1 1 1 0 0,1-1 0 0 0,-1 1 0 0 0,0 1 0 0 0,0-1 0 0 0,6 5 0 0 0,183 150-209 0 0,-120-94 206 0 0,-61-53 56 0 0,0 0 1 0 0,-1 1 0 0 0,0 0-1 0 0,0 1 1 0 0,13 21 0 0 0,-24-32 27 0 0,1 0 0 0 0,-1 1 1 0 0,1-1-1 0 0,-1 1 0 0 0,0 0 0 0 0,0 0 1 0 0,0-1-1 0 0,0 1 0 0 0,0 0 1 0 0,-1 0-1 0 0,1 0 0 0 0,-1 0 0 0 0,0 0 1 0 0,0-1-1 0 0,0 1 0 0 0,0 0 1 0 0,-1 0-1 0 0,1 0 0 0 0,-1 0 1 0 0,0 0-1 0 0,1-1 0 0 0,-1 1 0 0 0,0 0 1 0 0,-1 0-1 0 0,1-1 0 0 0,0 1 1 0 0,-1-1-1 0 0,0 1 0 0 0,1-1 0 0 0,-1 0 1 0 0,0 0-1 0 0,0 0 0 0 0,0 0 1 0 0,-1 0-1 0 0,1 0 0 0 0,0 0 0 0 0,-1-1 1 0 0,1 1-1 0 0,-1-1 0 0 0,-3 2 1 0 0,-3 2 274 0 0,-1 0 0 0 0,0 0 0 0 0,0-1 0 0 0,-1 0 0 0 0,1-1 0 0 0,-1 0 0 0 0,-18 2 1 0 0,26-4-269 0 0,1-1 0 0 0,0 0 1 0 0,-1 0-1 0 0,1 0 1 0 0,-1 0-1 0 0,1 0 1 0 0,-1-1-1 0 0,1 1 0 0 0,-1-1 1 0 0,1 0-1 0 0,0 1 1 0 0,-1-1-1 0 0,1 0 0 0 0,0 0 1 0 0,0 0-1 0 0,0-1 1 0 0,0 1-1 0 0,0-1 1 0 0,0 1-1 0 0,0-1 0 0 0,0 1 1 0 0,0-1-1 0 0,1 0 1 0 0,-1 0-1 0 0,1 0 1 0 0,-1 0-1 0 0,1 0 0 0 0,0 0 1 0 0,0 0-1 0 0,0-1 1 0 0,0 1-1 0 0,0 0 0 0 0,0-1 1 0 0,1 1-1 0 0,-1 0 1 0 0,1-1-1 0 0,0 1 1 0 0,0-1-1 0 0,0-4 0 0 0,0-7-8 0 0,0 0 0 0 0,1 0 0 0 0,1 0 0 0 0,0 0 0 0 0,1 0 0 0 0,1 1-1 0 0,0-1 1 0 0,0 1 0 0 0,12-23 0 0 0,7-5 11 0 0,41-60-1 0 0,-48 75-37 0 0,-11 17-28 0 0,0 1 0 0 0,1-1 1 0 0,0 1-1 0 0,12-13 0 0 0,-11 9-60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6361 0 0,'0'0'871'0'0,"17"26"-986"0"0,53 141 78 0 0,-42-106 80 0 0,-18-36-137 0 0,5 11-264 0 0,-3-16-3223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67 4988 0 0,'-3'-15'372'0'0,"3"5"-31"0"0,0 0 335 0 0,-2 0 324 0 0,2 1-168 0 0,0-4-936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325 60 5969 0 0,'1'-1'4'0'0,"0"1"0"0"0,0-1 0 0 0,0 0 1 0 0,0 0-1 0 0,0 1 0 0 0,0-1 1 0 0,0 0-1 0 0,0 0 0 0 0,-1 0 0 0 0,1 0 1 0 0,0 0-1 0 0,-1-1 0 0 0,1 1 1 0 0,-1 0-1 0 0,1 0 0 0 0,-1 0 1 0 0,1 0-1 0 0,-1-1 0 0 0,0 1 0 0 0,0 0 1 0 0,0 0-1 0 0,1-1 0 0 0,-1 1 1 0 0,0 0-1 0 0,-1 0 0 0 0,1-1 0 0 0,0 1 1 0 0,0 0-1 0 0,0 0 0 0 0,-1 0 1 0 0,1-1-1 0 0,-1 1 0 0 0,1 0 0 0 0,-1 0 1 0 0,1 0-1 0 0,-1 0 0 0 0,0 0 1 0 0,1 0-1 0 0,-2-2 0 0 0,0 2 9 0 0,-1-1-1 0 0,1 0 0 0 0,0 1 0 0 0,-1 0 1 0 0,1-1-1 0 0,-1 1 0 0 0,0 0 1 0 0,1 0-1 0 0,-1 0 0 0 0,0 1 1 0 0,0-1-1 0 0,1 1 0 0 0,-1-1 0 0 0,0 1 1 0 0,0 0-1 0 0,0 0 0 0 0,1 0 1 0 0,-7 2-1 0 0,-9 2-36 0 0,0 1-1 0 0,0 1 1 0 0,0 0 0 0 0,1 1 0 0 0,0 1 0 0 0,-24 16-1 0 0,28-16 7 0 0,0 0-1 0 0,1 1 0 0 0,0 1 0 0 0,1 0 0 0 0,0 0 0 0 0,1 1 0 0 0,0 0 1 0 0,0 1-1 0 0,-7 13 0 0 0,16-22 13 0 0,-1-1 0 0 0,1 1 1 0 0,0-1-1 0 0,0 1 0 0 0,0 0 1 0 0,0 0-1 0 0,1-1 0 0 0,-1 1 1 0 0,1 0-1 0 0,-1 0 0 0 0,1 0 0 0 0,0 0 1 0 0,0-1-1 0 0,1 1 0 0 0,-1 0 1 0 0,0 0-1 0 0,1 0 0 0 0,0 0 0 0 0,1 4 1 0 0,1-2 6 0 0,-1 0 0 0 0,1-1 1 0 0,0 1-1 0 0,1-1 0 0 0,-1 0 0 0 0,1 0 1 0 0,0 0-1 0 0,0 0 0 0 0,8 6 1 0 0,6 1 17 0 0,1 0 1 0 0,0-1-1 0 0,1-1 1 0 0,24 9 0 0 0,-29-12-293 0 0,1-1 0 0 0,-1-1 0 0 0,1 0 1 0 0,0 0-1 0 0,0-2 0 0 0,0 0 0 0 0,1-1 0 0 0,-1-1 1 0 0,32-2-1 0 0,1-9-1156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257 571 4256 0 0,'-15'1'-98'0'0,"-1"1"0"0"0,2 0 0 0 0,-1 1 0 0 0,0 1-1 0 0,0 0 1 0 0,1 1 0 0 0,0 0 0 0 0,0 1 0 0 0,0 1-1 0 0,1 0 1 0 0,0 1 0 0 0,0 0 0 0 0,1 1 0 0 0,0 1-1 0 0,1 0 1 0 0,-13 13 0 0 0,23-21 99 0 0,-1-1 0 0 0,1 1 0 0 0,0-1 0 0 0,0 1 0 0 0,0-1-1 0 0,0 1 1 0 0,0 0 0 0 0,1-1 0 0 0,-1 1 0 0 0,0 0 0 0 0,1 0 0 0 0,-1 0 0 0 0,1-1 0 0 0,0 1 0 0 0,-1 0 0 0 0,1 0 0 0 0,0 0 0 0 0,0 2 0 0 0,1-2 7 0 0,-1-1 1 0 0,1 0 0 0 0,-1 0 0 0 0,1 1-1 0 0,0-1 1 0 0,-1 0 0 0 0,1 0 0 0 0,0 0-1 0 0,0 0 1 0 0,0 0 0 0 0,0 0 0 0 0,0 0-1 0 0,0 0 1 0 0,0-1 0 0 0,0 1 0 0 0,0 0 0 0 0,0-1-1 0 0,0 1 1 0 0,2 0 0 0 0,1 1 23 0 0,0-1 0 0 0,0 0 0 0 0,1 0 0 0 0,-1 0 0 0 0,0 0 0 0 0,0-1 0 0 0,0 0 0 0 0,0 0 0 0 0,1 0 0 0 0,-1 0 0 0 0,0-1 0 0 0,0 1 0 0 0,6-3 0 0 0,-3 0 61 0 0,0 1 0 0 0,-1 0 0 0 0,1 1 0 0 0,0-1 1 0 0,0 1-1 0 0,0 0 0 0 0,0 1 0 0 0,0 0 1 0 0,8 0-1 0 0,-12 2-94 0 0,1-1 0 0 0,-1 0 0 0 0,0 1 1 0 0,0-1-1 0 0,0 1 0 0 0,0 0 0 0 0,0 0 1 0 0,-1 0-1 0 0,1 1 0 0 0,2 2 0 0 0,7 5-7 0 0,10 2 25 0 0,-1-1-1 0 0,2 0 1 0 0,-1-2 0 0 0,1-1 0 0 0,1-1-1 0 0,0 0 1 0 0,-1-2 0 0 0,2-1-1 0 0,-1-1 1 0 0,0-1 0 0 0,1-1 0 0 0,-1-1-1 0 0,49-7 1 0 0,-62 5 41 0 0,0-1 0 0 0,1 0-1 0 0,-1-1 1 0 0,0-1 0 0 0,0 1 0 0 0,-1-2-1 0 0,0 1 1 0 0,0-2 0 0 0,0 1 0 0 0,0-1-1 0 0,-1-1 1 0 0,0 1 0 0 0,-1-2 0 0 0,0 1 0 0 0,0-1-1 0 0,-1 0 1 0 0,0-1 0 0 0,0 0 0 0 0,-1 0-1 0 0,-1 0 1 0 0,0-1 0 0 0,0 0 0 0 0,6-22-1 0 0,-3 4 27 0 0,-1-1-1 0 0,-1 1 1 0 0,-2-1 0 0 0,-1-1-1 0 0,-1 1 1 0 0,-2 0-1 0 0,-1-1 1 0 0,-6-34-1 0 0,0 18 213 0 0,-1 1 0 0 0,-3 0-1 0 0,-1 0 1 0 0,-3 2 0 0 0,-22-48-1 0 0,37 91-287 0 0,-1 0 0 0 0,1 0 0 0 0,-1 0 0 0 0,0 0 0 0 0,1 0 0 0 0,-1 1 0 0 0,0-1 0 0 0,0 0-1 0 0,0 0 1 0 0,1 1 0 0 0,-1-1 0 0 0,0 1 0 0 0,0-1 0 0 0,0 1 0 0 0,0-1 0 0 0,0 1 0 0 0,0-1-1 0 0,0 1 1 0 0,0 0 0 0 0,0 0 0 0 0,-1-1 0 0 0,1 1 0 0 0,0 0 0 0 0,0 0 0 0 0,0 0 0 0 0,0 0 0 0 0,0 0-1 0 0,0 1 1 0 0,0-1 0 0 0,0 0 0 0 0,0 0 0 0 0,0 1 0 0 0,0-1 0 0 0,0 1 0 0 0,0-1 0 0 0,0 1-1 0 0,0-1 1 0 0,0 1 0 0 0,0-1 0 0 0,-1 2 0 0 0,-3 1-9 0 0,1 0 0 0 0,0 0 0 0 0,0 1 1 0 0,0-1-1 0 0,0 1 0 0 0,1 0 0 0 0,-5 6 0 0 0,1 2-7 0 0,2 0 0 0 0,-1 0 0 0 0,2 1 0 0 0,0 0 0 0 0,0-1 0 0 0,1 1 0 0 0,1 0 0 0 0,0 1 0 0 0,0-1 0 0 0,2 0 0 0 0,0 1 0 0 0,0-1 0 0 0,1 0 0 0 0,1 0 0 0 0,3 15 0 0 0,3 5-3 0 0,1 0 1 0 0,1 0-1 0 0,2-1 1 0 0,27 52-1 0 0,-23-56 8 0 0,1-1-1 0 0,1-1 0 0 0,1 0 0 0 0,2-2 0 0 0,0 0 0 0 0,44 36 0 0 0,-8-15-2323 0 0,115 70 0 0 0,-133-92 439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0 122 4992 0 0,'3'-11'-100'0'0,"-3"6"113"0"0,0 4-17 0 0,1 5-573 0 0,7 27 464 0 0,2-1 0 0 0,27 56 0 0 0,1 2 6 0 0,10 32 84 0 0,-39-97 2142 0 0,-31-89 590 0 0,8-11-2399 0 0,4 0 1 0 0,-2-86-1 0 0,12 160-319 0 0,0 0 0 0 0,1 0 0 0 0,-1 0-1 0 0,1 0 1 0 0,0 0 0 0 0,-1 0 0 0 0,1 0-1 0 0,1 0 1 0 0,-1 1 0 0 0,0-1 0 0 0,1 0-1 0 0,-1 0 1 0 0,1 1 0 0 0,0-1 0 0 0,0 1-1 0 0,0 0 1 0 0,0 0 0 0 0,0-1 0 0 0,0 1 0 0 0,4-2-1 0 0,3-2-24 0 0,1 0 0 0 0,0 1-1 0 0,0 0 1 0 0,12-4-1 0 0,0 1-40 0 0,-21 7 47 0 0,0 0 20 0 0,0 1-1 0 0,0-1 1 0 0,0 1 0 0 0,0-1-1 0 0,0 1 1 0 0,0-1 0 0 0,0 1-1 0 0,0 0 1 0 0,0-1 0 0 0,0 1-1 0 0,0 0 1 0 0,0 0 0 0 0,0 0-1 0 0,0 0 1 0 0,0 0 0 0 0,0 0-1 0 0,0 0 1 0 0,0 0 0 0 0,0 0-1 0 0,0 0 1 0 0,0 1 0 0 0,2-1-1 0 0,26 8-188 0 0,12 23 120 0 0,-2 3 0 0 0,-1 2 0 0 0,-2 1 0 0 0,-2 1 0 0 0,58 86-1 0 0,7 37 29 0 0,-99-161 30 0 0,0 1-1 0 0,0-1 1 0 0,0 1 0 0 0,0-1-1 0 0,1 1 1 0 0,-1-1 0 0 0,0 1-1 0 0,0-1 1 0 0,1 0 0 0 0,-1 1-1 0 0,0-1 1 0 0,1 1-1 0 0,-1-1 1 0 0,0 0 0 0 0,1 1-1 0 0,-1-1 1 0 0,0 0 0 0 0,1 0-1 0 0,-1 1 1 0 0,1-1 0 0 0,-1 0-1 0 0,0 0 1 0 0,1 1 0 0 0,-1-1-1 0 0,1 0 1 0 0,-1 0-1 0 0,1 0 1 0 0,-1 0 0 0 0,1 0-1 0 0,-1 0 1 0 0,1 0 0 0 0,-1 0-1 0 0,1 0 1 0 0,-1 0 0 0 0,1 0-1 0 0,-1 0 1 0 0,1 0 0 0 0,-1 0-1 0 0,1 0 1 0 0,-1 0 0 0 0,1-1-1 0 0,0 1 1 0 0,15-20-2575 0 0,-6 6 1472 0 0,8-5-718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93 32 5144 0 0,'-4'3'-17'0'0,"-1"0"0"0"0,1 0 0 0 0,0 1 0 0 0,0-1 0 0 0,0 1 0 0 0,0 0 0 0 0,0 0 0 0 0,1 0 0 0 0,0 1 0 0 0,0-1 0 0 0,0 1 0 0 0,0 0 0 0 0,1 0 0 0 0,0 0 0 0 0,0 0 0 0 0,-1 6 0 0 0,1-8 8 0 0,0 2 1 0 0,1-1 0 0 0,0 0 0 0 0,0 0 0 0 0,0 0 0 0 0,0 0 0 0 0,1 1 0 0 0,0-1 0 0 0,0 0 0 0 0,0 1 0 0 0,0-1 0 0 0,1 0-1 0 0,-1 1 1 0 0,1-1 0 0 0,0 0 0 0 0,0 0 0 0 0,1 0 0 0 0,-1 0 0 0 0,1 0 0 0 0,0 0 0 0 0,0 0 0 0 0,0 0 0 0 0,1-1 0 0 0,5 7-1 0 0,4-1 26 0 0,0-1 0 0 0,1 0 0 0 0,0-1 0 0 0,1 0 0 0 0,0-1 0 0 0,0-1 0 0 0,0 0 0 0 0,0-1 0 0 0,1 0 0 0 0,0-1 0 0 0,0-1 0 0 0,0 0 0 0 0,0-1 0 0 0,0-1 0 0 0,18-2 0 0 0,-30 2 23 0 0,1 0 0 0 0,-1 0 0 0 0,1-1 0 0 0,-1 1-1 0 0,0-1 1 0 0,1 0 0 0 0,-1 0 0 0 0,0 0 0 0 0,0-1-1 0 0,0 1 1 0 0,0-1 0 0 0,0 0 0 0 0,0 0-1 0 0,0 0 1 0 0,-1 0 0 0 0,1 0 0 0 0,0 0 0 0 0,-1-1-1 0 0,0 1 1 0 0,0-1 0 0 0,0 0 0 0 0,0 0-1 0 0,0 0 1 0 0,0 0 0 0 0,-1 0 0 0 0,1 0 0 0 0,-1 0-1 0 0,0 0 1 0 0,0-1 0 0 0,0 1 0 0 0,0 0 0 0 0,-1-1-1 0 0,0 1 1 0 0,1-5 0 0 0,-2 2 15 0 0,0-1 0 0 0,0 1-1 0 0,0 0 1 0 0,-1-1 0 0 0,1 1 0 0 0,-2 0 0 0 0,1 0-1 0 0,-1 1 1 0 0,0-1 0 0 0,0 0 0 0 0,0 1 0 0 0,-1 0-1 0 0,0-1 1 0 0,0 2 0 0 0,0-1 0 0 0,0 0 0 0 0,-9-5-1 0 0,-2-2-123 0 0,-1 1 0 0 0,0 0 0 0 0,-1 1 0 0 0,0 1-1 0 0,0 1 1 0 0,-1 0 0 0 0,0 2 0 0 0,-1 0 0 0 0,1 1 0 0 0,-1 0-1 0 0,0 2 1 0 0,0 0 0 0 0,-1 1 0 0 0,1 2 0 0 0,-32 1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1 102 5064 0 0,'1'0'10'0'0,"0"-2"-1"0"0,0 1 0 0 0,0 0 0 0 0,0 0 0 0 0,0 0 0 0 0,0 0 0 0 0,0-1 0 0 0,0 1 0 0 0,0 0 0 0 0,-1-1 0 0 0,1 1 0 0 0,-1 0 0 0 0,1-1 0 0 0,0-2 0 0 0,2-7 976 0 0,2 34-1087 0 0,5 10 61 0 0,1-1-1 0 0,1 1 1 0 0,1-2-1 0 0,31 51 1 0 0,83 107 1953 0 0,-129-196-1717 0 0,-141-377 985 0 0,135 359-1177 0 0,7 19-10 0 0,0 1-1 0 0,-1-1 0 0 0,0 0 0 0 0,0 1 0 0 0,-1 0 0 0 0,-4-9 0 0 0,6 12-7 0 0,0-6 50 0 0,1 8-53 0 0,0-1 0 0 0,0 1 0 0 0,0-1 0 0 0,0 0 0 0 0,0 1 0 0 0,0-1 0 0 0,0 0 0 0 0,0 1 0 0 0,0-1 0 0 0,0 1 0 0 0,0-1-1 0 0,0 0 1 0 0,0 1 0 0 0,1-1 0 0 0,-1 1 0 0 0,0-1 0 0 0,0 0 0 0 0,1 1 0 0 0,-1-1 0 0 0,0 1 0 0 0,1-1 0 0 0,-1 1 0 0 0,1-1 0 0 0,-1 1-1 0 0,0-1 1 0 0,1 1 0 0 0,-1 0 0 0 0,1-1 0 0 0,-1 1 0 0 0,1 0 0 0 0,0-1 0 0 0,-1 1 0 0 0,1-1 0 0 0,2 0-26 0 0,2 2-92 0 0,13 5 88 0 0,0 0 0 0 0,0 2 0 0 0,-1 0 0 0 0,0 0 0 0 0,0 2 0 0 0,-1 0 0 0 0,-1 1 0 0 0,26 22 0 0 0,115 122-136 0 0,-122-117 132 0 0,64 69 284 0 0,-106-116 118 0 0,1 0 1 0 0,0-1-1 0 0,1 0 0 0 0,0 0 0 0 0,1-1 0 0 0,0 0 0 0 0,0 0 0 0 0,1 0 0 0 0,1 0 0 0 0,0-1 0 0 0,-3-17 0 0 0,4 18-373 0 0,0 1 0 0 0,1-1 0 0 0,0 1 0 0 0,1-1-1 0 0,0 0 1 0 0,0 1 0 0 0,1-1 0 0 0,1 0 0 0 0,0 1-1 0 0,0-1 1 0 0,1 1 0 0 0,0 0 0 0 0,1 0 0 0 0,7-15-1 0 0,-5 17-21 0 0,0 1-1 0 0,1 0 0 0 0,0 0 0 0 0,0 1 1 0 0,0 0-1 0 0,1 0 0 0 0,-1 0 0 0 0,1 1 0 0 0,1 0 1 0 0,-1 1-1 0 0,1 0 0 0 0,0 0 0 0 0,0 1 0 0 0,11-3 1 0 0,-17 6 19 0 0,1-1 0 0 0,-1 1 0 0 0,0 0 0 0 0,1 0 0 0 0,-1 0 0 0 0,1 1 0 0 0,-1-1 1 0 0,1 1-1 0 0,-1 0 0 0 0,0 0 0 0 0,1 0 0 0 0,-1 0 0 0 0,0 1 0 0 0,0-1 0 0 0,0 1 0 0 0,0 0 0 0 0,0 0 1 0 0,0 0-1 0 0,-1 0 0 0 0,4 3 0 0 0,4 4-37 0 0,0 1 1 0 0,-1 0 0 0 0,12 16-1 0 0,15 22-322 0 0,-2 2 0 0 0,-3 1 0 0 0,35 76-1 0 0,-66-126 210 0 0,1 0 0 0 0,-1 0 0 0 0,1-1 0 0 0,-1 1 0 0 0,1 0-1 0 0,16 9-3523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5705 0 0,'0'0'-10'0'0,"4"20"-678"0"0,16 22 597 0 0,1 0 0 0 0,44 63 0 0 0,-41-67 95 0 0,33 55-1674 0 0,-42-90 458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72 90 3496 0 0,'-12'-16'285'0'0,"2"1"1031"0"0,-2 0 0 0 0,-21-22 0 0 0,31 36-1239 0 0,-1-4-218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 46 5240 0 0,'-2'-28'-114'0'0,"2"10"1535"0"0,13 44-1153 0 0,11 29-273 0 0,3-2 0 0 0,2-1 0 0 0,2-1 0 0 0,60 74 0 0 0,-74-105 2378 0 0,-44-66-750 0 0,15 19-1469 0 0,1 0 0 0 0,1 0-1 0 0,2-1 1 0 0,1-1-1 0 0,1 1 1 0 0,1-1 0 0 0,-2-41-1 0 0,7 67-162 0 0,0 0 1 0 0,0 1-1 0 0,0-1 0 0 0,0 0 1 0 0,0 1-1 0 0,1-1 0 0 0,-1 1 1 0 0,1-1-1 0 0,0 0 0 0 0,0 1 1 0 0,-1-1-1 0 0,2 1 0 0 0,-1 0 1 0 0,0-1-1 0 0,0 1 0 0 0,1 0 1 0 0,-1 0-1 0 0,1 0 0 0 0,0 0 1 0 0,0 0-1 0 0,-1 0 0 0 0,1 0 1 0 0,4-2-1 0 0,-2 3-10 0 0,-1-1 1 0 0,1 1 0 0 0,0 0-1 0 0,0 0 1 0 0,0 0-1 0 0,0 1 1 0 0,0 0-1 0 0,0-1 1 0 0,0 1 0 0 0,0 1-1 0 0,0-1 1 0 0,0 0-1 0 0,7 3 1 0 0,9 3-48 0 0,1 0-1 0 0,-2 2 1 0 0,1 0-1 0 0,28 17 1 0 0,-19-6-51 0 0,0 1 0 0 0,-1 1 0 0 0,-1 1 0 0 0,-1 1 0 0 0,-1 2 0 0 0,-1 1 0 0 0,31 44 0 0 0,-48-58-870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346 539 5961 0 0,'-33'-20'-431'0'0,"26"18"420"0"0,0 1 1 0 0,1 0-1 0 0,-1 0 1 0 0,0 1-1 0 0,0 0 1 0 0,1 0-1 0 0,-1 1 1 0 0,0 0-1 0 0,1 0 1 0 0,-1 0-1 0 0,0 1 0 0 0,-10 4 1 0 0,0-1-15 0 0,-2 2-11 0 0,0 0-1 0 0,1 1 0 0 0,0 1 0 0 0,0 1 0 0 0,1 0 1 0 0,0 1-1 0 0,1 1 0 0 0,0 1 0 0 0,-20 21 0 0 0,36-34 37 0 0,-1 1 0 0 0,1 0 0 0 0,0-1-1 0 0,-1 1 1 0 0,1 0 0 0 0,0 0-1 0 0,-1-1 1 0 0,1 1 0 0 0,0 0-1 0 0,0 0 1 0 0,0 0 0 0 0,0-1 0 0 0,0 1-1 0 0,0 0 1 0 0,0 0 0 0 0,0 0-1 0 0,0-1 1 0 0,0 1 0 0 0,1 0 0 0 0,-1 0-1 0 0,0 0 1 0 0,0-1 0 0 0,1 1-1 0 0,-1 0 1 0 0,0-1 0 0 0,1 1-1 0 0,-1 0 1 0 0,1-1 0 0 0,-1 1 0 0 0,1 0-1 0 0,-1-1 1 0 0,1 1 0 0 0,0-1-1 0 0,-1 1 1 0 0,1-1 0 0 0,0 1-1 0 0,-1-1 1 0 0,1 1 0 0 0,0-1 0 0 0,-1 0-1 0 0,1 0 1 0 0,0 1 0 0 0,0-1-1 0 0,-1 0 1 0 0,1 0 0 0 0,0 0-1 0 0,0 0 1 0 0,0 1 0 0 0,-1-1 0 0 0,1 0-1 0 0,0-1 1 0 0,0 1 0 0 0,0 0-1 0 0,-1 0 1 0 0,2 0 0 0 0,21-4 70 0 0,-1-1 1 0 0,0-1-1 0 0,0-1 1 0 0,0 0-1 0 0,-1-2 0 0 0,38-21 1 0 0,4 0 925 0 0,-62 29-908 0 0,-1 1-84 0 0,0 0-1 0 0,0-1 1 0 0,0 1-1 0 0,0 0 0 0 0,0 0 1 0 0,0 0-1 0 0,0-1 1 0 0,0 1-1 0 0,0 0 1 0 0,1 0-1 0 0,-1-1 0 0 0,0 1 1 0 0,0 0-1 0 0,0 0 1 0 0,0 0-1 0 0,0-1 1 0 0,1 1-1 0 0,-1 0 1 0 0,0 0-1 0 0,0 0 0 0 0,0 0 1 0 0,1 0-1 0 0,-1-1 1 0 0,0 1-1 0 0,0 0 1 0 0,1 0-1 0 0,-1 0 0 0 0,0 0 1 0 0,0 0-1 0 0,1 0 1 0 0,-1 0-1 0 0,0 0 1 0 0,0 0-1 0 0,1 0 0 0 0,-1 0 1 0 0,0 0-1 0 0,0 0 1 0 0,1 0-1 0 0,-1 0 1 0 0,0 0-1 0 0,1 0 0 0 0,16 5 85 0 0,13 10-90 0 0,-21-9 9 0 0,1 0 0 0 0,-1-1 0 0 0,2 0 1 0 0,-1-1-1 0 0,0 0 0 0 0,1-1 0 0 0,0 0 1 0 0,-1-1-1 0 0,1 0 0 0 0,0-1 0 0 0,0 0 1 0 0,1 0-1 0 0,-1-1 0 0 0,0-1 0 0 0,0 0 1 0 0,12-2-1 0 0,-14 1 53 0 0,0 1 1 0 0,0-2-1 0 0,0 1 0 0 0,0-1 1 0 0,-1 0-1 0 0,1-1 1 0 0,-1 0-1 0 0,0 0 0 0 0,0-1 1 0 0,0 0-1 0 0,-1 0 0 0 0,1-1 1 0 0,-1 0-1 0 0,-1-1 1 0 0,1 1-1 0 0,-1-1 0 0 0,0 0 1 0 0,0-1-1 0 0,6-11 0 0 0,-5 3 15 0 0,-2 0 0 0 0,0-1 0 0 0,0 1 0 0 0,-2-1 0 0 0,0 0 0 0 0,-1 0 0 0 0,-1 0 0 0 0,0 0-1 0 0,-1 0 1 0 0,-1 0 0 0 0,-1 0 0 0 0,0 0 0 0 0,-6-21 0 0 0,-3-2 142 0 0,-1 1-1 0 0,-2 1 1 0 0,-2 0-1 0 0,-29-52 1 0 0,28 67-232 0 0,16 23 11 0 0,1 0 0 0 0,-1-1 0 0 0,1 1 0 0 0,-1 0 0 0 0,1 0 0 0 0,-1-1 0 0 0,1 1 0 0 0,-1 0 0 0 0,1 0 0 0 0,-1 0 0 0 0,0-1 0 0 0,1 1 0 0 0,-1 0 0 0 0,1 0-1 0 0,-1 0 1 0 0,1 0 0 0 0,-1 0 0 0 0,0 0 0 0 0,1 0 0 0 0,-1 0 0 0 0,1 1 0 0 0,-1-1 0 0 0,1 0 0 0 0,-2 0 0 0 0,-1 3-8 0 0,1-1 0 0 0,-1 1-1 0 0,0 0 1 0 0,1 0 0 0 0,0 0-1 0 0,0 0 1 0 0,0 0 0 0 0,0 0-1 0 0,0 1 1 0 0,-1 3 0 0 0,-2 6-14 0 0,0-1 0 0 0,1 1 0 0 0,1-1 0 0 0,0 1 0 0 0,1 0 0 0 0,0 0 0 0 0,1 0 0 0 0,0 1 0 0 0,1-1 1 0 0,1 0-1 0 0,0 0 0 0 0,1 0 0 0 0,0 0 0 0 0,4 13 0 0 0,0-6 3 0 0,0 0 1 0 0,1-1-1 0 0,1 1 1 0 0,1-2-1 0 0,0 1 0 0 0,1-1 1 0 0,2-1-1 0 0,15 20 1 0 0,-11-19-29 0 0,1 0 1 0 0,1-1-1 0 0,1-1 1 0 0,0 0-1 0 0,1-2 1 0 0,1 0-1 0 0,0-1 1 0 0,1-1-1 0 0,0-2 1 0 0,1 0-1 0 0,32 10 1 0 0,-29-13-983 0 0,0-2 0 0 0,0 0-1 0 0,35 2 1 0 0,-19-6-1782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102 30 6281 0 0,'-35'-28'-1698'0'0,"34"27"1529"0"0,2 5-760 0 0,0-2 917 0 0,0 0 1 0 0,0 0 0 0 0,0 0-1 0 0,0 0 1 0 0,1 0-1 0 0,-1 0 1 0 0,0 0-1 0 0,1-1 1 0 0,0 1 0 0 0,-1 0-1 0 0,3 1 1 0 0,-1 0-13 0 0,6 6-19 0 0,1 0-1 0 0,1 0 0 0 0,0-1 1 0 0,23 14-1 0 0,6 4-22 0 0,12 12-11 0 0,110 86-91 0 0,-140-104 137 0 0,0 1-1 0 0,-2 0 1 0 0,0 1 0 0 0,29 45-1 0 0,-43-57 28 0 0,0 0 0 0 0,-1 0-1 0 0,0 1 1 0 0,0 0 0 0 0,-1 0-1 0 0,-1 0 1 0 0,0 1 0 0 0,-1-1 0 0 0,0 1-1 0 0,0-1 1 0 0,-2 1 0 0 0,1 0-1 0 0,-2 12 1 0 0,-1-9 15 0 0,-1 0-1 0 0,0 0 1 0 0,-1 0 0 0 0,-1 0-1 0 0,0-1 1 0 0,-1 0 0 0 0,0 0-1 0 0,-16 25 1 0 0,-5-3 55 0 0,-1-1-1 0 0,-1-1 1 0 0,-2-2-1 0 0,-2-1 0 0 0,-65 49 1 0 0,68-57-145 0 0,-87 61 541 0 0,107-77-638 0 0,-1-1 0 0 0,0 0 1 0 0,-1-1-1 0 0,1 0 0 0 0,-1-1 1 0 0,0 0-1 0 0,0-1 0 0 0,-23 3 1 0 0,17-5-498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247 1 2572 0 0,'0'0'-64'0'0,"-4"2"0"0"0,-11 9 24 0 0,0 0 0 0 0,1 1 0 0 0,1 0 0 0 0,0 1 1 0 0,0 1-1 0 0,1 0 0 0 0,1 0 0 0 0,-15 25 0 0 0,6-3-22 0 0,0 0 0 0 0,-25 71 1 0 0,39-90 43 0 0,1 0 0 0 0,1 0 0 0 0,0 0 1 0 0,1 0-1 0 0,1 1 0 0 0,1-1 0 0 0,0 1 1 0 0,2-1-1 0 0,0 1 0 0 0,0-1 0 0 0,2 1 1 0 0,0-1-1 0 0,1 0 0 0 0,9 23 0 0 0,-5-21 22 0 0,0 0 0 0 0,2-1 0 0 0,0 0-1 0 0,2-1 1 0 0,0 0 0 0 0,0 0 0 0 0,2-2-1 0 0,0 1 1 0 0,0-2 0 0 0,2 0-1 0 0,32 23 1 0 0,-17-18-123 0 0,0-1 0 0 0,1-2 0 0 0,1-1 0 0 0,0-2 0 0 0,56 15 0 0 0,-37-13-229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3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17 2168 0 0,'0'0'374'0'0,"1"-11"469"0"0,-1 11-822 0 0,-1 0 1 0 0,1 0-1 0 0,0 0 1 0 0,0-1-1 0 0,0 1 1 0 0,0 0-1 0 0,0 0 1 0 0,0 0-1 0 0,0 0 0 0 0,0 0 1 0 0,0 0-1 0 0,0-1 1 0 0,0 1-1 0 0,0 0 1 0 0,0 0-1 0 0,0 0 1 0 0,0 0-1 0 0,0 0 1 0 0,0-1-1 0 0,0 1 0 0 0,0 0 1 0 0,0 0-1 0 0,0 0 1 0 0,0 0-1 0 0,0 0 1 0 0,0-1-1 0 0,0 1 1 0 0,0 0-1 0 0,0 0 0 0 0,0 0 1 0 0,0 0-1 0 0,0 0 1 0 0,0-1-1 0 0,0 1 1 0 0,0 0-1 0 0,0 0 1 0 0,1 0-1 0 0,-1 0 1 0 0,0 0-1 0 0,0 0 0 0 0,0 0 1 0 0,0 0-1 0 0,0-1 1 0 0,0 1-1 0 0,0 0 1 0 0,1 0-1 0 0,-1 0 1 0 0,0 0-1 0 0,0 0 1 0 0,0 0-1 0 0,0 0 0 0 0,0 0 1 0 0,1 0-1 0 0,-1 0 1 0 0,0 0-1 0 0,0 0 1 0 0,0 0-1 0 0,0 0 1 0 0,1 0-1 0 0,-1 0 0 0 0,0 0 1 0 0,0 0-1 0 0,0 0 1 0 0,0 0-1 0 0,0 0 1 0 0,0 0-1 0 0,1 1 1 0 0,-1-1-1 0 0,19 31-119 0 0,-3-3 27 0 0,1-1-1 0 0,2 0 0 0 0,31 34 0 0 0,-27-37 53 0 0,16 16-5 0 0,2-1 0 0 0,78 58-1 0 0,-67-61 31 0 0,121 74-60 0 0,138 36 71 0 0,-264-128 0 0 0,258 111-31 0 0,-277-118 50 0 0,-24-10 49 0 0,1 1 1 0 0,0 0 0 0 0,-1-1-1 0 0,0 2 1 0 0,1-1-1 0 0,7 6 462 0 0,-18-38-3476 0 0,-2 8 2258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131 70 3468 0 0,'14'-47'2221'0'0,"-18"52"-2189"0"0,-18 34-7 0 0,1 1 1 0 0,3 1-1 0 0,1 1 1 0 0,-19 72 0 0 0,14-25 1686 0 0,21-94-1580 0 0,-1-15-47 0 0,1-1 1 0 0,0 1-1 0 0,2-1 1 0 0,1 1-1 0 0,5-28 1 0 0,2 1 43 0 0,21-59 0 0 0,-24 85-144 0 0,-6 18 3 0 0,0 1 0 0 0,1-1 0 0 0,-1 0 0 0 0,1 1 0 0 0,0-1 0 0 0,0 1 0 0 0,0-1 0 0 0,0 1 0 0 0,0-1 0 0 0,0 1 0 0 0,1 0 0 0 0,-1-1 0 0 0,1 1 0 0 0,0 0 0 0 0,-1 0 0 0 0,1 0 0 0 0,0 0 0 0 0,0 1 0 0 0,0-1 0 0 0,1 0 0 0 0,-1 1 0 0 0,0 0 0 0 0,1-1 0 0 0,3 0 0 0 0,10-1-1 0 0,0 0 1 0 0,0 1 0 0 0,0 1-1 0 0,0 1 1 0 0,0 0 0 0 0,23 4-1 0 0,2-1 8 0 0,15 0-141 0 0,54 1 60 0 0,-41-11-3803 0 0,-55 2 1809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17 122 5461 0 0,'-6'-33'-215'0'0,"-4"-53"1958"0"0,10 84-1620 0 0,18 18-221 0 0,0 1 1 0 0,27 34-1 0 0,-16-19 81 0 0,314 287-49 0 0,-188-184 50 0 0,-128-110-5 0 0,-1 2 0 0 0,30 38 0 0 0,-55-63-145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86 126 4512 0 0,'4'-46'481'0'0,"-8"45"-226"0"0,-3 10-22 0 0,-22 57-11 0 0,16-26-191 0 0,3 0 0 0 0,0 1 1 0 0,3 0-1 0 0,-2 49 0 0 0,9-88 180 0 0,4-6-162 0 0,9-7-11 0 0,-1-2 1 0 0,0 0-1 0 0,-1 0 0 0 0,18-28 0 0 0,38-73 45 0 0,-41 67-36 0 0,-18 33-37 0 0,1-3 16 0 0,0 1 1 0 0,2-1-1 0 0,0 2 1 0 0,0-1-1 0 0,2 2 1 0 0,14-16-1 0 0,-24 28-33 0 0,0 1-1 0 0,0-1 0 0 0,1 1 1 0 0,-1-1-1 0 0,0 1 0 0 0,0 0 0 0 0,1 0 1 0 0,-1 1-1 0 0,0-1 0 0 0,1 1 1 0 0,-1-1-1 0 0,1 1 0 0 0,-1 0 1 0 0,0 0-1 0 0,1 1 0 0 0,-1-1 1 0 0,1 1-1 0 0,-1 0 0 0 0,0-1 1 0 0,1 2-1 0 0,4 1 0 0 0,9 4-13 0 0,-1 1-1 0 0,31 19 0 0 0,-23-12 15 0 0,4 1-344 0 0,0-1 0 0 0,1-2 0 0 0,1-1 0 0 0,0-1 0 0 0,0-1 0 0 0,1-2 0 0 0,0-1 0 0 0,0-2 0 0 0,45 3 0 0 0,-33-10-677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20 124 3884 0 0,'-6'-28'1189'0'0,"0"0"0"0"0,-1-40 0 0 0,7 82-1176 0 0,-1 4-8 0 0,2 1 0 0 0,4 30-1 0 0,19 43-7 0 0,4-1-1 0 0,51 113 1 0 0,8 22-58 0 0,-82-209-195 0 0,10 29-369 0 0,-1-25-2539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264 32 4796 0 0,'-1'-18'141'0'0,"1"18"-124"0"0,0-1 0 0 0,0 1 0 0 0,1-1 1 0 0,-1 1-1 0 0,0 0 0 0 0,0-1 0 0 0,0 1 0 0 0,0-1 0 0 0,0 1 0 0 0,0-1 0 0 0,-1 1 0 0 0,1 0 0 0 0,0-1 0 0 0,0 1 0 0 0,0-1 0 0 0,0 1 0 0 0,0-1 0 0 0,-1 1 0 0 0,1 0 0 0 0,0-1 0 0 0,0 1 0 0 0,-1 0 0 0 0,1-1 1 0 0,0 1-1 0 0,-1 0 0 0 0,1-1 0 0 0,0 1 0 0 0,-1 0 0 0 0,1 0 0 0 0,0-1 0 0 0,-1 1 0 0 0,1 0 0 0 0,0 0 0 0 0,-1 0 0 0 0,1-1 0 0 0,-1 1 0 0 0,1 0 0 0 0,-1 0 0 0 0,1 0 0 0 0,0 0 0 0 0,-1 0 0 0 0,0 0 1 0 0,-22 16 0 0 0,2 0 0 0 0,-1 2 1 0 0,2 0-1 0 0,1 2 1 0 0,0 0-1 0 0,-16 23 0 0 0,-22 22 26 0 0,37-49 738 0 0,19-16-741 0 0,1 0 0 0 0,-1 0 0 0 0,1 0 0 0 0,0 0 0 0 0,-1 1 1 0 0,1-1-1 0 0,-1 0 0 0 0,1 0 0 0 0,0-1 0 0 0,-1 1 0 0 0,1 0 1 0 0,-1 0-1 0 0,1 0 0 0 0,0 0 0 0 0,-1 0 0 0 0,1 0 0 0 0,0 0 1 0 0,-1-1-1 0 0,1 1 0 0 0,0 0 0 0 0,-1 0 0 0 0,1 0 0 0 0,0-1 0 0 0,-1 1 1 0 0,1 0-1 0 0,0-1 0 0 0,-1 1 0 0 0,1 0 0 0 0,0-1 0 0 0,0 1 1 0 0,-1-1-1 0 0,0-3 64 0 0,0 0 1 0 0,0 0-1 0 0,0 0 1 0 0,1 0-1 0 0,-1 0 1 0 0,1 0-1 0 0,0 0 1 0 0,0 0-1 0 0,2-6 1 0 0,-1-1-34 0 0,0 0 0 0 0,2 0 1 0 0,-1 0-1 0 0,2 0 0 0 0,-1 0 1 0 0,1 0-1 0 0,11-18 0 0 0,-14 26-72 0 0,1-1-1 0 0,0 1 1 0 0,0 0 0 0 0,1 0-1 0 0,-1 0 1 0 0,1 0 0 0 0,-1 0-1 0 0,1 1 1 0 0,0-1 0 0 0,0 1-1 0 0,0 0 1 0 0,0 0 0 0 0,1 0-1 0 0,-1 0 1 0 0,1 0-1 0 0,-1 1 1 0 0,1-1 0 0 0,-1 1-1 0 0,1 0 1 0 0,0 0 0 0 0,0 1-1 0 0,-1-1 1 0 0,1 1 0 0 0,0-1-1 0 0,0 1 1 0 0,0 1 0 0 0,-1-1-1 0 0,8 2 1 0 0,31 10-321 0 0,0 3 1 0 0,-1 2-1 0 0,56 30 1 0 0,-31-14-3395 0 0,-44-23 1003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95 6333 0 0,'2'-42'-52'0'0,"1"-1"1210"0"0,-3 42-1049 0 0,0-6 4 0 0,0 5-76 0 0,-1 6 186 0 0,-1 16-221 0 0,0 1 0 0 0,1-1 0 0 0,2 0-1 0 0,0 1 1 0 0,6 33 0 0 0,32 109-28 0 0,-7-38 21 0 0,-29-107-45 0 0,47 277-1390 0 0,-43-277-1205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332 113 5164 0 0,'0'0'-99'0'0,"-7"-21"-178"0"0,1 20 261 0 0,1 1 0 0 0,0 0 0 0 0,0-1 0 0 0,0 2 0 0 0,0-1 0 0 0,-1 1 0 0 0,1-1-1 0 0,0 1 1 0 0,0 1 0 0 0,0-1 0 0 0,0 1 0 0 0,1 0 0 0 0,-1 0 0 0 0,0 0 0 0 0,1 1 0 0 0,-1-1 0 0 0,-7 7 0 0 0,-14 10-32 0 0,-36 34-1 0 0,54-46 23 0 0,-34 33-9 0 0,20-19 249 0 0,-46 36 770 0 0,73-62-840 0 0,64-64 182 0 0,-15 13-133 0 0,3 1 0 0 0,74-53 0 0 0,-127 105-196 0 0,-1 1-1 0 0,1-1 1 0 0,0 1-1 0 0,0 0 1 0 0,0 1 0 0 0,0-1-1 0 0,0 1 1 0 0,0-1-1 0 0,0 1 1 0 0,0 0 0 0 0,0 1-1 0 0,1-1 1 0 0,-1 1 0 0 0,0 0-1 0 0,1 0 1 0 0,-1 0-1 0 0,0 0 1 0 0,0 1 0 0 0,1 0-1 0 0,-1 0 1 0 0,5 1 0 0 0,4 4 11 0 0,-1 0 0 0 0,1 1 1 0 0,-2 1-1 0 0,1 0 1 0 0,12 11-1 0 0,-12-10-327 0 0,1 0-1 0 0,-1 0 1 0 0,1-1-1 0 0,21 10 0 0 0,-5-9-1233 0 0,-1-3-4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108 567 5036 0 0,'2'-15'486'0'0,"-2"1"-1"0"0,1-1 0 0 0,-2 1 1 0 0,0-1-1 0 0,0 1 0 0 0,-1 0 0 0 0,-1-1 1 0 0,-1 1-1 0 0,-5-15 0 0 0,5 17 2 0 0,4 10-303 0 0,-2-13 184 0 0,-3 27-288 0 0,-4 26-94 0 0,-2 31 28 0 0,4 1 0 0 0,3 97 0 0 0,4-73-4 0 0,14 98 0 0 0,-15-152 258 0 0,1-38-77 0 0,-1-7-124 0 0,-16-66 66 0 0,3-1 1 0 0,-8-129 0 0 0,16-156 216 0 0,6 283-118 0 0,5-75 510 0 0,-5 149-743 0 0,0 0 0 0 0,0 0 1 0 0,1-1-1 0 0,-1 1 0 0 0,0 0 1 0 0,0 0-1 0 0,0 0 0 0 0,0-1 1 0 0,0 1-1 0 0,0 0 0 0 0,0 0 1 0 0,0 0-1 0 0,0-1 0 0 0,0 1 1 0 0,0 0-1 0 0,1 0 0 0 0,-1 0 1 0 0,0 0-1 0 0,0-1 0 0 0,0 1 1 0 0,0 0-1 0 0,1 0 0 0 0,-1 0 1 0 0,0 0-1 0 0,0 0 0 0 0,0 0 1 0 0,0-1-1 0 0,1 1 0 0 0,-1 0 1 0 0,0 0-1 0 0,0 0 0 0 0,0 0 1 0 0,1 0-1 0 0,-1 0 0 0 0,0 0 1 0 0,0 0-1 0 0,1 0 0 0 0,-1 0 1 0 0,0 0-1 0 0,0 0 0 0 0,0 0 1 0 0,1 0-1 0 0,-1 0 0 0 0,0 0 1 0 0,1 0-1 0 0,15 7-66 0 0,12 11-35 0 0,167 150 50 0 0,118 87 38 0 0,-206-187 26 0 0,185 87 0 0 0,128 25 155 0 0,-345-149-69 0 0,-74-30-74 0 0,1 0 0 0 0,-1-1 0 0 0,1 1 0 0 0,0 0 1 0 0,-1-1-1 0 0,1 1 0 0 0,0-1 0 0 0,-1 0 0 0 0,1 1 0 0 0,0-1 0 0 0,0 0 1 0 0,-1 0-1 0 0,1 0 0 0 0,0 0 0 0 0,0 0 0 0 0,-1-1 0 0 0,1 1 0 0 0,0 0 0 0 0,-1-1 1 0 0,1 0-1 0 0,0 1 0 0 0,-1-1 0 0 0,1 0 0 0 0,-1 0 0 0 0,1 1 0 0 0,-1-1 1 0 0,1-1-1 0 0,-1 1 0 0 0,1 0 0 0 0,-1 0 0 0 0,0 0 0 0 0,0-1 0 0 0,0 1 0 0 0,0 0 1 0 0,0-1-1 0 0,0 1 0 0 0,0-1 0 0 0,0 0 0 0 0,-1 1 0 0 0,1-1 0 0 0,0 0 1 0 0,-1 1-1 0 0,1-1 0 0 0,-1 0 0 0 0,0 1 0 0 0,0-1 0 0 0,0 0 0 0 0,0-2 1 0 0,2-13 39 0 0,-1-1 1 0 0,-1 1-1 0 0,-5-35 1 0 0,3 32-19 0 0,-96-727 492 0 0,96 736-519 0 0,1 0-12 0 0,-1 1 1 0 0,0 0-1 0 0,0 0 0 0 0,-1 0 1 0 0,0 0-1 0 0,-9-16 0 0 0,12 26-37 0 0,0-1-1 0 0,-1 1 1 0 0,1 0 0 0 0,0-1-1 0 0,-1 1 1 0 0,1 0-1 0 0,0-1 1 0 0,-1 1-1 0 0,1 0 1 0 0,-1 0-1 0 0,1-1 1 0 0,-1 1-1 0 0,1 0 1 0 0,-1 0-1 0 0,1 0 1 0 0,-1 0 0 0 0,1 0-1 0 0,-1-1 1 0 0,1 1-1 0 0,-1 0 1 0 0,1 0-1 0 0,-1 0 1 0 0,1 1-1 0 0,-1-1 1 0 0,1 0-1 0 0,-1 0 1 0 0,1 0-1 0 0,-1 0 1 0 0,1 0 0 0 0,0 0-1 0 0,-1 1 1 0 0,1-1-1 0 0,-1 0 1 0 0,1 0-1 0 0,-1 1 1 0 0,1-1-1 0 0,-1 1 1 0 0,-12 11-1052 0 0,13-11 1163 0 0,-1 0-199 0 0,1 0 0 0 0,-1 0 0 0 0,1 0 0 0 0,0 0 0 0 0,-1 0 0 0 0,1 0 0 0 0,0 0 0 0 0,0 0 0 0 0,0 1 0 0 0,-1-1 0 0 0,1 0 0 0 0,0 0 0 0 0,1 0 0 0 0,-1 0 0 0 0,0 0-1 0 0,0 0 1 0 0,0 0 0 0 0,1 0 0 0 0,-1 0 0 0 0,0 1 0 0 0,1-1 0 0 0,-1 0 0 0 0,1-1 0 0 0,-1 1 0 0 0,1 0 0 0 0,0 0 0 0 0,-1 0 0 0 0,1 0 0 0 0,0 0 0 0 0,0 0 0 0 0,0-1 0 0 0,1 2 0 0 0,30 23-2568 0 0,2-6 420 0 0,7-1-298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33 280 5909 0 0,'-4'-24'243'0'0,"1"0"1"0"0,1-40-1 0 0,-2-20 1940 0 0,3 62-1217 0 0,1 19-860 0 0,0-1-1 0 0,0 1 1 0 0,0 0 0 0 0,-1 0 0 0 0,1 0-1 0 0,-1 0 1 0 0,1 0 0 0 0,-1 0 0 0 0,0 0-1 0 0,-2-3 1 0 0,2 4 124 0 0,0 7-185 0 0,-2 3-44 0 0,1 1 0 0 0,0 0 1 0 0,1 0-1 0 0,0 0 0 0 0,1 0 1 0 0,-1 0-1 0 0,2 0 1 0 0,-1 0-1 0 0,1 0 0 0 0,1 0 1 0 0,-1-1-1 0 0,2 1 0 0 0,-1 0 1 0 0,1-1-1 0 0,0 1 0 0 0,1-1 1 0 0,0 0-1 0 0,0 0 0 0 0,1 0 1 0 0,0-1-1 0 0,0 0 0 0 0,1 0 1 0 0,0 0-1 0 0,0 0 1 0 0,1-1-1 0 0,0 0 0 0 0,0-1 1 0 0,0 1-1 0 0,0-1 0 0 0,1-1 1 0 0,0 1-1 0 0,12 4 0 0 0,-13-6 2 0 0,1 1-1 0 0,-1-1 0 0 0,1 0 0 0 0,0-1 1 0 0,0 0-1 0 0,0 0 0 0 0,0-1 0 0 0,0 0 1 0 0,0 0-1 0 0,0-1 0 0 0,0 0 1 0 0,1 0-1 0 0,-1-1 0 0 0,0 0 0 0 0,0-1 1 0 0,0 0-1 0 0,0 0 0 0 0,0 0 0 0 0,-1-1 1 0 0,1 0-1 0 0,-1-1 0 0 0,1 0 0 0 0,-1 0 1 0 0,0 0-1 0 0,-1-1 0 0 0,1 0 0 0 0,-1-1 1 0 0,0 1-1 0 0,0-1 0 0 0,-1 0 1 0 0,0 0-1 0 0,7-12 0 0 0,0 2 162 0 0,-1-1 1 0 0,-1-1-1 0 0,0 0 0 0 0,-2 0 1 0 0,0-1-1 0 0,-1 0 0 0 0,-1 0 1 0 0,5-28-1 0 0,-5 25 277 0 0,-6 22-439 0 0,0 0 1 0 0,0 0 0 0 0,0-1-1 0 0,0 1 1 0 0,0 0 0 0 0,0 0-1 0 0,0 0 1 0 0,0 0 0 0 0,0 0-1 0 0,0 0 1 0 0,1 0 0 0 0,-1 0-1 0 0,0 0 1 0 0,0 0 0 0 0,0 0-1 0 0,0 0 1 0 0,0 0 0 0 0,0 0-1 0 0,0-1 1 0 0,1 1 0 0 0,-1 0-1 0 0,0 0 1 0 0,0 0 0 0 0,0 0-1 0 0,0 0 1 0 0,0 0 0 0 0,0 0-1 0 0,1 1 1 0 0,-1-1 0 0 0,0 0-1 0 0,0 0 1 0 0,0 0-1 0 0,0 0 1 0 0,0 0 0 0 0,0 0-1 0 0,0 0 1 0 0,0 0 0 0 0,1 0-1 0 0,-1 0 1 0 0,0 0 0 0 0,0 0-1 0 0,0 0 1 0 0,0 0 0 0 0,0 0-1 0 0,0 1 1 0 0,0-1 0 0 0,0 0-1 0 0,0 0 1 0 0,0 0 0 0 0,0 0-1 0 0,0 0 1 0 0,0 0 0 0 0,1 0-1 0 0,-1 1 1 0 0,0-1 0 0 0,0 0-1 0 0,0 0 1 0 0,0 0 0 0 0,0 0-1 0 0,0 0 1 0 0,0 0 0 0 0,0 0-1 0 0,0 1 1 0 0,0-1 0 0 0,0 0-1 0 0,-1 0 1 0 0,1 0 0 0 0,9 46-67 0 0,0 1 23 0 0,-3-32-8 0 0,1 0-1 0 0,1-1 1 0 0,0 0-1 0 0,1 0 1 0 0,0-1-1 0 0,1 0 1 0 0,0-1-1 0 0,1 0 1 0 0,1 0 0 0 0,-1-2-1 0 0,2 1 1 0 0,0-1-1 0 0,0-1 1 0 0,1 0-1 0 0,0-1 1 0 0,0-1-1 0 0,1 0 1 0 0,0-1-1 0 0,26 7 1 0 0,-40-12-22 0 0,0-1 0 0 0,1 0-1 0 0,-1 0 1 0 0,0 0 0 0 0,0 0 0 0 0,0 0 0 0 0,0 0 0 0 0,0 0 0 0 0,0 0 0 0 0,0 0 0 0 0,0 0-1 0 0,0-1 1 0 0,0 1 0 0 0,0 0 0 0 0,0-1 0 0 0,0 1 0 0 0,0-1 0 0 0,0 1 0 0 0,0-1-1 0 0,0 0 1 0 0,0 1 0 0 0,0-1 0 0 0,-1 0 0 0 0,1 0 0 0 0,0 1 0 0 0,0-1 0 0 0,-1 0-1 0 0,1 0 1 0 0,0 0 0 0 0,-1 0 0 0 0,1 0 0 0 0,-1 0 0 0 0,0 0 0 0 0,1 0 0 0 0,-1 0 0 0 0,0 0-1 0 0,1-2 1 0 0,2-40-5088 0 0,-6 21 2525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4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19 278 6557 0 0,'-5'-195'3599'0'0,"-2"213"-3059"0"0,0 21-533 0 0,8-11 4 0 0,2-1-1 0 0,1 0 1 0 0,0 0-1 0 0,2 0 1 0 0,11 28 0 0 0,56 127 39 0 0,-39-116-54 0 0,11 26 754 0 0,-45-94-738 0 0,0-1 0 0 0,-1 1 0 0 0,1 0 0 0 0,0 0 0 0 0,-1-1 0 0 0,0 1 0 0 0,1 0 0 0 0,-1 0 1 0 0,0 0-1 0 0,-2-4 0 0 0,1 2 10 0 0,-24-106 123 0 0,4-1 0 0 0,-9-144 0 0 0,24 106-336 0 0,7 149 183 0 0,0-1-1 0 0,0 1 1 0 0,-1-1 0 0 0,1 1 0 0 0,1-1 0 0 0,-1 1 0 0 0,0-1 0 0 0,0 1 0 0 0,0-1-1 0 0,0 1 1 0 0,0-1 0 0 0,0 1 0 0 0,0-1 0 0 0,1 1 0 0 0,-1 0 0 0 0,0-1-1 0 0,0 1 1 0 0,1-1 0 0 0,-1 1 0 0 0,0-1 0 0 0,1 1 0 0 0,-1 0 0 0 0,0-1-1 0 0,1 1 1 0 0,-1 0 0 0 0,1-1 0 0 0,-1 1 0 0 0,0 0 0 0 0,1 0 0 0 0,-1 0-1 0 0,1-1 1 0 0,0 1 0 0 0,18 4-124 0 0,14 18 51 0 0,-18-5 45 0 0,-1 0 1 0 0,-1 1-1 0 0,-1 1 1 0 0,0 0-1 0 0,13 29 1 0 0,36 111-47 0 0,3 5 46 0 0,3-8 2116 0 0,-70-161-1864 0 0,-4-12-118 0 0,0 0 1 0 0,1 0 0 0 0,1-1-1 0 0,1 0 1 0 0,0 0 0 0 0,2 0 0 0 0,0 0-1 0 0,1 0 1 0 0,0 0 0 0 0,4-26-1 0 0,4-15-41 0 0,27-112-1 0 0,-33 169-65 0 0,-1 0 1 0 0,1 0 0 0 0,-1 0-1 0 0,1 0 1 0 0,0 1-1 0 0,0-1 1 0 0,0 0 0 0 0,0 0-1 0 0,0 1 1 0 0,0-1-1 0 0,0 1 1 0 0,1-1 0 0 0,-1 1-1 0 0,0 0 1 0 0,1-1 0 0 0,-1 1-1 0 0,1 0 1 0 0,0 0-1 0 0,-1 0 1 0 0,1 0 0 0 0,2 0-1 0 0,0-1-2 0 0,0 1 0 0 0,0 1-1 0 0,0-1 1 0 0,0 0-1 0 0,0 1 1 0 0,0 0 0 0 0,0 0-1 0 0,0 0 1 0 0,7 2 0 0 0,3 1-18 0 0,-1 1 0 0 0,1 0 0 0 0,-1 1 1 0 0,0 0-1 0 0,14 8 0 0 0,18 13-31 0 0,-1 2 1 0 0,50 40-1 0 0,-75-53 35 0 0,-1 2 0 0 0,-1-1 0 0 0,0 2 0 0 0,-1 0 0 0 0,-1 1 0 0 0,-1 1 0 0 0,14 25 0 0 0,-24-36-66 0 0,-1 0 1 0 0,1 1-1 0 0,-2-1 0 0 0,1 1 0 0 0,-1 0 0 0 0,-1 0 1 0 0,0 0-1 0 0,0 0 0 0 0,-1 0 0 0 0,-1 10 0 0 0,1-2-895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0 252 6229 0 0,'17'3'-505'0'0,"-2"-5"503"0"0,0 1 0 0 0,0-2 0 0 0,0 0 1 0 0,0-1-1 0 0,0 0 0 0 0,-1-1 0 0 0,0-1 0 0 0,0 0 0 0 0,16-10 0 0 0,-19 10 143 0 0,-1-1 0 0 0,1 1-1 0 0,-1-2 1 0 0,0 0-1 0 0,-1 0 1 0 0,0-1 0 0 0,0 0-1 0 0,-1 0 1 0 0,0-1-1 0 0,0 0 1 0 0,11-21 0 0 0,-18 29-95 0 0,0 0 0 0 0,0 0 0 0 0,0 0 0 0 0,0 0 0 0 0,0 0 0 0 0,0-1 0 0 0,-1 1 0 0 0,1 0 0 0 0,-1-1 0 0 0,0 1 0 0 0,1 0 0 0 0,-1-1 0 0 0,0 1 0 0 0,0 0 0 0 0,-1-1 0 0 0,1 1 0 0 0,0 0 0 0 0,-1 0 0 0 0,0-1 0 0 0,1 1 0 0 0,-1 0 0 0 0,0 0 0 0 0,0 0 0 0 0,0 0 0 0 0,0 0 0 0 0,0 0-1 0 0,-1 0 1 0 0,1 0 0 0 0,-1 0 0 0 0,1 0 0 0 0,-4-2 0 0 0,2 2-16 0 0,0 0-1 0 0,-1 1 0 0 0,1-1 0 0 0,-1 1 0 0 0,1 0 0 0 0,-1 0 0 0 0,0 0 0 0 0,1 0 0 0 0,-1 1 0 0 0,0 0 0 0 0,0-1 0 0 0,1 1 0 0 0,-1 1 0 0 0,0-1 0 0 0,0 0 0 0 0,1 1 0 0 0,-1 0 0 0 0,-4 1 0 0 0,-4 2-24 0 0,1 1-1 0 0,1 0 0 0 0,-1 1 0 0 0,1 0 1 0 0,0 1-1 0 0,0 0 0 0 0,1 0 1 0 0,-1 1-1 0 0,2 0 0 0 0,-1 1 1 0 0,1 0-1 0 0,1 0 0 0 0,0 1 1 0 0,0 0-1 0 0,0 0 0 0 0,2 0 1 0 0,-1 1-1 0 0,1 0 0 0 0,1 0 1 0 0,0 1-1 0 0,0-1 0 0 0,1 1 1 0 0,1-1-1 0 0,0 1 0 0 0,1 0 1 0 0,-1 17-1 0 0,3-21-10 0 0,0 0 1 0 0,0-1 0 0 0,1 1-1 0 0,0 0 1 0 0,0-1-1 0 0,1 1 1 0 0,0-1-1 0 0,0 0 1 0 0,1 0-1 0 0,0 0 1 0 0,0 0-1 0 0,1-1 1 0 0,0 1 0 0 0,6 5-1 0 0,-2-3 23 0 0,0-1 1 0 0,1 0-1 0 0,0-1 0 0 0,0 0 1 0 0,0 0-1 0 0,1-1 0 0 0,0-1 1 0 0,18 7-1 0 0,-9-5-193 0 0,1-1 0 0 0,0-1 0 0 0,1-1 1 0 0,-1-1-1 0 0,1-1 0 0 0,0-1 0 0 0,-1 0 0 0 0,1-2 0 0 0,42-6 0 0 0,-37 0-1674 0 0,50-18 0 0 0,-29 3-442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1 109 5525 0 0,'8'-33'-30'0'0,"-8"32"186"0"0,0 0-129 0 0,0 1 0 0 0,0-1 1 0 0,0 1-1 0 0,0-1 0 0 0,0 1 1 0 0,1-1-1 0 0,-1 1 0 0 0,0-1 1 0 0,0 1-1 0 0,0-1 1 0 0,1 1-1 0 0,-1-1 0 0 0,0 1 1 0 0,0-1-1 0 0,1 1 0 0 0,-1-1 1 0 0,0 1-1 0 0,1 0 1 0 0,-1-1-1 0 0,1 1 0 0 0,-1 0 1 0 0,0-1-1 0 0,1 1 0 0 0,-1 0 1 0 0,1 0-1 0 0,-1-1 1 0 0,1 1-1 0 0,-1 0 0 0 0,1 0 1 0 0,-1 0-1 0 0,1 0 0 0 0,-1-1 1 0 0,1 1-1 0 0,-1 0 0 0 0,1 0 1 0 0,-1 0-1 0 0,2 0 1 0 0,34 21-35 0 0,0 2 0 0 0,-2 1 1 0 0,-1 1-1 0 0,36 36 0 0 0,-4-5 5 0 0,-44-40 20 0 0,-1 2 0 0 0,-1 0 0 0 0,0 0 0 0 0,-2 2 0 0 0,0 0 0 0 0,-1 1 0 0 0,25 45 0 0 0,-40-65-9 0 0,0 1 0 0 0,-1-1 0 0 0,1 0-1 0 0,-1 1 1 0 0,1-1 0 0 0,-1 1 0 0 0,0-1-1 0 0,0 1 1 0 0,1-1 0 0 0,-1 1 0 0 0,0-1-1 0 0,0 1 1 0 0,0-1 0 0 0,-1 1 0 0 0,1-1-1 0 0,0 1 1 0 0,-1-1 0 0 0,1 1 0 0 0,0-1-1 0 0,-1 1 1 0 0,0-1 0 0 0,1 0 0 0 0,-1 1-1 0 0,0-1 1 0 0,-1 2 0 0 0,0-1 23 0 0,-1 0 1 0 0,0 1-1 0 0,1-1 0 0 0,-1 0 1 0 0,0-1-1 0 0,0 1 0 0 0,0-1 1 0 0,0 1-1 0 0,0-1 0 0 0,0 0 1 0 0,-4 1-1 0 0,-4 1 133 0 0,0-1 0 0 0,1-1-1 0 0,-1 1 1 0 0,0-2 0 0 0,0 1 0 0 0,-13-3 0 0 0,20 2-112 0 0,-1 0 0 0 0,1-1 0 0 0,0 0 1 0 0,-1 0-1 0 0,1 0 0 0 0,0-1 0 0 0,0 0 0 0 0,0 1 1 0 0,0-1-1 0 0,0-1 0 0 0,1 1 0 0 0,-1 0 0 0 0,1-1 1 0 0,-1 0-1 0 0,1 0 0 0 0,0 0 0 0 0,0 0 1 0 0,0 0-1 0 0,0-1 0 0 0,1 1 0 0 0,0-1 0 0 0,-1 0 1 0 0,1 0-1 0 0,0 1 0 0 0,1-1 0 0 0,-1-1 0 0 0,1 1 1 0 0,0 0-1 0 0,0 0 0 0 0,0 0 0 0 0,0-1 0 0 0,1 1 1 0 0,0-1-1 0 0,0 1 0 0 0,0 0 0 0 0,0-1 0 0 0,1 1 1 0 0,-1 0-1 0 0,1 0 0 0 0,2-6 0 0 0,4-13-21 0 0,1 1-1 0 0,1 0 1 0 0,1 1-1 0 0,1 0 0 0 0,0 1 1 0 0,2 0-1 0 0,0 1 1 0 0,2 0-1 0 0,23-24 1 0 0,-13 18-53 0 0,1 0 1 0 0,1 2 0 0 0,2 1 0 0 0,0 2 0 0 0,51-28 0 0 0,-52 38 23 0 0,-20 13-1226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6981 0 0,'0'0'-247'0'0,"25"20"-902"0"0,-13 23 886 0 0,2-1-1 0 0,22 47 1 0 0,-20-54 261 0 0,-1 1 0 0 0,-2 1 0 0 0,14 69 0 0 0,-27-102-188 0 0,1 0-1 0 0,-1-1 1 0 0,0 1 0 0 0,0 0 0 0 0,0 0-1 0 0,-1-1 1 0 0,0 1 0 0 0,1 0-1 0 0,-1-1 1 0 0,0 1 0 0 0,-1 0-1 0 0,1-1 1 0 0,-3 5 0 0 0,-2-3-77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1 141 3960 0 0,'51'-139'6082'0'0,"-50"137"-6261"0"0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323 831 6593 0 0,'1'-2'-18'0'0,"-1"1"1"0"0,1 0 0 0 0,-1-1-1 0 0,1 1 1 0 0,-1-1 0 0 0,1 1 0 0 0,-1-1-1 0 0,0 1 1 0 0,1-1 0 0 0,-1 1-1 0 0,0-1 1 0 0,0 0 0 0 0,0 1 0 0 0,0-1-1 0 0,-1 1 1 0 0,1-1 0 0 0,0 1-1 0 0,-1-1 1 0 0,1 1 0 0 0,-1-1 0 0 0,1 1-1 0 0,-1-1 1 0 0,0 1 0 0 0,1 0-1 0 0,-1-1 1 0 0,0 1 0 0 0,0 0 0 0 0,0 0-1 0 0,0 0 1 0 0,0 0 0 0 0,0 0-1 0 0,-1 0 1 0 0,1 0 0 0 0,0 0 0 0 0,0 0-1 0 0,-1 0 1 0 0,1 0 0 0 0,-1 1-1 0 0,1-1 1 0 0,0 1 0 0 0,-1-1 0 0 0,1 1-1 0 0,-1-1 1 0 0,1 1 0 0 0,-1 0-1 0 0,0 0 1 0 0,-1 0 0 0 0,-5-1 16 0 0,0 1 0 0 0,-1 0 0 0 0,1 0 0 0 0,0 1 0 0 0,-1 0 1 0 0,1 0-1 0 0,-12 4 0 0 0,6 1-5 0 0,0 0 1 0 0,1 1-1 0 0,0 0 0 0 0,0 1 1 0 0,0 0-1 0 0,1 1 1 0 0,1 1-1 0 0,-1 0 0 0 0,2 0 1 0 0,-1 1-1 0 0,-11 16 0 0 0,16-20 1 0 0,0 1-1 0 0,1 0 0 0 0,-1 1 0 0 0,1-1 0 0 0,1 1 0 0 0,0 0 0 0 0,0 0 0 0 0,1 1 0 0 0,0-1 1 0 0,0 1-1 0 0,1 0 0 0 0,1-1 0 0 0,-1 1 0 0 0,2 0 0 0 0,-1 0 0 0 0,1 0 0 0 0,3 19 1 0 0,-2-24 4 0 0,0 0 0 0 0,1-1 1 0 0,-1 1-1 0 0,1-1 1 0 0,0 1-1 0 0,0-1 1 0 0,1 0-1 0 0,-1 0 1 0 0,1 0-1 0 0,0 0 0 0 0,0 0 1 0 0,0-1-1 0 0,0 1 1 0 0,1-1-1 0 0,-1 0 1 0 0,8 5-1 0 0,-5-5 13 0 0,0 0 0 0 0,1 0 0 0 0,-1-1 0 0 0,0 0 0 0 0,1 0 0 0 0,-1-1 0 0 0,1 0 0 0 0,0 0 0 0 0,-1 0 0 0 0,13-1 0 0 0,7-3 24 0 0,-1 0 1 0 0,1-2-1 0 0,-1-1 0 0 0,0 0 0 0 0,26-12 1 0 0,317-131 121 0 0,-181 70-127 0 0,-175 74-30 0 0,49-15-25 0 0,-59 20 30 0 0,0-1 23 0 0,-2 1-25 0 0,0 0-1 0 0,-1 0 1 0 0,1 0 0 0 0,0-1 0 0 0,0 1 0 0 0,0 0 0 0 0,0 0 0 0 0,0 0 0 0 0,0 0 0 0 0,0 0-1 0 0,0 0 1 0 0,0-1 0 0 0,0 1 0 0 0,0 0 0 0 0,-1 0 0 0 0,1 0 0 0 0,0 0 0 0 0,0 0 0 0 0,0-1-1 0 0,0 1 1 0 0,0 0 0 0 0,0 0 0 0 0,0 0 0 0 0,0 0 0 0 0,0 0 0 0 0,0-1 0 0 0,0 1 0 0 0,1 0-1 0 0,-1 0 1 0 0,0 0 0 0 0,0 0 0 0 0,0 0 0 0 0,0 0 0 0 0,0-1 0 0 0,0 1 0 0 0,0 0 0 0 0,0 0-1 0 0,0 0 1 0 0,0 0 0 0 0,0 0 0 0 0,1 0 0 0 0,-1 0 0 0 0,0-1 0 0 0,0 1 0 0 0,0 0 0 0 0,0 0-1 0 0,0 0 1 0 0,0 0 0 0 0,1 0 0 0 0,-1 0 0 0 0,0 0 0 0 0,0 0 0 0 0,0 0 0 0 0,0 0 0 0 0,0 0-1 0 0,1 0 1 0 0,-1 0 0 0 0,0 0 0 0 0,0 0 0 0 0,0 0 0 0 0,0 0 0 0 0,0 0 0 0 0,1 0 0 0 0,-1 0-1 0 0,0 0 1 0 0,0 0 0 0 0,0 0 0 0 0,0 0 0 0 0,1 0 0 0 0,-17-3 39 0 0,0-1 0 0 0,0 2 0 0 0,-1 0 1 0 0,1 1-1 0 0,0 1 0 0 0,-1 0 0 0 0,1 2 0 0 0,0-1 1 0 0,0 2-1 0 0,-24 6 0 0 0,19-3-37 0 0,0 1 1 0 0,1 0-1 0 0,-1 1 1 0 0,2 2-1 0 0,-1 0 1 0 0,1 1-1 0 0,-27 20 1 0 0,43-29-9 0 0,1 0 0 0 0,-1 0 0 0 0,0 0 0 0 0,1 1 0 0 0,0-1 0 0 0,-1 0 0 0 0,1 1 0 0 0,0 0 0 0 0,1-1 0 0 0,-1 1 0 0 0,0 0 0 0 0,1 0 0 0 0,-1 0 0 0 0,1 0 0 0 0,0 0 0 0 0,0 0 0 0 0,0 1 0 0 0,1-1 0 0 0,-1 0 0 0 0,0 4 0 0 0,2-4 2 0 0,0-1 1 0 0,0 1-1 0 0,0 0 1 0 0,0-1 0 0 0,1 1-1 0 0,-1-1 1 0 0,0 1-1 0 0,1-1 1 0 0,0 0-1 0 0,0 0 1 0 0,0 1 0 0 0,0-1-1 0 0,0-1 1 0 0,0 1-1 0 0,0 0 1 0 0,1 0 0 0 0,-1-1-1 0 0,0 1 1 0 0,1-1-1 0 0,0 0 1 0 0,-1 0-1 0 0,1 0 1 0 0,3 1 0 0 0,8 3 6 0 0,0-1 1 0 0,1-1 0 0 0,-1 0 0 0 0,1 0 0 0 0,0-2 0 0 0,-1 0 0 0 0,1 0 0 0 0,17-3-1 0 0,123-21 125 0 0,-64 6 293 0 0,-77 16-227 0 0,-6-1-124 0 0,0 0 0 0 0,1 1 0 0 0,-1 0 0 0 0,1 0 0 0 0,0 1 1 0 0,-1 1-1 0 0,1-1 0 0 0,-1 1 0 0 0,1 1 0 0 0,-1-1 0 0 0,1 2 0 0 0,-1-1 0 0 0,9 5 0 0 0,2 0-55 0 0,1 0 0 0 0,0-1 0 0 0,0 0 0 0 0,1-2 0 0 0,0-1 0 0 0,-1 0 0 0 0,1-2 0 0 0,0 0-1 0 0,0-1 1 0 0,0-1 0 0 0,0-2 0 0 0,-1 1 0 0 0,1-2 0 0 0,20-7 0 0 0,-18 4 8 0 0,0-1 1 0 0,-1-1-1 0 0,0-1 1 0 0,-1-1-1 0 0,0-1 0 0 0,0 0 1 0 0,-2-2-1 0 0,1 0 1 0 0,-2-2-1 0 0,0 0 1 0 0,31-36-1 0 0,-30 27-6 0 0,-1-1-1 0 0,-1 0 1 0 0,-1-2-1 0 0,-2 1 1 0 0,0-2 0 0 0,-2 0-1 0 0,-2-1 1 0 0,13-53-1 0 0,-14 36 82 0 0,-3-1 0 0 0,-2 0-1 0 0,-2 0 1 0 0,-2 0-1 0 0,-7-51 1 0 0,3 58 246 0 0,-1 1 1 0 0,-2-1 0 0 0,-24-76-1 0 0,31 116-337 0 0,-1-1 0 0 0,1 1 0 0 0,-1 0 0 0 0,0 0 0 0 0,1-1 0 0 0,-1 1 0 0 0,0 0 0 0 0,0 0 0 0 0,1 0 0 0 0,-1 0 0 0 0,0 0 0 0 0,0 0 0 0 0,0 0 0 0 0,-1 0 0 0 0,1 0 0 0 0,0 1 0 0 0,0-1 0 0 0,0 0 0 0 0,0 1 0 0 0,-1-1 0 0 0,1 1 0 0 0,0-1 0 0 0,-1 1 0 0 0,1-1 0 0 0,0 1 0 0 0,-1 0 0 0 0,1 0 0 0 0,-1 0 0 0 0,1 0 0 0 0,0 0 0 0 0,-1 0-1 0 0,1 0 1 0 0,0 0 0 0 0,-1 1 0 0 0,1-1 0 0 0,-1 0 0 0 0,1 1 0 0 0,-2 0 0 0 0,-4 2 2 0 0,0 0 0 0 0,0 1 1 0 0,0 0-1 0 0,0 0 0 0 0,-9 9 0 0 0,-3 3-15 0 0,2 1 1 0 0,0 0 0 0 0,1 2-1 0 0,1 0 1 0 0,0 0 0 0 0,2 2-1 0 0,0-1 1 0 0,1 2 0 0 0,2 0-1 0 0,0 0 1 0 0,1 1 0 0 0,1 0-1 0 0,1 0 1 0 0,2 1-1 0 0,-5 33 1 0 0,5-19-9 0 0,3 0 0 0 0,1 0 0 0 0,1 1 0 0 0,2-1 0 0 0,2 0 0 0 0,2 0 0 0 0,1-1 0 0 0,1 0 0 0 0,16 41 0 0 0,-12-50-19 0 0,1 0 0 0 0,0 0-1 0 0,2-2 1 0 0,2 0 0 0 0,0 0 0 0 0,32 34 0 0 0,136 120-2756 0 0,-150-149 1573 0 0,3 7-1449 0 0,-13-5-565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553 825 6949 0 0,'0'0'-233'0'0,"-5"-3"-306"0"0,-20-15 681 0 0,20 13-92 0 0,-1 0 1 0 0,0 1 0 0 0,-1-1-1 0 0,1 1 1 0 0,-1 1-1 0 0,0-1 1 0 0,0 1-1 0 0,0 0 1 0 0,0 0 0 0 0,0 1-1 0 0,0 0 1 0 0,-1 1-1 0 0,1-1 1 0 0,-1 1-1 0 0,-13 1 1 0 0,-4 1-29 0 0,0 1 1 0 0,0 2-1 0 0,0 0 0 0 0,0 2 1 0 0,0 0-1 0 0,1 2 0 0 0,0 1 1 0 0,1 1-1 0 0,0 1 0 0 0,0 0 1 0 0,-40 30-1 0 0,57-36-26 0 0,0 1-1 0 0,0-1 1 0 0,0 1-1 0 0,1 0 1 0 0,0 1-1 0 0,0 0 1 0 0,1-1-1 0 0,-1 1 1 0 0,1 1-1 0 0,1-1 1 0 0,0 0-1 0 0,0 1 1 0 0,0 0-1 0 0,-1 9 1 0 0,3-12-1 0 0,0 1 0 0 0,1-1 1 0 0,0 1-1 0 0,0-1 0 0 0,1 1 0 0 0,-1-1 0 0 0,1 1 1 0 0,0-1-1 0 0,1 0 0 0 0,-1 0 0 0 0,1 1 0 0 0,0-1 1 0 0,0 0-1 0 0,1 0 0 0 0,0-1 0 0 0,-1 1 0 0 0,2 0 1 0 0,-1-1-1 0 0,0 0 0 0 0,1 0 0 0 0,8 7 0 0 0,-2-2 8 0 0,1-1 0 0 0,0 0 0 0 0,0 0-1 0 0,1-2 1 0 0,0 1 0 0 0,0-1 0 0 0,1-1 0 0 0,-1 0-1 0 0,24 4 1 0 0,-31-7 37 0 0,0-1 1 0 0,0 0-1 0 0,1-1 0 0 0,-1 1 1 0 0,0-1-1 0 0,1 0 0 0 0,-1 0 0 0 0,0-1 1 0 0,1 1-1 0 0,-1-1 0 0 0,0 0 1 0 0,0-1-1 0 0,0 1 0 0 0,0-1 0 0 0,0 0 1 0 0,0-1-1 0 0,0 1 0 0 0,0-1 1 0 0,-1 0-1 0 0,1 0 0 0 0,-1 0 0 0 0,0 0 1 0 0,0-1-1 0 0,0 0 0 0 0,-1 0 0 0 0,7-8 1 0 0,4-13 118 0 0,-2 1 1 0 0,0-2 0 0 0,-2 0-1 0 0,0 0 1 0 0,-2-1 0 0 0,-1 0-1 0 0,-1 0 1 0 0,4-56 0 0 0,-6-13 334 0 0,-8-117 0 0 0,2 184-364 0 0,-44-362 3161 0 0,25 298-2061 0 0,20 92-1273 0 0,-3-3-11 0 0,3 4 2 0 0,0 114-301 0 0,12 76 253 0 0,-8-99 54 0 0,25 151 0 0 0,-20-202-81 0 0,2 0 0 0 0,1-1 0 0 0,2 0-1 0 0,2-1 1 0 0,27 50 0 0 0,-36-76 71 0 0,1 0 0 0 0,1-1 0 0 0,0 1 0 0 0,0-1 0 0 0,1-1 0 0 0,1 0 0 0 0,0 0-1 0 0,0-1 1 0 0,1 0 0 0 0,0-1 0 0 0,0 0 0 0 0,1-1 0 0 0,0 0 0 0 0,1-1 0 0 0,-1 0 0 0 0,1-1 0 0 0,0 0 0 0 0,0-1 0 0 0,22 4 0 0 0,-23-8 27 0 0,0 0 1 0 0,-1 0 0 0 0,1-1 0 0 0,-1-1 0 0 0,1 0 0 0 0,-1 0 0 0 0,1-1-1 0 0,-1-1 1 0 0,0 0 0 0 0,0 0 0 0 0,-1-1 0 0 0,1-1 0 0 0,-1 1 0 0 0,0-2-1 0 0,-1 1 1 0 0,1-2 0 0 0,-1 1 0 0 0,9-10 0 0 0,0-1 187 0 0,-1-1-1 0 0,0 0 1 0 0,-1-1 0 0 0,-1-1-1 0 0,-1-1 1 0 0,-1 0 0 0 0,13-30-1 0 0,-15 24 500 0 0,-8 18-331 0 0,0 1-1 0 0,1 0 0 0 0,1 0 0 0 0,7-12 1 0 0,-11 20-252 0 0,3 3-90 0 0,-1 1 3 0 0,1-1 1 0 0,-1 1-1 0 0,1 0 1 0 0,-1 0-1 0 0,0 0 0 0 0,0 1 1 0 0,3 4-1 0 0,0-1-48 0 0,16 18-509 0 0,2-2 1 0 0,0 0-1 0 0,2-2 0 0 0,53 36 0 0 0,-64-48-156 0 0,0-1 1 0 0,0 0-1 0 0,1-2 0 0 0,0 1 0 0 0,0-2 0 0 0,1 0 0 0 0,-1-1 0 0 0,1-1 0 0 0,0 0 0 0 0,0-1 1 0 0,23-1-1 0 0,-13-5-1645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69 126 6809 0 0,'-13'-24'316'0'0,"-1"6"-32"0"0,6 4 80 0 0,-1 1 88 0 0,7 3-24 0 0,-4 3-36 0 0,3-3 272 0 0,-5-2-340 0 0,6 2-484 0 0,-1 2-1064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697 53 6137 0 0,'-33'-22'-687'0'0,"6"14"732"0"0,1 1 1 0 0,-1 1 0 0 0,-1 2-1 0 0,1 1 1 0 0,0 1-1 0 0,-1 1 1 0 0,0 2 0 0 0,1 0-1 0 0,0 2 1 0 0,-1 1-1 0 0,1 1 1 0 0,0 2 0 0 0,1 0-1 0 0,-28 12 1 0 0,53-18-48 0 0,0-1 0 0 0,-1 1 1 0 0,1-1-1 0 0,0 1 0 0 0,-1-1 1 0 0,1 1-1 0 0,0 0 0 0 0,0-1 0 0 0,0 1 1 0 0,0 0-1 0 0,0 0 0 0 0,0 0 1 0 0,0 0-1 0 0,0 0 0 0 0,0 0 1 0 0,0 0-1 0 0,0 0 0 0 0,1 1 0 0 0,-1-1 1 0 0,0 0-1 0 0,1 0 0 0 0,-1 1 1 0 0,1-1-1 0 0,-1 0 0 0 0,1 1 0 0 0,0-1 1 0 0,0 0-1 0 0,-1 1 0 0 0,1-1 1 0 0,0 1-1 0 0,0-1 0 0 0,0 0 0 0 0,1 1 1 0 0,-1-1-1 0 0,0 0 0 0 0,0 1 1 0 0,1-1-1 0 0,-1 0 0 0 0,1 1 0 0 0,-1-1 1 0 0,1 0-1 0 0,0 1 0 0 0,-1-1 1 0 0,1 0-1 0 0,0 0 0 0 0,0 0 0 0 0,1 2 1 0 0,3 3-3 0 0,1 0 0 0 0,-1-1 0 0 0,1 1 0 0 0,0-1 0 0 0,1 0 0 0 0,11 7 0 0 0,63 29-13 0 0,158 55 1 0 0,11 5-3 0 0,-222-88 21 0 0,-16-8 2 0 0,0 0 0 0 0,-1 0 0 0 0,1 2-1 0 0,-1-1 1 0 0,0 1 0 0 0,-1 1 0 0 0,1 0 0 0 0,-2 1 0 0 0,11 10 0 0 0,-20-19 4 0 0,0 1 1 0 0,0 0 0 0 0,0 0 0 0 0,0 0 0 0 0,0 0 0 0 0,0-1 0 0 0,0 1-1 0 0,0 0 1 0 0,0 0 0 0 0,0 0 0 0 0,0-1 0 0 0,0 1 0 0 0,-1 0-1 0 0,1 0 1 0 0,0 0 0 0 0,0-1 0 0 0,-1 1 0 0 0,1 0 0 0 0,-1 0 0 0 0,1-1-1 0 0,-1 1 1 0 0,1 0 0 0 0,-1-1 0 0 0,1 1 0 0 0,-1-1 0 0 0,0 1 0 0 0,1-1-1 0 0,-1 1 1 0 0,0-1 0 0 0,1 1 0 0 0,-1-1 0 0 0,0 1 0 0 0,-1-1 0 0 0,-23 14 299 0 0,-20-2-88 0 0,0-3 0 0 0,-1-2 1 0 0,1-2-1 0 0,-1-2 0 0 0,-48-2 0 0 0,48-1-59 0 0,-100 0 859 0 0,-269-36 0 0 0,414 36-1062 0 0,0 0 0 0 0,0 0 0 0 0,0 0 0 0 0,0-1 0 0 0,0 1 0 0 0,0 0 0 0 0,0 0 0 0 0,0-1 0 0 0,1 1 0 0 0,-1 0 0 0 0,0-1 0 0 0,0 1 0 0 0,0-1 1 0 0,0 1-1 0 0,1-1 0 0 0,-1 0 0 0 0,0 1 0 0 0,0-1 0 0 0,0-1 0 0 0,5-12-1873 0 0,33-13-1345 0 0,-1 5 986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69 218 5889 0 0,'-68'-103'-314'0'0,"67"102"336"0"0,1 0-27 0 0,0 1 1 0 0,0 0 0 0 0,1-1-1 0 0,-1 1 1 0 0,0 0 0 0 0,0-1 0 0 0,0 1-1 0 0,0 0 1 0 0,1-1 0 0 0,-1 1 0 0 0,0 0-1 0 0,0-1 1 0 0,1 1 0 0 0,-1 0 0 0 0,0-1-1 0 0,0 1 1 0 0,1 0 0 0 0,-1 0 0 0 0,0-1-1 0 0,1 1 1 0 0,-1 0 0 0 0,0 0 0 0 0,1 0-1 0 0,-1 0 1 0 0,1-1 0 0 0,-1 1 0 0 0,0 0-1 0 0,1 0 1 0 0,-1 0 0 0 0,0 0 0 0 0,1 0-1 0 0,-1 0 1 0 0,1 0 0 0 0,-1 0 0 0 0,0 0-1 0 0,1 0 1 0 0,-1 0 0 0 0,1 0-1 0 0,-1 1 1 0 0,30 5-56 0 0,40 23 57 0 0,-55-23-19 0 0,13 8 8 0 0,0 1-1 0 0,0 1 0 0 0,-2 2 1 0 0,0 0-1 0 0,-1 2 0 0 0,-1 0 1 0 0,-1 2-1 0 0,34 41 1 0 0,-24-22 22 0 0,-2 2 0 0 0,-2 1 1 0 0,-2 2-1 0 0,31 67 0 0 0,-58-111 3 0 0,1-1-1 0 0,0 0 1 0 0,-1 1-1 0 0,1-1 1 0 0,-1 1-1 0 0,1-1 1 0 0,-1 0-1 0 0,0 1 1 0 0,0-1 0 0 0,1 1-1 0 0,-1-1 1 0 0,0 1-1 0 0,0-1 1 0 0,-1 1-1 0 0,1-1 1 0 0,0 1-1 0 0,0-1 1 0 0,-1 1-1 0 0,1-1 1 0 0,-1 0-1 0 0,1 1 1 0 0,-1-1 0 0 0,0 0-1 0 0,1 1 1 0 0,-1-1-1 0 0,0 0 1 0 0,-1 2-1 0 0,-1-1 34 0 0,0 0-1 0 0,0 0 0 0 0,0 0 0 0 0,0 0 0 0 0,0 0 1 0 0,0-1-1 0 0,-1 0 0 0 0,1 1 0 0 0,0-1 1 0 0,-1 0-1 0 0,-3 0 0 0 0,-7 1 185 0 0,-1 0 1 0 0,1-1-1 0 0,0-1 0 0 0,-25-2 1 0 0,20-1 123 0 0,1-1 0 0 0,-1 0 0 0 0,0-1 0 0 0,1-1 0 0 0,0-1 1 0 0,-26-13-1 0 0,39 18-290 0 0,1-1 0 0 0,-1 0 0 0 0,1 0 1 0 0,-1 0-1 0 0,1 0 0 0 0,0-1 0 0 0,0 1 0 0 0,0-1 1 0 0,1 0-1 0 0,0-1 0 0 0,-1 1 0 0 0,1 0 0 0 0,1-1 1 0 0,-1 0-1 0 0,1 0 0 0 0,0 1 0 0 0,0-1 0 0 0,0-1 1 0 0,0 1-1 0 0,1 0 0 0 0,0 0 0 0 0,0 0 0 0 0,1-1 1 0 0,-1 1-1 0 0,1-1 0 0 0,0 1 0 0 0,1 0 1 0 0,0-8-1 0 0,5-6-93 0 0,0-1 1 0 0,1 0 0 0 0,1 1 0 0 0,1 1-1 0 0,1-1 1 0 0,0 1 0 0 0,1 1 0 0 0,1 0-1 0 0,1 1 1 0 0,0 0 0 0 0,1 1-1 0 0,29-24 1 0 0,-6 8-71 0 0,1 2 0 0 0,1 2 0 0 0,1 1-1 0 0,67-31 1 0 0,71-14-541 0 0,-176 70 618 0 0,34-24-3246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607 48 5861 0 0,'-7'-1'-34'0'0,"1"1"0"0"0,0-1 1 0 0,0 0-1 0 0,0-1 0 0 0,0 0 1 0 0,0 0-1 0 0,0 0 1 0 0,0 0-1 0 0,-9-7 0 0 0,7 5 123 0 0,1 0 0 0 0,-1 1-1 0 0,1 0 1 0 0,-1 0 0 0 0,0 0-1 0 0,0 1 1 0 0,-16-2 0 0 0,5 4-64 0 0,-1 1 1 0 0,1 0-1 0 0,-1 1 1 0 0,1 1-1 0 0,0 1 1 0 0,0 1 0 0 0,0 1-1 0 0,1 0 1 0 0,0 1-1 0 0,0 1 1 0 0,0 1-1 0 0,1 0 1 0 0,-17 14-1 0 0,19-13-32 0 0,0 0-1 0 0,1 2 1 0 0,1-1-1 0 0,0 2 1 0 0,1 0 0 0 0,0 0-1 0 0,1 1 1 0 0,0 1-1 0 0,1 0 1 0 0,1 0 0 0 0,0 1-1 0 0,1 0 1 0 0,1 0-1 0 0,-9 30 1 0 0,14-38 1 0 0,0 1 1 0 0,1-1-1 0 0,0 1 0 0 0,1-1 1 0 0,0 1-1 0 0,0-1 1 0 0,0 1-1 0 0,1-1 0 0 0,1 1 1 0 0,-1-1-1 0 0,1 1 0 0 0,1-1 1 0 0,0 0-1 0 0,7 14 1 0 0,-4-11 6 0 0,1-1 0 0 0,0 0 1 0 0,0 0-1 0 0,1-1 1 0 0,1 0-1 0 0,0-1 1 0 0,0 1-1 0 0,0-2 1 0 0,15 10-1 0 0,7 1 11 0 0,1-2 0 0 0,0-1 0 0 0,1-1 0 0 0,1-2 1 0 0,0-2-1 0 0,39 8 0 0 0,11-4 373 0 0,0-4 0 0 0,0-3 1 0 0,1-5-1 0 0,110-9 0 0 0,-181 6 88 0 0,-12 1-379 0 0,1 0 0 0 0,0 0 0 0 0,-1 0-1 0 0,1 0 1 0 0,0-1 0 0 0,-1 0-1 0 0,1 1 1 0 0,0-1 0 0 0,-1 0-1 0 0,1 0 1 0 0,-1 0 0 0 0,1 0 0 0 0,2-3-1 0 0,-3 3-37 0 0,-1-1-325 0 0,0 0 0 0 0,0 1 0 0 0,-1-1 0 0 0,1 0 0 0 0,-1 0 1 0 0,1 0-1 0 0,-1 0 0 0 0,0 0 0 0 0,1 0 0 0 0,-1 0 0 0 0,0 0 1 0 0,-1-2-1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 41 6537 0 0,'0'0'-85'0'0,"-1"-1"0"0"0,0 1 0 0 0,0 0 0 0 0,1-1 0 0 0,-1 1 0 0 0,0-1 0 0 0,0 1 0 0 0,1-1 0 0 0,-1 1 1 0 0,0-1-1 0 0,1 1 0 0 0,-1-1 0 0 0,1 0 0 0 0,-1 1 0 0 0,1-1 0 0 0,-1 0 0 0 0,1 1 0 0 0,0-1 0 0 0,-1 0 0 0 0,1 0 1 0 0,0 1-1 0 0,-1-2 0 0 0,5 1 70 0 0,-1 0 0 0 0,1 0 1 0 0,0 0-1 0 0,0 1 0 0 0,0-1 0 0 0,-1 1 1 0 0,1 0-1 0 0,0 0 0 0 0,0 1 1 0 0,0-1-1 0 0,-1 1 0 0 0,1-1 1 0 0,0 1-1 0 0,-1 1 0 0 0,1-1 0 0 0,0 0 1 0 0,-1 1-1 0 0,0 0 0 0 0,6 3 1 0 0,13 9-54 0 0,39 29 1 0 0,-38-25 50 0 0,-22-17 16 0 0,200 157-103 0 0,-170-132 92 0 0,-3 2 1 0 0,0 1-1 0 0,-2 1 1 0 0,33 48-1 0 0,-56-73 31 0 0,0-1 0 0 0,0 1 0 0 0,0 0 0 0 0,-1 0 0 0 0,0 0 0 0 0,0 1 0 0 0,0-1 1 0 0,-1 0-1 0 0,1 1 0 0 0,-1-1 0 0 0,-1 1 0 0 0,1-1 0 0 0,-1 10 0 0 0,-1-12 23 0 0,1 1 1 0 0,-2 0-1 0 0,1-1 0 0 0,0 1 1 0 0,-1-1-1 0 0,1 0 0 0 0,-1 1 1 0 0,0-1-1 0 0,0 0 0 0 0,0 0 1 0 0,-1 0-1 0 0,1-1 1 0 0,-1 1-1 0 0,1 0 0 0 0,-1-1 1 0 0,0 0-1 0 0,0 1 0 0 0,0-1 1 0 0,0 0-1 0 0,-1-1 0 0 0,-3 3 1 0 0,-3 0 173 0 0,1 0-1 0 0,-1 0 1 0 0,0-1 0 0 0,-1 0 0 0 0,1 0-1 0 0,0-1 1 0 0,-1-1 0 0 0,1 0 0 0 0,-1 0 0 0 0,1-1-1 0 0,-16-2 1 0 0,22 2-144 0 0,1-1 1 0 0,-1 0-1 0 0,0 1 0 0 0,0-1 0 0 0,1-1 1 0 0,-1 1-1 0 0,0 0 0 0 0,1-1 0 0 0,-1 0 1 0 0,1 0-1 0 0,0 0 0 0 0,0 0 1 0 0,0-1-1 0 0,0 1 0 0 0,0-1 0 0 0,0 1 1 0 0,1-1-1 0 0,-1 0 0 0 0,1 0 0 0 0,0-1 1 0 0,0 1-1 0 0,0 0 0 0 0,0-1 0 0 0,0 1 1 0 0,1-1-1 0 0,0 1 0 0 0,-1-1 0 0 0,1 0 1 0 0,1 0-1 0 0,-1 1 0 0 0,1-1 0 0 0,-1 0 1 0 0,1 0-1 0 0,0-4 0 0 0,2-7-25 0 0,-1-1 1 0 0,2 1-1 0 0,0 0 0 0 0,1 0 0 0 0,1 0 0 0 0,0 0 0 0 0,1 1 1 0 0,12-23-1 0 0,0 6-61 0 0,0 1 0 0 0,40-48 1 0 0,-26 45-36 0 0,0 1 0 0 0,3 1 0 0 0,0 3 0 0 0,2 0 0 0 0,53-28 0 0 0,-56 34-40 0 0,-10 10-1316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128 907 6025 0 0,'7'0'-86'0'0,"0"0"1"0"0,0 0 0 0 0,0 0 0 0 0,0-1 0 0 0,0 0 0 0 0,-1 0 0 0 0,1-1-1 0 0,0 0 1 0 0,-1 0 0 0 0,1-1 0 0 0,-1 1 0 0 0,9-6 0 0 0,-12 6 113 0 0,0 1 1 0 0,0-1-1 0 0,0 1 1 0 0,0-1-1 0 0,-1 0 1 0 0,1 0 0 0 0,-1 0-1 0 0,1-1 1 0 0,-1 1-1 0 0,0 0 1 0 0,0-1-1 0 0,0 0 1 0 0,0 1-1 0 0,0-1 1 0 0,-1 0 0 0 0,1 0-1 0 0,-1 0 1 0 0,0 0-1 0 0,0 0 1 0 0,0 0-1 0 0,0 0 1 0 0,0 0-1 0 0,-1-1 1 0 0,0 1 0 0 0,1 0-1 0 0,-1 0 1 0 0,0-1-1 0 0,-1-4 1 0 0,0 6-17 0 0,0-1 0 0 0,0 0 1 0 0,-1 1-1 0 0,1-1 0 0 0,-1 1 0 0 0,1 0 0 0 0,-1 0 1 0 0,0-1-1 0 0,0 1 0 0 0,0 0 0 0 0,0 1 1 0 0,0-1-1 0 0,0 0 0 0 0,-1 0 0 0 0,1 1 1 0 0,-1 0-1 0 0,1-1 0 0 0,-1 1 0 0 0,1 0 1 0 0,-1 0-1 0 0,0 0 0 0 0,1 1 0 0 0,-1-1 0 0 0,0 1 1 0 0,0-1-1 0 0,1 1 0 0 0,-1 0 0 0 0,0 0 1 0 0,0 0-1 0 0,-4 1 0 0 0,-6 0 1 0 0,0 0 0 0 0,0 1-1 0 0,0 1 1 0 0,0 0 0 0 0,-16 6 0 0 0,21-6-16 0 0,0 1 0 0 0,0 0 0 0 0,0 0 1 0 0,0 1-1 0 0,1 0 0 0 0,-1 0 0 0 0,1 1 0 0 0,1-1 1 0 0,-13 14-1 0 0,18-17-2 0 0,-1 0 0 0 0,0 1 0 0 0,1-1 0 0 0,0 0 0 0 0,-1 0 1 0 0,1 1-1 0 0,0-1 0 0 0,0 1 0 0 0,0-1 0 0 0,1 1 0 0 0,-1-1 0 0 0,1 1 1 0 0,-1 0-1 0 0,1-1 0 0 0,0 1 0 0 0,0 0 0 0 0,0-1 0 0 0,0 1 0 0 0,1-1 0 0 0,-1 1 1 0 0,1 0-1 0 0,-1-1 0 0 0,1 1 0 0 0,0-1 0 0 0,0 1 0 0 0,0-1 0 0 0,0 0 1 0 0,0 1-1 0 0,1-1 0 0 0,-1 0 0 0 0,1 0 0 0 0,0 0 0 0 0,-1 0 0 0 0,1 0 1 0 0,0 0-1 0 0,4 3 0 0 0,10 7 0 0 0,0 0 0 0 0,1-1 0 0 0,0 0 0 0 0,1-2 0 0 0,0 0 0 0 0,1-1 0 0 0,0-1 0 0 0,32 8 0 0 0,19 1-1 0 0,74 6 0 0 0,-130-20 9 0 0,7 1 102 0 0,1-1-1 0 0,0-1 1 0 0,0-1 0 0 0,0-1-1 0 0,40-7 1 0 0,-53 6 1 0 0,0 0 0 0 0,0-1 0 0 0,0 0 0 0 0,-1 0 0 0 0,1-1 0 0 0,-1 0 0 0 0,0 0 0 0 0,0-1 0 0 0,-1 0 1 0 0,1 0-1 0 0,-1-1 0 0 0,0 0 0 0 0,-1-1 0 0 0,1 1 0 0 0,-1-1 0 0 0,8-13 0 0 0,-1-3 68 0 0,-1-2 0 0 0,-1 1 1 0 0,-2-2-1 0 0,0 1 1 0 0,-1-1-1 0 0,-2 0 0 0 0,-1-1 1 0 0,3-47-1 0 0,-4-9 739 0 0,-12-129-1 0 0,-3 121 602 0 0,-3 0-1 0 0,-37-125 0 0 0,50 214-1489 0 0,0 18-130 0 0,0 0-1 0 0,1-1 1 0 0,1 1 0 0 0,1-1 0 0 0,3 21-1 0 0,1 8 28 0 0,9 148-54 0 0,-7-63 56 0 0,42 214 0 0 0,-47-329 59 0 0,1-1 1 0 0,0 0 0 0 0,1 1-1 0 0,1-1 1 0 0,0-1-1 0 0,0 1 1 0 0,2-1 0 0 0,-1 0-1 0 0,1-1 1 0 0,1 0-1 0 0,0 0 1 0 0,1-1 0 0 0,0 0-1 0 0,0-1 1 0 0,1 0 0 0 0,0 0-1 0 0,1-1 1 0 0,-1-1-1 0 0,2 0 1 0 0,-1-1 0 0 0,1 0-1 0 0,0 0 1 0 0,0-2-1 0 0,1 0 1 0 0,20 4 0 0 0,-6-3 19 0 0,0-1 0 0 0,0-2 0 0 0,0 0 0 0 0,1-2 0 0 0,-1-2 0 0 0,0 0 0 0 0,0-2 0 0 0,0-1 0 0 0,0-1 0 0 0,-1-1 0 0 0,0-2 0 0 0,0 0 0 0 0,-1-2 0 0 0,28-16 0 0 0,-48 24 40 0 0,0-1 1 0 0,0 0-1 0 0,0 0 1 0 0,0-1-1 0 0,-1 0 1 0 0,0 0-1 0 0,0 0 0 0 0,0-1 1 0 0,-1 0-1 0 0,0 1 1 0 0,7-13-1 0 0,-10 15-24 0 0,0 1 0 0 0,0 0 0 0 0,0-1 0 0 0,-1 1 0 0 0,1-1-1 0 0,-1 1 1 0 0,0-1 0 0 0,1 1 0 0 0,-1-1 0 0 0,0 1-1 0 0,0-1 1 0 0,-1 1 0 0 0,1-1 0 0 0,0 1 0 0 0,-1-1 0 0 0,0 1-1 0 0,1-1 1 0 0,-1 1 0 0 0,0-1 0 0 0,0 1 0 0 0,-1 0 0 0 0,1 0-1 0 0,0 0 1 0 0,-1-1 0 0 0,1 1 0 0 0,-1 0 0 0 0,0 1 0 0 0,1-1-1 0 0,-1 0 1 0 0,0 0 0 0 0,0 1 0 0 0,0-1 0 0 0,-1 1-1 0 0,1 0 1 0 0,-2-1 0 0 0,-5-3-30 0 0,1 0 1 0 0,-1 1-1 0 0,0 1 0 0 0,0 0 0 0 0,0 0 0 0 0,-1 0 1 0 0,1 1-1 0 0,-1 1 0 0 0,1 0 0 0 0,-1 0 1 0 0,0 0-1 0 0,1 1 0 0 0,-1 1 0 0 0,0 0 0 0 0,1 0 1 0 0,-1 1-1 0 0,-11 4 0 0 0,20-6 2 0 0,0 1 1 0 0,0 0-1 0 0,0-1 0 0 0,0 1 1 0 0,0 0-1 0 0,0 0 0 0 0,0 0 1 0 0,1 0-1 0 0,-1 0 0 0 0,0 0 1 0 0,0 0-1 0 0,1 0 0 0 0,-1 0 1 0 0,1 0-1 0 0,-1 0 0 0 0,1 0 1 0 0,0 1-1 0 0,-1-1 0 0 0,1 0 1 0 0,0 0-1 0 0,0 0 0 0 0,0 1 1 0 0,0-1-1 0 0,0 0 0 0 0,0 0 1 0 0,0 1-1 0 0,0-1 0 0 0,0 0 0 0 0,0 0 1 0 0,1 0-1 0 0,-1 1 0 0 0,1-1 1 0 0,-1 0-1 0 0,1 0 0 0 0,0 2 1 0 0,19 39-177 0 0,-10-27 129 0 0,1-1 0 0 0,1-1-1 0 0,0 0 1 0 0,1 0 0 0 0,0-2-1 0 0,1 1 1 0 0,0-2 0 0 0,1 0 0 0 0,21 11-1 0 0,5 0-250 0 0,2-1-1 0 0,60 18 0 0 0,-70-27-84 0 0,1-2 0 0 0,0-2 0 0 0,0-1 0 0 0,54 3 0 0 0,-71-8-263 0 0,1-2 1 0 0,0 0-1 0 0,-1 0 1 0 0,1-2-1 0 0,-1 0 1 0 0,0-1 0 0 0,0 0-1 0 0,0-2 1 0 0,-1 0-1 0 0,29-15 1 0 0,-8-3-2123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99 156 6585 0 0,'-12'-1'75'0'0,"1"-1"0"0"0,-1-1 1 0 0,0 0-1 0 0,1 0 1 0 0,0-1-1 0 0,-17-9 1 0 0,27 12-29 0 0,6-1-7 0 0,27-10-22 0 0,1 2-1 0 0,0 2 1 0 0,0 0-1 0 0,0 3 1 0 0,63-4-1 0 0,-12 1-72 0 0,304-43-3433 0 0,-294 39 1582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316 47 5376 0 0,'11'-47'-237'0'0,"-6"51"194"0"0,31 21-40 0 0,-2 3-1 0 0,62 62 1 0 0,54 80-23 0 0,-106-117 80 0 0,72 117-1 0 0,-105-152 36 0 0,-1 1 0 0 0,-1 0-1 0 0,-1 0 1 0 0,-1 1 0 0 0,0 0 0 0 0,-2 0-1 0 0,0 0 1 0 0,-1 1 0 0 0,-1 0-1 0 0,-1 0 1 0 0,-1 23 0 0 0,-2-33 8 0 0,0 0 0 0 0,-1 0 0 0 0,-1 0 0 0 0,0 0 0 0 0,0-1 0 0 0,-1 1 0 0 0,0-1 1 0 0,-1 0-1 0 0,0 0 0 0 0,-12 17 0 0 0,5-11 14 0 0,0-2 0 0 0,-1 0 1 0 0,-1 0-1 0 0,0-1 0 0 0,-28 20 0 0 0,-2-6 29 0 0,-1-1 0 0 0,-2-3 0 0 0,-87 32-1 0 0,-235 54-2401 0 0,283-91 1134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620 41 4820 0 0,'1'-1'13'0'0,"-1"-1"0"0"0,0 1 0 0 0,1 0-1 0 0,-1-1 1 0 0,0 1 0 0 0,0 0 0 0 0,1-1-1 0 0,-1 1 1 0 0,0-1 0 0 0,0 1 0 0 0,-1 0 0 0 0,1-1-1 0 0,0 1 1 0 0,0 0 0 0 0,-1-1 0 0 0,1 1-1 0 0,-1 0 1 0 0,1-1 0 0 0,-1 1 0 0 0,1 0-1 0 0,-1 0 1 0 0,0 0 0 0 0,0-1 0 0 0,0 1-1 0 0,1 0 1 0 0,-1 0 0 0 0,0 0 0 0 0,0 0-1 0 0,0 0 1 0 0,-2 0 0 0 0,0 0-3 0 0,1 1 1 0 0,-1 0-1 0 0,0 0 0 0 0,0 0 1 0 0,0 0-1 0 0,0 0 0 0 0,0 0 1 0 0,0 1-1 0 0,0-1 1 0 0,1 1-1 0 0,-1 0 0 0 0,0 0 1 0 0,0 0-1 0 0,1 0 0 0 0,-3 2 1 0 0,-39 18 18 0 0,1 3 1 0 0,0 1-1 0 0,3 2 1 0 0,0 1-1 0 0,2 3 1 0 0,-36 35 0 0 0,48-40-36 0 0,1 1 0 0 0,1 2 0 0 0,1 0 0 0 0,2 1 1 0 0,1 2-1 0 0,1 0 0 0 0,2 1 0 0 0,-21 56 1 0 0,32-69-1 0 0,0-1 0 0 0,2 0 0 0 0,0 1 0 0 0,2 0 1 0 0,0 0-1 0 0,1 0 0 0 0,1 0 0 0 0,1 0 1 0 0,0 0-1 0 0,2 0 0 0 0,0 0 0 0 0,10 29 1 0 0,-6-27 9 0 0,2 0 0 0 0,1-1 1 0 0,0 0-1 0 0,2-1 1 0 0,0 0-1 0 0,1-1 0 0 0,1-1 1 0 0,1 0-1 0 0,1 0 0 0 0,26 22 1 0 0,-17-19-28 0 0,2-1 1 0 0,0-2-1 0 0,0-1 1 0 0,2 0 0 0 0,31 11-1 0 0,2-3-1355 0 0,94 24 1 0 0,-84-29 613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56 586 3448 0 0,'0'-2'57'0'0,"1"0"0"0"0,-1 0 0 0 0,0 0 0 0 0,0-1 0 0 0,0 1 0 0 0,0 0 0 0 0,0 0 0 0 0,0 0 0 0 0,-1 0-1 0 0,1-1 1 0 0,-1 1 0 0 0,1 0 0 0 0,-1 0 0 0 0,0 0 0 0 0,0 0 0 0 0,-2-3 0 0 0,-3-11 707 0 0,5 14-519 0 0,-13-23 980 0 0,14 25-1212 0 0,-1 0 0 0 0,1-1 1 0 0,0 1-1 0 0,0 0 1 0 0,-1-1-1 0 0,1 1 0 0 0,0 0 1 0 0,-1-1-1 0 0,1 1 1 0 0,0 0-1 0 0,-1 0 0 0 0,1 0 1 0 0,-1-1-1 0 0,1 1 1 0 0,0 0-1 0 0,-1 0 0 0 0,1 0 1 0 0,-1 0-1 0 0,1 0 1 0 0,0 0-1 0 0,-1 0 0 0 0,1 0 1 0 0,-1 0-1 0 0,1 0 0 0 0,0 0 1 0 0,-1 0-1 0 0,1 0 1 0 0,-1 0-1 0 0,1 0 0 0 0,-1 0 1 0 0,1 1-1 0 0,-2 0 1 0 0,1 0-1 0 0,0 0 1 0 0,0 1-1 0 0,0-1 0 0 0,0 1 1 0 0,1-1-1 0 0,-1 1 1 0 0,0-1-1 0 0,1 1 1 0 0,-1-1-1 0 0,1 1 1 0 0,-1-1-1 0 0,1 1 1 0 0,-1 2-1 0 0,0 6-26 0 0,-1 1 1 0 0,2-1-1 0 0,-1 1 0 0 0,2-1 0 0 0,-1 1 1 0 0,1-1-1 0 0,1 1 0 0 0,0-1 0 0 0,0 0 1 0 0,1 1-1 0 0,0-1 0 0 0,1-1 1 0 0,0 1-1 0 0,1 0 0 0 0,0-1 0 0 0,0 0 1 0 0,1 0-1 0 0,0-1 0 0 0,1 1 0 0 0,9 9 1 0 0,2 0 3 0 0,1-1 0 0 0,0 0 1 0 0,1-2-1 0 0,0 0 1 0 0,1-1-1 0 0,1-1 1 0 0,29 12-1 0 0,-6-6 19 0 0,0-2 1 0 0,2-2-1 0 0,0-3 1 0 0,87 13-1 0 0,-101-21 22 0 0,1-1 0 0 0,0-2-1 0 0,0-2 1 0 0,0 0 0 0 0,0-3 0 0 0,-1-1 0 0 0,57-15 0 0 0,52-24 22 0 0,119-41-23 0 0,135-81 29 0 0,-375 156-48 0 0,29-16 105 0 0,-1-2 0 0 0,-2-2-1 0 0,0-2 1 0 0,-3-2 0 0 0,43-42 0 0 0,61-66 409 0 0,-40 30-268 0 0,-53 61-220 0 0,-39 38 44 0 0,0-2 0 0 0,27-32 0 0 0,-42 46-33 0 0,-1 1-31 0 0,0-1 1 0 0,0 0 0 0 0,0 1 0 0 0,0-1 0 0 0,0 0 0 0 0,1 1 0 0 0,-1-1 0 0 0,0 1 0 0 0,0-1 0 0 0,1 0 0 0 0,-1 1 0 0 0,0-1 0 0 0,1 1 0 0 0,-1-1 0 0 0,1 1 0 0 0,-1-1 0 0 0,1 1 0 0 0,-1-1 0 0 0,1 1 0 0 0,-1 0 0 0 0,1-1 0 0 0,-1 1 0 0 0,1 0 0 0 0,-1-1 0 0 0,1 1 0 0 0,0 0 0 0 0,0-1-45 0 0,0 1 1 0 0,-1 0-1 0 0,1 0 1 0 0,0-1-1 0 0,-1 1 1 0 0,1 0-1 0 0,-1-1 0 0 0,1 1 1 0 0,-1-1-1 0 0,1 1 1 0 0,-1-1-1 0 0,1 1 1 0 0,-1-1-1 0 0,1 1 0 0 0,-1-1 1 0 0,0 1-1 0 0,1-1 1 0 0,-1 0-1 0 0,0 1 1 0 0,1-1-1 0 0,-1 1 0 0 0,0-1 1 0 0,0 0-1 0 0,0 1 1 0 0,0-1-1 0 0,1-1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184 117 7121 0 0,'0'-31'-1572'0'0,"0"30"1485"0"0,1 0-89 0 0,-1 1 182 0 0,0 0 0 0 0,0 0 0 0 0,0 0 0 0 0,0-1 0 0 0,0 1 0 0 0,1 0 1 0 0,-1 0-1 0 0,0 0 0 0 0,0-1 0 0 0,0 1 0 0 0,0 0 0 0 0,0 0 0 0 0,0 0 0 0 0,0-1 1 0 0,0 1-1 0 0,0 0 0 0 0,0 0 0 0 0,0 0 0 0 0,0-1 0 0 0,0 1 0 0 0,0 0 0 0 0,0 0 1 0 0,0-1-1 0 0,0 1 0 0 0,0 0 0 0 0,0 0 0 0 0,0 0 0 0 0,-1-1 0 0 0,1 1 0 0 0,0 0 1 0 0,0 0-1 0 0,0 0 0 0 0,0 0 0 0 0,0-1 0 0 0,-1 1 0 0 0,1 0 0 0 0,0 0 0 0 0,0 0 1 0 0,0 0-1 0 0,0 0 0 0 0,-1 0 0 0 0,1-1 0 0 0,0 1 0 0 0,0 0 0 0 0,0 0 0 0 0,-1 0 0 0 0,1 0 1 0 0,0 0-1 0 0,0 0 0 0 0,0 0 0 0 0,-1 0 0 0 0,1 0 0 0 0,0 0 0 0 0,0 0 0 0 0,0 0 1 0 0,-1 0-1 0 0,1 0 0 0 0,0 0 0 0 0,0 0 0 0 0,-1 0 0 0 0,-9 11 5 0 0,-1 0 0 0 0,2 0 0 0 0,-1 1 1 0 0,2 0-1 0 0,0 1 0 0 0,0 0 0 0 0,1 0 0 0 0,-8 21 0 0 0,-40 123 7 0 0,53-151-16 0 0,-33 130 152 0 0,46-164 1107 0 0,11-44 1 0 0,23-241 1208 0 0,-42 256-1793 0 0,-3 55-642 0 0,8-28-13 0 0,-4 29-34 0 0,0 0 0 0 0,1 1 0 0 0,-1-1 0 0 0,0 1 0 0 0,1 0 0 0 0,-1 1 0 0 0,0-1 1 0 0,1 1-1 0 0,-1 0 0 0 0,0 0 0 0 0,0 0 0 0 0,7 3 0 0 0,62 25-13 0 0,-51-19 11 0 0,291 113-806 0 0,-306-121 951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237 2003 4740 0 0,'0'1'127'0'0,"-1"-1"0"0"0,0 0 0 0 0,1 1 0 0 0,-1-1 0 0 0,0 1 0 0 0,1-1 0 0 0,-1 0 0 0 0,0 0 0 0 0,0 1 0 0 0,1-1 0 0 0,-1 0 0 0 0,0 0 0 0 0,0 0 0 0 0,1 0 0 0 0,-1 0 0 0 0,0 0 0 0 0,0 0 0 0 0,0 0 0 0 0,1 0 0 0 0,-1 0 0 0 0,0-1 0 0 0,0 1 0 0 0,1 0 0 0 0,-1 0 0 0 0,0-1 0 0 0,1 1 0 0 0,-1 0 0 0 0,0-1 0 0 0,0 0 0 0 0,-12-24 1148 0 0,5-46-1516 0 0,7 55 632 0 0,-7-110 148 0 0,10-156 0 0 0,32-126 287 0 0,18-123 62 0 0,-38 424-671 0 0,-2 29-22 0 0,0-100 1 0 0,-6 126-129 0 0,-4 40-54 0 0,-1 1 1 0 0,0-1 0 0 0,0 1 0 0 0,-1-1 0 0 0,-1 0 0 0 0,0 1 0 0 0,-4-22 0 0 0,4 31-8 0 0,1 2-8 0 0,0-1 1 0 0,0 1 0 0 0,1-1 0 0 0,-1 1-1 0 0,0-1 1 0 0,0 1 0 0 0,0 0 0 0 0,0-1-1 0 0,0 1 1 0 0,0-1 0 0 0,-1 1 0 0 0,1 0 0 0 0,0-1-1 0 0,0 1 1 0 0,0-1 0 0 0,0 1 0 0 0,0 0-1 0 0,-1-1 1 0 0,1 1 0 0 0,0 0 0 0 0,0-1-1 0 0,-1 1 1 0 0,1 0 0 0 0,0-1 0 0 0,0 1-1 0 0,-1 0 1 0 0,1-1 0 0 0,0 1 0 0 0,-1 0-1 0 0,1 0 1 0 0,0 0 0 0 0,-1-1 0 0 0,1 1 0 0 0,-1 0-1 0 0,1 0 1 0 0,0 0 0 0 0,-1 0 0 0 0,1 0-1 0 0,-1 0 1 0 0,1 0 0 0 0,0-1 0 0 0,-1 1-1 0 0,1 0 1 0 0,-1 1 0 0 0,1-1 0 0 0,0 0-1 0 0,-1 0 1 0 0,0 0 0 0 0,-27 16-133 0 0,-25 34-69 0 0,-15 29 149 0 0,32-36 32 0 0,-51 47 1 0 0,76-80 25 0 0,-5 3 159 0 0,16-14-161 0 0,-1 0 1 0 0,1 0-1 0 0,0 0 0 0 0,-1 1 0 0 0,1-1 1 0 0,0 0-1 0 0,0 0 0 0 0,-1 0 1 0 0,1 0-1 0 0,0 0 0 0 0,0 0 0 0 0,0 0 1 0 0,0 1-1 0 0,0-1 0 0 0,0 0 0 0 0,1 0 1 0 0,-1 0-1 0 0,0 0 0 0 0,0 0 0 0 0,1 0 1 0 0,-1 0-1 0 0,1-1 0 0 0,2-7-18 0 0,1 0 0 0 0,0 0-1 0 0,1 1 1 0 0,0-1 0 0 0,0 1-1 0 0,0 0 1 0 0,1 0 0 0 0,1 1-1 0 0,-1 0 1 0 0,1 0 0 0 0,0 0 0 0 0,10-6-1 0 0,-13 11 2 0 0,0-1 0 0 0,0 1-1 0 0,1-1 1 0 0,-1 1 0 0 0,1 0 0 0 0,-1 1-1 0 0,1-1 1 0 0,0 1 0 0 0,0 0 0 0 0,-1 0-1 0 0,1 1 1 0 0,0-1 0 0 0,0 1 0 0 0,0 0-1 0 0,0 0 1 0 0,0 1 0 0 0,0 0 0 0 0,-1-1-1 0 0,1 2 1 0 0,0-1 0 0 0,0 0-1 0 0,-1 1 1 0 0,8 4 0 0 0,10 5-43 0 0,0 1 0 0 0,-1 1 0 0 0,29 23 1 0 0,-18-12-87 0 0,-18-14 150 0 0,-4-3-519 0 0,1 0 0 0 0,-1 0 0 0 0,21 8 0 0 0,-27-13 116 0 0,0-1 0 0 0,0 0-1 0 0,1 0 1 0 0,-1 0 0 0 0,0 0 0 0 0,0-1-1 0 0,1 0 1 0 0,-1 0 0 0 0,0 0 0 0 0,1 0 0 0 0,-1-1-1 0 0,0 0 1 0 0,0 0 0 0 0,8-2 0 0 0,8-5-2073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608 47 7045 0 0,'0'0'23'0'0,"1"-1"1"0"0,0 1-1 0 0,0 0 1 0 0,-1-1-1 0 0,1 1 1 0 0,0-1-1 0 0,-1 1 1 0 0,1-1-1 0 0,-1 1 1 0 0,1-1 0 0 0,-1 1-1 0 0,1-1 1 0 0,-1 0-1 0 0,1 1 1 0 0,-1-1-1 0 0,1 0 1 0 0,-1 1-1 0 0,0-1 1 0 0,1 0-1 0 0,-1 0 1 0 0,0 1-1 0 0,0-1 1 0 0,1 0-1 0 0,-1 0 1 0 0,0 1 0 0 0,0-1-1 0 0,0 0 1 0 0,0 0-1 0 0,0 0 1 0 0,0 1-1 0 0,0-1 1 0 0,-1 0-1 0 0,1 0 1 0 0,0 1-1 0 0,0-1 1 0 0,0 0-1 0 0,-1 0 1 0 0,1 1 0 0 0,-1-2-1 0 0,0-1 144 0 0,-2 1-118 0 0,-1 0 1 0 0,0 0-1 0 0,1 1 0 0 0,-1-1 0 0 0,0 1 0 0 0,0-1 0 0 0,0 1 0 0 0,1 1 0 0 0,-9-2 0 0 0,-10 1-28 0 0,0 1-1 0 0,0 1 1 0 0,-1 0 0 0 0,1 2-1 0 0,0 1 1 0 0,1 1-1 0 0,-1 0 1 0 0,1 2 0 0 0,0 0-1 0 0,0 1 1 0 0,1 2-1 0 0,0 0 1 0 0,1 1 0 0 0,-30 22-1 0 0,30-19-25 0 0,0 1 0 0 0,1 1 0 0 0,1 1 0 0 0,0 0 0 0 0,1 1 0 0 0,1 0 0 0 0,1 2 0 0 0,1 0 0 0 0,0 0 0 0 0,1 1 0 0 0,2 1 0 0 0,0-1 0 0 0,-11 39 0 0 0,18-50 7 0 0,1 0-1 0 0,0 0 1 0 0,1 1 0 0 0,0-1 0 0 0,0 0 0 0 0,1 1 0 0 0,0-1 0 0 0,1 0-1 0 0,1 1 1 0 0,-1-1 0 0 0,1 0 0 0 0,1 0 0 0 0,0 0 0 0 0,0 0-1 0 0,1 0 1 0 0,1-1 0 0 0,-1 0 0 0 0,1 0 0 0 0,1 0 0 0 0,0 0-1 0 0,0-1 1 0 0,1 0 0 0 0,0 0 0 0 0,0-1 0 0 0,0 0 0 0 0,1 0-1 0 0,1 0 1 0 0,-1-1 0 0 0,1-1 0 0 0,0 1 0 0 0,0-2 0 0 0,0 1-1 0 0,1-1 1 0 0,0 0 0 0 0,-1-1 0 0 0,16 3 0 0 0,21 4 55 0 0,0-2-1 0 0,90 4 1 0 0,94-13 188 0 0,-80-3 248 0 0,-146 5-662 0 0,-1-1 0 0 0,1 0-1 0 0,-1 0 1 0 0,1-1 0 0 0,-1 1 0 0 0,1-1 0 0 0,-1 1 0 0 0,1-1 0 0 0,-1 0 0 0 0,1-1-1 0 0,-1 1 1 0 0,0 0 0 0 0,0-1 0 0 0,0 0 0 0 0,0 0 0 0 0,0 0 0 0 0,0 0-1 0 0,0 0 1 0 0,0-1 0 0 0,-1 1 0 0 0,3-4 0 0 0,11-9-1736 0 0,5-4-472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389 224 5605 0 0,'-5'-46'-134'0'0,"4"42"193"0"0,0 0-1 0 0,0 0 1 0 0,-1 1-1 0 0,0-1 1 0 0,0 0 0 0 0,0 0-1 0 0,0 1 1 0 0,0-1-1 0 0,-1 1 1 0 0,1 0 0 0 0,-1 0-1 0 0,0 0 1 0 0,0 0-1 0 0,0 0 1 0 0,-1 1-1 0 0,1-1 1 0 0,-7-3 0 0 0,4 4-24 0 0,1 0 0 0 0,-1 0-1 0 0,0 0 1 0 0,0 1 0 0 0,-1-1 0 0 0,1 1 0 0 0,0 1 0 0 0,0-1 0 0 0,0 1 0 0 0,-13 2 0 0 0,7-1-27 0 0,1 1-1 0 0,-1 1 1 0 0,1 0 0 0 0,0 1-1 0 0,0 0 1 0 0,0 0 0 0 0,0 1-1 0 0,0 1 1 0 0,1-1 0 0 0,0 2-1 0 0,-18 14 1 0 0,13-5-7 0 0,0 0 0 0 0,2 0 1 0 0,-1 1-1 0 0,-11 22 0 0 0,22-34-3 0 0,0 0 1 0 0,0 0-1 0 0,0 0 0 0 0,1 0 0 0 0,0 0 1 0 0,0 1-1 0 0,0-1 0 0 0,1 1 1 0 0,-1 0-1 0 0,1-1 0 0 0,1 1 0 0 0,-1 0 1 0 0,1-1-1 0 0,0 1 0 0 0,1 0 1 0 0,-1 0-1 0 0,1-1 0 0 0,0 1 0 0 0,0 0 1 0 0,4 7-1 0 0,-3-9 7 0 0,1-1 1 0 0,0 1-1 0 0,0-1 1 0 0,0 0-1 0 0,0 0 1 0 0,0 0-1 0 0,1-1 0 0 0,0 1 1 0 0,-1-1-1 0 0,1 1 1 0 0,0-1-1 0 0,0-1 0 0 0,0 1 1 0 0,0 0-1 0 0,0-1 1 0 0,1 0-1 0 0,-1 0 1 0 0,0 0-1 0 0,1-1 0 0 0,-1 1 1 0 0,8-1-1 0 0,7 0 23 0 0,0 0 1 0 0,0-1-1 0 0,28-6 0 0 0,-25 2 49 0 0,0-2 1 0 0,0 0-1 0 0,-1-1 0 0 0,-1-2 0 0 0,1 0 1 0 0,-2-1-1 0 0,1 0 0 0 0,-2-2 0 0 0,1-1 1 0 0,-2 0-1 0 0,0-1 0 0 0,0 0 0 0 0,-2-2 1 0 0,0 0-1 0 0,-1-1 0 0 0,14-22 0 0 0,-21 28 327 0 0,0-1-1 0 0,-1-1 1 0 0,0 1-1 0 0,7-26 374 0 0,-17 43-728 0 0,-1 0-37 0 0,1 1-1 0 0,-1 0 1 0 0,2 0-1 0 0,-1 0 1 0 0,0 1-1 0 0,1 0 1 0 0,0-1 0 0 0,1 1-1 0 0,-1 0 1 0 0,1 0-1 0 0,0 0 1 0 0,0 1-1 0 0,1-1 1 0 0,-1 7-1 0 0,1-8-9 0 0,1 0 0 0 0,0 0 0 0 0,0 0-1 0 0,0 0 1 0 0,1 0 0 0 0,-1 0 0 0 0,1 0-1 0 0,0 0 1 0 0,1 0 0 0 0,-1-1 0 0 0,1 1-1 0 0,0 0 1 0 0,0-1 0 0 0,0 1 0 0 0,1-1-1 0 0,0 0 1 0 0,-1 0 0 0 0,1 0 0 0 0,1 0-1 0 0,3 3 1 0 0,4 1-11 0 0,0 0-1 0 0,0-1 1 0 0,1-1-1 0 0,0 0 1 0 0,0 0-1 0 0,0-2 1 0 0,1 1-1 0 0,0-1 1 0 0,0-1-1 0 0,0 0 1 0 0,0-1-1 0 0,0-1 1 0 0,1 0-1 0 0,17-1 1 0 0,-6 0 1 0 0,1-2 0 0 0,-1-1 0 0 0,0 0 0 0 0,1-2 0 0 0,-2-1 1 0 0,40-15-1 0 0,-55 17 10 0 0,0 0 0 0 0,0-1 1 0 0,0 0-1 0 0,-1-1 1 0 0,0 0-1 0 0,0 0 0 0 0,0 0 1 0 0,-1-1-1 0 0,0-1 0 0 0,0 1 1 0 0,-1-1-1 0 0,0 0 0 0 0,0 0 1 0 0,-1-1-1 0 0,6-11 1 0 0,-4 4 39 0 0,-1 0 0 0 0,-1 0 1 0 0,-1 0-1 0 0,0 0 1 0 0,-1-1-1 0 0,-1 1 1 0 0,0-1-1 0 0,-1-19 1 0 0,-1 31-33 0 0,7-36-157 0 0,-9 59-28 0 0,4 10 164 0 0,1 0 0 0 0,0 0 0 0 0,3 0 0 0 0,0 0 0 0 0,2-1 0 0 0,0 0 0 0 0,22 44 0 0 0,-11-19 2023 0 0,-4-76-1520 0 0,-13 22-472 0 0,10-21 116 0 0,1 1-1 0 0,2 1 1 0 0,0 0 0 0 0,1 1 0 0 0,19-19-1 0 0,-30 35-132 0 0,1-1-1 0 0,0 0 0 0 0,0 1 1 0 0,1 0-1 0 0,-1 1 0 0 0,1-1 1 0 0,0 1-1 0 0,0 1 0 0 0,0-1 1 0 0,0 1-1 0 0,0 0 0 0 0,1 1 0 0 0,-1 0 1 0 0,0 0-1 0 0,1 0 0 0 0,-1 1 1 0 0,1 0-1 0 0,-1 1 0 0 0,1-1 1 0 0,-1 1-1 0 0,13 4 0 0 0,6 4-6 0 0,-1 1-1 0 0,-1 1 1 0 0,0 0 0 0 0,0 2-1 0 0,-1 1 1 0 0,29 24-1 0 0,-24-18-121 0 0,0-1 0 0 0,1-2 0 0 0,46 20-1 0 0,-49-28-238 0 0,0-1 0 0 0,1-1-1 0 0,0-1 1 0 0,0-2 0 0 0,0-1 0 0 0,1-1-1 0 0,32-2 1 0 0,-11-3-1205 0 0,-1-2 0 0 0,0-2 0 0 0,56-17 0 0 0,-26 3-1215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44 201 6393 0 0,'-1'-22'420'0'0,"-2"1"1"0"0,0 0 0 0 0,-1 0 0 0 0,-13-38 0 0 0,1 3 1980 0 0,43 241-1947 0 0,130 353-368 0 0,-73-300 349 0 0,-146-318 1629 0 0,37 43-1898 0 0,1-1 0 0 0,2 0 0 0 0,-25-61 0 0 0,46 96-174 0 0,0 0-1 0 0,0 0 1 0 0,0 0 0 0 0,1 0-1 0 0,-1-1 1 0 0,1 1-1 0 0,0 0 1 0 0,0 0-1 0 0,0-1 1 0 0,0 1-1 0 0,0 0 1 0 0,1 0 0 0 0,0 0-1 0 0,-1 0 1 0 0,1-1-1 0 0,0 1 1 0 0,0 0-1 0 0,1 0 1 0 0,-1 1-1 0 0,3-5 1 0 0,0 1-13 0 0,1 1 0 0 0,0 0 0 0 0,-1 0 0 0 0,1 0 0 0 0,1 1 0 0 0,-1-1 0 0 0,1 1-1 0 0,0 1 1 0 0,8-5 0 0 0,5-1-44 0 0,1 1-1 0 0,0 0 0 0 0,1 2 1 0 0,-1 0-1 0 0,31-3 0 0 0,-30 6-4 0 0,0 2-1 0 0,0 1 1 0 0,0 0-1 0 0,0 2 1 0 0,0 0-1 0 0,0 1 1 0 0,-1 1-1 0 0,37 13 1 0 0,-42-12 23 0 0,-1 1 1 0 0,-1 0 0 0 0,1 1 0 0 0,-1 1 0 0 0,0 0 0 0 0,-1 0 0 0 0,1 2 0 0 0,-2-1 0 0 0,1 1 0 0 0,-2 1 0 0 0,1 0 0 0 0,15 23 0 0 0,-24-31 40 0 0,0 0 1 0 0,0 0-1 0 0,-1-1 1 0 0,1 1-1 0 0,-1 0 1 0 0,0 1-1 0 0,0-1 1 0 0,0 0-1 0 0,0 0 1 0 0,0 0-1 0 0,-1 1 0 0 0,1-1 1 0 0,-1 0-1 0 0,0 1 1 0 0,0-1-1 0 0,-1 0 1 0 0,1 0-1 0 0,0 1 1 0 0,-2 2-1 0 0,0-1 5 0 0,0-1-1 0 0,0 0 0 0 0,0 0 0 0 0,0 0 1 0 0,-1-1-1 0 0,0 1 0 0 0,0 0 1 0 0,0-1-1 0 0,0 0 0 0 0,0 0 1 0 0,-1 0-1 0 0,-4 4 0 0 0,-10 3 2 0 0,0 0 0 0 0,0-1 0 0 0,0-1 0 0 0,-1 0 0 0 0,-24 6-1 0 0,-17 1 38 0 0,0-3-1 0 0,-1-2 0 0 0,0-2 0 0 0,-74-2 0 0 0,127-5-24 0 0,-19 1-9 0 0,25-2-11 0 0,-6 2-22 0 0,8-2 29 0 0,0 0 0 0 0,-1 0-1 0 0,1 0 1 0 0,0 0 0 0 0,0 0 0 0 0,0 0-1 0 0,0 0 1 0 0,0 0 0 0 0,0 0 0 0 0,-1 0-1 0 0,1 0 1 0 0,0 0 0 0 0,0 0 0 0 0,0 0 0 0 0,0 0-1 0 0,0 0 1 0 0,0 0 0 0 0,0 0 0 0 0,-1 0-1 0 0,1 0 1 0 0,0 0 0 0 0,0 0 0 0 0,0 0-1 0 0,0 0 1 0 0,0 1 0 0 0,0-1 0 0 0,0 0 0 0 0,0 0-1 0 0,0 0 1 0 0,-1 0 0 0 0,1 0 0 0 0,0 0-1 0 0,0 0 1 0 0,0 1 0 0 0,0-1 0 0 0,0 0-1 0 0,0 0 1 0 0,0 0 0 0 0,0 0 0 0 0,0 0 0 0 0,0 0-1 0 0,0 1 1 0 0,0-1 0 0 0,0 0 0 0 0,0 0-1 0 0,0 0 1 0 0,0 0 0 0 0,0 0 0 0 0,0 0-1 0 0,0 1 1 0 0,0-1 0 0 0,0 0 0 0 0,0 0 0 0 0,1 0-1 0 0,-1 0 1 0 0,0 0 0 0 0,0 0 0 0 0,0 0-1 0 0,0 1 1 0 0,0-1 0 0 0,0 0 0 0 0,0 0-1 0 0,0 0 1 0 0,0 0 0 0 0,1 0 0 0 0,-1 0 0 0 0,0 0-1 0 0,0 0 1 0 0,0 0 0 0 0,34 18-6 0 0,0-2-1 0 0,1-2 1 0 0,1-1 0 0 0,0-1-1 0 0,0-2 1 0 0,1-2 0 0 0,1-2-1 0 0,-1-1 1 0 0,1-1 0 0 0,0-3-1 0 0,0-1 1 0 0,45-5 0 0 0,-16-3 15 0 0,0-3 0 0 0,-1-2 0 0 0,0-3 0 0 0,-1-4 0 0 0,-1-2 0 0 0,62-31 0 0 0,-121 51-6 0 0,111-59 60 0 0,-107 55-16 0 0,1-1-1 0 0,-1 1 1 0 0,0-2-1 0 0,-1 1 0 0 0,0-1 1 0 0,0 0-1 0 0,0-1 0 0 0,-1 0 1 0 0,6-10-1 0 0,-11 16-21 0 0,-1 0 0 0 0,0 0 1 0 0,0-1-1 0 0,0 1 0 0 0,0 0 0 0 0,0 0 0 0 0,0 0 0 0 0,-1 0 0 0 0,0-1 0 0 0,0 1 0 0 0,0 0 1 0 0,0-1-1 0 0,-1-4 0 0 0,1 6-18 0 0,-1 1 0 0 0,1-1 1 0 0,-1 1-1 0 0,1 0 0 0 0,-1-1 1 0 0,0 1-1 0 0,0-1 0 0 0,0 1 0 0 0,1 0 1 0 0,-1 0-1 0 0,-1-1 0 0 0,1 1 1 0 0,0 0-1 0 0,0 0 0 0 0,0 0 1 0 0,0 0-1 0 0,-1 0 0 0 0,1 1 0 0 0,0-1 1 0 0,-1 0-1 0 0,1 0 0 0 0,-1 1 1 0 0,1-1-1 0 0,-1 1 0 0 0,1 0 1 0 0,-1-1-1 0 0,1 1 0 0 0,-1 0 0 0 0,0 0 1 0 0,1 0-1 0 0,-1 0 0 0 0,1 0 1 0 0,-1 0-1 0 0,-1 1 0 0 0,-4 0-9 0 0,-1 0-1 0 0,1 1 1 0 0,0 0-1 0 0,0 0 1 0 0,0 0 0 0 0,0 1-1 0 0,1 1 1 0 0,-1-1-1 0 0,1 1 1 0 0,-1 0-1 0 0,1 0 1 0 0,0 1-1 0 0,1 0 1 0 0,-1 0 0 0 0,1 0-1 0 0,0 0 1 0 0,0 1-1 0 0,1 0 1 0 0,0 0-1 0 0,-5 9 1 0 0,7-11 1 0 0,0 0 0 0 0,0 1 0 0 0,0-1 0 0 0,1 1 0 0 0,0-1 0 0 0,0 1 0 0 0,0 0 0 0 0,0 0 0 0 0,1-1 0 0 0,-1 1 0 0 0,1 0 0 0 0,0 0-1 0 0,1-1 1 0 0,-1 1 0 0 0,1 0 0 0 0,0-1 0 0 0,0 1 0 0 0,1 0 0 0 0,-1-1 0 0 0,1 0 0 0 0,0 1 0 0 0,0-1 0 0 0,1 0 0 0 0,-1 0 0 0 0,1 0 0 0 0,0 0 0 0 0,0 0 0 0 0,0-1 0 0 0,0 1 0 0 0,1-1 0 0 0,0 0 0 0 0,-1 0 0 0 0,1 0 0 0 0,6 2 0 0 0,14 10-1 0 0,0-2 0 0 0,1-1 0 0 0,1-1 1 0 0,0-1-1 0 0,54 13 0 0 0,142 16-558 0 0,-195-35 419 0 0,210 21-2670 0 0,-81-22-2252 0 0,-106-5 2098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657 73 4288 0 0,'1'-3'79'0'0,"-1"1"1"0"0,0-1-1 0 0,0 0 0 0 0,0 0 0 0 0,-1 0 0 0 0,1 1 0 0 0,-1-1 0 0 0,1 0 0 0 0,-1 0 0 0 0,0 1 0 0 0,0-1 0 0 0,0 1 0 0 0,0-1 0 0 0,-1 1 0 0 0,1-1 0 0 0,-1 1 1 0 0,1 0-1 0 0,-1-1 0 0 0,0 1 0 0 0,0 0 0 0 0,0 0 0 0 0,0 1 0 0 0,0-1 0 0 0,0 0 0 0 0,-1 1 0 0 0,1-1 0 0 0,-1 1 0 0 0,1-1 0 0 0,-1 1 0 0 0,1 0 0 0 0,-1 0 1 0 0,0 1-1 0 0,1-1 0 0 0,-1 0 0 0 0,0 1 0 0 0,0 0 0 0 0,1-1 0 0 0,-1 1 0 0 0,-4 1 0 0 0,-9 0-53 0 0,-1 1 0 0 0,1 0 0 0 0,0 1 0 0 0,0 1 0 0 0,-23 9 0 0 0,8-1-16 0 0,0 2-1 0 0,2 1 0 0 0,0 1 0 0 0,0 1 0 0 0,2 2 1 0 0,0 0-1 0 0,1 2 0 0 0,1 1 0 0 0,1 1 0 0 0,2 1 0 0 0,0 1 1 0 0,1 1-1 0 0,2 1 0 0 0,0 1 0 0 0,2 0 0 0 0,1 1 1 0 0,2 1-1 0 0,-14 39 0 0 0,25-62-6 0 0,1-1-1 0 0,1 1 1 0 0,-1 0-1 0 0,1-1 1 0 0,0 1-1 0 0,1 0 1 0 0,0-1 0 0 0,0 1-1 0 0,0 0 1 0 0,1 0-1 0 0,0-1 1 0 0,0 1-1 0 0,1 0 1 0 0,0-1 0 0 0,0 0-1 0 0,0 1 1 0 0,6 9-1 0 0,-3-9 21 0 0,0 0 0 0 0,0-1 0 0 0,1 1 0 0 0,0-1 0 0 0,0-1 0 0 0,0 1 0 0 0,1-1 1 0 0,0 0-1 0 0,0-1 0 0 0,0 0 0 0 0,1 0 0 0 0,-1 0 0 0 0,17 4 0 0 0,38 10 110 0 0,1-3 0 0 0,1-3 0 0 0,119 8 0 0 0,-68-8 509 0 0,-112-12-595 0 0,42-12-1218 0 0,-20-5-2411 0 0,-12 9 819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289 551 6381 0 0,'1'-1'-11'0'0,"0"0"1"0"0,0-1-1 0 0,0 1 1 0 0,-1-1-1 0 0,1 1 1 0 0,0-1 0 0 0,-1 1-1 0 0,1-1 1 0 0,-1 0-1 0 0,0 1 1 0 0,1-1 0 0 0,-1 0-1 0 0,0 1 1 0 0,0-1-1 0 0,0 0 1 0 0,0 1-1 0 0,-1-1 1 0 0,0-3 0 0 0,1 4 18 0 0,-1 0 0 0 0,0 0 0 0 0,1 0 0 0 0,-1 0 0 0 0,0 0 0 0 0,0 0 0 0 0,0 1 0 0 0,0-1 1 0 0,0 0-1 0 0,0 0 0 0 0,0 1 0 0 0,0-1 0 0 0,0 1 0 0 0,0-1 0 0 0,0 1 0 0 0,0-1 0 0 0,-1 1 0 0 0,1-1 0 0 0,-2 1 1 0 0,-3-1 7 0 0,1 1 0 0 0,-1-1 0 0 0,1 1 1 0 0,-1 1-1 0 0,1-1 0 0 0,-1 1 0 0 0,1 0 1 0 0,-1 0-1 0 0,1 0 0 0 0,-7 4 0 0 0,-13 5-7 0 0,1 1 0 0 0,1 2 0 0 0,-23 15 0 0 0,38-23-8 0 0,0 1 0 0 0,1 0-1 0 0,-1 0 1 0 0,1 1-1 0 0,1 0 1 0 0,-1 1-1 0 0,1-1 1 0 0,0 1-1 0 0,1 0 1 0 0,0 0-1 0 0,-6 14 1 0 0,10-20 3 0 0,0-1-1 0 0,1 1 1 0 0,-1-1 0 0 0,1 1 0 0 0,-1 0-1 0 0,1-1 1 0 0,0 1 0 0 0,0 0-1 0 0,0-1 1 0 0,0 1 0 0 0,0 0 0 0 0,0-1-1 0 0,1 1 1 0 0,-1 0 0 0 0,0-1-1 0 0,1 1 1 0 0,-1 0 0 0 0,1-1 0 0 0,0 1-1 0 0,-1-1 1 0 0,1 1 0 0 0,0-1 0 0 0,0 0-1 0 0,0 1 1 0 0,0-1 0 0 0,0 0-1 0 0,0 1 1 0 0,0-1 0 0 0,1 0 0 0 0,-1 0-1 0 0,0 0 1 0 0,1 0 0 0 0,-1 0-1 0 0,1 0 1 0 0,-1-1 0 0 0,1 1 0 0 0,-1 0-1 0 0,1-1 1 0 0,2 1 0 0 0,5 2 35 0 0,0-1 0 0 0,0 0-1 0 0,1 0 1 0 0,17 0 0 0 0,-23-2-27 0 0,9 0 48 0 0,1 0 1 0 0,-1-1-1 0 0,1-1 0 0 0,-1 0 1 0 0,1 0-1 0 0,-1-2 1 0 0,23-8-1 0 0,-27 9 54 0 0,-1-1 0 0 0,1 0-1 0 0,-1-1 1 0 0,0 0 0 0 0,0 0-1 0 0,0 0 1 0 0,-1-1 0 0 0,0 0 0 0 0,0-1-1 0 0,0 0 1 0 0,10-14 0 0 0,28-30 1327 0 0,-43 50-1364 0 0,-2 0-75 0 0,0 1-1 0 0,0 0 1 0 0,0 0 0 0 0,0 0-1 0 0,0 0 1 0 0,0 0 0 0 0,0-1-1 0 0,0 1 1 0 0,0 0 0 0 0,0 0-1 0 0,0 0 1 0 0,0 0-1 0 0,0-1 1 0 0,0 1 0 0 0,0 0-1 0 0,0 0 1 0 0,0 0 0 0 0,0 0-1 0 0,0 0 1 0 0,0 0 0 0 0,0-1-1 0 0,0 1 1 0 0,0 0 0 0 0,0 0-1 0 0,0 0 1 0 0,0 0 0 0 0,1 0-1 0 0,-1 0 1 0 0,0-1 0 0 0,0 1-1 0 0,0 0 1 0 0,0 0 0 0 0,0 0-1 0 0,0 0 1 0 0,1 0 0 0 0,-1 0-1 0 0,0 0 1 0 0,0 0 0 0 0,0 0-1 0 0,0 0 1 0 0,0 0 0 0 0,1 0-1 0 0,-1 0 1 0 0,0 0 0 0 0,0 0-1 0 0,0 0 1 0 0,0 0-1 0 0,0 0 1 0 0,1 0 0 0 0,-1 0-1 0 0,0 0 1 0 0,0 0 0 0 0,0 0-1 0 0,0 0 1 0 0,0 0 0 0 0,1 0-1 0 0,-1 0 1 0 0,0 0 0 0 0,0 0-1 0 0,0 1 1 0 0,0-1 0 0 0,0 0-1 0 0,0 0 1 0 0,1 0 0 0 0,-1 0-1 0 0,0 5-1 0 0,1 0-1 0 0,0 0 1 0 0,1 0 0 0 0,-1-1-1 0 0,1 1 1 0 0,0 0-1 0 0,0-1 1 0 0,0 0 0 0 0,0 1-1 0 0,1-1 1 0 0,0 0-1 0 0,0 0 1 0 0,0 0-1 0 0,1-1 1 0 0,-1 1 0 0 0,1-1-1 0 0,-1 0 1 0 0,1 0-1 0 0,0 0 1 0 0,1 0 0 0 0,-1-1-1 0 0,0 1 1 0 0,1-1-1 0 0,-1 0 1 0 0,1-1 0 0 0,0 1-1 0 0,-1-1 1 0 0,7 1-1 0 0,2 3 1 0 0,13 3 14 0 0,-1 0 1 0 0,1-2-1 0 0,0 0 1 0 0,27 1-1 0 0,-42-6-7 0 0,0 0 0 0 0,0-1 0 0 0,-1-1-1 0 0,1 1 1 0 0,0-1 0 0 0,-1-1 0 0 0,1 0 0 0 0,-1-1-1 0 0,1 0 1 0 0,-1 0 0 0 0,0-1 0 0 0,16-9-1 0 0,-21 9 3 0 0,0 0-1 0 0,-1-1 0 0 0,1 1 0 0 0,-1-1 1 0 0,-1 0-1 0 0,1 0 0 0 0,-1 0 0 0 0,1-1 1 0 0,-1 1-1 0 0,-1-1 0 0 0,1 0 0 0 0,-1 0 0 0 0,0 0 1 0 0,-1 0-1 0 0,1 0 0 0 0,-1 0 0 0 0,0 0 1 0 0,-1 0-1 0 0,1 0 0 0 0,-1-1 0 0 0,-2-10 1 0 0,0-14 18 0 0,-2-1 1 0 0,-16-59-1 0 0,16 75-18 0 0,-97-323 2019 0 0,82 292-928 0 0,18 46-1092 0 0,-1 28-396 0 0,1 22 310 0 0,3 0 0 0 0,11 70 0 0 0,-11-99 62 0 0,3 16 6 0 0,1 0 0 0 0,1-1 1 0 0,2 1-1 0 0,2-2 0 0 0,27 61 0 0 0,-31-81 5 0 0,1 1 1 0 0,1-1 0 0 0,0-1-1 0 0,1 0 1 0 0,0 0 0 0 0,1-1-1 0 0,0 0 1 0 0,1-1-1 0 0,1 0 1 0 0,0-1 0 0 0,0 0-1 0 0,1-1 1 0 0,0-1 0 0 0,0 0-1 0 0,19 7 1 0 0,-14-9-8 0 0,1 0-1 0 0,-1-2 1 0 0,1 0 0 0 0,0-1 0 0 0,0 0-1 0 0,0-2 1 0 0,0-1 0 0 0,0 0 0 0 0,0-1 0 0 0,31-7-1 0 0,-34 5 9 0 0,0-1-1 0 0,-1-1 1 0 0,0 0-1 0 0,0-1 1 0 0,0-1-1 0 0,-1-1 1 0 0,0 0 0 0 0,0-1-1 0 0,-1 0 1 0 0,0-1-1 0 0,-1-1 1 0 0,22-21-1 0 0,-30 26 13 0 0,-1 1-1 0 0,0-1 0 0 0,0 0 1 0 0,0-1-1 0 0,-1 1 0 0 0,1-1 1 0 0,-2 1-1 0 0,1-1 0 0 0,-1 0 1 0 0,0 0-1 0 0,0 0 1 0 0,-1 0-1 0 0,0 0 0 0 0,0-1 1 0 0,-1 1-1 0 0,0 0 0 0 0,0 0 1 0 0,-1-1-1 0 0,1 1 0 0 0,-2 0 1 0 0,-3-13-1 0 0,5 19-10 0 0,0 0-1 0 0,-1 1 1 0 0,1-1 0 0 0,0 0-1 0 0,-1 0 1 0 0,1 0 0 0 0,-1 1-1 0 0,1-1 1 0 0,-1 0-1 0 0,0 1 1 0 0,1-1 0 0 0,-1 0-1 0 0,0 1 1 0 0,1-1-1 0 0,-1 1 1 0 0,0-1 0 0 0,0 1-1 0 0,1-1 1 0 0,-1 1-1 0 0,0-1 1 0 0,0 1 0 0 0,0 0-1 0 0,0 0 1 0 0,0-1 0 0 0,1 1-1 0 0,-1 0 1 0 0,0 0-1 0 0,0 0 1 0 0,0 0 0 0 0,0 0-1 0 0,0 0 1 0 0,0 0-1 0 0,0 0 1 0 0,0 0 0 0 0,1 1-1 0 0,-1-1 1 0 0,0 0 0 0 0,0 1-1 0 0,0-1 1 0 0,0 0-1 0 0,1 1 1 0 0,-1-1 0 0 0,0 1-1 0 0,0-1 1 0 0,1 1-1 0 0,-1 0 1 0 0,0-1 0 0 0,0 2-1 0 0,-3 0-6 0 0,0 1 0 0 0,1 0 0 0 0,0-1 0 0 0,-1 1 0 0 0,1 1 0 0 0,0-1 0 0 0,0 0 0 0 0,-3 7 0 0 0,4-7 3 0 0,0 1 0 0 0,1 0 0 0 0,0 0 0 0 0,-1 0 0 0 0,2 0 0 0 0,-1 0 0 0 0,0 0 0 0 0,1 1 0 0 0,0-1 1 0 0,0 0-1 0 0,0 0 0 0 0,0 0 0 0 0,0 0 0 0 0,1 0 0 0 0,0 1 0 0 0,0-1 0 0 0,0 0 0 0 0,1-1 0 0 0,-1 1 1 0 0,3 5-1 0 0,0-4 3 0 0,1 1 0 0 0,-1-1 0 0 0,1 0 0 0 0,0 0 0 0 0,0 0 0 0 0,1-1 0 0 0,-1 0 0 0 0,1 0 0 0 0,0 0 0 0 0,0 0 0 0 0,13 4 1 0 0,13 5-51 0 0,1-2 1 0 0,0-1-1 0 0,0-2 1 0 0,1-1-1 0 0,0-1 1 0 0,36 0-1 0 0,-25-4-511 0 0,0-2-1 0 0,0-2 0 0 0,0-2 0 0 0,54-12 1 0 0,-77 11-915 0 0,0-1 0 0 0,26-11 0 0 0,-16 1-1728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29 104 7245 0 0,'-18'0'-285'0'0,"8"0"192"0"0,9-3-9 0 0,28-7 100 0 0,0 1-1 0 0,1 1 1 0 0,0 2-1 0 0,0 0 1 0 0,43-2-1 0 0,-34 4-2 0 0,114-20-420 0 0,-51 4-2923 0 0,-75 14 2232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370 82 4148 0 0,'-4'-14'260'0'0,"-1"10"-186"0"0,1 1-1 0 0,-1-1 0 0 0,0 1 1 0 0,1 0-1 0 0,-2 1 0 0 0,1-1 1 0 0,0 1-1 0 0,0 0 1 0 0,-1 0-1 0 0,1 1 0 0 0,-1-1 1 0 0,1 1-1 0 0,-1 0 0 0 0,-7 1 1 0 0,3 0-23 0 0,0 0 1 0 0,0 1 0 0 0,0 1 0 0 0,-1-1 0 0 0,1 2-1 0 0,1-1 1 0 0,-16 7 0 0 0,6 0-29 0 0,1 0 0 0 0,0 0 0 0 0,1 2 0 0 0,0 0 1 0 0,1 2-1 0 0,0-1 0 0 0,-24 27 0 0 0,38-38-19 0 0,0 1 1 0 0,0 1-1 0 0,0-1 1 0 0,0 0-1 0 0,0 0 1 0 0,0 1-1 0 0,1-1 1 0 0,-1 1-1 0 0,1 0 1 0 0,0-1-1 0 0,0 1 1 0 0,0 0-1 0 0,0 0 1 0 0,0 0-1 0 0,0-1 1 0 0,1 1-1 0 0,0 0 1 0 0,-1 0-1 0 0,1 0 1 0 0,0 0-1 0 0,1 4 0 0 0,0-4 6 0 0,0-1-1 0 0,1 1 0 0 0,-1-1 0 0 0,1 1 1 0 0,-1-1-1 0 0,1 1 0 0 0,0-1 0 0 0,0 0 1 0 0,0 0-1 0 0,0 0 0 0 0,0 0 0 0 0,1 0 0 0 0,-1-1 1 0 0,1 1-1 0 0,-1-1 0 0 0,1 1 0 0 0,3 1 1 0 0,10 3 27 0 0,0-1 1 0 0,1 0 0 0 0,-1-1 0 0 0,1-1 0 0 0,31 2 0 0 0,-43-4-30 0 0,30 1 37 0 0,0-1 0 0 0,1-1 1 0 0,41-7-1 0 0,-67 6-18 0 0,1-1 1 0 0,-1-1-1 0 0,0 0 1 0 0,0-1-1 0 0,-1 0 1 0 0,17-9 0 0 0,-21 10-2 0 0,0 0 0 0 0,-1 0 0 0 0,0 0 0 0 0,0-1 0 0 0,0 0 1 0 0,0 0-1 0 0,-1 0 0 0 0,0 0 0 0 0,1-1 0 0 0,-2 1 0 0 0,1-1 1 0 0,0 1-1 0 0,-1-1 0 0 0,2-6 0 0 0,-2 1 90 0 0,-1 0 1 0 0,0 0-1 0 0,0 0 1 0 0,-1 0-1 0 0,0 0 0 0 0,-1 0 1 0 0,0 0-1 0 0,-1 0 0 0 0,0 0 1 0 0,-1 0-1 0 0,-5-15 1 0 0,2 7 96 0 0,6 16-174 0 0,-6-24-21 0 0,43 125-67 0 0,-19-51 45 0 0,27 54-1 0 0,17 4 13 0 0,6-3-1 0 0,94 111 0 0 0,-107-144-1 0 0,-44-56-5 0 0,1 0 4 0 0,0 1 0 0 0,-2 1 1 0 0,1 0-1 0 0,12 28 0 0 0,-21-40 0 0 0,-1 0 0 0 0,0 0 0 0 0,1 0-1 0 0,-1 0 1 0 0,0 0 0 0 0,-1 0-1 0 0,1 0 1 0 0,-1 0 0 0 0,0 0-1 0 0,0 0 1 0 0,0 0 0 0 0,0 0-1 0 0,-1 0 1 0 0,1 0 0 0 0,-1 0-1 0 0,0 0 1 0 0,-1 0 0 0 0,1 0-1 0 0,-1 0 1 0 0,1 0 0 0 0,-1-1-1 0 0,0 1 1 0 0,-1-1 0 0 0,1 1-1 0 0,0-1 1 0 0,-1 0 0 0 0,-4 4 0 0 0,-9 6 6 0 0,1-2 0 0 0,-2 0 1 0 0,1-1-1 0 0,-1 0 1 0 0,-1-2-1 0 0,0 0 1 0 0,0-1-1 0 0,0-1 1 0 0,-33 7-1 0 0,-5-1 117 0 0,-117 7 1 0 0,113-17 190 0 0,-75-5-1 0 0,110 1-115 0 0,0-1-1 0 0,0-2 1 0 0,0 0-1 0 0,0-2 1 0 0,-38-15-1 0 0,57 19-166 0 0,0 0-1 0 0,1 0 1 0 0,-1 0-1 0 0,1-1 0 0 0,0 0 1 0 0,0 0-1 0 0,0 0 1 0 0,0-1-1 0 0,1 1 1 0 0,0-1-1 0 0,0 0 1 0 0,0-1-1 0 0,1 1 1 0 0,-1 0-1 0 0,1-1 1 0 0,1 0-1 0 0,-1 0 1 0 0,1 0-1 0 0,0 0 1 0 0,0 0-1 0 0,1 0 1 0 0,0-1-1 0 0,0 1 1 0 0,0 0-1 0 0,1-1 1 0 0,0 1-1 0 0,1-11 1 0 0,2-6-33 0 0,0 1-1 0 0,2 0 1 0 0,0 0 0 0 0,2 0 0 0 0,0 1 0 0 0,18-35 0 0 0,9-5-73 0 0,3 1-1 0 0,2 2 1 0 0,3 2-1 0 0,2 1 1 0 0,3 2-1 0 0,87-76 1 0 0,-89 93 8 0 0,0 2 1 0 0,83-45 0 0 0,-27 18-5 0 0,-87 51 65 0 0,30-16 48 0 0,-42 25-40 0 0,-1 0 1 0 0,5-4 1 0 0,-5 3 9 0 0,-4 5-35 0 0,1 0 2 0 0,-1 1 0 0 0,1-1 0 0 0,-1 0-1 0 0,1 1 1 0 0,0-1 0 0 0,0 1 0 0 0,1 0-1 0 0,-1 0 1 0 0,1-1 0 0 0,-2 8 0 0 0,0-2-13 0 0,0 0 0 0 0,1 0 0 0 0,0 1 0 0 0,0-1 1 0 0,1 1-1 0 0,-1 12 0 0 0,3-15 22 0 0,0-1 1 0 0,1 0-1 0 0,-1 1 0 0 0,1-1 0 0 0,0 0 1 0 0,1 0-1 0 0,-1 0 0 0 0,1-1 1 0 0,0 1-1 0 0,1 0 0 0 0,-1-1 0 0 0,1 0 1 0 0,5 5-1 0 0,-1-2 3 0 0,0 0 1 0 0,1-1-1 0 0,0 0 1 0 0,0 0-1 0 0,1-1 1 0 0,20 10-1 0 0,-10-8 9 0 0,0 0-1 0 0,0-2 0 0 0,1 0 1 0 0,0-1-1 0 0,0-1 1 0 0,1-1-1 0 0,31 1 0 0 0,-45-5 4 0 0,-1 1 0 0 0,0-1 0 0 0,1 0-1 0 0,-1 0 1 0 0,0-1 0 0 0,0 0-1 0 0,0 0 1 0 0,0-1 0 0 0,0 0 0 0 0,0 0-1 0 0,-1 0 1 0 0,1-1 0 0 0,7-6 0 0 0,-11 7-7 0 0,0 1 1 0 0,-1 0 0 0 0,0-1 0 0 0,1 0 0 0 0,-1 1 0 0 0,0-1 0 0 0,0 0-1 0 0,-1 0 1 0 0,1 0 0 0 0,-1 0 0 0 0,1-1 0 0 0,-1 1 0 0 0,0 0 0 0 0,0-1-1 0 0,0 1 1 0 0,-1-1 0 0 0,1 1 0 0 0,-1-1 0 0 0,0 1 0 0 0,0-1 0 0 0,0 1-1 0 0,0-1 1 0 0,-1 1 0 0 0,1 0 0 0 0,-1-1 0 0 0,0 1 0 0 0,0-1-1 0 0,0 1 1 0 0,-1 0 0 0 0,-2-6 0 0 0,0 2-2 0 0,0 0-1 0 0,0 0 1 0 0,0 0-1 0 0,-1 0 1 0 0,0 1-1 0 0,-1 0 1 0 0,0 0-1 0 0,0 0 1 0 0,0 1-1 0 0,0 0 1 0 0,-1 0-1 0 0,0 1 1 0 0,-11-7-1 0 0,-7 1-17 0 0,0 0-1 0 0,-52-12 0 0 0,13 4-16 0 0,38 9-616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55 139 6033 0 0,'-13'-9'-538'0'0,"-27"-25"288"0"0,39 33 227 0 0,3 0 10 0 0,0 0 22 0 0,0 0-1 0 0,1 1 1 0 0,-1 0 0 0 0,1-1-1 0 0,-1 1 1 0 0,0 0-1 0 0,1 0 1 0 0,-1 0 0 0 0,1 0-1 0 0,-1 1 1 0 0,0-1 0 0 0,1 1-1 0 0,-1-1 1 0 0,0 1-1 0 0,1 0 1 0 0,-1 0 0 0 0,0 0-1 0 0,0 0 1 0 0,0 0 0 0 0,2 2-1 0 0,66 35 112 0 0,-47-25-78 0 0,85 52 116 0 0,137 107 1 0 0,-239-168-165 0 0,1 1 24 0 0,0 0 0 0 0,-1 1 0 0 0,1-1 1 0 0,-1 1-1 0 0,8 12 0 0 0,-13-17-5 0 0,0 0 0 0 0,0 0 0 0 0,-1 0 0 0 0,1 0-1 0 0,-1 1 1 0 0,1-1 0 0 0,-1 0 0 0 0,1 1-1 0 0,-1-1 1 0 0,0 0 0 0 0,0 1 0 0 0,0-1 0 0 0,0 0-1 0 0,0 1 1 0 0,0-1 0 0 0,0 1 0 0 0,0-1 0 0 0,0 0-1 0 0,-1 1 1 0 0,1-1 0 0 0,0 0 0 0 0,-1 0 0 0 0,1 1-1 0 0,-1-1 1 0 0,0 0 0 0 0,1 0 0 0 0,-1 0 0 0 0,0 1-1 0 0,0-1 1 0 0,0 0 0 0 0,0 0 0 0 0,0 0 0 0 0,0 0-1 0 0,0-1 1 0 0,0 1 0 0 0,0 0 0 0 0,0 0 0 0 0,0-1-1 0 0,0 1 1 0 0,-1 0 0 0 0,1-1 0 0 0,-3 1 0 0 0,-10 6 167 0 0,0-1 0 0 0,0-1 0 0 0,-1 0-1 0 0,0-1 1 0 0,-25 3 0 0 0,30-5 13 0 0,0-1 0 0 0,1 0 0 0 0,-1-1 0 0 0,0 0 0 0 0,0-1 0 0 0,0 0 0 0 0,0 0 0 0 0,1-1-1 0 0,-1 0 1 0 0,-9-4 0 0 0,17 5-158 0 0,0-1-1 0 0,0 1 0 0 0,0-1 0 0 0,0 1 1 0 0,0-1-1 0 0,0 0 0 0 0,1 0 1 0 0,-1 1-1 0 0,0-1 0 0 0,1-1 1 0 0,0 1-1 0 0,-1 0 0 0 0,1 0 0 0 0,0 0 1 0 0,0-1-1 0 0,1 1 0 0 0,-1 0 1 0 0,0-1-1 0 0,1 1 0 0 0,-1-1 0 0 0,1 1 1 0 0,0-1-1 0 0,0 1 0 0 0,0-1 1 0 0,0 1-1 0 0,0 0 0 0 0,0-1 1 0 0,1 1-1 0 0,-1-1 0 0 0,1 1 0 0 0,0-1 1 0 0,1-3-1 0 0,4-11-23 0 0,0 0 0 0 0,1 1-1 0 0,13-22 1 0 0,-15 30 10 0 0,23-41-62 0 0,3 1-1 0 0,2 1 1 0 0,2 2 0 0 0,1 2 0 0 0,70-64 0 0 0,-104 106 12 0 0,-8 2-1073 0 0,3 0 906 0 0,0 0 0 0 0,1 0 1 0 0,-1 0-1 0 0,0 1 0 0 0,1-1 0 0 0,-1 1 0 0 0,1-1 0 0 0,0 1 1 0 0,-1 0-1 0 0,-2 4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33 7097 0 0,'0'0'452'0'0,"2"-4"-230"0"0,15-25 1673 0 0,-7 52-1804 0 0,12 46-1 0 0,-13-40-46 0 0,17 40-1 0 0,-19-53-208 0 0,50 93 536 0 0,-50-99-1028 0 0,0 1 0 0 0,1-1 0 0 0,0-1 0 0 0,11 11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 38 7125 0 0,'-8'-10'112'0'0,"0"5"-4"0"0,5 0 280 0 0,-2-7-124 0 0,-1 7-196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337 330 4780 0 0,'-4'-2'-90'0'0,"-2"0"73"0"0,2 0 2 0 0,1 1 1 0 0,-1 0-1 0 0,0 0 1 0 0,1 1 0 0 0,-1-1-1 0 0,0 1 1 0 0,1 0-1 0 0,-1 0 1 0 0,0 0 0 0 0,0 0-1 0 0,1 0 1 0 0,-1 1-1 0 0,-4 1 1 0 0,-6 0 33 0 0,0 1-1 0 0,0 0 0 0 0,0 1 1 0 0,1 0-1 0 0,0 1 1 0 0,0 1-1 0 0,0 0 1 0 0,1 1-1 0 0,0 0 0 0 0,0 1 1 0 0,0 0-1 0 0,1 1 1 0 0,1 0-1 0 0,-1 1 1 0 0,1 0-1 0 0,-9 13 0 0 0,12-15 3 0 0,2 0-1 0 0,-1 0 1 0 0,1 0-1 0 0,0 1 1 0 0,1 0-1 0 0,0 0 1 0 0,0 0-1 0 0,1 1 1 0 0,0-1-1 0 0,1 1 1 0 0,0-1-1 0 0,1 1 1 0 0,0 0-1 0 0,0 0 1 0 0,1-1-1 0 0,0 1 0 0 0,1 0 1 0 0,0 0-1 0 0,0 0 1 0 0,1-1-1 0 0,1 1 1 0 0,-1-1-1 0 0,9 19 1 0 0,-9-23 31 0 0,0-1 0 0 0,1 1 0 0 0,0 0 0 0 0,-1-1 0 0 0,1 1 0 0 0,1-1 0 0 0,-1 0 0 0 0,1 0 0 0 0,0 0 0 0 0,0-1 0 0 0,0 1 0 0 0,0-1 0 0 0,0 0 0 0 0,1 0 0 0 0,0 0 0 0 0,-1-1 0 0 0,1 1 0 0 0,0-1 0 0 0,0-1 0 0 0,0 1 0 0 0,1-1 0 0 0,-1 1 0 0 0,6-1 0 0 0,-1-1 12 0 0,-1 0 0 0 0,1-1 0 0 0,0 0 0 0 0,-1-1 0 0 0,1 0-1 0 0,-1 0 1 0 0,1-1 0 0 0,-1 0 0 0 0,0-1 0 0 0,0 0 0 0 0,-1 0 0 0 0,10-7 0 0 0,112-70 169 0 0,125-71-96 0 0,-239 147-150 0 0,-13 4 10 0 0,0 1 1 0 0,0-1 0 0 0,0 0-1 0 0,0-1 1 0 0,-1 1-1 0 0,1 0 1 0 0,0-1 0 0 0,-1 1-1 0 0,1-1 1 0 0,-1 0-1 0 0,0 0 1 0 0,4-3 0 0 0,-5 4 17 0 0,12-5 40 0 0,-12 6-42 0 0,-1 0-1 0 0,0 0 1 0 0,0 0-1 0 0,1 0 1 0 0,-1 0-1 0 0,0 0 0 0 0,1 0 1 0 0,-1 0-1 0 0,0 0 1 0 0,0 0-1 0 0,1 0 1 0 0,-1 0-1 0 0,0 0 1 0 0,0 0-1 0 0,1 0 0 0 0,-1-1 1 0 0,0 1-1 0 0,0 0 1 0 0,1 0-1 0 0,-1 0 1 0 0,0 0-1 0 0,0-1 1 0 0,0 1-1 0 0,1 0 0 0 0,-1 0 1 0 0,0-1-1 0 0,0 1 1 0 0,0 0-1 0 0,0 0 1 0 0,0-1-1 0 0,1 1 0 0 0,-1 0 1 0 0,0 0-1 0 0,0-1 1 0 0,0 1-1 0 0,0 0 1 0 0,0 0-1 0 0,0-1 1 0 0,0 1-1 0 0,0 0 0 0 0,0-1 1 0 0,0 1-1 0 0,0 0 1 0 0,0 0-1 0 0,0-1 1 0 0,0 0-1 0 0,-4 0-5 0 0,1-1-1 0 0,-1 1 1 0 0,1 0-1 0 0,-1 0 1 0 0,1 0-1 0 0,-1 0 1 0 0,0 1-1 0 0,1-1 1 0 0,-1 1-1 0 0,0 0 1 0 0,1 0-1 0 0,-1 0 1 0 0,0 1-1 0 0,1-1 1 0 0,-1 1-1 0 0,0 0 1 0 0,1 0-1 0 0,-1 0 1 0 0,1 0-1 0 0,-4 2 1 0 0,-9 5-16 0 0,1 1 0 0 0,0 0 0 0 0,1 1 0 0 0,0 1 0 0 0,0 0 0 0 0,1 1 0 0 0,1 0 0 0 0,0 1 0 0 0,1 0 0 0 0,-19 29 0 0 0,29-40 10 0 0,0-1 0 0 0,0 1 0 0 0,0-1 1 0 0,1 1-1 0 0,-1 0 0 0 0,0-1 0 0 0,1 1 0 0 0,-1 0 0 0 0,1 0 0 0 0,0-1 1 0 0,0 1-1 0 0,-1 0 0 0 0,1 0 0 0 0,0 0 0 0 0,0-1 0 0 0,1 1 0 0 0,-1 0 0 0 0,0 0 1 0 0,1-1-1 0 0,-1 1 0 0 0,1 0 0 0 0,-1 0 0 0 0,1-1 0 0 0,0 1 0 0 0,0-1 1 0 0,0 1-1 0 0,1 1 0 0 0,1 0 4 0 0,0-1 1 0 0,-1 0 0 0 0,1 0-1 0 0,1 0 1 0 0,-1-1-1 0 0,0 1 1 0 0,0-1 0 0 0,1 1-1 0 0,-1-1 1 0 0,0 0-1 0 0,1-1 1 0 0,6 2 0 0 0,5-1 14 0 0,-1 0 1 0 0,1-1 0 0 0,-1 0 0 0 0,1-1 0 0 0,27-6-1 0 0,-24 1 79 0 0,0 0-1 0 0,0-2 0 0 0,0 0 0 0 0,-1-1 0 0 0,0 0 0 0 0,-1-1 0 0 0,0-1 0 0 0,0-1 0 0 0,-1-1 0 0 0,-1 0 0 0 0,0 0 0 0 0,12-17 0 0 0,-26 29-89 0 0,1 0 0 0 0,-1 0 0 0 0,1 0-1 0 0,-1 1 1 0 0,1-1 0 0 0,-1 0 0 0 0,1 0-1 0 0,-1 1 1 0 0,1-1 0 0 0,0 0 0 0 0,-1 1 0 0 0,1-1-1 0 0,0 0 1 0 0,0 1 0 0 0,-1-1 0 0 0,1 1-1 0 0,0-1 1 0 0,0 1 0 0 0,0 0 0 0 0,0-1-1 0 0,0 1 1 0 0,-1 0 0 0 0,1 0 0 0 0,0-1 0 0 0,0 1-1 0 0,0 0 1 0 0,0 0 0 0 0,0 0 0 0 0,2 0-1 0 0,6 25-50 0 0,4 11 4 0 0,-5-26 36 0 0,0-1 1 0 0,1 0-1 0 0,1 0 1 0 0,-1-1-1 0 0,1 0 1 0 0,1-1-1 0 0,-1 0 1 0 0,1 0-1 0 0,1-1 1 0 0,-1-1-1 0 0,1 0 1 0 0,16 5-1 0 0,-7-4 32 0 0,0 0 0 0 0,0-2 0 0 0,0 0 0 0 0,1-1 0 0 0,0-2 1 0 0,32 0-1 0 0,-46-2 2 0 0,-1 1 1 0 0,0-1 0 0 0,0 0 0 0 0,0-1 0 0 0,0 0-1 0 0,0 0 1 0 0,0-1 0 0 0,0 1 0 0 0,-1-1 0 0 0,1-1 0 0 0,-1 1-1 0 0,0-1 1 0 0,0 0 0 0 0,0-1 0 0 0,0 0 0 0 0,-1 1-1 0 0,0-2 1 0 0,0 1 0 0 0,0-1 0 0 0,-1 1 0 0 0,1-1-1 0 0,-2 0 1 0 0,1-1 0 0 0,3-8 0 0 0,0-1 11 0 0,-2-1 0 0 0,0-1 0 0 0,-1 1-1 0 0,0-1 1 0 0,-2 0 0 0 0,0 1 0 0 0,-1-1 0 0 0,-2-32 0 0 0,-2-10 302 0 0,-2 1-1 0 0,-2 0 1 0 0,-3 0-1 0 0,-31-98 1 0 0,41 156-333 0 0,-1 0-11 0 0,1 1 1 0 0,-1-1 0 0 0,0 1-1 0 0,1 0 1 0 0,-1 0-1 0 0,0-1 1 0 0,1 1-1 0 0,-1 0 1 0 0,0 0-1 0 0,1-1 1 0 0,-1 1-1 0 0,0 0 1 0 0,1 0 0 0 0,-1 0-1 0 0,0 0 1 0 0,0 0-1 0 0,1 0 1 0 0,-1 0-1 0 0,0 0 1 0 0,1 1-1 0 0,-2-1 1 0 0,-9 14-5 0 0,0 0 1 0 0,2 1 0 0 0,0 0-1 0 0,0 0 1 0 0,2 1-1 0 0,-1 0 1 0 0,2 0-1 0 0,1 1 1 0 0,0 0-1 0 0,1 0 1 0 0,0 0 0 0 0,-1 34-1 0 0,3-20 1 0 0,1 0 0 0 0,2-1 0 0 0,1 1 0 0 0,2 0 0 0 0,1 0 0 0 0,13 47 0 0 0,-13-63-82 0 0,0-1 1 0 0,1 0-1 0 0,1 0 1 0 0,0-1 0 0 0,1 0-1 0 0,0 0 1 0 0,1-1-1 0 0,0 0 1 0 0,1 0-1 0 0,0-1 1 0 0,1 0-1 0 0,1-1 1 0 0,-1 0-1 0 0,18 10 1 0 0,-6-7-832 0 0,0-1 0 0 0,0 0 0 0 0,1-2 0 0 0,1-1 0 0 0,-1-2 0 0 0,1 0 0 0 0,41 6 0 0 0,-21-8-1919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7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18 38 6397 0 0,'0'0'-154'0'0,"-1"0"123"0"0,0 1 113 0 0,1-1 1 0 0,-1 1-1 0 0,0-1 1 0 0,0 0-1 0 0,0 1 0 0 0,0-1 1 0 0,0 0-1 0 0,1 0 1 0 0,-1 0-1 0 0,0 0 1 0 0,0 0-1 0 0,0 0 1 0 0,0 0-1 0 0,0 0 1 0 0,0 0-1 0 0,0 0 1 0 0,-1-1-1 0 0,4-2-70 0 0,0 1 0 0 0,1 0-1 0 0,-1-1 1 0 0,1 1 0 0 0,-1 0 0 0 0,1 0 0 0 0,0 0 0 0 0,-1 1-1 0 0,1-1 1 0 0,0 1 0 0 0,0-1 0 0 0,0 1 0 0 0,1 0-1 0 0,-1 0 1 0 0,0 0 0 0 0,0 1 0 0 0,1-1 0 0 0,4 1-1 0 0,77-6-843 0 0,-55 5-483 0 0,-11 0-530 0 0,1-1-227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8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193 5 5356 0 0,'0'0'-72'0'0,"7"-3"-14"0"0,-5 2 93 0 0,-8 2 32 0 0,-7 3-27 0 0,1 1 1 0 0,0 1-1 0 0,0-1 1 0 0,0 2-1 0 0,0 0 1 0 0,1 0-1 0 0,0 1 1 0 0,1 0-1 0 0,-15 15 0 0 0,18-15 5 0 0,0 1-1 0 0,0-1 0 0 0,1 2 0 0 0,0-1 0 0 0,1 1 0 0 0,0 0 0 0 0,0 0 0 0 0,1 0 0 0 0,0 1 0 0 0,1-1 0 0 0,-2 14 0 0 0,4-18-5 0 0,1 1 1 0 0,-1-1-1 0 0,1 0 0 0 0,0 1 1 0 0,1-1-1 0 0,0 0 0 0 0,0 0 1 0 0,0 1-1 0 0,1-1 0 0 0,0 0 1 0 0,0 0-1 0 0,0-1 0 0 0,1 1 0 0 0,0 0 1 0 0,0-1-1 0 0,0 1 0 0 0,1-1 1 0 0,0 0-1 0 0,0 0 0 0 0,0-1 1 0 0,7 7-1 0 0,1-2 53 0 0,-1-1 0 0 0,2 0 0 0 0,-1 0 0 0 0,1-2 0 0 0,0 1 0 0 0,0-2 0 0 0,1 1 0 0 0,-1-2 0 0 0,1 0 0 0 0,0-1-1 0 0,1 0 1 0 0,-1-1 0 0 0,0 0 0 0 0,1-1 0 0 0,16-2 0 0 0,-25 1-11 0 0,1 0 0 0 0,0-1 0 0 0,0 0 0 0 0,-1 0 0 0 0,1 0 1 0 0,-1-1-1 0 0,1 0 0 0 0,-1 0 0 0 0,0-1 0 0 0,0 0 0 0 0,0 0 0 0 0,0 0 0 0 0,0-1 0 0 0,-1 0 0 0 0,1 0 0 0 0,-1 0 0 0 0,0-1 0 0 0,-1 0 0 0 0,1 1 0 0 0,-1-2 0 0 0,0 1 0 0 0,0-1 0 0 0,0 1 0 0 0,-1-1 0 0 0,0 0 0 0 0,0 0 0 0 0,0 0 0 0 0,-1-1 0 0 0,0 1 0 0 0,0-1 0 0 0,-1 1 0 0 0,0-1 0 0 0,0 1 0 0 0,0-9 0 0 0,-1 6-17 0 0,0 1-1 0 0,-1-1 0 0 0,0 0 0 0 0,0 1 0 0 0,0-1 0 0 0,-2 1 0 0 0,1 0 0 0 0,-1-1 0 0 0,0 1 0 0 0,0 0 0 0 0,-1 1 0 0 0,0-1 0 0 0,-1 1 0 0 0,1 0 0 0 0,-2 0 1 0 0,1 0-1 0 0,-1 0 0 0 0,0 1 0 0 0,0 0 0 0 0,0 0 0 0 0,-1 1 0 0 0,0 0 0 0 0,0 0 0 0 0,-1 1 0 0 0,-10-6 0 0 0,-2 1-42 0 0,0 0 0 0 0,0 1 1 0 0,-1 1-1 0 0,1 1 0 0 0,-2 1 0 0 0,1 1 0 0 0,0 1 0 0 0,-41-1 1 0 0,49 6-41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8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84 82 6141 0 0,'-8'-2'-128'0'0,"-1"0"1"0"0,1-1 0 0 0,-1 0-1 0 0,-10-6 1 0 0,8 4 236 0 0,10 4-22 0 0,-12-4 132 0 0,7 2-78 0 0,10 3 15 0 0,49 18-130 0 0,-1 2 1 0 0,-1 2-1 0 0,-1 2 1 0 0,-2 2-1 0 0,0 3 0 0 0,-2 1 1 0 0,46 39-1 0 0,-69-47 38 0 0,-1 0 0 0 0,22 29 0 0 0,-44-51-53 0 0,0 1 0 0 0,1-1 0 0 0,-1 1-1 0 0,0-1 1 0 0,0 1 0 0 0,0-1 0 0 0,0 1-1 0 0,0-1 1 0 0,0 1 0 0 0,1-1 0 0 0,-1 1-1 0 0,0-1 1 0 0,0 1 0 0 0,-1 0 0 0 0,1-1 0 0 0,0 1-1 0 0,0-1 1 0 0,0 1 0 0 0,0-1 0 0 0,0 1-1 0 0,-1-1 1 0 0,1 1 0 0 0,0-1 0 0 0,0 1-1 0 0,-1-1 1 0 0,1 1 0 0 0,0-1 0 0 0,-1 1-1 0 0,1-1 1 0 0,-1 0 0 0 0,1 1 0 0 0,0-1 0 0 0,-1 0-1 0 0,1 1 1 0 0,-1-1 0 0 0,1 0 0 0 0,-1 1-1 0 0,1-1 1 0 0,-1 0 0 0 0,1 0 0 0 0,-1 0-1 0 0,1 0 1 0 0,-1 1 0 0 0,0-1 0 0 0,1 0-1 0 0,-1 0 1 0 0,1 0 0 0 0,-1 0 0 0 0,1 0 0 0 0,-2-1-1 0 0,-35 6 549 0 0,22-6-376 0 0,0-1-1 0 0,0-1 0 0 0,0-1 0 0 0,0 0 1 0 0,1 0-1 0 0,0-1 0 0 0,-17-9 0 0 0,27 12-142 0 0,0 0 0 0 0,0 0 0 0 0,0-1 0 0 0,0 1-1 0 0,1-1 1 0 0,-1 0 0 0 0,1 0 0 0 0,-1 0 0 0 0,1 0 0 0 0,0-1-1 0 0,0 1 1 0 0,1-1 0 0 0,-1 0 0 0 0,1 0 0 0 0,-1 0 0 0 0,1 0-1 0 0,1 0 1 0 0,-1 0 0 0 0,1 0 0 0 0,-1-1 0 0 0,1 1 0 0 0,0-1-1 0 0,1 1 1 0 0,-1-1 0 0 0,1 1 0 0 0,0-1 0 0 0,0 1 0 0 0,0-1-1 0 0,2-5 1 0 0,1-2-23 0 0,1 0 0 0 0,0 0 0 0 0,1 1 0 0 0,0 0 0 0 0,1 0 0 0 0,1 0 0 0 0,-1 1 0 0 0,2 0 0 0 0,-1 0 0 0 0,1 1 0 0 0,18-16 0 0 0,-12 13-25 0 0,0 0 1 0 0,1 0 0 0 0,1 2 0 0 0,-1 0-1 0 0,2 1 1 0 0,-1 0 0 0 0,25-8 0 0 0,-23 8 82 0 0,-3 1-722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164 779 6553 0 0,'0'0'-261'0'0,"5"-2"71"0"0,15-7 62 0 0,-15 7 55 0 0,-14 4 53 0 0,-4 2 20 0 0,1 0 0 0 0,-1 0 1 0 0,1 1-1 0 0,-1 1 0 0 0,2 0 1 0 0,-1 1-1 0 0,1 0 0 0 0,0 1 1 0 0,0 0-1 0 0,1 0 0 0 0,-14 16 1 0 0,21-21-1 0 0,0 1 0 0 0,0 0 1 0 0,0 1-1 0 0,0-1 0 0 0,0 0 1 0 0,1 1-1 0 0,0-1 1 0 0,0 1-1 0 0,1 0 0 0 0,-1 0 1 0 0,1 0-1 0 0,0 0 0 0 0,0 0 1 0 0,0 0-1 0 0,1 0 0 0 0,0 0 1 0 0,0 0-1 0 0,0 0 1 0 0,1 0-1 0 0,-1 0 0 0 0,3 6 1 0 0,-1-4 14 0 0,1 0 1 0 0,1 0-1 0 0,-1 0 0 0 0,1 0 1 0 0,0 0-1 0 0,1-1 1 0 0,0 0-1 0 0,0 0 0 0 0,0 0 1 0 0,0 0-1 0 0,1-1 1 0 0,0 0-1 0 0,8 5 1 0 0,-3-2 163 0 0,0-1 0 0 0,1 0 0 0 0,0-1 1 0 0,0-1-1 0 0,15 6 0 0 0,-25-11-129 0 0,0 1 1 0 0,1-1-1 0 0,-1 0 1 0 0,0 0-1 0 0,0 0 1 0 0,0-1 0 0 0,1 1-1 0 0,-1 0 1 0 0,0-1-1 0 0,0 1 1 0 0,0-1-1 0 0,0 0 1 0 0,0 0-1 0 0,0 0 1 0 0,0 0-1 0 0,0 0 1 0 0,0 0-1 0 0,0 0 1 0 0,-1 0-1 0 0,1-1 1 0 0,0 1-1 0 0,-1-1 1 0 0,1 0-1 0 0,-1 1 1 0 0,0-1-1 0 0,1 0 1 0 0,-1 0-1 0 0,0 0 1 0 0,0 0-1 0 0,1-2 1 0 0,3-5 92 0 0,-1-1 0 0 0,0 1 0 0 0,0-1 0 0 0,3-16 1 0 0,0-8 26 0 0,-2 1 1 0 0,-1-1 0 0 0,-2-50 0 0 0,-13-105 148 0 0,3 72-47 0 0,0-3 1236 0 0,-31-169 1 0 0,33 254-917 0 0,-10-36 227 0 0,16 70-837 0 0,-17 60-596 0 0,7 31 541 0 0,3 1 0 0 0,5 0 0 0 0,4-1 0 0 0,24 163 0 0 0,-22-223-22 0 0,2 0 0 0 0,1 0 0 0 0,1-1 0 0 0,1 0 0 0 0,15 30 0 0 0,-19-50 47 0 0,-1 1 0 0 0,1-2 0 0 0,1 1 0 0 0,0-1 0 0 0,0 0 0 0 0,1 0 0 0 0,0 0 0 0 0,0-1 0 0 0,0 0 0 0 0,1-1 0 0 0,0 1 1 0 0,1-2-1 0 0,-1 1 0 0 0,1-1 0 0 0,0 0 0 0 0,0-1 0 0 0,1 0 0 0 0,0-1 0 0 0,9 3 0 0 0,-5-3 19 0 0,-1-1 0 0 0,1 0 1 0 0,-1-1-1 0 0,1-1 0 0 0,-1 0 0 0 0,1-1 1 0 0,-1 0-1 0 0,1-1 0 0 0,-1 0 0 0 0,1-2 1 0 0,-1 1-1 0 0,0-1 0 0 0,20-10 0 0 0,-24 9 57 0 0,-1 0-1 0 0,0 0 1 0 0,0 0 0 0 0,-1-1-1 0 0,1 0 1 0 0,-1-1 0 0 0,0 1-1 0 0,-1-1 1 0 0,0-1-1 0 0,0 1 1 0 0,0-1 0 0 0,-1 0-1 0 0,0-1 1 0 0,-1 1-1 0 0,0-1 1 0 0,0 0 0 0 0,-1 0-1 0 0,0 0 1 0 0,0 0 0 0 0,1-12-1 0 0,0-10 340 0 0,-1-1 0 0 0,-2-37-1 0 0,-1 67-370 0 0,-1-4-7 0 0,1 7 4 0 0,0-1 0 0 0,0 0 0 0 0,1 0 0 0 0,-1 0 0 0 0,0 0 0 0 0,0 0 1 0 0,0 0-1 0 0,0 0 0 0 0,0 0 0 0 0,0 0 0 0 0,0 0 0 0 0,0 0 0 0 0,0 0 1 0 0,0 0-1 0 0,0 0 0 0 0,0 0 0 0 0,0 0 0 0 0,0 0 0 0 0,1 0 0 0 0,-1 0 0 0 0,0 0 1 0 0,0 0-1 0 0,0 0 0 0 0,0 0 0 0 0,0 0 0 0 0,0 0 0 0 0,0 0 0 0 0,0 0 1 0 0,0 0-1 0 0,0 0 0 0 0,0 0 0 0 0,0 0 0 0 0,0-1 0 0 0,0 1 0 0 0,0 0 1 0 0,0 0-1 0 0,1 0 0 0 0,-1 0 0 0 0,83 212-210 0 0,-75-192 66 0 0,17 34-320 0 0,-23-50 322 0 0,0-1 1 0 0,0 0-1 0 0,0 0 0 0 0,1 0 1 0 0,-1 0-1 0 0,1 0 1 0 0,-1 0-1 0 0,1-1 0 0 0,0 1 1 0 0,0-1-1 0 0,6 4 1 0 0,-5-6-213 0 0,-1 1 1 0 0,0-1 0 0 0,1 0 0 0 0,-1 0-1 0 0,0-1 1 0 0,1 1 0 0 0,-1-1 0 0 0,0 1-1 0 0,0-1 1 0 0,1 0 0 0 0,-1 0 0 0 0,0-1-1 0 0,0 1 1 0 0,0-1 0 0 0,0 1-1 0 0,4-4 1 0 0,-4 3-145 0 0,19-12-2023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115 45 6317 0 0,'-19'-10'80'0'0,"0"5"-12"0"0,3-2 4 0 0,2 2 0 0 0,6 2 140 0 0,-9-2-68 0 0,6 0-96 0 0,0 0-452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8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36 4956 0 0,'0'0'-16'0'0,"0"-36"2402"0"0,14 84-1392 0 0,10 62 0 0 0,12 44-1030 0 0,-32-140 490 0 0,0-1 0 0 0,-1 1 0 0 0,3 27 0 0 0,-19-62-73 0 0,1 5-200 0 0,5 1-81 0 0,1 0 1 0 0,1-1-1 0 0,0 1 0 0 0,1-1 0 0 0,1 0 0 0 0,0 0 0 0 0,1 0 0 0 0,1-23 0 0 0,0 31-109 0 0,1 0 1 0 0,1 0-1 0 0,-1 0 0 0 0,1 1 1 0 0,1-1-1 0 0,0 1 0 0 0,0-1 1 0 0,0 1-1 0 0,1-1 0 0 0,0 1 1 0 0,0 0-1 0 0,0 0 0 0 0,1 0 1 0 0,1 1-1 0 0,-1 0 0 0 0,1-1 1 0 0,0 1-1 0 0,0 1 0 0 0,10-9 1 0 0,-12 12-11 0 0,1 0-1 0 0,0 1 1 0 0,0-1 0 0 0,0 1 0 0 0,-1 0-1 0 0,1 0 1 0 0,0 0 0 0 0,0 0 0 0 0,0 1-1 0 0,1 0 1 0 0,-1 0 0 0 0,0 0 0 0 0,0 0-1 0 0,0 1 1 0 0,0-1 0 0 0,0 1 0 0 0,0 0-1 0 0,0 0 1 0 0,-1 0 0 0 0,1 1 0 0 0,0 0-1 0 0,0-1 1 0 0,-1 1 0 0 0,1 0 0 0 0,4 5-1 0 0,11 6-35 0 0,0 1 0 0 0,-1 2 0 0 0,19 19 0 0 0,-27-25 24 0 0,-5-6 21 0 0,9 8-16 0 0,0 1 0 0 0,-1 1 0 0 0,0 0 0 0 0,-1 1 0 0 0,-1 0 0 0 0,-1 1 0 0 0,0 0 0 0 0,10 22 0 0 0,-19-35 13 0 0,0-1 0 0 0,0 1 0 0 0,-1-1 0 0 0,1 1 0 0 0,-1 0 0 0 0,0-1 0 0 0,1 1 0 0 0,-1 0 0 0 0,-1-1 1 0 0,1 1-1 0 0,0 0 0 0 0,-1 2 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6:53.58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115 619 5733 0 0,'0'0'-90'0'0,"0"-1"78"0"0,-1 1 1 0 0,1-1 0 0 0,0 1-1 0 0,-1-1 1 0 0,1 1 0 0 0,-1-1 0 0 0,1 1-1 0 0,-1 0 1 0 0,1-1 0 0 0,-1 1 0 0 0,1 0-1 0 0,-1-1 1 0 0,0 1 0 0 0,1 0 0 0 0,-1 0-1 0 0,1 0 1 0 0,-1-1 0 0 0,0 1-1 0 0,1 0 1 0 0,-1 0 0 0 0,1 0 0 0 0,-1 0-1 0 0,0 0 1 0 0,1 0 0 0 0,-1 0 0 0 0,0 0-1 0 0,1 0 1 0 0,-2 1 0 0 0,-4 1 6 0 0,-1 1 1 0 0,1 0-1 0 0,0 0 1 0 0,0 1-1 0 0,0 0 1 0 0,0 0-1 0 0,1 0 0 0 0,-1 0 1 0 0,1 1-1 0 0,0 0 1 0 0,1 0-1 0 0,-1 0 1 0 0,1 1-1 0 0,0 0 1 0 0,-4 8-1 0 0,6-11 46 0 0,1 0 0 0 0,0 0 0 0 0,0 0 0 0 0,0 1 0 0 0,0-1 0 0 0,0 0 0 0 0,1 0 0 0 0,0 0 0 0 0,0 1 0 0 0,0 5 0 0 0,0-8-25 0 0,1 1-1 0 0,-1-1 1 0 0,0 0-1 0 0,1-1 1 0 0,-1 1-1 0 0,1 0 1 0 0,-1 0 0 0 0,1 0-1 0 0,0 0 1 0 0,-1 0-1 0 0,1 0 1 0 0,0-1-1 0 0,0 1 1 0 0,0 0-1 0 0,0-1 1 0 0,-1 1-1 0 0,1 0 1 0 0,0-1-1 0 0,0 1 1 0 0,0-1-1 0 0,0 0 1 0 0,0 1-1 0 0,0-1 1 0 0,0 0-1 0 0,0 1 1 0 0,0-1-1 0 0,1 0 1 0 0,-1 0-1 0 0,0 0 1 0 0,0 0 0 0 0,0 0-1 0 0,2 0 1 0 0,0 0 100 0 0,20-3 338 0 0,-18 2-452 0 0,-3 1 7 0 0,1 0-1 0 0,-1 0 0 0 0,1 0 0 0 0,-1 0 0 0 0,1 0 1 0 0,-1 0-1 0 0,1 0 0 0 0,-1 1 0 0 0,1-1 0 0 0,-1 1 1 0 0,0 0-1 0 0,1 0 0 0 0,-1 0 0 0 0,0 0 0 0 0,0 0 0 0 0,4 3 1 0 0,14 7 59 0 0,1-2 1 0 0,1 0-1 0 0,-1-1 1 0 0,1-1-1 0 0,0-1 1 0 0,37 5-1 0 0,-56-11-39 0 0,0 0 1 0 0,0 0-1 0 0,0-1 1 0 0,0 0-1 0 0,-1 1 0 0 0,1-1 1 0 0,0 0-1 0 0,0 0 1 0 0,-1 0-1 0 0,1-1 0 0 0,-1 1 1 0 0,1-1-1 0 0,-1 1 1 0 0,0-1-1 0 0,1 0 0 0 0,-1 0 1 0 0,0 0-1 0 0,0 0 1 0 0,3-5-1 0 0,1 0 52 0 0,-1-1 0 0 0,1 0-1 0 0,-1 0 1 0 0,4-11 0 0 0,0-5-11 0 0,-1 0-1 0 0,-1 0 1 0 0,-2-1-1 0 0,0 0 1 0 0,-2 0 0 0 0,0 0-1 0 0,-2 0 1 0 0,-3-46-1 0 0,-8-18 375 0 0,-21-94 0 0 0,28 167-336 0 0,-1-9 63 0 0,0 1 256 0 0,-1-1 0 0 0,-1 0 0 0 0,-1 1 0 0 0,-15-33 0 0 0,22 57-419 0 0,0 0 1 0 0,0 0-1 0 0,0-1 1 0 0,0 1 0 0 0,0 0-1 0 0,0 0 1 0 0,0 0-1 0 0,-1 0 1 0 0,1 0-1 0 0,0-1 1 0 0,0 1-1 0 0,0 0 1 0 0,0 0 0 0 0,0 0-1 0 0,-1 0 1 0 0,1 0-1 0 0,0 0 1 0 0,0 0-1 0 0,0 0 1 0 0,-1 0-1 0 0,1 0 1 0 0,0 0 0 0 0,0 0-1 0 0,0 0 1 0 0,0 0-1 0 0,-1 0 1 0 0,1 0-1 0 0,0 0 1 0 0,0 0-1 0 0,0 0 1 0 0,-1 0 0 0 0,1 0-1 0 0,0 0 1 0 0,0 0-1 0 0,0 0 1 0 0,0 0-1 0 0,-1 0 1 0 0,1 0-1 0 0,0 0 1 0 0,0 0 0 0 0,0 1-1 0 0,0-1 1 0 0,0 0-1 0 0,-1 0 1 0 0,1 0-1 0 0,0 0 1 0 0,-9 13 82 0 0,-5 16-37 0 0,8-8-24 0 0,2 0 0 0 0,0 0 0 0 0,1 1 0 0 0,1-1 0 0 0,2 1-1 0 0,0-1 1 0 0,1 1 0 0 0,1 0 0 0 0,1-1 0 0 0,8 34 0 0 0,-1-20-106 0 0,1-1 1 0 0,2 1 0 0 0,1-2-1 0 0,2 0 1 0 0,28 45 0 0 0,-32-59-300 0 0,1-1 0 0 0,24 26 0 0 0,-30-38-271 0 0,-1 1 0 0 0,1-2 0 0 0,0 1-1 0 0,0 0 1 0 0,1-1 0 0 0,0-1 0 0 0,0 1 0 0 0,0-1 0 0 0,10 3 0 0 0,6-1-2654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858 56 6009 0 0,'0'0'448'0'0,"-1"-4"-338"0"0,-5-9-9 0 0,5 10 312 0 0,-16-6 71 0 0,4 4-374 0 0,0 0 0 0 0,-1 1 0 0 0,1 0 0 0 0,-1 1 0 0 0,0 1 0 0 0,0 0 0 0 0,0 1 0 0 0,0 0 0 0 0,-22 3 0 0 0,13 0-56 0 0,0 2 0 0 0,0 1 0 0 0,0 0 0 0 0,1 2 0 0 0,-29 12 0 0 0,14-2-30 0 0,1 2 0 0 0,1 1 0 0 0,1 2 0 0 0,1 1-1 0 0,1 2 1 0 0,-42 40 0 0 0,43-33 19 0 0,0 1-1 0 0,3 2 1 0 0,-48 72-1 0 0,68-93-30 0 0,-1 1 0 0 0,2 1 0 0 0,0-1 0 0 0,1 1 0 0 0,0 0-1 0 0,1 1 1 0 0,1-1 0 0 0,1 1 0 0 0,0 0 0 0 0,1 0 0 0 0,1 0 0 0 0,1 0-1 0 0,2 24 1 0 0,-1-32-7 0 0,1-1 0 0 0,0 1-1 0 0,1-1 1 0 0,-1 1 0 0 0,2-1-1 0 0,-1 0 1 0 0,1 0 0 0 0,1-1-1 0 0,-1 1 1 0 0,1-1 0 0 0,1 0-1 0 0,10 12 1 0 0,-6-10 2 0 0,1 1 1 0 0,1-2-1 0 0,-1 1 0 0 0,1-2 1 0 0,1 1-1 0 0,-1-2 1 0 0,18 8-1 0 0,3-3 9 0 0,0-1 0 0 0,1-1 0 0 0,0-2 1 0 0,1-2-1 0 0,58 3 0 0 0,243-13-10 0 0,-99-2 778 0 0,-234 7-568 0 0,13-2-386 0 0,-32-48-6024 0 0,16 38 3699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248 142 5973 0 0,'1'-2'-17'0'0,"0"-1"1"0"0,0 0-1 0 0,0 0 1 0 0,-1 0 0 0 0,0 0-1 0 0,1 1 1 0 0,-1-1-1 0 0,0 0 1 0 0,0 0 0 0 0,0 0-1 0 0,-1 0 1 0 0,1 0-1 0 0,-1 0 1 0 0,0 1 0 0 0,-1-5-1 0 0,-19-36 1220 0 0,19 41-1163 0 0,1 0-1 0 0,-1 1 0 0 0,0 0 0 0 0,0-1 1 0 0,0 1-1 0 0,-1 0 0 0 0,1 0 1 0 0,0 0-1 0 0,0 0 0 0 0,-1 1 0 0 0,1-1 1 0 0,0 0-1 0 0,-1 1 0 0 0,1 0 1 0 0,0-1-1 0 0,-1 1 0 0 0,-2 0 0 0 0,-40 6 184 0 0,36-3-207 0 0,1 1 0 0 0,-1 1 0 0 0,1 0 0 0 0,0 0 0 0 0,0 0 0 0 0,0 1 0 0 0,1 0 0 0 0,0 1 1 0 0,0-1-1 0 0,0 1 0 0 0,1 1 0 0 0,0-1 0 0 0,1 1 0 0 0,0 0 0 0 0,0 0 0 0 0,0 1 0 0 0,1 0 0 0 0,-6 17 0 0 0,8-20-11 0 0,1-1-1 0 0,-1 1 0 0 0,1 0 0 0 0,1 0 0 0 0,-1 0 0 0 0,1 0 0 0 0,0-1 0 0 0,0 1 0 0 0,0 0 0 0 0,1 0 0 0 0,0 0 0 0 0,0 0 0 0 0,0 0 0 0 0,1-1 1 0 0,0 1-1 0 0,0-1 0 0 0,1 1 0 0 0,-1-1 0 0 0,1 0 0 0 0,0 0 0 0 0,1 0 0 0 0,-1 0 0 0 0,1-1 0 0 0,0 1 0 0 0,0-1 0 0 0,0 0 0 0 0,1 0 0 0 0,0 0 0 0 0,-1-1 1 0 0,1 0-1 0 0,0 0 0 0 0,7 3 0 0 0,-6-2 7 0 0,1-1-1 0 0,-1 0 1 0 0,1-1 0 0 0,0 1 0 0 0,0-1 0 0 0,-1-1 0 0 0,1 1-1 0 0,1-1 1 0 0,-1 0 0 0 0,0-1 0 0 0,0 0 0 0 0,0 0-1 0 0,0-1 1 0 0,0 1 0 0 0,0-1 0 0 0,0-1 0 0 0,0 0 0 0 0,0 0-1 0 0,0 0 1 0 0,0 0 0 0 0,12-8 0 0 0,-10 4 13 0 0,0-1 1 0 0,0 0-1 0 0,-1 0 1 0 0,1-1-1 0 0,-2 0 1 0 0,1 0-1 0 0,-1-1 1 0 0,-1 0-1 0 0,1-1 1 0 0,-1 1-1 0 0,-1-1 1 0 0,0 0-1 0 0,5-14 0 0 0,53-175 1913 0 0,-56 182-1652 0 0,-2 14-151 0 0,4 25-99 0 0,-3-1-15 0 0,2 1-39 0 0,2-1-1 0 0,0 0 0 0 0,1-1 1 0 0,0-1-1 0 0,23 29 0 0 0,-27-40-133 0 0,0 0 1 0 0,0 0-1 0 0,1 0 0 0 0,0-1 0 0 0,0-1 0 0 0,1 1 0 0 0,0-1 0 0 0,0 0 0 0 0,1-1 0 0 0,-1 0 0 0 0,1-1 0 0 0,0 0 0 0 0,20 5 0 0 0,8-9-3780 0 0,-21-4 707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1 267 7197 0 0,'5'-50'-154'0'0,"9"-165"2374"0"0,-14 214-2091 0 0,2 3-127 0 0,0 1 0 0 0,0-1 0 0 0,-1 1 0 0 0,1 0 0 0 0,-1 0-1 0 0,1-1 1 0 0,-1 1 0 0 0,0 0 0 0 0,0 0 0 0 0,0 4 0 0 0,30 128-4 0 0,54 301-8 0 0,-75-367 31 0 0,3 0 0 0 0,3-1 0 0 0,33 86 1 0 0,-46-147-17 0 0,0 0-1 0 0,0 0 1 0 0,1 0 0 0 0,0-1 0 0 0,0 1 0 0 0,1-1 0 0 0,-1 0 0 0 0,1 0 0 0 0,1-1 0 0 0,-1 1 0 0 0,1-1 0 0 0,0-1 0 0 0,9 6 0 0 0,-5-4 20 0 0,1 0-1 0 0,-1-1 1 0 0,1-1 0 0 0,1 0-1 0 0,-1 0 1 0 0,0-1 0 0 0,24 3-1 0 0,-13-4-324 0 0,0-1 0 0 0,0-1 0 0 0,-1-1 1 0 0,1-1-1 0 0,0-1 0 0 0,-1-1 0 0 0,0-1 0 0 0,40-13 0 0 0,-28 3-2016 0 0,-5 0-565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55 50 6581 0 0,'-55'4'182'0'0,"91"-15"-84"0"0,-1 1 0 0 0,1 2 0 0 0,55-5 0 0 0,122 2-3546 0 0,-191 11 1597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121 232 4964 0 0,'10'-7'-53'0'0,"0"0"0"0"0,0-1-1 0 0,-1 0 1 0 0,0-1-1 0 0,14-16 1 0 0,-16 18 248 0 0,-1-1 0 0 0,0 0 0 0 0,0 0 0 0 0,-1 0 1 0 0,0-1-1 0 0,0 0 0 0 0,-1 0 0 0 0,0 0 0 0 0,-1 0 0 0 0,3-14 1 0 0,-5 21-143 0 0,-1-1 0 0 0,1 1 1 0 0,-1 0-1 0 0,0-1 0 0 0,0 1 1 0 0,0 0-1 0 0,0-1 0 0 0,0 1 1 0 0,-1 0-1 0 0,1-1 0 0 0,-1 1 1 0 0,1 0-1 0 0,-1 0 0 0 0,0-1 0 0 0,0 1 1 0 0,0 0-1 0 0,0 0 0 0 0,0 0 1 0 0,-1 0-1 0 0,-2-3 0 0 0,2 4-24 0 0,0 0-1 0 0,0-1 1 0 0,0 1-1 0 0,0 0 1 0 0,0 0-1 0 0,-1 1 1 0 0,1-1-1 0 0,0 0 1 0 0,0 1-1 0 0,-1 0 1 0 0,1-1-1 0 0,0 1 1 0 0,-1 0-1 0 0,1 0 1 0 0,0 0-1 0 0,-1 0 1 0 0,-1 1-1 0 0,-6 1-6 0 0,1 0-1 0 0,0 1 0 0 0,1 0 1 0 0,-1 0-1 0 0,0 1 0 0 0,1 0 1 0 0,0 0-1 0 0,0 1 0 0 0,-10 7 1 0 0,9-4-23 0 0,0 0 1 0 0,1 0-1 0 0,0 1 1 0 0,0 0 0 0 0,1 1-1 0 0,0 0 1 0 0,0 0-1 0 0,1 0 1 0 0,1 1-1 0 0,0 0 1 0 0,0 0 0 0 0,-5 21-1 0 0,8-26 1 0 0,1 1-1 0 0,0-1 1 0 0,1 0-1 0 0,-1 0 1 0 0,1 0-1 0 0,1 1 1 0 0,-1-1-1 0 0,1 0 1 0 0,0 0-1 0 0,0 0 1 0 0,1 0-1 0 0,-1 0 1 0 0,1 0-1 0 0,1 0 1 0 0,-1-1-1 0 0,1 1 1 0 0,0-1-1 0 0,1 1 1 0 0,-1-1 0 0 0,1 0-1 0 0,0-1 1 0 0,0 1-1 0 0,0 0 1 0 0,1-1-1 0 0,0 0 1 0 0,6 4-1 0 0,1 1-8 0 0,1-1-1 0 0,1 0 1 0 0,0-1-1 0 0,0 0 1 0 0,0-1 0 0 0,0-1-1 0 0,1 0 1 0 0,0-1-1 0 0,0 0 1 0 0,0-2 0 0 0,23 2-1 0 0,-25-3-527 0 0,-1-2 0 0 0,1 0 0 0 0,-1 0-1 0 0,1-1 1 0 0,-1-1 0 0 0,1 0 0 0 0,-1 0 0 0 0,23-11-1 0 0,-7-1-1276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377 65 5176 0 0,'1'-1'25'0'0,"0"0"-1"0"0,0 0 0 0 0,0 0 0 0 0,-1 0 0 0 0,1 0 1 0 0,0-1-1 0 0,-1 1 0 0 0,1 0 0 0 0,-1 0 0 0 0,1 0 1 0 0,-1-1-1 0 0,1 1 0 0 0,-1 0 0 0 0,0-1 0 0 0,0 1 1 0 0,0 0-1 0 0,0-1 0 0 0,0 1 0 0 0,0 0 0 0 0,0 0 0 0 0,0-1 1 0 0,0 1-1 0 0,0 0 0 0 0,-1-1 0 0 0,1 1 0 0 0,-1 0 1 0 0,1 0-1 0 0,-1-1 0 0 0,1 1 0 0 0,-1 0 0 0 0,0 0 1 0 0,1 0-1 0 0,-1 0 0 0 0,0 0 0 0 0,0 0 0 0 0,0 0 1 0 0,0 0-1 0 0,0 0 0 0 0,0 0 0 0 0,0 1 0 0 0,0-1 0 0 0,0 0 1 0 0,-1 1-1 0 0,1-1 0 0 0,0 1 0 0 0,-2-1 0 0 0,-3-2 53 0 0,-1 1 0 0 0,0 0 1 0 0,0 0-1 0 0,0 0 0 0 0,0 1 0 0 0,0 0 0 0 0,0 1 0 0 0,-14 0 0 0 0,0 2-37 0 0,-1 1 1 0 0,1 1-1 0 0,0 0 0 0 0,0 2 1 0 0,-33 14-1 0 0,45-17-37 0 0,0 1 0 0 0,1 0-1 0 0,-1 1 1 0 0,1 0 0 0 0,0 0-1 0 0,1 0 1 0 0,-1 1 0 0 0,1 1-1 0 0,1-1 1 0 0,-1 1 0 0 0,1 0-1 0 0,0 1 1 0 0,0-1 0 0 0,1 1-1 0 0,0 0 1 0 0,-4 11 0 0 0,8-17-7 0 0,0 0 0 0 0,0 0 0 0 0,1 0 0 0 0,0 0 1 0 0,-1 0-1 0 0,1 1 0 0 0,0-1 0 0 0,0 0 0 0 0,0 0 1 0 0,0 0-1 0 0,0 0 0 0 0,0 0 0 0 0,1 0 0 0 0,-1 1 0 0 0,1-1 1 0 0,0 0-1 0 0,-1 0 0 0 0,1 0 0 0 0,0 0 0 0 0,0-1 1 0 0,2 4-1 0 0,0-2-10 0 0,0 1 0 0 0,1-1 0 0 0,-1 1 0 0 0,1-1 0 0 0,0 0 0 0 0,-1 0 0 0 0,1-1 0 0 0,1 1 0 0 0,4 1 0 0 0,7 3-68 0 0,1-1-1 0 0,-1 0 1 0 0,1-2-1 0 0,19 3 1 0 0,-29-5 54 0 0,0-1 0 0 0,0 0 0 0 0,0-1 0 0 0,0 1 1 0 0,-1-2-1 0 0,1 1 0 0 0,0-1 0 0 0,0 0 0 0 0,0 0 1 0 0,0 0-1 0 0,0-1 0 0 0,-1 0 0 0 0,1-1 0 0 0,-1 0 0 0 0,0 0 1 0 0,1 0-1 0 0,7-6 0 0 0,-9 4 131 0 0,0 1 0 0 0,-1-1 0 0 0,0 0 1 0 0,0 0-1 0 0,0-1 0 0 0,-1 1 0 0 0,0-1 0 0 0,0 0 0 0 0,0 0 0 0 0,0 0 0 0 0,-1 0 1 0 0,0 0-1 0 0,-1 0 0 0 0,1-1 0 0 0,-1 1 0 0 0,0-1 0 0 0,-1 1 0 0 0,0-13 0 0 0,0-34 932 0 0,0 51-1041 0 0,2 25-114 0 0,2 0 95 0 0,0 0 0 0 0,1-1 0 0 0,1 0 0 0 0,17 42 0 0 0,-5-16 5 0 0,13 30 8 0 0,49 88-1 0 0,-43-93 17 0 0,41 110 0 0 0,-74-172 5 0 0,-1 0 0 0 0,0 0 0 0 0,-1 0 0 0 0,0 1 0 0 0,-1-1 0 0 0,0 0 0 0 0,-1 1 0 0 0,0-1 0 0 0,0 0 0 0 0,-4 18 0 0 0,2-21 0 0 0,-1-1 0 0 0,1 0 0 0 0,-1 1 0 0 0,0-1 0 0 0,-1 0 0 0 0,0 0 0 0 0,0-1 0 0 0,0 1 0 0 0,-1-1 0 0 0,0 0 0 0 0,0 0 0 0 0,-1-1 1 0 0,1 1-1 0 0,-1-1 0 0 0,-1-1 0 0 0,-6 6 0 0 0,-3-1 16 0 0,0 0 0 0 0,0-1-1 0 0,-1-1 1 0 0,0 0 0 0 0,0-1 0 0 0,-1-1 0 0 0,1-1 0 0 0,-1 0 0 0 0,0-2-1 0 0,0 0 1 0 0,-1 0 0 0 0,1-2 0 0 0,0 0 0 0 0,0-2 0 0 0,0 0-1 0 0,0 0 1 0 0,-32-10 0 0 0,46 10-13 0 0,0 1 0 0 0,0-1 0 0 0,0 0 0 0 0,1 1 0 0 0,-1-2-1 0 0,0 1 1 0 0,1 0 0 0 0,0-1 0 0 0,-1 0 0 0 0,1 1 0 0 0,0-1 0 0 0,1 0 0 0 0,-1-1 0 0 0,0 1-1 0 0,1 0 1 0 0,0-1 0 0 0,0 0 0 0 0,0 1 0 0 0,0-1 0 0 0,-2-7 0 0 0,3 6-11 0 0,1 0 0 0 0,-1 0 0 0 0,1 0 0 0 0,0 0 0 0 0,0 0 0 0 0,1 0 0 0 0,-1 0 0 0 0,1 0 0 0 0,0 1 0 0 0,0-1 0 0 0,1 0 0 0 0,0 0 0 0 0,-1 1 0 0 0,2-1 0 0 0,-1 1 0 0 0,0 0 0 0 0,4-6 0 0 0,13-14-38 0 0,1 0 0 0 0,0 2 1 0 0,2 0-1 0 0,0 1 0 0 0,2 1 0 0 0,33-22 1 0 0,-40 29-28 0 0,-8 7-100 0 0,22-19-1120 0 0,-15 5-2829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143 126 5601 0 0,'14'-47'2523'0'0,"-20"50"-2440"0"0,-3 2-57 0 0,1 0-1 0 0,-1 0 1 0 0,1 1-1 0 0,1 0 1 0 0,-1 0-1 0 0,1 1 1 0 0,0 0-1 0 0,0 0 0 0 0,1 1 1 0 0,0 0-1 0 0,-8 14 1 0 0,10-15-24 0 0,-1 0 0 0 0,2 0 0 0 0,-1 1 0 0 0,1 0-1 0 0,0-1 1 0 0,0 1 0 0 0,1 0 0 0 0,0 1 0 0 0,1-1 0 0 0,0 0 0 0 0,0 0 0 0 0,1 1 0 0 0,0 7 0 0 0,1-9-5 0 0,0-1 0 0 0,1 0 0 0 0,0-1 0 0 0,0 1-1 0 0,0 0 1 0 0,1 0 0 0 0,0-1 0 0 0,0 0 0 0 0,0 1 0 0 0,1-1 0 0 0,-1 0 0 0 0,1-1 0 0 0,0 1 0 0 0,1-1 0 0 0,-1 0 0 0 0,1 0 0 0 0,0 0 0 0 0,7 4-1 0 0,-3-3 6 0 0,0 0-1 0 0,0-1 1 0 0,0-1-1 0 0,0 1 1 0 0,1-1-1 0 0,-1-1 1 0 0,1 0-1 0 0,14 1 1 0 0,-20-2 0 0 0,0-1 0 0 0,-1 0 1 0 0,1 0 0 0 0,0-1-1 0 0,0 1 1 0 0,0-1-1 0 0,-1 0 1 0 0,1 0-1 0 0,0 0 1 0 0,-1-1 0 0 0,1 1-1 0 0,-1-1 1 0 0,1 0-1 0 0,-1 0 1 0 0,0 0-1 0 0,0 0 1 0 0,1 0 0 0 0,-2-1-1 0 0,1 1 1 0 0,0-1-1 0 0,2-3 1 0 0,1-1 7 0 0,1-1 1 0 0,-2 0-1 0 0,1 0 0 0 0,-1 0 1 0 0,-1 0-1 0 0,7-15 0 0 0,-8 15 10 0 0,0-1-1 0 0,-1 0 1 0 0,0 0-1 0 0,0-1 1 0 0,-1 1-1 0 0,-1 0 0 0 0,1 0 1 0 0,-1-1-1 0 0,-1 1 1 0 0,0 0-1 0 0,0 0 1 0 0,0-1-1 0 0,-1 1 1 0 0,-1 0-1 0 0,0 0 0 0 0,0 1 1 0 0,-1-1-1 0 0,0 1 1 0 0,0 0-1 0 0,-1-1 1 0 0,0 2-1 0 0,0-1 0 0 0,-10-10 1 0 0,6 9-10 0 0,0 0-1 0 0,0 1 1 0 0,0 0 0 0 0,-1 0 0 0 0,-1 1 0 0 0,1 1-1 0 0,-1 0 1 0 0,0 0 0 0 0,-1 1 0 0 0,1 0 0 0 0,-1 1-1 0 0,0 1 1 0 0,0 0 0 0 0,0 0 0 0 0,0 1 0 0 0,-1 1-1 0 0,-12-1 1 0 0,-11-2-297 0 0,34 3-29 0 0,-17 3-415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 17 5985 0 0,'-12'-10'-935'0'0,"6"4"316"0"0,19 8-615 0 0,-4 3 1211 0 0,1-1 1 0 0,-1 2-1 0 0,0-1 1 0 0,-1 1-1 0 0,1 0 0 0 0,-1 1 1 0 0,-1 0-1 0 0,14 16 1 0 0,10 8 64 0 0,38 31 1 0 0,-50-47-18 0 0,0 0-1 0 0,-1 2 0 0 0,-1 0 0 0 0,0 1 0 0 0,-1 1 1 0 0,-1 0-1 0 0,22 39 0 0 0,-36-54-3 0 0,1 0 1 0 0,-1 0 0 0 0,1-1-1 0 0,-1 1 1 0 0,-1 0-1 0 0,1 0 1 0 0,0 0-1 0 0,-1 0 1 0 0,0 0-1 0 0,0 0 1 0 0,0 0-1 0 0,0 0 1 0 0,-1 1-1 0 0,0-2 1 0 0,1 1-1 0 0,-2 0 1 0 0,1 0-1 0 0,0 0 1 0 0,-1 0-1 0 0,1-1 1 0 0,-1 1-1 0 0,0-1 1 0 0,-1 1-1 0 0,1-1 1 0 0,0 0-1 0 0,-1 1 1 0 0,0-2 0 0 0,-3 4-1 0 0,1-1 116 0 0,0 0 0 0 0,-1-1 1 0 0,0 0-1 0 0,0 0 0 0 0,0-1 0 0 0,0 0 0 0 0,-1 0 0 0 0,1 0 1 0 0,-1 0-1 0 0,0-1 0 0 0,0-1 0 0 0,0 1 0 0 0,0-1 0 0 0,-12 1 1 0 0,17-2-96 0 0,0 0 0 0 0,0 0-1 0 0,0 0 1 0 0,0 0 0 0 0,0-1 0 0 0,0 1 0 0 0,0-1 0 0 0,0 1 0 0 0,0-1 0 0 0,0 0 0 0 0,0 1 0 0 0,0-1 0 0 0,0 0 0 0 0,1 0 0 0 0,-1 0 0 0 0,0-1 0 0 0,1 1 0 0 0,-1 0 0 0 0,1-1 0 0 0,-1 1 0 0 0,1-1 0 0 0,0 1 0 0 0,-2-3 0 0 0,1 0-1 0 0,1 0-1 0 0,-1 1 1 0 0,1-1-1 0 0,0 0 1 0 0,0 0 0 0 0,0 0-1 0 0,1 0 1 0 0,-1 0-1 0 0,1 0 1 0 0,0 0-1 0 0,1-4 1 0 0,1-10 13 0 0,0 1 1 0 0,2 1-1 0 0,0-1 1 0 0,7-17-1 0 0,4 0-20 0 0,1 0 0 0 0,2 2 0 0 0,1 0 0 0 0,1 1-1 0 0,38-44 1 0 0,-12 15-97 0 0,-36 50-193 0 0,-12 29-1856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 77 5609 0 0,'1'-47'1743'0'0,"-2"26"-605"0"0,1 20-893 0 0,-4-6 735 0 0,4 6-959 0 0,-3 35 54 0 0,1-1 1 0 0,1 1 0 0 0,8 59-1 0 0,-1 22-2058 0 0,-4-90-1496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33 109 7237 0 0,'-20'-70'983'0'0,"8"33"-250"0"0,11 35-793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274 44 5833 0 0,'0'0'-169'0'0,"-21"-31"-303"0"0,18 29 481 0 0,0 0 0 0 0,1 1-1 0 0,-1 0 1 0 0,0-1 0 0 0,0 1 0 0 0,0 0 0 0 0,-1 1 0 0 0,1-1 0 0 0,0 0-1 0 0,0 1 1 0 0,0 0 0 0 0,0 0 0 0 0,-1 0 0 0 0,1 0 0 0 0,0 0 0 0 0,0 1-1 0 0,0-1 1 0 0,-1 1 0 0 0,1 0 0 0 0,-5 2 0 0 0,-4 1-8 0 0,0 0 1 0 0,0 1-1 0 0,1 1 1 0 0,-12 7-1 0 0,14-7-1 0 0,0 1-1 0 0,0 0 1 0 0,1 0 0 0 0,0 1-1 0 0,0 0 1 0 0,1 0 0 0 0,0 1-1 0 0,1 0 1 0 0,0 0 0 0 0,0 0-1 0 0,1 1 1 0 0,0 0 0 0 0,1 0-1 0 0,-5 13 1 0 0,8-17 7 0 0,-1 0-1 0 0,1 0 1 0 0,0 0-1 0 0,0 0 1 0 0,0 0 0 0 0,1 0-1 0 0,0 0 1 0 0,0 1 0 0 0,1-1-1 0 0,0 0 1 0 0,0 0-1 0 0,0 0 1 0 0,1 0 0 0 0,0-1-1 0 0,0 1 1 0 0,0 0-1 0 0,1-1 1 0 0,-1 1 0 0 0,1-1-1 0 0,1 0 1 0 0,-1 0-1 0 0,1 0 1 0 0,0 0 0 0 0,0-1-1 0 0,0 1 1 0 0,7 4 0 0 0,2 0 19 0 0,1 0 1 0 0,0 0 0 0 0,0-2 0 0 0,1 1 0 0 0,0-2-1 0 0,22 7 1 0 0,99 18 159 0 0,-67-17-25 0 0,11 1 518 0 0,-78-15-444 0 0,5 0-127 0 0,0 1-681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257 988 4256 0 0,'-4'-4'80'0'0,"-1"-1"-1"0"0,0 1 0 0 0,0 0 0 0 0,0 1 0 0 0,-1-1 1 0 0,1 1-1 0 0,-1 0 0 0 0,-9-3 0 0 0,14 5-2 0 0,-4 2-15 0 0,-8 2-19 0 0,0 1 0 0 0,0 0 0 0 0,1 1 0 0 0,0 1 1 0 0,0-1-1 0 0,0 2 0 0 0,-14 9 0 0 0,19-11-30 0 0,0 0 0 0 0,1 0 1 0 0,-1 1-1 0 0,1 0 0 0 0,0 0 0 0 0,0 0 0 0 0,1 0 0 0 0,0 1 0 0 0,0 0 1 0 0,1 0-1 0 0,0 1 0 0 0,0-1 0 0 0,-3 10 0 0 0,6-16-7 0 0,1 1 0 0 0,-1-1 1 0 0,1 0-1 0 0,0 1 0 0 0,0-1 0 0 0,0 0 0 0 0,0 1 0 0 0,0-1 0 0 0,0 0 1 0 0,0 1-1 0 0,0-1 0 0 0,0 0 0 0 0,0 1 0 0 0,1-1 0 0 0,-1 0 0 0 0,1 0 1 0 0,-1 1-1 0 0,1-1 0 0 0,-1 0 0 0 0,1 0 0 0 0,0 0 0 0 0,0 1 0 0 0,-1-1 1 0 0,1 0-1 0 0,0 0 0 0 0,0 0 0 0 0,0-1 0 0 0,0 1 0 0 0,0 0 0 0 0,0 0 1 0 0,0 0-1 0 0,1-1 0 0 0,-1 1 0 0 0,0 0 0 0 0,0-1 0 0 0,0 0 0 0 0,1 1 0 0 0,-1-1 1 0 0,0 1-1 0 0,1-1 0 0 0,-1 0 0 0 0,0 0 0 0 0,1 0 0 0 0,-1 0 0 0 0,0 0 1 0 0,1 0-1 0 0,1-1 0 0 0,0 1 53 0 0,46-14 787 0 0,-46 14-827 0 0,-2 1-17 0 0,1-1-1 0 0,0 0 1 0 0,-1 1 0 0 0,1-1-1 0 0,-1 1 1 0 0,1-1 0 0 0,-1 1-1 0 0,1 0 1 0 0,-1 0 0 0 0,1-1-1 0 0,-1 1 1 0 0,0 0 0 0 0,1 1-1 0 0,-1-1 1 0 0,0 0 0 0 0,0 0 0 0 0,0 0-1 0 0,0 1 1 0 0,0-1 0 0 0,0 0-1 0 0,0 1 1 0 0,0-1 0 0 0,-1 1-1 0 0,1-1 1 0 0,-1 1 0 0 0,2 2-1 0 0,3 8-3 0 0,4-1-5 0 0,1-1 1 0 0,0 0 0 0 0,1 0 0 0 0,0-1 0 0 0,0-1-1 0 0,1 0 1 0 0,0 0 0 0 0,1-1 0 0 0,0-1-1 0 0,0 0 1 0 0,0-1 0 0 0,1 0 0 0 0,-1-1 0 0 0,1-1-1 0 0,0 0 1 0 0,0 0 0 0 0,0-2 0 0 0,21 1 0 0 0,-22-2 44 0 0,-1-1 0 0 0,1 0 0 0 0,-1 0 1 0 0,1-1-1 0 0,-1-1 0 0 0,1 0 0 0 0,-1-1 1 0 0,0 0-1 0 0,-1-1 0 0 0,1-1 0 0 0,-1 1 1 0 0,0-2-1 0 0,0 1 0 0 0,-1-2 0 0 0,0 1 1 0 0,0-1-1 0 0,-1-1 0 0 0,0 0 1 0 0,0 0-1 0 0,14-21 0 0 0,-8 3 8 0 0,-1 0 0 0 0,-1 0-1 0 0,-1-1 1 0 0,-2-1 0 0 0,-1 0 0 0 0,-1 0-1 0 0,-2-1 1 0 0,-1 0 0 0 0,2-48 0 0 0,-4 3 149 0 0,-4-1 0 0 0,-18-124 0 0 0,-55-140 1700 0 0,59 283-1182 0 0,10 36-425 0 0,-12-35 411 0 0,0 76-657 0 0,12-11-43 0 0,0 1 0 0 0,1 0 0 0 0,0 0 0 0 0,1 0 0 0 0,0 0 0 0 0,1 0 0 0 0,-3 21 0 0 0,0 71-51 0 0,5-37 28 0 0,3 0 0 0 0,3 0 0 0 0,2-1 1 0 0,4 1-1 0 0,22 74 0 0 0,-24-109 18 0 0,1-1 1 0 0,1 0-1 0 0,2 0 0 0 0,1-2 0 0 0,1 1 1 0 0,1-2-1 0 0,1 0 0 0 0,2-2 0 0 0,0 0 1 0 0,2-1-1 0 0,0-1 0 0 0,46 34 0 0 0,-23-24-275 0 0,2-3 0 0 0,1-2 0 0 0,55 23 0 0 0,-67-36-1659 0 0,1-1 0 0 0,66 14 0 0 0,-62-21-1246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 45 6921 0 0,'-30'-40'-202'0'0,"29"38"448"0"0,1 3-251 0 0,0-1 1 0 0,0 0-1 0 0,0 0 0 0 0,0 0 0 0 0,0 0 0 0 0,0 0 0 0 0,0 0 1 0 0,0 0-1 0 0,-1 0 0 0 0,1 0 0 0 0,0 1 0 0 0,0-1 0 0 0,0 0 1 0 0,0 0-1 0 0,0 0 0 0 0,0 0 0 0 0,-1 0 0 0 0,1 0 0 0 0,0 0 1 0 0,0 0-1 0 0,0 0 0 0 0,0 0 0 0 0,0 0 0 0 0,0 0 0 0 0,-1 0 0 0 0,1 0 1 0 0,0 0-1 0 0,0 0 0 0 0,0 0 0 0 0,0 0 0 0 0,0 0 0 0 0,-1 0 1 0 0,1-1-1 0 0,0 1 0 0 0,0 0 0 0 0,0 0 0 0 0,0 0 0 0 0,0 0 1 0 0,0 0-1 0 0,0 0 0 0 0,0 0 0 0 0,-1 0 0 0 0,1 0 0 0 0,0-1 1 0 0,0 1-1 0 0,0 0 0 0 0,0 0 0 0 0,0 0 0 0 0,0 0 0 0 0,0 0 1 0 0,0 0-1 0 0,0-1 0 0 0,0 1 0 0 0,0 0 0 0 0,0 0 0 0 0,0 0 0 0 0,0 0 1 0 0,0 0-1 0 0,0 0 0 0 0,0-1 0 0 0,0 1 0 0 0,0 0 0 0 0,0 0 1 0 0,0 0-1 0 0,0 0 0 0 0,2 43-75 0 0,1 0 0 0 0,17 76 0 0 0,34 89-16 0 0,-34-137 59 0 0,-3-6 31 0 0,48 196 84 0 0,-44-157 295 0 0,-20-102-368 0 0,-29-27-4872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361 74 4628 0 0,'6'-3'804'0'0,"-10"9"-399"0"0,-26 20-332 0 0,-17 18-104 0 0,-137 180 37 0 0,108-126 29 0 0,50-67 310 0 0,37-52 119 0 0,143-253 39 0 0,-73 119-309 0 0,-50 107-368 0 0,-30 46 151 0 0,8 3 8 0 0,0 1 1 0 0,0 0 0 0 0,0 0-1 0 0,0 0 1 0 0,-1 1-1 0 0,1 1 1 0 0,-1 0 0 0 0,0 0-1 0 0,0 0 1 0 0,0 1-1 0 0,-1 0 1 0 0,1 0 0 0 0,11 12-1 0 0,-12-12 11 0 0,23 17-312 0 0,-1 2-1 0 0,-1 0 0 0 0,-2 2 0 0 0,0 0 0 0 0,25 36 0 0 0,-44-49-1318 0 0,-1-3 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 17 4616 0 0,'0'0'-162'0'0,"-3"-11"4"0"0,1 5 333 0 0,3 9 218 0 0,25 85-506 0 0,66 151-1 0 0,-2-12 122 0 0,-76-184-40 0 0,-2 0 0 0 0,-1 1 1 0 0,5 61-1 0 0,-18-74-2371 0 0,2-29 2144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353 41 2824 0 0,'0'0'76'0'0,"-29"10"638"0"0,18-2-703 0 0,0 1 0 0 0,1 0 0 0 0,1 0-1 0 0,-1 1 1 0 0,-7 11 0 0 0,1-3-16 0 0,-14 16 0 0 0,-16 15-19 0 0,4 2 0 0 0,1 1 0 0 0,-36 63 1 0 0,74-107 54 0 0,6-8 53 0 0,18-16 174 0 0,28-34 150 0 0,94-172 20 0 0,-72 104 256 0 0,-69 115-684 0 0,0 0 1 0 0,1 0-1 0 0,-1 1 0 0 0,1-1 1 0 0,0 0-1 0 0,0 1 0 0 0,0 0 1 0 0,0-1-1 0 0,0 1 0 0 0,1 1 1 0 0,-1-1-1 0 0,1 0 0 0 0,-1 1 1 0 0,1-1-1 0 0,-1 1 0 0 0,1 0 1 0 0,0 1-1 0 0,0-1 0 0 0,-1 1 0 0 0,1-1 1 0 0,0 1-1 0 0,0 0 0 0 0,0 0 1 0 0,0 1-1 0 0,-1-1 0 0 0,5 2 1 0 0,12 2-10 0 0,0 1 0 0 0,0 2 0 0 0,33 14 0 0 0,-29-11 28 0 0,16 5-182 0 0,103 46 521 0 0,-125-52-675 0 0,0 1 0 0 0,0 1-1 0 0,-1 0 1 0 0,0 2 0 0 0,19 17-1 0 0,-27-19-831 0 0,-3-1 404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7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229 185 3320 0 0,'-25'-40'2787'0'0,"17"35"-1885"0"0,8 5-901 0 0,0 0 0 0 0,-1-1 0 0 0,1 1 0 0 0,0 0-1 0 0,0 0 1 0 0,-1-1 0 0 0,1 1 0 0 0,0 0 0 0 0,-1 0 0 0 0,1 0-1 0 0,0 0 1 0 0,-1-1 0 0 0,1 1 0 0 0,0 0 0 0 0,-1 0-1 0 0,1 0 1 0 0,-1 0 0 0 0,1 0 0 0 0,0 0 0 0 0,-1 0 0 0 0,1 0-1 0 0,-1 0 1 0 0,1 0 0 0 0,0 0 0 0 0,-1 0 0 0 0,1 0-1 0 0,0 0 1 0 0,-1 0 0 0 0,1 0 0 0 0,0 1 0 0 0,-1-1 0 0 0,1 0-1 0 0,0 0 1 0 0,-1 1 0 0 0,-9 30-46 0 0,1 2 0 0 0,1-1 0 0 0,-3 38 0 0 0,-2 6 25 0 0,2-12 25 0 0,3 0 0 0 0,3 0 0 0 0,3 0 0 0 0,2 1 0 0 0,10 72 0 0 0,-9-135 86 0 0,-1 1 0 0 0,1-1 0 0 0,-1 1 0 0 0,1-1 0 0 0,-1 1-1 0 0,0 0 1 0 0,0-1 0 0 0,0 1 0 0 0,-1-1 0 0 0,1 1 0 0 0,-1 0 0 0 0,-1 3 0 0 0,1-6-30 0 0,1-1-1 0 0,-1 1 1 0 0,0-1 0 0 0,0 1 0 0 0,0-1 0 0 0,0 1-1 0 0,1-1 1 0 0,-1 0 0 0 0,0 0 0 0 0,0 1 0 0 0,1-1-1 0 0,-1 0 1 0 0,1 0 0 0 0,-1 0 0 0 0,1 0 0 0 0,-1 1-1 0 0,1-1 1 0 0,-1 0 0 0 0,1 0 0 0 0,-1-2 0 0 0,-30-76 795 0 0,11 7-678 0 0,4-1 0 0 0,2-1 0 0 0,-6-136 0 0 0,21 18 15 0 0,1 52-221 0 0,-2 138 1 0 0,0-3-37 0 0,0 5 59 0 0,0 0-1 0 0,0-1 1 0 0,-1 1 0 0 0,1 0 0 0 0,0 0 0 0 0,0-1-1 0 0,0 1 1 0 0,0 0 0 0 0,0 0 0 0 0,-1-1 0 0 0,1 1-1 0 0,0 0 1 0 0,0 0 0 0 0,0-1 0 0 0,0 1 0 0 0,0 0-1 0 0,0-1 1 0 0,0 1 0 0 0,0 0 0 0 0,0 0 0 0 0,0-1 0 0 0,0 1-1 0 0,0 0 1 0 0,0-1 0 0 0,0 1 0 0 0,0 0 0 0 0,0 0-1 0 0,1-1 1 0 0,-1 1 0 0 0,0 0 0 0 0,0 0 0 0 0,0-1-1 0 0,0 1 1 0 0,0 0 0 0 0,1 0 0 0 0,-1-1 0 0 0,0 1-1 0 0,0 0 1 0 0,1 0 0 0 0,-1 0 0 0 0,0-1 0 0 0,0 1-1 0 0,1 0 1 0 0,-1 0 0 0 0,0 0 0 0 0,0 0 0 0 0,1 0-1 0 0,-1 0 1 0 0,0 0 0 0 0,0 0 0 0 0,1-1 0 0 0,-1 1 0 0 0,1 0-1 0 0,20 19-17 0 0,-1 0 1 0 0,0 1-1 0 0,-2 1 0 0 0,16 24 0 0 0,36 38-9 0 0,-18-32 39 0 0,1-2 1 0 0,2-3 0 0 0,2-2 0 0 0,3-3 0 0 0,120 64-1 0 0,-151-90 9 0 0,88 43 135 0 0,143 51 0 0 0,-260-108-128 0 0,1-1 0 0 0,0 1 0 0 0,0-1 0 0 0,0 0 0 0 0,0 1 0 0 0,0-1-1 0 0,0 0 1 0 0,-1 1 0 0 0,1-1 0 0 0,0 0 0 0 0,0 0 0 0 0,0 0 0 0 0,0 0 0 0 0,0 0-1 0 0,0 0 1 0 0,0 0 0 0 0,0 0 0 0 0,0 0 0 0 0,0-1 0 0 0,0 1 0 0 0,0 0-1 0 0,0-1 1 0 0,0 1 0 0 0,-1 0 0 0 0,1-1 0 0 0,0 1 0 0 0,0-1 0 0 0,0 1 0 0 0,-1-1-1 0 0,1 0 1 0 0,0 1 0 0 0,0-1 0 0 0,-1 0 0 0 0,1 1 0 0 0,-1-1 0 0 0,1 0 0 0 0,-1 0-1 0 0,1 0 1 0 0,-1 0 0 0 0,1 1 0 0 0,-1-1 0 0 0,0 0 0 0 0,1 0 0 0 0,-1 0 0 0 0,0 0-1 0 0,0 0 1 0 0,0 0 0 0 0,0 0 0 0 0,0 0 0 0 0,0-1 0 0 0,0-8 29 0 0,-1 0 1 0 0,0 0-1 0 0,0 0 1 0 0,-4-12-1 0 0,1 4 41 0 0,-27-198 220 0 0,19 118-168 0 0,-34-139 0 0 0,46 233-168 0 0,-1-1 0 0 0,-1 1 1 0 0,1-1-1 0 0,-1 1 1 0 0,1-1-1 0 0,-1 1 0 0 0,-1 0 1 0 0,1 0-1 0 0,0 0 1 0 0,-1 0-1 0 0,0 0 1 0 0,0 0-1 0 0,-6-5 0 0 0,6 8-228 0 0,0 0-1 0 0,0 0 1 0 0,-1 0-1 0 0,1 0 0 0 0,0 0 1 0 0,-1 1-1 0 0,1 0 0 0 0,-1-1 1 0 0,1 1-1 0 0,0 0 1 0 0,-1 1-1 0 0,1-1 0 0 0,-1 1 1 0 0,1-1-1 0 0,0 1 1 0 0,0 0-1 0 0,-1 0 0 0 0,1 0 1 0 0,-6 4-1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277 35 6889 0 0,'-1'-1'-83'0'0,"1"-1"0"0"0,-1 0 0 0 0,1 0 0 0 0,-1 1 0 0 0,1-1 0 0 0,-1 1 0 0 0,0-1 0 0 0,0 1 0 0 0,0-1 0 0 0,0 1 0 0 0,0-1 0 0 0,0 1 0 0 0,0 0 0 0 0,-1 0 1 0 0,1 0-1 0 0,0-1 0 0 0,-1 1 0 0 0,1 0 0 0 0,-1 0 0 0 0,1 1 0 0 0,-4-2 0 0 0,2 1 19 0 0,-1 0 0 0 0,0 0 0 0 0,0 0 0 0 0,0 1 0 0 0,1-1 0 0 0,-1 1 1 0 0,0 0-1 0 0,0 1 0 0 0,-6 0 0 0 0,-2 1 23 0 0,1 1 0 0 0,-1 0 0 0 0,1 1 0 0 0,0 0-1 0 0,-18 10 1 0 0,20-8 41 0 0,0 0-1 0 0,0 0 1 0 0,1 1-1 0 0,0 0 1 0 0,0 0-1 0 0,1 1 0 0 0,0 0 1 0 0,0 0-1 0 0,1 1 1 0 0,0 0-1 0 0,1 0 1 0 0,-1 1-1 0 0,2-1 1 0 0,0 1-1 0 0,0 0 0 0 0,0 0 1 0 0,-2 14-1 0 0,5-18 20 0 0,0 1-1 0 0,0-1 0 0 0,1 0 0 0 0,0 1 1 0 0,0-1-1 0 0,0 1 0 0 0,1-1 0 0 0,0 1 1 0 0,0-1-1 0 0,1 0 0 0 0,0 0 0 0 0,0 1 1 0 0,0-1-1 0 0,1-1 0 0 0,0 1 0 0 0,0 0 1 0 0,0-1-1 0 0,1 1 0 0 0,0-1 0 0 0,0 0 1 0 0,0 0-1 0 0,1-1 0 0 0,-1 1 0 0 0,1-1 1 0 0,0 0-1 0 0,0 0 0 0 0,1 0 0 0 0,-1-1 1 0 0,8 4-1 0 0,-4-3 52 0 0,0 0 1 0 0,0-1-1 0 0,0 0 1 0 0,1 0-1 0 0,-1-1 0 0 0,0 0 1 0 0,1 0-1 0 0,0-1 1 0 0,-1-1-1 0 0,1 1 1 0 0,0-2-1 0 0,-1 1 1 0 0,1-1-1 0 0,0-1 0 0 0,-1 0 1 0 0,1 0-1 0 0,9-4 1 0 0,-13 3-15 0 0,0 0-1 0 0,0 0 1 0 0,-1 0 0 0 0,1 0-1 0 0,-1-1 1 0 0,0 0 0 0 0,0 0 0 0 0,0 0-1 0 0,-1-1 1 0 0,0 0 0 0 0,1 1 0 0 0,-2-2-1 0 0,1 1 1 0 0,0 0 0 0 0,-1-1 0 0 0,0 0-1 0 0,-1 1 1 0 0,1-1 0 0 0,-1 0 0 0 0,0 0-1 0 0,0-1 1 0 0,-1 1 0 0 0,0 0-1 0 0,0-1 1 0 0,0 1 0 0 0,-1-11 0 0 0,0 8-1 0 0,-1 0 0 0 0,0 0 0 0 0,0 1 0 0 0,-1-1 0 0 0,0 1 0 0 0,-1-1 0 0 0,0 1 0 0 0,0 0 0 0 0,0 0 0 0 0,-1 0 0 0 0,-1 0 0 0 0,1 0 0 0 0,-1 1 0 0 0,0 0 0 0 0,-1 0 0 0 0,0 1 0 0 0,0-1 0 0 0,0 1 0 0 0,-1 0 0 0 0,0 1 0 0 0,0 0 0 0 0,0 0 0 0 0,-9-4 0 0 0,3 2-269 0 0,-1 0 0 0 0,0 1-1 0 0,-1 1 1 0 0,1 1 0 0 0,-1 0-1 0 0,0 0 1 0 0,0 1 0 0 0,0 1-1 0 0,0 1 1 0 0,0 0 0 0 0,-1 1 0 0 0,-19 3-1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105 310 5913 0 0,'0'0'-100'0'0,"-3"-4"45"0"0,-24-54 1497 0 0,27 56-1251 0 0,-2 4-188 0 0,0-1 1 0 0,0 1-1 0 0,0 0 0 0 0,0-1 0 0 0,1 1 0 0 0,-1 0 0 0 0,1 0 0 0 0,-1 0 1 0 0,-1 4-1 0 0,-1 1 2 0 0,0-1 0 0 0,1 0 0 0 0,0 1 0 0 0,0 0 0 0 0,1 0 0 0 0,0-1 0 0 0,0 1 0 0 0,1 1 0 0 0,-1-1 0 0 0,1 13 0 0 0,5 74 17 0 0,-1-61-12 0 0,0-8 0 0 0,1 1 1 0 0,2-1-1 0 0,9 27 0 0 0,4 18 806 0 0,-22-93-752 0 0,0 1 0 0 0,-2 0-1 0 0,-7-23 1 0 0,-4-21 3 0 0,0-35-12 0 0,-7-195 0 0 0,18 201-179 0 0,6 94 121 0 0,-1 1-1 0 0,0-1 1 0 0,0 1 0 0 0,0-1 0 0 0,0 1 0 0 0,0-1 0 0 0,1 1-1 0 0,-1-1 1 0 0,0 1 0 0 0,0 0 0 0 0,1-1 0 0 0,-1 1-1 0 0,0-1 1 0 0,1 1 0 0 0,-1 0 0 0 0,1-1 0 0 0,-1 1 0 0 0,0 0-1 0 0,1-1 1 0 0,-1 1 0 0 0,1 0 0 0 0,-1-1 0 0 0,1 1-1 0 0,-1 0 1 0 0,1 0 0 0 0,-1 0 0 0 0,1 0 0 0 0,-1-1 0 0 0,1 1-1 0 0,-1 0 1 0 0,1 0 0 0 0,-1 0 0 0 0,1 0 0 0 0,-1 0-1 0 0,1 0 1 0 0,-1 0 0 0 0,1 1 0 0 0,-1-1 0 0 0,1 0-1 0 0,-1 0 1 0 0,1 0 0 0 0,-1 0 0 0 0,1 1 0 0 0,-1-1 0 0 0,1 0-1 0 0,-1 0 1 0 0,1 1 0 0 0,-1-1 0 0 0,1 1 0 0 0,20 10-30 0 0,-10 0 13 0 0,0 0 1 0 0,-1 1-1 0 0,0 1 1 0 0,-1 0-1 0 0,0 0 1 0 0,-1 1-1 0 0,0 0 1 0 0,-1 1-1 0 0,8 25 0 0 0,-1-7-3 0 0,1 1 19 0 0,93 222-3 0 0,-103-235 2143 0 0,-18-37-1558 0 0,7 5-492 0 0,0 1-1 0 0,1-1 1 0 0,1 0 0 0 0,-4-11 0 0 0,5 2-14 0 0,0-1 0 0 0,2 1 0 0 0,1-1 0 0 0,0 1 0 0 0,2 0 0 0 0,0-1 0 0 0,1 1 0 0 0,1 0 0 0 0,1 0 0 0 0,1 1 0 0 0,8-20 0 0 0,-13 37-73 0 0,0 0 0 0 0,0 0-1 0 0,-1 1 1 0 0,1-1 0 0 0,0 0-1 0 0,1 1 1 0 0,-1-1 0 0 0,0 1-1 0 0,0 0 1 0 0,1-1-1 0 0,-1 1 1 0 0,0 0 0 0 0,1 0-1 0 0,0-1 1 0 0,-1 1 0 0 0,1 1-1 0 0,0-1 1 0 0,-1 0 0 0 0,1 0-1 0 0,0 1 1 0 0,0-1 0 0 0,-1 1-1 0 0,5-1 1 0 0,-3 1-3 0 0,1 0 1 0 0,-1 1 0 0 0,0-1-1 0 0,0 1 1 0 0,0 0 0 0 0,0 0-1 0 0,0 0 1 0 0,0 1 0 0 0,0-1-1 0 0,0 1 1 0 0,0-1 0 0 0,4 5-1 0 0,7 5-5 0 0,-2 0-1 0 0,0 1 1 0 0,0 1-1 0 0,11 16 0 0 0,0 1-2 0 0,-1 2-1 0 0,-1 0 1 0 0,-2 1 0 0 0,-2 1-1 0 0,-1 0 1 0 0,22 72-1 0 0,-30-69-1430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29 6301 0 0,'0'-18'260'0'0,"0"7"-106"0"0,0 12-64 0 0,6 40-344 0 0,1 0 0 0 0,2-1 0 0 0,1 0 0 0 0,32 75 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85 97 4544 0 0,'-11'-22'204'0'0,"6"4"-20"0"0,-4 6 32 0 0,1 2 36 0 0,5 0 13 0 0,-2 3-25 0 0,-1 2 140 0 0,1-5-96 0 0,-9 8-176 0 0,-5 11-3317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85 152 4792 0 0,'-25'-70'-89'0'0,"1"4"1616"0"0,24 65-1516 0 0,0 0 0 0 0,0 0 1 0 0,0 1-1 0 0,0-1 0 0 0,0 0 1 0 0,0 1-1 0 0,-1-1 0 0 0,1 0 1 0 0,0 1-1 0 0,0-1 0 0 0,-1 0 0 0 0,1 1 1 0 0,0-1-1 0 0,-1 1 0 0 0,1-1 1 0 0,-1 0-1 0 0,1 1 0 0 0,-1-1 0 0 0,1 1 1 0 0,-1 0-1 0 0,1-1 0 0 0,-1 1 1 0 0,0-1-1 0 0,1 1 0 0 0,-2-1 0 0 0,-8 12 111 0 0,-3 26-56 0 0,11-5 21 0 0,1 0 0 0 0,2 0-1 0 0,0 0 1 0 0,3 0 0 0 0,0-1-1 0 0,2 1 1 0 0,2-1 0 0 0,0 0-1 0 0,21 45 920 0 0,-32-92-887 0 0,0 0 0 0 0,-1 0 0 0 0,-6-17-1 0 0,-9-42 241 0 0,17 59-286 0 0,0 0 0 0 0,2 0 0 0 0,-1-1 0 0 0,2 1 0 0 0,0 0 0 0 0,1 0 0 0 0,7-27 0 0 0,-7 38-67 0 0,-1 0-1 0 0,1 1 1 0 0,0-1-1 0 0,0 1 1 0 0,1 0-1 0 0,-1-1 1 0 0,1 1-1 0 0,0 0 1 0 0,0 1-1 0 0,0-1 1 0 0,0 0-1 0 0,1 1 1 0 0,0 0-1 0 0,0 0 1 0 0,-1 0-1 0 0,2 0 1 0 0,-1 1-1 0 0,0-1 1 0 0,0 1-1 0 0,1 0 1 0 0,0 0-1 0 0,-1 1 1 0 0,1-1-1 0 0,0 1 1 0 0,-1 0-1 0 0,1 1 1 0 0,0-1-1 0 0,0 1 1 0 0,7 0-1 0 0,10 1-6 0 0,0 2-1 0 0,-1 0 0 0 0,1 1 0 0 0,-1 1 1 0 0,0 1-1 0 0,39 17 0 0 0,-16-2-11 0 0,-1 1-1 0 0,41 28 0 0 0,-75-44 5 0 0,0 0 0 0 0,0 1 0 0 0,-1 0 0 0 0,0 0 0 0 0,0 1 0 0 0,0 0 0 0 0,-1 1 0 0 0,9 14-1 0 0,-13-19 13 0 0,-2-1-1 0 0,1 1 1 0 0,0 0-1 0 0,-1 0 0 0 0,1 0 1 0 0,-1 0-1 0 0,0 1 0 0 0,-1-1 1 0 0,1 0-1 0 0,-1 0 0 0 0,0 1 1 0 0,0-1-1 0 0,0 0 1 0 0,0 0-1 0 0,-1 1 0 0 0,0-1 1 0 0,1 0-1 0 0,-2 0 0 0 0,1 0 1 0 0,0 0-1 0 0,-1 0 0 0 0,0 0 1 0 0,0 0-1 0 0,0 0 1 0 0,-3 3-1 0 0,0-1-432 0 0,14-34-4050 0 0,2 8 1239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443 55 6877 0 0,'-1'-2'-45'0'0,"1"-1"1"0"0,-1 1-1 0 0,0-1 1 0 0,0 1-1 0 0,0-1 1 0 0,0 1-1 0 0,-1-1 1 0 0,1 1-1 0 0,-1 0 1 0 0,1 0-1 0 0,-1 0 1 0 0,0 0-1 0 0,0 0 1 0 0,0 0-1 0 0,0 0 1 0 0,0 0-1 0 0,0 1 1 0 0,0-1-1 0 0,-4-1 1 0 0,0 1 22 0 0,1 0 0 0 0,0 0 1 0 0,-1 1-1 0 0,1 0 0 0 0,-1 0 1 0 0,1 0-1 0 0,-1 1 0 0 0,0 0 1 0 0,-5 0-1 0 0,-11 2 23 0 0,1 2 0 0 0,-1 0-1 0 0,1 1 1 0 0,-21 8 0 0 0,15-4 18 0 0,0 2 1 0 0,-35 18 0 0 0,52-23-15 0 0,0-1 1 0 0,1 2 0 0 0,0-1 0 0 0,0 1 0 0 0,1 0 0 0 0,0 1 0 0 0,0 0 0 0 0,1 0 0 0 0,-9 13 0 0 0,15-20-1 0 0,0 0 0 0 0,0 0 1 0 0,0 1-1 0 0,1-1 0 0 0,-1 0 1 0 0,0 0-1 0 0,1 0 0 0 0,-1 1 1 0 0,1-1-1 0 0,-1 0 0 0 0,1 1 1 0 0,0-1-1 0 0,-1 0 0 0 0,1 1 1 0 0,0-1-1 0 0,0 1 0 0 0,0-1 0 0 0,0 0 1 0 0,0 1-1 0 0,0-1 0 0 0,1 1 1 0 0,-1-1-1 0 0,0 0 0 0 0,1 1 1 0 0,-1-1-1 0 0,1 0 0 0 0,-1 1 1 0 0,1-1-1 0 0,0 0 0 0 0,-1 0 0 0 0,1 0 1 0 0,0 0-1 0 0,0 1 0 0 0,0-1 1 0 0,0 0-1 0 0,0 0 0 0 0,0-1 1 0 0,0 1-1 0 0,0 0 0 0 0,0 0 1 0 0,0 0-1 0 0,1-1 0 0 0,-1 1 1 0 0,0-1-1 0 0,1 1 0 0 0,-1-1 0 0 0,0 1 1 0 0,1-1-1 0 0,-1 0 0 0 0,2 1 1 0 0,5 0 17 0 0,0 1 1 0 0,0-1-1 0 0,0-1 0 0 0,0 1 1 0 0,0-1-1 0 0,0-1 1 0 0,10-1-1 0 0,10-5 66 0 0,0-1 1 0 0,0-2-1 0 0,40-19 1 0 0,-34 13 840 0 0,40-12-1 0 0,-35 20 353 0 0,-37 9-1244 0 0,0 0-1 0 0,1 0 1 0 0,-1 0 0 0 0,0 1 0 0 0,0-1-1 0 0,1 1 1 0 0,-1-1 0 0 0,0 1-1 0 0,0-1 1 0 0,3 5 0 0 0,1 0-44 0 0,4 2-94 0 0,0 0-1 0 0,0-1 0 0 0,0 0 0 0 0,1 0 1 0 0,22 9-1 0 0,-26-13-582 0 0,0 0-1 0 0,1-1 1 0 0,-1 0-1 0 0,1-1 1 0 0,-1 0-1 0 0,13 1 1 0 0,-3-2-2331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58 160 7029 0 0,'2'-155'1169'0'0,"-2"154"-1162"0"0,0 1 0 0 0,0 0 0 0 0,0 0-1 0 0,0 0 1 0 0,0-1 0 0 0,-1 1 0 0 0,1 0 0 0 0,0 0 0 0 0,0 0-1 0 0,0-1 1 0 0,0 1 0 0 0,-1 0 0 0 0,1 0 0 0 0,0 0 0 0 0,0 0 0 0 0,-1 0-1 0 0,1-1 1 0 0,0 1 0 0 0,0 0 0 0 0,0 0 0 0 0,-1 0 0 0 0,1 0-1 0 0,0 0 1 0 0,0 0 0 0 0,-1 0 0 0 0,1 0 0 0 0,0 0 0 0 0,0 0-1 0 0,-1 0 1 0 0,1 0 0 0 0,0 0 0 0 0,0 0 0 0 0,-1 0 0 0 0,1 0-1 0 0,0 0 1 0 0,0 0 0 0 0,-1 1 0 0 0,1-1 0 0 0,0 0 0 0 0,0 0-1 0 0,0 0 1 0 0,-1 0 0 0 0,1 0 0 0 0,0 1 0 0 0,0-1 0 0 0,0 0 0 0 0,-1 0-1 0 0,1 0 1 0 0,0 1 0 0 0,0-1 0 0 0,0 0 0 0 0,0 0 0 0 0,0 0-1 0 0,0 1 1 0 0,0-1 0 0 0,-1 0 0 0 0,1 1 0 0 0,-11 9-11 0 0,7-4 18 0 0,0 0 0 0 0,0 0-1 0 0,1 0 1 0 0,0 1-1 0 0,0-1 1 0 0,0 1-1 0 0,1 0 1 0 0,0-1-1 0 0,1 1 1 0 0,-2 12 0 0 0,-2 70 63 0 0,6-45-49 0 0,3-1-1 0 0,1 1 0 0 0,3-1 1 0 0,17 60-1 0 0,70 165 44 0 0,-24-76-835 0 0,-53-148-2669 0 0,-7-28 460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280 51 6525 0 0,'-17'-30'-812'0'0,"5"10"520"0"0,28 33 279 0 0,19 28 3 0 0,-2 1-1 0 0,-3 2 0 0 0,30 54 1 0 0,-51-84 11 0 0,33 60 20 0 0,-3 1 0 0 0,31 87 1 0 0,-52-112-3 0 0,-2 0 1 0 0,-2 1 0 0 0,-3 1-1 0 0,8 79 1 0 0,-18-106 0 0 0,-1 1-1 0 0,-1-1 0 0 0,0 0 1 0 0,-2 0-1 0 0,-1 0 1 0 0,-2-1-1 0 0,0 1 0 0 0,-1-1 1 0 0,-1 0-1 0 0,-2-1 1 0 0,0 0-1 0 0,-26 42 1 0 0,16-37 17 0 0,-1-1 0 0 0,-1 0 0 0 0,-1-2 1 0 0,-1-1-1 0 0,-1-1 0 0 0,-2-1 1 0 0,0-1-1 0 0,-55 32 0 0 0,45-31-40 0 0,-57 23 1 0 0,82-40-380 0 0,-1-1 0 0 0,0 1 0 0 0,-1-2 0 0 0,1 0 0 0 0,-1-1 0 0 0,1 0 0 0 0,-1-1 0 0 0,-21-1 0 0 0,7-4-436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504 50 3720 0 0,'-1'-4'40'0'0,"0"0"-1"0"0,-1 1 1 0 0,0 0 0 0 0,1-1-1 0 0,-1 1 1 0 0,0 0-1 0 0,-1 0 1 0 0,1 0 0 0 0,0 0-1 0 0,-1 1 1 0 0,-5-6-1 0 0,6 7-22 0 0,1 1-1 0 0,-1-1 1 0 0,1 0-1 0 0,-1 0 1 0 0,0 1-1 0 0,0-1 1 0 0,1 1-1 0 0,-1-1 1 0 0,0 1 0 0 0,0 0-1 0 0,1-1 1 0 0,-1 1-1 0 0,0 0 1 0 0,0 0-1 0 0,0 0 1 0 0,0 1-1 0 0,1-1 1 0 0,-1 0-1 0 0,0 1 1 0 0,0-1-1 0 0,1 1 1 0 0,-1 0-1 0 0,0-1 1 0 0,-1 2-1 0 0,-21 12 8 0 0,1 1-1 0 0,0 2 1 0 0,1 0-1 0 0,1 1 0 0 0,1 1 1 0 0,-22 26-1 0 0,7-4 37 0 0,3 2-1 0 0,-35 59 1 0 0,48-69-12 0 0,2 1 1 0 0,2 1-1 0 0,0 1 1 0 0,3 0-1 0 0,1 0 0 0 0,1 1 1 0 0,3 1-1 0 0,0 0 0 0 0,3 0 1 0 0,0 70-1 0 0,7-54 17 0 0,3 1-1 0 0,1-1 1 0 0,4 0-1 0 0,1-1 1 0 0,3-1 0 0 0,42 101-1 0 0,35 38 205 0 0,-76-163-922 0 0,1-2 0 0 0,1 0 0 0 0,1 0 0 0 0,37 37 0 0 0,-34-45-430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753 59 3772 0 0,'0'0'948'0'0,"-4"-3"-840"0"0,-7-4-68 0 0,1 0 1 0 0,-1 1-1 0 0,0 0 1 0 0,0 1-1 0 0,0 0 1 0 0,-1 1-1 0 0,0 0 1 0 0,0 1-1 0 0,0 0 1 0 0,0 1-1 0 0,0 0 1 0 0,0 1-1 0 0,-1 1 0 0 0,1 0 1 0 0,0 0-1 0 0,-1 1 1 0 0,1 1-1 0 0,0 0 1 0 0,0 1-1 0 0,-14 5 1 0 0,-9 6-42 0 0,1 2-1 0 0,0 2 1 0 0,1 1 0 0 0,1 1-1 0 0,1 2 1 0 0,1 1 0 0 0,-35 34-1 0 0,44-36-2 0 0,1 1-1 0 0,1 0 0 0 0,0 1 0 0 0,2 1 0 0 0,1 1 0 0 0,1 1 0 0 0,1 0 0 0 0,2 1 0 0 0,-19 53 1 0 0,29-71 1 0 0,0 0 0 0 0,0 0 1 0 0,0 0-1 0 0,1 0 1 0 0,1 0-1 0 0,-1 1 0 0 0,2-1 1 0 0,-1 0-1 0 0,1 0 1 0 0,1 0-1 0 0,-1 0 0 0 0,2 0 1 0 0,-1 0-1 0 0,8 16 1 0 0,-4-15 2 0 0,0 0 0 0 0,0 0-1 0 0,1 0 1 0 0,0-1 0 0 0,1 0 0 0 0,0-1 0 0 0,1 1 0 0 0,0-2 0 0 0,0 1 0 0 0,14 8 0 0 0,4-1 10 0 0,1 0 0 0 0,1-2 1 0 0,0-1-1 0 0,1-2 0 0 0,0 0 0 0 0,0-2 0 0 0,53 6 1 0 0,10-5 31 0 0,-1-4 0 0 0,1-4 0 0 0,0-4 0 0 0,0-4 0 0 0,112-24 0 0 0,-184 28 9 0 0,-14 2-32 0 0,0 0 0 0 0,0 0 0 0 0,-1-1 0 0 0,1 1 1 0 0,11-6-1 0 0,-16 6-211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375 52 3940 0 0,'-5'-14'-308'0'0,"5"13"310"0"0,-5-3 49 0 0,0-1 0 0 0,0 1 0 0 0,0 0 0 0 0,0 0 0 0 0,-1 1 0 0 0,-10-6 0 0 0,12 8-34 0 0,0 0 0 0 0,0 0 0 0 0,0 1 0 0 0,-1-1 0 0 0,1 1 0 0 0,0 0 0 0 0,0 0 0 0 0,0 1 0 0 0,-1-1 0 0 0,1 1 0 0 0,0 0 0 0 0,0 0 0 0 0,-6 3 0 0 0,-8 2 7 0 0,1 1 0 0 0,-1 0 0 0 0,2 1 0 0 0,-1 1-1 0 0,1 1 1 0 0,0 1 0 0 0,1 0 0 0 0,1 0 0 0 0,0 2 0 0 0,0 0 0 0 0,1 0 0 0 0,1 1-1 0 0,0 1 1 0 0,1 0 0 0 0,-14 26 0 0 0,23-39-21 0 0,1 0-1 0 0,0-1 1 0 0,0 1 0 0 0,0 0-1 0 0,0 0 1 0 0,0 0-1 0 0,1 0 1 0 0,-1 0 0 0 0,1 0-1 0 0,-1 0 1 0 0,1 0 0 0 0,0 0-1 0 0,-1 1 1 0 0,1-1-1 0 0,0 0 1 0 0,1 0 0 0 0,-1 0-1 0 0,0 0 1 0 0,0 0 0 0 0,1 0-1 0 0,-1 0 1 0 0,1 0-1 0 0,0 0 1 0 0,0 0 0 0 0,0 0-1 0 0,0 0 1 0 0,0 0 0 0 0,0-1-1 0 0,0 1 1 0 0,0 0-1 0 0,1-1 1 0 0,-1 1 0 0 0,1-1-1 0 0,-1 1 1 0 0,1-1 0 0 0,0 0-1 0 0,-1 1 1 0 0,1-1-1 0 0,0 0 1 0 0,0 0 0 0 0,0 0-1 0 0,0-1 1 0 0,0 1 0 0 0,0 0-1 0 0,3 0 1 0 0,5 1 14 0 0,0-1 0 0 0,1 1 0 0 0,-1-2 0 0 0,1 1 0 0 0,-1-1 0 0 0,0-1 0 0 0,20-3 0 0 0,-8-2 13 0 0,-1 0-1 0 0,0-2 0 0 0,0 0 1 0 0,-1-1-1 0 0,0-1 0 0 0,20-15 0 0 0,108-83 819 0 0,-103 71 412 0 0,-43 41-1234 0 0,0 0-1 0 0,-1 0 0 0 0,0 0 1 0 0,1 0-1 0 0,-1 1 0 0 0,-1-1 0 0 0,1 0 1 0 0,-1 7-1 0 0,1-10-17 0 0,0 9 13 0 0,2-1-1 0 0,-1 1 0 0 0,1-1 1 0 0,1 0-1 0 0,0 0 1 0 0,0 0-1 0 0,0 0 0 0 0,1-1 1 0 0,1 1-1 0 0,-1-1 0 0 0,2 0 1 0 0,-1-1-1 0 0,1 0 0 0 0,0 0 1 0 0,0 0-1 0 0,1-1 0 0 0,-1 0 1 0 0,2 0-1 0 0,15 8 1 0 0,-7-5-427 0 0,0-1 1 0 0,1 0-1 0 0,0-2 1 0 0,0 1-1 0 0,0-2 1 0 0,1-1 0 0 0,-1 0-1 0 0,1-1 1 0 0,28 0-1 0 0,-17-3-1508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0 221 5256 0 0,'8'-58'-247'0'0,"-4"35"545"0"0,-1 1 0 0 0,-1 0 0 0 0,-1-1 0 0 0,-1 1 0 0 0,-4-26 0 0 0,4 46-190 0 0,14 205 542 0 0,3-56-579 0 0,-5-28-24 0 0,5 0-1 0 0,34 119 1 0 0,-46-220-43 0 0,1 0 1 0 0,1-1-1 0 0,0 0 0 0 0,2 0 1 0 0,0 0-1 0 0,0-1 0 0 0,2-1 1 0 0,0 0-1 0 0,14 15 0 0 0,-14-19 4 0 0,1-1-1 0 0,0 0 1 0 0,0 0-1 0 0,1-1 1 0 0,1-1 0 0 0,0 0-1 0 0,0-1 1 0 0,0 0-1 0 0,1-1 1 0 0,0-1-1 0 0,16 4 1 0 0,-13-6-76 0 0,1 1 1 0 0,-1-2-1 0 0,1-1 0 0 0,0 0 0 0 0,-1-1 1 0 0,1-1-1 0 0,19-3 0 0 0,0-3-1134 0 0,-1-2 0 0 0,51-18 0 0 0,-41 10-694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106 173 5320 0 0,'-93'-12'-82'0'0,"93"12"87"0"0,-1 0 1 0 0,1 0-1 0 0,-1 0 1 0 0,1 0-1 0 0,-1 0 1 0 0,1 0-1 0 0,-1 0 1 0 0,1 0-1 0 0,-1 0 1 0 0,1 0-1 0 0,0 0 1 0 0,-1-1-1 0 0,1 1 1 0 0,-1 0-1 0 0,1 0 1 0 0,-1-1-1 0 0,1 1 0 0 0,0 0 1 0 0,-1-1-1 0 0,1 1 1 0 0,0 0-1 0 0,-1-1 1 0 0,1 1-1 0 0,0-1 1 0 0,-1 1-1 0 0,1 0 1 0 0,0-1-1 0 0,0 1 1 0 0,0-1-1 0 0,-1 1 1 0 0,1-1-1 0 0,0 1 1 0 0,0-1-1 0 0,0 1 1 0 0,0-1-1 0 0,13-13 66 0 0,26-5-28 0 0,77-15-218 0 0,145-23 0 0 0,-153 35-1890 0 0,-82 17 787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329 206 4096 0 0,'-30'2'-8'0'0,"44"-14"145"0"0,16-13-87 0 0,-27 23-24 0 0,0-1 1 0 0,-1 0-1 0 0,1 0 0 0 0,0 0 1 0 0,-1-1-1 0 0,0 1 0 0 0,0-1 1 0 0,0 1-1 0 0,0-1 0 0 0,0 0 0 0 0,-1 1 1 0 0,0-1-1 0 0,0 0 0 0 0,0 0 1 0 0,0 0-1 0 0,0 0 0 0 0,-1 0 1 0 0,0 0-1 0 0,0 0 0 0 0,0 0 1 0 0,0 0-1 0 0,-1 0 0 0 0,1 0 1 0 0,-1 0-1 0 0,0 0 0 0 0,0 0 0 0 0,0 0 1 0 0,-1 0-1 0 0,0 0 0 0 0,-3-5 1 0 0,2 5 0 0 0,0 0-1 0 0,-1 0 1 0 0,1 0 0 0 0,-1 0 0 0 0,0 1 0 0 0,0 0 0 0 0,0 0 0 0 0,-1 0-1 0 0,1 0 1 0 0,-1 1 0 0 0,1-1 0 0 0,-1 1 0 0 0,0 0 0 0 0,0 1 0 0 0,0-1-1 0 0,0 1 1 0 0,0 0 0 0 0,0 0 0 0 0,-1 1 0 0 0,1-1 0 0 0,0 1-1 0 0,0 0 1 0 0,-9 2 0 0 0,2 0-9 0 0,1 1 0 0 0,-1 0 0 0 0,1 1 0 0 0,-1 1 1 0 0,1 0-1 0 0,0 0 0 0 0,1 1 0 0 0,-1 0 0 0 0,1 1 0 0 0,1 0 0 0 0,-1 1 0 0 0,1 0 0 0 0,0 0 0 0 0,1 1 0 0 0,-10 13 0 0 0,10-12-10 0 0,0 0 1 0 0,1 1-1 0 0,0 0 0 0 0,1 1 0 0 0,0 0 0 0 0,1 0 0 0 0,0 0 0 0 0,1 0 1 0 0,1 1-1 0 0,0-1 0 0 0,0 1 0 0 0,1 0 0 0 0,1 0 0 0 0,0 16 1 0 0,1-22-1 0 0,1-1 0 0 0,0 1 1 0 0,0 0-1 0 0,1 0 0 0 0,0-1 1 0 0,0 1-1 0 0,1-1 1 0 0,-1 0-1 0 0,1 1 0 0 0,1-1 1 0 0,-1-1-1 0 0,1 1 1 0 0,7 8-1 0 0,-3-6 7 0 0,0 0 0 0 0,0-1-1 0 0,0-1 1 0 0,1 1 0 0 0,0-1 0 0 0,1-1 0 0 0,18 9 0 0 0,-1-4 12 0 0,0-1 1 0 0,0-1-1 0 0,0-2 0 0 0,1-1 1 0 0,49 3-1 0 0,-43-6-91 0 0,0-1 0 0 0,0-2 0 0 0,-1-2 0 0 0,1-1 0 0 0,38-9 0 0 0,-49 6-473 0 0,-1 0 0 0 0,0-1-1 0 0,-1-1 1 0 0,0-1-1 0 0,21-13 1 0 0,1-5-546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374 49 4032 0 0,'0'-2'9'0'0,"1"1"-1"0"0,-1-1 0 0 0,0 1 0 0 0,0-1 0 0 0,1 1 1 0 0,-1-1-1 0 0,-1 1 0 0 0,1-1 0 0 0,0 1 1 0 0,0-1-1 0 0,0 1 0 0 0,-1-1 0 0 0,1 1 0 0 0,-1-1 1 0 0,1 1-1 0 0,-1 0 0 0 0,0-1 0 0 0,1 1 0 0 0,-1 0 1 0 0,0-1-1 0 0,0 1 0 0 0,0 0 0 0 0,0 0 1 0 0,0 0-1 0 0,0 0 0 0 0,0 0 0 0 0,0 0 0 0 0,-1 0 1 0 0,1 0-1 0 0,0 0 0 0 0,-1 1 0 0 0,1-1 1 0 0,0 0-1 0 0,-1 1 0 0 0,1-1 0 0 0,-1 1 0 0 0,-1-1 1 0 0,-4 0 53 0 0,1 0 1 0 0,-1 0 0 0 0,1 1 0 0 0,-1 0 0 0 0,-11 1 0 0 0,14-1-55 0 0,-18 2 94 0 0,0 0 0 0 0,0 1 0 0 0,1 2 0 0 0,-41 13 0 0 0,49-14-67 0 0,1 1 1 0 0,0 1-1 0 0,0 0 1 0 0,0 1-1 0 0,1 0 0 0 0,0 0 1 0 0,0 1-1 0 0,1 1 0 0 0,-10 11 1 0 0,18-19-31 0 0,1 0 0 0 0,-1 0 0 0 0,1 0 0 0 0,0 0 0 0 0,0 1 0 0 0,0-1 0 0 0,0 0 0 0 0,0 1 0 0 0,0-1 0 0 0,0 1 0 0 0,0-1 0 0 0,0 1 1 0 0,1 0-1 0 0,-1-1 0 0 0,1 1 0 0 0,-1 0 0 0 0,1-1 0 0 0,-1 1 0 0 0,1 0 0 0 0,0 0 0 0 0,0-1 0 0 0,0 1 0 0 0,0 0 0 0 0,0 0 0 0 0,1-1 0 0 0,-1 1 0 0 0,0 0 0 0 0,1 0 0 0 0,-1-1 0 0 0,1 1 0 0 0,0-1 0 0 0,-1 1 1 0 0,1 0-1 0 0,0-1 0 0 0,0 1 0 0 0,0-1 0 0 0,0 0 0 0 0,0 1 0 0 0,3 1 0 0 0,2 2 9 0 0,1-1 0 0 0,0 0 0 0 0,0 0 0 0 0,1 0 0 0 0,-1-1 0 0 0,1 0 0 0 0,11 3 1 0 0,-4-2-10 0 0,1-1 1 0 0,-1 0 0 0 0,1-1 0 0 0,-1 0 0 0 0,1-2 0 0 0,0 0 0 0 0,-1 0 0 0 0,1-2 0 0 0,23-4 0 0 0,-31 4 8 0 0,0 1-1 0 0,0-2 1 0 0,-1 1-1 0 0,1-1 1 0 0,-1 0-1 0 0,0-1 1 0 0,1 0-1 0 0,-2 0 1 0 0,1-1-1 0 0,0 1 1 0 0,-1-1-1 0 0,0-1 1 0 0,0 1-1 0 0,-1-1 1 0 0,1 0-1 0 0,-1 0 1 0 0,0-1-1 0 0,-1 0 1 0 0,0 1-1 0 0,4-10 1 0 0,-7 12 26 0 0,0 0 0 0 0,-1-1 0 0 0,1 1 0 0 0,-1 0 0 0 0,0 0 0 0 0,0-1 0 0 0,-1 1 0 0 0,1 0 0 0 0,-1 0 0 0 0,0-1 0 0 0,0 1 0 0 0,0 0 0 0 0,-1 0 0 0 0,0 0 0 0 0,1 0 1 0 0,-1 1-1 0 0,-1-1 0 0 0,-3-5 0 0 0,6 8-14 0 0,-1 1-22 0 0,1 0-1 0 0,-1 1 1 0 0,1-1-1 0 0,-1 0 0 0 0,1 0 1 0 0,0 0-1 0 0,-1 1 1 0 0,1-1-1 0 0,0 0 0 0 0,-1 1 1 0 0,1-1-1 0 0,0 0 1 0 0,-1 1-1 0 0,1-1 0 0 0,0 0 1 0 0,0 1-1 0 0,-1-1 1 0 0,1 1-1 0 0,0-1 0 0 0,0 0 1 0 0,0 1-1 0 0,-1-1 1 0 0,1 1-1 0 0,0-1 0 0 0,0 1 1 0 0,0-1-1 0 0,0 1 1 0 0,0-1-1 0 0,0 0 0 0 0,0 1 1 0 0,0-1-1 0 0,0 1 1 0 0,0-1-1 0 0,0 1 0 0 0,0-1 1 0 0,1 1-1 0 0,5 33 34 0 0,20 45-50 0 0,-20-65 26 0 0,124 318 12 0 0,-54-143-36 0 0,-58-145 24 0 0,-1 0 0 0 0,-3 1 1 0 0,-2 1-1 0 0,13 87 0 0 0,-24-119-7 0 0,0 0-1 0 0,-1 0 1 0 0,-1 0 0 0 0,0 0-1 0 0,-1 0 1 0 0,0-1 0 0 0,-1 1-1 0 0,-1-1 1 0 0,0 1 0 0 0,0-1-1 0 0,-2 0 1 0 0,1-1 0 0 0,-2 1-1 0 0,0-1 1 0 0,0 0-1 0 0,-1-1 1 0 0,0 0 0 0 0,-1 0-1 0 0,-1-1 1 0 0,-20 19 0 0 0,15-18 5 0 0,-1 0 0 0 0,0 0 0 0 0,-1-2 0 0 0,0 0 0 0 0,-1-1 0 0 0,1-1 0 0 0,-2 0 0 0 0,1-1 0 0 0,-36 6 0 0 0,44-10 6 0 0,-1-1 1 0 0,0 0-1 0 0,0 0 0 0 0,1-1 1 0 0,-1 0-1 0 0,0-1 0 0 0,0-1 0 0 0,0 1 1 0 0,1-2-1 0 0,-1 1 0 0 0,1-1 0 0 0,0-1 1 0 0,0 0-1 0 0,0 0 0 0 0,0-1 1 0 0,1-1-1 0 0,-1 1 0 0 0,-16-15 0 0 0,22 16-7 0 0,0 0 0 0 0,0-1 0 0 0,1 0 0 0 0,-1 1 0 0 0,1-1-1 0 0,0-1 1 0 0,0 1 0 0 0,0 0 0 0 0,1-1 0 0 0,0 1 0 0 0,0-1 0 0 0,1 0-1 0 0,-2-9 1 0 0,2 4-1 0 0,0 0 0 0 0,1 0 1 0 0,0 1-1 0 0,1-1 0 0 0,0 0 0 0 0,1 0 0 0 0,3-10 0 0 0,5-10 4 0 0,1 1 1 0 0,2 0-1 0 0,1 1 1 0 0,19-30-1 0 0,-12 24-18 0 0,1 1-1 0 0,2 0 0 0 0,2 2 1 0 0,0 1-1 0 0,2 1 1 0 0,2 2-1 0 0,0 1 0 0 0,2 1 1 0 0,1 1-1 0 0,1 2 0 0 0,1 2 1 0 0,1 1-1 0 0,0 1 0 0 0,2 3 1 0 0,0 1-1 0 0,56-15 0 0 0,-92 29-52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366 70 5344 0 0,'-22'-24'293'0'0,"18"22"-217"0"0,-1 0-1 0 0,1 0 0 0 0,-1 0 1 0 0,0 0-1 0 0,1 1 0 0 0,-1 0 1 0 0,0 0-1 0 0,0 0 0 0 0,0 1 1 0 0,0 0-1 0 0,0 0 0 0 0,-8 1 1 0 0,-60 12 406 0 0,58-9-426 0 0,1 1 0 0 0,-1 1 0 0 0,1 0 0 0 0,0 2 0 0 0,1-1 0 0 0,-19 14 0 0 0,25-16-49 0 0,0 1 0 0 0,0-1 0 0 0,0 1 0 0 0,1 1 0 0 0,0-1 0 0 0,0 1 0 0 0,0 0 0 0 0,1 0 0 0 0,0 1 0 0 0,1-1 0 0 0,-1 1 0 0 0,-4 13 0 0 0,8-18-8 0 0,1 0 0 0 0,-1 0 0 0 0,0-1 0 0 0,1 1 1 0 0,0 0-1 0 0,0 0 0 0 0,0 0 0 0 0,0 0 0 0 0,0 0 0 0 0,0 0 0 0 0,1 0 0 0 0,0 0 0 0 0,-1-1 0 0 0,1 1 0 0 0,0 0 1 0 0,0 0-1 0 0,1-1 0 0 0,-1 1 0 0 0,0 0 0 0 0,4 3 0 0 0,-1-2 3 0 0,-1 0 0 0 0,1-1 1 0 0,0 0-1 0 0,0 0 0 0 0,1 0 0 0 0,-1 0 0 0 0,0 0 0 0 0,1-1 0 0 0,0 0 1 0 0,-1 0-1 0 0,7 1 0 0 0,-1 0 21 0 0,0 0 0 0 0,-1-2 0 0 0,1 1-1 0 0,0-1 1 0 0,0 0 0 0 0,0-1 0 0 0,0 0 0 0 0,0-1 0 0 0,0 0 0 0 0,-1-1 0 0 0,20-5-1 0 0,-23 5 2 0 0,-1 0-1 0 0,0-1 0 0 0,1 0 0 0 0,-1-1 0 0 0,0 1 0 0 0,0-1 1 0 0,-1 0-1 0 0,1 0 0 0 0,-1 0 0 0 0,0-1 0 0 0,0 0 1 0 0,-1 1-1 0 0,1-1 0 0 0,-1-1 0 0 0,0 1 0 0 0,0 0 0 0 0,-1-1 1 0 0,1 0-1 0 0,-1 1 0 0 0,0-1 0 0 0,-1 0 0 0 0,0 0 0 0 0,0 0 1 0 0,0 0-1 0 0,0 0 0 0 0,-1-9 0 0 0,-1 7 1 0 0,1 1-1 0 0,-1 0 0 0 0,-1-1 0 0 0,1 1 1 0 0,-1 0-1 0 0,-1 0 0 0 0,1 0 1 0 0,-1 1-1 0 0,0-1 0 0 0,-1 0 1 0 0,1 1-1 0 0,-1 0 0 0 0,0 0 1 0 0,-1 0-1 0 0,0 0 0 0 0,0 1 1 0 0,0 0-1 0 0,0 0 0 0 0,-1 0 1 0 0,0 1-1 0 0,-9-6 0 0 0,8 6-89 0 0,-1 1 0 0 0,1 0 0 0 0,-1 0 0 0 0,0 1-1 0 0,-8-2 1 0 0,-20 1-4169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76 83 6189 0 0,'-9'-4'-8'0'0,"0"-1"0"0"0,0 0 1 0 0,1 0-1 0 0,-1-1 1 0 0,-12-12-1 0 0,20 16 66 0 0,-6-1-16 0 0,5 2-92 0 0,5 3-259 0 0,33 15 279 0 0,-2 1 1 0 0,0 1 0 0 0,-1 2-1 0 0,-2 2 1 0 0,48 43-1 0 0,-61-49 20 0 0,0 1 0 0 0,-1 2 0 0 0,-1-1-1 0 0,-1 2 1 0 0,-1 0 0 0 0,-1 1 0 0 0,-1 0 0 0 0,0 1-1 0 0,15 47 1 0 0,-2 12 1460 0 0,-30-86-1224 0 0,-1-3-166 0 0,1 0 1 0 0,0-1 0 0 0,0 1-1 0 0,0-1 1 0 0,1 0 0 0 0,0 0-1 0 0,0 0 1 0 0,1-1 0 0 0,1 1 0 0 0,-1-1-1 0 0,1 0 1 0 0,0 1 0 0 0,1-1-1 0 0,0 0 1 0 0,1 0 0 0 0,0 0-1 0 0,0 0 1 0 0,2-10 0 0 0,2-19 48 0 0,1 1 1 0 0,2 0-1 0 0,13-39 0 0 0,31-91-169 0 0,-50 165-114 0 0,5-3-176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 5805 0 0,'1'0'-17'0'0,"1"-1"0"0"0,-1 1 1 0 0,1-1-1 0 0,-1 1 0 0 0,1 0 1 0 0,-1 0-1 0 0,1 0 0 0 0,-1 0 1 0 0,1 0-1 0 0,-1 0 0 0 0,1 0 1 0 0,-1 0-1 0 0,1 0 1 0 0,-1 1-1 0 0,1-1 0 0 0,-1 1 1 0 0,1-1-1 0 0,-1 1 0 0 0,0 0 1 0 0,1-1-1 0 0,-1 1 0 0 0,0 0 1 0 0,1 0-1 0 0,-1 0 0 0 0,0 0 1 0 0,0 0-1 0 0,0 0 1 0 0,0 0-1 0 0,0 0 0 0 0,0 1 1 0 0,0-1-1 0 0,-1 0 0 0 0,1 0 1 0 0,1 2-1 0 0,4 8-4 0 0,-1 1-1 0 0,0-1 1 0 0,5 18-1 0 0,-3-9-33 0 0,6 14-78 0 0,5 7-79 0 0,-3 1 0 0 0,-1 0 1 0 0,-2 0-1 0 0,9 67 1 0 0,-21-94-931 0 0,-2-2 250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12 132 4688 0 0,'3'-25'280'0'0,"-3"5"-24"0"0,0 6 33 0 0,0-1 55 0 0,0 5 16 0 0,0 2 264 0 0,0-6-156 0 0,0 4-112 0 0,-3-3-412 0 0,-8 11-1260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89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292 20 5601 0 0,'0'0'-114'0'0,"1"-1"-99"0"0,-1 0 206 0 0,0 1 0 0 0,0-1 0 0 0,0 0 0 0 0,0 1 0 0 0,0-1 0 0 0,0 1 0 0 0,0-1 0 0 0,0 1 0 0 0,0-1 0 0 0,0 1 0 0 0,0-1 0 0 0,0 1 0 0 0,0-1 0 0 0,0 1 0 0 0,-1-1 0 0 0,1 1 1 0 0,0-1-1 0 0,0 1 0 0 0,-1-1 0 0 0,1 1 0 0 0,0 0 0 0 0,-1-1 0 0 0,1 1 0 0 0,-1-1 0 0 0,-7-1-16 0 0,-1 1 0 0 0,0 0 0 0 0,0 0 0 0 0,0 0 0 0 0,0 2 0 0 0,0-1 0 0 0,1 1 0 0 0,-1 0 0 0 0,0 1 0 0 0,0 0 0 0 0,1 0 0 0 0,-1 1 0 0 0,1 0 1 0 0,0 0-1 0 0,0 1 0 0 0,-10 6 0 0 0,7-4 0 0 0,0 0 0 0 0,0 1 0 0 0,1 0 0 0 0,-1 1 0 0 0,2 0 0 0 0,-1 0 0 0 0,1 1 1 0 0,0 1-1 0 0,1 0 0 0 0,0 0 0 0 0,-8 14 0 0 0,15-22 24 0 0,-1 0 0 0 0,1 1 0 0 0,0-1 1 0 0,0 0-1 0 0,0 1 0 0 0,1-1 0 0 0,-1 1 0 0 0,0-1 0 0 0,1 1 0 0 0,0-1 0 0 0,-1 1 0 0 0,1-1 0 0 0,0 1 1 0 0,0-1-1 0 0,1 1 0 0 0,-1-1 0 0 0,0 1 0 0 0,1-1 0 0 0,0 1 0 0 0,-1-1 0 0 0,1 0 0 0 0,0 1 1 0 0,0-1-1 0 0,1 0 0 0 0,-1 0 0 0 0,0 1 0 0 0,1-1 0 0 0,-1 0 0 0 0,1 0 0 0 0,0-1 0 0 0,-1 1 1 0 0,1 0-1 0 0,0 0 0 0 0,0-1 0 0 0,0 0 0 0 0,0 1 0 0 0,1-1 0 0 0,-1 0 0 0 0,0 0 0 0 0,1 0 0 0 0,-1 0 1 0 0,5 1-1 0 0,2 1 31 0 0,0-1-1 0 0,0 0 1 0 0,0 0 0 0 0,0-1 0 0 0,1 0 0 0 0,-1 0 0 0 0,0-1 0 0 0,1-1-1 0 0,-1 1 1 0 0,13-4 0 0 0,5-4 553 0 0,-1-2-1 0 0,0-2 1 0 0,0 0 0 0 0,-1-1-1 0 0,43-31 1 0 0,-63 40-447 0 0,0 0 1 0 0,1 1-1 0 0,-1 0 0 0 0,1 0 1 0 0,-1 0-1 0 0,13-3 1 0 0,-17 6-31 0 0,-13 43-484 0 0,10-41 369 0 0,0 1 0 0 0,1-1 0 0 0,-1 1 1 0 0,1-1-1 0 0,0 1 0 0 0,-1 0 0 0 0,1 0 0 0 0,1-1 0 0 0,-1 1 0 0 0,0 0 0 0 0,1 0 0 0 0,-1 0 1 0 0,1 0-1 0 0,0 0 0 0 0,0 0 0 0 0,0 0 0 0 0,0 0 0 0 0,1-1 0 0 0,-1 1 0 0 0,1 0 0 0 0,0 0 1 0 0,0 0-1 0 0,0 0 0 0 0,0-1 0 0 0,0 1 0 0 0,0 0 0 0 0,1-1 0 0 0,-1 1 0 0 0,1-1 0 0 0,0 0 1 0 0,0 0-1 0 0,0 1 0 0 0,3 2 0 0 0,1 1-55 0 0,1-1 0 0 0,0 1 1 0 0,0-1-1 0 0,0 0 0 0 0,1-1 1 0 0,0 1-1 0 0,0-2 0 0 0,0 1 0 0 0,14 4 1 0 0,-10-6-737 0 0,1 0 0 0 0,-1 0 0 0 0,1-1-1 0 0,25-1 1 0 0,-10-3-1546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297 17 5533 0 0,'0'0'-209'0'0,"-31"-16"1300"0"0,18 18-1093 0 0,0 0-1 0 0,0 1 1 0 0,0 1-1 0 0,0 1 1 0 0,0 0-1 0 0,1 0 1 0 0,0 1-1 0 0,0 1 1 0 0,1 0-1 0 0,-21 16 1 0 0,22-15-17 0 0,1 1 0 0 0,0 0 0 0 0,1 0 0 0 0,0 1 0 0 0,0 0 0 0 0,1 0 0 0 0,0 1 0 0 0,1 0 0 0 0,0 1 0 0 0,1-1 0 0 0,0 1 0 0 0,-6 24 0 0 0,8-20 7 0 0,0 1 0 0 0,1 0 0 0 0,1 0-1 0 0,1 0 1 0 0,0 0 0 0 0,1 0 0 0 0,1-1 0 0 0,0 1-1 0 0,7 21 1 0 0,-7-30-113 0 0,1 0-1 0 0,0 1 0 0 0,0-2 1 0 0,1 1-1 0 0,0 0 1 0 0,0-1-1 0 0,1 0 0 0 0,0 0 1 0 0,0 0-1 0 0,1 0 0 0 0,0-1 1 0 0,0 0-1 0 0,0 0 1 0 0,1-1-1 0 0,0 0 0 0 0,0 0 1 0 0,0 0-1 0 0,1-1 0 0 0,-1 0 1 0 0,1-1-1 0 0,14 5 1 0 0,10 1-1275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1 134 4448 0 0,'5'-25'607'0'0,"-1"0"0"0"0,-2 0 0 0 0,1-32-1 0 0,-3 55-372 0 0,-1 9-212 0 0,0 44-1 0 0,1 0 1 0 0,3 0 0 0 0,19 99 0 0 0,55 157-12 0 0,-36-154-239 0 0,12 68-3114 0 0,-44-182 1543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144 119 4836 0 0,'0'0'-84'0'0,"-2"-18"1061"0"0,1 17-978 0 0,0 1 1 0 0,-1-1-1 0 0,1 1 1 0 0,0-1-1 0 0,-1 1 1 0 0,1-1-1 0 0,0 1 1 0 0,-1 0-1 0 0,1 0 1 0 0,0-1-1 0 0,-1 1 1 0 0,1 0-1 0 0,0 0 1 0 0,-1 1-1 0 0,1-1 1 0 0,0 0-1 0 0,-1 0 1 0 0,1 1-1 0 0,0-1 1 0 0,-1 0-1 0 0,1 1 1 0 0,0 0-1 0 0,-2 0 1 0 0,-2 2-6 0 0,0 1 0 0 0,0-1 0 0 0,0 1 0 0 0,1-1 0 0 0,0 1 0 0 0,-4 5 0 0 0,-3 4-10 0 0,0 1 0 0 0,1 1-1 0 0,-10 18 1 0 0,16-26 10 0 0,1 1 1 0 0,0-1 0 0 0,1 1-1 0 0,0-1 1 0 0,0 1 0 0 0,0 0-1 0 0,1-1 1 0 0,0 1 0 0 0,1 0-1 0 0,0 0 1 0 0,0 0 0 0 0,0 0-1 0 0,1 0 1 0 0,1 0 0 0 0,-1-1-1 0 0,1 1 1 0 0,0 0-1 0 0,1-1 1 0 0,0 0 0 0 0,0 1-1 0 0,0-1 1 0 0,1 0 0 0 0,0-1-1 0 0,1 1 1 0 0,0-1 0 0 0,0 0-1 0 0,0 0 1 0 0,0 0 0 0 0,1 0-1 0 0,12 8 1 0 0,-2-4 23 0 0,0 0 1 0 0,1-1-1 0 0,0-1 1 0 0,0-1-1 0 0,1 0 1 0 0,0-1-1 0 0,0-1 0 0 0,1-1 1 0 0,-1 0-1 0 0,1-2 1 0 0,0 0-1 0 0,31-1 1 0 0,-40-1 29 0 0,0-1 0 0 0,0 0 0 0 0,0-1 0 0 0,0 0 0 0 0,0 0 0 0 0,-1-1 0 0 0,1 0 0 0 0,0-1 0 0 0,-1 0 0 0 0,0 0 0 0 0,0-1 0 0 0,-1 0 0 0 0,1-1 1 0 0,-1 0-1 0 0,0 0 0 0 0,0-1 0 0 0,-1 0 0 0 0,0 0 0 0 0,0-1 0 0 0,-1 0 0 0 0,0 0 0 0 0,0 0 0 0 0,-1-1 0 0 0,0 0 0 0 0,4-11 0 0 0,-5 12 32 0 0,-1-1 0 0 0,-1 0-1 0 0,1 1 1 0 0,-2-1-1 0 0,1 0 1 0 0,-1 0 0 0 0,0 0-1 0 0,-1 0 1 0 0,0 0-1 0 0,0 0 1 0 0,-1 0 0 0 0,-1 0-1 0 0,1 0 1 0 0,-1 0-1 0 0,-1 0 1 0 0,0 0 0 0 0,0 1-1 0 0,-7-14 1 0 0,3 10-18 0 0,-1 0 0 0 0,0 1 0 0 0,-1 0 0 0 0,0 0 0 0 0,-1 1 0 0 0,0 0 0 0 0,-1 1 0 0 0,0 0 0 0 0,0 1 0 0 0,0 0 0 0 0,-22-10 0 0 0,14 8-138 0 0,-1 2 0 0 0,0 0 0 0 0,-1 0 0 0 0,0 2 0 0 0,0 1 0 0 0,0 1 0 0 0,0 0 0 0 0,-27 0 0 0 0,44 4-431 0 0,-9 4-426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58 133 5493 0 0,'-50'-19'-369'0'0,"48"19"399"0"0,-4-10 47 0 0,6 10-83 0 0,0 0 1 0 0,1 0 0 0 0,-1 0 0 0 0,0 0-1 0 0,0 0 1 0 0,0 0 0 0 0,0 0 0 0 0,0 0-1 0 0,1 0 1 0 0,-1 0 0 0 0,0 0 0 0 0,0 0-1 0 0,0 0 1 0 0,0 0 0 0 0,0 0 0 0 0,0 0-1 0 0,1 0 1 0 0,-1 0 0 0 0,0 0 0 0 0,0 0-1 0 0,0 0 1 0 0,0 0 0 0 0,0-1 0 0 0,0 1-1 0 0,0 0 1 0 0,1 0 0 0 0,-1 0 0 0 0,0 0-1 0 0,0 0 1 0 0,0 0 0 0 0,0 0 0 0 0,0-1-1 0 0,0 1 1 0 0,0 0 0 0 0,0 0-1 0 0,0 0 1 0 0,0 0 0 0 0,0 0 0 0 0,0 0-1 0 0,0-1 1 0 0,0 1 0 0 0,0 0 0 0 0,0 0-1 0 0,0 0 1 0 0,0 0 0 0 0,0 0 0 0 0,0-1-1 0 0,0 1 1 0 0,0 0 0 0 0,0 0 0 0 0,0 0-1 0 0,0 0 1 0 0,0 0 0 0 0,0 0 0 0 0,0-1-1 0 0,0 1 1 0 0,307 165-196 0 0,-277-151 192 0 0,-1 1 0 0 0,0 1 0 0 0,-1 1 0 0 0,-1 2 1 0 0,-1 1-1 0 0,0 1 0 0 0,25 28 0 0 0,-50-48 14 0 0,1 1 0 0 0,0 0-1 0 0,-1-1 1 0 0,1 1 0 0 0,-1 0 0 0 0,0 0 0 0 0,1 0-1 0 0,-1 0 1 0 0,0 0 0 0 0,0 0 0 0 0,0 0-1 0 0,-1 0 1 0 0,1 0 0 0 0,0 1 0 0 0,-1-1 0 0 0,1 0-1 0 0,-1 0 1 0 0,0 1 0 0 0,0-1 0 0 0,0 0-1 0 0,0 1 1 0 0,0-1 0 0 0,-1 0 0 0 0,1 0 0 0 0,0 1-1 0 0,-1-1 1 0 0,0 0 0 0 0,0 0 0 0 0,1 0-1 0 0,-1 0 1 0 0,0 0 0 0 0,-1 0 0 0 0,1 0 0 0 0,0 0-1 0 0,-1 0 1 0 0,1 0 0 0 0,-1-1 0 0 0,1 1-1 0 0,-1 0 1 0 0,0-1 0 0 0,0 0 0 0 0,1 1 0 0 0,-1-1-1 0 0,0 0 1 0 0,-5 2 0 0 0,-4 3 163 0 0,-2 0 1 0 0,1-1-1 0 0,-1 0 1 0 0,0-1-1 0 0,0-1 0 0 0,-18 3 1 0 0,28-5-113 0 0,0-1-1 0 0,0 1 1 0 0,0-1 0 0 0,0 1 0 0 0,0-1 0 0 0,0 0-1 0 0,0 0 1 0 0,0-1 0 0 0,0 1 0 0 0,0-1 0 0 0,0 1-1 0 0,0-1 1 0 0,0 0 0 0 0,0 0 0 0 0,1 0-1 0 0,-1-1 1 0 0,0 1 0 0 0,0-1 0 0 0,1 1 0 0 0,-1-1-1 0 0,1 0 1 0 0,0 0 0 0 0,-1 0 0 0 0,1 0-1 0 0,0 0 1 0 0,0-1 0 0 0,0 1 0 0 0,1-1 0 0 0,-1 1-1 0 0,1-1 1 0 0,-1 0 0 0 0,1 1 0 0 0,0-1 0 0 0,0 0-1 0 0,0 0 1 0 0,-1-4 0 0 0,0-3-8 0 0,1 0 1 0 0,0 0 0 0 0,1 0-1 0 0,0 0 1 0 0,0 1-1 0 0,1-1 1 0 0,1 0-1 0 0,0 0 1 0 0,4-16-1 0 0,2 4-30 0 0,1 0 0 0 0,1 0 0 0 0,1 1 0 0 0,1 1-1 0 0,26-37 1 0 0,86-81-46 0 0,-69 80 11 0 0,-30 29-359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414 709 4940 0 0,'0'0'-121'0'0,"-41"-16"205"0"0,27 15-48 0 0,-1 0-1 0 0,1 1 1 0 0,0 1-1 0 0,-1 0 1 0 0,1 1 0 0 0,0 0-1 0 0,0 1 1 0 0,0 1-1 0 0,0 0 1 0 0,-17 8-1 0 0,12-3-40 0 0,0 0-1 0 0,1 1 0 0 0,0 1 0 0 0,1 1 0 0 0,0 0 1 0 0,-25 24-1 0 0,38-31-3 0 0,-1-1 1 0 0,1 1-1 0 0,0 0 1 0 0,0 0-1 0 0,0 1 1 0 0,1-1-1 0 0,0 1 1 0 0,0 0-1 0 0,0 0 1 0 0,0 0-1 0 0,1 0 1 0 0,0 0-1 0 0,1 0 1 0 0,-1 0-1 0 0,1 1 1 0 0,1-1-1 0 0,-1 10 1 0 0,1-11 7 0 0,1-1 0 0 0,0 1 0 0 0,0 0 0 0 0,1 0 0 0 0,-1-1 0 0 0,1 1 1 0 0,0-1-1 0 0,0 1 0 0 0,1-1 0 0 0,-1 0 0 0 0,1 0 0 0 0,0 0 0 0 0,0 0 1 0 0,0 0-1 0 0,1-1 0 0 0,-1 0 0 0 0,1 1 0 0 0,0-1 0 0 0,0 0 0 0 0,0-1 0 0 0,0 1 1 0 0,1-1-1 0 0,5 3 0 0 0,2 1 49 0 0,0-1 1 0 0,0 0 0 0 0,0-1-1 0 0,1-1 1 0 0,0 1-1 0 0,0-2 1 0 0,0 0 0 0 0,0-1-1 0 0,0 0 1 0 0,19-1 0 0 0,-25-1 44 0 0,-1 0 1 0 0,1 0 0 0 0,0-1-1 0 0,-1 0 1 0 0,1 0 0 0 0,-1-1 0 0 0,0 1-1 0 0,1-1 1 0 0,-1-1 0 0 0,-1 1 0 0 0,1-1-1 0 0,0 0 1 0 0,-1-1 0 0 0,0 1 0 0 0,0-1-1 0 0,0 0 1 0 0,-1 0 0 0 0,0 0-1 0 0,0-1 1 0 0,0 0 0 0 0,5-9 0 0 0,1-7 77 0 0,-1-1 1 0 0,-1 0 0 0 0,-1 0 0 0 0,-1-1-1 0 0,-1 0 1 0 0,-2 0 0 0 0,0 0 0 0 0,-1 0-1 0 0,-2-31 1 0 0,-4-30 388 0 0,-20-103 0 0 0,-17-27 679 0 0,10 63 115 0 0,21 104-1132 0 0,9 47-209 0 0,-5-14-1105 0 0,6 56 955 0 0,2-1-1 0 0,1 0 1 0 0,12 54 0 0 0,-1-3 44 0 0,-7-26 23 0 0,5 30 17 0 0,24 99-1 0 0,-30-168-38 0 0,2 0 0 0 0,0-1 0 0 0,2 0-1 0 0,1 0 1 0 0,1-1 0 0 0,1 0 0 0 0,1-1 0 0 0,27 34 0 0 0,-29-45 30 0 0,0 0 0 0 0,1 0 0 0 0,1-1 0 0 0,-1-1 0 0 0,2-1 0 0 0,0 0 0 0 0,0 0 0 0 0,0-2 0 0 0,1 0 0 0 0,0 0 0 0 0,0-2 0 0 0,1 0 0 0 0,0-1 0 0 0,0 0 0 0 0,0-2 1 0 0,0 0-1 0 0,0-1 0 0 0,0 0 0 0 0,24-3 0 0 0,-26 1 93 0 0,0-1 1 0 0,0-1 0 0 0,0 0-1 0 0,0-1 1 0 0,-1 0-1 0 0,1-1 1 0 0,-1-1 0 0 0,0 0-1 0 0,-1-1 1 0 0,0-1-1 0 0,0 0 1 0 0,0 0 0 0 0,-1-1-1 0 0,0-1 1 0 0,-1 0-1 0 0,0-1 1 0 0,-1 0 0 0 0,0-1-1 0 0,0 0 1 0 0,-2 0-1 0 0,1-1 1 0 0,6-15 0 0 0,-8 13 315 0 0,-1-1 1 0 0,-1 0-1 0 0,0-1 0 0 0,-2 1 1 0 0,0-1-1 0 0,2-27 1 0 0,-5 42-364 0 0,3 4-219 0 0,-1 0 226 0 0,0 0 0 0 0,1 0 0 0 0,-1 0 0 0 0,0 0 0 0 0,0 1-1 0 0,0-1 1 0 0,0 1 0 0 0,-1-1 0 0 0,1 1 0 0 0,-1 0 0 0 0,2 3-1 0 0,3 5-38 0 0,17 23-343 0 0,49 54-1 0 0,-59-74-6 0 0,1-1 0 0 0,0 0 0 0 0,1-1-1 0 0,0-1 1 0 0,0 0 0 0 0,21 10 0 0 0,-1-12-3173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 1 6413 0 0,'0'0'-457'0'0,"-9"11"-1552"0"0,6-8 1901 0 0,0 1 1 0 0,1 0-1 0 0,-1-1 1 0 0,1 1-1 0 0,0 0 0 0 0,0 1 1 0 0,-2 4-1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54 101 4340 0 0,'-4'-5'151'0'0,"1"0"0"0"0,-1 1 0 0 0,1-1-1 0 0,1 0 1 0 0,-1 0 0 0 0,-2-9 0 0 0,4 12 58 0 0,-6-7 305 0 0,-1 9-155 0 0,0 16-215 0 0,6-6-150 0 0,1 0 1 0 0,0 0-1 0 0,0 1 1 0 0,1-1-1 0 0,0 1 1 0 0,1-1-1 0 0,0 0 1 0 0,4 18-1 0 0,28 77-40 0 0,41 73 67 0 0,-66-153 634 0 0,-20-34 594 0 0,-22-42-336 0 0,27 33-856 0 0,2-1 0 0 0,0 0-1 0 0,1-1 1 0 0,1 1 0 0 0,1-1 0 0 0,1 1-1 0 0,1-1 1 0 0,3-32 0 0 0,-2 39-76 0 0,0 1 0 0 0,1 0 0 0 0,1 1 0 0 0,0-1 0 0 0,1 0 0 0 0,0 1 0 0 0,0 0 0 0 0,1 0 0 0 0,1 0 0 0 0,0 1 0 0 0,0-1 0 0 0,1 1 0 0 0,1 1 0 0 0,-1-1 1 0 0,13-10-1 0 0,-14 16-12 0 0,0 1 1 0 0,0-1 0 0 0,1 1-1 0 0,0 0 1 0 0,-1 1-1 0 0,1 0 1 0 0,0 0 0 0 0,0 0-1 0 0,1 1 1 0 0,-1 0 0 0 0,0 0-1 0 0,0 1 1 0 0,1-1 0 0 0,-1 2-1 0 0,0-1 1 0 0,0 1 0 0 0,0 0-1 0 0,0 1 1 0 0,1 0 0 0 0,11 5-1 0 0,12 4-45 0 0,-2 1-1 0 0,0 2 1 0 0,35 21-1 0 0,-39-20 54 0 0,-1 1 0 0 0,-1 2 0 0 0,25 23 0 0 0,-37-31-297 0 0,-1 1-1 0 0,0 0 1 0 0,0 1 0 0 0,-2-1 0 0 0,1 2 0 0 0,-2-1-1 0 0,1 1 1 0 0,5 15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285 777 5176 0 0,'-38'-20'-253'0'0,"25"19"259"0"0,0 0 1 0 0,1 2-1 0 0,-1-1 0 0 0,1 1 0 0 0,-1 1 0 0 0,1 0 1 0 0,0 1-1 0 0,0 1 0 0 0,0 0 0 0 0,0 0 0 0 0,0 1 1 0 0,1 0-1 0 0,0 1 0 0 0,0 1 0 0 0,1-1 0 0 0,-1 2 1 0 0,2-1-1 0 0,-16 16 0 0 0,24-22-4 0 0,0 0 1 0 0,0 0-1 0 0,0 0 0 0 0,0 0 0 0 0,1 0 1 0 0,-1 0-1 0 0,0 0 0 0 0,1 1 0 0 0,-1-1 1 0 0,1 0-1 0 0,-1 0 0 0 0,1 1 0 0 0,-1-1 1 0 0,1 0-1 0 0,0 0 0 0 0,0 1 0 0 0,0-1 1 0 0,0 0-1 0 0,0 1 0 0 0,0-1 0 0 0,0 0 1 0 0,0 0-1 0 0,0 1 0 0 0,0-1 0 0 0,1 0 1 0 0,-1 1-1 0 0,1-1 0 0 0,-1 0 0 0 0,1 0 1 0 0,-1 0-1 0 0,1 0 0 0 0,0 1 0 0 0,-1-1 1 0 0,1 0-1 0 0,0 0 0 0 0,0 0 0 0 0,0 0 1 0 0,0-1-1 0 0,1 2 0 0 0,2 1 23 0 0,0-1 0 0 0,0 1-1 0 0,0-1 1 0 0,0 0 0 0 0,1 0-1 0 0,-1 0 1 0 0,1-1-1 0 0,8 2 1 0 0,-11-3 19 0 0,2 1 7 0 0,13 0 15 0 0,-13 0 9 0 0,12 2 95 0 0,-5-1-173 0 0,-1 0-1 0 0,0 2 0 0 0,1-1 0 0 0,-1 1 1 0 0,10 6-1 0 0,22 7 3 0 0,1-6 15 0 0,0-2 0 0 0,1-1 0 0 0,57 1 0 0 0,-77-8 65 0 0,1-1 0 0 0,-1-1 0 0 0,1-1 0 0 0,-1-1 0 0 0,0-2 0 0 0,0 0 0 0 0,37-14 0 0 0,-50 15 2 0 0,-1-1 0 0 0,1-1 0 0 0,-1 0 0 0 0,0-1 0 0 0,0 0 0 0 0,-1 0 0 0 0,0-1 0 0 0,0 0 0 0 0,0-1 0 0 0,-1 1 0 0 0,-1-2 0 0 0,10-14 0 0 0,-8 8 16 0 0,0-1 0 0 0,-1 1 0 0 0,-1-1-1 0 0,-1-1 1 0 0,-1 0 0 0 0,0 1 0 0 0,3-26 0 0 0,-3-8 151 0 0,-3 0 0 0 0,-1 0-1 0 0,-3 1 1 0 0,-16-96 0 0 0,12 107 49 0 0,-2 0-1 0 0,-2 1 1 0 0,-1 0 0 0 0,-2 1 0 0 0,-1 1 0 0 0,-33-59-1 0 0,47 94-295 0 0,0 0 0 0 0,-1 0 0 0 0,1 0 0 0 0,-1 0 0 0 0,1 0 0 0 0,-1 0 0 0 0,1 0-1 0 0,-1 0 1 0 0,0 1 0 0 0,1-1 0 0 0,-1 0 0 0 0,0 0 0 0 0,0 0 0 0 0,1 1-1 0 0,-1-1 1 0 0,0 0 0 0 0,0 1 0 0 0,0-1 0 0 0,0 1 0 0 0,0-1 0 0 0,0 1 0 0 0,0-1-1 0 0,0 1 1 0 0,0 0 0 0 0,0 0 0 0 0,-1-1 0 0 0,1 1 0 0 0,0 0 0 0 0,0 0 0 0 0,0 0-1 0 0,0 0 1 0 0,0 0 0 0 0,0 0 0 0 0,0 0 0 0 0,0 1 0 0 0,-1-1 0 0 0,1 0 0 0 0,0 1-1 0 0,0-1 1 0 0,0 1 0 0 0,0-1 0 0 0,0 1 0 0 0,0-1 0 0 0,-1 2 0 0 0,-1 2-11 0 0,0-1 1 0 0,0 1-1 0 0,0 0 1 0 0,0 0-1 0 0,1 0 1 0 0,0 1-1 0 0,0-1 1 0 0,0 0 0 0 0,-2 8-1 0 0,-1 5-12 0 0,2-1-1 0 0,0 1 1 0 0,1 0-1 0 0,1 0 1 0 0,1 28-1 0 0,13 89-43 0 0,-9-101 52 0 0,2 8 18 0 0,2 0 0 0 0,2 0 0 0 0,1-1-1 0 0,3-1 1 0 0,1 0 0 0 0,1-1-1 0 0,2-1 1 0 0,2 0 0 0 0,2-2 0 0 0,1 0-1 0 0,45 52 1 0 0,-46-62-258 0 0,2-1-1 0 0,0-2 0 0 0,1 0 1 0 0,2-1-1 0 0,0-2 0 0 0,1 0 1 0 0,0-2-1 0 0,2-2 1 0 0,0 0-1 0 0,1-2 0 0 0,0-1 1 0 0,1-2-1 0 0,0-1 1 0 0,64 9-1 0 0,-41-15-2264 0 0,2-7-630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 24 7137 0 0,'-35'-23'-634'0'0,"50"28"107"0"0,65 36 224 0 0,401 263-151 0 0,-420-258 404 0 0,-1 2-1 0 0,-3 3 1 0 0,-1 2-1 0 0,-4 3 1 0 0,66 89-1 0 0,-106-129 49 0 0,-1 1 0 0 0,-1 1-1 0 0,0 0 1 0 0,-1 0-1 0 0,-2 1 1 0 0,1 0-1 0 0,6 33 1 0 0,-12-42 6 0 0,0 1 0 0 0,-1 0 1 0 0,-1-1-1 0 0,0 1 0 0 0,0 0 0 0 0,-1-1 1 0 0,0 1-1 0 0,-1 0 0 0 0,-1-1 0 0 0,1 0 1 0 0,-1 1-1 0 0,-1-1 0 0 0,0 0 0 0 0,-1-1 1 0 0,0 1-1 0 0,-7 11 0 0 0,-2-4 10 0 0,0 0 0 0 0,-1 0 0 0 0,0-1 0 0 0,-1-1 0 0 0,-1-1 0 0 0,-1 0 0 0 0,0-2 0 0 0,-30 17 0 0 0,-10 2 21 0 0,-95 34 1 0 0,62-34-913 0 0,-1-5-1 0 0,-173 28 1 0 0,148-38 199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619 48 3720 0 0,'52'-47'298'0'0,"-52"47"-239"0"0,-9 3-44 0 0,-25 13-20 0 0,0 0 0 0 0,2 3 0 0 0,0 0-1 0 0,1 2 1 0 0,1 2 0 0 0,-32 31 0 0 0,13-7-31 0 0,2 2 1 0 0,-68 92-1 0 0,88-103 23 0 0,2 0-1 0 0,2 2 1 0 0,2 1-1 0 0,2 0 1 0 0,1 2-1 0 0,2 0 1 0 0,-14 64-1 0 0,24-84 12 0 0,2 1 0 0 0,1-1-1 0 0,1 1 1 0 0,1 0 0 0 0,1 0-1 0 0,1 0 1 0 0,1 0 0 0 0,1 0-1 0 0,1-1 1 0 0,1 1 0 0 0,1-1 0 0 0,2 0-1 0 0,0-1 1 0 0,1 1 0 0 0,22 38-1 0 0,-10-32 13 0 0,0 0-1 0 0,2-2 1 0 0,1 0-1 0 0,2-1 1 0 0,0-2-1 0 0,1-1 0 0 0,2-1 1 0 0,0-1-1 0 0,1-2 1 0 0,1 0-1 0 0,64 26 1 0 0,-25-19-445 0 0,1-2-1 0 0,2-3 1 0 0,0-4 0 0 0,130 15 0 0 0,-78-21-191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1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2988 0 0,'0'0'1168'0'0,"2"3"-1110"0"0,74 72-2087 0 0,-69-67 1700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1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515 22 1188 0 0,'0'0'4306'0'0,"-30"-21"-2155"0"0,20 21-2130 0 0,0-1 0 0 0,0 2 0 0 0,0-1-1 0 0,0 1 1 0 0,0 1 0 0 0,0 0 0 0 0,0 0-1 0 0,0 1 1 0 0,1 0 0 0 0,-1 1 0 0 0,-15 8-1 0 0,-8 5-21 0 0,-55 39-1 0 0,62-37-1 0 0,2 0 1 0 0,0 1 0 0 0,1 2 0 0 0,2 0-1 0 0,-26 33 1 0 0,40-46-2 0 0,0 1 1 0 0,0 0-1 0 0,1 1 0 0 0,0 0 0 0 0,0 0 0 0 0,2 0 0 0 0,-1 0 1 0 0,1 1-1 0 0,1-1 0 0 0,0 1 0 0 0,1 0 0 0 0,0 0 0 0 0,1 0 1 0 0,0 1-1 0 0,1-1 0 0 0,2 18 0 0 0,0-21 3 0 0,1 0 0 0 0,0-1-1 0 0,0 1 1 0 0,1-1 0 0 0,0 0 0 0 0,1 0-1 0 0,0-1 1 0 0,0 1 0 0 0,0-1 0 0 0,1 0-1 0 0,0 0 1 0 0,0-1 0 0 0,1 0 0 0 0,0 0-1 0 0,0 0 1 0 0,1-1 0 0 0,-1 0-1 0 0,1-1 1 0 0,15 7 0 0 0,1 0 4 0 0,1-2-1 0 0,-1 0 1 0 0,2-2-1 0 0,-1 0 1 0 0,43 4 0 0 0,78-1 29 0 0,202-12 0 0 0,-123-3 162 0 0,-210 3-102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1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464 80 5717 0 0,'0'-11'-477'0'0,"-2"-31"-280"0"0,2 41 757 0 0,-1-1 0 0 0,1 1 0 0 0,-1 0 0 0 0,0-1 0 0 0,1 1 0 0 0,-1 0 0 0 0,0-1 0 0 0,0 1 0 0 0,0 0 1 0 0,0 0-1 0 0,0 0 0 0 0,0-1 0 0 0,0 1 0 0 0,0 1 0 0 0,0-1 0 0 0,0 0 0 0 0,-1 0 0 0 0,1 0 0 0 0,0 0 0 0 0,-1 1 1 0 0,1-1-1 0 0,-1 1 0 0 0,1-1 0 0 0,-1 1 0 0 0,1 0 0 0 0,-3-1 0 0 0,-10 0 14 0 0,1 1 0 0 0,0 1 1 0 0,0 0-1 0 0,-1 1 0 0 0,1 0 0 0 0,0 1 0 0 0,0 0 0 0 0,1 1 1 0 0,-1 0-1 0 0,-22 13 0 0 0,3-1 35 0 0,2 2-1 0 0,-57 44 1 0 0,71-49-28 0 0,0 2 1 0 0,-23 26-1 0 0,34-35-10 0 0,0 0-1 0 0,0 0 1 0 0,1 1-1 0 0,0 0 1 0 0,0 0-1 0 0,0 0 1 0 0,1 0 0 0 0,0 1-1 0 0,1-1 1 0 0,-3 10-1 0 0,5-15-6 0 0,-1 0 0 0 0,1 0-1 0 0,0 0 1 0 0,0 0 0 0 0,0 0 0 0 0,0 0-1 0 0,0 0 1 0 0,1 0 0 0 0,-1 0-1 0 0,1 0 1 0 0,-1 0 0 0 0,1 0 0 0 0,0 0-1 0 0,0-1 1 0 0,-1 1 0 0 0,1 0 0 0 0,1-1-1 0 0,-1 1 1 0 0,0 0 0 0 0,0-1-1 0 0,0 1 1 0 0,3 1 0 0 0,-1-1 0 0 0,1 0 0 0 0,-1 0 0 0 0,0 0 0 0 0,1-1 0 0 0,-1 1 0 0 0,1-1-1 0 0,0 0 1 0 0,-1 0 0 0 0,1 0 0 0 0,0-1 0 0 0,4 1 0 0 0,5-1 17 0 0,-1 0-1 0 0,1 0 1 0 0,-1-2-1 0 0,1 1 1 0 0,-1-2-1 0 0,15-4 1 0 0,-9 0 78 0 0,0-2 1 0 0,-1 0-1 0 0,0-1 0 0 0,-1-1 1 0 0,0 0-1 0 0,-1-1 0 0 0,0-1 1 0 0,-1 0-1 0 0,0-1 0 0 0,16-23 1 0 0,46-41 2096 0 0,-68 115-2024 0 0,-5-23-192 0 0,0-1 0 0 0,1 0-1 0 0,1 0 1 0 0,0-1 0 0 0,0 1-1 0 0,1-1 1 0 0,1 0-1 0 0,0-1 1 0 0,1 0 0 0 0,0 0-1 0 0,0 0 1 0 0,20 18 0 0 0,-19-23-418 0 0,-1 1 0 0 0,1-1 0 0 0,0 0 0 0 0,0-1 0 0 0,0 0 0 0 0,1-1 0 0 0,0 0 0 0 0,0 0 0 0 0,0-1 0 0 0,20 4 0 0 0,-6-4-1329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63 249 5100 0 0,'-57'-233'1321'0'0,"52"217"-1037"0"0,5 31-203 0 0,8 52-149 0 0,-4-43 98 0 0,60 590-21 0 0,-59-570 11 0 0,1-1 0 0 0,24 81 0 0 0,-27-114-2 0 0,0 0-1 0 0,1 0 1 0 0,0-1 0 0 0,1 1 0 0 0,0-1 0 0 0,0 0 0 0 0,1 0 0 0 0,0-1-1 0 0,0 1 1 0 0,1-1 0 0 0,0-1 0 0 0,0 1 0 0 0,1-1 0 0 0,0-1-1 0 0,1 1 1 0 0,-1-1 0 0 0,19 9 0 0 0,-13-11-2 0 0,-1 0 1 0 0,1-1-1 0 0,0-1 1 0 0,0 0-1 0 0,0-1 1 0 0,0-1-1 0 0,0 0 0 0 0,0-1 1 0 0,16-2-1 0 0,19-6-335 0 0,54-16 1 0 0,21-16-2382 0 0,-69 18 591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32 92 5665 0 0,'-19'2'-114'0'0,"8"-2"127"0"0,10-3 162 0 0,21-6-183 0 0,1 0 0 0 0,1 2 0 0 0,-1 0 0 0 0,1 2 0 0 0,0 0 0 0 0,33-2 0 0 0,11-5-313 0 0,39-10-2403 0 0,-74 14 1942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112 201 3536 0 0,'0'0'-59'0'0,"5"0"-32"0"0,8-1 136 0 0,-1 0-1 0 0,0-1 0 0 0,1 0 0 0 0,-1-1 0 0 0,0-1 1 0 0,0 0-1 0 0,-1-1 0 0 0,1 0 0 0 0,17-10 1 0 0,-24 12 33 0 0,1 0 0 0 0,-1-1 0 0 0,0 1 0 0 0,0-1 0 0 0,0 0 0 0 0,-1 0 0 0 0,1-1 1 0 0,-1 1-1 0 0,0-1 0 0 0,0 0 0 0 0,0 0 0 0 0,-1-1 0 0 0,0 1 0 0 0,0-1 0 0 0,0 1 0 0 0,-1-1 1 0 0,0 0-1 0 0,0 0 0 0 0,0 0 0 0 0,-1 0 0 0 0,1-10 0 0 0,-2 15-54 0 0,0-1-1 0 0,0 0 1 0 0,0 0-1 0 0,-1 0 1 0 0,1 0-1 0 0,-1 1 1 0 0,1-1-1 0 0,-1 0 1 0 0,0 1-1 0 0,1-1 1 0 0,-1 0 0 0 0,0 1-1 0 0,0-1 1 0 0,0 1-1 0 0,-1-1 1 0 0,1 1-1 0 0,0 0 1 0 0,0-1-1 0 0,-1 1 1 0 0,1 0-1 0 0,-1 0 1 0 0,1 0-1 0 0,-1 0 1 0 0,1 0-1 0 0,-1 0 1 0 0,0 0-1 0 0,1 1 1 0 0,-1-1 0 0 0,0 1-1 0 0,0-1 1 0 0,0 1-1 0 0,1 0 1 0 0,-1-1-1 0 0,0 1 1 0 0,0 0-1 0 0,0 0 1 0 0,0 0-1 0 0,1 1 1 0 0,-5 0-1 0 0,-5 0 16 0 0,1 0 0 0 0,-1 1 0 0 0,0 0 0 0 0,1 1 0 0 0,-13 5 0 0 0,8-1-17 0 0,0 0 0 0 0,1 1 1 0 0,0 1-1 0 0,1 0 0 0 0,0 1 0 0 0,0 0 0 0 0,1 1 0 0 0,0 1 1 0 0,1 0-1 0 0,0 0 0 0 0,1 1 0 0 0,-13 22 0 0 0,19-29-17 0 0,1 0-1 0 0,-1 0 0 0 0,1 0 0 0 0,0 1 1 0 0,1 0-1 0 0,0 0 0 0 0,0-1 0 0 0,0 1 0 0 0,1 0 1 0 0,0 1-1 0 0,0-1 0 0 0,1 0 0 0 0,0 0 1 0 0,0 0-1 0 0,0 0 0 0 0,1 0 0 0 0,0 0 0 0 0,1 0 1 0 0,0 0-1 0 0,0 0 0 0 0,0 0 0 0 0,1 0 1 0 0,0-1-1 0 0,0 0 0 0 0,1 1 0 0 0,-1-1 0 0 0,1 0 1 0 0,1-1-1 0 0,-1 1 0 0 0,9 7 0 0 0,-3-4-13 0 0,1 0 0 0 0,0-1 0 0 0,1 0-1 0 0,0-1 1 0 0,0 0 0 0 0,1-1 0 0 0,0 0 0 0 0,0-1-1 0 0,0 0 1 0 0,0-2 0 0 0,1 1 0 0 0,25 2 0 0 0,-17-4-472 0 0,1-1 1 0 0,0-1-1 0 0,0-1 1 0 0,0-1-1 0 0,0 0 1 0 0,0-2-1 0 0,22-7 1 0 0,2-5-842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415 34 4580 0 0,'0'0'42'0'0,"-20"-24"628"0"0,10 21-606 0 0,-1 1 0 0 0,0 0 0 0 0,0 1 0 0 0,0 0 0 0 0,1 1-1 0 0,-1 0 1 0 0,0 0 0 0 0,0 1 0 0 0,0 1 0 0 0,0 0 0 0 0,0 0-1 0 0,1 1 1 0 0,-13 5 0 0 0,-3 1-11 0 0,0 2-1 0 0,1 1 1 0 0,1 1-1 0 0,-29 19 1 0 0,42-24-26 0 0,0 0 1 0 0,1 1 0 0 0,-13 13-1 0 0,21-20-20 0 0,0 0 0 0 0,0 0-1 0 0,0 0 1 0 0,1 0 0 0 0,-1 1-1 0 0,0-1 1 0 0,1 0 0 0 0,-1 1-1 0 0,1-1 1 0 0,0 1 0 0 0,0-1-1 0 0,0 1 1 0 0,0 0 0 0 0,1-1-1 0 0,-1 1 1 0 0,1 0 0 0 0,-1 0-1 0 0,1-1 1 0 0,0 1 0 0 0,0 0-1 0 0,0 0 1 0 0,1 5 0 0 0,2-5-5 0 0,-1 0 0 0 0,0 1 0 0 0,1-1 0 0 0,0 0 0 0 0,0 0 0 0 0,0-1 1 0 0,0 1-1 0 0,0-1 0 0 0,0 1 0 0 0,1-1 0 0 0,-1 0 0 0 0,1 0 0 0 0,-1-1 1 0 0,1 1-1 0 0,0-1 0 0 0,0 1 0 0 0,0-1 0 0 0,-1-1 0 0 0,1 1 0 0 0,0 0 1 0 0,0-1-1 0 0,5 0 0 0 0,9 1-25 0 0,0 0 0 0 0,0-2 0 0 0,27-4 1 0 0,-35 4 33 0 0,0-1 0 0 0,1-1 0 0 0,-1 0 1 0 0,-1 0-1 0 0,1-1 0 0 0,0 0 0 0 0,-1-1 1 0 0,0 0-1 0 0,0 0 0 0 0,0-1 0 0 0,-1 0 1 0 0,0-1-1 0 0,0 0 0 0 0,-1 0 0 0 0,0-1 1 0 0,0 0-1 0 0,0 0 0 0 0,-1 0 0 0 0,0-1 1 0 0,-1 0-1 0 0,0 0 0 0 0,-1 0 0 0 0,6-16 1 0 0,-7 9 72 0 0,-8 18-102 0 0,3 0 15 0 0,1 1 0 0 0,-1-1 0 0 0,1 1 0 0 0,0-1 0 0 0,0 1 0 0 0,0 0 0 0 0,1-1-1 0 0,-1 1 1 0 0,1 0 0 0 0,-1 3 0 0 0,3 37 0 0 0,2 0-1 0 0,3-1 1 0 0,0 0-1 0 0,3 0 1 0 0,2-1-1 0 0,1 0 1 0 0,34 71-1 0 0,11 1 12 0 0,95 140 0 0 0,-88-160 6 0 0,35 56-23 0 0,-89-130 11 0 0,0 2 1 0 0,-1 0-1 0 0,-1 0 0 0 0,-1 1 0 0 0,7 32 0 0 0,-14-48 3 0 0,0 0 1 0 0,0 0 0 0 0,0 0-1 0 0,-1 0 1 0 0,0-1 0 0 0,-1 1-1 0 0,1 0 1 0 0,-1 0 0 0 0,0 0-1 0 0,-1 0 1 0 0,1 0 0 0 0,-1 0 0 0 0,0-1-1 0 0,0 1 1 0 0,-6 8 0 0 0,3-7 3 0 0,0 0 1 0 0,-1 0-1 0 0,1-1 0 0 0,-2 0 1 0 0,1 0-1 0 0,-1 0 1 0 0,0-1-1 0 0,0 1 1 0 0,-13 6-1 0 0,-1-2 19 0 0,-1-1-1 0 0,0 0 0 0 0,0-2 0 0 0,-1 0 1 0 0,0-2-1 0 0,-44 5 0 0 0,36-7 48 0 0,1-2 0 0 0,-1-1 0 0 0,0-2 0 0 0,1-1 0 0 0,0-1 0 0 0,-1-1 0 0 0,1-2 0 0 0,1-1 0 0 0,-52-21 0 0 0,74 25-54 0 0,-1 1 0 0 0,1-1-1 0 0,0 0 1 0 0,1-1 0 0 0,-1 0 0 0 0,1 0 0 0 0,0 0 0 0 0,0-1 0 0 0,0 1 0 0 0,1-1 0 0 0,0-1 0 0 0,0 1 0 0 0,1-1 0 0 0,-1 0-1 0 0,1 0 1 0 0,1 0 0 0 0,-5-13 0 0 0,5 9-5 0 0,1 0 1 0 0,0 0-1 0 0,1 0 0 0 0,0 0 0 0 0,1 0 1 0 0,0-1-1 0 0,1 1 0 0 0,0 0 0 0 0,1 0 0 0 0,0 0 1 0 0,0 0-1 0 0,6-13 0 0 0,4-8 4 0 0,1 0 1 0 0,2 1-1 0 0,0 0 0 0 0,3 2 0 0 0,0 0 0 0 0,2 1 1 0 0,32-36-1 0 0,-19 30-7 0 0,1 0 1 0 0,1 3-1 0 0,2 1 1 0 0,75-48-1 0 0,-63 40-307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440 19 5448 0 0,'-12'-4'7'0'0,"0"0"0"0"0,0 1 0 0 0,0 0 0 0 0,0 1 0 0 0,0 1 0 0 0,-1 0 0 0 0,1 0 0 0 0,-1 1 0 0 0,1 1 0 0 0,0 0-1 0 0,-1 1 1 0 0,1 0 0 0 0,-16 5 0 0 0,7-1 46 0 0,-1 2 0 0 0,1 0 1 0 0,0 1-1 0 0,1 1 0 0 0,0 1 0 0 0,-27 19 0 0 0,39-24-35 0 0,1 0 1 0 0,0 1-1 0 0,0 0 0 0 0,0 0 0 0 0,1 0 0 0 0,0 1 0 0 0,1 0 0 0 0,0 0 1 0 0,0 1-1 0 0,-7 16 0 0 0,11-23-11 0 0,0 1-1 0 0,0 0 1 0 0,0 0 0 0 0,1 0-1 0 0,-1-1 1 0 0,1 1 0 0 0,0 0-1 0 0,0 0 1 0 0,0 0 0 0 0,0 0-1 0 0,0 0 1 0 0,1 0 0 0 0,-1 0 0 0 0,1-1-1 0 0,0 1 1 0 0,0 0 0 0 0,0 0-1 0 0,0-1 1 0 0,0 1 0 0 0,0 0-1 0 0,1-1 1 0 0,0 1 0 0 0,-1-1 0 0 0,1 0-1 0 0,0 0 1 0 0,0 1 0 0 0,0-1-1 0 0,0 0 1 0 0,1-1 0 0 0,-1 1-1 0 0,0 0 1 0 0,1-1 0 0 0,-1 1-1 0 0,1-1 1 0 0,0 0 0 0 0,-1 0 0 0 0,1 0-1 0 0,0 0 1 0 0,4 1 0 0 0,6 1 10 0 0,-1 0-1 0 0,1-1 1 0 0,0-1 0 0 0,0 1 0 0 0,0-2 0 0 0,0 0 0 0 0,0-1 0 0 0,1 0 0 0 0,-2-1 0 0 0,1 0 0 0 0,0-1 0 0 0,22-8 0 0 0,-28 9 0 0 0,0-1 1 0 0,0 0-1 0 0,0 0 1 0 0,0 0-1 0 0,0-1 1 0 0,-1 0-1 0 0,0-1 1 0 0,1 1 0 0 0,-2-1-1 0 0,1 0 1 0 0,0-1-1 0 0,-1 1 1 0 0,0-1-1 0 0,-1 0 1 0 0,1 0 0 0 0,-1-1-1 0 0,0 1 1 0 0,-1-1-1 0 0,1 0 1 0 0,-1 0-1 0 0,-1 0 1 0 0,1-1-1 0 0,0-7 1 0 0,-2 11 6 0 0,0-1 1 0 0,-1 1-1 0 0,0-1 0 0 0,0 1 1 0 0,0-1-1 0 0,-1 1 0 0 0,1-1 0 0 0,-1 1 1 0 0,0 0-1 0 0,0-1 0 0 0,-1 1 1 0 0,1 0-1 0 0,-1 0 0 0 0,0-1 1 0 0,0 2-1 0 0,-1-1 0 0 0,1 0 0 0 0,-1 0 1 0 0,0 1-1 0 0,0-1 0 0 0,0 1 1 0 0,0 0-1 0 0,0 0 0 0 0,-1 0 1 0 0,1 0-1 0 0,-1 1 0 0 0,0-1 1 0 0,0 1-1 0 0,-7-3 0 0 0,-3 0-394 0 0,0 0-1 0 0,0 1 1 0 0,0 0-1 0 0,0 2 1 0 0,0-1-1 0 0,-1 2 1 0 0,-22-1-1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91 122 4372 0 0,'-9'-1'4'0'0,"0"-1"0"0"0,0 0-1 0 0,1-1 1 0 0,-1 0 0 0 0,-13-7-1 0 0,16 8 85 0 0,4 1-10 0 0,-10-6 66 0 0,8 3-32 0 0,9 5 176 0 0,53 25-271 0 0,0 3 1 0 0,-2 2 0 0 0,74 56-1 0 0,-41-28-27 0 0,-57-39 8 0 0,84 59 2 0 0,-104-69-3 0 0,0 0 0 0 0,-1 0 0 0 0,0 1 0 0 0,-1 1 0 0 0,0 0 1 0 0,15 24-1 0 0,-24-35 14 0 0,0 0 1 0 0,0 0-1 0 0,-1 1 1 0 0,1-1-1 0 0,0 0 1 0 0,-1 1 0 0 0,1-1-1 0 0,-1 0 1 0 0,0 1-1 0 0,1-1 1 0 0,-1 1-1 0 0,0-1 1 0 0,0 0-1 0 0,0 1 1 0 0,0-1-1 0 0,0 1 1 0 0,0-1 0 0 0,0 1-1 0 0,0-1 1 0 0,-1 0-1 0 0,1 1 1 0 0,-1-1-1 0 0,1 1 1 0 0,-1-1-1 0 0,1 0 1 0 0,-1 0-1 0 0,0 1 1 0 0,-1 1-1 0 0,-1-1 20 0 0,1 0 0 0 0,-1 0 0 0 0,0 0 0 0 0,0 0 0 0 0,0 0 0 0 0,0-1 0 0 0,0 0 0 0 0,0 1 0 0 0,-1-1 0 0 0,1 0 0 0 0,-6 1 0 0 0,-6 0 118 0 0,0 0 0 0 0,0-1 0 0 0,0-1 0 0 0,-25-2 0 0 0,29 0-59 0 0,1 1 1 0 0,-1-1-1 0 0,1-1 1 0 0,0 0-1 0 0,-1-1 1 0 0,2 0-1 0 0,-1 0 1 0 0,0-1-1 0 0,1 0 0 0 0,0-1 1 0 0,-16-11-1 0 0,21 12-59 0 0,0 1-1 0 0,0-1 1 0 0,0 1-1 0 0,1-1 1 0 0,0 0-1 0 0,0-1 1 0 0,0 1-1 0 0,0 0 0 0 0,1-1 1 0 0,0 0-1 0 0,0 1 1 0 0,0-1-1 0 0,1 0 1 0 0,0 0-1 0 0,0 0 1 0 0,0 0-1 0 0,1 0 1 0 0,0 0-1 0 0,0 0 0 0 0,1 0 1 0 0,-1 0-1 0 0,3-9 1 0 0,2-4 1 0 0,1 0 0 0 0,0 0 0 0 0,1 1 0 0 0,1 0 0 0 0,1 1 0 0 0,0 0 0 0 0,1 0 0 0 0,1 1 0 0 0,1 0 0 0 0,0 1 0 0 0,23-21 0 0 0,-7 9 3 0 0,2 2 0 0 0,0 1 0 0 0,2 2 0 0 0,64-35-1 0 0,-95 56-69 0 0,1 0-1 0 0,-1 0 0 0 0,1 0 1 0 0,-1 0-1 0 0,1 0 0 0 0,0 0 1 0 0,-1 1-1 0 0,1-1 0 0 0,0 1 1 0 0,-1-1-1 0 0,1 1 0 0 0,0 0 0 0 0,0-1 1 0 0,0 1-1 0 0,-1 0 0 0 0,1 0 1 0 0,0 0-1 0 0,0 0 0 0 0,0 1 1 0 0,-1-1-1 0 0,1 0 0 0 0,0 1 0 0 0,0-1 1 0 0,-1 1-1 0 0,3 1 0 0 0,-14 16-3655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6193 0 0,'1'0'-17'0'0,"1"0"0"0"0,0-1 1 0 0,0 1-1 0 0,0 0 1 0 0,-1 0-1 0 0,1 1 1 0 0,0-1-1 0 0,0 0 0 0 0,0 1 1 0 0,-1-1-1 0 0,1 1 1 0 0,0-1-1 0 0,-1 1 1 0 0,1 0-1 0 0,0-1 0 0 0,-1 1 1 0 0,1 0-1 0 0,-1 0 1 0 0,1 0-1 0 0,-1 1 1 0 0,0-1-1 0 0,1 0 0 0 0,-1 0 1 0 0,0 1-1 0 0,0-1 1 0 0,0 1-1 0 0,0-1 1 0 0,0 1-1 0 0,0-1 0 0 0,0 1 1 0 0,-1 0-1 0 0,1-1 1 0 0,-1 1-1 0 0,1 0 1 0 0,0 3-1 0 0,2 10-7 0 0,1 0 0 0 0,-2 0 0 0 0,1 23 0 0 0,-1-11-11 0 0,34 345-1899 0 0,-34-362 867 0 0,1-5 459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74 94 3880 0 0,'-5'-22'320'0'0,"-1"4"-24"0"0,1 6 24 0 0,2 2-8 0 0,-2 0-28 0 0,2 3 177 0 0,-5-3-153 0 0,2 5-76 0 0,-27 20-1829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519 6 4584 0 0,'0'0'-70'0'0,"-5"-1"-60"0"0,-9-1 167 0 0,0 0 1 0 0,-1 2-1 0 0,1 0 1 0 0,-1 1-1 0 0,1 0 1 0 0,-1 1-1 0 0,1 0 1 0 0,0 2-1 0 0,-22 6 1 0 0,-4 4 72 0 0,0 2 0 0 0,-41 22-1 0 0,62-28-73 0 0,1 0 0 0 0,-1 2-1 0 0,2 0 1 0 0,0 1-1 0 0,0 0 1 0 0,2 1-1 0 0,-17 19 1 0 0,29-29-23 0 0,-1 0-1 0 0,1 1 1 0 0,0 0 0 0 0,0 0 0 0 0,0 0-1 0 0,0 0 1 0 0,1 0 0 0 0,0 0 0 0 0,0 1-1 0 0,1-1 1 0 0,-1 1 0 0 0,1-1 0 0 0,0 1 0 0 0,1 0-1 0 0,-1-1 1 0 0,1 1 0 0 0,0 0 0 0 0,1-1-1 0 0,-1 1 1 0 0,1 0 0 0 0,0-1 0 0 0,1 1-1 0 0,-1-1 1 0 0,1 1 0 0 0,0-1 0 0 0,0 0-1 0 0,1 0 1 0 0,0 0 0 0 0,0 0 0 0 0,0 0-1 0 0,4 5 1 0 0,2 0 9 0 0,0-1 0 0 0,0 1-1 0 0,0-2 1 0 0,1 1 0 0 0,1-1 0 0 0,0-1-1 0 0,0 0 1 0 0,0 0 0 0 0,1-1 0 0 0,-1-1-1 0 0,2 0 1 0 0,-1 0 0 0 0,16 3 0 0 0,-8-3-373 0 0,1-1 0 0 0,0-1 0 0 0,0-1 0 0 0,0 0 0 0 0,0-2 0 0 0,1 0 0 0 0,30-6 0 0 0,3-5-1071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385 642 4364 0 0,'-18'3'-36'0'0,"0"1"0"0"0,0 1-1 0 0,0 1 1 0 0,1 1 0 0 0,0 0-1 0 0,-26 16 1 0 0,7-1 173 0 0,-57 46 0 0 0,83-60-109 0 0,-52 47 115 0 0,59-52-127 0 0,0 0 1 0 0,-1 1-1 0 0,2-1 0 0 0,-1 1 1 0 0,0 0-1 0 0,1 0 1 0 0,-1 0-1 0 0,1 0 1 0 0,0 0-1 0 0,1 0 0 0 0,-1 1 1 0 0,1-1-1 0 0,0 0 1 0 0,-1 7-1 0 0,2-10 23 0 0,1-1-33 0 0,-1 1 1 0 0,1-1 0 0 0,0 1-1 0 0,-1-1 1 0 0,1 0 0 0 0,0 1-1 0 0,0-1 1 0 0,-1 0 0 0 0,1 0-1 0 0,0 1 1 0 0,0-1 0 0 0,-1 0-1 0 0,1 0 1 0 0,0 0 0 0 0,0 0-1 0 0,0 0 1 0 0,-1 0 0 0 0,1 0-1 0 0,0 0 1 0 0,0 0 0 0 0,0-1-1 0 0,-1 1 1 0 0,3-1 0 0 0,20-9 52 0 0,1-2-1 0 0,-1 0 1 0 0,-1-2 0 0 0,26-20 0 0 0,-44 32-48 0 0,5 0-10 0 0,-6 2-1 0 0,0 0 1 0 0,0 0-1 0 0,0 0 1 0 0,0 0-1 0 0,0 1 1 0 0,0-1-1 0 0,0 1 1 0 0,0 0-1 0 0,0 0 1 0 0,-1 0-1 0 0,1 0 1 0 0,0 0-1 0 0,-1 1 1 0 0,5 2-1 0 0,38 31 23 0 0,-16-11-25 0 0,-16-16 14 0 0,0 0 0 0 0,1 0-1 0 0,0-2 1 0 0,0 1-1 0 0,1-2 1 0 0,0 0-1 0 0,0-1 1 0 0,0 0 0 0 0,0-1-1 0 0,0-1 1 0 0,18 0-1 0 0,-21-2 30 0 0,0 0-1 0 0,-1-2 0 0 0,1 1 1 0 0,0-1-1 0 0,-1-1 0 0 0,0 0 1 0 0,1-1-1 0 0,-1 0 1 0 0,-1-1-1 0 0,1 0 0 0 0,-1 0 1 0 0,1-1-1 0 0,-2-1 0 0 0,1 1 1 0 0,11-12-1 0 0,-4 1 15 0 0,0-1 0 0 0,-2 0 0 0 0,-1-1 0 0 0,0-1 0 0 0,-1 0 0 0 0,-1-1 0 0 0,-1 0 0 0 0,-1-1 0 0 0,-1 0 0 0 0,8-28 0 0 0,-3-1 12 0 0,-2-2 1 0 0,-3 1-1 0 0,5-79 1 0 0,-12 90 124 0 0,-2 0 1 0 0,-1-1-1 0 0,-3 1 1 0 0,-1 0-1 0 0,-16-65 1 0 0,20 104-177 0 0,1-1 0 0 0,-1 1 1 0 0,0-1-1 0 0,1 1 0 0 0,-1-1 1 0 0,0 1-1 0 0,-1 0 0 0 0,1-1 1 0 0,0 1-1 0 0,-1 0 0 0 0,1 0 1 0 0,-1 0-1 0 0,1 0 1 0 0,-1 0-1 0 0,0 0 0 0 0,0 0 1 0 0,0 1-1 0 0,0-1 0 0 0,0 1 1 0 0,0 0-1 0 0,-1-1 0 0 0,-2 0 1 0 0,2 2-7 0 0,0-1 0 0 0,1 1 0 0 0,-1 0-1 0 0,0 0 1 0 0,0 1 0 0 0,1-1 0 0 0,-1 1 0 0 0,0-1 0 0 0,1 1 0 0 0,-1 0 0 0 0,0 0 0 0 0,1 0 0 0 0,-1 0 0 0 0,1 0 0 0 0,-1 1 0 0 0,1-1 0 0 0,0 1 0 0 0,0 0 0 0 0,-2 1 0 0 0,-8 8 7 0 0,0 1 0 0 0,1 0-1 0 0,0 0 1 0 0,1 1 0 0 0,1 0 0 0 0,0 1 0 0 0,1 0-1 0 0,0 1 1 0 0,1-1 0 0 0,1 1 0 0 0,0 1 0 0 0,1-1-1 0 0,-5 33 1 0 0,4-17 5 0 0,2 0 0 0 0,2 0 1 0 0,1 0-1 0 0,1 0 0 0 0,1 0 0 0 0,9 47 0 0 0,0-32-20 0 0,2 1 0 0 0,2-1 1 0 0,1-1-1 0 0,3 0 0 0 0,35 61 0 0 0,-26-60-1562 0 0,1-2 0 0 0,54 63-1 0 0,-52-71-1029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11 412 5869 0 0,'1'-13'-66'0'0,"-1"0"0"0"0,-1 1 0 0 0,0-1 1 0 0,-5-19-1 0 0,3 11 517 0 0,10 46-490 0 0,-4 5 23 0 0,2 42 12 0 0,3 0-1 0 0,4-1 1 0 0,2 0-1 0 0,27 77 1 0 0,-29-114 9 0 0,36 83 35 0 0,-36-90-185 0 0,3-3 2479 0 0,-17-43-2171 0 0,-29-139 413 0 0,16 88-421 0 0,-8-85-1 0 0,-31-304 186 0 0,45 387-656 0 0,15 76 302 0 0,119 116-54 0 0,-79-72 59 0 0,80 63 0 0 0,545 322 11 0 0,-439-298 247 0 0,-232-135-238 0 0,1 1 0 0 0,-1-1 1 0 0,0 0-1 0 0,1 0 0 0 0,-1 1 0 0 0,1-1 0 0 0,-1 0 1 0 0,1 0-1 0 0,-1 0 0 0 0,1 1 0 0 0,-1-1 1 0 0,1 0-1 0 0,-1 0 0 0 0,1 0 0 0 0,-1 0 0 0 0,1 0 1 0 0,-1 0-1 0 0,1 0 0 0 0,-1 0 0 0 0,1 0 0 0 0,-1 0 1 0 0,1 0-1 0 0,-1-1 0 0 0,1 1 0 0 0,-1 0 1 0 0,1 0-1 0 0,-1 0 0 0 0,1-1 0 0 0,-1 1 0 0 0,0 0 1 0 0,1-1-1 0 0,0 1 0 0 0,6-19 128 0 0,-6-25-56 0 0,-1 42-65 0 0,-37-620 325 0 0,36 594-343 0 0,-2-14-50 0 0,-15-84 1 0 0,17 124-73 0 0,0-1-1 0 0,0 0 1 0 0,0 1-1 0 0,0-1 1 0 0,-1 1-1 0 0,1-1 1 0 0,-1 1 0 0 0,1 0-1 0 0,-1 0 1 0 0,0 0-1 0 0,0 0 1 0 0,-4-4-1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175 43 6113 0 0,'-14'-25'-288'0'0,"12"23"276"0"0,0 1 0 0 0,0-1 0 0 0,0 1 0 0 0,0-1 0 0 0,0 1 0 0 0,-1 0 0 0 0,1 0 0 0 0,-1 0 0 0 0,1 0 0 0 0,-1 0 0 0 0,1 0 0 0 0,-1 1 0 0 0,1-1 0 0 0,-1 1 0 0 0,0-1-1 0 0,1 1 1 0 0,-1 0 0 0 0,0 0 0 0 0,-4 1 0 0 0,3 0 3 0 0,-1 1 0 0 0,0-1 0 0 0,1 1 1 0 0,0 0-1 0 0,-1 0 0 0 0,1 0 0 0 0,0 1 0 0 0,0-1 0 0 0,0 1 0 0 0,-5 5 0 0 0,4-3 3 0 0,0 0 0 0 0,0 0 0 0 0,0 0 0 0 0,1 1 0 0 0,0 0 0 0 0,0 0 0 0 0,0 0 1 0 0,1 0-1 0 0,0 0 0 0 0,0 1 0 0 0,1-1 0 0 0,-1 1 0 0 0,1 0 0 0 0,1 0 0 0 0,-2 7 0 0 0,4-6 7 0 0,0-1 0 0 0,0 1 0 0 0,0-1 0 0 0,1 0 0 0 0,0 0 0 0 0,1 1 1 0 0,0-2-1 0 0,0 1 0 0 0,0 0 0 0 0,1 0 0 0 0,0-1 0 0 0,0 0 0 0 0,0 0 0 0 0,1 0 0 0 0,0 0 0 0 0,0-1 0 0 0,1 0 0 0 0,-1 0 0 0 0,1 0 0 0 0,10 5 0 0 0,2 2 8 0 0,1-2-1 0 0,-1 0 1 0 0,2-1-1 0 0,-1-1 1 0 0,1-1 0 0 0,23 5-1 0 0,-38-10 2 0 0,0-1 0 0 0,0 0 0 0 0,0 0 0 0 0,0 0 0 0 0,0-1 0 0 0,0 0 0 0 0,0 0 0 0 0,1 0 0 0 0,-1-1 0 0 0,0 0 0 0 0,0 0 0 0 0,0 0 0 0 0,0 0 0 0 0,0-1 0 0 0,-1 0 0 0 0,1 0 0 0 0,0 0 0 0 0,-1 0 0 0 0,1-1 0 0 0,-1 0 0 0 0,5-4 0 0 0,-6 4 10 0 0,0-1 0 0 0,0 1 0 0 0,-1-1 0 0 0,1 0 0 0 0,-1 0 0 0 0,0 0 0 0 0,0-1 0 0 0,0 1 0 0 0,0 0 0 0 0,-1-1 0 0 0,0 1 0 0 0,0-1 0 0 0,0 1 0 0 0,-1-1 0 0 0,1 1 1 0 0,-1-1-1 0 0,0 0 0 0 0,0 1 0 0 0,-1-1 0 0 0,1 0 0 0 0,-1 1 0 0 0,0-1 0 0 0,-3-7 0 0 0,-1 0-6 0 0,1-1 1 0 0,-2 2-1 0 0,0-1 1 0 0,0 0-1 0 0,-1 1 1 0 0,0 0-1 0 0,-1 1 1 0 0,0 0 0 0 0,-1 0-1 0 0,0 1 1 0 0,0 0-1 0 0,-1 0 1 0 0,-1 1-1 0 0,1 0 1 0 0,-1 1-1 0 0,0 0 1 0 0,-1 1-1 0 0,0 1 1 0 0,0-1-1 0 0,0 2 1 0 0,0 0-1 0 0,-1 0 1 0 0,0 1-1 0 0,1 1 1 0 0,-19-2-1 0 0,28 4-393 0 0,-18 2-2556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44 262 4424 0 0,'-9'-46'161'0'0,"-2"30"193"0"0,1 16-121 0 0,9 3-227 0 0,-1 0 1 0 0,1-1-1 0 0,-1 1 1 0 0,1 0-1 0 0,0 0 1 0 0,0 0-1 0 0,0 0 1 0 0,1 0-1 0 0,-1 0 1 0 0,1 0-1 0 0,-1 6 1 0 0,0 17 3 0 0,1-1 0 0 0,1 1 0 0 0,1 0 0 0 0,1 0 0 0 0,1-1 0 0 0,1 0 0 0 0,2 0 0 0 0,0 0 0 0 0,2 0 0 0 0,0-1 0 0 0,2-1 0 0 0,1 0 0 0 0,18 27 0 0 0,-18-28 12 0 0,-7-14 45 0 0,0 0 0 0 0,0 0 0 0 0,0 0 0 0 0,12 12 0 0 0,-23-30 148 0 0,0 1 0 0 0,1-1 0 0 0,0 0 1 0 0,1 0-1 0 0,0 0 0 0 0,-4-18 1 0 0,-24-90-123 0 0,29 110-84 0 0,-17-68 83 0 0,4 0 0 0 0,2 0 0 0 0,-5-119 0 0 0,19 192-96 0 0,0 1 0 0 0,0 0 0 0 0,0 0 0 0 0,0-1 0 0 0,0 1 0 0 0,0 0-1 0 0,1-1 1 0 0,-1 1 0 0 0,1 0 0 0 0,0 0 0 0 0,-1 0 0 0 0,1-1 0 0 0,0 1 0 0 0,0 0 0 0 0,0 0 0 0 0,1 0 0 0 0,-1 1 0 0 0,0-1-1 0 0,1 0 1 0 0,-1 0 0 0 0,1 1 0 0 0,0-1 0 0 0,3-2 0 0 0,-3 3-7 0 0,2 3-27 0 0,5 3 24 0 0,1 1 0 0 0,-1 0 1 0 0,0 1-1 0 0,0 0 0 0 0,-1 0 0 0 0,0 1 0 0 0,0 0 0 0 0,11 15 0 0 0,54 85-33 0 0,-36-50 48 0 0,15 21-16 0 0,5-2 1 0 0,68 71-1 0 0,-87-109 990 0 0,-39-41-953 0 0,0-1 1 0 0,0 1-1 0 0,1 0 1 0 0,-1-1-1 0 0,0 1 1 0 0,-1 0-1 0 0,1 0 1 0 0,0 0-1 0 0,-1 0 1 0 0,-2-3-1 0 0,-6-10 99 0 0,0-5-20 0 0,1-1 0 0 0,1 0 0 0 0,2-1 0 0 0,-1 1 0 0 0,2-1 0 0 0,-3-31 0 0 0,7 42-84 0 0,0 1 0 0 0,0-1-1 0 0,1 0 1 0 0,1 1 0 0 0,0-1-1 0 0,0 1 1 0 0,1-1 0 0 0,0 1-1 0 0,1 0 1 0 0,0-1 0 0 0,1 1-1 0 0,0 1 1 0 0,1-1 0 0 0,0 0-1 0 0,9-12 1 0 0,-11 18-17 0 0,0 1-1 0 0,0 0 1 0 0,0-1-1 0 0,0 2 1 0 0,1-1 0 0 0,-1 0-1 0 0,1 1 1 0 0,0-1-1 0 0,0 1 1 0 0,0 0 0 0 0,0 0-1 0 0,0 1 1 0 0,0-1 0 0 0,0 1-1 0 0,1 0 1 0 0,5-1-1 0 0,-3 2-3 0 0,1 0 0 0 0,-1 0 0 0 0,0 0 0 0 0,1 1-1 0 0,-1 0 1 0 0,0 1 0 0 0,0 0 0 0 0,0 0 0 0 0,8 3-1 0 0,6 5-3 0 0,0 1-1 0 0,0 1 0 0 0,-1 1 1 0 0,-1 1-1 0 0,20 17 0 0 0,-24-17 0 0 0,-2 0 0 0 0,1 0 1 0 0,-2 2-1 0 0,0 0 0 0 0,-1 0 0 0 0,0 1 0 0 0,-1 0 0 0 0,-1 0 0 0 0,-1 1 1 0 0,-1 1-1 0 0,0-1 0 0 0,-1 1 0 0 0,4 29 0 0 0,-9-44 1 0 0,8 42-661 0 0,-9-45 488 0 0,1 0 0 0 0,-1 1 0 0 0,1-1 0 0 0,0 0 0 0 0,-1 0 0 0 0,1 1 0 0 0,0-1 0 0 0,0 0 0 0 0,0 0 0 0 0,0 0 1 0 0,0 0-1 0 0,0 0 0 0 0,0 0 0 0 0,0-1 0 0 0,1 1 0 0 0,-1 0 0 0 0,0 0 0 0 0,0-1 0 0 0,1 1 0 0 0,-1-1 0 0 0,1 1 0 0 0,-1-1 1 0 0,0 0-1 0 0,1 1 0 0 0,-1-1 0 0 0,1 0 0 0 0,1 0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 67 5461 0 0,'-8'-65'630'0'0,"8"63"-469"0"0,2 9-142 0 0,132 346-1766 0 0,-128-333 342 0 0,-3-5 142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48 134 4724 0 0,'-11'-25'92'0'0,"2"6"24"0"0,1-1 36 0 0,3 5 12 0 0,-1 3 20 0 0,1 2-27 0 0,2 0 111 0 0,3-2-220 0 0,0 2-252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138 110 3684 0 0,'-59'-103'639'0'0,"58"103"-634"0"0,1-1 0 0 0,0 1 0 0 0,-1-1 0 0 0,1 1 0 0 0,0 0 0 0 0,-1-1 0 0 0,1 1-1 0 0,-1 0 1 0 0,1-1 0 0 0,0 1 0 0 0,-1 0 0 0 0,1-1 0 0 0,-1 1 0 0 0,1 0 0 0 0,-1 0 0 0 0,1 0 0 0 0,-1-1 0 0 0,1 1 0 0 0,-1 0 0 0 0,1 0 0 0 0,-1 0-1 0 0,1 0 1 0 0,-1 0 0 0 0,1 0 0 0 0,-1 0 0 0 0,1 0 0 0 0,-1 0 0 0 0,1 0 0 0 0,-1 0 0 0 0,0 0 0 0 0,0 1 0 0 0,-15 13 34 0 0,-8 26-18 0 0,23-38-5 0 0,-3 8-11 0 0,1-1 0 0 0,-1 1 0 0 0,2 0 0 0 0,-1 0 0 0 0,1 0 0 0 0,1 0 0 0 0,0 0 0 0 0,0 1 0 0 0,1-1 0 0 0,0 0 0 0 0,1 0 0 0 0,0 1 0 0 0,1-1 0 0 0,0 0 0 0 0,0 0 0 0 0,1 0 0 0 0,1-1 0 0 0,6 15 0 0 0,4 5 23 0 0,1-1 0 0 0,2-1 0 0 0,1 0 0 0 0,33 38 0 0 0,-34-39 1399 0 0,-31-42-1313 0 0,0 1 1 0 0,0-2 0 0 0,2 0-1 0 0,0 0 1 0 0,1-1 0 0 0,1 0-1 0 0,1-1 1 0 0,0 0 0 0 0,2-1-1 0 0,-10-35 1 0 0,16 49-101 0 0,0 0 0 0 0,0 0-1 0 0,0 0 1 0 0,1 0 0 0 0,0 0 0 0 0,0-1-1 0 0,1 1 1 0 0,-1 0 0 0 0,2 0 0 0 0,-1 0 0 0 0,0 0-1 0 0,1 0 1 0 0,0 0 0 0 0,1 1 0 0 0,-1-1-1 0 0,1 0 1 0 0,0 1 0 0 0,0 0 0 0 0,1 0 0 0 0,0 0-1 0 0,0 0 1 0 0,0 0 0 0 0,0 1 0 0 0,1 0-1 0 0,-1 0 1 0 0,1 0 0 0 0,0 0 0 0 0,1 1 0 0 0,-1 0-1 0 0,0 0 1 0 0,8-3 0 0 0,4-1-8 0 0,-1 1 1 0 0,1 0-1 0 0,1 1 0 0 0,-1 0 1 0 0,1 2-1 0 0,-1 0 1 0 0,1 1-1 0 0,0 1 0 0 0,31 2 1 0 0,-19 2-13 0 0,0 2 0 0 0,-1 1 1 0 0,1 1-1 0 0,-1 2 0 0 0,-1 0 0 0 0,52 27 1 0 0,-65-29 2 0 0,0 1-1 0 0,-1 1 1 0 0,0 1 0 0 0,0 0 0 0 0,-1 0 0 0 0,0 2 0 0 0,-1-1 0 0 0,0 2-1 0 0,-1-1 1 0 0,0 1 0 0 0,-1 1 0 0 0,-1 0 0 0 0,14 28 0 0 0,-21-37-12 0 0,0 0-1 0 0,-1 0 1 0 0,1 0 0 0 0,-1 1 0 0 0,0-1 0 0 0,-1 1-1 0 0,1-1 1 0 0,-1 0 0 0 0,0 1 0 0 0,0-1 0 0 0,-1 1 0 0 0,-1 7-1 0 0,-2-1-91 0 0,0 0 0 0 0,0 1 0 0 0,-11 17 0 0 0,-11 33-275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300 753 4636 0 0,'-1'-3'-4'0'0,"-1"1"-1"0"0,1-1 0 0 0,0 1 1 0 0,-1-1-1 0 0,0 1 0 0 0,1-1 1 0 0,-1 1-1 0 0,0 0 0 0 0,0 0 1 0 0,0 0-1 0 0,-1 0 0 0 0,1 0 1 0 0,0 0-1 0 0,-1 1 0 0 0,1-1 1 0 0,-1 1-1 0 0,1 0 1 0 0,-1-1-1 0 0,0 1 0 0 0,0 0 1 0 0,1 1-1 0 0,-1-1 0 0 0,0 0 1 0 0,0 1-1 0 0,0 0 0 0 0,0 0 1 0 0,0 0-1 0 0,0 0 0 0 0,-4 0 1 0 0,-5 1 67 0 0,-1-1 0 0 0,0 2 1 0 0,1-1-1 0 0,0 2 0 0 0,-22 6 0 0 0,19-4-15 0 0,1 1 0 0 0,-1 1 0 0 0,1 0-1 0 0,0 1 1 0 0,-14 11 0 0 0,25-17-39 0 0,0 0 1 0 0,1 1 0 0 0,0-1-1 0 0,0 0 1 0 0,-1 1-1 0 0,1-1 1 0 0,1 1 0 0 0,-1-1-1 0 0,0 1 1 0 0,1 0 0 0 0,-1 0-1 0 0,1 0 1 0 0,0 0 0 0 0,-1 3-1 0 0,2-3-1 0 0,0-1 0 0 0,0 0 1 0 0,0 1-1 0 0,0-1 0 0 0,1 0 0 0 0,-1 1 0 0 0,1-1 0 0 0,-1 0 0 0 0,1 0 0 0 0,0 1 1 0 0,0-1-1 0 0,0 0 0 0 0,0 0 0 0 0,0 0 0 0 0,0 0 0 0 0,1 0 0 0 0,-1 0 0 0 0,1-1 0 0 0,-1 1 1 0 0,1 0-1 0 0,4 2 0 0 0,-3-1 1 0 0,0-1 0 0 0,1 1 0 0 0,-1-1 0 0 0,1 0 0 0 0,-1 0 1 0 0,1-1-1 0 0,0 1 0 0 0,0-1 0 0 0,0 1 0 0 0,0-1 0 0 0,0-1 0 0 0,0 1 0 0 0,0 0 1 0 0,0-1-1 0 0,0 0 0 0 0,0 0 0 0 0,0 0 0 0 0,0-1 0 0 0,1 1 0 0 0,3-2 0 0 0,8-2 162 0 0,0-1 0 0 0,0-1 0 0 0,24-12 0 0 0,-21 10 219 0 0,-18 7-309 0 0,33 23 52 0 0,-22-13-112 0 0,0 0 0 0 0,0-1 0 0 0,1-1 0 0 0,0 0 0 0 0,0-1 0 0 0,0 0 1 0 0,1-1-1 0 0,0-1 0 0 0,19 5 0 0 0,-12-5-4 0 0,0-1 1 0 0,0 0-1 0 0,0-2 0 0 0,1 0 1 0 0,38-4-1 0 0,-52 2-11 0 0,0-1 1 0 0,0 1-1 0 0,0-1 1 0 0,0-1-1 0 0,0 1 0 0 0,0-1 1 0 0,0-1-1 0 0,-1 0 0 0 0,0 0 1 0 0,0 0-1 0 0,0-1 1 0 0,0 0-1 0 0,-1 0 0 0 0,0 0 1 0 0,0-1-1 0 0,0 0 0 0 0,0-1 1 0 0,-1 1-1 0 0,0-1 1 0 0,-1 0-1 0 0,0 0 0 0 0,0 0 1 0 0,0-1-1 0 0,-1 1 0 0 0,0-1 1 0 0,0 0-1 0 0,2-15 1 0 0,0-8 4 0 0,-1 0 0 0 0,-1-1 0 0 0,-2 0 1 0 0,-1 0-1 0 0,-9-60 0 0 0,1 27 204 0 0,-3 0 0 0 0,-3 1 0 0 0,-2 1 0 0 0,-4 0 0 0 0,-51-113 0 0 0,66 165-161 0 0,3 7-31 0 0,1 0-1 0 0,-1 1 0 0 0,0-1 0 0 0,-1 1 0 0 0,1-1 1 0 0,0 1-1 0 0,-5-5 0 0 0,5 7 28 0 0,-22 33-31 0 0,21-18-18 0 0,2 1 0 0 0,-1-1 1 0 0,2 0-1 0 0,0 1 0 0 0,0-1 1 0 0,1 1-1 0 0,5 19 0 0 0,-2-3 8 0 0,11 76 20 0 0,5-2 0 0 0,5 0 0 0 0,67 180 0 0 0,-82-258-12 0 0,1-1 1 0 0,2-1 0 0 0,0 0-1 0 0,2 0 1 0 0,1-2 0 0 0,35 42-1 0 0,-44-57-273 0 0,1 0 0 0 0,0 0 0 0 0,1-1-1 0 0,-1 0 1 0 0,1 0 0 0 0,1-1 0 0 0,-1 0-1 0 0,1-1 1 0 0,0 0 0 0 0,1-1 0 0 0,-1 0 0 0 0,1 0-1 0 0,0-1 1 0 0,0-1 0 0 0,0 1 0 0 0,0-2-1 0 0,0 0 1 0 0,0 0 0 0 0,0-1 0 0 0,15-1-1 0 0,10-8-1881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52 72 5685 0 0,'-51'-70'-713'0'0,"50"68"639"0"0,7 7-62 0 0,443 404 2 0 0,-383-345 147 0 0,100 127 0 0 0,-148-167-7 0 0,-2 0-1 0 0,0 1 1 0 0,-2 0-1 0 0,0 1 1 0 0,-2 1 0 0 0,-1 0-1 0 0,-1 0 1 0 0,-1 1-1 0 0,8 51 1 0 0,-16-66 1 0 0,0 0 0 0 0,-1 1 1 0 0,0-1-1 0 0,-1 1 0 0 0,0-1 1 0 0,-2 0-1 0 0,1 0 1 0 0,-1 0-1 0 0,-1 0 0 0 0,-1 0 1 0 0,-8 17-1 0 0,4-13 6 0 0,-1-1 0 0 0,0 0 0 0 0,-1-1-1 0 0,-1 0 1 0 0,-1-1 0 0 0,0 0 0 0 0,-20 16 0 0 0,-2-4-172 0 0,-1-1-1 0 0,-1-1 1 0 0,-2-3 0 0 0,0-1 0 0 0,-1-2 0 0 0,-51 16-1 0 0,13-10-937 0 0,1-7 264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450 77 3968 0 0,'2'-6'12'0'0,"3"-31"70"0"0,-5 36-77 0 0,0-1-1 0 0,0 1 1 0 0,0-1-1 0 0,-1 1 1 0 0,1-1-1 0 0,-1 1 1 0 0,1-1-1 0 0,-1 1 1 0 0,1-1-1 0 0,-1 1 1 0 0,0-1-1 0 0,1 1 1 0 0,-1 0-1 0 0,0-1 1 0 0,0 1-1 0 0,0 0 1 0 0,0 0-1 0 0,0 0 1 0 0,-1 0-1 0 0,1 0 1 0 0,0 0-1 0 0,0 0 1 0 0,-1 0 0 0 0,-2-1-1 0 0,-6 5 21 0 0,-15 12 1 0 0,0 1 0 0 0,1 1 0 0 0,1 2 0 0 0,1 0 0 0 0,0 1 0 0 0,1 1 1 0 0,2 1-1 0 0,-19 26 0 0 0,5-2 13 0 0,1 1 0 0 0,3 2 0 0 0,-32 72 1 0 0,52-98-21 0 0,0-1 1 0 0,1 2-1 0 0,2-1 1 0 0,0 1 0 0 0,1 0-1 0 0,-2 40 1 0 0,7-50-10 0 0,0 1 1 0 0,1-1-1 0 0,0 0 1 0 0,1 0 0 0 0,1 0-1 0 0,1 0 1 0 0,-1 0-1 0 0,2-1 1 0 0,0 0 0 0 0,1 0-1 0 0,0 0 1 0 0,13 20-1 0 0,-3-12 11 0 0,1-1-1 0 0,1 0 1 0 0,1-2-1 0 0,0 0 1 0 0,1-1-1 0 0,1-1 0 0 0,0-1 1 0 0,2 0-1 0 0,-1-2 1 0 0,2-1-1 0 0,41 16 1 0 0,-8-8-469 0 0,0-3 0 0 0,0-2 0 0 0,2-3 1 0 0,65 5-1 0 0,-32-9-569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0 121 4004 0 0,'3'-9'208'0'0,"-1"0"-1"0"0,0-1 0 0 0,-1 1 1 0 0,0-1-1 0 0,0 1 0 0 0,-1-1 0 0 0,0 1 1 0 0,-1-1-1 0 0,0 0 0 0 0,-4-13 1 0 0,5 20 196 0 0,2 9-392 0 0,13 34 5 0 0,2-1 1 0 0,38 63-1 0 0,61 76-43 0 0,-72-113 38 0 0,-14-21-197 0 0,0-1 404 0 0,33 64 1 0 0,-56-92-471 0 0,0 0 1 0 0,-2 0-1 0 0,1 1 1 0 0,-2 0-1 0 0,0 0 0 0 0,-1 0 1 0 0,0 0-1 0 0,0 26 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203 126 4232 0 0,'3'-8'44'0'0,"0"0"0"0"0,0-1 0 0 0,-1 1 0 0 0,0-1-1 0 0,1-14 1 0 0,-3 21 117 0 0,-3 6-144 0 0,-29 34 39 0 0,1 2 0 0 0,2 1 0 0 0,-30 59 0 0 0,24-41-31 0 0,25-38 3 0 0,-9 11 196 0 0,68-153 1279 0 0,-33 81-1387 0 0,2-3-37 0 0,2 0 0 0 0,46-73 1 0 0,-65 113-83 0 0,1 1 0 0 0,-1 0 0 0 0,1 0 0 0 0,0 0 0 0 0,0 0 0 0 0,0 0 0 0 0,0 1 0 0 0,0-1 0 0 0,0 0 1 0 0,0 1-1 0 0,1 0 0 0 0,-1-1 0 0 0,0 1 0 0 0,1 0 0 0 0,-1 0 0 0 0,1 0 0 0 0,-1 1 0 0 0,1-1 0 0 0,0 1 0 0 0,-1-1 0 0 0,1 1 1 0 0,0 0-1 0 0,-1 0 0 0 0,1 0 0 0 0,0 0 0 0 0,-1 1 0 0 0,1-1 0 0 0,0 1 0 0 0,-1-1 0 0 0,1 1 0 0 0,-1 0 0 0 0,1 0 1 0 0,-1 0-1 0 0,4 3 0 0 0,10 4-3 0 0,-1 2 1 0 0,0 0-1 0 0,-1 1 1 0 0,17 16-1 0 0,1 0 12 0 0,8 2 92 0 0,55 30 0 0 0,-79-50-311 0 0,-1-1-1 0 0,2-1 0 0 0,-1-1 0 0 0,1 0 0 0 0,0-1 0 0 0,0-1 0 0 0,19 3 0 0 0,-9-7-1496 0 0,-2-2-116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4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225 26 4988 0 0,'0'0'-186'0'0,"3"-16"-115"0"0,-1 7 379 0 0,-3 10-146 0 0,-31 139 16 0 0,-75 275 247 0 0,96-381-822 0 0,-3 0 0 0 0,0 0-1 0 0,-29 46 1 0 0,35-70 338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37:36.94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391 11 2768 0 0,'0'0'41'0'0,"0"-1"-40"0"0,1 1 1 0 0,-1 0-1 0 0,0 0 0 0 0,0-1 1 0 0,0 1-1 0 0,0 0 0 0 0,0 0 1 0 0,0-1-1 0 0,0 1 0 0 0,0 0 1 0 0,0 0-1 0 0,0-1 0 0 0,0 1 1 0 0,0 0-1 0 0,0 0 0 0 0,0-1 1 0 0,0 1-1 0 0,0 0 0 0 0,0 0 1 0 0,0-1-1 0 0,0 1 0 0 0,0 0 1 0 0,0 0-1 0 0,0-1 0 0 0,0 1 1 0 0,-1 0-1 0 0,1 0 0 0 0,0-1 1 0 0,0 1-1 0 0,0 0 0 0 0,0 0 1 0 0,-1 0-1 0 0,1-1 0 0 0,0 1 1 0 0,0 0-1 0 0,0 0 0 0 0,-1 0 1 0 0,1 0-1 0 0,0 0 0 0 0,0-1 1 0 0,-1 1-1 0 0,1 0 0 0 0,0 0 1 0 0,0 0-1 0 0,-1 0 0 0 0,1 0 1 0 0,0 0-1 0 0,0 0 0 0 0,-1 0 1 0 0,1 0-1 0 0,0 0 0 0 0,0 0 1 0 0,-1 0-1 0 0,1 0 0 0 0,0 0 1 0 0,0 0-1 0 0,-1 0 0 0 0,1 0 1 0 0,0 0-1 0 0,0 1 0 0 0,-1-1 1 0 0,-45 35 134 0 0,2 2 1 0 0,-63 69 0 0 0,59-57 347 0 0,-83 68 1 0 0,124-114 556 0 0,7-8-422 0 0,15-22-247 0 0,29-37-264 0 0,-36 52-84 0 0,1 0 0 0 0,1 1 0 0 0,0 0 0 0 0,1 1 0 0 0,-1 0 0 0 0,2 1 0 0 0,-1 0 0 0 0,2 1-1 0 0,-1 0 1 0 0,1 1 0 0 0,0 0 0 0 0,0 1 0 0 0,1 1 0 0 0,20-6 0 0 0,-26 12-29 0 0,-1 0 1 0 0,1 1-1 0 0,-1 0 1 0 0,1 0 0 0 0,-1 0-1 0 0,0 1 1 0 0,0 1-1 0 0,0-1 1 0 0,0 1-1 0 0,9 7 1 0 0,4 3 20 0 0,0 1 1 0 0,-2 1-1 0 0,0 1 1 0 0,19 24-1 0 0,26 22-3313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51:40.7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1 833 1216 0 0,'0'0'5675'0'0,"28"-41"-4459"0"0,-9 22-778 0 0,-2-2 0 0 0,0 0 0 0 0,-2-1 1 0 0,0 0-1 0 0,16-35 0 0 0,-23 43-293 0 0,4-8-5 0 0,10-18 324 0 0,43-60 1 0 0,-59 91-416 0 0,0-1 0 0 0,0 0 1 0 0,7-20-1 0 0,-10 22-39 0 0,1 0 1 0 0,-1 0-1 0 0,1 1 1 0 0,1-1-1 0 0,-1 1 1 0 0,1 0-1 0 0,9-10 0 0 0,5-22 98 0 0,-18 38-88 0 0,14-41 224 0 0,-13 30-168 0 0,-1-1-1 0 0,0 0 1 0 0,0-1-1 0 0,-1 1 1 0 0,-3-17-1 0 0,0-41 37 0 0,3 67-107 0 0,-1-5 13 0 0,-8-20 19 0 0,8 27-15 0 0,1 0-18 0 0,0-4-6 0 0,0 4-6 0 0,1 2-137 0 0,-1-1 125 0 0,0 1 1 0 0,0 0-1 0 0,0 0 1 0 0,0 0-1 0 0,0-1 1 0 0,0 1 0 0 0,0 0-1 0 0,0 0 1 0 0,0 0-1 0 0,0-1 1 0 0,0 1-1 0 0,0 0 1 0 0,0 0 0 0 0,0 0-1 0 0,0-1 1 0 0,0 1-1 0 0,0 0 1 0 0,0 0-1 0 0,0 0 1 0 0,0-1 0 0 0,-1 1-1 0 0,1 0 1 0 0,0 0-1 0 0,0 0 1 0 0,0 0-1 0 0,0-1 1 0 0,0 1 0 0 0,0 0-1 0 0,-1 0 1 0 0,1 0-1 0 0,0 0 1 0 0,0 0-1 0 0,0 0 1 0 0,0-1 0 0 0,-1 1-1 0 0,1 0 1 0 0,0 0-1 0 0,0 0 1 0 0,0 0-1 0 0,-1 0 1 0 0,1 0 0 0 0,0 0-1 0 0,0 0 1 0 0,0 0-1 0 0,-1 0 1 0 0,1 0-1 0 0,0 0 1 0 0,0 0 0 0 0,0 0-1 0 0,-1 0 1 0 0,1 0-1 0 0,0 0 1 0 0,0 0-1 0 0,0 0 1 0 0,-1 0 0 0 0,1 0-1 0 0,0 0 1 0 0,0 1-1 0 0,0-1 1 0 0,0 0 0 0 0,-1 0-1 0 0,-193 185-440 0 0,146-140 471 0 0,48-44 39 0 0,2-5-74 0 0,18-19 3 0 0,0 1-1 0 0,2 1 0 0 0,0 1 1 0 0,1 1-1 0 0,1 0 0 0 0,34-18 1 0 0,3-5-5 0 0,-14 11-40 0 0,-45 29 59 0 0,0 2 5 0 0,5-4 12 0 0,-4 4-31 0 0,-1-1 0 0 0,0 0 0 0 0,1 1 0 0 0,-1-1 0 0 0,0 1 0 0 0,1 0-1 0 0,-1 0 1 0 0,0 0 0 0 0,1 0 0 0 0,-1 0 0 0 0,0 1 0 0 0,1-1 0 0 0,-1 1 0 0 0,0-1 0 0 0,1 1-1 0 0,-1 0 1 0 0,0 0 0 0 0,3 1 0 0 0,41 28-25 0 0,-14-8 12 0 0,172 103 36 0 0,-184-112 17 0 0,-14-9 677 0 0,9 3-3059 0 0,-4-42-4882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51:50.2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10 11 2108 0 0,'-9'-10'5154'0'0,"47"113"-5165"0"0,-15-60 56 0 0,2-2 0 0 0,1 0-1 0 0,3-2 1 0 0,64 70 0 0 0,-73-86-11 0 0,2 0 1 0 0,1-2-1 0 0,1 0 1 0 0,41 27-1 0 0,41 25 78 0 0,-87-58-82 0 0,-6-3-4 0 0,31 20 14 0 0,15 2-5 0 0,-19-14-12 0 0,81 36 161 0 0,97 45-32 0 0,-122-53 159 0 0,-94-47-183 0 0,5 6 649 0 0,-7-6-810 0 0,0-1-1 0 0,0 0 1 0 0,0 0-1 0 0,0 0 1 0 0,0 0 0 0 0,8-23-4352 0 0,-12 6 1361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51:51.69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88 115 6501 0 0,'0'0'-299'0'0,"5"-3"-158"0"0,15-7 313 0 0,-15 8 28 0 0,-7 15-563 0 0,0-1 665 0 0,-1 1 0 0 0,-1-1 0 0 0,0 1 0 0 0,-9 16 0 0 0,3-3 5 0 0,-10 29 32 0 0,2 0-1 0 0,-18 97 0 0 0,30-108 1463 0 0,11-48-1363 0 0,7-8-52 0 0,0-1 0 0 0,-1 0-1 0 0,0-1 1 0 0,-2 0 0 0 0,1 0-1 0 0,9-21 1 0 0,40-106 283 0 0,-21 49 168 0 0,-21 35-56 0 0,-15 47-309 0 0,1-1-1 0 0,0 1 0 0 0,1 0 1 0 0,5-12-1 0 0,8-23 698 0 0,-16 44-776 0 0,-1 1-80 0 0,0-1 0 0 0,0 1 0 0 0,0 0 0 0 0,0-1 0 0 0,0 1 0 0 0,0 0 0 0 0,0 0 0 0 0,0-1 0 0 0,1 1 0 0 0,-1 0 0 0 0,0 0 1 0 0,0-1-1 0 0,0 1 0 0 0,0 0 0 0 0,1 0 0 0 0,-1 0 0 0 0,0-1 0 0 0,0 1 0 0 0,1 0 0 0 0,-1 0 0 0 0,0 0 0 0 0,0 0 0 0 0,1 0 0 0 0,-1-1 0 0 0,0 1 0 0 0,0 0 0 0 0,1 0 0 0 0,-1 0 0 0 0,0 0 0 0 0,1 0 1 0 0,-1 0-1 0 0,0 0 0 0 0,0 0 0 0 0,1 0 0 0 0,-1 0 0 0 0,0 0 0 0 0,1 0 0 0 0,-1 0 0 0 0,0 0 0 0 0,0 0 0 0 0,1 0 0 0 0,-1 1 0 0 0,0-1 0 0 0,1 0 0 0 0,74 36 24 0 0,2-4 0 0 0,109 30 0 0 0,-128-40 264 0 0,-56-21-215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52:08.16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1 221 664 0 0,'0'0'684'0'0,"1"4"-745"0"0,5 19 55 0 0,0-1-1 0 0,3 42 0 0 0,-9-55 27 0 0,1 0 0 0 0,1 0-1 0 0,-1 0 1 0 0,1 0 0 0 0,1 0 0 0 0,0 0-1 0 0,0-1 1 0 0,6 11 0 0 0,-9-17 78 0 0,0-2-61 0 0,0 1 0 0 0,0 0 0 0 0,0 0-1 0 0,0-1 1 0 0,0 1 0 0 0,0 0-1 0 0,0 0 1 0 0,0-1 0 0 0,0 1-1 0 0,0 0 1 0 0,0-1 0 0 0,1 1-1 0 0,-1 0 1 0 0,0 0 0 0 0,0-1 0 0 0,1 1-1 0 0,-1 0 1 0 0,0-1 0 0 0,1 1-1 0 0,-1 0 1 0 0,1-1 0 0 0,-1 1-1 0 0,1-1 1 0 0,-1 1 0 0 0,1-1-1 0 0,-1 1 1 0 0,1-1 0 0 0,0 1 0 0 0,-1-1-1 0 0,1 0 1 0 0,0 1 0 0 0,-1-1-1 0 0,1 0 1 0 0,0 1 0 0 0,-1-1-1 0 0,1 0 1 0 0,0 0 0 0 0,1 0-1 0 0,31 3 620 0 0,-29-3-752 0 0,161-12 248 0 0,240-11-138 0 0,-139 8 14 0 0,-203 13-18 0 0,474-33-80 0 0,-164-1 32 0 0,-24 18 24 0 0,-126 8 4 0 0,-183 8 23 0 0,158-2-26 0 0,145 8-15 0 0,-12-3 1 0 0,-103 3 22 0 0,-222-3-1 0 0,62 3 519 0 0,-54-4 754 0 0,-12-2-997 0 0,-1 1-225 0 0,0 1 0 0 0,-1 0 0 0 0,1-1-1 0 0,-1 1 1 0 0,1-1 0 0 0,-1 1 0 0 0,1-1-1 0 0,-1 1 1 0 0,1-1 0 0 0,-1 1 0 0 0,0-1-1 0 0,1 1 1 0 0,-1-1 0 0 0,0 1 0 0 0,1-1-1 0 0,-1 0 1 0 0,0 1 0 0 0,0-1 0 0 0,1 0-1 0 0,-1 1 1 0 0,0-1 0 0 0,0 0 0 0 0,0 1 0 0 0,0-2-1 0 0,0-44 269 0 0,-2 1-1 0 0,-12-75 0 0 0,14 112-296 0 0,2 5-14 0 0,-7-25 28 0 0,-1-9-81 0 0,6 35-21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7:55.4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45 97 6693 0 0,'-15'-41'-470'0'0,"3"15"897"0"0,7 10-142 0 0,4 15-229 0 0,-4-9 70 0 0,5 10-128 0 0,0 0-1 0 0,0 0 1 0 0,0 0-1 0 0,0 0 1 0 0,-1 0-1 0 0,1 1 1 0 0,0-1-1 0 0,0 0 1 0 0,0 0 0 0 0,0 0-1 0 0,0 0 1 0 0,0 0-1 0 0,0 0 1 0 0,-1 0-1 0 0,1 0 1 0 0,0 0-1 0 0,0 0 1 0 0,0 0 0 0 0,0 0-1 0 0,0 0 1 0 0,-1 0-1 0 0,1 0 1 0 0,0 0-1 0 0,0 0 1 0 0,0 0-1 0 0,0 0 1 0 0,0 0 0 0 0,-1 0-1 0 0,1 0 1 0 0,0 0-1 0 0,0 0 1 0 0,0 0-1 0 0,0 0 1 0 0,0 0-1 0 0,0 0 1 0 0,-1 0-1 0 0,1 0 1 0 0,0 0 0 0 0,0 0-1 0 0,0 0 1 0 0,0 0-1 0 0,0-1 1 0 0,0 1-1 0 0,0 0 1 0 0,0 0-1 0 0,-1 0 1 0 0,1 0 0 0 0,0 0-1 0 0,0 0 1 0 0,0 0-1 0 0,0-1 1 0 0,0 1-1 0 0,0 0 1 0 0,0 0-1 0 0,0 0 1 0 0,0 0 0 0 0,0 0-1 0 0,0-1 1 0 0,0 1-1 0 0,0 0 1 0 0,0 0-1 0 0,0 34-21 0 0,2 0 1 0 0,2 0-1 0 0,1 0 0 0 0,12 42 0 0 0,0 11 9 0 0,48 362-145 0 0,-40-264 112 0 0,-20-147 240 0 0,-5-37-124 0 0,2 17-1140 0 0,-8-41-785 0 0,5 6-241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7:56.26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33 38 5412 0 0,'-20'-24'474'0'0,"8"11"552"0"0,22 33-906 0 0,29 39-311 0 0,243 220 110 0 0,-40-45 68 0 0,-190-170-8 0 0,-37-44 59 0 0,1 0 0 0 0,23 21 0 0 0,-38-40-8 0 0,0 0 4 0 0,2 4-20 0 0,-2-4-117 0 0,13-30-4856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7:56.90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60 112 5084 0 0,'-32'-82'616'0'0,"31"80"-444"0"0,0 0-26 0 0,0-1 1 0 0,0 0 0 0 0,0 1-1 0 0,-1 0 1 0 0,1-1-1 0 0,-1 1 1 0 0,0 0-1 0 0,1 0 1 0 0,-5-4-1 0 0,3 16-160 0 0,1 1 0 0 0,0-1 0 0 0,1 1 0 0 0,0-1 0 0 0,1 1 0 0 0,0 0 0 0 0,1-1 0 0 0,0 1 0 0 0,3 13 0 0 0,29 107-68 0 0,-23-95 68 0 0,52 164-44 0 0,16 66 11 0 0,-40-134-1308 0 0,-18-162-2430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7:57.8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87 5160 0 0,'-19'-67'906'0'0,"19"65"-770"0"0,-4-9 161 0 0,1 5-114 0 0,0 9-56 0 0,1 20-149 0 0,0 1 0 0 0,1-1-1 0 0,1 1 1 0 0,1-1 0 0 0,5 24 0 0 0,-4-31 16 0 0,1-1 1 0 0,0 0 0 0 0,1 0 0 0 0,1 0 0 0 0,1-1 0 0 0,0 0-1 0 0,0 0 1 0 0,2 0 0 0 0,8 13 0 0 0,-13-23 13 0 0,0-1 0 0 0,1 1-1 0 0,-1-1 1 0 0,1 1 0 0 0,0-1 0 0 0,0 0 0 0 0,0 0 0 0 0,0-1-1 0 0,0 1 1 0 0,1-1 0 0 0,-1 0 0 0 0,1 0 0 0 0,0 0 0 0 0,-1-1 0 0 0,1 0-1 0 0,0 0 1 0 0,0 0 0 0 0,0 0 0 0 0,0-1 0 0 0,0 0 0 0 0,0 0-1 0 0,0 0 1 0 0,0 0 0 0 0,0-1 0 0 0,5-1 0 0 0,-4 0 7 0 0,0 0 1 0 0,0 0 0 0 0,-1 0-1 0 0,1-1 1 0 0,-1 0-1 0 0,1 0 1 0 0,-1 0 0 0 0,0-1-1 0 0,0 1 1 0 0,0-1-1 0 0,-1-1 1 0 0,0 1 0 0 0,1-1-1 0 0,-1 1 1 0 0,-1-1 0 0 0,1 0-1 0 0,-1 0 1 0 0,0-1-1 0 0,5-10 1 0 0,-3-2 159 0 0,0 1 1 0 0,-2-1-1 0 0,0-1 1 0 0,-1 1-1 0 0,0 0 1 0 0,-2-1-1 0 0,-3-32 1 0 0,2-7 840 0 0,-10 13-396 0 0,11 44-579 0 0,-2 5-113 0 0,0 4 59 0 0,0 0 1 0 0,1 0-1 0 0,0 0 0 0 0,0 0 1 0 0,1 0-1 0 0,0 0 0 0 0,0 1 1 0 0,1-1-1 0 0,0 0 0 0 0,1 0 1 0 0,-1 0-1 0 0,2 0 0 0 0,-1 0 1 0 0,1-1-1 0 0,0 1 0 0 0,6 10 1 0 0,8 14-20 0 0,0-1 1 0 0,31 42 0 0 0,-47-71 17 0 0,14 18-153 0 0,0-1 0 0 0,21 22-1 0 0,-32-37-22 0 0,0 0-1 0 0,1 0 1 0 0,-1-1-1 0 0,1 1 0 0 0,-1-1 1 0 0,1 0-1 0 0,0-1 1 0 0,0 1-1 0 0,0-1 0 0 0,0 0 1 0 0,1 0-1 0 0,-1-1 0 0 0,1 1 1 0 0,-1-1-1 0 0,9 1 1 0 0,22-12-4229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7:59.27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23 225 5689 0 0,'-1'-7'20'0'0,"0"1"0"0"0,-1-1 1 0 0,0 1-1 0 0,0 0 0 0 0,-4-9 1 0 0,-2-6 546 0 0,8 20-536 0 0,0 6-99 0 0,1 13 48 0 0,0 0 0 0 0,2 0-1 0 0,0-1 1 0 0,1 1 0 0 0,1-1 0 0 0,0 0-1 0 0,13 25 1 0 0,67 115-29 0 0,-40-80 58 0 0,-39-66 242 0 0,1 0 0 0 0,0-1 0 0 0,0 1 0 0 0,13 11 1788 0 0,-24-28-1836 0 0,-13-24-89 0 0,1-1 1 0 0,2 0-1 0 0,1-2 1 0 0,-18-65-1 0 0,-17-147-361 0 0,43 203-480 0 0,-1-67 1 0 0,12 111 670 0 0,6 5 3 0 0,-1 0 1 0 0,0 0-1 0 0,0 1 0 0 0,-1 1 0 0 0,0 0 0 0 0,0 0 0 0 0,10 14 0 0 0,65 89-162 0 0,-25-31 137 0 0,32 55 0 0 0,-47-64 50 0 0,-36-60 40 0 0,-3-3 16 0 0,0 0 1 0 0,0 0-1 0 0,-1 0 1 0 0,16 22 3655 0 0,-28-44-3593 0 0,0-1 0 0 0,0-1 1 0 0,1 1-1 0 0,1-1 0 0 0,1 0 0 0 0,0 0 0 0 0,1-1 1 0 0,1 1-1 0 0,0-1 0 0 0,1 1 0 0 0,1-27 1 0 0,3 3-102 0 0,1-1 0 0 0,1 1 0 0 0,18-61 0 0 0,-17 76-37 0 0,-4 15-68 0 0,0-1-1 0 0,0 0 0 0 0,2 1 1 0 0,-1 0-1 0 0,9-17 1 0 0,-10 25 87 0 0,0 0 0 0 0,-1 0-1 0 0,1 1 1 0 0,0-1 0 0 0,-1 1 0 0 0,1-1 0 0 0,0 1 0 0 0,0 0 0 0 0,-1 0 0 0 0,1 0 0 0 0,0 0-1 0 0,0 0 1 0 0,0 0 0 0 0,-1 0 0 0 0,1 0 0 0 0,0 1 0 0 0,0-1 0 0 0,2 2 0 0 0,8 4-15 0 0,1 1 1 0 0,-1 0 0 0 0,0 1-1 0 0,0 0 1 0 0,-1 1 0 0 0,-1 0 0 0 0,1 1-1 0 0,-1 0 1 0 0,-1 0 0 0 0,0 1-1 0 0,15 23 1 0 0,5 15-51 0 0,38 89 0 0 0,-33-64 38 0 0,34 73 278 0 0,-67-145-220 0 0,5-30-4282 0 0,1 6 2193 0 0,2 3-140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7:59.89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125 222 5256 0 0,'0'0'-336'0'0,"6"-2"-626"0"0,17-9 876 0 0,-1-1-1 0 0,39-28 0 0 0,-56 37 191 0 0,0-1-1 0 0,0 0 0 0 0,0 0 1 0 0,-1 0-1 0 0,0-1 1 0 0,0 1-1 0 0,0-1 0 0 0,0 0 1 0 0,-1 0-1 0 0,0-1 0 0 0,0 1 1 0 0,0-1-1 0 0,-1 1 1 0 0,0-1-1 0 0,0 0 0 0 0,0 0 1 0 0,-1 0-1 0 0,2-11 1 0 0,-3 15-82 0 0,0 0 0 0 0,0 0 1 0 0,0 0-1 0 0,0 0 1 0 0,0 0-1 0 0,-1 0 1 0 0,1 1-1 0 0,0-1 1 0 0,-1 0-1 0 0,0 0 1 0 0,1 0-1 0 0,-1 0 1 0 0,0 1-1 0 0,0-1 1 0 0,0 0-1 0 0,0 0 1 0 0,0 1-1 0 0,0-1 1 0 0,-1 1-1 0 0,1-1 1 0 0,-1 1-1 0 0,1 0 1 0 0,-1 0-1 0 0,1-1 1 0 0,-1 1-1 0 0,0 0 1 0 0,1 0-1 0 0,-1 1 1 0 0,0-1-1 0 0,0 0 1 0 0,0 0-1 0 0,1 1 1 0 0,-1-1-1 0 0,0 1 1 0 0,0 0-1 0 0,0 0 1 0 0,0-1-1 0 0,0 1 1 0 0,0 0-1 0 0,0 1 1 0 0,0-1-1 0 0,0 0 1 0 0,-2 1-1 0 0,-5 0-11 0 0,1 1 1 0 0,0 0-1 0 0,0 1 0 0 0,1-1 1 0 0,-1 1-1 0 0,0 1 0 0 0,1-1 1 0 0,-13 10-1 0 0,8-4-16 0 0,1 1-1 0 0,0 1 1 0 0,1-1 0 0 0,0 2 0 0 0,1-1-1 0 0,0 2 1 0 0,1-1 0 0 0,-12 25 0 0 0,7-6-38 0 0,1-1 1 0 0,-16 63-1 0 0,26-86 40 0 0,0 1-1 0 0,1-1 0 0 0,0 1 1 0 0,0 0-1 0 0,1-1 1 0 0,0 1-1 0 0,0 0 1 0 0,1-1-1 0 0,0 1 0 0 0,0 0 1 0 0,0-1-1 0 0,1 1 1 0 0,1-1-1 0 0,-1 0 0 0 0,1 0 1 0 0,0 0-1 0 0,1 0 1 0 0,0 0-1 0 0,0-1 0 0 0,7 10 1 0 0,-5-9 4 0 0,1-1 1 0 0,0-1 0 0 0,0 1-1 0 0,0-1 1 0 0,0 0 0 0 0,1-1 0 0 0,0 0-1 0 0,-1 0 1 0 0,2 0 0 0 0,-1-1-1 0 0,0-1 1 0 0,1 1 0 0 0,-1-1-1 0 0,1-1 1 0 0,0 1 0 0 0,0-1-1 0 0,14-1 1 0 0,-8-1-449 0 0,0 0 0 0 0,0-1 1 0 0,0-1-1 0 0,-1 0 0 0 0,1-1 0 0 0,19-8 0 0 0,-4-2-1103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0.59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28 67 4336 0 0,'-28'-16'1103'0'0,"42"25"-390"0"0,35 27-735 0 0,-2 2 0 0 0,-2 2 1 0 0,-1 2-1 0 0,-2 2 0 0 0,49 67 0 0 0,-87-105 26 0 0,0 1 0 0 0,0-1-1 0 0,-1 1 1 0 0,1 0 0 0 0,-1 0 0 0 0,-1 0-1 0 0,1 0 1 0 0,-1 1 0 0 0,1 11 0 0 0,-3-17 31 0 0,1 1 0 0 0,-1 0 0 0 0,-1 0 0 0 0,1-1 0 0 0,0 1 1 0 0,-1 0-1 0 0,1-1 0 0 0,-1 1 0 0 0,0 0 0 0 0,1-1 0 0 0,-1 1 0 0 0,-1-1 1 0 0,1 1-1 0 0,0-1 0 0 0,-1 0 0 0 0,1 0 0 0 0,-1 1 0 0 0,0-1 1 0 0,1 0-1 0 0,-1 0 0 0 0,0-1 0 0 0,0 1 0 0 0,0 0 0 0 0,-1-1 0 0 0,1 1 1 0 0,0-1-1 0 0,-1 1 0 0 0,-3 0 0 0 0,5-1 3 0 0,-1-1 1 0 0,1 1-1 0 0,0-1 0 0 0,-1 1 1 0 0,1-1-1 0 0,-1 0 0 0 0,1 0 1 0 0,-1 0-1 0 0,1 0 0 0 0,-1 0 1 0 0,1 0-1 0 0,-1 0 0 0 0,1 0 1 0 0,-1-1-1 0 0,1 1 0 0 0,0 0 1 0 0,-1-1-1 0 0,1 1 0 0 0,-1-1 1 0 0,1 0-1 0 0,0 0 0 0 0,-1 1 1 0 0,1-1-1 0 0,0 0 0 0 0,0 0 1 0 0,0 0-1 0 0,0 0 0 0 0,0 0 1 0 0,0 0-1 0 0,0 0 0 0 0,0-1 1 0 0,0 1-1 0 0,0 0 0 0 0,1-1 1 0 0,-1 1-1 0 0,0 0 0 0 0,1-1 1 0 0,0 1-1 0 0,-1 0 0 0 0,0-3 1 0 0,-2-5 23 0 0,1 0 0 0 0,-1-1 1 0 0,2 1-1 0 0,-2-14 0 0 0,2 1-40 0 0,1-1 0 0 0,0 0-1 0 0,2 0 1 0 0,1 1 0 0 0,1-1-1 0 0,1 1 1 0 0,11-32-1 0 0,2 5-120 0 0,3 1-1 0 0,31-52 0 0 0,-49 93-141 0 0,2-8 142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0.97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72 49 5921 0 0,'-38'-38'872'0'0,"37"37"-739"0"0,1 0-115 0 0,-1 0 0 0 0,0 0 0 0 0,0 1-1 0 0,0-1 1 0 0,1 0 0 0 0,-1 1 0 0 0,0-1 0 0 0,0 1 0 0 0,0-1 0 0 0,0 1 0 0 0,0-1-1 0 0,0 1 1 0 0,0 0 0 0 0,0-1 0 0 0,0 1 0 0 0,0 0 0 0 0,0 0 0 0 0,0 0 0 0 0,0 0-1 0 0,-2 0 1 0 0,1 4-20 0 0,0 0-1 0 0,1 0 0 0 0,-1 0 0 0 0,1 0 0 0 0,0 0 1 0 0,0 1-1 0 0,0-1 0 0 0,1 0 0 0 0,0 1 1 0 0,0-1-1 0 0,0 0 0 0 0,0 1 0 0 0,1-1 0 0 0,-1 1 1 0 0,3 5-1 0 0,24 80-57 0 0,-12-45 50 0 0,53 168-1368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1.1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35 93 5036 0 0,'-5'-16'566'0'0,"2"4"548"0"0,0 0-1 0 0,-1 1 1 0 0,-8-18-1 0 0,11 28-781 0 0,-6-11-1283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1.72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306 36 6209 0 0,'7'-24'-679'0'0,"-9"23"672"0"0,1-1 0 0 0,-1 1 0 0 0,0 0 0 0 0,1 0 0 0 0,-1 0 0 0 0,0 1-1 0 0,1-1 1 0 0,-1 0 0 0 0,0 1 0 0 0,0-1 0 0 0,0 1 0 0 0,0-1 0 0 0,0 1 0 0 0,0 0 0 0 0,0 0 0 0 0,0 0 0 0 0,1 0 0 0 0,-1 0 0 0 0,-3 1 0 0 0,-1 0-5 0 0,1 1 1 0 0,-1 0-1 0 0,1 0 1 0 0,0 0-1 0 0,0 0 0 0 0,-9 7 1 0 0,-5 5-21 0 0,0 0-1 0 0,-24 26 1 0 0,35-33 15 0 0,-8 10-22 0 0,0 0 0 0 0,1 1 1 0 0,1 1-1 0 0,1 0 1 0 0,-16 30-1 0 0,24-39 21 0 0,-1 1-1 0 0,2 0 1 0 0,-1 1 0 0 0,1-1 0 0 0,1 1 0 0 0,0 0-1 0 0,1-1 1 0 0,0 1 0 0 0,1 1 0 0 0,1-1 0 0 0,-1 0-1 0 0,3 14 1 0 0,-1-21 25 0 0,1 1 0 0 0,0-1-1 0 0,0 0 1 0 0,1-1 0 0 0,-1 1 0 0 0,1 0 0 0 0,0-1-1 0 0,0 1 1 0 0,0-1 0 0 0,1 0 0 0 0,0 0-1 0 0,0 0 1 0 0,0-1 0 0 0,0 1 0 0 0,0-1-1 0 0,1 0 1 0 0,-1 0 0 0 0,1-1 0 0 0,0 1 0 0 0,0-1-1 0 0,0 0 1 0 0,0 0 0 0 0,0-1 0 0 0,7 2-1 0 0,7 1-10 0 0,0 0 0 0 0,0-1 0 0 0,0 0 0 0 0,0-2 0 0 0,31-1 0 0 0,-29-2-444 0 0,-1-1 0 0 0,1 0 0 0 0,-1-1 0 0 0,25-10 0 0 0,-2-2-326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2.33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302 7 3332 0 0,'0'0'-3'0'0,"-1"0"-1"0"0,1 1 1 0 0,0-1-1 0 0,0 0 0 0 0,0 0 1 0 0,-1 0-1 0 0,1 0 1 0 0,0 0-1 0 0,0 0 1 0 0,0 0-1 0 0,-1 0 1 0 0,1 0-1 0 0,0 0 0 0 0,0 0 1 0 0,-1 0-1 0 0,1 0 1 0 0,0 0-1 0 0,0 0 1 0 0,0 0-1 0 0,-1 0 0 0 0,1 0 1 0 0,0 0-1 0 0,0 0 1 0 0,0 0-1 0 0,-1-1 1 0 0,1 1-1 0 0,0 0 1 0 0,0 0-1 0 0,0 0 0 0 0,-1 0 1 0 0,1 0-1 0 0,0 0 1 0 0,0-1-1 0 0,0 1 1 0 0,0 0-1 0 0,0 0 0 0 0,0 0 1 0 0,-1-1-1 0 0,1 1 1 0 0,0 0-1 0 0,0 0 1 0 0,0 0-1 0 0,0-1 1 0 0,0 1-1 0 0,0 0 0 0 0,0 0 1 0 0,0 0-1 0 0,0-1 1 0 0,0 1-1 0 0,0 0 1 0 0,0 0-1 0 0,0-1 0 0 0,0 1 1 0 0,0 0-1 0 0,0 0 1 0 0,0 0-1 0 0,0-1 1 0 0,0 1-1 0 0,0 0 1 0 0,0 0-1 0 0,-20 10 36 0 0,-1 1 0 0 0,1 2 0 0 0,1 0 0 0 0,0 1 0 0 0,1 1 0 0 0,-20 21 0 0 0,4 0-22 0 0,2 2-1 0 0,-29 44 0 0 0,59-81 4 0 0,1 1 1 0 0,0 0-1 0 0,0-1 0 0 0,0 1 1 0 0,0 0-1 0 0,0 0 0 0 0,0 0 0 0 0,1 0 1 0 0,-1 0-1 0 0,1 0 0 0 0,-1-1 1 0 0,1 1-1 0 0,0 0 0 0 0,0 3 1 0 0,0-4 4 0 0,0 0 0 0 0,0 0 0 0 0,0 0 0 0 0,1 0 0 0 0,-1 0 0 0 0,0-1 0 0 0,1 1 0 0 0,-1 0 0 0 0,1 0 0 0 0,-1 0 0 0 0,1-1 0 0 0,0 1 0 0 0,-1 0 0 0 0,1-1 1 0 0,-1 1-1 0 0,1-1 0 0 0,0 1 0 0 0,0 0 0 0 0,-1-1 0 0 0,1 0 0 0 0,0 1 0 0 0,1 0 0 0 0,2 0 24 0 0,0 0 1 0 0,0 0-1 0 0,0-1 0 0 0,0 1 0 0 0,0-1 1 0 0,0 0-1 0 0,0 0 0 0 0,0 0 1 0 0,0-1-1 0 0,0 1 0 0 0,0-1 0 0 0,6-2 1 0 0,27-11 346 0 0,0-1 1 0 0,-1-2-1 0 0,-1-2 1 0 0,-1-1-1 0 0,53-42 1 0 0,-67 51 223 0 0,-12 14-210 0 0,-10 31-55 0 0,-2 22-330 0 0,5-51-45 0 0,0 0 0 0 0,0 0 0 0 0,1 0 0 0 0,0 0 0 0 0,0 0 0 0 0,0 0 0 0 0,0 0 0 0 0,1-1 0 0 0,0 1 0 0 0,0-1 0 0 0,0 0 0 0 0,1 1 1 0 0,-1-2-1 0 0,1 1 0 0 0,0 0 0 0 0,0-1 0 0 0,0 1 0 0 0,0-1 0 0 0,6 2 0 0 0,-5-2-367 0 0,0 0 0 0 0,1-1 0 0 0,0 1 0 0 0,-1-1-1 0 0,1 0 1 0 0,0-1 0 0 0,0 0 0 0 0,0 0 0 0 0,0 0 0 0 0,6 0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2.7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 30 5236 0 0,'-3'-19'627'0'0,"1"9"-284"0"0,2 11-217 0 0,3 23-154 0 0,1 0 1 0 0,0-1-1 0 0,2 0 1 0 0,13 33-1 0 0,47 98-57 0 0,-26-65 52 0 0,92 251-26 0 0,-110-275 70 0 0,-4 2 1 0 0,-2 0-1 0 0,8 86 1 0 0,-21-125-662 0 0,-1 0 0 0 0,-1-1 1 0 0,-1 1-1 0 0,-7 45 0 0 0,2-52-308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5.0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459 685 3468 0 0,'19'0'581'0'0,"-19"0"-554"0"0,0 1 0 0 0,0-1 1 0 0,1 0-1 0 0,-1 0 0 0 0,0 0 0 0 0,0 0 0 0 0,1 0 1 0 0,-1 0-1 0 0,0 0 0 0 0,0 0 0 0 0,1 0 0 0 0,-1 0 0 0 0,0 0 1 0 0,0 0-1 0 0,1 0 0 0 0,-1-1 0 0 0,0 1 0 0 0,0 0 1 0 0,0 0-1 0 0,1 0 0 0 0,-1 0 0 0 0,0 0 0 0 0,0 0 0 0 0,0 0 1 0 0,1-1-1 0 0,-1 1 0 0 0,0 0 0 0 0,0 0 0 0 0,0 0 1 0 0,0-1-1 0 0,1 1 0 0 0,-1 0 0 0 0,0 0 0 0 0,0 0 0 0 0,0-1 1 0 0,0 1-1 0 0,0 0 0 0 0,0 0 0 0 0,0-1 0 0 0,0 1 1 0 0,0 0-1 0 0,0 0 0 0 0,0-1 0 0 0,0 1 0 0 0,0 0 0 0 0,0 0 1 0 0,0-1-1 0 0,0 1 0 0 0,0 0 0 0 0,0 0 0 0 0,0 0 1 0 0,0-1-1 0 0,0 1 0 0 0,0 0 0 0 0,0 0 0 0 0,0-1 1 0 0,-10-6-3 0 0,0 0 1 0 0,0 1 0 0 0,-1 0 0 0 0,0 0 0 0 0,0 1 0 0 0,0 1 0 0 0,0 0 0 0 0,-1 0 0 0 0,0 1 0 0 0,0 1 0 0 0,0 0 0 0 0,0 0 0 0 0,0 1 0 0 0,0 1 0 0 0,0 0 0 0 0,0 0 0 0 0,0 2 0 0 0,0-1 0 0 0,0 2 0 0 0,0-1 0 0 0,1 2-1 0 0,-1-1 1 0 0,1 2 0 0 0,0-1 0 0 0,0 2 0 0 0,-17 10 0 0 0,9-4-46 0 0,1 1 0 0 0,1 0 0 0 0,0 2 0 0 0,-19 21-1 0 0,30-31 9 0 0,2 0-1 0 0,-1 1 1 0 0,0-1-1 0 0,1 1 1 0 0,0 0-1 0 0,1 1 1 0 0,-1-1-1 0 0,1 0 1 0 0,1 1-1 0 0,-1 0 1 0 0,1 0-1 0 0,0 0 1 0 0,0 0-1 0 0,1 0 1 0 0,0 0-1 0 0,0 14 1 0 0,2-14 10 0 0,1 0 0 0 0,0-1 0 0 0,1 1 0 0 0,-1-1 0 0 0,1 1 0 0 0,1-1 0 0 0,-1 0 0 0 0,1 0 0 0 0,0-1 1 0 0,0 1-1 0 0,1-1 0 0 0,-1 0 0 0 0,1 0 0 0 0,0 0 0 0 0,1-1 0 0 0,-1 1 0 0 0,1-1 0 0 0,0-1 0 0 0,10 6 0 0 0,1-1 13 0 0,-1 0 0 0 0,1-2 0 0 0,0 1 0 0 0,0-2 0 0 0,1-1 0 0 0,26 4 0 0 0,-33-6 39 0 0,0-1 0 0 0,-1-1 0 0 0,1 0 1 0 0,0 0-1 0 0,0-1 0 0 0,0-1 0 0 0,0 0 0 0 0,0 0 0 0 0,-1-1 0 0 0,0 0 1 0 0,1-1-1 0 0,18-9 0 0 0,-23 9 3 0 0,0 0 0 0 0,0-1 0 0 0,0 0-1 0 0,-1 0 1 0 0,1 0 0 0 0,-1-1 0 0 0,0 0 0 0 0,-1 0 0 0 0,1 0 0 0 0,-1 0 0 0 0,-1-1-1 0 0,1 1 1 0 0,-1-1 0 0 0,0 0 0 0 0,0 0 0 0 0,-1 0 0 0 0,0-1 0 0 0,0 1 0 0 0,0-12-1 0 0,3-32 93 0 0,-2 0 0 0 0,-2 0 0 0 0,-3 0 0 0 0,-15-92 0 0 0,-1 53 632 0 0,-54-156-1 0 0,54 193-112 0 0,-32-63 0 0 0,49 114-638 0 0,-10-18-1257 0 0,18 58 1115 0 0,2 0-1 0 0,1 0 0 0 0,2-1 1 0 0,21 43-1 0 0,-7-13 58 0 0,70 165-69 0 0,-83-206 126 0 0,1 0 0 0 0,1 0-1 0 0,2-1 1 0 0,0-1 0 0 0,2-1-1 0 0,31 30 1 0 0,-38-43 10 0 0,0 0-1 0 0,1-2 1 0 0,0 0-1 0 0,1 0 1 0 0,-1-1-1 0 0,2 0 1 0 0,-1-2-1 0 0,1 0 0 0 0,-1 0 1 0 0,1-1-1 0 0,1-1 1 0 0,28 2-1 0 0,-38-4 10 0 0,1 0-1 0 0,-1-1 1 0 0,1-1-1 0 0,0 1 1 0 0,-1-1-1 0 0,1 0 1 0 0,-1 0-1 0 0,1-1 1 0 0,-1 0-1 0 0,0 0 1 0 0,0 0-1 0 0,0-1 0 0 0,0 0 1 0 0,0 0-1 0 0,0-1 1 0 0,-1 1-1 0 0,0-1 1 0 0,1-1-1 0 0,-2 1 1 0 0,1-1-1 0 0,0 1 1 0 0,-1-1-1 0 0,0-1 1 0 0,0 1-1 0 0,0 0 1 0 0,-1-1-1 0 0,0 0 1 0 0,0 0-1 0 0,0 0 0 0 0,-1 0 1 0 0,0 0-1 0 0,2-10 1 0 0,0-2 373 0 0,-1 1 1 0 0,-1-1-1 0 0,0 0 1 0 0,-1 0-1 0 0,-1 0 1 0 0,-1 0-1 0 0,-1 1 1 0 0,-3-19-1 0 0,4 33-343 0 0,9 29-1166 0 0,-3-8 1054 0 0,0-1 0 0 0,1 1 0 0 0,1-1 0 0 0,1 0-1 0 0,0-1 1 0 0,1 0 0 0 0,1 0 0 0 0,0-1 0 0 0,2 0 0 0 0,-1-1-1 0 0,2 0 1 0 0,0-1 0 0 0,19 15 0 0 0,-23-21-113 0 0,0-1 0 0 0,0 0 1 0 0,1-1-1 0 0,0 0 0 0 0,0 0 0 0 0,0-1 0 0 0,0-1 1 0 0,1 0-1 0 0,0 0 0 0 0,-1-1 0 0 0,1 0 0 0 0,0-1 1 0 0,0 0-1 0 0,0-1 0 0 0,0 0 0 0 0,0 0 1 0 0,0-2-1 0 0,0 1 0 0 0,0-1 0 0 0,0-1 0 0 0,-1 0 1 0 0,1 0-1 0 0,11-6 0 0 0,16-11-2234 0 0,-4-3-572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5.28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47 42 7461 0 0,'-31'-29'2225'0'0,"29"28"-1959"0"0,-6-8 791 0 0,3 6-2151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6.29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523 1 6529 0 0,'0'0'-450'0'0,"-41"0"-1630"0"0,8 2 2085 0 0,0 2 0 0 0,0 1 1 0 0,0 1-1 0 0,0 2 0 0 0,1 1 0 0 0,1 2 0 0 0,-49 23 0 0 0,79-34-6 0 0,-35 25-25 0 0,35-24 28 0 0,0 0 0 0 0,-1 0 0 0 0,1 0 0 0 0,0 0-1 0 0,0 0 1 0 0,0 0 0 0 0,1 1 0 0 0,-1-1 0 0 0,0 0 0 0 0,0 1 0 0 0,1-1 0 0 0,-1 1 0 0 0,0-1 0 0 0,1 1-1 0 0,0-1 1 0 0,-1 1 0 0 0,1-1 0 0 0,0 1 0 0 0,0-1 0 0 0,0 1 0 0 0,0-1 0 0 0,0 1 0 0 0,0-1-1 0 0,0 1 1 0 0,0 0 0 0 0,1-1 0 0 0,-1 1 0 0 0,1-1 0 0 0,-1 0 0 0 0,2 3 0 0 0,0-1 11 0 0,1 0 0 0 0,0 0 0 0 0,0-1 0 0 0,-1 1 0 0 0,2-1 0 0 0,-1 0 0 0 0,0 1 0 0 0,0-1 0 0 0,1-1 1 0 0,-1 1-1 0 0,1 0 0 0 0,0-1 0 0 0,-1 0 0 0 0,1 0 0 0 0,4 1 0 0 0,58 8 72 0 0,49 3-23 0 0,131 33-1 0 0,-187-33-64 0 0,-46-11-6 0 0,-5-1-2 0 0,1 1 0 0 0,-1 0 0 0 0,1 0 0 0 0,-1 1 0 0 0,0-1 1 0 0,0 2-1 0 0,0-1 0 0 0,0 1 0 0 0,13 10 0 0 0,-20-13 10 0 0,0-1 0 0 0,0 1 0 0 0,0 0 0 0 0,0 0 0 0 0,-1 0 0 0 0,1 0 0 0 0,0 0 0 0 0,0 0 0 0 0,-1 0 0 0 0,1 0 0 0 0,-1 0 0 0 0,1 1 0 0 0,-1-1 0 0 0,1 0 0 0 0,-1 0 0 0 0,0 0 0 0 0,0 1 0 0 0,1-1 0 0 0,-1 0 0 0 0,0 0 0 0 0,0 1 0 0 0,0-1 0 0 0,0 0 0 0 0,-1 0 0 0 0,1 1 0 0 0,0-1 0 0 0,0 0 0 0 0,-1 0 0 0 0,1 0 0 0 0,-1 1 0 0 0,1-1 0 0 0,-1 0 0 0 0,1 0 0 0 0,-2 2 0 0 0,-27 24 64 0 0,27-25-56 0 0,-25 17 142 0 0,-1-1 0 0 0,0-1-1 0 0,-1-2 1 0 0,-1-1 0 0 0,0-1 0 0 0,-1-2-1 0 0,-59 14 1 0 0,41-16 611 0 0,0-1-1 0 0,0-3 1 0 0,-1-2 0 0 0,-76-5 0 0 0,46-12 424 0 0,36 4-1432 0 0,42 10-73 0 0,-7-4-451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6.84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413 61 6341 0 0,'4'-34'-393'0'0,"-6"32"404"0"0,1 0-1 0 0,-1 0 1 0 0,0 0 0 0 0,0 0-1 0 0,0 0 1 0 0,0 1 0 0 0,0-1-1 0 0,0 1 1 0 0,0-1 0 0 0,-1 1 0 0 0,1 0-1 0 0,-1 0 1 0 0,1 0 0 0 0,0 0-1 0 0,-1 0 1 0 0,-5 0 0 0 0,2 0-6 0 0,-1 0 0 0 0,0 1 0 0 0,0 0 0 0 0,1 1 0 0 0,-1-1-1 0 0,-11 4 1 0 0,4-1-24 0 0,-1 2 0 0 0,0 0 0 0 0,1 0 0 0 0,0 2 0 0 0,-21 12 0 0 0,18-8-5 0 0,1 2 1 0 0,0 0-1 0 0,1 0 0 0 0,0 1 1 0 0,1 1-1 0 0,1 1 0 0 0,0 0 1 0 0,1 0-1 0 0,1 1 1 0 0,1 1-1 0 0,0 0 0 0 0,1 0 1 0 0,1 1-1 0 0,1 0 0 0 0,0 0 1 0 0,2 1-1 0 0,-5 29 1 0 0,9-44 19 0 0,1 1 0 0 0,-1 0 0 0 0,1 0 0 0 0,0 0 1 0 0,1-1-1 0 0,-1 1 0 0 0,1 0 0 0 0,0 0 1 0 0,1-1-1 0 0,-1 1 0 0 0,1-1 0 0 0,0 1 1 0 0,1-1-1 0 0,-1 0 0 0 0,1 0 0 0 0,4 6 1 0 0,-1-3 8 0 0,1-1 0 0 0,-1 0 0 0 0,1 0 0 0 0,1-1 0 0 0,-1 0 0 0 0,1 0 0 0 0,0-1 0 0 0,17 9 0 0 0,5-1 32 0 0,0-2 1 0 0,0-1 0 0 0,2-1-1 0 0,53 8 1 0 0,-48-11-435 0 0,-1-2 0 0 0,1-2 0 0 0,0-1 1 0 0,0-2-1 0 0,0-1 0 0 0,62-12 0 0 0,-68 6-763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7.64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21 162 3824 0 0,'0'0'-107'0'0,"-14"-5"30"0"0,7 3 178 0 0,9 5-138 0 0,31 14-7 0 0,2-1 0 0 0,49 16 0 0 0,-46-19 20 0 0,-1 1 0 0 0,65 36 0 0 0,-93-44 34 0 0,12 7-28 0 0,0 1 0 0 0,31 27 1 0 0,-47-37 39 0 0,-1-1-1 0 0,-1 1 1 0 0,1 0 0 0 0,-1 0-1 0 0,1 0 1 0 0,-1 0 0 0 0,0 1 0 0 0,-1-1-1 0 0,1 1 1 0 0,-1 0 0 0 0,0 0 0 0 0,0 0-1 0 0,0 0 1 0 0,-1 0 0 0 0,1 0 0 0 0,-1 0-1 0 0,-1 1 1 0 0,1-1 0 0 0,-1 7 0 0 0,-1-8 15 0 0,0 1 1 0 0,0-1 0 0 0,0 1 0 0 0,-1-1-1 0 0,0 0 1 0 0,0 1 0 0 0,0-1 0 0 0,0 0-1 0 0,-1-1 1 0 0,1 1 0 0 0,-1 0 0 0 0,0-1-1 0 0,0 1 1 0 0,-1-1 0 0 0,1 0 0 0 0,-1 0-1 0 0,1 0 1 0 0,-1 0 0 0 0,-6 2 0 0 0,3-1 213 0 0,0 0 0 0 0,-1-1 1 0 0,1 1-1 0 0,-1-2 0 0 0,0 1 1 0 0,0-1-1 0 0,0-1 0 0 0,0 1 1 0 0,-15 0-1 0 0,21-3-201 0 0,-1 1 0 0 0,1-1 0 0 0,-1 0 0 0 0,1 1 0 0 0,0-1 0 0 0,-1 0 0 0 0,1 0 0 0 0,0 0 0 0 0,0-1 0 0 0,0 1 0 0 0,-1 0 0 0 0,2-1 0 0 0,-1 0 0 0 0,0 1 0 0 0,0-1 0 0 0,0 0 0 0 0,1 0 0 0 0,-1 0 0 0 0,1 0 0 0 0,-1 0 0 0 0,1 0 0 0 0,0 0 0 0 0,0-1 0 0 0,0 1 0 0 0,-1-5 0 0 0,-2-4 26 0 0,1 0 1 0 0,0-1-1 0 0,-3-20 0 0 0,5 12-97 0 0,0-1-1 0 0,2 0 0 0 0,0 0 0 0 0,2 0 0 0 0,0 0 0 0 0,1 1 0 0 0,1 0 1 0 0,1 0-1 0 0,1 0 0 0 0,1 0 0 0 0,0 1 0 0 0,1 1 0 0 0,1-1 0 0 0,1 1 0 0 0,1 1 1 0 0,0 0-1 0 0,2 1 0 0 0,-1 0 0 0 0,23-18 0 0 0,34-34-1117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8.21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165 115 4184 0 0,'0'0'-298'0'0,"7"-3"300"0"0,0 1 106 0 0,-1-1 0 0 0,0 0-1 0 0,0 0 1 0 0,0-1 0 0 0,-1 0-1 0 0,1 0 1 0 0,8-8 0 0 0,-13 11-76 0 0,0 0 0 0 0,0 0 0 0 0,0-1 1 0 0,0 1-1 0 0,0 0 0 0 0,0 0 0 0 0,0-1 0 0 0,0 1 1 0 0,0-1-1 0 0,-1 1 0 0 0,1-1 0 0 0,-1 1 0 0 0,1-1 1 0 0,-1 1-1 0 0,1-1 0 0 0,-1 1 0 0 0,0-1 1 0 0,0 0-1 0 0,0 1 0 0 0,0-1 0 0 0,0 1 0 0 0,0-1 1 0 0,0 0-1 0 0,0 1 0 0 0,-1-1 0 0 0,1 1 0 0 0,-1-1 1 0 0,1 1-1 0 0,-1-1 0 0 0,1 1 0 0 0,-1-1 0 0 0,0 1 1 0 0,0 0-1 0 0,0-1 0 0 0,0 1 0 0 0,0 0 1 0 0,0-1-1 0 0,0 1 0 0 0,0 0 0 0 0,0 0 0 0 0,-1 0 1 0 0,1 0-1 0 0,0 0 0 0 0,-3 0 0 0 0,1-3-6 0 0,-12-5 73 0 0,10 8-86 0 0,0 1 0 0 0,0 0-1 0 0,0 0 1 0 0,0 0 0 0 0,0 1 0 0 0,0-1 0 0 0,-5 3 0 0 0,1-1-25 0 0,1 1-1 0 0,-1 0 1 0 0,1 0-1 0 0,0 1 0 0 0,0 0 1 0 0,1 1-1 0 0,-1 0 1 0 0,1 0-1 0 0,0 0 1 0 0,0 1-1 0 0,1 0 1 0 0,0 1-1 0 0,0-1 0 0 0,0 1 1 0 0,1 0-1 0 0,0 1 1 0 0,0-1-1 0 0,1 1 1 0 0,0 0-1 0 0,0 0 1 0 0,-4 15-1 0 0,5-16 6 0 0,1 1-1 0 0,0-1 1 0 0,0 0 0 0 0,1 1-1 0 0,0-1 1 0 0,0 1 0 0 0,1-1-1 0 0,0 1 1 0 0,0-1 0 0 0,1 1-1 0 0,0-1 1 0 0,0 0 0 0 0,1 1-1 0 0,0-1 1 0 0,0 0 0 0 0,1 0-1 0 0,0 0 1 0 0,0 0 0 0 0,0 0 0 0 0,1-1-1 0 0,0 1 1 0 0,0-1 0 0 0,1 0-1 0 0,0-1 1 0 0,10 11 0 0 0,-4-8 28 0 0,0-1 1 0 0,1 0-1 0 0,-1-1 1 0 0,1 0 0 0 0,1-1-1 0 0,-1 0 1 0 0,1-1 0 0 0,0 0-1 0 0,-1-1 1 0 0,2-1 0 0 0,17 2-1 0 0,-8-3-614 0 0,1 0-1 0 0,-1-2 1 0 0,0 0-1 0 0,1-2 1 0 0,36-8 0 0 0,-26 1-211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9.09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31 272 3572 0 0,'-16'-150'2181'0'0,"8"46"1135"0"0,8 101-3233 0 0,-4-5 116 0 0,1 1-160 0 0,4 9-239 0 0,120 294 62 0 0,-36-95 133 0 0,-73-171 1 0 0,6 17 15 0 0,1-2 0 0 0,3 0 1 0 0,34 53-1 0 0,-47-85 3 0 0,0-2 0 0 0,0 1 0 0 0,1-1 0 0 0,1-1 0 0 0,-1 1 0 0 0,2-2-1 0 0,-1 0 1 0 0,1 0 0 0 0,1-1 0 0 0,0 0 0 0 0,0-1 0 0 0,0-1 0 0 0,1 0 0 0 0,0-1 0 0 0,21 5 0 0 0,-10-5 8 0 0,1-1 1 0 0,-1-1-1 0 0,0-1 0 0 0,1-2 1 0 0,-1 0-1 0 0,0-2 1 0 0,1 0-1 0 0,28-8 0 0 0,-42 7 40 0 0,-1 1-1 0 0,1-2 1 0 0,-1 0-1 0 0,0 0 0 0 0,0-1 1 0 0,0 0-1 0 0,-1-1 1 0 0,1 0-1 0 0,-1-1 1 0 0,-1 0-1 0 0,0-1 1 0 0,0 0-1 0 0,0 0 0 0 0,-1-1 1 0 0,0 0-1 0 0,0 0 1 0 0,-1-1-1 0 0,-1 0 1 0 0,8-14-1 0 0,-12 19-11 0 0,-1 1 0 0 0,0-1 0 0 0,0 0 0 0 0,0 0 0 0 0,0 0 0 0 0,-1 0 0 0 0,0 0 0 0 0,0 0 0 0 0,0 0 1 0 0,-1 0-1 0 0,1 0 0 0 0,-1 0 0 0 0,-1 0 0 0 0,1 1 0 0 0,0-1 0 0 0,-5-9 0 0 0,4 10-43 0 0,0 1-1 0 0,0-1 1 0 0,0 0 0 0 0,0 1 0 0 0,-1-1-1 0 0,1 1 1 0 0,-1-1 0 0 0,0 1-1 0 0,0 0 1 0 0,0 1 0 0 0,0-1 0 0 0,-1 0-1 0 0,1 1 1 0 0,-1 0 0 0 0,0-1 0 0 0,1 1-1 0 0,-1 1 1 0 0,0-1 0 0 0,-6-1-1 0 0,8 3-49 0 0,-3 1-18 0 0,1 1 42 0 0,0-1-1 0 0,-1 1 1 0 0,1 0-1 0 0,0 0 1 0 0,0 1-1 0 0,0-1 1 0 0,1 1-1 0 0,-1 0 1 0 0,1 0-1 0 0,-1 0 1 0 0,1 0-1 0 0,0 1 1 0 0,0 0-1 0 0,0-1 1 0 0,1 1-1 0 0,-1 0 1 0 0,1 0-1 0 0,0 0 1 0 0,0 0-1 0 0,1 1 1 0 0,-1-1-1 0 0,1 0 1 0 0,0 1-1 0 0,0-1 1 0 0,0 1-1 0 0,1 0 1 0 0,-1-1-1 0 0,1 1 1 0 0,0-1-1 0 0,1 1 1 0 0,-1 0-1 0 0,1-1 1 0 0,2 9-1 0 0,-1-7 14 0 0,1 0-1 0 0,-1 0 1 0 0,1 0 0 0 0,1-1-1 0 0,-1 1 1 0 0,1-1 0 0 0,0 0-1 0 0,0 0 1 0 0,1 0 0 0 0,-1 0-1 0 0,1-1 1 0 0,0 0 0 0 0,0 0-1 0 0,0 0 1 0 0,1-1 0 0 0,0 0-1 0 0,-1 0 1 0 0,1 0 0 0 0,0 0-1 0 0,1-1 1 0 0,-1 0 0 0 0,9 1-1 0 0,16 4-2 0 0,0-2-1 0 0,1-1 0 0 0,41 0 0 0 0,-51-4-25 0 0,45 3-424 0 0,92-10-1 0 0,-126 3-651 0 0,-1-1 1 0 0,1-1-1 0 0,-1-2 0 0 0,55-22 0 0 0,-47 11-1299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09.49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13 208 5877 0 0,'-10'1'8'0'0,"11"-1"-3"0"0,-1 0 0 0 0,0 0-1 0 0,0 0 1 0 0,0 0 0 0 0,0 0-1 0 0,0 0 1 0 0,0 0-1 0 0,0-1 1 0 0,0 1 0 0 0,0 0-1 0 0,0 0 1 0 0,1 0-1 0 0,-1 0 1 0 0,0 0 0 0 0,0 0-1 0 0,0-1 1 0 0,0 1-1 0 0,0 0 1 0 0,0 0 0 0 0,0 0-1 0 0,0 0 1 0 0,0 0-1 0 0,0-1 1 0 0,0 1 0 0 0,0 0-1 0 0,0 0 1 0 0,0 0 0 0 0,0 0-1 0 0,0 0 1 0 0,0 0-1 0 0,0-1 1 0 0,-1 1 0 0 0,1 0-1 0 0,0 0 1 0 0,0 0-1 0 0,0 0 1 0 0,0 0 0 0 0,0 0-1 0 0,0 0 1 0 0,0-1-1 0 0,0 1 1 0 0,0 0 0 0 0,0 0-1 0 0,-1 0 1 0 0,1 0 0 0 0,0 0-1 0 0,0 0 1 0 0,0 0-1 0 0,0 0 1 0 0,0 0 0 0 0,0 0-1 0 0,-1 0 1 0 0,1 0-1 0 0,0 0 1 0 0,0 0 0 0 0,0 0-1 0 0,0 0 1 0 0,0 0-1 0 0,-1 0 1 0 0,1 0 0 0 0,0 0-1 0 0,0 0 1 0 0,10-9 2 0 0,0 1 0 0 0,1 0 0 0 0,0 1 1 0 0,0 1-1 0 0,1-1 0 0 0,14-4 0 0 0,89-31-40 0 0,-41 16-233 0 0,68-33-2567 0 0,-102 39 1595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1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863 20 4224 0 0,'0'0'48'0'0,"3"-13"1038"0"0,-1 6-130 0 0,-20 37-975 0 0,9-18-5 0 0,-17 33 9 0 0,-20 50 0 0 0,30-58 6 0 0,-2-1-1 0 0,-2-1 0 0 0,-28 39 0 0 0,-39 40 38 0 0,-5-4 0 0 0,-120 110 1 0 0,4-26-87 0 0,165-150 346 0 0,42-43-205 0 0,0-1-152 0 0,0 0 0 0 0,0 0 0 0 0,0 0 0 0 0,0 0 0 0 0,0 0 0 0 0,0 0 0 0 0,1 0 0 0 0,-1 0 0 0 0,0-1 0 0 0,0 1-1 0 0,0 0 1 0 0,0-1 0 0 0,1 1 0 0 0,-1 0 0 0 0,0-1 0 0 0,0 1 0 0 0,1-1 0 0 0,-1 1 0 0 0,0-1 0 0 0,1 1 0 0 0,-1-1 0 0 0,0 0 0 0 0,1 1 0 0 0,-1-1 0 0 0,1 0 0 0 0,-1 0 0 0 0,1 1 0 0 0,0-1 0 0 0,-1 0 0 0 0,1 0 0 0 0,0 1 0 0 0,-1-1 0 0 0,1 0 0 0 0,0 0-1 0 0,0 0 1 0 0,0 0 0 0 0,-1 0 0 0 0,1 0 0 0 0,0 1 0 0 0,0-1 0 0 0,1 0 0 0 0,-1 0 0 0 0,0 0 0 0 0,0 0 0 0 0,0 0 0 0 0,1-1 0 0 0,1-15-1430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12.02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503 0 4400 0 0,'0'0'-42'0'0,"-6"4"4"0"0,-59 47-11 0 0,-95 96 0 0 0,7-6 82 0 0,35-32 1840 0 0,125-114-1760 0 0,397-272 657 0 0,-375 256-695 0 0,61-38 910 0 0,-89 58-985 0 0,1 0 0 0 0,-1 0 0 0 0,1 0-1 0 0,0 1 1 0 0,-1-1 0 0 0,1 0-1 0 0,0 1 1 0 0,-1-1 0 0 0,1 1 0 0 0,0-1-1 0 0,0 1 1 0 0,0 0 0 0 0,-1 0 0 0 0,1 0-1 0 0,0 0 1 0 0,0 0 0 0 0,0 0-1 0 0,0 1 1 0 0,-1-1 0 0 0,1 0 0 0 0,0 1-1 0 0,0 0 1 0 0,-1-1 0 0 0,1 1 0 0 0,2 1-1 0 0,-1 1-17 0 0,0 0 0 0 0,0 1-1 0 0,0-1 1 0 0,0 1 0 0 0,0 0 0 0 0,-1 0-1 0 0,0 0 1 0 0,0 0 0 0 0,3 7-1 0 0,11 21 95 0 0,25 36 0 0 0,-25-42-1443 0 0,0-1 0 0 0,19 48 0 0 0,-30-58-709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8.5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757 52 2484 0 0,'0'0'2892'0'0,"-3"-4"-2753"0"0,-3-1-92 0 0,0 0 1 0 0,0 0-1 0 0,-1 1 0 0 0,0 0 1 0 0,1 0-1 0 0,-1 0 0 0 0,-1 1 0 0 0,1 0 1 0 0,0 1-1 0 0,-1 0 0 0 0,1 0 1 0 0,-1 0-1 0 0,0 1 0 0 0,0 0 1 0 0,1 1-1 0 0,-1-1 0 0 0,0 1 0 0 0,-12 2 1 0 0,-14 2 5 0 0,0 1 1 0 0,0 2-1 0 0,-32 10 1 0 0,37-6-46 0 0,1 0 1 0 0,0 2-1 0 0,1 1 1 0 0,1 2-1 0 0,0 0 1 0 0,2 2 0 0 0,-1 0-1 0 0,2 2 1 0 0,1 1-1 0 0,0 0 1 0 0,2 2-1 0 0,0 0 1 0 0,2 1-1 0 0,0 1 1 0 0,2 1-1 0 0,-20 41 1 0 0,31-53-13 0 0,-1 0 1 0 0,2 1-1 0 0,0-1 1 0 0,-3 24-1 0 0,5-24 5 0 0,1-1 0 0 0,1 1 0 0 0,0 0 0 0 0,1 0 0 0 0,1-1 0 0 0,0 1 0 0 0,0 0-1 0 0,2-1 1 0 0,0 0 0 0 0,0 0 0 0 0,1 0 0 0 0,0 0 0 0 0,2-1 0 0 0,8 14 0 0 0,-7-14 7 0 0,0-1 0 0 0,1 0 1 0 0,0-1-1 0 0,17 14 1 0 0,25 13 35 0 0,-17-20-22 0 0,-1-2 0 0 0,2-1 0 0 0,0-1 0 0 0,1-3 0 0 0,60 12 0 0 0,189 11 507 0 0,-260-31-408 0 0,33 5 1045 0 0,-56-7-1000 0 0,3 1-246 0 0,0 0-1 0 0,0 0 0 0 0,0-1 0 0 0,0 0 0 0 0,0 0 0 0 0,0-1 0 0 0,-1 1 0 0 0,10-3 0 0 0,-12 1-296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9.15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151 54 6089 0 0,'0'-1'-24'0'0,"4"-21"-365"0"0,-4 22 401 0 0,0-1 1 0 0,0 1-1 0 0,0-1 1 0 0,-1 0 0 0 0,1 1-1 0 0,0-1 1 0 0,0 1-1 0 0,0-1 1 0 0,-1 1 0 0 0,1 0-1 0 0,0-1 1 0 0,-1 1-1 0 0,1-1 1 0 0,0 1-1 0 0,-1-1 1 0 0,1 1 0 0 0,-1 0-1 0 0,1-1 1 0 0,0 1-1 0 0,-1 0 1 0 0,1-1-1 0 0,-1 1 1 0 0,1 0 0 0 0,-1 0-1 0 0,1 0 1 0 0,-1-1-1 0 0,0 1 1 0 0,-2-1 18 0 0,-29 19 26 0 0,23-13-62 0 0,1 1 1 0 0,0 0-1 0 0,1 0 1 0 0,0 0-1 0 0,0 1 1 0 0,0 0-1 0 0,1 1 1 0 0,0 0 0 0 0,0 0-1 0 0,1 0 1 0 0,0 0-1 0 0,0 1 1 0 0,1 0-1 0 0,1 0 1 0 0,-1 0-1 0 0,1 0 1 0 0,1 1-1 0 0,-4 17 1 0 0,6-21 6 0 0,-1 1 1 0 0,1-1 0 0 0,0 0-1 0 0,0 0 1 0 0,0 0 0 0 0,1 0-1 0 0,0 0 1 0 0,0 0 0 0 0,1 0-1 0 0,0 0 1 0 0,0 0 0 0 0,0 0 0 0 0,1-1-1 0 0,-1 1 1 0 0,1-1 0 0 0,1 1-1 0 0,-1-1 1 0 0,1 0 0 0 0,0-1-1 0 0,0 1 1 0 0,0-1 0 0 0,1 1-1 0 0,-1-1 1 0 0,1-1 0 0 0,0 1-1 0 0,0-1 1 0 0,1 0 0 0 0,-1 0 0 0 0,1 0-1 0 0,9 3 1 0 0,-5-2 54 0 0,0-1-1 0 0,1 0 1 0 0,-1-1 0 0 0,1 0-1 0 0,-1-1 1 0 0,1 0 0 0 0,-1 0-1 0 0,1-1 1 0 0,0-1 0 0 0,-1 0-1 0 0,13-2 1 0 0,-16 1-22 0 0,0 0-1 0 0,0 0 1 0 0,-1-1 0 0 0,0 0-1 0 0,1 0 1 0 0,-1-1 0 0 0,0 1-1 0 0,-1-1 1 0 0,1-1 0 0 0,-1 1-1 0 0,1-1 1 0 0,-1 0 0 0 0,-1 0-1 0 0,1 0 1 0 0,-1-1 0 0 0,0 1-1 0 0,0-1 1 0 0,4-9 0 0 0,-5 10 9 0 0,0 0 1 0 0,-1 0 0 0 0,1 0-1 0 0,-1-1 1 0 0,0 0-1 0 0,-1 1 1 0 0,1-1 0 0 0,-1 0-1 0 0,0 0 1 0 0,-1 1-1 0 0,1-1 1 0 0,-1 0 0 0 0,0 0-1 0 0,-1 0 1 0 0,1 0-1 0 0,-1 0 1 0 0,0 1 0 0 0,-1-1-1 0 0,0 0 1 0 0,1 1 0 0 0,-2-1-1 0 0,1 1 1 0 0,-1-1-1 0 0,1 1 1 0 0,-2 0 0 0 0,1 0-1 0 0,0 1 1 0 0,-1-1-1 0 0,0 1 1 0 0,0-1 0 0 0,0 1-1 0 0,-1 1 1 0 0,1-1 0 0 0,-7-4-1 0 0,-9-5 89 0 0,0 1-1 0 0,0 1 0 0 0,-31-12 1 0 0,-29-16-2161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9.83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 54 5585 0 0,'-16'-40'179'0'0,"16"38"-36"0"0,0 1-137 0 0,-1 1 1 0 0,1-1 0 0 0,0 1 0 0 0,0-1 0 0 0,-1 0-1 0 0,1 1 1 0 0,-1-1 0 0 0,1 1 0 0 0,0-1 0 0 0,-1 1 0 0 0,1-1-1 0 0,-1 1 1 0 0,1-1 0 0 0,-1 1 0 0 0,0-1 0 0 0,1 1-1 0 0,-1 0 1 0 0,1-1 0 0 0,-1 1 0 0 0,0 0 0 0 0,1 0 0 0 0,-1-1-1 0 0,0 1 1 0 0,1 0 0 0 0,-2 0 0 0 0,1 12-16 0 0,1-1 0 0 0,1 1 0 0 0,0 0 0 0 0,0-1 0 0 0,2 1 0 0 0,-1-1-1 0 0,8 20 1 0 0,37 84 17 0 0,-34-87 6 0 0,45 101 2664 0 0,-61-129-2636 0 0,1-1-1 0 0,-1 1 0 0 0,1-1 1 0 0,-1 1-1 0 0,1-1 0 0 0,-1 0 0 0 0,1 0 1 0 0,0 0-1 0 0,-1 0 0 0 0,1 0 0 0 0,-4-3 1 0 0,1 0 42 0 0,3 3-37 0 0,-1-1 1 0 0,1 0 0 0 0,0 0-1 0 0,-1 0 1 0 0,1 0-1 0 0,0 0 1 0 0,0 0-1 0 0,1 0 1 0 0,-1-1-1 0 0,0 1 1 0 0,1-1 0 0 0,-1 1-1 0 0,1-1 1 0 0,0 0-1 0 0,0 1 1 0 0,0-1-1 0 0,0 0 1 0 0,1 0-1 0 0,-1 0 1 0 0,0-3 0 0 0,0-56 368 0 0,2 55-374 0 0,-1-1-32 0 0,1 0 0 0 0,0 0 0 0 0,0 0 0 0 0,1 0 0 0 0,0 0 0 0 0,1 0 0 0 0,0 1 0 0 0,0-1 0 0 0,0 1 0 0 0,1 0 0 0 0,0 0 0 0 0,0 0 0 0 0,1 0-1 0 0,0 1 1 0 0,0 0 0 0 0,1 0 0 0 0,0 0 0 0 0,0 1 0 0 0,0-1 0 0 0,0 2 0 0 0,1-1 0 0 0,0 1 0 0 0,0 0 0 0 0,0 0 0 0 0,8-3 0 0 0,-5 4-35 0 0,-1 0 1 0 0,1 0 0 0 0,0 1 0 0 0,0 1-1 0 0,0-1 1 0 0,0 2 0 0 0,1-1 0 0 0,-1 1-1 0 0,0 1 1 0 0,0 0 0 0 0,0 0 0 0 0,0 1-1 0 0,0 1 1 0 0,0-1 0 0 0,-1 1 0 0 0,1 1-1 0 0,-1 0 1 0 0,1 0 0 0 0,11 9 0 0 0,-8-5-30 0 0,0 1 1 0 0,-1 0-1 0 0,0 1 1 0 0,0 1 0 0 0,-1 0-1 0 0,-1 0 1 0 0,0 1-1 0 0,-1 0 1 0 0,0 1-1 0 0,0 0 1 0 0,-2 0 0 0 0,1 1-1 0 0,5 17 1 0 0,-9-19-918 0 0,0 0 1 0 0,-1 1-1 0 0,-1 0 0 0 0,0 0 1 0 0,0 24-1 0 0,-2-23-1123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30.4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14 124 5557 0 0,'0'-24'857'0'0,"-2"-1"1"0"0,-6-37 0 0 0,7 60-574 0 0,-1-5-121 0 0,1 4 181 0 0,2 8-355 0 0,10 74-44 0 0,4-2 1 0 0,44 135-1 0 0,-21-84 35 0 0,5 20 24 0 0,54 232 19 0 0,-79-286 97 0 0,-9-54-4741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30.73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36 136 6065 0 0,'-35'-28'1150'0'0,"34"27"-1008"0"0,20-15 92 0 0,-6 10-189 0 0,-1 0 0 0 0,1 1-1 0 0,1 0 1 0 0,-1 1-1 0 0,1 1 1 0 0,-1 0 0 0 0,29-2-1 0 0,-14 1-3 0 0,187-23 344 0 0,-54 7-4533 0 0,-144 18 1778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30.96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28 6269 0 0,'28'-27'1606'0'0,"-29"32"-1562"0"0,1 34-31 0 0,2 0 0 0 0,1-1 0 0 0,2 0 0 0 0,1 0 0 0 0,16 48 0 0 0,3 25-1805 0 0,-22-83-198 0 0,-3-3-369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31.12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99 176 6889 0 0,'0'-32'420'0'0,"0"5"-48"0"0,0 4 24 0 0,0 4-24 0 0,-3 4-16 0 0,0 0-92 0 0,-2 3-92 0 0,-1-1-200 0 0,1 3-356 0 0,-9 3-376 0 0,-2 5-1036 0 0,-31 14-2621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46:27.28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0 197 2576 0 0,'25'-44'4024'0'0,"-25"49"-4087"0"0,10 70-44 0 0,28 103 0 0 0,-15-77 115 0 0,-12-46 3753 0 0,-21-75-3635 0 0,1 0 1 0 0,1 0-1 0 0,2-1 1 0 0,-1 0 0 0 0,2 0-1 0 0,1-1 1 0 0,-2-27-1 0 0,4 13-71 0 0,1 1-1 0 0,2-1 0 0 0,9-67 1 0 0,-7 88-114 0 0,1 0 0 0 0,0-1 0 0 0,1 2 1 0 0,0-1-1 0 0,1 1 0 0 0,16-27 0 0 0,-20 38 5 0 0,0 1-1 0 0,0 0 1 0 0,0-1-1 0 0,0 1 1 0 0,0 0-1 0 0,1 0 1 0 0,-1 0-1 0 0,1 0 0 0 0,0 0 1 0 0,-1 1-1 0 0,1-1 1 0 0,0 1-1 0 0,0 0 1 0 0,0 0-1 0 0,6-1 1 0 0,-8 1-31 0 0,9 0-23 0 0,-1 1 0 0 0,1 0 1 0 0,-1 0-1 0 0,1 1 0 0 0,11 2 0 0 0,-11 2 64 0 0,0 0 1 0 0,-1 1-1 0 0,1 0 0 0 0,-1 0 0 0 0,0 1 0 0 0,0 0 1 0 0,-1 1-1 0 0,0 0 0 0 0,0 0 0 0 0,-1 1 0 0 0,0 0 1 0 0,-1 0-1 0 0,0 0 0 0 0,8 18 0 0 0,7 15-19 0 0,-3 2-1 0 0,15 50 1 0 0,-32-92 61 0 0,18 69-28 0 0,12 75 1 0 0,-23-106 159 0 0,-8-38-91 0 0,-1 5 125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46:28.6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61 243 5280 0 0,'-6'-23'137'0'0,"1"0"0"0"0,1-1 0 0 0,-1-44 0 0 0,5 66 2 0 0,-1-5 235 0 0,1 6-338 0 0,0 1 0 0 0,0-1 0 0 0,0 1 0 0 0,0-1 1 0 0,1 0-1 0 0,-1 1 0 0 0,0-1 0 0 0,0 1 0 0 0,0-1 0 0 0,0 1 1 0 0,-1-1-1 0 0,1 1 0 0 0,0-1 0 0 0,0 1 0 0 0,0-1 0 0 0,0 1 1 0 0,0-1-1 0 0,-1 1 0 0 0,1-1 0 0 0,0 1 0 0 0,0-1 0 0 0,-1 1 0 0 0,1-1 1 0 0,0 1-1 0 0,-1 0 0 0 0,1-1 0 0 0,-1 1 0 0 0,1-1 0 0 0,0 1 1 0 0,-1 0-1 0 0,1 0 0 0 0,-1-1 0 0 0,-6 17-55 0 0,1 1 1 0 0,1 0-1 0 0,0 0 0 0 0,2 1 0 0 0,0-1 1 0 0,1 1-1 0 0,0-1 0 0 0,1 1 0 0 0,2 0 1 0 0,3 32-1 0 0,-1-27 17 0 0,1-1 1 0 0,1 1 0 0 0,1-1-1 0 0,0-1 1 0 0,2 1 0 0 0,1-1-1 0 0,0 0 1 0 0,17 25-1 0 0,-23-41 17 0 0,0 0-1 0 0,1 0 0 0 0,0-1 1 0 0,0 1-1 0 0,0-1 0 0 0,0 0 1 0 0,1 0-1 0 0,0 0 0 0 0,0-1 1 0 0,0 1-1 0 0,0-1 1 0 0,7 3-1 0 0,-8-5-3 0 0,-1 0 1 0 0,1 0-1 0 0,0-1 1 0 0,0 1-1 0 0,-1-1 1 0 0,1 0-1 0 0,0 0 1 0 0,0 0-1 0 0,0 0 1 0 0,-1-1-1 0 0,1 1 1 0 0,0-1-1 0 0,0 0 1 0 0,-1 0-1 0 0,1-1 1 0 0,-1 1-1 0 0,1-1 1 0 0,-1 1-1 0 0,1-1 1 0 0,4-4-1 0 0,7-5 15 0 0,0-2 1 0 0,0 0-1 0 0,-2-1 0 0 0,1 0 0 0 0,-2-1 0 0 0,0 0 0 0 0,0-1 0 0 0,-2-1 0 0 0,0 0 1 0 0,10-24-1 0 0,-1-3 319 0 0,-2-1 1 0 0,-2-1 0 0 0,10-49 0 0 0,-9-29 2505 0 0,-16 122-2776 0 0,2-14 172 0 0,2 8-730 0 0,-4 11 471 0 0,0 56-192 0 0,13 104 0 0 0,-11-147 181 0 0,1 0-1 0 0,0-1 0 0 0,2 1 1 0 0,0-1-1 0 0,0 0 1 0 0,1 0-1 0 0,1-1 0 0 0,1 1 1 0 0,0-2-1 0 0,1 1 0 0 0,0-1 1 0 0,12 13-1 0 0,-18-23-65 0 0,0 0 0 0 0,1 0 0 0 0,0 0 1 0 0,-1-1-1 0 0,1 0 0 0 0,0 1 0 0 0,0-1 0 0 0,1 0 0 0 0,-1-1 0 0 0,0 1 1 0 0,1-1-1 0 0,-1 0 0 0 0,1 0 0 0 0,-1 0 0 0 0,6 0 0 0 0,-1-1-631 0 0,1-1 0 0 0,0 1-1 0 0,-1-2 1 0 0,1 1 0 0 0,-1-1-1 0 0,10-4 1 0 0,13-5-2337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46:29.2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168 38 6677 0 0,'1'-1'-25'0'0,"-1"0"0"0"0,1-1 0 0 0,-1 1 1 0 0,1 0-1 0 0,-1-1 0 0 0,0 1 1 0 0,1 0-1 0 0,-1-1 0 0 0,0 1 1 0 0,0-1-1 0 0,0 1 0 0 0,0 0 0 0 0,0-1 1 0 0,-1 1-1 0 0,1 0 0 0 0,0-1 1 0 0,-1 1-1 0 0,1-1 0 0 0,-1 1 1 0 0,1 0-1 0 0,-1 0 0 0 0,1-1 0 0 0,-1 1 1 0 0,0 0-1 0 0,0 0 0 0 0,-1-1 1 0 0,1 1 13 0 0,-1 1 1 0 0,1 0 0 0 0,-1 0-1 0 0,1 0 1 0 0,-1 0 0 0 0,0 0-1 0 0,1 0 1 0 0,-1 0 0 0 0,1 0 0 0 0,-1 1-1 0 0,1-1 1 0 0,-1 0 0 0 0,1 1-1 0 0,-1 0 1 0 0,1-1 0 0 0,-1 1-1 0 0,1 0 1 0 0,-3 1 0 0 0,-5 4-6 0 0,-1 1 0 0 0,1 0 1 0 0,0 0-1 0 0,0 1 1 0 0,-10 12-1 0 0,11-9-6 0 0,0 1 1 0 0,1 0-1 0 0,0 0 1 0 0,1 1-1 0 0,0 0 0 0 0,1 0 1 0 0,0 0-1 0 0,1 1 1 0 0,1-1-1 0 0,0 1 1 0 0,1 0-1 0 0,-1 15 0 0 0,3-22 40 0 0,0 0-1 0 0,0 1 1 0 0,1-1-1 0 0,0 0 1 0 0,0 0-1 0 0,0 1 1 0 0,1-1-1 0 0,0 0 1 0 0,1 0-1 0 0,0-1 1 0 0,0 1-1 0 0,0 0 1 0 0,1-1-1 0 0,-1 0 1 0 0,2 0-1 0 0,-1 0 1 0 0,1 0-1 0 0,0-1 1 0 0,0 0-1 0 0,0 0 1 0 0,1 0-1 0 0,-1 0 1 0 0,1-1-1 0 0,13 7 1 0 0,-16-10 31 0 0,0 1 0 0 0,0-1 1 0 0,0 1-1 0 0,1-1 0 0 0,-1 0 1 0 0,0-1-1 0 0,1 1 1 0 0,-1-1-1 0 0,1 1 0 0 0,-1-1 1 0 0,0 0-1 0 0,1 0 1 0 0,-1 0-1 0 0,1-1 0 0 0,-1 1 1 0 0,1-1-1 0 0,-1 0 0 0 0,0 0 1 0 0,5-1-1 0 0,-3-1-5 0 0,0-1 0 0 0,1 1 0 0 0,-1 0 0 0 0,0-1 0 0 0,0 0 0 0 0,-1-1-1 0 0,1 1 1 0 0,-1-1 0 0 0,0 1 0 0 0,3-7 0 0 0,3-3 61 0 0,-2 0-1 0 0,0-1 0 0 0,-1 0 1 0 0,0-1-1 0 0,-1 0 1 0 0,-1 0-1 0 0,4-19 1 0 0,-8 29-51 0 0,0 1 0 0 0,-1-1 0 0 0,1 0 1 0 0,-1 0-1 0 0,0 1 0 0 0,0-1 0 0 0,-1 0 1 0 0,0 1-1 0 0,0-1 0 0 0,0 0 0 0 0,-1 1 0 0 0,0-1 1 0 0,0 1-1 0 0,0 0 0 0 0,-1 0 0 0 0,0 0 1 0 0,1 0-1 0 0,-2 0 0 0 0,1 0 0 0 0,-1 1 1 0 0,-4-6-1 0 0,-6-2-75 0 0,-1 0 0 0 0,0 1 0 0 0,-1 0 0 0 0,-33-16 0 0 0,9 4-911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46:32.16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56 3 5352 0 0,'0'0'-216'0'0,"-14"-3"2956"0"0,10 9-2746 0 0,-1 0-1 0 0,1 0 0 0 0,0 0 1 0 0,1 1-1 0 0,0-1 1 0 0,0 1-1 0 0,0 0 1 0 0,1 0-1 0 0,0 0 1 0 0,0 0-1 0 0,1 0 1 0 0,0 1-1 0 0,-1 8 1 0 0,0 15-29 0 0,2 58 0 0 0,2-62 27 0 0,1-1 1 0 0,2 0-1 0 0,0 0 0 0 0,10 28 0 0 0,-12-44 22 0 0,1 0 0 0 0,0-1 0 0 0,0 1 0 0 0,1-1 1 0 0,0-1-1 0 0,1 1 0 0 0,-1-1 0 0 0,2 1 0 0 0,-1-2 0 0 0,1 1 1 0 0,0-1-1 0 0,1 0 0 0 0,14 11 0 0 0,-19-17 3 0 0,0 0-1 0 0,0-1 1 0 0,0 1-1 0 0,-1 0 1 0 0,1-1-1 0 0,0 0 1 0 0,0 1-1 0 0,0-1 1 0 0,0 0-1 0 0,0-1 1 0 0,0 1 0 0 0,-1 0-1 0 0,1-1 1 0 0,0 0-1 0 0,0 0 1 0 0,0 1-1 0 0,-1-2 1 0 0,1 1-1 0 0,0 0 1 0 0,-1 0-1 0 0,1-1 1 0 0,-1 1-1 0 0,0-1 1 0 0,1 0 0 0 0,-1 0-1 0 0,0 0 1 0 0,0 0-1 0 0,3-5 1 0 0,6-4 28 0 0,-1-1 1 0 0,-1 0 0 0 0,16-25-1 0 0,2-9 240 0 0,-3 0 1 0 0,-1-2-1 0 0,-2-1 0 0 0,17-63 0 0 0,-21 59 339 0 0,-16 52-650 0 0,0 24-181 0 0,1 1 180 0 0,1-1 0 0 0,1 0 0 0 0,1 1 1 0 0,1-2-1 0 0,17 44 0 0 0,-16-49-96 0 0,1 0 0 0 0,1-1 0 0 0,0 0 1 0 0,1-1-1 0 0,1 0 0 0 0,0 0 0 0 0,1-1 1 0 0,0-1-1 0 0,22 18 0 0 0,-24-25-964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46:32.87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297 10 5465 0 0,'0'0'-260'0'0,"-5"-2"-523"0"0,-4 0 756 0 0,0 0-1 0 0,-1 0 1 0 0,1 1 0 0 0,-1 1 0 0 0,0-1-1 0 0,1 1 1 0 0,-1 1 0 0 0,1 0 0 0 0,-1 0-1 0 0,1 1 1 0 0,-1 0 0 0 0,1 1 0 0 0,0 0 0 0 0,0 0-1 0 0,0 1 1 0 0,0 0 0 0 0,1 1 0 0 0,-11 7-1 0 0,19-11 31 0 0,0-1-1 0 0,-1 1 0 0 0,1 0 1 0 0,0 0-1 0 0,-1 0 0 0 0,1 0 1 0 0,0 0-1 0 0,0 0 1 0 0,0 0-1 0 0,0 0 0 0 0,0 0 1 0 0,0 0-1 0 0,0 0 0 0 0,0 0 1 0 0,0-1-1 0 0,1 1 0 0 0,-1 0 1 0 0,0 0-1 0 0,0 0 0 0 0,1 0 1 0 0,-1 0-1 0 0,1 0 1 0 0,-1-1-1 0 0,1 1 0 0 0,-1 0 1 0 0,1 0-1 0 0,0-1 0 0 0,-1 1 1 0 0,1 0-1 0 0,0-1 0 0 0,-1 1 1 0 0,2 0-1 0 0,23 21 53 0 0,70 45 46 0 0,179 143-192 0 0,-273-209 116 0 0,0-1 0 0 0,0 1 0 0 0,0 0-1 0 0,0-1 1 0 0,-1 1 0 0 0,1 0 0 0 0,0 0 0 0 0,0 0 0 0 0,-1 0 0 0 0,1 0-1 0 0,-1 0 1 0 0,1 0 0 0 0,-1 0 0 0 0,1 0 0 0 0,-1 0 0 0 0,1 0 0 0 0,-1 0-1 0 0,0 0 1 0 0,0 0 0 0 0,0 0 0 0 0,1 1 0 0 0,-1-1 0 0 0,0 0-1 0 0,0 0 1 0 0,-1 0 0 0 0,1 0 0 0 0,0 0 0 0 0,0 1 0 0 0,-1-1 0 0 0,1 0-1 0 0,0 0 1 0 0,-1 0 0 0 0,1 0 0 0 0,-1 0 0 0 0,1 0 0 0 0,-1 0 0 0 0,0 0-1 0 0,1 0 1 0 0,-1-1 0 0 0,0 1 0 0 0,0 0 0 0 0,1 0 0 0 0,-1 0 0 0 0,0-1-1 0 0,0 1 1 0 0,0 0 0 0 0,0-1 0 0 0,0 1 0 0 0,0-1 0 0 0,0 1-1 0 0,0-1 1 0 0,-2 1 0 0 0,-8 4 143 0 0,0 0 0 0 0,0-1 0 0 0,-21 5 0 0 0,28-8-155 0 0,-27 7 52 0 0,-145 32 864 0 0,160-38-1033 0 0,-1 0 0 0 0,0-1 0 0 0,0-1 0 0 0,0 0 0 0 0,0-1 0 0 0,1-1 0 0 0,-1-1 0 0 0,-22-5 0 0 0,35 6-268 0 0,0 1 0 0 0,-1-1 1 0 0,1 0-1 0 0,0 0 0 0 0,0 0 1 0 0,0-1-1 0 0,-5-4 1 0 0,-3-7-907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17.78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48 20 5549 0 0,'0'0'-115'0'0,"-46"-19"806"0"0,45 18-660 0 0,1 25-228 0 0,1 3 140 0 0,2 0-1 0 0,10 46 0 0 0,0 1-7 0 0,33 180-60 0 0,2 13 76 0 0,-42-239 296 0 0,1 8-3098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18.45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64 59 3996 0 0,'-38'-41'1440'0'0,"37"40"-1213"0"0,-13-10 897 0 0,5 5-414 0 0,8 8-407 0 0,12 16-328 0 0,2 0-1 0 0,0-1 1 0 0,2 0 0 0 0,-1-1-1 0 0,2-1 1 0 0,21 17 0 0 0,118 80-2 0 0,-125-91 30 0 0,267 164-18 0 0,-141-91 6 0 0,-18-3 18 0 0,-136-90-164 0 0,7-7-1766 0 0,-8 5 1731 0 0,0-1 1 0 0,0 1-1 0 0,1 0 0 0 0,-1-1 0 0 0,0 1 1 0 0,1-3-1 0 0,4-10-2134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18.94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82 208 5300 0 0,'-10'-18'233'0'0,"2"-1"-1"0"0,0 0 0 0 0,1 0 1 0 0,-6-25-1 0 0,-12-26 2700 0 0,24 69-2692 0 0,-4-11 8 0 0,1 7-191 0 0,3 7-302 0 0,16 58 125 0 0,2-1 1 0 0,47 107 0 0 0,-6-20 71 0 0,64 163 15 0 0,-103-266-124 0 0,-18-41-108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19.81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84 145 6481 0 0,'-41'-129'1664'0'0,"41"127"-1526"0"0,0 2-121 0 0,-1-1 0 0 0,1 0-1 0 0,0 0 1 0 0,0 1 0 0 0,-1-1 0 0 0,1 0 0 0 0,0 1 0 0 0,-1-1 0 0 0,1 0 0 0 0,-1 1 0 0 0,1-1 0 0 0,-1 0 0 0 0,1 1-1 0 0,-1-1 1 0 0,1 1 0 0 0,-1-1 0 0 0,0 1 0 0 0,1-1 0 0 0,-1 1 0 0 0,0 0 0 0 0,1-1 0 0 0,-1 1 0 0 0,0 0 0 0 0,-1-1-1 0 0,-2 7-28 0 0,1-1 0 0 0,0 1 0 0 0,0 0 0 0 0,0 0 0 0 0,0 0 0 0 0,1 1 0 0 0,0-1 0 0 0,1 0 0 0 0,-1 1 0 0 0,1 0 0 0 0,1-1 0 0 0,-1 1 0 0 0,1-1 0 0 0,0 1 0 0 0,0 0-1 0 0,3 12 1 0 0,1 4-15 0 0,0 0 0 0 0,1 0 0 0 0,15 38 0 0 0,-15-49 26 0 0,1 0 0 0 0,1 0 0 0 0,0-1 0 0 0,1 0 0 0 0,0 0-1 0 0,0-1 1 0 0,1 0 0 0 0,0 0 0 0 0,1-1 0 0 0,0-1 0 0 0,1 1 0 0 0,0-2 0 0 0,0 1 0 0 0,0-1-1 0 0,1-1 1 0 0,0 0 0 0 0,0-1 0 0 0,19 5 0 0 0,-22-7 10 0 0,0 0 0 0 0,0-1 0 0 0,0-1 0 0 0,1 1 0 0 0,-1-2 0 0 0,1 1 0 0 0,-1-1 0 0 0,1 0 0 0 0,-1-1 0 0 0,1 0 0 0 0,-1-1 0 0 0,0 0 0 0 0,0-1 0 0 0,0 1 0 0 0,0-2 0 0 0,0 1 0 0 0,0-1 0 0 0,-1-1 0 0 0,0 1 0 0 0,0-1 0 0 0,0-1 0 0 0,0 0 0 0 0,-1 0 0 0 0,0 0 0 0 0,0-1 0 0 0,9-12 0 0 0,-7 5 138 0 0,-1 1 1 0 0,0-2-1 0 0,-1 1 1 0 0,-1-1-1 0 0,0 0 0 0 0,-1 0 1 0 0,-1-1-1 0 0,0 1 0 0 0,-1-1 1 0 0,-1 0-1 0 0,-1 0 0 0 0,0-32 1 0 0,-1 47-122 0 0,-1-1-47 0 0,2 2 17 0 0,-1 0 0 0 0,0 0 0 0 0,0-1-1 0 0,0 1 1 0 0,0 0 0 0 0,0 0 0 0 0,0 0 0 0 0,0 0-1 0 0,0 0 1 0 0,0-1 0 0 0,0 1 0 0 0,0 0 0 0 0,0 0-1 0 0,0 0 1 0 0,0 0 0 0 0,0 0 0 0 0,0 0 0 0 0,0-1-1 0 0,0 1 1 0 0,0 0 0 0 0,0 0 0 0 0,0 0 0 0 0,0 0-1 0 0,0 0 1 0 0,0-1 0 0 0,0 1 0 0 0,0 0 0 0 0,-1 0 0 0 0,1 0-1 0 0,0 0 1 0 0,0 0 0 0 0,0 0 0 0 0,0 0 0 0 0,0-1-1 0 0,0 1 1 0 0,0 0 0 0 0,0 0 0 0 0,-1 0 0 0 0,1 0-1 0 0,0 0 1 0 0,0 0 0 0 0,0 0 0 0 0,0 0 0 0 0,0 0-1 0 0,0 0 1 0 0,-1 0 0 0 0,1 0 0 0 0,0 0 0 0 0,0 0-1 0 0,0 0 1 0 0,0 0 0 0 0,0 0 0 0 0,-1 0 0 0 0,1 0-1 0 0,0 0 1 0 0,0 0 0 0 0,0 0 0 0 0,0 0 0 0 0,0 0-1 0 0,-1 0 1 0 0,1 0 0 0 0,0 0 0 0 0,0 0 0 0 0,0 0-1 0 0,0 0 1 0 0,0 1 0 0 0,0-1 0 0 0,-1 0 0 0 0,-1 4-22 0 0,0-1 1 0 0,0 1-1 0 0,0 0 1 0 0,1 0-1 0 0,-1 0 1 0 0,1 0-1 0 0,0 0 1 0 0,0 1 0 0 0,0-1-1 0 0,1 0 1 0 0,-1 1-1 0 0,1-1 1 0 0,0 0-1 0 0,0 1 1 0 0,1-1-1 0 0,1 7 1 0 0,0-2-7 0 0,0-1-1 0 0,1 1 1 0 0,1-1-1 0 0,0 0 1 0 0,0 0 0 0 0,0 0-1 0 0,11 13 1 0 0,-5-8-115 0 0,1 0 0 0 0,1-1 0 0 0,0 0 0 0 0,1-1-1 0 0,0 0 1 0 0,0-1 0 0 0,1 0 0 0 0,25 12 0 0 0,-24-16-830 0 0,-1-1 0 0 0,1 0 0 0 0,27 5 0 0 0,-15-7-1489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1.04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11 193 5745 0 0,'0'0'-68'0'0,"-11"-12"1722"0"0,12 22-1666 0 0,0 1-1 0 0,1-1 1 0 0,0 1-1 0 0,1-1 0 0 0,0 0 1 0 0,1 0-1 0 0,0 0 0 0 0,5 9 1 0 0,51 85-53 0 0,-23-43 46 0 0,15 14 7 0 0,-40-59 36 0 0,0 0 1 0 0,-2 0-1 0 0,1 1 0 0 0,17 35 2463 0 0,-26-64-2023 0 0,-5-30-475 0 0,-18-50 73 0 0,3 0 0 0 0,5-2-1 0 0,-1-116 1 0 0,14 205-115 0 0,-1 0 0 0 0,1 0 0 0 0,1 0 0 0 0,-1 1 0 0 0,1-1 0 0 0,0 0 0 0 0,0 0 0 0 0,0 1 0 0 0,1-1-1 0 0,0 1 1 0 0,-1-1 0 0 0,2 1 0 0 0,-1 0 0 0 0,0 0 0 0 0,1 0 0 0 0,0 0 0 0 0,0 0 0 0 0,0 0 0 0 0,0 1 0 0 0,6-5 0 0 0,-8 7-23 0 0,22 3-277 0 0,-14 3 299 0 0,0 0 0 0 0,0 1 1 0 0,-1 0-1 0 0,0 1 0 0 0,0-1 0 0 0,0 2 1 0 0,-1-1-1 0 0,10 13 0 0 0,52 82-178 0 0,-22-32 149 0 0,-16-23 36 0 0,27 53 0 0 0,-11-17 12 0 0,1-1 1368 0 0,-51-87-963 0 0,-1 1 1 0 0,2-1 0 0 0,-1 0 0 0 0,0 0 0 0 0,1-1 0 0 0,0 1 0 0 0,0 0 0 0 0,1-1 0 0 0,-2-6 0 0 0,-16-71-161 0 0,16 53-229 0 0,1 0 1 0 0,1 0-1 0 0,6-53 1 0 0,-4 74-41 0 0,1 0 0 0 0,0 1 0 0 0,0-1 0 0 0,1 1 0 0 0,0 0-1 0 0,1 0 1 0 0,8-14 0 0 0,-10 18 10 0 0,1 0 0 0 0,1 0 0 0 0,-1 1 0 0 0,0-1 0 0 0,1 1-1 0 0,0 0 1 0 0,0-1 0 0 0,0 2 0 0 0,0-1 0 0 0,0 0 0 0 0,1 1 0 0 0,-1 0-1 0 0,1 0 1 0 0,8-3 0 0 0,-1 3 1 0 0,0 0 0 0 0,0 1 0 0 0,0 0 0 0 0,0 1 0 0 0,0 0 0 0 0,0 0 0 0 0,-1 2-1 0 0,1-1 1 0 0,0 2 0 0 0,0-1 0 0 0,-1 2 0 0 0,1-1 0 0 0,-1 2 0 0 0,0-1 0 0 0,0 2 0 0 0,-1-1 0 0 0,0 1 0 0 0,1 1 0 0 0,11 10 0 0 0,-3-1-2 0 0,-1 1 0 0 0,0 0 1 0 0,-1 1-1 0 0,-1 0 1 0 0,-1 2-1 0 0,-1 0 1 0 0,0 1-1 0 0,16 33 1 0 0,-10-15-9 0 0,-11-22-313 0 0,0 1-1 0 0,12 35 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1.63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195 202 5905 0 0,'0'0'-273'0'0,"1"2"-126"0"0,-1-2 390 0 0,0 0 0 0 0,1 1 0 0 0,-1-1-1 0 0,0 0 1 0 0,0 1 0 0 0,0-1 0 0 0,1 0-1 0 0,-1 0 1 0 0,0 1 0 0 0,0-1-1 0 0,1 0 1 0 0,-1 0 0 0 0,0 1 0 0 0,1-1-1 0 0,-1 0 1 0 0,0 0 0 0 0,1 0-1 0 0,-1 0 1 0 0,0 0 0 0 0,1 1 0 0 0,-1-1-1 0 0,0 0 1 0 0,1 0 0 0 0,-1 0 0 0 0,1 0-1 0 0,-1 0 1 0 0,0 0 0 0 0,1 0-1 0 0,-1 0 1 0 0,7-1 42 0 0,0 0 1 0 0,-1-1-1 0 0,1 0 1 0 0,-1 0-1 0 0,1 0 0 0 0,-1-1 1 0 0,0 0-1 0 0,0 0 0 0 0,0 0 1 0 0,0-1-1 0 0,-1 0 0 0 0,0 0 1 0 0,1 0-1 0 0,-2-1 1 0 0,10-10-1 0 0,-11 11 41 0 0,0 0 0 0 0,0-1 1 0 0,0 1-1 0 0,0-1 0 0 0,-1 0 0 0 0,0 0 0 0 0,0 0 1 0 0,0 0-1 0 0,0 0 0 0 0,-1 0 0 0 0,0 0 0 0 0,0-1 1 0 0,0 1-1 0 0,-1 0 0 0 0,0-1 0 0 0,0 1 0 0 0,0 0 1 0 0,-1-1-1 0 0,1 1 0 0 0,-1 0 0 0 0,-3-8 0 0 0,4 11-62 0 0,-1 0 0 0 0,0 1-1 0 0,1-1 1 0 0,-1 0-1 0 0,0 1 1 0 0,0-1 0 0 0,0 0-1 0 0,0 1 1 0 0,-1-1 0 0 0,1 1-1 0 0,0 0 1 0 0,0-1-1 0 0,-1 1 1 0 0,1 0 0 0 0,-1 0-1 0 0,1 0 1 0 0,-1 0 0 0 0,0 0-1 0 0,1 0 1 0 0,-1 0-1 0 0,0 1 1 0 0,-3-2 0 0 0,1 2-5 0 0,0-1 0 0 0,0 1 0 0 0,0 0 0 0 0,0 0 0 0 0,-1 0 0 0 0,1 1 0 0 0,0-1 0 0 0,0 1 0 0 0,-8 2 0 0 0,-2 2-19 0 0,1 1-1 0 0,-1 0 1 0 0,1 1-1 0 0,-21 14 1 0 0,18-9-13 0 0,1 1 0 0 0,1 0 0 0 0,0 0 1 0 0,1 2-1 0 0,0 0 0 0 0,1 0 0 0 0,-19 33 0 0 0,26-40 12 0 0,0 1 0 0 0,1 0-1 0 0,0 0 1 0 0,1 0-1 0 0,0 0 1 0 0,0 1-1 0 0,1-1 1 0 0,0 1-1 0 0,0-1 1 0 0,1 1-1 0 0,1 0 1 0 0,-1 0-1 0 0,2-1 1 0 0,-1 1-1 0 0,1 0 1 0 0,1 0-1 0 0,4 14 1 0 0,-2-16 18 0 0,0-1 0 0 0,0 0 0 0 0,1 0 0 0 0,0 0 0 0 0,0-1 0 0 0,1 1 0 0 0,0-1 0 0 0,0-1 0 0 0,0 1 0 0 0,1-1 0 0 0,-1 0 0 0 0,1-1 0 0 0,1 1 1 0 0,-1-1-1 0 0,9 3 0 0 0,2 1 16 0 0,0-1-1 0 0,1-1 1 0 0,0 0 0 0 0,0-1 0 0 0,26 3 0 0 0,-27-6-375 0 0,-1 0 0 0 0,0-2-1 0 0,1 1 1 0 0,-1-2 0 0 0,0-1 0 0 0,1 0-1 0 0,-1-1 1 0 0,0-1 0 0 0,29-10 0 0 0,-6-4-1410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2.2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31 94 4700 0 0,'-30'-30'1929'0'0,"30"30"-1919"0"0,1 0-1 0 0,-1 0 0 0 0,0-1 1 0 0,1 1-1 0 0,-1 0 0 0 0,0-1 1 0 0,1 1-1 0 0,-1 0 0 0 0,1 0 1 0 0,-1 0-1 0 0,1 0 1 0 0,-1 0-1 0 0,1-1 0 0 0,-1 1 1 0 0,0 0-1 0 0,1 0 0 0 0,-1 0 1 0 0,1 0-1 0 0,-1 0 0 0 0,1 0 1 0 0,-1 0-1 0 0,1 0 0 0 0,-1 1 1 0 0,1-1-1 0 0,-1 0 1 0 0,1 0-1 0 0,-1 0 0 0 0,0 0 1 0 0,1 1-1 0 0,-1-1 0 0 0,1 0 1 0 0,-1 0-1 0 0,0 1 0 0 0,1-1 1 0 0,-1 0-1 0 0,1 1 0 0 0,36 18 16 0 0,34 28-144 0 0,-32-16 84 0 0,-2 1 1 0 0,-1 2 0 0 0,-1 2 0 0 0,55 73-1 0 0,-70-69 18 0 0,-20-38 45 0 0,1 0 1 0 0,0 0 0 0 0,-1 0 0 0 0,1 0 0 0 0,-1 0 0 0 0,0 0 0 0 0,0 0 0 0 0,1 0 0 0 0,-1 0 0 0 0,-1 0-1 0 0,1 0 1 0 0,0 0 0 0 0,0-1 0 0 0,-1 1 0 0 0,1 0 0 0 0,-1 0 0 0 0,1 0 0 0 0,-4 5 518 0 0,0-8-147 0 0,-14-1 318 0 0,13-4-674 0 0,1 0 1 0 0,0 1-1 0 0,0-1 0 0 0,0-1 1 0 0,1 1-1 0 0,0-1 0 0 0,0 1 1 0 0,0-1-1 0 0,1 0 1 0 0,0 0-1 0 0,1 0 0 0 0,-1 0 1 0 0,1 0-1 0 0,1 0 0 0 0,-1-1 1 0 0,1 1-1 0 0,1 0 1 0 0,-1 0-1 0 0,4-14 0 0 0,2-13-118 0 0,1 0 0 0 0,22-58 0 0 0,32-38-605 0 0,-51 117 745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2.65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5893 0 0,'0'1'84'0'0,"1"-1"0"0"0,-1 0 0 0 0,1 0 1 0 0,-1 1-1 0 0,1-1 0 0 0,-1 0 0 0 0,1 1 1 0 0,-1-1-1 0 0,0 1 0 0 0,1-1 0 0 0,-1 0 1 0 0,1 1-1 0 0,-1-1 0 0 0,0 1 0 0 0,0-1 1 0 0,1 1-1 0 0,-1-1 0 0 0,0 1 1 0 0,0-1-1 0 0,1 1 0 0 0,-1-1 0 0 0,0 1 1 0 0,0-1-1 0 0,0 1 0 0 0,0 0 0 0 0,0-1 1 0 0,0 1-1 0 0,0-1 0 0 0,0 1 0 0 0,0-1 1 0 0,0 2-1 0 0,9 46 196 0 0,11 40-490 0 0,9-12-111 0 0,3-1 1 0 0,73 123-1 0 0,-101-193 184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2.86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63 36 6049 0 0,'-49'-26'2610'0'0,"36"17"-3273"0"0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3.2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223 0 4920 0 0,'11'2'1296'0'0,"-11"-2"-1263"0"0,-33 26 27 0 0,5-4-41 0 0,1 1-1 0 0,1 1 1 0 0,-24 29-1 0 0,42-43-26 0 0,0 0 1 0 0,1 1-1 0 0,0 0 1 0 0,1 1-1 0 0,0 0 1 0 0,1-1-1 0 0,0 2 0 0 0,1-1 1 0 0,1 0-1 0 0,0 1 1 0 0,0 0-1 0 0,-1 18 1 0 0,4-20 24 0 0,0 0 0 0 0,0 0 1 0 0,1 0-1 0 0,1 0 1 0 0,0 0-1 0 0,0 0 1 0 0,1 0-1 0 0,1 0 0 0 0,-1-1 1 0 0,2 0-1 0 0,-1 0 1 0 0,2 0-1 0 0,6 11 1 0 0,-7-15-180 0 0,0 1 0 0 0,0-1 1 0 0,0 0-1 0 0,0-1 0 0 0,1 1 1 0 0,0-1-1 0 0,0 0 0 0 0,1-1 1 0 0,-1 1-1 0 0,1-1 0 0 0,0-1 1 0 0,0 1-1 0 0,0-1 1 0 0,1 0-1 0 0,-1-1 0 0 0,1 0 1 0 0,0 0-1 0 0,-1 0 0 0 0,11 0 1 0 0,6-2-1279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5:58:24.06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261 902 4464 0 0,'0'0'766'0'0,"-6"0"-652"0"0,-3 1-78 0 0,0 0-1 0 0,-1 1 1 0 0,1 1 0 0 0,1 0 0 0 0,-1 0 0 0 0,0 0 0 0 0,1 1-1 0 0,-1 1 1 0 0,1-1 0 0 0,-10 9 0 0 0,-6 5-39 0 0,-41 39 0 0 0,58-49 4 0 0,0-1 1 0 0,1 1-1 0 0,0 0 1 0 0,0 1-1 0 0,0-1 1 0 0,1 1-1 0 0,1 0 1 0 0,0 1-1 0 0,-4 10 1 0 0,8-19 3 0 0,0 0 0 0 0,0 0 0 0 0,0 0 0 0 0,0 0 0 0 0,0 0 0 0 0,1 0 0 0 0,-1 0 1 0 0,0 0-1 0 0,1 0 0 0 0,-1 0 0 0 0,0 0 0 0 0,1 0 0 0 0,-1 0 0 0 0,1 0 0 0 0,0 0 1 0 0,-1 0-1 0 0,1-1 0 0 0,0 1 0 0 0,-1 0 0 0 0,1 0 0 0 0,0-1 0 0 0,0 1 0 0 0,0 0 0 0 0,0-1 1 0 0,0 1-1 0 0,-1-1 0 0 0,1 1 0 0 0,0-1 0 0 0,0 0 0 0 0,0 1 0 0 0,0-1 0 0 0,0 0 1 0 0,1 0-1 0 0,-1 1 0 0 0,0-1 0 0 0,0 0 0 0 0,0 0 0 0 0,0 0 0 0 0,1-1 0 0 0,43 2 124 0 0,4-10 60 0 0,48-15 1 0 0,-56 13 44 0 0,-39 11-238 0 0,1 0-1 0 0,-1 0 0 0 0,1 0 1 0 0,-1 1-1 0 0,1-1 1 0 0,-1 1-1 0 0,1-1 0 0 0,-1 1 1 0 0,0 0-1 0 0,1 0 0 0 0,-1 0 1 0 0,0 0-1 0 0,0 0 1 0 0,1 0-1 0 0,-1 1 0 0 0,0-1 1 0 0,0 1-1 0 0,0-1 0 0 0,-1 1 1 0 0,1 0-1 0 0,0 0 1 0 0,-1 0-1 0 0,1 0 0 0 0,1 4 1 0 0,0-3 10 0 0,-1 0 0 0 0,1 0 0 0 0,0 0 0 0 0,0-1 0 0 0,0 1 0 0 0,0-1 0 0 0,0 1 0 0 0,1-1 0 0 0,3 2 0 0 0,12 1 28 0 0,1 0 0 0 0,0-1 1 0 0,1-1-1 0 0,-1-1 0 0 0,0-1 0 0 0,1-1 1 0 0,-1-1-1 0 0,1 0 0 0 0,-1-2 0 0 0,37-8 1 0 0,-20 1 32 0 0,0-1 0 0 0,-1-2 0 0 0,-1-1 0 0 0,62-36 0 0 0,-72 35-23 0 0,0-2 1 0 0,-1-1-1 0 0,-1 0 0 0 0,-1-2 0 0 0,0-1 1 0 0,-2 0-1 0 0,0-2 0 0 0,-2 0 0 0 0,0-1 1 0 0,-2-1-1 0 0,0-1 0 0 0,-2 0 0 0 0,20-52 1 0 0,-23 45 36 0 0,-2 0 1 0 0,-1-1 0 0 0,-1 0-1 0 0,-2 0 1 0 0,-2 0 0 0 0,-1-1 0 0 0,-1 0-1 0 0,-2 1 1 0 0,-2-1 0 0 0,-1 1-1 0 0,-13-53 1 0 0,7 44 127 0 0,6 19 3 0 0,-1 1 1 0 0,-1 0-1 0 0,-1 1 1 0 0,-1-1-1 0 0,-1 1 1 0 0,-21-36-1 0 0,30 57-212 0 0,0 1 0 0 0,0-1 0 0 0,-1 1-1 0 0,1 0 1 0 0,0-1 0 0 0,-1 1 0 0 0,1 0-1 0 0,0-1 1 0 0,-1 1 0 0 0,1 0 0 0 0,0-1-1 0 0,-1 1 1 0 0,1 0 0 0 0,-1 0 0 0 0,1-1-1 0 0,0 1 1 0 0,-1 0 0 0 0,1 0 0 0 0,-1 0 0 0 0,1 0-1 0 0,-1 0 1 0 0,1 0 0 0 0,-1 0 0 0 0,1-1-1 0 0,-1 1 1 0 0,1 1 0 0 0,0-1 0 0 0,-1 0-1 0 0,1 0 1 0 0,-1 0 0 0 0,1 0 0 0 0,-1 0-1 0 0,0 0 1 0 0,-11 14-18 0 0,-4 24-45 0 0,12-15 37 0 0,0 2-1 0 0,1-1 1 0 0,2 0 0 0 0,1 0-1 0 0,0 0 1 0 0,2 1 0 0 0,1-1-1 0 0,10 41 1 0 0,4-1-58 0 0,48 119 0 0 0,-34-112-30 0 0,3-2 1 0 0,66 100-1 0 0,-72-128-758 0 0,2-2 0 0 0,1-2 0 0 0,2 0 0 0 0,1-2 0 0 0,46 35 0 0 0,-40-40-1851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9T16:46:39.60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892 818 4024 0 0,'-13'34'4827'0'0,"-11"-47"-4446"0"0,7 5 33 0 0,-25-24 289 0 0,2-3 1 0 0,1-1 0 0 0,-45-55 0 0 0,47 52-300 0 0,-24-32 293 0 0,36 39-290 0 0,-44-39-1 0 0,62 65-379 0 0,1 0 1 0 0,0 0-1 0 0,0-1 0 0 0,1 0 0 0 0,0 0 0 0 0,0 0 1 0 0,-5-11-1 0 0,9 16-10 0 0,-8-9-18 0 0,-29-55 27 0 0,9 21-14 0 0,29 44-12 0 0,-21-35-20 0 0,-1-5-86 0 0,21 39 79 0 0,-11-29-172 0 0,8 17 105 0 0,3 12 79 0 0,-7-14-146 0 0,8 15 157 0 0,-11 9-1496 0 0,5-3 1427 0 0,1-1-1 0 0,0 1 1 0 0,1 1-1 0 0,-1-1 1 0 0,1 1-1 0 0,-7 11 1 0 0,-2 1-94 0 0,-89 118-578 0 0,49-61 177 0 0,28-42 687 0 0,25-39-73 0 0,3-26 3 0 0,2 0 1 0 0,2 0 0 0 0,0 1 0 0 0,14-33 0 0 0,-12 32-39 0 0,37-93-1 0 0,-45 124-14 0 0,14-33-73 0 0,-13 32 70 0 0,2-3 1 0 0,-4 4-9 0 0,0 0-1 0 0,1 0 0 0 0,-1 0 0 0 0,1 1 0 0 0,0-1 1 0 0,-1 0-1 0 0,1 0 0 0 0,0 1 0 0 0,-1-1 1 0 0,1 0-1 0 0,0 1 0 0 0,0-1 0 0 0,-1 1 0 0 0,1-1 1 0 0,0 1-1 0 0,0-1 0 0 0,0 1 0 0 0,0 0 0 0 0,0-1 1 0 0,0 1-1 0 0,0 0 0 0 0,0 0 0 0 0,0 0 1 0 0,-1-1-1 0 0,1 1 0 0 0,0 0 0 0 0,0 0 0 0 0,0 1 1 0 0,0-1-1 0 0,0 0 0 0 0,0 0 0 0 0,0 0 1 0 0,0 1-1 0 0,0-1 0 0 0,1 1 0 0 0,2 0 58 0 0,1 0-69 0 0,-2 0 6 0 0,229 107-153 0 0,-205-97 178 0 0,437 153 45 0 0,-447-160-23 0 0,23 11 84 0 0,-39-14-95 0 0,21 5-160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.png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4.png"/><Relationship Id="rId84" Type="http://schemas.openxmlformats.org/officeDocument/2006/relationships/image" Target="../media/image42.png"/><Relationship Id="rId89" Type="http://schemas.openxmlformats.org/officeDocument/2006/relationships/customXml" Target="../ink/ink44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3.pn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66" Type="http://schemas.openxmlformats.org/officeDocument/2006/relationships/image" Target="../media/image33.png"/><Relationship Id="rId74" Type="http://schemas.openxmlformats.org/officeDocument/2006/relationships/image" Target="../media/image37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102" Type="http://schemas.openxmlformats.org/officeDocument/2006/relationships/image" Target="../media/image51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90" Type="http://schemas.openxmlformats.org/officeDocument/2006/relationships/image" Target="../media/image45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64" Type="http://schemas.openxmlformats.org/officeDocument/2006/relationships/image" Target="../media/image32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62" Type="http://schemas.openxmlformats.org/officeDocument/2006/relationships/image" Target="../media/image31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27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117" Type="http://schemas.openxmlformats.org/officeDocument/2006/relationships/customXml" Target="../ink/ink111.xml"/><Relationship Id="rId21" Type="http://schemas.openxmlformats.org/officeDocument/2006/relationships/customXml" Target="../ink/ink63.xml"/><Relationship Id="rId42" Type="http://schemas.openxmlformats.org/officeDocument/2006/relationships/image" Target="../media/image75.png"/><Relationship Id="rId47" Type="http://schemas.openxmlformats.org/officeDocument/2006/relationships/customXml" Target="../ink/ink76.xml"/><Relationship Id="rId63" Type="http://schemas.openxmlformats.org/officeDocument/2006/relationships/customXml" Target="../ink/ink84.xml"/><Relationship Id="rId68" Type="http://schemas.openxmlformats.org/officeDocument/2006/relationships/image" Target="../media/image88.png"/><Relationship Id="rId84" Type="http://schemas.openxmlformats.org/officeDocument/2006/relationships/image" Target="../media/image96.png"/><Relationship Id="rId89" Type="http://schemas.openxmlformats.org/officeDocument/2006/relationships/customXml" Target="../ink/ink97.xml"/><Relationship Id="rId112" Type="http://schemas.openxmlformats.org/officeDocument/2006/relationships/image" Target="../media/image110.png"/><Relationship Id="rId133" Type="http://schemas.openxmlformats.org/officeDocument/2006/relationships/customXml" Target="../ink/ink119.xml"/><Relationship Id="rId138" Type="http://schemas.openxmlformats.org/officeDocument/2006/relationships/image" Target="../media/image123.png"/><Relationship Id="rId154" Type="http://schemas.openxmlformats.org/officeDocument/2006/relationships/image" Target="../media/image131.png"/><Relationship Id="rId159" Type="http://schemas.openxmlformats.org/officeDocument/2006/relationships/customXml" Target="../ink/ink132.xml"/><Relationship Id="rId175" Type="http://schemas.openxmlformats.org/officeDocument/2006/relationships/customXml" Target="../ink/ink140.xml"/><Relationship Id="rId170" Type="http://schemas.openxmlformats.org/officeDocument/2006/relationships/image" Target="../media/image139.png"/><Relationship Id="rId16" Type="http://schemas.openxmlformats.org/officeDocument/2006/relationships/image" Target="../media/image62.png"/><Relationship Id="rId107" Type="http://schemas.openxmlformats.org/officeDocument/2006/relationships/customXml" Target="../ink/ink106.xml"/><Relationship Id="rId11" Type="http://schemas.openxmlformats.org/officeDocument/2006/relationships/customXml" Target="../ink/ink58.xml"/><Relationship Id="rId32" Type="http://schemas.openxmlformats.org/officeDocument/2006/relationships/image" Target="../media/image70.png"/><Relationship Id="rId37" Type="http://schemas.openxmlformats.org/officeDocument/2006/relationships/customXml" Target="../ink/ink71.xml"/><Relationship Id="rId53" Type="http://schemas.openxmlformats.org/officeDocument/2006/relationships/customXml" Target="../ink/ink79.xml"/><Relationship Id="rId58" Type="http://schemas.openxmlformats.org/officeDocument/2006/relationships/image" Target="../media/image83.png"/><Relationship Id="rId74" Type="http://schemas.openxmlformats.org/officeDocument/2006/relationships/image" Target="../media/image91.png"/><Relationship Id="rId79" Type="http://schemas.openxmlformats.org/officeDocument/2006/relationships/customXml" Target="../ink/ink92.xml"/><Relationship Id="rId102" Type="http://schemas.openxmlformats.org/officeDocument/2006/relationships/image" Target="../media/image105.png"/><Relationship Id="rId123" Type="http://schemas.openxmlformats.org/officeDocument/2006/relationships/customXml" Target="../ink/ink114.xml"/><Relationship Id="rId128" Type="http://schemas.openxmlformats.org/officeDocument/2006/relationships/image" Target="../media/image118.png"/><Relationship Id="rId144" Type="http://schemas.openxmlformats.org/officeDocument/2006/relationships/image" Target="../media/image126.png"/><Relationship Id="rId149" Type="http://schemas.openxmlformats.org/officeDocument/2006/relationships/customXml" Target="../ink/ink127.xml"/><Relationship Id="rId5" Type="http://schemas.openxmlformats.org/officeDocument/2006/relationships/customXml" Target="../ink/ink55.xml"/><Relationship Id="rId90" Type="http://schemas.openxmlformats.org/officeDocument/2006/relationships/image" Target="../media/image99.png"/><Relationship Id="rId95" Type="http://schemas.openxmlformats.org/officeDocument/2006/relationships/customXml" Target="../ink/ink100.xml"/><Relationship Id="rId160" Type="http://schemas.openxmlformats.org/officeDocument/2006/relationships/image" Target="../media/image134.png"/><Relationship Id="rId165" Type="http://schemas.openxmlformats.org/officeDocument/2006/relationships/customXml" Target="../ink/ink135.xml"/><Relationship Id="rId181" Type="http://schemas.openxmlformats.org/officeDocument/2006/relationships/customXml" Target="../ink/ink143.xml"/><Relationship Id="rId186" Type="http://schemas.openxmlformats.org/officeDocument/2006/relationships/image" Target="../media/image147.png"/><Relationship Id="rId22" Type="http://schemas.openxmlformats.org/officeDocument/2006/relationships/image" Target="../media/image65.png"/><Relationship Id="rId27" Type="http://schemas.openxmlformats.org/officeDocument/2006/relationships/customXml" Target="../ink/ink66.xml"/><Relationship Id="rId43" Type="http://schemas.openxmlformats.org/officeDocument/2006/relationships/customXml" Target="../ink/ink74.xml"/><Relationship Id="rId48" Type="http://schemas.openxmlformats.org/officeDocument/2006/relationships/image" Target="../media/image78.png"/><Relationship Id="rId64" Type="http://schemas.openxmlformats.org/officeDocument/2006/relationships/image" Target="../media/image86.png"/><Relationship Id="rId69" Type="http://schemas.openxmlformats.org/officeDocument/2006/relationships/customXml" Target="../ink/ink87.xml"/><Relationship Id="rId113" Type="http://schemas.openxmlformats.org/officeDocument/2006/relationships/customXml" Target="../ink/ink109.xml"/><Relationship Id="rId118" Type="http://schemas.openxmlformats.org/officeDocument/2006/relationships/image" Target="../media/image113.png"/><Relationship Id="rId134" Type="http://schemas.openxmlformats.org/officeDocument/2006/relationships/image" Target="../media/image121.png"/><Relationship Id="rId139" Type="http://schemas.openxmlformats.org/officeDocument/2006/relationships/customXml" Target="../ink/ink122.xml"/><Relationship Id="rId80" Type="http://schemas.openxmlformats.org/officeDocument/2006/relationships/image" Target="../media/image94.png"/><Relationship Id="rId85" Type="http://schemas.openxmlformats.org/officeDocument/2006/relationships/customXml" Target="../ink/ink95.xml"/><Relationship Id="rId150" Type="http://schemas.openxmlformats.org/officeDocument/2006/relationships/image" Target="../media/image129.png"/><Relationship Id="rId155" Type="http://schemas.openxmlformats.org/officeDocument/2006/relationships/customXml" Target="../ink/ink130.xml"/><Relationship Id="rId171" Type="http://schemas.openxmlformats.org/officeDocument/2006/relationships/customXml" Target="../ink/ink138.xml"/><Relationship Id="rId176" Type="http://schemas.openxmlformats.org/officeDocument/2006/relationships/image" Target="../media/image142.png"/><Relationship Id="rId12" Type="http://schemas.openxmlformats.org/officeDocument/2006/relationships/image" Target="../media/image60.png"/><Relationship Id="rId17" Type="http://schemas.openxmlformats.org/officeDocument/2006/relationships/customXml" Target="../ink/ink61.xml"/><Relationship Id="rId33" Type="http://schemas.openxmlformats.org/officeDocument/2006/relationships/customXml" Target="../ink/ink69.xml"/><Relationship Id="rId38" Type="http://schemas.openxmlformats.org/officeDocument/2006/relationships/image" Target="../media/image73.png"/><Relationship Id="rId59" Type="http://schemas.openxmlformats.org/officeDocument/2006/relationships/customXml" Target="../ink/ink82.xml"/><Relationship Id="rId103" Type="http://schemas.openxmlformats.org/officeDocument/2006/relationships/customXml" Target="../ink/ink104.xml"/><Relationship Id="rId108" Type="http://schemas.openxmlformats.org/officeDocument/2006/relationships/image" Target="../media/image108.png"/><Relationship Id="rId124" Type="http://schemas.openxmlformats.org/officeDocument/2006/relationships/image" Target="../media/image116.png"/><Relationship Id="rId129" Type="http://schemas.openxmlformats.org/officeDocument/2006/relationships/customXml" Target="../ink/ink117.xml"/><Relationship Id="rId54" Type="http://schemas.openxmlformats.org/officeDocument/2006/relationships/image" Target="../media/image81.png"/><Relationship Id="rId70" Type="http://schemas.openxmlformats.org/officeDocument/2006/relationships/image" Target="../media/image89.png"/><Relationship Id="rId75" Type="http://schemas.openxmlformats.org/officeDocument/2006/relationships/customXml" Target="../ink/ink90.xml"/><Relationship Id="rId91" Type="http://schemas.openxmlformats.org/officeDocument/2006/relationships/customXml" Target="../ink/ink98.xml"/><Relationship Id="rId96" Type="http://schemas.openxmlformats.org/officeDocument/2006/relationships/image" Target="../media/image102.png"/><Relationship Id="rId140" Type="http://schemas.openxmlformats.org/officeDocument/2006/relationships/image" Target="../media/image124.png"/><Relationship Id="rId145" Type="http://schemas.openxmlformats.org/officeDocument/2006/relationships/customXml" Target="../ink/ink125.xml"/><Relationship Id="rId161" Type="http://schemas.openxmlformats.org/officeDocument/2006/relationships/customXml" Target="../ink/ink133.xml"/><Relationship Id="rId166" Type="http://schemas.openxmlformats.org/officeDocument/2006/relationships/image" Target="../media/image137.png"/><Relationship Id="rId182" Type="http://schemas.openxmlformats.org/officeDocument/2006/relationships/image" Target="../media/image145.png"/><Relationship Id="rId187" Type="http://schemas.openxmlformats.org/officeDocument/2006/relationships/customXml" Target="../ink/ink1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23" Type="http://schemas.openxmlformats.org/officeDocument/2006/relationships/customXml" Target="../ink/ink64.xml"/><Relationship Id="rId28" Type="http://schemas.openxmlformats.org/officeDocument/2006/relationships/image" Target="../media/image68.png"/><Relationship Id="rId49" Type="http://schemas.openxmlformats.org/officeDocument/2006/relationships/customXml" Target="../ink/ink77.xml"/><Relationship Id="rId114" Type="http://schemas.openxmlformats.org/officeDocument/2006/relationships/image" Target="../media/image111.png"/><Relationship Id="rId119" Type="http://schemas.openxmlformats.org/officeDocument/2006/relationships/customXml" Target="../ink/ink112.xml"/><Relationship Id="rId44" Type="http://schemas.openxmlformats.org/officeDocument/2006/relationships/image" Target="../media/image76.png"/><Relationship Id="rId60" Type="http://schemas.openxmlformats.org/officeDocument/2006/relationships/image" Target="../media/image84.png"/><Relationship Id="rId65" Type="http://schemas.openxmlformats.org/officeDocument/2006/relationships/customXml" Target="../ink/ink85.xml"/><Relationship Id="rId81" Type="http://schemas.openxmlformats.org/officeDocument/2006/relationships/customXml" Target="../ink/ink93.xml"/><Relationship Id="rId86" Type="http://schemas.openxmlformats.org/officeDocument/2006/relationships/image" Target="../media/image97.png"/><Relationship Id="rId130" Type="http://schemas.openxmlformats.org/officeDocument/2006/relationships/image" Target="../media/image119.png"/><Relationship Id="rId135" Type="http://schemas.openxmlformats.org/officeDocument/2006/relationships/customXml" Target="../ink/ink120.xml"/><Relationship Id="rId151" Type="http://schemas.openxmlformats.org/officeDocument/2006/relationships/customXml" Target="../ink/ink128.xml"/><Relationship Id="rId156" Type="http://schemas.openxmlformats.org/officeDocument/2006/relationships/image" Target="../media/image132.png"/><Relationship Id="rId177" Type="http://schemas.openxmlformats.org/officeDocument/2006/relationships/customXml" Target="../ink/ink141.xml"/><Relationship Id="rId172" Type="http://schemas.openxmlformats.org/officeDocument/2006/relationships/image" Target="../media/image140.png"/><Relationship Id="rId13" Type="http://schemas.openxmlformats.org/officeDocument/2006/relationships/customXml" Target="../ink/ink59.xml"/><Relationship Id="rId18" Type="http://schemas.openxmlformats.org/officeDocument/2006/relationships/image" Target="../media/image63.png"/><Relationship Id="rId39" Type="http://schemas.openxmlformats.org/officeDocument/2006/relationships/customXml" Target="../ink/ink72.xml"/><Relationship Id="rId109" Type="http://schemas.openxmlformats.org/officeDocument/2006/relationships/customXml" Target="../ink/ink107.xml"/><Relationship Id="rId34" Type="http://schemas.openxmlformats.org/officeDocument/2006/relationships/image" Target="../media/image71.png"/><Relationship Id="rId50" Type="http://schemas.openxmlformats.org/officeDocument/2006/relationships/image" Target="../media/image79.png"/><Relationship Id="rId55" Type="http://schemas.openxmlformats.org/officeDocument/2006/relationships/customXml" Target="../ink/ink80.xml"/><Relationship Id="rId76" Type="http://schemas.openxmlformats.org/officeDocument/2006/relationships/image" Target="../media/image92.png"/><Relationship Id="rId97" Type="http://schemas.openxmlformats.org/officeDocument/2006/relationships/customXml" Target="../ink/ink101.xml"/><Relationship Id="rId104" Type="http://schemas.openxmlformats.org/officeDocument/2006/relationships/image" Target="../media/image106.png"/><Relationship Id="rId120" Type="http://schemas.openxmlformats.org/officeDocument/2006/relationships/image" Target="../media/image114.png"/><Relationship Id="rId125" Type="http://schemas.openxmlformats.org/officeDocument/2006/relationships/customXml" Target="../ink/ink115.xml"/><Relationship Id="rId141" Type="http://schemas.openxmlformats.org/officeDocument/2006/relationships/customXml" Target="../ink/ink123.xml"/><Relationship Id="rId146" Type="http://schemas.openxmlformats.org/officeDocument/2006/relationships/image" Target="../media/image127.png"/><Relationship Id="rId167" Type="http://schemas.openxmlformats.org/officeDocument/2006/relationships/customXml" Target="../ink/ink136.xml"/><Relationship Id="rId188" Type="http://schemas.openxmlformats.org/officeDocument/2006/relationships/image" Target="../media/image148.png"/><Relationship Id="rId7" Type="http://schemas.openxmlformats.org/officeDocument/2006/relationships/customXml" Target="../ink/ink56.xml"/><Relationship Id="rId71" Type="http://schemas.openxmlformats.org/officeDocument/2006/relationships/customXml" Target="../ink/ink88.xml"/><Relationship Id="rId92" Type="http://schemas.openxmlformats.org/officeDocument/2006/relationships/image" Target="../media/image100.png"/><Relationship Id="rId162" Type="http://schemas.openxmlformats.org/officeDocument/2006/relationships/image" Target="../media/image135.png"/><Relationship Id="rId183" Type="http://schemas.openxmlformats.org/officeDocument/2006/relationships/customXml" Target="../ink/ink144.xml"/><Relationship Id="rId2" Type="http://schemas.openxmlformats.org/officeDocument/2006/relationships/image" Target="../media/image55.png"/><Relationship Id="rId29" Type="http://schemas.openxmlformats.org/officeDocument/2006/relationships/customXml" Target="../ink/ink67.xml"/><Relationship Id="rId24" Type="http://schemas.openxmlformats.org/officeDocument/2006/relationships/image" Target="../media/image66.png"/><Relationship Id="rId40" Type="http://schemas.openxmlformats.org/officeDocument/2006/relationships/image" Target="../media/image74.png"/><Relationship Id="rId45" Type="http://schemas.openxmlformats.org/officeDocument/2006/relationships/customXml" Target="../ink/ink75.xml"/><Relationship Id="rId66" Type="http://schemas.openxmlformats.org/officeDocument/2006/relationships/image" Target="../media/image87.png"/><Relationship Id="rId87" Type="http://schemas.openxmlformats.org/officeDocument/2006/relationships/customXml" Target="../ink/ink96.xml"/><Relationship Id="rId110" Type="http://schemas.openxmlformats.org/officeDocument/2006/relationships/image" Target="../media/image109.png"/><Relationship Id="rId115" Type="http://schemas.openxmlformats.org/officeDocument/2006/relationships/customXml" Target="../ink/ink110.xml"/><Relationship Id="rId131" Type="http://schemas.openxmlformats.org/officeDocument/2006/relationships/customXml" Target="../ink/ink118.xml"/><Relationship Id="rId136" Type="http://schemas.openxmlformats.org/officeDocument/2006/relationships/image" Target="../media/image122.png"/><Relationship Id="rId157" Type="http://schemas.openxmlformats.org/officeDocument/2006/relationships/customXml" Target="../ink/ink131.xml"/><Relationship Id="rId178" Type="http://schemas.openxmlformats.org/officeDocument/2006/relationships/image" Target="../media/image143.png"/><Relationship Id="rId61" Type="http://schemas.openxmlformats.org/officeDocument/2006/relationships/customXml" Target="../ink/ink83.xml"/><Relationship Id="rId82" Type="http://schemas.openxmlformats.org/officeDocument/2006/relationships/image" Target="../media/image95.png"/><Relationship Id="rId152" Type="http://schemas.openxmlformats.org/officeDocument/2006/relationships/image" Target="../media/image130.png"/><Relationship Id="rId173" Type="http://schemas.openxmlformats.org/officeDocument/2006/relationships/customXml" Target="../ink/ink139.xml"/><Relationship Id="rId19" Type="http://schemas.openxmlformats.org/officeDocument/2006/relationships/customXml" Target="../ink/ink62.xml"/><Relationship Id="rId14" Type="http://schemas.openxmlformats.org/officeDocument/2006/relationships/image" Target="../media/image61.png"/><Relationship Id="rId30" Type="http://schemas.openxmlformats.org/officeDocument/2006/relationships/image" Target="../media/image69.png"/><Relationship Id="rId35" Type="http://schemas.openxmlformats.org/officeDocument/2006/relationships/customXml" Target="../ink/ink70.xml"/><Relationship Id="rId56" Type="http://schemas.openxmlformats.org/officeDocument/2006/relationships/image" Target="../media/image82.png"/><Relationship Id="rId77" Type="http://schemas.openxmlformats.org/officeDocument/2006/relationships/customXml" Target="../ink/ink91.xml"/><Relationship Id="rId100" Type="http://schemas.openxmlformats.org/officeDocument/2006/relationships/image" Target="../media/image104.png"/><Relationship Id="rId105" Type="http://schemas.openxmlformats.org/officeDocument/2006/relationships/customXml" Target="../ink/ink105.xml"/><Relationship Id="rId126" Type="http://schemas.openxmlformats.org/officeDocument/2006/relationships/image" Target="../media/image117.png"/><Relationship Id="rId147" Type="http://schemas.openxmlformats.org/officeDocument/2006/relationships/customXml" Target="../ink/ink126.xml"/><Relationship Id="rId168" Type="http://schemas.openxmlformats.org/officeDocument/2006/relationships/image" Target="../media/image138.png"/><Relationship Id="rId8" Type="http://schemas.openxmlformats.org/officeDocument/2006/relationships/image" Target="../media/image58.png"/><Relationship Id="rId51" Type="http://schemas.openxmlformats.org/officeDocument/2006/relationships/customXml" Target="../ink/ink78.xml"/><Relationship Id="rId72" Type="http://schemas.openxmlformats.org/officeDocument/2006/relationships/image" Target="../media/image90.png"/><Relationship Id="rId93" Type="http://schemas.openxmlformats.org/officeDocument/2006/relationships/customXml" Target="../ink/ink99.xml"/><Relationship Id="rId98" Type="http://schemas.openxmlformats.org/officeDocument/2006/relationships/image" Target="../media/image103.png"/><Relationship Id="rId121" Type="http://schemas.openxmlformats.org/officeDocument/2006/relationships/customXml" Target="../ink/ink113.xml"/><Relationship Id="rId142" Type="http://schemas.openxmlformats.org/officeDocument/2006/relationships/image" Target="../media/image125.png"/><Relationship Id="rId163" Type="http://schemas.openxmlformats.org/officeDocument/2006/relationships/customXml" Target="../ink/ink134.xml"/><Relationship Id="rId184" Type="http://schemas.openxmlformats.org/officeDocument/2006/relationships/image" Target="../media/image146.png"/><Relationship Id="rId189" Type="http://schemas.openxmlformats.org/officeDocument/2006/relationships/customXml" Target="../ink/ink147.xml"/><Relationship Id="rId3" Type="http://schemas.openxmlformats.org/officeDocument/2006/relationships/customXml" Target="../ink/ink54.xml"/><Relationship Id="rId25" Type="http://schemas.openxmlformats.org/officeDocument/2006/relationships/customXml" Target="../ink/ink65.xml"/><Relationship Id="rId46" Type="http://schemas.openxmlformats.org/officeDocument/2006/relationships/image" Target="../media/image77.png"/><Relationship Id="rId67" Type="http://schemas.openxmlformats.org/officeDocument/2006/relationships/customXml" Target="../ink/ink86.xml"/><Relationship Id="rId116" Type="http://schemas.openxmlformats.org/officeDocument/2006/relationships/image" Target="../media/image112.png"/><Relationship Id="rId137" Type="http://schemas.openxmlformats.org/officeDocument/2006/relationships/customXml" Target="../ink/ink121.xml"/><Relationship Id="rId158" Type="http://schemas.openxmlformats.org/officeDocument/2006/relationships/image" Target="../media/image133.png"/><Relationship Id="rId20" Type="http://schemas.openxmlformats.org/officeDocument/2006/relationships/image" Target="../media/image64.png"/><Relationship Id="rId41" Type="http://schemas.openxmlformats.org/officeDocument/2006/relationships/customXml" Target="../ink/ink73.xml"/><Relationship Id="rId62" Type="http://schemas.openxmlformats.org/officeDocument/2006/relationships/image" Target="../media/image85.png"/><Relationship Id="rId83" Type="http://schemas.openxmlformats.org/officeDocument/2006/relationships/customXml" Target="../ink/ink94.xml"/><Relationship Id="rId88" Type="http://schemas.openxmlformats.org/officeDocument/2006/relationships/image" Target="../media/image98.png"/><Relationship Id="rId111" Type="http://schemas.openxmlformats.org/officeDocument/2006/relationships/customXml" Target="../ink/ink108.xml"/><Relationship Id="rId132" Type="http://schemas.openxmlformats.org/officeDocument/2006/relationships/image" Target="../media/image120.png"/><Relationship Id="rId153" Type="http://schemas.openxmlformats.org/officeDocument/2006/relationships/customXml" Target="../ink/ink129.xml"/><Relationship Id="rId174" Type="http://schemas.openxmlformats.org/officeDocument/2006/relationships/image" Target="../media/image141.png"/><Relationship Id="rId179" Type="http://schemas.openxmlformats.org/officeDocument/2006/relationships/customXml" Target="../ink/ink142.xml"/><Relationship Id="rId190" Type="http://schemas.openxmlformats.org/officeDocument/2006/relationships/image" Target="../media/image149.png"/><Relationship Id="rId15" Type="http://schemas.openxmlformats.org/officeDocument/2006/relationships/customXml" Target="../ink/ink60.xml"/><Relationship Id="rId36" Type="http://schemas.openxmlformats.org/officeDocument/2006/relationships/image" Target="../media/image72.png"/><Relationship Id="rId57" Type="http://schemas.openxmlformats.org/officeDocument/2006/relationships/customXml" Target="../ink/ink81.xml"/><Relationship Id="rId106" Type="http://schemas.openxmlformats.org/officeDocument/2006/relationships/image" Target="../media/image107.png"/><Relationship Id="rId127" Type="http://schemas.openxmlformats.org/officeDocument/2006/relationships/customXml" Target="../ink/ink116.xml"/><Relationship Id="rId10" Type="http://schemas.openxmlformats.org/officeDocument/2006/relationships/image" Target="../media/image59.png"/><Relationship Id="rId31" Type="http://schemas.openxmlformats.org/officeDocument/2006/relationships/customXml" Target="../ink/ink68.xml"/><Relationship Id="rId52" Type="http://schemas.openxmlformats.org/officeDocument/2006/relationships/image" Target="../media/image80.png"/><Relationship Id="rId73" Type="http://schemas.openxmlformats.org/officeDocument/2006/relationships/customXml" Target="../ink/ink89.xml"/><Relationship Id="rId78" Type="http://schemas.openxmlformats.org/officeDocument/2006/relationships/image" Target="../media/image93.png"/><Relationship Id="rId94" Type="http://schemas.openxmlformats.org/officeDocument/2006/relationships/image" Target="../media/image101.png"/><Relationship Id="rId99" Type="http://schemas.openxmlformats.org/officeDocument/2006/relationships/customXml" Target="../ink/ink102.xml"/><Relationship Id="rId101" Type="http://schemas.openxmlformats.org/officeDocument/2006/relationships/customXml" Target="../ink/ink103.xml"/><Relationship Id="rId122" Type="http://schemas.openxmlformats.org/officeDocument/2006/relationships/image" Target="../media/image115.png"/><Relationship Id="rId143" Type="http://schemas.openxmlformats.org/officeDocument/2006/relationships/customXml" Target="../ink/ink124.xml"/><Relationship Id="rId148" Type="http://schemas.openxmlformats.org/officeDocument/2006/relationships/image" Target="../media/image128.png"/><Relationship Id="rId164" Type="http://schemas.openxmlformats.org/officeDocument/2006/relationships/image" Target="../media/image136.png"/><Relationship Id="rId169" Type="http://schemas.openxmlformats.org/officeDocument/2006/relationships/customXml" Target="../ink/ink137.xml"/><Relationship Id="rId185" Type="http://schemas.openxmlformats.org/officeDocument/2006/relationships/customXml" Target="../ink/ink145.xml"/><Relationship Id="rId4" Type="http://schemas.openxmlformats.org/officeDocument/2006/relationships/image" Target="../media/image56.png"/><Relationship Id="rId9" Type="http://schemas.openxmlformats.org/officeDocument/2006/relationships/customXml" Target="../ink/ink57.xml"/><Relationship Id="rId180" Type="http://schemas.openxmlformats.org/officeDocument/2006/relationships/image" Target="../media/image144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0.xml"/><Relationship Id="rId117" Type="http://schemas.openxmlformats.org/officeDocument/2006/relationships/image" Target="../media/image207.png"/><Relationship Id="rId21" Type="http://schemas.openxmlformats.org/officeDocument/2006/relationships/image" Target="../media/image159.png"/><Relationship Id="rId42" Type="http://schemas.openxmlformats.org/officeDocument/2006/relationships/customXml" Target="../ink/ink168.xml"/><Relationship Id="rId47" Type="http://schemas.openxmlformats.org/officeDocument/2006/relationships/image" Target="../media/image172.png"/><Relationship Id="rId63" Type="http://schemas.openxmlformats.org/officeDocument/2006/relationships/image" Target="../media/image180.png"/><Relationship Id="rId68" Type="http://schemas.openxmlformats.org/officeDocument/2006/relationships/customXml" Target="../ink/ink181.xml"/><Relationship Id="rId84" Type="http://schemas.openxmlformats.org/officeDocument/2006/relationships/customXml" Target="../ink/ink189.xml"/><Relationship Id="rId89" Type="http://schemas.openxmlformats.org/officeDocument/2006/relationships/image" Target="../media/image193.png"/><Relationship Id="rId112" Type="http://schemas.openxmlformats.org/officeDocument/2006/relationships/customXml" Target="../ink/ink203.xml"/><Relationship Id="rId133" Type="http://schemas.openxmlformats.org/officeDocument/2006/relationships/image" Target="../media/image215.png"/><Relationship Id="rId138" Type="http://schemas.openxmlformats.org/officeDocument/2006/relationships/customXml" Target="../ink/ink216.xml"/><Relationship Id="rId154" Type="http://schemas.openxmlformats.org/officeDocument/2006/relationships/image" Target="../media/image225.png"/><Relationship Id="rId16" Type="http://schemas.openxmlformats.org/officeDocument/2006/relationships/customXml" Target="../ink/ink155.xml"/><Relationship Id="rId107" Type="http://schemas.openxmlformats.org/officeDocument/2006/relationships/image" Target="../media/image202.png"/><Relationship Id="rId11" Type="http://schemas.openxmlformats.org/officeDocument/2006/relationships/image" Target="../media/image154.png"/><Relationship Id="rId32" Type="http://schemas.openxmlformats.org/officeDocument/2006/relationships/customXml" Target="../ink/ink163.xml"/><Relationship Id="rId37" Type="http://schemas.openxmlformats.org/officeDocument/2006/relationships/image" Target="../media/image167.png"/><Relationship Id="rId53" Type="http://schemas.openxmlformats.org/officeDocument/2006/relationships/image" Target="../media/image175.png"/><Relationship Id="rId58" Type="http://schemas.openxmlformats.org/officeDocument/2006/relationships/customXml" Target="../ink/ink176.xml"/><Relationship Id="rId74" Type="http://schemas.openxmlformats.org/officeDocument/2006/relationships/customXml" Target="../ink/ink184.xml"/><Relationship Id="rId79" Type="http://schemas.openxmlformats.org/officeDocument/2006/relationships/image" Target="../media/image188.png"/><Relationship Id="rId102" Type="http://schemas.openxmlformats.org/officeDocument/2006/relationships/customXml" Target="../ink/ink198.xml"/><Relationship Id="rId123" Type="http://schemas.openxmlformats.org/officeDocument/2006/relationships/image" Target="../media/image210.png"/><Relationship Id="rId128" Type="http://schemas.openxmlformats.org/officeDocument/2006/relationships/customXml" Target="../ink/ink211.xml"/><Relationship Id="rId144" Type="http://schemas.openxmlformats.org/officeDocument/2006/relationships/customXml" Target="../ink/ink219.xml"/><Relationship Id="rId149" Type="http://schemas.openxmlformats.org/officeDocument/2006/relationships/customXml" Target="../ink/ink221.xml"/><Relationship Id="rId5" Type="http://schemas.openxmlformats.org/officeDocument/2006/relationships/image" Target="../media/image151.png"/><Relationship Id="rId90" Type="http://schemas.openxmlformats.org/officeDocument/2006/relationships/customXml" Target="../ink/ink192.xml"/><Relationship Id="rId95" Type="http://schemas.openxmlformats.org/officeDocument/2006/relationships/image" Target="../media/image196.png"/><Relationship Id="rId22" Type="http://schemas.openxmlformats.org/officeDocument/2006/relationships/customXml" Target="../ink/ink158.xml"/><Relationship Id="rId27" Type="http://schemas.openxmlformats.org/officeDocument/2006/relationships/image" Target="../media/image162.png"/><Relationship Id="rId43" Type="http://schemas.openxmlformats.org/officeDocument/2006/relationships/image" Target="../media/image170.png"/><Relationship Id="rId48" Type="http://schemas.openxmlformats.org/officeDocument/2006/relationships/customXml" Target="../ink/ink171.xml"/><Relationship Id="rId64" Type="http://schemas.openxmlformats.org/officeDocument/2006/relationships/customXml" Target="../ink/ink179.xml"/><Relationship Id="rId69" Type="http://schemas.openxmlformats.org/officeDocument/2006/relationships/image" Target="../media/image183.png"/><Relationship Id="rId113" Type="http://schemas.openxmlformats.org/officeDocument/2006/relationships/image" Target="../media/image205.png"/><Relationship Id="rId118" Type="http://schemas.openxmlformats.org/officeDocument/2006/relationships/customXml" Target="../ink/ink206.xml"/><Relationship Id="rId134" Type="http://schemas.openxmlformats.org/officeDocument/2006/relationships/customXml" Target="../ink/ink214.xml"/><Relationship Id="rId139" Type="http://schemas.openxmlformats.org/officeDocument/2006/relationships/image" Target="../media/image218.png"/><Relationship Id="rId80" Type="http://schemas.openxmlformats.org/officeDocument/2006/relationships/customXml" Target="../ink/ink187.xml"/><Relationship Id="rId85" Type="http://schemas.openxmlformats.org/officeDocument/2006/relationships/image" Target="../media/image191.png"/><Relationship Id="rId150" Type="http://schemas.openxmlformats.org/officeDocument/2006/relationships/image" Target="../media/image223.png"/><Relationship Id="rId155" Type="http://schemas.openxmlformats.org/officeDocument/2006/relationships/customXml" Target="../ink/ink224.xml"/><Relationship Id="rId12" Type="http://schemas.openxmlformats.org/officeDocument/2006/relationships/customXml" Target="../ink/ink153.xml"/><Relationship Id="rId17" Type="http://schemas.openxmlformats.org/officeDocument/2006/relationships/image" Target="../media/image157.png"/><Relationship Id="rId25" Type="http://schemas.openxmlformats.org/officeDocument/2006/relationships/image" Target="../media/image161.png"/><Relationship Id="rId33" Type="http://schemas.openxmlformats.org/officeDocument/2006/relationships/image" Target="../media/image165.png"/><Relationship Id="rId38" Type="http://schemas.openxmlformats.org/officeDocument/2006/relationships/customXml" Target="../ink/ink166.xml"/><Relationship Id="rId46" Type="http://schemas.openxmlformats.org/officeDocument/2006/relationships/customXml" Target="../ink/ink170.xml"/><Relationship Id="rId59" Type="http://schemas.openxmlformats.org/officeDocument/2006/relationships/image" Target="../media/image178.png"/><Relationship Id="rId67" Type="http://schemas.openxmlformats.org/officeDocument/2006/relationships/image" Target="../media/image182.png"/><Relationship Id="rId103" Type="http://schemas.openxmlformats.org/officeDocument/2006/relationships/image" Target="../media/image200.png"/><Relationship Id="rId108" Type="http://schemas.openxmlformats.org/officeDocument/2006/relationships/customXml" Target="../ink/ink201.xml"/><Relationship Id="rId116" Type="http://schemas.openxmlformats.org/officeDocument/2006/relationships/customXml" Target="../ink/ink205.xml"/><Relationship Id="rId124" Type="http://schemas.openxmlformats.org/officeDocument/2006/relationships/customXml" Target="../ink/ink209.xml"/><Relationship Id="rId129" Type="http://schemas.openxmlformats.org/officeDocument/2006/relationships/image" Target="../media/image213.png"/><Relationship Id="rId137" Type="http://schemas.openxmlformats.org/officeDocument/2006/relationships/image" Target="../media/image217.png"/><Relationship Id="rId20" Type="http://schemas.openxmlformats.org/officeDocument/2006/relationships/customXml" Target="../ink/ink157.xml"/><Relationship Id="rId41" Type="http://schemas.openxmlformats.org/officeDocument/2006/relationships/image" Target="../media/image169.png"/><Relationship Id="rId54" Type="http://schemas.openxmlformats.org/officeDocument/2006/relationships/customXml" Target="../ink/ink174.xml"/><Relationship Id="rId62" Type="http://schemas.openxmlformats.org/officeDocument/2006/relationships/customXml" Target="../ink/ink178.xml"/><Relationship Id="rId70" Type="http://schemas.openxmlformats.org/officeDocument/2006/relationships/customXml" Target="../ink/ink182.xml"/><Relationship Id="rId75" Type="http://schemas.openxmlformats.org/officeDocument/2006/relationships/image" Target="../media/image186.png"/><Relationship Id="rId83" Type="http://schemas.openxmlformats.org/officeDocument/2006/relationships/image" Target="../media/image190.png"/><Relationship Id="rId88" Type="http://schemas.openxmlformats.org/officeDocument/2006/relationships/customXml" Target="../ink/ink191.xml"/><Relationship Id="rId91" Type="http://schemas.openxmlformats.org/officeDocument/2006/relationships/image" Target="../media/image194.png"/><Relationship Id="rId96" Type="http://schemas.openxmlformats.org/officeDocument/2006/relationships/customXml" Target="../ink/ink195.xml"/><Relationship Id="rId111" Type="http://schemas.openxmlformats.org/officeDocument/2006/relationships/image" Target="../media/image204.png"/><Relationship Id="rId132" Type="http://schemas.openxmlformats.org/officeDocument/2006/relationships/customXml" Target="../ink/ink213.xml"/><Relationship Id="rId140" Type="http://schemas.openxmlformats.org/officeDocument/2006/relationships/customXml" Target="../ink/ink217.xml"/><Relationship Id="rId145" Type="http://schemas.openxmlformats.org/officeDocument/2006/relationships/image" Target="../media/image221.png"/><Relationship Id="rId153" Type="http://schemas.openxmlformats.org/officeDocument/2006/relationships/customXml" Target="../ink/ink2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15" Type="http://schemas.openxmlformats.org/officeDocument/2006/relationships/image" Target="../media/image156.png"/><Relationship Id="rId23" Type="http://schemas.openxmlformats.org/officeDocument/2006/relationships/image" Target="../media/image160.png"/><Relationship Id="rId28" Type="http://schemas.openxmlformats.org/officeDocument/2006/relationships/customXml" Target="../ink/ink161.xml"/><Relationship Id="rId36" Type="http://schemas.openxmlformats.org/officeDocument/2006/relationships/customXml" Target="../ink/ink165.xml"/><Relationship Id="rId49" Type="http://schemas.openxmlformats.org/officeDocument/2006/relationships/image" Target="../media/image173.png"/><Relationship Id="rId57" Type="http://schemas.openxmlformats.org/officeDocument/2006/relationships/image" Target="../media/image177.png"/><Relationship Id="rId106" Type="http://schemas.openxmlformats.org/officeDocument/2006/relationships/customXml" Target="../ink/ink200.xml"/><Relationship Id="rId114" Type="http://schemas.openxmlformats.org/officeDocument/2006/relationships/customXml" Target="../ink/ink204.xml"/><Relationship Id="rId119" Type="http://schemas.openxmlformats.org/officeDocument/2006/relationships/image" Target="../media/image208.png"/><Relationship Id="rId127" Type="http://schemas.openxmlformats.org/officeDocument/2006/relationships/image" Target="../media/image212.png"/><Relationship Id="rId10" Type="http://schemas.openxmlformats.org/officeDocument/2006/relationships/customXml" Target="../ink/ink152.xml"/><Relationship Id="rId31" Type="http://schemas.openxmlformats.org/officeDocument/2006/relationships/image" Target="../media/image164.png"/><Relationship Id="rId44" Type="http://schemas.openxmlformats.org/officeDocument/2006/relationships/customXml" Target="../ink/ink169.xml"/><Relationship Id="rId52" Type="http://schemas.openxmlformats.org/officeDocument/2006/relationships/customXml" Target="../ink/ink173.xml"/><Relationship Id="rId60" Type="http://schemas.openxmlformats.org/officeDocument/2006/relationships/customXml" Target="../ink/ink177.xml"/><Relationship Id="rId65" Type="http://schemas.openxmlformats.org/officeDocument/2006/relationships/image" Target="../media/image181.png"/><Relationship Id="rId73" Type="http://schemas.openxmlformats.org/officeDocument/2006/relationships/image" Target="../media/image185.png"/><Relationship Id="rId78" Type="http://schemas.openxmlformats.org/officeDocument/2006/relationships/customXml" Target="../ink/ink186.xml"/><Relationship Id="rId81" Type="http://schemas.openxmlformats.org/officeDocument/2006/relationships/image" Target="../media/image189.png"/><Relationship Id="rId86" Type="http://schemas.openxmlformats.org/officeDocument/2006/relationships/customXml" Target="../ink/ink190.xml"/><Relationship Id="rId94" Type="http://schemas.openxmlformats.org/officeDocument/2006/relationships/customXml" Target="../ink/ink194.xml"/><Relationship Id="rId99" Type="http://schemas.openxmlformats.org/officeDocument/2006/relationships/image" Target="../media/image198.png"/><Relationship Id="rId101" Type="http://schemas.openxmlformats.org/officeDocument/2006/relationships/image" Target="../media/image199.png"/><Relationship Id="rId122" Type="http://schemas.openxmlformats.org/officeDocument/2006/relationships/customXml" Target="../ink/ink208.xml"/><Relationship Id="rId130" Type="http://schemas.openxmlformats.org/officeDocument/2006/relationships/customXml" Target="../ink/ink212.xml"/><Relationship Id="rId135" Type="http://schemas.openxmlformats.org/officeDocument/2006/relationships/image" Target="../media/image216.png"/><Relationship Id="rId143" Type="http://schemas.openxmlformats.org/officeDocument/2006/relationships/image" Target="../media/image220.png"/><Relationship Id="rId148" Type="http://schemas.openxmlformats.org/officeDocument/2006/relationships/image" Target="../media/image2.png"/><Relationship Id="rId151" Type="http://schemas.openxmlformats.org/officeDocument/2006/relationships/customXml" Target="../ink/ink222.xml"/><Relationship Id="rId156" Type="http://schemas.openxmlformats.org/officeDocument/2006/relationships/image" Target="../media/image226.png"/><Relationship Id="rId4" Type="http://schemas.openxmlformats.org/officeDocument/2006/relationships/customXml" Target="../ink/ink149.xml"/><Relationship Id="rId9" Type="http://schemas.openxmlformats.org/officeDocument/2006/relationships/image" Target="../media/image153.png"/><Relationship Id="rId13" Type="http://schemas.openxmlformats.org/officeDocument/2006/relationships/image" Target="../media/image155.png"/><Relationship Id="rId18" Type="http://schemas.openxmlformats.org/officeDocument/2006/relationships/customXml" Target="../ink/ink156.xml"/><Relationship Id="rId39" Type="http://schemas.openxmlformats.org/officeDocument/2006/relationships/image" Target="../media/image168.png"/><Relationship Id="rId109" Type="http://schemas.openxmlformats.org/officeDocument/2006/relationships/image" Target="../media/image203.png"/><Relationship Id="rId34" Type="http://schemas.openxmlformats.org/officeDocument/2006/relationships/customXml" Target="../ink/ink164.xml"/><Relationship Id="rId50" Type="http://schemas.openxmlformats.org/officeDocument/2006/relationships/customXml" Target="../ink/ink172.xml"/><Relationship Id="rId55" Type="http://schemas.openxmlformats.org/officeDocument/2006/relationships/image" Target="../media/image176.png"/><Relationship Id="rId76" Type="http://schemas.openxmlformats.org/officeDocument/2006/relationships/customXml" Target="../ink/ink185.xml"/><Relationship Id="rId97" Type="http://schemas.openxmlformats.org/officeDocument/2006/relationships/image" Target="../media/image197.png"/><Relationship Id="rId104" Type="http://schemas.openxmlformats.org/officeDocument/2006/relationships/customXml" Target="../ink/ink199.xml"/><Relationship Id="rId120" Type="http://schemas.openxmlformats.org/officeDocument/2006/relationships/customXml" Target="../ink/ink207.xml"/><Relationship Id="rId125" Type="http://schemas.openxmlformats.org/officeDocument/2006/relationships/image" Target="../media/image211.png"/><Relationship Id="rId141" Type="http://schemas.openxmlformats.org/officeDocument/2006/relationships/image" Target="../media/image219.png"/><Relationship Id="rId146" Type="http://schemas.openxmlformats.org/officeDocument/2006/relationships/customXml" Target="../ink/ink220.xml"/><Relationship Id="rId7" Type="http://schemas.openxmlformats.org/officeDocument/2006/relationships/image" Target="../media/image152.png"/><Relationship Id="rId71" Type="http://schemas.openxmlformats.org/officeDocument/2006/relationships/image" Target="../media/image184.png"/><Relationship Id="rId92" Type="http://schemas.openxmlformats.org/officeDocument/2006/relationships/customXml" Target="../ink/ink193.xml"/><Relationship Id="rId2" Type="http://schemas.openxmlformats.org/officeDocument/2006/relationships/customXml" Target="../ink/ink148.xml"/><Relationship Id="rId29" Type="http://schemas.openxmlformats.org/officeDocument/2006/relationships/image" Target="../media/image163.png"/><Relationship Id="rId24" Type="http://schemas.openxmlformats.org/officeDocument/2006/relationships/customXml" Target="../ink/ink159.xml"/><Relationship Id="rId40" Type="http://schemas.openxmlformats.org/officeDocument/2006/relationships/customXml" Target="../ink/ink167.xml"/><Relationship Id="rId45" Type="http://schemas.openxmlformats.org/officeDocument/2006/relationships/image" Target="../media/image171.png"/><Relationship Id="rId66" Type="http://schemas.openxmlformats.org/officeDocument/2006/relationships/customXml" Target="../ink/ink180.xml"/><Relationship Id="rId87" Type="http://schemas.openxmlformats.org/officeDocument/2006/relationships/image" Target="../media/image192.png"/><Relationship Id="rId110" Type="http://schemas.openxmlformats.org/officeDocument/2006/relationships/customXml" Target="../ink/ink202.xml"/><Relationship Id="rId115" Type="http://schemas.openxmlformats.org/officeDocument/2006/relationships/image" Target="../media/image206.png"/><Relationship Id="rId131" Type="http://schemas.openxmlformats.org/officeDocument/2006/relationships/image" Target="../media/image214.png"/><Relationship Id="rId136" Type="http://schemas.openxmlformats.org/officeDocument/2006/relationships/customXml" Target="../ink/ink215.xml"/><Relationship Id="rId61" Type="http://schemas.openxmlformats.org/officeDocument/2006/relationships/image" Target="../media/image179.png"/><Relationship Id="rId82" Type="http://schemas.openxmlformats.org/officeDocument/2006/relationships/customXml" Target="../ink/ink188.xml"/><Relationship Id="rId152" Type="http://schemas.openxmlformats.org/officeDocument/2006/relationships/image" Target="../media/image224.png"/><Relationship Id="rId19" Type="http://schemas.openxmlformats.org/officeDocument/2006/relationships/image" Target="../media/image158.png"/><Relationship Id="rId14" Type="http://schemas.openxmlformats.org/officeDocument/2006/relationships/customXml" Target="../ink/ink154.xml"/><Relationship Id="rId30" Type="http://schemas.openxmlformats.org/officeDocument/2006/relationships/customXml" Target="../ink/ink162.xml"/><Relationship Id="rId35" Type="http://schemas.openxmlformats.org/officeDocument/2006/relationships/image" Target="../media/image166.png"/><Relationship Id="rId56" Type="http://schemas.openxmlformats.org/officeDocument/2006/relationships/customXml" Target="../ink/ink175.xml"/><Relationship Id="rId77" Type="http://schemas.openxmlformats.org/officeDocument/2006/relationships/image" Target="../media/image187.png"/><Relationship Id="rId100" Type="http://schemas.openxmlformats.org/officeDocument/2006/relationships/customXml" Target="../ink/ink197.xml"/><Relationship Id="rId105" Type="http://schemas.openxmlformats.org/officeDocument/2006/relationships/image" Target="../media/image201.png"/><Relationship Id="rId126" Type="http://schemas.openxmlformats.org/officeDocument/2006/relationships/customXml" Target="../ink/ink210.xml"/><Relationship Id="rId147" Type="http://schemas.openxmlformats.org/officeDocument/2006/relationships/image" Target="../media/image222.png"/><Relationship Id="rId8" Type="http://schemas.openxmlformats.org/officeDocument/2006/relationships/customXml" Target="../ink/ink151.xml"/><Relationship Id="rId51" Type="http://schemas.openxmlformats.org/officeDocument/2006/relationships/image" Target="../media/image174.png"/><Relationship Id="rId72" Type="http://schemas.openxmlformats.org/officeDocument/2006/relationships/customXml" Target="../ink/ink183.xml"/><Relationship Id="rId93" Type="http://schemas.openxmlformats.org/officeDocument/2006/relationships/image" Target="../media/image195.png"/><Relationship Id="rId98" Type="http://schemas.openxmlformats.org/officeDocument/2006/relationships/customXml" Target="../ink/ink196.xml"/><Relationship Id="rId121" Type="http://schemas.openxmlformats.org/officeDocument/2006/relationships/image" Target="../media/image209.png"/><Relationship Id="rId142" Type="http://schemas.openxmlformats.org/officeDocument/2006/relationships/customXml" Target="../ink/ink218.xml"/><Relationship Id="rId3" Type="http://schemas.openxmlformats.org/officeDocument/2006/relationships/image" Target="../media/image15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2.png"/><Relationship Id="rId18" Type="http://schemas.openxmlformats.org/officeDocument/2006/relationships/customXml" Target="../ink/ink233.xml"/><Relationship Id="rId26" Type="http://schemas.openxmlformats.org/officeDocument/2006/relationships/customXml" Target="../ink/ink237.xml"/><Relationship Id="rId39" Type="http://schemas.openxmlformats.org/officeDocument/2006/relationships/image" Target="../media/image245.png"/><Relationship Id="rId21" Type="http://schemas.openxmlformats.org/officeDocument/2006/relationships/image" Target="../media/image236.png"/><Relationship Id="rId34" Type="http://schemas.openxmlformats.org/officeDocument/2006/relationships/customXml" Target="../ink/ink241.xml"/><Relationship Id="rId42" Type="http://schemas.openxmlformats.org/officeDocument/2006/relationships/customXml" Target="../ink/ink245.xml"/><Relationship Id="rId47" Type="http://schemas.openxmlformats.org/officeDocument/2006/relationships/image" Target="../media/image249.png"/><Relationship Id="rId50" Type="http://schemas.openxmlformats.org/officeDocument/2006/relationships/customXml" Target="../ink/ink249.xml"/><Relationship Id="rId55" Type="http://schemas.openxmlformats.org/officeDocument/2006/relationships/image" Target="../media/image253.png"/><Relationship Id="rId63" Type="http://schemas.openxmlformats.org/officeDocument/2006/relationships/image" Target="../media/image257.png"/><Relationship Id="rId68" Type="http://schemas.openxmlformats.org/officeDocument/2006/relationships/customXml" Target="../ink/ink258.xml"/><Relationship Id="rId76" Type="http://schemas.openxmlformats.org/officeDocument/2006/relationships/customXml" Target="../ink/ink262.xml"/><Relationship Id="rId84" Type="http://schemas.openxmlformats.org/officeDocument/2006/relationships/customXml" Target="../ink/ink266.xml"/><Relationship Id="rId89" Type="http://schemas.openxmlformats.org/officeDocument/2006/relationships/image" Target="../media/image270.png"/><Relationship Id="rId7" Type="http://schemas.openxmlformats.org/officeDocument/2006/relationships/image" Target="../media/image229.png"/><Relationship Id="rId71" Type="http://schemas.openxmlformats.org/officeDocument/2006/relationships/image" Target="../media/image261.png"/><Relationship Id="rId92" Type="http://schemas.openxmlformats.org/officeDocument/2006/relationships/customXml" Target="../ink/ink270.xml"/><Relationship Id="rId2" Type="http://schemas.openxmlformats.org/officeDocument/2006/relationships/customXml" Target="../ink/ink225.xml"/><Relationship Id="rId16" Type="http://schemas.openxmlformats.org/officeDocument/2006/relationships/customXml" Target="../ink/ink232.xml"/><Relationship Id="rId29" Type="http://schemas.openxmlformats.org/officeDocument/2006/relationships/image" Target="../media/image240.png"/><Relationship Id="rId11" Type="http://schemas.openxmlformats.org/officeDocument/2006/relationships/image" Target="../media/image231.png"/><Relationship Id="rId24" Type="http://schemas.openxmlformats.org/officeDocument/2006/relationships/customXml" Target="../ink/ink236.xml"/><Relationship Id="rId32" Type="http://schemas.openxmlformats.org/officeDocument/2006/relationships/customXml" Target="../ink/ink240.xml"/><Relationship Id="rId37" Type="http://schemas.openxmlformats.org/officeDocument/2006/relationships/image" Target="../media/image244.png"/><Relationship Id="rId40" Type="http://schemas.openxmlformats.org/officeDocument/2006/relationships/customXml" Target="../ink/ink244.xml"/><Relationship Id="rId45" Type="http://schemas.openxmlformats.org/officeDocument/2006/relationships/image" Target="../media/image248.png"/><Relationship Id="rId53" Type="http://schemas.openxmlformats.org/officeDocument/2006/relationships/image" Target="../media/image252.png"/><Relationship Id="rId58" Type="http://schemas.openxmlformats.org/officeDocument/2006/relationships/customXml" Target="../ink/ink253.xml"/><Relationship Id="rId66" Type="http://schemas.openxmlformats.org/officeDocument/2006/relationships/customXml" Target="../ink/ink257.xml"/><Relationship Id="rId74" Type="http://schemas.openxmlformats.org/officeDocument/2006/relationships/customXml" Target="../ink/ink261.xml"/><Relationship Id="rId79" Type="http://schemas.openxmlformats.org/officeDocument/2006/relationships/image" Target="../media/image265.png"/><Relationship Id="rId87" Type="http://schemas.openxmlformats.org/officeDocument/2006/relationships/image" Target="../media/image269.png"/><Relationship Id="rId5" Type="http://schemas.openxmlformats.org/officeDocument/2006/relationships/image" Target="../media/image228.png"/><Relationship Id="rId61" Type="http://schemas.openxmlformats.org/officeDocument/2006/relationships/image" Target="../media/image256.png"/><Relationship Id="rId82" Type="http://schemas.openxmlformats.org/officeDocument/2006/relationships/customXml" Target="../ink/ink265.xml"/><Relationship Id="rId90" Type="http://schemas.openxmlformats.org/officeDocument/2006/relationships/customXml" Target="../ink/ink269.xml"/><Relationship Id="rId19" Type="http://schemas.openxmlformats.org/officeDocument/2006/relationships/image" Target="../media/image235.png"/><Relationship Id="rId14" Type="http://schemas.openxmlformats.org/officeDocument/2006/relationships/customXml" Target="../ink/ink231.xml"/><Relationship Id="rId22" Type="http://schemas.openxmlformats.org/officeDocument/2006/relationships/customXml" Target="../ink/ink235.xml"/><Relationship Id="rId27" Type="http://schemas.openxmlformats.org/officeDocument/2006/relationships/image" Target="../media/image239.png"/><Relationship Id="rId30" Type="http://schemas.openxmlformats.org/officeDocument/2006/relationships/customXml" Target="../ink/ink239.xml"/><Relationship Id="rId35" Type="http://schemas.openxmlformats.org/officeDocument/2006/relationships/image" Target="../media/image243.png"/><Relationship Id="rId43" Type="http://schemas.openxmlformats.org/officeDocument/2006/relationships/image" Target="../media/image247.png"/><Relationship Id="rId48" Type="http://schemas.openxmlformats.org/officeDocument/2006/relationships/customXml" Target="../ink/ink248.xml"/><Relationship Id="rId56" Type="http://schemas.openxmlformats.org/officeDocument/2006/relationships/customXml" Target="../ink/ink252.xml"/><Relationship Id="rId64" Type="http://schemas.openxmlformats.org/officeDocument/2006/relationships/customXml" Target="../ink/ink256.xml"/><Relationship Id="rId69" Type="http://schemas.openxmlformats.org/officeDocument/2006/relationships/image" Target="../media/image260.png"/><Relationship Id="rId77" Type="http://schemas.openxmlformats.org/officeDocument/2006/relationships/image" Target="../media/image264.png"/><Relationship Id="rId8" Type="http://schemas.openxmlformats.org/officeDocument/2006/relationships/customXml" Target="../ink/ink228.xml"/><Relationship Id="rId51" Type="http://schemas.openxmlformats.org/officeDocument/2006/relationships/image" Target="../media/image251.png"/><Relationship Id="rId72" Type="http://schemas.openxmlformats.org/officeDocument/2006/relationships/customXml" Target="../ink/ink260.xml"/><Relationship Id="rId80" Type="http://schemas.openxmlformats.org/officeDocument/2006/relationships/customXml" Target="../ink/ink264.xml"/><Relationship Id="rId85" Type="http://schemas.openxmlformats.org/officeDocument/2006/relationships/image" Target="../media/image268.png"/><Relationship Id="rId93" Type="http://schemas.openxmlformats.org/officeDocument/2006/relationships/image" Target="../media/image272.png"/><Relationship Id="rId3" Type="http://schemas.openxmlformats.org/officeDocument/2006/relationships/image" Target="../media/image227.png"/><Relationship Id="rId12" Type="http://schemas.openxmlformats.org/officeDocument/2006/relationships/customXml" Target="../ink/ink230.xml"/><Relationship Id="rId17" Type="http://schemas.openxmlformats.org/officeDocument/2006/relationships/image" Target="../media/image234.png"/><Relationship Id="rId25" Type="http://schemas.openxmlformats.org/officeDocument/2006/relationships/image" Target="../media/image238.png"/><Relationship Id="rId33" Type="http://schemas.openxmlformats.org/officeDocument/2006/relationships/image" Target="../media/image242.png"/><Relationship Id="rId38" Type="http://schemas.openxmlformats.org/officeDocument/2006/relationships/customXml" Target="../ink/ink243.xml"/><Relationship Id="rId46" Type="http://schemas.openxmlformats.org/officeDocument/2006/relationships/customXml" Target="../ink/ink247.xml"/><Relationship Id="rId59" Type="http://schemas.openxmlformats.org/officeDocument/2006/relationships/image" Target="../media/image255.png"/><Relationship Id="rId67" Type="http://schemas.openxmlformats.org/officeDocument/2006/relationships/image" Target="../media/image259.png"/><Relationship Id="rId20" Type="http://schemas.openxmlformats.org/officeDocument/2006/relationships/customXml" Target="../ink/ink234.xml"/><Relationship Id="rId41" Type="http://schemas.openxmlformats.org/officeDocument/2006/relationships/image" Target="../media/image246.png"/><Relationship Id="rId54" Type="http://schemas.openxmlformats.org/officeDocument/2006/relationships/customXml" Target="../ink/ink251.xml"/><Relationship Id="rId62" Type="http://schemas.openxmlformats.org/officeDocument/2006/relationships/customXml" Target="../ink/ink255.xml"/><Relationship Id="rId70" Type="http://schemas.openxmlformats.org/officeDocument/2006/relationships/customXml" Target="../ink/ink259.xml"/><Relationship Id="rId75" Type="http://schemas.openxmlformats.org/officeDocument/2006/relationships/image" Target="../media/image263.png"/><Relationship Id="rId83" Type="http://schemas.openxmlformats.org/officeDocument/2006/relationships/image" Target="../media/image267.png"/><Relationship Id="rId88" Type="http://schemas.openxmlformats.org/officeDocument/2006/relationships/customXml" Target="../ink/ink268.xml"/><Relationship Id="rId91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7.xml"/><Relationship Id="rId15" Type="http://schemas.openxmlformats.org/officeDocument/2006/relationships/image" Target="../media/image233.png"/><Relationship Id="rId23" Type="http://schemas.openxmlformats.org/officeDocument/2006/relationships/image" Target="../media/image237.png"/><Relationship Id="rId28" Type="http://schemas.openxmlformats.org/officeDocument/2006/relationships/customXml" Target="../ink/ink238.xml"/><Relationship Id="rId36" Type="http://schemas.openxmlformats.org/officeDocument/2006/relationships/customXml" Target="../ink/ink242.xml"/><Relationship Id="rId49" Type="http://schemas.openxmlformats.org/officeDocument/2006/relationships/image" Target="../media/image250.png"/><Relationship Id="rId57" Type="http://schemas.openxmlformats.org/officeDocument/2006/relationships/image" Target="../media/image254.png"/><Relationship Id="rId10" Type="http://schemas.openxmlformats.org/officeDocument/2006/relationships/customXml" Target="../ink/ink229.xml"/><Relationship Id="rId31" Type="http://schemas.openxmlformats.org/officeDocument/2006/relationships/image" Target="../media/image241.png"/><Relationship Id="rId44" Type="http://schemas.openxmlformats.org/officeDocument/2006/relationships/customXml" Target="../ink/ink246.xml"/><Relationship Id="rId52" Type="http://schemas.openxmlformats.org/officeDocument/2006/relationships/customXml" Target="../ink/ink250.xml"/><Relationship Id="rId60" Type="http://schemas.openxmlformats.org/officeDocument/2006/relationships/customXml" Target="../ink/ink254.xml"/><Relationship Id="rId65" Type="http://schemas.openxmlformats.org/officeDocument/2006/relationships/image" Target="../media/image258.png"/><Relationship Id="rId73" Type="http://schemas.openxmlformats.org/officeDocument/2006/relationships/image" Target="../media/image262.png"/><Relationship Id="rId78" Type="http://schemas.openxmlformats.org/officeDocument/2006/relationships/customXml" Target="../ink/ink263.xml"/><Relationship Id="rId81" Type="http://schemas.openxmlformats.org/officeDocument/2006/relationships/image" Target="../media/image266.png"/><Relationship Id="rId86" Type="http://schemas.openxmlformats.org/officeDocument/2006/relationships/customXml" Target="../ink/ink267.xml"/><Relationship Id="rId94" Type="http://schemas.openxmlformats.org/officeDocument/2006/relationships/image" Target="../media/image2.png"/><Relationship Id="rId4" Type="http://schemas.openxmlformats.org/officeDocument/2006/relationships/customXml" Target="../ink/ink226.xml"/><Relationship Id="rId9" Type="http://schemas.openxmlformats.org/officeDocument/2006/relationships/image" Target="../media/image2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5499"/>
            <a:ext cx="10515600" cy="805307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Types of Data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175C4F-87DC-3EBE-DE0A-1FA0D9BB8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592" y="646049"/>
            <a:ext cx="10515600" cy="189598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Problem:</a:t>
            </a:r>
            <a:r>
              <a:rPr lang="en-US" dirty="0"/>
              <a:t> Can you identify which data types are present in following table ?</a:t>
            </a:r>
          </a:p>
          <a:p>
            <a:pPr marL="514350" indent="-514350">
              <a:buAutoNum type="alphaUcParenR"/>
            </a:pPr>
            <a:r>
              <a:rPr lang="en-US" dirty="0"/>
              <a:t>Numerical - Continuous</a:t>
            </a:r>
          </a:p>
          <a:p>
            <a:pPr marL="514350" indent="-514350">
              <a:buAutoNum type="alphaUcParenR"/>
            </a:pPr>
            <a:r>
              <a:rPr lang="en-US" dirty="0"/>
              <a:t>Numerical - Discrete </a:t>
            </a:r>
          </a:p>
          <a:p>
            <a:pPr marL="514350" indent="-514350">
              <a:buAutoNum type="alphaUcParenR"/>
            </a:pPr>
            <a:r>
              <a:rPr lang="en-US" dirty="0"/>
              <a:t>Categorical - Ordinal</a:t>
            </a:r>
          </a:p>
          <a:p>
            <a:pPr marL="514350" indent="-514350">
              <a:buAutoNum type="alphaUcParenR"/>
            </a:pPr>
            <a:r>
              <a:rPr lang="en-US" dirty="0"/>
              <a:t>Categorical – Nominal</a:t>
            </a:r>
          </a:p>
          <a:p>
            <a:pPr marL="514350" indent="-514350">
              <a:buAutoNum type="alphaUcParenR"/>
            </a:pPr>
            <a:r>
              <a:rPr lang="en-US" dirty="0"/>
              <a:t>All Of The Above</a:t>
            </a:r>
          </a:p>
          <a:p>
            <a:pPr marL="514350" indent="-514350">
              <a:buAutoNum type="alphaU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2CC7E8-7307-E4B0-B404-A0E27E6F1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" y="2642766"/>
            <a:ext cx="11646408" cy="402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3C8E-F7F8-2AF4-4BFC-35A8872F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D4C5-30F6-5CB5-2839-6845F8A9B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739" y="120354"/>
            <a:ext cx="4666526" cy="6305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Types of Data: Theory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34C3FB-7BD4-B533-45D3-CC6FE0441A81}"/>
              </a:ext>
            </a:extLst>
          </p:cNvPr>
          <p:cNvGrpSpPr/>
          <p:nvPr/>
        </p:nvGrpSpPr>
        <p:grpSpPr>
          <a:xfrm>
            <a:off x="4128900" y="999505"/>
            <a:ext cx="3049648" cy="974253"/>
            <a:chOff x="3925707" y="292962"/>
            <a:chExt cx="3049648" cy="974253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0A61DED-AA36-E63E-ED20-0CD899453A4C}"/>
                </a:ext>
              </a:extLst>
            </p:cNvPr>
            <p:cNvSpPr/>
            <p:nvPr/>
          </p:nvSpPr>
          <p:spPr>
            <a:xfrm>
              <a:off x="3925707" y="292962"/>
              <a:ext cx="3049648" cy="97425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33" name="Rectangle: Rounded Corners 4">
              <a:extLst>
                <a:ext uri="{FF2B5EF4-FFF2-40B4-BE49-F238E27FC236}">
                  <a16:creationId xmlns:a16="http://schemas.microsoft.com/office/drawing/2014/main" id="{A36E33A8-4B97-D591-7A3F-F12EF651E338}"/>
                </a:ext>
              </a:extLst>
            </p:cNvPr>
            <p:cNvSpPr txBox="1"/>
            <p:nvPr/>
          </p:nvSpPr>
          <p:spPr>
            <a:xfrm>
              <a:off x="3954242" y="321497"/>
              <a:ext cx="2992578" cy="9171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37160" tIns="137160" rIns="137160" bIns="13716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b="1" kern="1200" dirty="0"/>
                <a:t>Data types</a:t>
              </a:r>
              <a:endParaRPr lang="en-IN" sz="3600" b="1" kern="1200" dirty="0"/>
            </a:p>
          </p:txBody>
        </p:sp>
      </p:grp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753D7F1-BE48-1AB2-3151-6D117342A31E}"/>
              </a:ext>
            </a:extLst>
          </p:cNvPr>
          <p:cNvSpPr/>
          <p:nvPr/>
        </p:nvSpPr>
        <p:spPr>
          <a:xfrm>
            <a:off x="2612537" y="1973758"/>
            <a:ext cx="3041187" cy="42814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041187" y="0"/>
                </a:moveTo>
                <a:lnTo>
                  <a:pt x="3041187" y="214074"/>
                </a:lnTo>
                <a:lnTo>
                  <a:pt x="0" y="214074"/>
                </a:lnTo>
                <a:lnTo>
                  <a:pt x="0" y="428149"/>
                </a:lnTo>
              </a:path>
            </a:pathLst>
          </a:custGeom>
          <a:noFill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DC12C9-2372-F5B1-FF99-BAED1035EC42}"/>
              </a:ext>
            </a:extLst>
          </p:cNvPr>
          <p:cNvGrpSpPr/>
          <p:nvPr/>
        </p:nvGrpSpPr>
        <p:grpSpPr>
          <a:xfrm>
            <a:off x="903001" y="2401908"/>
            <a:ext cx="3419071" cy="1482991"/>
            <a:chOff x="699808" y="1695365"/>
            <a:chExt cx="3419071" cy="148299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229B381-05C0-E2F2-B793-4AE1EF677394}"/>
                </a:ext>
              </a:extLst>
            </p:cNvPr>
            <p:cNvSpPr/>
            <p:nvPr/>
          </p:nvSpPr>
          <p:spPr>
            <a:xfrm>
              <a:off x="699808" y="1695365"/>
              <a:ext cx="3419071" cy="1482991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31" name="Rectangle: Rounded Corners 7">
              <a:extLst>
                <a:ext uri="{FF2B5EF4-FFF2-40B4-BE49-F238E27FC236}">
                  <a16:creationId xmlns:a16="http://schemas.microsoft.com/office/drawing/2014/main" id="{CC568ABC-A411-B223-60D0-A1F779A59562}"/>
                </a:ext>
              </a:extLst>
            </p:cNvPr>
            <p:cNvSpPr txBox="1"/>
            <p:nvPr/>
          </p:nvSpPr>
          <p:spPr>
            <a:xfrm>
              <a:off x="743243" y="1738800"/>
              <a:ext cx="3332201" cy="13961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/>
                <a:t>Numerical</a:t>
              </a:r>
              <a:r>
                <a:rPr lang="en-US" sz="1800" kern="1200" dirty="0"/>
                <a:t>:</a:t>
              </a:r>
              <a:r>
                <a:rPr lang="en-US" sz="1400" kern="1200" dirty="0"/>
                <a:t> Are numbers 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Age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Weight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Blood Pressure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Number of cars</a:t>
              </a:r>
              <a:endParaRPr lang="en-IN" sz="1400" kern="1200" dirty="0"/>
            </a:p>
          </p:txBody>
        </p:sp>
      </p:grpSp>
      <p:sp>
        <p:nvSpPr>
          <p:cNvPr id="10" name="Straight Connector 8">
            <a:extLst>
              <a:ext uri="{FF2B5EF4-FFF2-40B4-BE49-F238E27FC236}">
                <a16:creationId xmlns:a16="http://schemas.microsoft.com/office/drawing/2014/main" id="{975F97E1-EC63-EF2D-2EBE-636F2AFE6D5D}"/>
              </a:ext>
            </a:extLst>
          </p:cNvPr>
          <p:cNvSpPr/>
          <p:nvPr/>
        </p:nvSpPr>
        <p:spPr>
          <a:xfrm>
            <a:off x="1340621" y="3884899"/>
            <a:ext cx="1271916" cy="42814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271916" y="0"/>
                </a:moveTo>
                <a:lnTo>
                  <a:pt x="1271916" y="214074"/>
                </a:lnTo>
                <a:lnTo>
                  <a:pt x="0" y="214074"/>
                </a:lnTo>
                <a:lnTo>
                  <a:pt x="0" y="428149"/>
                </a:lnTo>
              </a:path>
            </a:pathLst>
          </a:custGeom>
          <a:noFill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3BE6C5-39B5-9D89-0BF3-F3E1BA941097}"/>
              </a:ext>
            </a:extLst>
          </p:cNvPr>
          <p:cNvGrpSpPr/>
          <p:nvPr/>
        </p:nvGrpSpPr>
        <p:grpSpPr>
          <a:xfrm>
            <a:off x="203972" y="4313048"/>
            <a:ext cx="2575803" cy="2167238"/>
            <a:chOff x="780" y="3606505"/>
            <a:chExt cx="2273296" cy="182505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8BCD165-5437-9A85-F155-94E6BEDAF47D}"/>
                </a:ext>
              </a:extLst>
            </p:cNvPr>
            <p:cNvSpPr/>
            <p:nvPr/>
          </p:nvSpPr>
          <p:spPr>
            <a:xfrm>
              <a:off x="780" y="3606505"/>
              <a:ext cx="2273296" cy="1825050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9" name="Rectangle: Rounded Corners 10">
              <a:extLst>
                <a:ext uri="{FF2B5EF4-FFF2-40B4-BE49-F238E27FC236}">
                  <a16:creationId xmlns:a16="http://schemas.microsoft.com/office/drawing/2014/main" id="{F758B414-2681-DBD8-958D-EDD83F2615ED}"/>
                </a:ext>
              </a:extLst>
            </p:cNvPr>
            <p:cNvSpPr txBox="1"/>
            <p:nvPr/>
          </p:nvSpPr>
          <p:spPr>
            <a:xfrm>
              <a:off x="54234" y="3659960"/>
              <a:ext cx="2176940" cy="17181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Continuous</a:t>
              </a:r>
              <a:r>
                <a:rPr lang="en-US" sz="1800" kern="1200" dirty="0"/>
                <a:t>:</a:t>
              </a:r>
              <a:r>
                <a:rPr lang="en-US" sz="1400" kern="1200" dirty="0"/>
                <a:t> Values are any number between a range: that is, generally infinite possibilities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Weight (2.3Kg, 3.45Kg, etc.)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Height(1.73 m, 1.56 m, etc.)</a:t>
              </a:r>
              <a:endParaRPr lang="en-IN" sz="1400" kern="1200" dirty="0"/>
            </a:p>
          </p:txBody>
        </p:sp>
      </p:grp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C75D1442-A1C5-8E24-19CB-DCFCF8595EC7}"/>
              </a:ext>
            </a:extLst>
          </p:cNvPr>
          <p:cNvSpPr/>
          <p:nvPr/>
        </p:nvSpPr>
        <p:spPr>
          <a:xfrm>
            <a:off x="2612537" y="3884899"/>
            <a:ext cx="1377482" cy="42814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4074"/>
                </a:lnTo>
                <a:lnTo>
                  <a:pt x="1377482" y="214074"/>
                </a:lnTo>
                <a:lnTo>
                  <a:pt x="1377482" y="428149"/>
                </a:lnTo>
              </a:path>
            </a:pathLst>
          </a:custGeom>
          <a:noFill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9D8DDF-A897-F663-A2A5-C9F8B48D7235}"/>
              </a:ext>
            </a:extLst>
          </p:cNvPr>
          <p:cNvGrpSpPr/>
          <p:nvPr/>
        </p:nvGrpSpPr>
        <p:grpSpPr>
          <a:xfrm>
            <a:off x="2958936" y="4313048"/>
            <a:ext cx="2527549" cy="1786972"/>
            <a:chOff x="2755744" y="3606505"/>
            <a:chExt cx="2062165" cy="1786972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6817DB4-262F-FF1E-F882-F35E7863F41D}"/>
                </a:ext>
              </a:extLst>
            </p:cNvPr>
            <p:cNvSpPr/>
            <p:nvPr/>
          </p:nvSpPr>
          <p:spPr>
            <a:xfrm>
              <a:off x="2755744" y="3606505"/>
              <a:ext cx="2062165" cy="173612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7" name="Rectangle: Rounded Corners 13">
              <a:extLst>
                <a:ext uri="{FF2B5EF4-FFF2-40B4-BE49-F238E27FC236}">
                  <a16:creationId xmlns:a16="http://schemas.microsoft.com/office/drawing/2014/main" id="{06AD9BED-129F-F09E-4957-CC33136FF6AC}"/>
                </a:ext>
              </a:extLst>
            </p:cNvPr>
            <p:cNvSpPr txBox="1"/>
            <p:nvPr/>
          </p:nvSpPr>
          <p:spPr>
            <a:xfrm>
              <a:off x="2806593" y="3657354"/>
              <a:ext cx="1960467" cy="17361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Discrete</a:t>
              </a:r>
              <a:r>
                <a:rPr lang="en-US" sz="1400" kern="1200" dirty="0"/>
                <a:t>: Values are integers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- Age in years(3, 5, 34, etc.)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- Numbers of cars (3, 5, etc.)</a:t>
              </a:r>
            </a:p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kern="1200" dirty="0"/>
                <a:t>- Game Score (+2, -3, -5, etc.)</a:t>
              </a:r>
              <a:endParaRPr lang="en-IN" sz="1400" kern="1200" dirty="0"/>
            </a:p>
          </p:txBody>
        </p:sp>
      </p:grpSp>
      <p:sp>
        <p:nvSpPr>
          <p:cNvPr id="14" name="Straight Connector 14">
            <a:extLst>
              <a:ext uri="{FF2B5EF4-FFF2-40B4-BE49-F238E27FC236}">
                <a16:creationId xmlns:a16="http://schemas.microsoft.com/office/drawing/2014/main" id="{176438B2-50EE-9C1C-52EC-A4DF73BEDAA0}"/>
              </a:ext>
            </a:extLst>
          </p:cNvPr>
          <p:cNvSpPr/>
          <p:nvPr/>
        </p:nvSpPr>
        <p:spPr>
          <a:xfrm>
            <a:off x="5653724" y="1973758"/>
            <a:ext cx="3091674" cy="42814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4074"/>
                </a:lnTo>
                <a:lnTo>
                  <a:pt x="3091674" y="214074"/>
                </a:lnTo>
                <a:lnTo>
                  <a:pt x="3091674" y="428149"/>
                </a:lnTo>
              </a:path>
            </a:pathLst>
          </a:custGeom>
          <a:noFill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5DE5D1-5722-B4DB-D58E-570492B7EA98}"/>
              </a:ext>
            </a:extLst>
          </p:cNvPr>
          <p:cNvGrpSpPr/>
          <p:nvPr/>
        </p:nvGrpSpPr>
        <p:grpSpPr>
          <a:xfrm>
            <a:off x="7086349" y="2401908"/>
            <a:ext cx="3318098" cy="1671997"/>
            <a:chOff x="6883156" y="1695365"/>
            <a:chExt cx="3318098" cy="1671997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3AAA99A-4BA8-D495-3374-D572EAFBE171}"/>
                </a:ext>
              </a:extLst>
            </p:cNvPr>
            <p:cNvSpPr/>
            <p:nvPr/>
          </p:nvSpPr>
          <p:spPr>
            <a:xfrm>
              <a:off x="6883156" y="1695365"/>
              <a:ext cx="3318098" cy="1671997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5" name="Rectangle: Rounded Corners 16">
              <a:extLst>
                <a:ext uri="{FF2B5EF4-FFF2-40B4-BE49-F238E27FC236}">
                  <a16:creationId xmlns:a16="http://schemas.microsoft.com/office/drawing/2014/main" id="{05DA28B9-E554-3524-BA70-19DE2F2ACC2C}"/>
                </a:ext>
              </a:extLst>
            </p:cNvPr>
            <p:cNvSpPr txBox="1"/>
            <p:nvPr/>
          </p:nvSpPr>
          <p:spPr>
            <a:xfrm>
              <a:off x="6932127" y="1744336"/>
              <a:ext cx="3220156" cy="15740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800" b="1" kern="1200" dirty="0"/>
                <a:t>Categorical</a:t>
              </a:r>
              <a:r>
                <a:rPr lang="en-US" sz="1400" kern="1200" dirty="0"/>
                <a:t>: Are classes. Generally, are non-numeric in nature.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Colors 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Gender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Country</a:t>
              </a:r>
            </a:p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Ethnicity</a:t>
              </a:r>
              <a:endParaRPr lang="en-IN" sz="1400" kern="1200" dirty="0"/>
            </a:p>
          </p:txBody>
        </p:sp>
      </p:grpSp>
      <p:sp>
        <p:nvSpPr>
          <p:cNvPr id="16" name="Straight Connector 17">
            <a:extLst>
              <a:ext uri="{FF2B5EF4-FFF2-40B4-BE49-F238E27FC236}">
                <a16:creationId xmlns:a16="http://schemas.microsoft.com/office/drawing/2014/main" id="{84C24637-DA03-640D-D141-0AD69EA372B1}"/>
              </a:ext>
            </a:extLst>
          </p:cNvPr>
          <p:cNvSpPr/>
          <p:nvPr/>
        </p:nvSpPr>
        <p:spPr>
          <a:xfrm>
            <a:off x="7421285" y="4073905"/>
            <a:ext cx="1324113" cy="42814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324113" y="0"/>
                </a:moveTo>
                <a:lnTo>
                  <a:pt x="1324113" y="214074"/>
                </a:lnTo>
                <a:lnTo>
                  <a:pt x="0" y="214074"/>
                </a:lnTo>
                <a:lnTo>
                  <a:pt x="0" y="428149"/>
                </a:lnTo>
              </a:path>
            </a:pathLst>
          </a:custGeom>
          <a:noFill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25D8587-99B5-D581-65DF-57B18A4A3F5A}"/>
              </a:ext>
            </a:extLst>
          </p:cNvPr>
          <p:cNvGrpSpPr/>
          <p:nvPr/>
        </p:nvGrpSpPr>
        <p:grpSpPr>
          <a:xfrm>
            <a:off x="5653724" y="4502054"/>
            <a:ext cx="3892612" cy="1623026"/>
            <a:chOff x="5299577" y="3795512"/>
            <a:chExt cx="3837031" cy="1573743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D869A21-61E0-0CDF-C9FD-C9AB07113E7E}"/>
                </a:ext>
              </a:extLst>
            </p:cNvPr>
            <p:cNvSpPr/>
            <p:nvPr/>
          </p:nvSpPr>
          <p:spPr>
            <a:xfrm>
              <a:off x="5299577" y="3795512"/>
              <a:ext cx="3837031" cy="1464773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3" name="Rectangle: Rounded Corners 19">
              <a:extLst>
                <a:ext uri="{FF2B5EF4-FFF2-40B4-BE49-F238E27FC236}">
                  <a16:creationId xmlns:a16="http://schemas.microsoft.com/office/drawing/2014/main" id="{03806257-F54A-E554-80CA-E08823E9DCD1}"/>
                </a:ext>
              </a:extLst>
            </p:cNvPr>
            <p:cNvSpPr txBox="1"/>
            <p:nvPr/>
          </p:nvSpPr>
          <p:spPr>
            <a:xfrm>
              <a:off x="5442821" y="3838414"/>
              <a:ext cx="3650885" cy="15308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Ordinal</a:t>
              </a:r>
              <a:r>
                <a:rPr lang="en-US" sz="1400" kern="1200" dirty="0"/>
                <a:t>: Hierarchy in classes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Type of BP (low BP &lt; medium BP &lt; High BP)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Size of shirt (S &lt; M &lt; L &lt; XL)</a:t>
              </a:r>
              <a:endParaRPr lang="en-IN" sz="1400" kern="1200" dirty="0"/>
            </a:p>
          </p:txBody>
        </p:sp>
      </p:grpSp>
      <p:sp>
        <p:nvSpPr>
          <p:cNvPr id="18" name="Straight Connector 20">
            <a:extLst>
              <a:ext uri="{FF2B5EF4-FFF2-40B4-BE49-F238E27FC236}">
                <a16:creationId xmlns:a16="http://schemas.microsoft.com/office/drawing/2014/main" id="{F6D44149-F946-052B-39B1-FA632FD51AEC}"/>
              </a:ext>
            </a:extLst>
          </p:cNvPr>
          <p:cNvSpPr/>
          <p:nvPr/>
        </p:nvSpPr>
        <p:spPr>
          <a:xfrm>
            <a:off x="8745399" y="4073905"/>
            <a:ext cx="2159349" cy="42814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14074"/>
                </a:lnTo>
                <a:lnTo>
                  <a:pt x="2159349" y="214074"/>
                </a:lnTo>
                <a:lnTo>
                  <a:pt x="2159349" y="428149"/>
                </a:lnTo>
              </a:path>
            </a:pathLst>
          </a:custGeom>
          <a:noFill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A95E34-E421-52FB-0D95-A57B2DE15E65}"/>
              </a:ext>
            </a:extLst>
          </p:cNvPr>
          <p:cNvGrpSpPr/>
          <p:nvPr/>
        </p:nvGrpSpPr>
        <p:grpSpPr>
          <a:xfrm>
            <a:off x="9775748" y="4502055"/>
            <a:ext cx="2355195" cy="1978231"/>
            <a:chOff x="9618276" y="3795512"/>
            <a:chExt cx="2166558" cy="1978231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D9D1E5B-5A55-68BD-D761-D8DFF0E45049}"/>
                </a:ext>
              </a:extLst>
            </p:cNvPr>
            <p:cNvSpPr/>
            <p:nvPr/>
          </p:nvSpPr>
          <p:spPr>
            <a:xfrm>
              <a:off x="9618276" y="3795512"/>
              <a:ext cx="2166558" cy="1978231"/>
            </a:xfrm>
            <a:prstGeom prst="roundRect">
              <a:avLst>
                <a:gd name="adj" fmla="val 10000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1" name="Rectangle: Rounded Corners 22">
              <a:extLst>
                <a:ext uri="{FF2B5EF4-FFF2-40B4-BE49-F238E27FC236}">
                  <a16:creationId xmlns:a16="http://schemas.microsoft.com/office/drawing/2014/main" id="{00131A3E-D310-1060-060A-E6FFA198CBB3}"/>
                </a:ext>
              </a:extLst>
            </p:cNvPr>
            <p:cNvSpPr txBox="1"/>
            <p:nvPr/>
          </p:nvSpPr>
          <p:spPr>
            <a:xfrm>
              <a:off x="9676216" y="3853452"/>
              <a:ext cx="2050678" cy="18623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Nominal</a:t>
              </a:r>
              <a:r>
                <a:rPr lang="en-US" sz="1400" kern="1200" dirty="0"/>
                <a:t>: No Hierarchy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Color (Red, Green, etc.)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- Gender (M, F)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/>
                <a:t> - Country (USA, India, etc.)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943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D06E-FDB4-8A8F-227F-C8B90F1B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DEB2F7-E983-F2B4-3889-CDF903A59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31" y="763329"/>
            <a:ext cx="6950933" cy="4933196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E4552B1-9374-C7BB-04D3-F306C2E080AB}"/>
              </a:ext>
            </a:extLst>
          </p:cNvPr>
          <p:cNvGrpSpPr/>
          <p:nvPr/>
        </p:nvGrpSpPr>
        <p:grpSpPr>
          <a:xfrm>
            <a:off x="922464" y="5738616"/>
            <a:ext cx="5540400" cy="1085040"/>
            <a:chOff x="922464" y="5738616"/>
            <a:chExt cx="5540400" cy="10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D767302-6DFD-DF51-D01F-EF22D12A4B40}"/>
                    </a:ext>
                  </a:extLst>
                </p14:cNvPr>
                <p14:cNvContentPartPr/>
                <p14:nvPr/>
              </p14:nvContentPartPr>
              <p14:xfrm>
                <a:off x="922464" y="5938776"/>
                <a:ext cx="388080" cy="425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7D161C-BA87-A69E-C642-DBEC0FC06EE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6464" y="5902776"/>
                  <a:ext cx="4597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690BDC-27A7-9E25-10B9-055C0FBBC5FA}"/>
                    </a:ext>
                  </a:extLst>
                </p14:cNvPr>
                <p14:cNvContentPartPr/>
                <p14:nvPr/>
              </p14:nvContentPartPr>
              <p14:xfrm>
                <a:off x="1474344" y="6179616"/>
                <a:ext cx="303480" cy="128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65878D7-0D9C-081F-8C28-ED4E7E57463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38344" y="6143976"/>
                  <a:ext cx="375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F2B373-5140-6871-D103-3C43DDC8D206}"/>
                    </a:ext>
                  </a:extLst>
                </p14:cNvPr>
                <p14:cNvContentPartPr/>
                <p14:nvPr/>
              </p14:nvContentPartPr>
              <p14:xfrm>
                <a:off x="1827504" y="6138936"/>
                <a:ext cx="322560" cy="209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2B0CD84-22F1-DA3D-B535-9844D77167D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1504" y="6102936"/>
                  <a:ext cx="394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51D8D6-A6B8-7CA8-D1D7-8A7647ABB9C6}"/>
                    </a:ext>
                  </a:extLst>
                </p14:cNvPr>
                <p14:cNvContentPartPr/>
                <p14:nvPr/>
              </p14:nvContentPartPr>
              <p14:xfrm>
                <a:off x="2286864" y="6202656"/>
                <a:ext cx="168480" cy="128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CD845E7-E2A8-366E-C323-F78DB075BC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50864" y="6167016"/>
                  <a:ext cx="240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15FF4D-2F19-36EC-6561-2818C07E0450}"/>
                    </a:ext>
                  </a:extLst>
                </p14:cNvPr>
                <p14:cNvContentPartPr/>
                <p14:nvPr/>
              </p14:nvContentPartPr>
              <p14:xfrm>
                <a:off x="2517624" y="6152976"/>
                <a:ext cx="233640" cy="209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2E5625-0493-6D5F-6E70-FBC0CB9A48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81984" y="6116976"/>
                  <a:ext cx="305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3975AC6-E06B-D1D6-5FDD-EC264DB8C69B}"/>
                    </a:ext>
                  </a:extLst>
                </p14:cNvPr>
                <p14:cNvContentPartPr/>
                <p14:nvPr/>
              </p14:nvContentPartPr>
              <p14:xfrm>
                <a:off x="2937384" y="6189336"/>
                <a:ext cx="43560" cy="145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18BD854-E1C6-2EC5-75CC-9DFF5BAB74B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01744" y="6153696"/>
                  <a:ext cx="115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CB1A962-69B4-E53D-FFFE-4597B99D2382}"/>
                    </a:ext>
                  </a:extLst>
                </p14:cNvPr>
                <p14:cNvContentPartPr/>
                <p14:nvPr/>
              </p14:nvContentPartPr>
              <p14:xfrm>
                <a:off x="2980944" y="6023016"/>
                <a:ext cx="13320" cy="31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EDBE87-6112-C5C2-4EDE-4C002117953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45304" y="5987376"/>
                  <a:ext cx="84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6D7687-5738-E0B1-BE43-F3E822896823}"/>
                    </a:ext>
                  </a:extLst>
                </p14:cNvPr>
                <p14:cNvContentPartPr/>
                <p14:nvPr/>
              </p14:nvContentPartPr>
              <p14:xfrm>
                <a:off x="3195864" y="5970816"/>
                <a:ext cx="830880" cy="354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609F1E-D5CE-865A-BEE9-2E6951E4B87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60224" y="5935176"/>
                  <a:ext cx="9025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D32EC2-E12C-2F89-4C7C-CA21C69BE271}"/>
                    </a:ext>
                  </a:extLst>
                </p14:cNvPr>
                <p14:cNvContentPartPr/>
                <p14:nvPr/>
              </p14:nvContentPartPr>
              <p14:xfrm>
                <a:off x="2915784" y="5755896"/>
                <a:ext cx="76320" cy="30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BA8BFD-4385-62AC-7D21-B3BD6A97238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80144" y="5719896"/>
                  <a:ext cx="147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A9EA7FA-4348-E323-CB8C-FC6B03C17AB6}"/>
                    </a:ext>
                  </a:extLst>
                </p14:cNvPr>
                <p14:cNvContentPartPr/>
                <p14:nvPr/>
              </p14:nvContentPartPr>
              <p14:xfrm>
                <a:off x="2877984" y="5738616"/>
                <a:ext cx="213840" cy="120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510A3FE-994C-EC27-E234-D62CACB9B2E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42344" y="5702976"/>
                  <a:ext cx="285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074FD10-570B-CDFC-0D88-C6035C9B48DE}"/>
                    </a:ext>
                  </a:extLst>
                </p14:cNvPr>
                <p14:cNvContentPartPr/>
                <p14:nvPr/>
              </p14:nvContentPartPr>
              <p14:xfrm>
                <a:off x="4073544" y="5815296"/>
                <a:ext cx="221760" cy="338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955F2F4-8F29-5ED2-6C30-0C083BA723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37904" y="5779296"/>
                  <a:ext cx="2934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7066164-7937-825A-A03E-EADBDA0A80C9}"/>
                    </a:ext>
                  </a:extLst>
                </p14:cNvPr>
                <p14:cNvContentPartPr/>
                <p14:nvPr/>
              </p14:nvContentPartPr>
              <p14:xfrm>
                <a:off x="4157064" y="5832936"/>
                <a:ext cx="243360" cy="108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EB01A00-33BF-4DF3-CF00-3A2CB8AC4B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21064" y="5797296"/>
                  <a:ext cx="315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99F4B17-6AC6-2B6F-5F31-7F8E4689CED7}"/>
                    </a:ext>
                  </a:extLst>
                </p14:cNvPr>
                <p14:cNvContentPartPr/>
                <p14:nvPr/>
              </p14:nvContentPartPr>
              <p14:xfrm>
                <a:off x="4397184" y="5772456"/>
                <a:ext cx="831240" cy="380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5483799-55B2-D541-F003-747C23E49C7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361544" y="5736816"/>
                  <a:ext cx="9028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8F6AA8-0621-DCEB-1FCA-4AF928F85457}"/>
                    </a:ext>
                  </a:extLst>
                </p14:cNvPr>
                <p14:cNvContentPartPr/>
                <p14:nvPr/>
              </p14:nvContentPartPr>
              <p14:xfrm>
                <a:off x="5033304" y="5770296"/>
                <a:ext cx="291960" cy="156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CB0A23-BD00-E84F-7A4B-7A700955F1C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997664" y="5734296"/>
                  <a:ext cx="363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621236-09F1-2CFB-4AB6-4848CD54EEC7}"/>
                    </a:ext>
                  </a:extLst>
                </p14:cNvPr>
                <p14:cNvContentPartPr/>
                <p14:nvPr/>
              </p14:nvContentPartPr>
              <p14:xfrm>
                <a:off x="5193144" y="5791176"/>
                <a:ext cx="1176120" cy="55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F2313EF-41C1-9AF0-407E-A7D16610E9A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57144" y="5755536"/>
                  <a:ext cx="124776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10139FD-F82A-22DF-8EBE-23DCB466EEA9}"/>
                    </a:ext>
                  </a:extLst>
                </p14:cNvPr>
                <p14:cNvContentPartPr/>
                <p14:nvPr/>
              </p14:nvContentPartPr>
              <p14:xfrm>
                <a:off x="6102504" y="5777496"/>
                <a:ext cx="360360" cy="197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FA6E97-CA71-678C-D6E7-5BE3477C067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66864" y="5741496"/>
                  <a:ext cx="4320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F926F4-471E-7048-C8FF-2EE21B5A753B}"/>
                    </a:ext>
                  </a:extLst>
                </p14:cNvPr>
                <p14:cNvContentPartPr/>
                <p14:nvPr/>
              </p14:nvContentPartPr>
              <p14:xfrm>
                <a:off x="2511144" y="6518736"/>
                <a:ext cx="357480" cy="162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90F33F-A904-3718-2E6E-DB811225A5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75504" y="6483096"/>
                  <a:ext cx="429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C1A37C-9E6D-E3DD-327F-4AEB5AC6EE86}"/>
                    </a:ext>
                  </a:extLst>
                </p14:cNvPr>
                <p14:cNvContentPartPr/>
                <p14:nvPr/>
              </p14:nvContentPartPr>
              <p14:xfrm>
                <a:off x="2883384" y="6565536"/>
                <a:ext cx="177480" cy="113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4E2A7F-67EB-1E38-276D-6D3A9664745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47384" y="6529536"/>
                  <a:ext cx="249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BB297D0-1F5B-E8A2-A25C-BB5E31D49F11}"/>
                    </a:ext>
                  </a:extLst>
                </p14:cNvPr>
                <p14:cNvContentPartPr/>
                <p14:nvPr/>
              </p14:nvContentPartPr>
              <p14:xfrm>
                <a:off x="3131064" y="6590016"/>
                <a:ext cx="195480" cy="10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49A895-88EE-CB48-60A2-B625C45DEF2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95064" y="6554376"/>
                  <a:ext cx="2671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C517C3-8DD7-5828-B89E-50F35C61B949}"/>
                    </a:ext>
                  </a:extLst>
                </p14:cNvPr>
                <p14:cNvContentPartPr/>
                <p14:nvPr/>
              </p14:nvContentPartPr>
              <p14:xfrm>
                <a:off x="3392784" y="6433776"/>
                <a:ext cx="58680" cy="257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5AD5614-DD5B-6142-E1D2-6B403F421F5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56784" y="6398136"/>
                  <a:ext cx="1303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23D6E1A-6AB4-04F5-7F82-4A0BCBCB0D05}"/>
                    </a:ext>
                  </a:extLst>
                </p14:cNvPr>
                <p14:cNvContentPartPr/>
                <p14:nvPr/>
              </p14:nvContentPartPr>
              <p14:xfrm>
                <a:off x="3317184" y="6563016"/>
                <a:ext cx="190440" cy="28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EC27212-C0BD-E9FB-2289-9352669493A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81184" y="6527016"/>
                  <a:ext cx="262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B06AF8C-4999-7EE1-EEF1-D44FD4D38FC2}"/>
                    </a:ext>
                  </a:extLst>
                </p14:cNvPr>
                <p14:cNvContentPartPr/>
                <p14:nvPr/>
              </p14:nvContentPartPr>
              <p14:xfrm>
                <a:off x="3601944" y="6575976"/>
                <a:ext cx="32760" cy="106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F2750D-3391-F9FD-6E4D-75C22549711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66304" y="6540336"/>
                  <a:ext cx="104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45DDCC-8762-D518-25BF-94069596147C}"/>
                    </a:ext>
                  </a:extLst>
                </p14:cNvPr>
                <p14:cNvContentPartPr/>
                <p14:nvPr/>
              </p14:nvContentPartPr>
              <p14:xfrm>
                <a:off x="3655224" y="6477336"/>
                <a:ext cx="360" cy="37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9E2628E-DAC1-21CE-2878-4D856B2550A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19584" y="6441336"/>
                  <a:ext cx="72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FB1695-D992-374C-A682-E5BF3562B583}"/>
                    </a:ext>
                  </a:extLst>
                </p14:cNvPr>
                <p14:cNvContentPartPr/>
                <p14:nvPr/>
              </p14:nvContentPartPr>
              <p14:xfrm>
                <a:off x="3758904" y="6558336"/>
                <a:ext cx="214200" cy="154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27E815-9A0E-F3D3-0FC3-C05CFFBCAF0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23264" y="6522336"/>
                  <a:ext cx="285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5D7A844-0D78-1302-D48A-B34512788FED}"/>
                    </a:ext>
                  </a:extLst>
                </p14:cNvPr>
                <p14:cNvContentPartPr/>
                <p14:nvPr/>
              </p14:nvContentPartPr>
              <p14:xfrm>
                <a:off x="4045104" y="6568416"/>
                <a:ext cx="242280" cy="101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1C59027-0C06-3DC8-FD81-893D10CFE87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09464" y="6532776"/>
                  <a:ext cx="3139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F551752-D991-17D3-B080-BF14366B9FB1}"/>
                    </a:ext>
                  </a:extLst>
                </p14:cNvPr>
                <p14:cNvContentPartPr/>
                <p14:nvPr/>
              </p14:nvContentPartPr>
              <p14:xfrm>
                <a:off x="4322304" y="6561936"/>
                <a:ext cx="132480" cy="130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8FFCE9-B2B3-F094-85A7-19FD325418D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86664" y="6525936"/>
                  <a:ext cx="204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B2BB8D-3DF8-A157-B7C4-1E566526795D}"/>
                    </a:ext>
                  </a:extLst>
                </p14:cNvPr>
                <p14:cNvContentPartPr/>
                <p14:nvPr/>
              </p14:nvContentPartPr>
              <p14:xfrm>
                <a:off x="4557744" y="6559056"/>
                <a:ext cx="288720" cy="146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71F6842-10E4-BF60-8D05-A206F193C67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21744" y="6523416"/>
                  <a:ext cx="360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979D568-5B95-709B-DC0E-6F85638E5366}"/>
                    </a:ext>
                  </a:extLst>
                </p14:cNvPr>
                <p14:cNvContentPartPr/>
                <p14:nvPr/>
              </p14:nvContentPartPr>
              <p14:xfrm>
                <a:off x="4932144" y="6506856"/>
                <a:ext cx="241920" cy="172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93F5590-CB64-B7EE-318A-09C4447001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96144" y="6471216"/>
                  <a:ext cx="313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F535AB-5325-64EF-83E4-0C342C447E60}"/>
                    </a:ext>
                  </a:extLst>
                </p14:cNvPr>
                <p14:cNvContentPartPr/>
                <p14:nvPr/>
              </p14:nvContentPartPr>
              <p14:xfrm>
                <a:off x="5040504" y="6388056"/>
                <a:ext cx="277560" cy="435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57EAB7F-48A0-F3D5-C917-D8B3B7D2A14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04864" y="6352056"/>
                  <a:ext cx="34920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A4F43F2-2546-8F83-FC91-69B51D05EB0D}"/>
                    </a:ext>
                  </a:extLst>
                </p14:cNvPr>
                <p14:cNvContentPartPr/>
                <p14:nvPr/>
              </p14:nvContentPartPr>
              <p14:xfrm>
                <a:off x="2332224" y="6446808"/>
                <a:ext cx="210600" cy="344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91C3E94-4F28-C711-D91A-58F1470FF29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296584" y="6410808"/>
                  <a:ext cx="282240" cy="41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DF4A9E-E982-C2D1-A02A-8267521A76C1}"/>
              </a:ext>
            </a:extLst>
          </p:cNvPr>
          <p:cNvGrpSpPr/>
          <p:nvPr/>
        </p:nvGrpSpPr>
        <p:grpSpPr>
          <a:xfrm>
            <a:off x="8137944" y="5798088"/>
            <a:ext cx="829080" cy="222480"/>
            <a:chOff x="8137944" y="5798088"/>
            <a:chExt cx="82908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49083F4-563F-29E2-52DE-40315F9C6B6C}"/>
                    </a:ext>
                  </a:extLst>
                </p14:cNvPr>
                <p14:cNvContentPartPr/>
                <p14:nvPr/>
              </p14:nvContentPartPr>
              <p14:xfrm>
                <a:off x="8213184" y="5798088"/>
                <a:ext cx="753840" cy="222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3A6CF7F-183C-2B34-2C7E-7EE644641D1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177184" y="5762448"/>
                  <a:ext cx="8254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9704B3-7B16-E955-602E-F3B3D5CFE6AB}"/>
                    </a:ext>
                  </a:extLst>
                </p14:cNvPr>
                <p14:cNvContentPartPr/>
                <p14:nvPr/>
              </p14:nvContentPartPr>
              <p14:xfrm>
                <a:off x="8137944" y="5804568"/>
                <a:ext cx="244080" cy="120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6CBBC4-4355-28DB-29B4-1E0D97B4ADB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02304" y="5768568"/>
                  <a:ext cx="3157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B10B881-E39E-0F13-C3AC-35C275693D50}"/>
              </a:ext>
            </a:extLst>
          </p:cNvPr>
          <p:cNvGrpSpPr/>
          <p:nvPr/>
        </p:nvGrpSpPr>
        <p:grpSpPr>
          <a:xfrm>
            <a:off x="9022104" y="5439888"/>
            <a:ext cx="2814120" cy="1061640"/>
            <a:chOff x="9022104" y="5439888"/>
            <a:chExt cx="2814120" cy="10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0154AB-6D56-D7FD-D292-CEA68AF1738F}"/>
                    </a:ext>
                  </a:extLst>
                </p14:cNvPr>
                <p14:cNvContentPartPr/>
                <p14:nvPr/>
              </p14:nvContentPartPr>
              <p14:xfrm>
                <a:off x="9151704" y="5563008"/>
                <a:ext cx="257040" cy="275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597D446-B018-76E6-7E0C-AA294A2C72E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15704" y="5527368"/>
                  <a:ext cx="3286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BF54DC7-284C-DC35-BD5C-35BD0890CE59}"/>
                    </a:ext>
                  </a:extLst>
                </p14:cNvPr>
                <p14:cNvContentPartPr/>
                <p14:nvPr/>
              </p14:nvContentPartPr>
              <p14:xfrm>
                <a:off x="9374184" y="5726808"/>
                <a:ext cx="300600" cy="105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1435A75-BA63-F757-6BB6-9188A5928B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38184" y="5690808"/>
                  <a:ext cx="372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1D3E8D9-507F-E237-11C3-279F29FD8A31}"/>
                    </a:ext>
                  </a:extLst>
                </p14:cNvPr>
                <p14:cNvContentPartPr/>
                <p14:nvPr/>
              </p14:nvContentPartPr>
              <p14:xfrm>
                <a:off x="9636264" y="5439888"/>
                <a:ext cx="256680" cy="374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923BCA8-5BBB-A303-8D7A-755624A9EB4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00264" y="5403888"/>
                  <a:ext cx="3283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CBB34C-2ED2-0143-79B9-A44A3A63157F}"/>
                    </a:ext>
                  </a:extLst>
                </p14:cNvPr>
                <p14:cNvContentPartPr/>
                <p14:nvPr/>
              </p14:nvContentPartPr>
              <p14:xfrm>
                <a:off x="9627984" y="5628528"/>
                <a:ext cx="169200" cy="27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1ECC01-32FA-F830-1243-8E3F4686816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91984" y="5592528"/>
                  <a:ext cx="2408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EA82F5-6B32-2661-FA01-1EEFFBBE9A73}"/>
                    </a:ext>
                  </a:extLst>
                </p14:cNvPr>
                <p14:cNvContentPartPr/>
                <p14:nvPr/>
              </p14:nvContentPartPr>
              <p14:xfrm>
                <a:off x="9868104" y="5661288"/>
                <a:ext cx="159120" cy="141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8E99290-34C7-4EC2-7AD7-4F9696B164B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32464" y="5625648"/>
                  <a:ext cx="2307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20D60E-1CD9-28A8-8761-FF5D9FB3A3B6}"/>
                    </a:ext>
                  </a:extLst>
                </p14:cNvPr>
                <p14:cNvContentPartPr/>
                <p14:nvPr/>
              </p14:nvContentPartPr>
              <p14:xfrm>
                <a:off x="10077264" y="5671008"/>
                <a:ext cx="305640" cy="444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96F12EE-3A95-AF83-08A3-3DCB42A791D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041264" y="5635368"/>
                  <a:ext cx="3772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99E4789-E4B9-BBC0-1D61-528FCDA2379E}"/>
                    </a:ext>
                  </a:extLst>
                </p14:cNvPr>
                <p14:cNvContentPartPr/>
                <p14:nvPr/>
              </p14:nvContentPartPr>
              <p14:xfrm>
                <a:off x="10337184" y="5658768"/>
                <a:ext cx="196920" cy="177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06102D-FF8E-EED0-0D22-21AF58B7710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301184" y="5622768"/>
                  <a:ext cx="268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266CE7-6C76-24BA-EA52-467AC62F0C91}"/>
                    </a:ext>
                  </a:extLst>
                </p14:cNvPr>
                <p14:cNvContentPartPr/>
                <p14:nvPr/>
              </p14:nvContentPartPr>
              <p14:xfrm>
                <a:off x="10604304" y="5606928"/>
                <a:ext cx="205920" cy="211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D21B077-3493-3C07-F5A7-2C5B1591C9C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68664" y="5571288"/>
                  <a:ext cx="2775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99A47F-3534-0B80-9CB8-FF6F6728D548}"/>
                    </a:ext>
                  </a:extLst>
                </p14:cNvPr>
                <p14:cNvContentPartPr/>
                <p14:nvPr/>
              </p14:nvContentPartPr>
              <p14:xfrm>
                <a:off x="10921464" y="5636448"/>
                <a:ext cx="59040" cy="196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5499308-2B7F-0E0F-75E6-6174F321C60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885464" y="5600448"/>
                  <a:ext cx="1306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0F0593-6D4A-BDF4-12FB-2B58F1BE771C}"/>
                    </a:ext>
                  </a:extLst>
                </p14:cNvPr>
                <p14:cNvContentPartPr/>
                <p14:nvPr/>
              </p14:nvContentPartPr>
              <p14:xfrm>
                <a:off x="10989504" y="5505768"/>
                <a:ext cx="3240" cy="54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BC8E1D3-81F5-C253-83EF-9EA792CB90C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53864" y="5470128"/>
                  <a:ext cx="74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D3A3475-8C46-AF4B-429F-247872BDF939}"/>
                    </a:ext>
                  </a:extLst>
                </p14:cNvPr>
                <p14:cNvContentPartPr/>
                <p14:nvPr/>
              </p14:nvContentPartPr>
              <p14:xfrm>
                <a:off x="11147544" y="5634288"/>
                <a:ext cx="204840" cy="207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DE0E87-0011-F6B2-3F78-FF20FB035EC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11544" y="5598648"/>
                  <a:ext cx="2764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8DCECC-4BAC-9D99-375E-CA30ECEDEA98}"/>
                    </a:ext>
                  </a:extLst>
                </p14:cNvPr>
                <p14:cNvContentPartPr/>
                <p14:nvPr/>
              </p14:nvContentPartPr>
              <p14:xfrm>
                <a:off x="11373624" y="5445648"/>
                <a:ext cx="462600" cy="410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2A88511-DF04-D1ED-F48A-B780EA7849B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337984" y="5410008"/>
                  <a:ext cx="5342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92D836-30A3-CD42-BDCE-AD4A32ACF057}"/>
                    </a:ext>
                  </a:extLst>
                </p14:cNvPr>
                <p14:cNvContentPartPr/>
                <p14:nvPr/>
              </p14:nvContentPartPr>
              <p14:xfrm>
                <a:off x="9307944" y="6150168"/>
                <a:ext cx="294840" cy="24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908FDEC-5640-A17A-4D90-983B23C014C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71944" y="6114528"/>
                  <a:ext cx="3664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330ECA-4AC7-1767-CD22-AA2E4A91215F}"/>
                    </a:ext>
                  </a:extLst>
                </p14:cNvPr>
                <p14:cNvContentPartPr/>
                <p14:nvPr/>
              </p14:nvContentPartPr>
              <p14:xfrm>
                <a:off x="9661464" y="6197328"/>
                <a:ext cx="176760" cy="180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C76AC94-191F-4C07-2099-8CD1AC72B42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625824" y="6161328"/>
                  <a:ext cx="248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1D4A0A9-B3CA-A7D5-00B0-BB2DCB0D1A06}"/>
                    </a:ext>
                  </a:extLst>
                </p14:cNvPr>
                <p14:cNvContentPartPr/>
                <p14:nvPr/>
              </p14:nvContentPartPr>
              <p14:xfrm>
                <a:off x="9903384" y="6171408"/>
                <a:ext cx="381240" cy="239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B1F2A33-6401-A0CE-7594-63487675BE9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67744" y="6135408"/>
                  <a:ext cx="4528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592500F-D26F-3C4C-DD1A-15536939598F}"/>
                    </a:ext>
                  </a:extLst>
                </p14:cNvPr>
                <p14:cNvContentPartPr/>
                <p14:nvPr/>
              </p14:nvContentPartPr>
              <p14:xfrm>
                <a:off x="10404864" y="6227568"/>
                <a:ext cx="53640" cy="138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BC95C15-A79C-B99D-1102-225AADC5B35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369224" y="6191928"/>
                  <a:ext cx="125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0246F25-632D-72BD-ADF7-EC61B103D760}"/>
                    </a:ext>
                  </a:extLst>
                </p14:cNvPr>
                <p14:cNvContentPartPr/>
                <p14:nvPr/>
              </p14:nvContentPartPr>
              <p14:xfrm>
                <a:off x="10423224" y="6127128"/>
                <a:ext cx="23400" cy="20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81AD93A-E172-ADB4-D736-B481E7ABD0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387584" y="6091128"/>
                  <a:ext cx="95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1901AA0-FCC9-884C-F953-66F6B056FB84}"/>
                    </a:ext>
                  </a:extLst>
                </p14:cNvPr>
                <p14:cNvContentPartPr/>
                <p14:nvPr/>
              </p14:nvContentPartPr>
              <p14:xfrm>
                <a:off x="10582344" y="6177168"/>
                <a:ext cx="294120" cy="203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CDC8F57-E706-1FF9-8DEE-9836BCFF5F7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546704" y="6141168"/>
                  <a:ext cx="3657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2AA4E9-3B2B-8E97-0F01-438C9F2B9F5A}"/>
                    </a:ext>
                  </a:extLst>
                </p14:cNvPr>
                <p14:cNvContentPartPr/>
                <p14:nvPr/>
              </p14:nvContentPartPr>
              <p14:xfrm>
                <a:off x="10915344" y="5969808"/>
                <a:ext cx="654120" cy="431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D86F80F-1266-D953-8A5B-9DDBF911E57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879704" y="5933808"/>
                  <a:ext cx="72576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E4217E8-2C18-B686-D8DF-48AB17A0B3E5}"/>
                    </a:ext>
                  </a:extLst>
                </p14:cNvPr>
                <p14:cNvContentPartPr/>
                <p14:nvPr/>
              </p14:nvContentPartPr>
              <p14:xfrm>
                <a:off x="11429784" y="6038208"/>
                <a:ext cx="306000" cy="463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E5D8F0B-6F40-4015-D539-53E91F51F9C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394144" y="6002568"/>
                  <a:ext cx="37764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C3464BD-A1E3-A5CA-DF81-166490C46286}"/>
                    </a:ext>
                  </a:extLst>
                </p14:cNvPr>
                <p14:cNvContentPartPr/>
                <p14:nvPr/>
              </p14:nvContentPartPr>
              <p14:xfrm>
                <a:off x="9022104" y="6014088"/>
                <a:ext cx="362160" cy="467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296A0D-7108-4E26-47D1-0636E44CE74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86464" y="5978088"/>
                  <a:ext cx="433800" cy="53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3" name="Title 1">
            <a:extLst>
              <a:ext uri="{FF2B5EF4-FFF2-40B4-BE49-F238E27FC236}">
                <a16:creationId xmlns:a16="http://schemas.microsoft.com/office/drawing/2014/main" id="{CC294AB5-B364-E4B1-E7A1-E6D8FC687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738" y="120354"/>
            <a:ext cx="6065557" cy="6305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Types of Data: Examples</a:t>
            </a:r>
          </a:p>
        </p:txBody>
      </p:sp>
    </p:spTree>
    <p:extLst>
      <p:ext uri="{BB962C8B-B14F-4D97-AF65-F5344CB8AC3E}">
        <p14:creationId xmlns:p14="http://schemas.microsoft.com/office/powerpoint/2010/main" val="255906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17AC-B06F-4F90-C0D2-00151119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F4C4C3-43F6-0CB5-796C-AEDCADCEB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616" y="750953"/>
            <a:ext cx="4823455" cy="494276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E9FC385-F685-4BE1-268E-1F6E14CD811D}"/>
              </a:ext>
            </a:extLst>
          </p:cNvPr>
          <p:cNvGrpSpPr/>
          <p:nvPr/>
        </p:nvGrpSpPr>
        <p:grpSpPr>
          <a:xfrm>
            <a:off x="1131624" y="5673096"/>
            <a:ext cx="2133360" cy="429120"/>
            <a:chOff x="1131624" y="5673096"/>
            <a:chExt cx="213336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518AE0E-5BCB-53DC-104A-EB4FE0C66E0C}"/>
                    </a:ext>
                  </a:extLst>
                </p14:cNvPr>
                <p14:cNvContentPartPr/>
                <p14:nvPr/>
              </p14:nvContentPartPr>
              <p14:xfrm>
                <a:off x="1131624" y="5772456"/>
                <a:ext cx="395640" cy="320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9262211-21CD-0C16-7009-5DE7772C09B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5984" y="5736816"/>
                  <a:ext cx="4672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7291674-DB31-54CF-0652-3F31C88C746B}"/>
                    </a:ext>
                  </a:extLst>
                </p14:cNvPr>
                <p14:cNvContentPartPr/>
                <p14:nvPr/>
              </p14:nvContentPartPr>
              <p14:xfrm>
                <a:off x="1632024" y="5927976"/>
                <a:ext cx="259920" cy="120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5250C3-063C-B6DA-86D3-EB945923311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96384" y="5892336"/>
                  <a:ext cx="331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94278A-EAB7-1AEF-065E-37F20E1B5C7C}"/>
                    </a:ext>
                  </a:extLst>
                </p14:cNvPr>
                <p14:cNvContentPartPr/>
                <p14:nvPr/>
              </p14:nvContentPartPr>
              <p14:xfrm>
                <a:off x="1910664" y="5907456"/>
                <a:ext cx="261720" cy="188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B91262-B461-3203-34DE-D4AF0009014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74664" y="5871456"/>
                  <a:ext cx="3333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043F73-F7AA-97D0-B120-8D0FD4BF2B98}"/>
                    </a:ext>
                  </a:extLst>
                </p14:cNvPr>
                <p14:cNvContentPartPr/>
                <p14:nvPr/>
              </p14:nvContentPartPr>
              <p14:xfrm>
                <a:off x="2202624" y="5957496"/>
                <a:ext cx="127080" cy="144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5D885F-63EF-9C3B-ED6A-44A0AC46245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66984" y="5921496"/>
                  <a:ext cx="198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C1BF35-BE3A-9183-8D5C-86EDC3B7E56C}"/>
                    </a:ext>
                  </a:extLst>
                </p14:cNvPr>
                <p14:cNvContentPartPr/>
                <p14:nvPr/>
              </p14:nvContentPartPr>
              <p14:xfrm>
                <a:off x="2338344" y="5936256"/>
                <a:ext cx="135720" cy="147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C32AB8-8CAC-9815-18EA-08D6E459755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02704" y="5900256"/>
                  <a:ext cx="207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BC5068-E8D0-9CF6-BC8B-86643AE90BC9}"/>
                    </a:ext>
                  </a:extLst>
                </p14:cNvPr>
                <p14:cNvContentPartPr/>
                <p14:nvPr/>
              </p14:nvContentPartPr>
              <p14:xfrm>
                <a:off x="2574144" y="5948496"/>
                <a:ext cx="45000" cy="125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192C15-4F46-409B-7365-D4A11862844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538144" y="5912856"/>
                  <a:ext cx="116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5FBE71-5A8D-0BF4-09F6-CDFC0419DAE9}"/>
                    </a:ext>
                  </a:extLst>
                </p14:cNvPr>
                <p14:cNvContentPartPr/>
                <p14:nvPr/>
              </p14:nvContentPartPr>
              <p14:xfrm>
                <a:off x="2582064" y="5806296"/>
                <a:ext cx="7200" cy="2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6F1C4A-FAFE-906F-0B1A-D9D6393C1A7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46424" y="5770656"/>
                  <a:ext cx="78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8A8A0E-AA6C-FBAF-C4B9-C56C7201F866}"/>
                    </a:ext>
                  </a:extLst>
                </p14:cNvPr>
                <p14:cNvContentPartPr/>
                <p14:nvPr/>
              </p14:nvContentPartPr>
              <p14:xfrm>
                <a:off x="2714544" y="5673096"/>
                <a:ext cx="550440" cy="415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A24FF4-3FFA-03AE-1551-364E6B87EF5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78544" y="5637096"/>
                  <a:ext cx="622080" cy="48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1387EF-F7A0-C36C-0031-5A983AE92C90}"/>
              </a:ext>
            </a:extLst>
          </p:cNvPr>
          <p:cNvGrpSpPr/>
          <p:nvPr/>
        </p:nvGrpSpPr>
        <p:grpSpPr>
          <a:xfrm>
            <a:off x="1116864" y="6248016"/>
            <a:ext cx="2845080" cy="406440"/>
            <a:chOff x="1116864" y="6248016"/>
            <a:chExt cx="28450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691F6E6-9918-6604-7F56-CD2C3ED75DA6}"/>
                    </a:ext>
                  </a:extLst>
                </p14:cNvPr>
                <p14:cNvContentPartPr/>
                <p14:nvPr/>
              </p14:nvContentPartPr>
              <p14:xfrm>
                <a:off x="1289304" y="6279696"/>
                <a:ext cx="327960" cy="254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731E31E-35C7-679B-2AFB-4A4BE15A5F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253664" y="6244056"/>
                  <a:ext cx="3996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D06CA0-303C-9CA9-FAA4-73E455CFF87C}"/>
                    </a:ext>
                  </a:extLst>
                </p14:cNvPr>
                <p14:cNvContentPartPr/>
                <p14:nvPr/>
              </p14:nvContentPartPr>
              <p14:xfrm>
                <a:off x="1629144" y="6413976"/>
                <a:ext cx="128520" cy="10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E693EF-6C63-4509-81E9-D8BF44965DA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93144" y="6377976"/>
                  <a:ext cx="200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3EBA2E-1873-2883-D1C4-C775129BD019}"/>
                    </a:ext>
                  </a:extLst>
                </p14:cNvPr>
                <p14:cNvContentPartPr/>
                <p14:nvPr/>
              </p14:nvContentPartPr>
              <p14:xfrm>
                <a:off x="1868544" y="6417576"/>
                <a:ext cx="190800" cy="95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E7F6C6-4CD8-F737-6F26-3439111D44C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32544" y="6381936"/>
                  <a:ext cx="2624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7E2B23-E03E-919C-77FE-3A64BEBB7D7B}"/>
                    </a:ext>
                  </a:extLst>
                </p14:cNvPr>
                <p14:cNvContentPartPr/>
                <p14:nvPr/>
              </p14:nvContentPartPr>
              <p14:xfrm>
                <a:off x="2163384" y="6255576"/>
                <a:ext cx="77760" cy="313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9CEDC4E-85BC-657B-6BBB-741FA95551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27384" y="6219936"/>
                  <a:ext cx="14940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14D6E5A-C401-14BE-A563-8F7E00202650}"/>
                    </a:ext>
                  </a:extLst>
                </p14:cNvPr>
                <p14:cNvContentPartPr/>
                <p14:nvPr/>
              </p14:nvContentPartPr>
              <p14:xfrm>
                <a:off x="2089584" y="6407136"/>
                <a:ext cx="181800" cy="40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2F16BF-D256-0A41-5101-B14CE6A42B8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53944" y="6371496"/>
                  <a:ext cx="253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C24AA8-F46B-DACD-CF81-D5352BC81586}"/>
                    </a:ext>
                  </a:extLst>
                </p14:cNvPr>
                <p14:cNvContentPartPr/>
                <p14:nvPr/>
              </p14:nvContentPartPr>
              <p14:xfrm>
                <a:off x="2358144" y="6378696"/>
                <a:ext cx="34560" cy="115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023AB2-49F2-CA40-B43A-F24DE86B978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22144" y="6343056"/>
                  <a:ext cx="106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96A899A-816C-C15A-5146-6D0901D002A1}"/>
                    </a:ext>
                  </a:extLst>
                </p14:cNvPr>
                <p14:cNvContentPartPr/>
                <p14:nvPr/>
              </p14:nvContentPartPr>
              <p14:xfrm>
                <a:off x="2365704" y="6278256"/>
                <a:ext cx="19080" cy="22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07BD102-D5E5-0A3E-C14E-5C45592839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30064" y="6242616"/>
                  <a:ext cx="90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ACCF240-CEC2-D0CA-0DDF-9A44AC0045C7}"/>
                    </a:ext>
                  </a:extLst>
                </p14:cNvPr>
                <p14:cNvContentPartPr/>
                <p14:nvPr/>
              </p14:nvContentPartPr>
              <p14:xfrm>
                <a:off x="2511864" y="6398136"/>
                <a:ext cx="213840" cy="139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D9F7CD2-91D2-22CC-FCEA-D4EC5584808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6224" y="6362496"/>
                  <a:ext cx="285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1E1FFE-CF53-60EE-ABCD-C5E8C8AC2006}"/>
                    </a:ext>
                  </a:extLst>
                </p14:cNvPr>
                <p14:cNvContentPartPr/>
                <p14:nvPr/>
              </p14:nvContentPartPr>
              <p14:xfrm>
                <a:off x="2776824" y="6435216"/>
                <a:ext cx="241200" cy="55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13B341-843B-CBE1-DDFB-BCF1BC84BB1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40824" y="6399576"/>
                  <a:ext cx="312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9A8309-A26E-6F80-9ED9-33E73516E0B8}"/>
                    </a:ext>
                  </a:extLst>
                </p14:cNvPr>
                <p14:cNvContentPartPr/>
                <p14:nvPr/>
              </p14:nvContentPartPr>
              <p14:xfrm>
                <a:off x="3046464" y="6415416"/>
                <a:ext cx="152280" cy="111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DADE145-09B9-1984-E44A-25CD897C8E8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10464" y="6379776"/>
                  <a:ext cx="223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53C2CC-57A8-CEC1-05AD-45242C228213}"/>
                    </a:ext>
                  </a:extLst>
                </p14:cNvPr>
                <p14:cNvContentPartPr/>
                <p14:nvPr/>
              </p14:nvContentPartPr>
              <p14:xfrm>
                <a:off x="3286944" y="6425496"/>
                <a:ext cx="262080" cy="87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62741B-DB49-2111-617F-67458E8C089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51304" y="6389496"/>
                  <a:ext cx="333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EA61F49-3B0E-3B83-3D95-22FAE7FAAC1A}"/>
                    </a:ext>
                  </a:extLst>
                </p14:cNvPr>
                <p14:cNvContentPartPr/>
                <p14:nvPr/>
              </p14:nvContentPartPr>
              <p14:xfrm>
                <a:off x="3626424" y="6359976"/>
                <a:ext cx="237600" cy="159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ECD9A3D-9623-84BD-0EE6-CDBAA908371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590424" y="6324336"/>
                  <a:ext cx="309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EAA1223-90D9-B1C6-3725-FEFDF0B5150B}"/>
                    </a:ext>
                  </a:extLst>
                </p14:cNvPr>
                <p14:cNvContentPartPr/>
                <p14:nvPr/>
              </p14:nvContentPartPr>
              <p14:xfrm>
                <a:off x="3730464" y="6248016"/>
                <a:ext cx="231480" cy="33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8EFDDA-A2E0-D619-B420-A7BA7E9A65E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94464" y="6212376"/>
                  <a:ext cx="30312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524290-498B-E892-7206-3854747D8A01}"/>
                    </a:ext>
                  </a:extLst>
                </p14:cNvPr>
                <p14:cNvContentPartPr/>
                <p14:nvPr/>
              </p14:nvContentPartPr>
              <p14:xfrm>
                <a:off x="1116864" y="6311016"/>
                <a:ext cx="200520" cy="343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856691C-7B90-51E2-C1A3-C11B51E0ADD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1224" y="6275376"/>
                  <a:ext cx="27216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DB1C188-F666-AE6E-3D73-32BC41D4F769}"/>
              </a:ext>
            </a:extLst>
          </p:cNvPr>
          <p:cNvGrpSpPr/>
          <p:nvPr/>
        </p:nvGrpSpPr>
        <p:grpSpPr>
          <a:xfrm>
            <a:off x="3365064" y="5620536"/>
            <a:ext cx="906840" cy="482760"/>
            <a:chOff x="3365064" y="5620536"/>
            <a:chExt cx="90684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E8C6F8-33D3-E7A8-379C-1DBA322DF4B2}"/>
                    </a:ext>
                  </a:extLst>
                </p14:cNvPr>
                <p14:cNvContentPartPr/>
                <p14:nvPr/>
              </p14:nvContentPartPr>
              <p14:xfrm>
                <a:off x="3365064" y="5630976"/>
                <a:ext cx="204480" cy="350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578F648-0987-CF2A-4063-E1E092DA68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329064" y="5595336"/>
                  <a:ext cx="27612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03658A-5BE9-0603-2537-3B4741A8C0F6}"/>
                    </a:ext>
                  </a:extLst>
                </p14:cNvPr>
                <p14:cNvContentPartPr/>
                <p14:nvPr/>
              </p14:nvContentPartPr>
              <p14:xfrm>
                <a:off x="3374424" y="5627016"/>
                <a:ext cx="291240" cy="139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8660900-6847-1230-9FE8-605DBD84FBD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38784" y="5591016"/>
                  <a:ext cx="362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D29A1E-EC57-D75E-2BBE-4EA5177B9675}"/>
                    </a:ext>
                  </a:extLst>
                </p14:cNvPr>
                <p14:cNvContentPartPr/>
                <p14:nvPr/>
              </p14:nvContentPartPr>
              <p14:xfrm>
                <a:off x="3752424" y="5635656"/>
                <a:ext cx="416520" cy="467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09F396F-78C8-6E49-761B-09E54611D27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16784" y="5599656"/>
                  <a:ext cx="4881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0E79D44-A915-316A-CB1A-260EC80C1501}"/>
                    </a:ext>
                  </a:extLst>
                </p14:cNvPr>
                <p14:cNvContentPartPr/>
                <p14:nvPr/>
              </p14:nvContentPartPr>
              <p14:xfrm>
                <a:off x="3985344" y="5620536"/>
                <a:ext cx="286560" cy="155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12BC16-B1FA-60F7-39EA-6DAA681C589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949344" y="5584536"/>
                  <a:ext cx="35820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0E48362-DFA8-B18D-FBFB-D4EC4649A23D}"/>
              </a:ext>
            </a:extLst>
          </p:cNvPr>
          <p:cNvGrpSpPr/>
          <p:nvPr/>
        </p:nvGrpSpPr>
        <p:grpSpPr>
          <a:xfrm>
            <a:off x="4859424" y="5557896"/>
            <a:ext cx="3110760" cy="1181880"/>
            <a:chOff x="4859424" y="5557896"/>
            <a:chExt cx="3110760" cy="11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81ABA8-AD1E-1648-C8E9-69014724AE4D}"/>
                    </a:ext>
                  </a:extLst>
                </p14:cNvPr>
                <p14:cNvContentPartPr/>
                <p14:nvPr/>
              </p14:nvContentPartPr>
              <p14:xfrm>
                <a:off x="5489784" y="5870376"/>
                <a:ext cx="214920" cy="223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6E47875-88C6-FC5A-7825-5796FDC2688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53784" y="5834376"/>
                  <a:ext cx="2865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36EBD77-5995-E275-A1CF-6CBFAFB8311F}"/>
                    </a:ext>
                  </a:extLst>
                </p14:cNvPr>
                <p14:cNvContentPartPr/>
                <p14:nvPr/>
              </p14:nvContentPartPr>
              <p14:xfrm>
                <a:off x="5708664" y="5956416"/>
                <a:ext cx="267120" cy="122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FCBD561-A86E-9E7F-F21F-F30D424597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673024" y="5920776"/>
                  <a:ext cx="338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E72390-898D-D38B-DCA9-783F8C15FCCE}"/>
                    </a:ext>
                  </a:extLst>
                </p14:cNvPr>
                <p14:cNvContentPartPr/>
                <p14:nvPr/>
              </p14:nvContentPartPr>
              <p14:xfrm>
                <a:off x="5965344" y="5780736"/>
                <a:ext cx="266400" cy="309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033640B-0975-4CEA-149E-1B9E6B1FBB4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29704" y="5745096"/>
                  <a:ext cx="33804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4AD3F1-9D72-5FF7-ED6B-FAC7B7F080E2}"/>
                    </a:ext>
                  </a:extLst>
                </p14:cNvPr>
                <p14:cNvContentPartPr/>
                <p14:nvPr/>
              </p14:nvContentPartPr>
              <p14:xfrm>
                <a:off x="5944824" y="5929776"/>
                <a:ext cx="151560" cy="20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92E7532-004B-95F0-2A94-448BF8146F9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09184" y="5894136"/>
                  <a:ext cx="223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8A13CC-B3AB-DC68-7936-38D89A986F81}"/>
                    </a:ext>
                  </a:extLst>
                </p14:cNvPr>
                <p14:cNvContentPartPr/>
                <p14:nvPr/>
              </p14:nvContentPartPr>
              <p14:xfrm>
                <a:off x="6158304" y="5961816"/>
                <a:ext cx="106920" cy="120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0E87AD-0EF7-7357-2A10-7D9D03D6E2B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122304" y="5926176"/>
                  <a:ext cx="178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178621-B31E-1C8F-B676-85787F68FA13}"/>
                    </a:ext>
                  </a:extLst>
                </p14:cNvPr>
                <p14:cNvContentPartPr/>
                <p14:nvPr/>
              </p14:nvContentPartPr>
              <p14:xfrm>
                <a:off x="6309144" y="5954976"/>
                <a:ext cx="258480" cy="36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DBAB7F-F0E7-986A-ABC7-C1164D36EB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73144" y="5919336"/>
                  <a:ext cx="3301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A7B48F1-BA14-843C-3D2F-FE588810B0E2}"/>
                    </a:ext>
                  </a:extLst>
                </p14:cNvPr>
                <p14:cNvContentPartPr/>
                <p14:nvPr/>
              </p14:nvContentPartPr>
              <p14:xfrm>
                <a:off x="6507864" y="5976216"/>
                <a:ext cx="164160" cy="119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CB5FE66-F4FB-76C1-156F-7DDE80D2FA1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72224" y="5940216"/>
                  <a:ext cx="235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BBE15A-7591-E127-99F5-D1B353F8C79C}"/>
                    </a:ext>
                  </a:extLst>
                </p14:cNvPr>
                <p14:cNvContentPartPr/>
                <p14:nvPr/>
              </p14:nvContentPartPr>
              <p14:xfrm>
                <a:off x="6685704" y="5950296"/>
                <a:ext cx="171720" cy="175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4B674FE-22D0-D418-D3C8-E9DA6CCD81C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649704" y="5914656"/>
                  <a:ext cx="243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26795A2-3312-BF97-39D8-7E8F8D3D9F2B}"/>
                    </a:ext>
                  </a:extLst>
                </p14:cNvPr>
                <p14:cNvContentPartPr/>
                <p14:nvPr/>
              </p14:nvContentPartPr>
              <p14:xfrm>
                <a:off x="6967944" y="5959296"/>
                <a:ext cx="55440" cy="120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FA8E331-0AE2-5325-1E14-C300213174A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32304" y="5923296"/>
                  <a:ext cx="127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53D6485-6992-C3C5-2468-A5659C017BD0}"/>
                    </a:ext>
                  </a:extLst>
                </p14:cNvPr>
                <p14:cNvContentPartPr/>
                <p14:nvPr/>
              </p14:nvContentPartPr>
              <p14:xfrm>
                <a:off x="7029144" y="5843736"/>
                <a:ext cx="2160" cy="24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907D934-E0AA-79D3-2A21-B3E0C36629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93504" y="5807736"/>
                  <a:ext cx="73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F73A91-5280-A428-B8A4-420B2CBD2B07}"/>
                    </a:ext>
                  </a:extLst>
                </p14:cNvPr>
                <p14:cNvContentPartPr/>
                <p14:nvPr/>
              </p14:nvContentPartPr>
              <p14:xfrm>
                <a:off x="7129584" y="5956416"/>
                <a:ext cx="146880" cy="134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03830B9-F76C-8D41-7253-94572419D82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093584" y="5920416"/>
                  <a:ext cx="218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691A8B-762E-35A6-68CD-BF95D60BC615}"/>
                    </a:ext>
                  </a:extLst>
                </p14:cNvPr>
                <p14:cNvContentPartPr/>
                <p14:nvPr/>
              </p14:nvContentPartPr>
              <p14:xfrm>
                <a:off x="7305264" y="5776776"/>
                <a:ext cx="412560" cy="315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69315B-C5AB-A52F-2ACA-ED1EC93A88D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69264" y="5740776"/>
                  <a:ext cx="4842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749E7B-9686-4997-2DC3-A766D30A18D9}"/>
                    </a:ext>
                  </a:extLst>
                </p14:cNvPr>
                <p14:cNvContentPartPr/>
                <p14:nvPr/>
              </p14:nvContentPartPr>
              <p14:xfrm>
                <a:off x="5802984" y="6428376"/>
                <a:ext cx="254160" cy="175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6B2EA97-216A-F715-1C71-4EE6E88B9F8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766984" y="6392736"/>
                  <a:ext cx="325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CD7327-7658-D46A-31E5-8935FAC2AF05}"/>
                    </a:ext>
                  </a:extLst>
                </p14:cNvPr>
                <p14:cNvContentPartPr/>
                <p14:nvPr/>
              </p14:nvContentPartPr>
              <p14:xfrm>
                <a:off x="6183144" y="6455376"/>
                <a:ext cx="135360" cy="103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DB64549-07CA-5229-13FC-3757DAD17AD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47144" y="6419736"/>
                  <a:ext cx="207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0EC286A-273C-1C8E-96D7-78D7DCF811D2}"/>
                    </a:ext>
                  </a:extLst>
                </p14:cNvPr>
                <p14:cNvContentPartPr/>
                <p14:nvPr/>
              </p14:nvContentPartPr>
              <p14:xfrm>
                <a:off x="6429744" y="6447816"/>
                <a:ext cx="338040" cy="177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1A4E37E-035B-695E-5BE3-FF1313C4A80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94104" y="6412176"/>
                  <a:ext cx="409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63F838-F364-E2C9-939B-63596D59BC04}"/>
                    </a:ext>
                  </a:extLst>
                </p14:cNvPr>
                <p14:cNvContentPartPr/>
                <p14:nvPr/>
              </p14:nvContentPartPr>
              <p14:xfrm>
                <a:off x="6824664" y="6448176"/>
                <a:ext cx="74520" cy="123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1E1F59F-69C4-855B-F5A0-6BEAFB4959C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789024" y="6412176"/>
                  <a:ext cx="146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5F9486F-FCEB-EDD4-4DBF-414BBB9DFD58}"/>
                    </a:ext>
                  </a:extLst>
                </p14:cNvPr>
                <p14:cNvContentPartPr/>
                <p14:nvPr/>
              </p14:nvContentPartPr>
              <p14:xfrm>
                <a:off x="6860304" y="6329736"/>
                <a:ext cx="26280" cy="32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1BDF353-EF08-33C5-9776-D4AF8DBF0EA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24304" y="6294096"/>
                  <a:ext cx="97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46B2DE-CCAA-813D-2644-2D946A8C34C0}"/>
                    </a:ext>
                  </a:extLst>
                </p14:cNvPr>
                <p14:cNvContentPartPr/>
                <p14:nvPr/>
              </p14:nvContentPartPr>
              <p14:xfrm>
                <a:off x="7044984" y="6427296"/>
                <a:ext cx="218520" cy="137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7888250-B4F9-2737-9A18-970AAA99A45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009344" y="6391296"/>
                  <a:ext cx="290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C47BBB-A174-8C7D-213D-A6A5ED9ECEE0}"/>
                    </a:ext>
                  </a:extLst>
                </p14:cNvPr>
                <p14:cNvContentPartPr/>
                <p14:nvPr/>
              </p14:nvContentPartPr>
              <p14:xfrm>
                <a:off x="7319664" y="6267456"/>
                <a:ext cx="390240" cy="245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A815822-1BAA-53DF-5AAA-69355ECC281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84024" y="6231456"/>
                  <a:ext cx="4618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26FB999-C343-7C80-5F2A-B4A20E9C0CD5}"/>
                    </a:ext>
                  </a:extLst>
                </p14:cNvPr>
                <p14:cNvContentPartPr/>
                <p14:nvPr/>
              </p14:nvContentPartPr>
              <p14:xfrm>
                <a:off x="7755984" y="6232896"/>
                <a:ext cx="214200" cy="415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074B6E-59EE-9F99-6965-6B42DBE102B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719984" y="6197256"/>
                  <a:ext cx="2858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99FEA6-41D3-EF47-4FD8-5C02DDA2DF69}"/>
                    </a:ext>
                  </a:extLst>
                </p14:cNvPr>
                <p14:cNvContentPartPr/>
                <p14:nvPr/>
              </p14:nvContentPartPr>
              <p14:xfrm>
                <a:off x="5567904" y="6398136"/>
                <a:ext cx="182160" cy="341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05783CF-522C-04B4-603C-59422A90692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531904" y="6362496"/>
                  <a:ext cx="2538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926789A-BE97-079E-3C39-CD44CD07AFE7}"/>
                    </a:ext>
                  </a:extLst>
                </p14:cNvPr>
                <p14:cNvContentPartPr/>
                <p14:nvPr/>
              </p14:nvContentPartPr>
              <p14:xfrm>
                <a:off x="4898304" y="5634216"/>
                <a:ext cx="469440" cy="304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9AFA134-30AD-E58C-7C79-2E63862A6A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62664" y="5598216"/>
                  <a:ext cx="5410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64121B3-25D1-8734-E7BE-AC854192B0BB}"/>
                    </a:ext>
                  </a:extLst>
                </p14:cNvPr>
                <p14:cNvContentPartPr/>
                <p14:nvPr/>
              </p14:nvContentPartPr>
              <p14:xfrm>
                <a:off x="4859424" y="5628456"/>
                <a:ext cx="187560" cy="141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DA18898-E3A9-2BBC-3EAA-12E37E04873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823424" y="5592816"/>
                  <a:ext cx="259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45F18E-7146-CF43-3A71-FD447FEF0565}"/>
                    </a:ext>
                  </a:extLst>
                </p14:cNvPr>
                <p14:cNvContentPartPr/>
                <p14:nvPr/>
              </p14:nvContentPartPr>
              <p14:xfrm>
                <a:off x="5548104" y="5641776"/>
                <a:ext cx="259200" cy="248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647318F-A9C4-405D-4B7D-BBE835F39B2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512464" y="5606136"/>
                  <a:ext cx="3308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28F483B-6A55-668D-00F8-34475098F094}"/>
                    </a:ext>
                  </a:extLst>
                </p14:cNvPr>
                <p14:cNvContentPartPr/>
                <p14:nvPr/>
              </p14:nvContentPartPr>
              <p14:xfrm>
                <a:off x="5478984" y="5587776"/>
                <a:ext cx="303480" cy="146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A2DA4B4-BD0F-8C9E-B29D-86023CAD4BB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43344" y="5551776"/>
                  <a:ext cx="3751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1911B38-571D-91AB-5FAC-A745CF344ABC}"/>
                    </a:ext>
                  </a:extLst>
                </p14:cNvPr>
                <p14:cNvContentPartPr/>
                <p14:nvPr/>
              </p14:nvContentPartPr>
              <p14:xfrm>
                <a:off x="6122664" y="5635656"/>
                <a:ext cx="92880" cy="287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55DC4EC-4F34-12F2-794A-5C8B43B62DA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086664" y="5599656"/>
                  <a:ext cx="164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1FC59D2-0579-4244-B87D-71DBACA73A26}"/>
                    </a:ext>
                  </a:extLst>
                </p14:cNvPr>
                <p14:cNvContentPartPr/>
                <p14:nvPr/>
              </p14:nvContentPartPr>
              <p14:xfrm>
                <a:off x="6056424" y="5601096"/>
                <a:ext cx="159480" cy="84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090E612-708E-BF45-056A-A336607FAE5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020424" y="5565456"/>
                  <a:ext cx="231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822405-07F1-53CA-110D-7285094CD1D6}"/>
                    </a:ext>
                  </a:extLst>
                </p14:cNvPr>
                <p14:cNvContentPartPr/>
                <p14:nvPr/>
              </p14:nvContentPartPr>
              <p14:xfrm>
                <a:off x="6672744" y="5583816"/>
                <a:ext cx="50400" cy="280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98CD90-54E0-4632-A1F8-AE314CBD0DC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636744" y="5547816"/>
                  <a:ext cx="1220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82278C9-78E8-89A9-8D15-B06C52B486BD}"/>
                    </a:ext>
                  </a:extLst>
                </p14:cNvPr>
                <p14:cNvContentPartPr/>
                <p14:nvPr/>
              </p14:nvContentPartPr>
              <p14:xfrm>
                <a:off x="6554304" y="5557896"/>
                <a:ext cx="229320" cy="11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FE072C7-B015-F32F-F0BA-4BC60481BD4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518304" y="5522256"/>
                  <a:ext cx="30096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25B61C9-F2B1-FA8A-2CBF-981452BD5312}"/>
              </a:ext>
            </a:extLst>
          </p:cNvPr>
          <p:cNvGrpSpPr/>
          <p:nvPr/>
        </p:nvGrpSpPr>
        <p:grpSpPr>
          <a:xfrm>
            <a:off x="8336304" y="4596336"/>
            <a:ext cx="3070440" cy="489240"/>
            <a:chOff x="8336304" y="4596336"/>
            <a:chExt cx="307044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B4DC8A1-FCCA-A937-E457-A1021C1F26A6}"/>
                    </a:ext>
                  </a:extLst>
                </p14:cNvPr>
                <p14:cNvContentPartPr/>
                <p14:nvPr/>
              </p14:nvContentPartPr>
              <p14:xfrm>
                <a:off x="8336304" y="4701096"/>
                <a:ext cx="548640" cy="383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8CE30AF-6B78-4F0C-999C-97A01546F93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300664" y="4665096"/>
                  <a:ext cx="6202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8F10596-D1AF-E8E0-72D7-06DFD2DBE782}"/>
                    </a:ext>
                  </a:extLst>
                </p14:cNvPr>
                <p14:cNvContentPartPr/>
                <p14:nvPr/>
              </p14:nvContentPartPr>
              <p14:xfrm>
                <a:off x="9057384" y="4916376"/>
                <a:ext cx="280440" cy="116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AF4A57F-2600-52E2-475C-57076EC88F2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021384" y="4880376"/>
                  <a:ext cx="352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22694BD-CB95-4D4C-89C8-1BCEC482B99F}"/>
                    </a:ext>
                  </a:extLst>
                </p14:cNvPr>
                <p14:cNvContentPartPr/>
                <p14:nvPr/>
              </p14:nvContentPartPr>
              <p14:xfrm>
                <a:off x="9356544" y="4844016"/>
                <a:ext cx="343440" cy="241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A31581D-50DA-ED36-BC73-C8001335834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20544" y="4808376"/>
                  <a:ext cx="4150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C6DBE8D-8326-1F04-3CD9-C1641100EEA0}"/>
                    </a:ext>
                  </a:extLst>
                </p14:cNvPr>
                <p14:cNvContentPartPr/>
                <p14:nvPr/>
              </p14:nvContentPartPr>
              <p14:xfrm>
                <a:off x="9856224" y="4894416"/>
                <a:ext cx="216720" cy="172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D43A503-A698-871A-30BD-1EAA7C3345B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20224" y="4858416"/>
                  <a:ext cx="2883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CBD4A6E-74CD-4BFA-D3DC-CF1EB527971E}"/>
                    </a:ext>
                  </a:extLst>
                </p14:cNvPr>
                <p14:cNvContentPartPr/>
                <p14:nvPr/>
              </p14:nvContentPartPr>
              <p14:xfrm>
                <a:off x="10117584" y="4866696"/>
                <a:ext cx="228240" cy="193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4F590F-09A8-FBBF-9B28-A10ECA02006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081944" y="4831056"/>
                  <a:ext cx="299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0B5A152-101B-F4BB-05BB-F6397494B76B}"/>
                    </a:ext>
                  </a:extLst>
                </p14:cNvPr>
                <p14:cNvContentPartPr/>
                <p14:nvPr/>
              </p14:nvContentPartPr>
              <p14:xfrm>
                <a:off x="10489824" y="4832136"/>
                <a:ext cx="57600" cy="169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B87D1C1-D5E0-1418-B361-4B092082C6B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54184" y="4796136"/>
                  <a:ext cx="129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45C5F1E-582F-E840-96B5-F85FC8E578FB}"/>
                    </a:ext>
                  </a:extLst>
                </p14:cNvPr>
                <p14:cNvContentPartPr/>
                <p14:nvPr/>
              </p14:nvContentPartPr>
              <p14:xfrm>
                <a:off x="10594584" y="4716576"/>
                <a:ext cx="19080" cy="51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B0F8A01-4BFC-21A4-99D3-202B829586C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558944" y="4680576"/>
                  <a:ext cx="90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8DF332E-D0DA-FF7C-2DBA-ACE70597CFAE}"/>
                    </a:ext>
                  </a:extLst>
                </p14:cNvPr>
                <p14:cNvContentPartPr/>
                <p14:nvPr/>
              </p14:nvContentPartPr>
              <p14:xfrm>
                <a:off x="10688904" y="4596336"/>
                <a:ext cx="717840" cy="475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9CDE682-B76A-4E26-4F8C-5A8B452CBC1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652904" y="4560696"/>
                  <a:ext cx="789480" cy="54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F733C67-D28B-A3E1-38A0-44113BE6976C}"/>
              </a:ext>
            </a:extLst>
          </p:cNvPr>
          <p:cNvGrpSpPr/>
          <p:nvPr/>
        </p:nvGrpSpPr>
        <p:grpSpPr>
          <a:xfrm>
            <a:off x="8746344" y="5275656"/>
            <a:ext cx="3155400" cy="583560"/>
            <a:chOff x="8746344" y="5275656"/>
            <a:chExt cx="3155400" cy="5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3665DF0-9D81-A272-E3C5-C05449BBB222}"/>
                    </a:ext>
                  </a:extLst>
                </p14:cNvPr>
                <p14:cNvContentPartPr/>
                <p14:nvPr/>
              </p14:nvContentPartPr>
              <p14:xfrm>
                <a:off x="9055944" y="5328936"/>
                <a:ext cx="559800" cy="4226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D9CDBBB-3603-89F9-37C3-06E40A3ECA8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19944" y="5293296"/>
                  <a:ext cx="63144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7CC40A7-D1CC-5FBA-EF95-8AA23C5F9B3A}"/>
                    </a:ext>
                  </a:extLst>
                </p14:cNvPr>
                <p14:cNvContentPartPr/>
                <p14:nvPr/>
              </p14:nvContentPartPr>
              <p14:xfrm>
                <a:off x="9549864" y="5393016"/>
                <a:ext cx="25200" cy="45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F1E16D1-C1D7-59F1-1476-0731F5B1839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514224" y="5357016"/>
                  <a:ext cx="96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2DB784C-5234-ACD2-E4CB-DEA20025A03B}"/>
                    </a:ext>
                  </a:extLst>
                </p14:cNvPr>
                <p14:cNvContentPartPr/>
                <p14:nvPr/>
              </p14:nvContentPartPr>
              <p14:xfrm>
                <a:off x="9745344" y="5510016"/>
                <a:ext cx="354960" cy="198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1B8DECE-7E19-4126-3CA2-69D8B835FFE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709704" y="5474016"/>
                  <a:ext cx="426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A52C612-60AB-5594-B014-B4740CFDC259}"/>
                    </a:ext>
                  </a:extLst>
                </p14:cNvPr>
                <p14:cNvContentPartPr/>
                <p14:nvPr/>
              </p14:nvContentPartPr>
              <p14:xfrm>
                <a:off x="10108944" y="5438376"/>
                <a:ext cx="303480" cy="254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FABDD72-404E-693D-04F1-F48D8F1D51B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072944" y="5402376"/>
                  <a:ext cx="3751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66164F-FBFF-59B6-8DBB-5C36A3F084C3}"/>
                    </a:ext>
                  </a:extLst>
                </p14:cNvPr>
                <p14:cNvContentPartPr/>
                <p14:nvPr/>
              </p14:nvContentPartPr>
              <p14:xfrm>
                <a:off x="10183824" y="5465736"/>
                <a:ext cx="352800" cy="250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FC6120D-3984-CBE0-321C-F8D199F5AD7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148184" y="5429736"/>
                  <a:ext cx="4244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A62E5F-9D71-6AFB-4A40-08F87CD21886}"/>
                    </a:ext>
                  </a:extLst>
                </p14:cNvPr>
                <p14:cNvContentPartPr/>
                <p14:nvPr/>
              </p14:nvContentPartPr>
              <p14:xfrm>
                <a:off x="10583064" y="5479776"/>
                <a:ext cx="278280" cy="228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F41DE61-AE85-0CF3-F086-449D3F79798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547064" y="5443776"/>
                  <a:ext cx="349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B0CEFA9-5C49-0EDD-F1F0-5C370B01F609}"/>
                    </a:ext>
                  </a:extLst>
                </p14:cNvPr>
                <p14:cNvContentPartPr/>
                <p14:nvPr/>
              </p14:nvContentPartPr>
              <p14:xfrm>
                <a:off x="10941624" y="5275656"/>
                <a:ext cx="802440" cy="421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6692A4F-5960-3825-5CBC-D7F6738E59A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905984" y="5239656"/>
                  <a:ext cx="8740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930B848-7E91-E2A3-FFAB-6317A557A93D}"/>
                    </a:ext>
                  </a:extLst>
                </p14:cNvPr>
                <p14:cNvContentPartPr/>
                <p14:nvPr/>
              </p14:nvContentPartPr>
              <p14:xfrm>
                <a:off x="11204784" y="5431176"/>
                <a:ext cx="299520" cy="56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F244CCA-6433-A7AD-C5FB-3016672C26A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169144" y="5395536"/>
                  <a:ext cx="371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BEF3D48-A808-B4FB-EAC6-ECEC06543C21}"/>
                    </a:ext>
                  </a:extLst>
                </p14:cNvPr>
                <p14:cNvContentPartPr/>
                <p14:nvPr/>
              </p14:nvContentPartPr>
              <p14:xfrm>
                <a:off x="11584944" y="5349456"/>
                <a:ext cx="316800" cy="466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B32AF46-5113-D40D-660E-2CF1B6F955D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548944" y="5313456"/>
                  <a:ext cx="3884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D11FC45-42A5-1F43-5413-E17D46394FF2}"/>
                    </a:ext>
                  </a:extLst>
                </p14:cNvPr>
                <p14:cNvContentPartPr/>
                <p14:nvPr/>
              </p14:nvContentPartPr>
              <p14:xfrm>
                <a:off x="8746344" y="5390856"/>
                <a:ext cx="240120" cy="468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AA79966-C72C-97D2-90A8-0ED395D1262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10704" y="5355216"/>
                  <a:ext cx="311760" cy="54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C969EE2-446D-3E6B-F7E6-171E8EF9C7A5}"/>
              </a:ext>
            </a:extLst>
          </p:cNvPr>
          <p:cNvGrpSpPr/>
          <p:nvPr/>
        </p:nvGrpSpPr>
        <p:grpSpPr>
          <a:xfrm>
            <a:off x="7277184" y="5301216"/>
            <a:ext cx="907560" cy="349920"/>
            <a:chOff x="7277184" y="5301216"/>
            <a:chExt cx="90756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B69F556-7474-5682-F03C-22C86670F85D}"/>
                    </a:ext>
                  </a:extLst>
                </p14:cNvPr>
                <p14:cNvContentPartPr/>
                <p14:nvPr/>
              </p14:nvContentPartPr>
              <p14:xfrm>
                <a:off x="7299504" y="5301216"/>
                <a:ext cx="885240" cy="349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1B5CDBC-8062-ABC8-6DD4-5C39921A589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263504" y="5265216"/>
                  <a:ext cx="9568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F759CCC-2D14-B1D0-2807-6332F00F852D}"/>
                    </a:ext>
                  </a:extLst>
                </p14:cNvPr>
                <p14:cNvContentPartPr/>
                <p14:nvPr/>
              </p14:nvContentPartPr>
              <p14:xfrm>
                <a:off x="7277184" y="5462136"/>
                <a:ext cx="204480" cy="182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4C277F0-7CA1-620C-A8D6-D8A7928C9BD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241544" y="5426136"/>
                  <a:ext cx="276120" cy="25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F24BDB5-2C25-7CCF-8710-6BAB60C8C8E3}"/>
                  </a:ext>
                </a:extLst>
              </p14:cNvPr>
              <p14:cNvContentPartPr/>
              <p14:nvPr/>
            </p14:nvContentPartPr>
            <p14:xfrm>
              <a:off x="9516024" y="3919176"/>
              <a:ext cx="186480" cy="7228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F24BDB5-2C25-7CCF-8710-6BAB60C8C8E3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480024" y="3883176"/>
                <a:ext cx="258120" cy="79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801D2325-22F7-5D25-D881-5DB65DBBC605}"/>
              </a:ext>
            </a:extLst>
          </p:cNvPr>
          <p:cNvGrpSpPr/>
          <p:nvPr/>
        </p:nvGrpSpPr>
        <p:grpSpPr>
          <a:xfrm>
            <a:off x="7879824" y="2696976"/>
            <a:ext cx="4335480" cy="1165680"/>
            <a:chOff x="7879824" y="2696976"/>
            <a:chExt cx="4335480" cy="11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B9EB331-188B-2E25-0694-D9D2216598B0}"/>
                    </a:ext>
                  </a:extLst>
                </p14:cNvPr>
                <p14:cNvContentPartPr/>
                <p14:nvPr/>
              </p14:nvContentPartPr>
              <p14:xfrm>
                <a:off x="8157384" y="2883816"/>
                <a:ext cx="328680" cy="266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B6C3276-3DAE-0667-2781-1950C35E8AB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121384" y="2848176"/>
                  <a:ext cx="4003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B58D4ED-F209-1087-4B8D-90E0D7763534}"/>
                    </a:ext>
                  </a:extLst>
                </p14:cNvPr>
                <p14:cNvContentPartPr/>
                <p14:nvPr/>
              </p14:nvContentPartPr>
              <p14:xfrm>
                <a:off x="8521344" y="2944656"/>
                <a:ext cx="879120" cy="159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5236720-AC49-4290-C266-F410C037B92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85344" y="2908656"/>
                  <a:ext cx="950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4A11CB0-A90B-6BDB-71D9-2BD0F4A754D6}"/>
                    </a:ext>
                  </a:extLst>
                </p14:cNvPr>
                <p14:cNvContentPartPr/>
                <p14:nvPr/>
              </p14:nvContentPartPr>
              <p14:xfrm>
                <a:off x="9948024" y="2696976"/>
                <a:ext cx="773640" cy="369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6455CDF-5B1D-406B-E079-9F29949B7231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12024" y="2661336"/>
                  <a:ext cx="8452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5694297-28C5-63EC-72C1-B78C7436E8E9}"/>
                    </a:ext>
                  </a:extLst>
                </p14:cNvPr>
                <p14:cNvContentPartPr/>
                <p14:nvPr/>
              </p14:nvContentPartPr>
              <p14:xfrm>
                <a:off x="7879824" y="3327696"/>
                <a:ext cx="251640" cy="279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103B417-946C-A03D-BB6E-7CA132D5658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844184" y="3291696"/>
                  <a:ext cx="3232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1E6B4D0-AD48-45C6-B427-065BC1D85FC3}"/>
                    </a:ext>
                  </a:extLst>
                </p14:cNvPr>
                <p14:cNvContentPartPr/>
                <p14:nvPr/>
              </p14:nvContentPartPr>
              <p14:xfrm>
                <a:off x="8193024" y="3335976"/>
                <a:ext cx="784440" cy="270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9B5C714-D7E2-2A17-0CBD-E0783EE22A7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157384" y="3300336"/>
                  <a:ext cx="8560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587C548-A627-B6FB-C829-61B41928D44E}"/>
                    </a:ext>
                  </a:extLst>
                </p14:cNvPr>
                <p14:cNvContentPartPr/>
                <p14:nvPr/>
              </p14:nvContentPartPr>
              <p14:xfrm>
                <a:off x="8427024" y="3441096"/>
                <a:ext cx="188280" cy="37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6D3B29D-6946-4F53-21A9-670584CFCBF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391024" y="3405096"/>
                  <a:ext cx="259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A888E77-EF3F-E579-3FB8-8423FF3F5572}"/>
                    </a:ext>
                  </a:extLst>
                </p14:cNvPr>
                <p14:cNvContentPartPr/>
                <p14:nvPr/>
              </p14:nvContentPartPr>
              <p14:xfrm>
                <a:off x="8946864" y="3460536"/>
                <a:ext cx="471960" cy="402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84CA17B-8BED-839E-4DAB-B4FFB29D2F0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910864" y="3424536"/>
                  <a:ext cx="54360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464CF57-770C-6D17-92C3-BB38F5B78A10}"/>
                    </a:ext>
                  </a:extLst>
                </p14:cNvPr>
                <p14:cNvContentPartPr/>
                <p14:nvPr/>
              </p14:nvContentPartPr>
              <p14:xfrm>
                <a:off x="9412704" y="3394656"/>
                <a:ext cx="214560" cy="189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4D9E6E9-1781-A3C3-D16C-2EDF8F2380A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377064" y="3359016"/>
                  <a:ext cx="286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E31AEE4-9B38-D4DE-8EA8-D1E5F816E049}"/>
                    </a:ext>
                  </a:extLst>
                </p14:cNvPr>
                <p14:cNvContentPartPr/>
                <p14:nvPr/>
              </p14:nvContentPartPr>
              <p14:xfrm>
                <a:off x="9747504" y="3470256"/>
                <a:ext cx="72000" cy="135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3BB4ACE-DCB0-E5E9-14D9-94E37F4D9BD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711504" y="3434256"/>
                  <a:ext cx="143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A7F317-FCDE-0D8E-E28B-8525F7819400}"/>
                    </a:ext>
                  </a:extLst>
                </p14:cNvPr>
                <p14:cNvContentPartPr/>
                <p14:nvPr/>
              </p14:nvContentPartPr>
              <p14:xfrm>
                <a:off x="9748584" y="3341376"/>
                <a:ext cx="11160" cy="13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E04EEDC-94D4-6958-C510-06BE46F8230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712584" y="3305736"/>
                  <a:ext cx="82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66C12A9-6D47-D46D-B4CB-6215ECA53E2B}"/>
                    </a:ext>
                  </a:extLst>
                </p14:cNvPr>
                <p14:cNvContentPartPr/>
                <p14:nvPr/>
              </p14:nvContentPartPr>
              <p14:xfrm>
                <a:off x="9917424" y="3294936"/>
                <a:ext cx="608400" cy="2833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5E15B29-7746-7264-A35A-B2D3DFF9904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881784" y="3258936"/>
                  <a:ext cx="6800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E67D357-4D74-124D-D000-C6D195E98346}"/>
                    </a:ext>
                  </a:extLst>
                </p14:cNvPr>
                <p14:cNvContentPartPr/>
                <p14:nvPr/>
              </p14:nvContentPartPr>
              <p14:xfrm>
                <a:off x="10614024" y="3461256"/>
                <a:ext cx="77040" cy="14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74F65F8-C367-74A7-67B8-092765BD888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578024" y="3425616"/>
                  <a:ext cx="148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9825961-2987-4B84-33A9-45B4E0C0002C}"/>
                    </a:ext>
                  </a:extLst>
                </p14:cNvPr>
                <p14:cNvContentPartPr/>
                <p14:nvPr/>
              </p14:nvContentPartPr>
              <p14:xfrm>
                <a:off x="10863144" y="3427776"/>
                <a:ext cx="158400" cy="151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B5C15FB-910A-152D-E395-95982A3A834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827144" y="3392136"/>
                  <a:ext cx="230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EDDD55D-6E6D-D797-5585-10A4B16DFDA6}"/>
                    </a:ext>
                  </a:extLst>
                </p14:cNvPr>
                <p14:cNvContentPartPr/>
                <p14:nvPr/>
              </p14:nvContentPartPr>
              <p14:xfrm>
                <a:off x="11060064" y="3416976"/>
                <a:ext cx="200520" cy="146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737FE6-6AD0-F6B2-DAC8-AC560CF0910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024064" y="3380976"/>
                  <a:ext cx="272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26C65B6-2A1E-E1B2-CBD2-D992454B2516}"/>
                    </a:ext>
                  </a:extLst>
                </p14:cNvPr>
                <p14:cNvContentPartPr/>
                <p14:nvPr/>
              </p14:nvContentPartPr>
              <p14:xfrm>
                <a:off x="11352384" y="3201696"/>
                <a:ext cx="344520" cy="397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D2D1488-63C4-8EB8-3486-3A30E087F80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316744" y="3166056"/>
                  <a:ext cx="41616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7A640E9-AD16-FE61-734D-54307E010E06}"/>
                    </a:ext>
                  </a:extLst>
                </p14:cNvPr>
                <p14:cNvContentPartPr/>
                <p14:nvPr/>
              </p14:nvContentPartPr>
              <p14:xfrm>
                <a:off x="11628504" y="3320136"/>
                <a:ext cx="41760" cy="16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D405295-9043-3D11-AEF2-3E300F32BF8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592504" y="3284136"/>
                  <a:ext cx="113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6890A3-F070-6A27-39F0-5A64BE21864C}"/>
                    </a:ext>
                  </a:extLst>
                </p14:cNvPr>
                <p14:cNvContentPartPr/>
                <p14:nvPr/>
              </p14:nvContentPartPr>
              <p14:xfrm>
                <a:off x="11793024" y="3429936"/>
                <a:ext cx="154800" cy="142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2B88810-7C7D-376A-27D3-F5FDEC41F04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757384" y="3393936"/>
                  <a:ext cx="226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9E49440-537B-B1C2-5C3F-53768B1F811E}"/>
                    </a:ext>
                  </a:extLst>
                </p14:cNvPr>
                <p14:cNvContentPartPr/>
                <p14:nvPr/>
              </p14:nvContentPartPr>
              <p14:xfrm>
                <a:off x="12009744" y="3232656"/>
                <a:ext cx="205560" cy="294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1FB268C-222A-F5FD-0838-F9008DC678C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974104" y="3197016"/>
                  <a:ext cx="277200" cy="366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1" name="Title 1">
            <a:extLst>
              <a:ext uri="{FF2B5EF4-FFF2-40B4-BE49-F238E27FC236}">
                <a16:creationId xmlns:a16="http://schemas.microsoft.com/office/drawing/2014/main" id="{E0776ED5-EC20-3F2D-E2F7-2554CF1F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738" y="120354"/>
            <a:ext cx="6065557" cy="6305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Types of Data: Examples</a:t>
            </a:r>
          </a:p>
        </p:txBody>
      </p:sp>
    </p:spTree>
    <p:extLst>
      <p:ext uri="{BB962C8B-B14F-4D97-AF65-F5344CB8AC3E}">
        <p14:creationId xmlns:p14="http://schemas.microsoft.com/office/powerpoint/2010/main" val="296529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1C66A-C9FD-BF71-6208-23F3E745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7788D0-24FF-5E08-19AE-5FFF74AB753E}"/>
              </a:ext>
            </a:extLst>
          </p:cNvPr>
          <p:cNvGrpSpPr/>
          <p:nvPr/>
        </p:nvGrpSpPr>
        <p:grpSpPr>
          <a:xfrm>
            <a:off x="176184" y="5247936"/>
            <a:ext cx="2524680" cy="1458360"/>
            <a:chOff x="176184" y="4927896"/>
            <a:chExt cx="2524680" cy="145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5FDCB7A-52D1-AA56-CD8F-F78028127AE9}"/>
                    </a:ext>
                  </a:extLst>
                </p14:cNvPr>
                <p14:cNvContentPartPr/>
                <p14:nvPr/>
              </p14:nvContentPartPr>
              <p14:xfrm>
                <a:off x="195984" y="5382936"/>
                <a:ext cx="369000" cy="334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5FDCB7A-52D1-AA56-CD8F-F78028127A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9984" y="5346936"/>
                  <a:ext cx="4406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4531A5-7853-0896-CF78-2362CFF3E800}"/>
                    </a:ext>
                  </a:extLst>
                </p14:cNvPr>
                <p14:cNvContentPartPr/>
                <p14:nvPr/>
              </p14:nvContentPartPr>
              <p14:xfrm>
                <a:off x="571464" y="5533056"/>
                <a:ext cx="259200" cy="134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4531A5-7853-0896-CF78-2362CFF3E8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5464" y="5497056"/>
                  <a:ext cx="330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162EC88-F08B-03FD-F19D-B63A57942AAD}"/>
                    </a:ext>
                  </a:extLst>
                </p14:cNvPr>
                <p14:cNvContentPartPr/>
                <p14:nvPr/>
              </p14:nvContentPartPr>
              <p14:xfrm>
                <a:off x="873864" y="5279976"/>
                <a:ext cx="259200" cy="394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162EC88-F08B-03FD-F19D-B63A57942A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7814" y="5243976"/>
                  <a:ext cx="33094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DBD667-A1B8-4612-6C88-14F26F0B3188}"/>
                    </a:ext>
                  </a:extLst>
                </p14:cNvPr>
                <p14:cNvContentPartPr/>
                <p14:nvPr/>
              </p14:nvContentPartPr>
              <p14:xfrm>
                <a:off x="857304" y="5522616"/>
                <a:ext cx="156240" cy="19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DBD667-A1B8-4612-6C88-14F26F0B31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1304" y="5486616"/>
                  <a:ext cx="227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0629BF-11CE-8340-0394-57FDD19EE6B9}"/>
                    </a:ext>
                  </a:extLst>
                </p14:cNvPr>
                <p14:cNvContentPartPr/>
                <p14:nvPr/>
              </p14:nvContentPartPr>
              <p14:xfrm>
                <a:off x="1159344" y="5505336"/>
                <a:ext cx="151560" cy="149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0629BF-11CE-8340-0394-57FDD19EE6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3344" y="5469336"/>
                  <a:ext cx="223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52D2BF5-EC19-957F-C467-0E759507F4DB}"/>
                    </a:ext>
                  </a:extLst>
                </p14:cNvPr>
                <p14:cNvContentPartPr/>
                <p14:nvPr/>
              </p14:nvContentPartPr>
              <p14:xfrm>
                <a:off x="1354464" y="5516496"/>
                <a:ext cx="229680" cy="397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52D2BF5-EC19-957F-C467-0E759507F4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18407" y="5480496"/>
                  <a:ext cx="301432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980C7F-E1BB-1834-9C4B-59D9C7090BBC}"/>
                    </a:ext>
                  </a:extLst>
                </p14:cNvPr>
                <p14:cNvContentPartPr/>
                <p14:nvPr/>
              </p14:nvContentPartPr>
              <p14:xfrm>
                <a:off x="1567944" y="5550336"/>
                <a:ext cx="117000" cy="153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980C7F-E1BB-1834-9C4B-59D9C7090BB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31944" y="5514421"/>
                  <a:ext cx="188640" cy="2244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C75200-A8EE-6AAB-482B-C12328423F2B}"/>
                    </a:ext>
                  </a:extLst>
                </p14:cNvPr>
                <p14:cNvContentPartPr/>
                <p14:nvPr/>
              </p14:nvContentPartPr>
              <p14:xfrm>
                <a:off x="1681704" y="5544216"/>
                <a:ext cx="145440" cy="179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C75200-A8EE-6AAB-482B-C12328423F2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45704" y="5508216"/>
                  <a:ext cx="2170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C7AEC11-E550-A18C-C190-E4975FAECF1A}"/>
                    </a:ext>
                  </a:extLst>
                </p14:cNvPr>
                <p14:cNvContentPartPr/>
                <p14:nvPr/>
              </p14:nvContentPartPr>
              <p14:xfrm>
                <a:off x="1929024" y="5593896"/>
                <a:ext cx="5760" cy="120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C7AEC11-E550-A18C-C190-E4975FAECF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93024" y="5558003"/>
                  <a:ext cx="77400" cy="1916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FADF82C-AFFC-B0D7-6E97-A9B77C77E58D}"/>
                    </a:ext>
                  </a:extLst>
                </p14:cNvPr>
                <p14:cNvContentPartPr/>
                <p14:nvPr/>
              </p14:nvContentPartPr>
              <p14:xfrm>
                <a:off x="1935504" y="5411736"/>
                <a:ext cx="12240" cy="39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FADF82C-AFFC-B0D7-6E97-A9B77C77E58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99504" y="5375736"/>
                  <a:ext cx="83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AF3662-B72D-2A90-7D40-FF17564FCE87}"/>
                    </a:ext>
                  </a:extLst>
                </p14:cNvPr>
                <p14:cNvContentPartPr/>
                <p14:nvPr/>
              </p14:nvContentPartPr>
              <p14:xfrm>
                <a:off x="2069064" y="5557896"/>
                <a:ext cx="172080" cy="164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AF3662-B72D-2A90-7D40-FF17564FCE8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3064" y="5521896"/>
                  <a:ext cx="243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F6CA1B-6FC4-6715-899D-B2BDC0A22B8E}"/>
                    </a:ext>
                  </a:extLst>
                </p14:cNvPr>
                <p14:cNvContentPartPr/>
                <p14:nvPr/>
              </p14:nvContentPartPr>
              <p14:xfrm>
                <a:off x="2218104" y="5256936"/>
                <a:ext cx="482760" cy="463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F6CA1B-6FC4-6715-899D-B2BDC0A22B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82104" y="5220936"/>
                  <a:ext cx="55440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5D8B23-CB6C-B41B-7784-A1A7C641692A}"/>
                    </a:ext>
                  </a:extLst>
                </p14:cNvPr>
                <p14:cNvContentPartPr/>
                <p14:nvPr/>
              </p14:nvContentPartPr>
              <p14:xfrm>
                <a:off x="392904" y="5015016"/>
                <a:ext cx="73440" cy="330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5D8B23-CB6C-B41B-7784-A1A7C64169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6904" y="4979016"/>
                  <a:ext cx="145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136244-CCF1-7D35-8F29-555DC6983B35}"/>
                    </a:ext>
                  </a:extLst>
                </p14:cNvPr>
                <p14:cNvContentPartPr/>
                <p14:nvPr/>
              </p14:nvContentPartPr>
              <p14:xfrm>
                <a:off x="276264" y="4961016"/>
                <a:ext cx="222120" cy="180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136244-CCF1-7D35-8F29-555DC6983B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0264" y="4925088"/>
                  <a:ext cx="293760" cy="2514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D48BDB-9D2A-9647-73CA-540D64559B8B}"/>
                    </a:ext>
                  </a:extLst>
                </p14:cNvPr>
                <p14:cNvContentPartPr/>
                <p14:nvPr/>
              </p14:nvContentPartPr>
              <p14:xfrm>
                <a:off x="977904" y="4946976"/>
                <a:ext cx="94680" cy="29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D48BDB-9D2A-9647-73CA-540D64559B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1904" y="4911020"/>
                  <a:ext cx="166320" cy="3685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BD9156-3FAB-54D8-AE3E-F1F66BEF48F6}"/>
                    </a:ext>
                  </a:extLst>
                </p14:cNvPr>
                <p14:cNvContentPartPr/>
                <p14:nvPr/>
              </p14:nvContentPartPr>
              <p14:xfrm>
                <a:off x="881424" y="4927896"/>
                <a:ext cx="302760" cy="160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BD9156-3FAB-54D8-AE3E-F1F66BEF48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5424" y="4891896"/>
                  <a:ext cx="374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EB1D56C-27FB-5D75-DB4C-14443F8DDF61}"/>
                    </a:ext>
                  </a:extLst>
                </p14:cNvPr>
                <p14:cNvContentPartPr/>
                <p14:nvPr/>
              </p14:nvContentPartPr>
              <p14:xfrm>
                <a:off x="398664" y="5905296"/>
                <a:ext cx="392040" cy="315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EB1D56C-27FB-5D75-DB4C-14443F8DDF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2664" y="5869296"/>
                  <a:ext cx="4636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0536501-CAB3-5F60-7D12-B94CDB824D5D}"/>
                    </a:ext>
                  </a:extLst>
                </p14:cNvPr>
                <p14:cNvContentPartPr/>
                <p14:nvPr/>
              </p14:nvContentPartPr>
              <p14:xfrm>
                <a:off x="935424" y="6075576"/>
                <a:ext cx="130320" cy="13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0536501-CAB3-5F60-7D12-B94CDB824D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9424" y="6039669"/>
                  <a:ext cx="201960" cy="210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AE671BD-BDC0-E359-96AD-2F8FEFD09FEE}"/>
                    </a:ext>
                  </a:extLst>
                </p14:cNvPr>
                <p14:cNvContentPartPr/>
                <p14:nvPr/>
              </p14:nvContentPartPr>
              <p14:xfrm>
                <a:off x="1131624" y="5999616"/>
                <a:ext cx="211680" cy="24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E671BD-BDC0-E359-96AD-2F8FEFD09FE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5624" y="5963616"/>
                  <a:ext cx="2833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D5FA02-1DC8-E4E8-16E8-C354A558F7F9}"/>
                    </a:ext>
                  </a:extLst>
                </p14:cNvPr>
                <p14:cNvContentPartPr/>
                <p14:nvPr/>
              </p14:nvContentPartPr>
              <p14:xfrm>
                <a:off x="1448424" y="6089256"/>
                <a:ext cx="27000" cy="100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D5FA02-1DC8-E4E8-16E8-C354A558F7F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12424" y="6053256"/>
                  <a:ext cx="98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2025A9-DF82-FD96-FAFA-F75721B798A3}"/>
                    </a:ext>
                  </a:extLst>
                </p14:cNvPr>
                <p14:cNvContentPartPr/>
                <p14:nvPr/>
              </p14:nvContentPartPr>
              <p14:xfrm>
                <a:off x="1494144" y="5935176"/>
                <a:ext cx="30960" cy="34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2025A9-DF82-FD96-FAFA-F75721B798A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58144" y="5899176"/>
                  <a:ext cx="102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9104CF-BFC4-3720-7AAC-1A358299C534}"/>
                    </a:ext>
                  </a:extLst>
                </p14:cNvPr>
                <p14:cNvContentPartPr/>
                <p14:nvPr/>
              </p14:nvContentPartPr>
              <p14:xfrm>
                <a:off x="1574064" y="6078816"/>
                <a:ext cx="217080" cy="147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9104CF-BFC4-3720-7AAC-1A358299C5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38064" y="6042816"/>
                  <a:ext cx="288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853D28-3EB3-E2B0-6B2F-AEE12D954C6C}"/>
                    </a:ext>
                  </a:extLst>
                </p14:cNvPr>
                <p14:cNvContentPartPr/>
                <p14:nvPr/>
              </p14:nvContentPartPr>
              <p14:xfrm>
                <a:off x="1868904" y="6104736"/>
                <a:ext cx="216720" cy="79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853D28-3EB3-E2B0-6B2F-AEE12D954C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32904" y="6068736"/>
                  <a:ext cx="2883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8207FB3-CD9C-23DE-0545-B163A6193EF3}"/>
                    </a:ext>
                  </a:extLst>
                </p14:cNvPr>
                <p14:cNvContentPartPr/>
                <p14:nvPr/>
              </p14:nvContentPartPr>
              <p14:xfrm>
                <a:off x="2120184" y="5816376"/>
                <a:ext cx="86040" cy="354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8207FB3-CD9C-23DE-0545-B163A6193E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84184" y="5780376"/>
                  <a:ext cx="15768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99BC91-2E0E-15AF-14ED-8F3A8F522086}"/>
                    </a:ext>
                  </a:extLst>
                </p14:cNvPr>
                <p14:cNvContentPartPr/>
                <p14:nvPr/>
              </p14:nvContentPartPr>
              <p14:xfrm>
                <a:off x="2228544" y="5732856"/>
                <a:ext cx="239400" cy="575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99BC91-2E0E-15AF-14ED-8F3A8F52208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92490" y="5696856"/>
                  <a:ext cx="311148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A9B691-EA20-09CE-1C71-06A22DA02ABA}"/>
                    </a:ext>
                  </a:extLst>
                </p14:cNvPr>
                <p14:cNvContentPartPr/>
                <p14:nvPr/>
              </p14:nvContentPartPr>
              <p14:xfrm>
                <a:off x="176184" y="5788656"/>
                <a:ext cx="181800" cy="597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A9B691-EA20-09CE-1C71-06A22DA02AB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0184" y="5752656"/>
                  <a:ext cx="253440" cy="66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F6D9AD7-D8C3-CC26-34E7-067AF63CF824}"/>
              </a:ext>
            </a:extLst>
          </p:cNvPr>
          <p:cNvGrpSpPr/>
          <p:nvPr/>
        </p:nvGrpSpPr>
        <p:grpSpPr>
          <a:xfrm>
            <a:off x="4018464" y="5570424"/>
            <a:ext cx="3017880" cy="1205640"/>
            <a:chOff x="4018464" y="5323536"/>
            <a:chExt cx="3017880" cy="12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1D2F3A-0D61-4FEE-283D-2DE6CF53B756}"/>
                    </a:ext>
                  </a:extLst>
                </p14:cNvPr>
                <p14:cNvContentPartPr/>
                <p14:nvPr/>
              </p14:nvContentPartPr>
              <p14:xfrm>
                <a:off x="4018464" y="5425416"/>
                <a:ext cx="413280" cy="313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1D2F3A-0D61-4FEE-283D-2DE6CF53B75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82495" y="5389416"/>
                  <a:ext cx="484858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79AC8D3-7B08-0E77-FF64-A9785E79D79C}"/>
                    </a:ext>
                  </a:extLst>
                </p14:cNvPr>
                <p14:cNvContentPartPr/>
                <p14:nvPr/>
              </p14:nvContentPartPr>
              <p14:xfrm>
                <a:off x="4464504" y="5564736"/>
                <a:ext cx="315000" cy="123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79AC8D3-7B08-0E77-FF64-A9785E79D79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28504" y="5528736"/>
                  <a:ext cx="386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A81AE2-16B6-13D2-2271-34E5E7FA5B00}"/>
                    </a:ext>
                  </a:extLst>
                </p14:cNvPr>
                <p14:cNvContentPartPr/>
                <p14:nvPr/>
              </p14:nvContentPartPr>
              <p14:xfrm>
                <a:off x="4793904" y="5323536"/>
                <a:ext cx="280800" cy="40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A81AE2-16B6-13D2-2271-34E5E7FA5B0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57904" y="5287536"/>
                  <a:ext cx="3524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59DCBD-1EA4-EE1A-B08C-E450F450F1FC}"/>
                    </a:ext>
                  </a:extLst>
                </p14:cNvPr>
                <p14:cNvContentPartPr/>
                <p14:nvPr/>
              </p14:nvContentPartPr>
              <p14:xfrm>
                <a:off x="4836744" y="5515776"/>
                <a:ext cx="203040" cy="62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59DCBD-1EA4-EE1A-B08C-E450F450F1F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00744" y="5479776"/>
                  <a:ext cx="274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758468B-3948-2307-322E-9ADF0FF72340}"/>
                    </a:ext>
                  </a:extLst>
                </p14:cNvPr>
                <p14:cNvContentPartPr/>
                <p14:nvPr/>
              </p14:nvContentPartPr>
              <p14:xfrm>
                <a:off x="5127624" y="5519016"/>
                <a:ext cx="279720" cy="184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758468B-3948-2307-322E-9ADF0FF7234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91578" y="5483086"/>
                  <a:ext cx="351452" cy="2558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16D271-5991-63C0-EF00-B9209A7B113E}"/>
                    </a:ext>
                  </a:extLst>
                </p14:cNvPr>
                <p14:cNvContentPartPr/>
                <p14:nvPr/>
              </p14:nvContentPartPr>
              <p14:xfrm>
                <a:off x="5419584" y="5535576"/>
                <a:ext cx="288000" cy="496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16D271-5991-63C0-EF00-B9209A7B11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83584" y="5499576"/>
                  <a:ext cx="35964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0F794A7-F2A3-D6DD-5794-5EEC9FE5F88D}"/>
                    </a:ext>
                  </a:extLst>
                </p14:cNvPr>
                <p14:cNvContentPartPr/>
                <p14:nvPr/>
              </p14:nvContentPartPr>
              <p14:xfrm>
                <a:off x="5692104" y="5571576"/>
                <a:ext cx="131760" cy="112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0F794A7-F2A3-D6DD-5794-5EEC9FE5F88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56104" y="5535576"/>
                  <a:ext cx="203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D1F07A6-E093-0BF7-B56B-DE1CC7EB58AD}"/>
                    </a:ext>
                  </a:extLst>
                </p14:cNvPr>
                <p14:cNvContentPartPr/>
                <p14:nvPr/>
              </p14:nvContentPartPr>
              <p14:xfrm>
                <a:off x="5838984" y="5521536"/>
                <a:ext cx="171720" cy="192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D1F07A6-E093-0BF7-B56B-DE1CC7EB58A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02984" y="5485536"/>
                  <a:ext cx="2433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3AC6259-2C23-78B6-0D79-CF8FE81792CE}"/>
                    </a:ext>
                  </a:extLst>
                </p14:cNvPr>
                <p14:cNvContentPartPr/>
                <p14:nvPr/>
              </p14:nvContentPartPr>
              <p14:xfrm>
                <a:off x="6175944" y="5495976"/>
                <a:ext cx="62280" cy="15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AC6259-2C23-78B6-0D79-CF8FE81792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39944" y="5459976"/>
                  <a:ext cx="133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820FDE6-AC2A-E74C-DB6B-6680BF7EA7AB}"/>
                    </a:ext>
                  </a:extLst>
                </p14:cNvPr>
                <p14:cNvContentPartPr/>
                <p14:nvPr/>
              </p14:nvContentPartPr>
              <p14:xfrm>
                <a:off x="6264864" y="5376816"/>
                <a:ext cx="5400" cy="47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820FDE6-AC2A-E74C-DB6B-6680BF7EA7A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28864" y="5340816"/>
                  <a:ext cx="77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5CF97E-6C54-9CD2-BD42-15337EE66E29}"/>
                    </a:ext>
                  </a:extLst>
                </p14:cNvPr>
                <p14:cNvContentPartPr/>
                <p14:nvPr/>
              </p14:nvContentPartPr>
              <p14:xfrm>
                <a:off x="6410664" y="5524776"/>
                <a:ext cx="219960" cy="111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5CF97E-6C54-9CD2-BD42-15337EE66E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74723" y="5488891"/>
                  <a:ext cx="291483" cy="183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EDBA900-10E6-89F3-94F5-B039E89D3759}"/>
                    </a:ext>
                  </a:extLst>
                </p14:cNvPr>
                <p14:cNvContentPartPr/>
                <p14:nvPr/>
              </p14:nvContentPartPr>
              <p14:xfrm>
                <a:off x="6313104" y="5472216"/>
                <a:ext cx="107280" cy="203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EDBA900-10E6-89F3-94F5-B039E89D375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76983" y="5436216"/>
                  <a:ext cx="179161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B9E068E-AB51-347C-C7C1-87CB26D91682}"/>
                    </a:ext>
                  </a:extLst>
                </p14:cNvPr>
                <p14:cNvContentPartPr/>
                <p14:nvPr/>
              </p14:nvContentPartPr>
              <p14:xfrm>
                <a:off x="6694344" y="5326416"/>
                <a:ext cx="78480" cy="371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B9E068E-AB51-347C-C7C1-87CB26D9168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58344" y="5290416"/>
                  <a:ext cx="1501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6B24FE0-DED8-3191-3DB5-6F03559CD33B}"/>
                    </a:ext>
                  </a:extLst>
                </p14:cNvPr>
                <p14:cNvContentPartPr/>
                <p14:nvPr/>
              </p14:nvContentPartPr>
              <p14:xfrm>
                <a:off x="4555584" y="6125256"/>
                <a:ext cx="205920" cy="184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6B24FE0-DED8-3191-3DB5-6F03559CD3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19584" y="6089256"/>
                  <a:ext cx="277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4E772F0-F37F-038E-8A11-E22B2BA3AC1A}"/>
                    </a:ext>
                  </a:extLst>
                </p14:cNvPr>
                <p14:cNvContentPartPr/>
                <p14:nvPr/>
              </p14:nvContentPartPr>
              <p14:xfrm>
                <a:off x="4843224" y="6082056"/>
                <a:ext cx="232920" cy="202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4E772F0-F37F-038E-8A11-E22B2BA3AC1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07280" y="6046056"/>
                  <a:ext cx="304449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223AB93-BDF4-4091-FF37-36F59CB9E629}"/>
                    </a:ext>
                  </a:extLst>
                </p14:cNvPr>
                <p14:cNvContentPartPr/>
                <p14:nvPr/>
              </p14:nvContentPartPr>
              <p14:xfrm>
                <a:off x="5166144" y="5906016"/>
                <a:ext cx="521280" cy="381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223AB93-BDF4-4091-FF37-36F59CB9E62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30144" y="5870016"/>
                  <a:ext cx="5929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CE27EB-4452-4AEB-04AD-5137A76D6AB2}"/>
                    </a:ext>
                  </a:extLst>
                </p14:cNvPr>
                <p14:cNvContentPartPr/>
                <p14:nvPr/>
              </p14:nvContentPartPr>
              <p14:xfrm>
                <a:off x="5530464" y="6056856"/>
                <a:ext cx="11160" cy="17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CE27EB-4452-4AEB-04AD-5137A76D6AB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94464" y="6020856"/>
                  <a:ext cx="82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84E9041-CC02-ECA8-D1B2-36E59A8DB855}"/>
                    </a:ext>
                  </a:extLst>
                </p14:cNvPr>
                <p14:cNvContentPartPr/>
                <p14:nvPr/>
              </p14:nvContentPartPr>
              <p14:xfrm>
                <a:off x="5747184" y="6098256"/>
                <a:ext cx="236520" cy="173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84E9041-CC02-ECA8-D1B2-36E59A8DB85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1184" y="6062256"/>
                  <a:ext cx="308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64714F8-86F2-86B0-2D39-18A6439C39C1}"/>
                    </a:ext>
                  </a:extLst>
                </p14:cNvPr>
                <p14:cNvContentPartPr/>
                <p14:nvPr/>
              </p14:nvContentPartPr>
              <p14:xfrm>
                <a:off x="6067944" y="5842296"/>
                <a:ext cx="543960" cy="405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64714F8-86F2-86B0-2D39-18A6439C39C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31920" y="5806296"/>
                  <a:ext cx="615647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D8452A2-343B-D09E-423E-45D79775C5EC}"/>
                    </a:ext>
                  </a:extLst>
                </p14:cNvPr>
                <p14:cNvContentPartPr/>
                <p14:nvPr/>
              </p14:nvContentPartPr>
              <p14:xfrm>
                <a:off x="6652224" y="5824656"/>
                <a:ext cx="384120" cy="535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D8452A2-343B-D09E-423E-45D79775C5E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16224" y="5788656"/>
                  <a:ext cx="45576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5A7A93-126F-3BC1-A0CE-048F5ECC8A93}"/>
                    </a:ext>
                  </a:extLst>
                </p14:cNvPr>
                <p14:cNvContentPartPr/>
                <p14:nvPr/>
              </p14:nvContentPartPr>
              <p14:xfrm>
                <a:off x="4205664" y="5933376"/>
                <a:ext cx="387000" cy="595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5A7A93-126F-3BC1-A0CE-048F5ECC8A9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69664" y="5897376"/>
                  <a:ext cx="45864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AA1E8A-6D73-D937-37FF-28DF85B9AE85}"/>
                    </a:ext>
                  </a:extLst>
                </p14:cNvPr>
                <p14:cNvContentPartPr/>
                <p14:nvPr/>
              </p14:nvContentPartPr>
              <p14:xfrm>
                <a:off x="6207624" y="6104016"/>
                <a:ext cx="30960" cy="31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AA1E8A-6D73-D937-37FF-28DF85B9AE8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71624" y="6068016"/>
                  <a:ext cx="1026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B405BCA-1AB0-14AC-E55A-11A2E1C9612B}"/>
              </a:ext>
            </a:extLst>
          </p:cNvPr>
          <p:cNvGrpSpPr/>
          <p:nvPr/>
        </p:nvGrpSpPr>
        <p:grpSpPr>
          <a:xfrm>
            <a:off x="8764344" y="5252040"/>
            <a:ext cx="2885400" cy="1517400"/>
            <a:chOff x="8764344" y="4922856"/>
            <a:chExt cx="2885400" cy="151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B472EC7-7256-D016-689E-AF7C13473A32}"/>
                    </a:ext>
                  </a:extLst>
                </p14:cNvPr>
                <p14:cNvContentPartPr/>
                <p14:nvPr/>
              </p14:nvContentPartPr>
              <p14:xfrm>
                <a:off x="8764344" y="5338296"/>
                <a:ext cx="379080" cy="244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B472EC7-7256-D016-689E-AF7C13473A3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28344" y="5302349"/>
                  <a:ext cx="450720" cy="315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0D1074-8185-6EC7-E080-433A193A89AB}"/>
                    </a:ext>
                  </a:extLst>
                </p14:cNvPr>
                <p14:cNvContentPartPr/>
                <p14:nvPr/>
              </p14:nvContentPartPr>
              <p14:xfrm>
                <a:off x="9152064" y="5405976"/>
                <a:ext cx="246240" cy="137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0D1074-8185-6EC7-E080-433A193A89A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116064" y="5370070"/>
                  <a:ext cx="317880" cy="2089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9B50F13-847E-D961-655F-DAFA4B7E6966}"/>
                    </a:ext>
                  </a:extLst>
                </p14:cNvPr>
                <p14:cNvContentPartPr/>
                <p14:nvPr/>
              </p14:nvContentPartPr>
              <p14:xfrm>
                <a:off x="9455544" y="5176296"/>
                <a:ext cx="263520" cy="397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9B50F13-847E-D961-655F-DAFA4B7E69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19544" y="5140296"/>
                  <a:ext cx="33516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1E4FAA-2647-0789-66B3-861F619E690C}"/>
                    </a:ext>
                  </a:extLst>
                </p14:cNvPr>
                <p14:cNvContentPartPr/>
                <p14:nvPr/>
              </p14:nvContentPartPr>
              <p14:xfrm>
                <a:off x="9480384" y="5408136"/>
                <a:ext cx="138960" cy="33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1E4FAA-2647-0789-66B3-861F619E690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44384" y="5372515"/>
                  <a:ext cx="210600" cy="1047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89118CE-A9BB-1D67-5EDF-593EC7102DA2}"/>
                    </a:ext>
                  </a:extLst>
                </p14:cNvPr>
                <p14:cNvContentPartPr/>
                <p14:nvPr/>
              </p14:nvContentPartPr>
              <p14:xfrm>
                <a:off x="9726984" y="5382936"/>
                <a:ext cx="176760" cy="170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89118CE-A9BB-1D67-5EDF-593EC7102DA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90984" y="5346936"/>
                  <a:ext cx="248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CC58B95-8F26-1D4D-D09E-07B8A778B984}"/>
                    </a:ext>
                  </a:extLst>
                </p14:cNvPr>
                <p14:cNvContentPartPr/>
                <p14:nvPr/>
              </p14:nvContentPartPr>
              <p14:xfrm>
                <a:off x="9928944" y="5400576"/>
                <a:ext cx="327600" cy="54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CC58B95-8F26-1D4D-D09E-07B8A778B9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92944" y="5364576"/>
                  <a:ext cx="39924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E6AB4A8-F3BC-5679-D516-D33A9E3983D2}"/>
                    </a:ext>
                  </a:extLst>
                </p14:cNvPr>
                <p14:cNvContentPartPr/>
                <p14:nvPr/>
              </p14:nvContentPartPr>
              <p14:xfrm>
                <a:off x="10147104" y="5447736"/>
                <a:ext cx="158400" cy="106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E6AB4A8-F3BC-5679-D516-D33A9E3983D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1104" y="5411736"/>
                  <a:ext cx="230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1C706F-1F64-73C7-E1F7-58A0AFCC3504}"/>
                    </a:ext>
                  </a:extLst>
                </p14:cNvPr>
                <p14:cNvContentPartPr/>
                <p14:nvPr/>
              </p14:nvContentPartPr>
              <p14:xfrm>
                <a:off x="10307304" y="5377536"/>
                <a:ext cx="256320" cy="211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1C706F-1F64-73C7-E1F7-58A0AFCC350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71304" y="5341536"/>
                  <a:ext cx="3279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35B9A01-B4ED-3590-46EC-956F9E1E8714}"/>
                    </a:ext>
                  </a:extLst>
                </p14:cNvPr>
                <p14:cNvContentPartPr/>
                <p14:nvPr/>
              </p14:nvContentPartPr>
              <p14:xfrm>
                <a:off x="10674504" y="5371416"/>
                <a:ext cx="37800" cy="192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35B9A01-B4ED-3590-46EC-956F9E1E87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638504" y="5335416"/>
                  <a:ext cx="109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7A8BF0-F590-24B2-3777-84187EBD6D77}"/>
                    </a:ext>
                  </a:extLst>
                </p14:cNvPr>
                <p14:cNvContentPartPr/>
                <p14:nvPr/>
              </p14:nvContentPartPr>
              <p14:xfrm>
                <a:off x="10719144" y="5269536"/>
                <a:ext cx="27000" cy="34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7A8BF0-F590-24B2-3777-84187EBD6D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83144" y="5233536"/>
                  <a:ext cx="98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F578C0B-73EE-4F6C-374E-F29F867B2266}"/>
                    </a:ext>
                  </a:extLst>
                </p14:cNvPr>
                <p14:cNvContentPartPr/>
                <p14:nvPr/>
              </p14:nvContentPartPr>
              <p14:xfrm>
                <a:off x="10860984" y="5380416"/>
                <a:ext cx="187200" cy="179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F578C0B-73EE-4F6C-374E-F29F867B226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24984" y="5344416"/>
                  <a:ext cx="258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5DF787C-FB4E-2598-76E2-F7C31EA9EE70}"/>
                    </a:ext>
                  </a:extLst>
                </p14:cNvPr>
                <p14:cNvContentPartPr/>
                <p14:nvPr/>
              </p14:nvContentPartPr>
              <p14:xfrm>
                <a:off x="11053584" y="5166576"/>
                <a:ext cx="329040" cy="387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5DF787C-FB4E-2598-76E2-F7C31EA9EE7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017584" y="5130576"/>
                  <a:ext cx="4006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F71E86-2893-A743-1B4C-7A18B221810C}"/>
                    </a:ext>
                  </a:extLst>
                </p14:cNvPr>
                <p14:cNvContentPartPr/>
                <p14:nvPr/>
              </p14:nvContentPartPr>
              <p14:xfrm>
                <a:off x="9148104" y="5957856"/>
                <a:ext cx="458640" cy="360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F71E86-2893-A743-1B4C-7A18B22181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12104" y="5921856"/>
                  <a:ext cx="5302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7519072-2295-AC36-E047-765E17FA9C98}"/>
                    </a:ext>
                  </a:extLst>
                </p14:cNvPr>
                <p14:cNvContentPartPr/>
                <p14:nvPr/>
              </p14:nvContentPartPr>
              <p14:xfrm>
                <a:off x="9689544" y="6123456"/>
                <a:ext cx="137880" cy="124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7519072-2295-AC36-E047-765E17FA9C9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53544" y="6087456"/>
                  <a:ext cx="209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39B3E6A-B02C-5081-45C6-081DB0E28091}"/>
                    </a:ext>
                  </a:extLst>
                </p14:cNvPr>
                <p14:cNvContentPartPr/>
                <p14:nvPr/>
              </p14:nvContentPartPr>
              <p14:xfrm>
                <a:off x="9909504" y="6065856"/>
                <a:ext cx="341640" cy="248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39B3E6A-B02C-5081-45C6-081DB0E280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873504" y="6029908"/>
                  <a:ext cx="413280" cy="319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E62D9DD-684F-B5D4-C5E2-48F20620B172}"/>
                    </a:ext>
                  </a:extLst>
                </p14:cNvPr>
                <p14:cNvContentPartPr/>
                <p14:nvPr/>
              </p14:nvContentPartPr>
              <p14:xfrm>
                <a:off x="10322064" y="6106896"/>
                <a:ext cx="52560" cy="142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E62D9DD-684F-B5D4-C5E2-48F20620B17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86064" y="6070896"/>
                  <a:ext cx="1242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9C0D07-74DF-3F15-B726-4F62239224C2}"/>
                    </a:ext>
                  </a:extLst>
                </p14:cNvPr>
                <p14:cNvContentPartPr/>
                <p14:nvPr/>
              </p14:nvContentPartPr>
              <p14:xfrm>
                <a:off x="10305144" y="5988456"/>
                <a:ext cx="17280" cy="48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9C0D07-74DF-3F15-B726-4F62239224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69144" y="5952456"/>
                  <a:ext cx="88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FDEC48B-B906-06E8-85F2-8630281A8DBF}"/>
                    </a:ext>
                  </a:extLst>
                </p14:cNvPr>
                <p14:cNvContentPartPr/>
                <p14:nvPr/>
              </p14:nvContentPartPr>
              <p14:xfrm>
                <a:off x="10489824" y="6095016"/>
                <a:ext cx="278280" cy="178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FDEC48B-B906-06E8-85F2-8630281A8DB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53824" y="6059016"/>
                  <a:ext cx="349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D5622B-7461-32E1-9DE2-D610C5DF8633}"/>
                    </a:ext>
                  </a:extLst>
                </p14:cNvPr>
                <p14:cNvContentPartPr/>
                <p14:nvPr/>
              </p14:nvContentPartPr>
              <p14:xfrm>
                <a:off x="10869984" y="5892696"/>
                <a:ext cx="393480" cy="398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D5622B-7461-32E1-9DE2-D610C5DF86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833951" y="5856696"/>
                  <a:ext cx="465186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FB8714-8E1E-1617-7F88-A28FB8297570}"/>
                    </a:ext>
                  </a:extLst>
                </p14:cNvPr>
                <p14:cNvContentPartPr/>
                <p14:nvPr/>
              </p14:nvContentPartPr>
              <p14:xfrm>
                <a:off x="11352024" y="5880096"/>
                <a:ext cx="297720" cy="540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FB8714-8E1E-1617-7F88-A28FB82975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316024" y="5844120"/>
                  <a:ext cx="369360" cy="6123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CE3B8F0-6679-A288-2CF3-6FCBE18A028D}"/>
                    </a:ext>
                  </a:extLst>
                </p14:cNvPr>
                <p14:cNvContentPartPr/>
                <p14:nvPr/>
              </p14:nvContentPartPr>
              <p14:xfrm>
                <a:off x="8850024" y="6019776"/>
                <a:ext cx="283680" cy="420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CE3B8F0-6679-A288-2CF3-6FCBE18A028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13978" y="5983776"/>
                  <a:ext cx="355411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F99919F-F668-CB04-D25F-5ABB41BC99DC}"/>
                    </a:ext>
                  </a:extLst>
                </p14:cNvPr>
                <p14:cNvContentPartPr/>
                <p14:nvPr/>
              </p14:nvContentPartPr>
              <p14:xfrm>
                <a:off x="8961624" y="4928976"/>
                <a:ext cx="150480" cy="285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F99919F-F668-CB04-D25F-5ABB41BC99D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25624" y="4892976"/>
                  <a:ext cx="2221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7B9CD2-4B43-426D-F51D-372E085F5AF1}"/>
                    </a:ext>
                  </a:extLst>
                </p14:cNvPr>
                <p14:cNvContentPartPr/>
                <p14:nvPr/>
              </p14:nvContentPartPr>
              <p14:xfrm>
                <a:off x="8897544" y="4922856"/>
                <a:ext cx="257760" cy="141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7B9CD2-4B43-426D-F51D-372E085F5AF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61544" y="4886856"/>
                  <a:ext cx="329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7B116FC-063A-7F9A-ADB0-1D1CC74E21FA}"/>
                    </a:ext>
                  </a:extLst>
                </p14:cNvPr>
                <p14:cNvContentPartPr/>
                <p14:nvPr/>
              </p14:nvContentPartPr>
              <p14:xfrm>
                <a:off x="10979784" y="4967856"/>
                <a:ext cx="83160" cy="269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7B116FC-063A-7F9A-ADB0-1D1CC74E21F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943784" y="4931856"/>
                  <a:ext cx="1548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8E3ABD0-5176-54CF-230D-DA3BAE43AA77}"/>
                    </a:ext>
                  </a:extLst>
                </p14:cNvPr>
                <p14:cNvContentPartPr/>
                <p14:nvPr/>
              </p14:nvContentPartPr>
              <p14:xfrm>
                <a:off x="10934784" y="4952016"/>
                <a:ext cx="186120" cy="125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8E3ABD0-5176-54CF-230D-DA3BAE43AA7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98853" y="4916016"/>
                  <a:ext cx="257622" cy="197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2" name="Picture 91">
            <a:extLst>
              <a:ext uri="{FF2B5EF4-FFF2-40B4-BE49-F238E27FC236}">
                <a16:creationId xmlns:a16="http://schemas.microsoft.com/office/drawing/2014/main" id="{D417AA9D-1381-9F09-046F-8B98B37EAF82}"/>
              </a:ext>
            </a:extLst>
          </p:cNvPr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869825"/>
            <a:ext cx="12192000" cy="42106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85E185A-3DCE-3F27-8689-5343571C4610}"/>
                  </a:ext>
                </a:extLst>
              </p14:cNvPr>
              <p14:cNvContentPartPr/>
              <p14:nvPr/>
            </p14:nvContentPartPr>
            <p14:xfrm>
              <a:off x="2136744" y="5210424"/>
              <a:ext cx="283680" cy="299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85E185A-3DCE-3F27-8689-5343571C4610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101104" y="5174784"/>
                <a:ext cx="355320" cy="37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C0D8E193-6C59-B0BF-2343-16B7B06FEF7D}"/>
              </a:ext>
            </a:extLst>
          </p:cNvPr>
          <p:cNvGrpSpPr/>
          <p:nvPr/>
        </p:nvGrpSpPr>
        <p:grpSpPr>
          <a:xfrm>
            <a:off x="3492504" y="5212224"/>
            <a:ext cx="462600" cy="359640"/>
            <a:chOff x="3492504" y="5212224"/>
            <a:chExt cx="46260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E090CFD-8C45-DF4D-E8DF-EB00B87ED66C}"/>
                    </a:ext>
                  </a:extLst>
                </p14:cNvPr>
                <p14:cNvContentPartPr/>
                <p14:nvPr/>
              </p14:nvContentPartPr>
              <p14:xfrm>
                <a:off x="3551184" y="5243184"/>
                <a:ext cx="403920" cy="328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E090CFD-8C45-DF4D-E8DF-EB00B87ED66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515544" y="5207544"/>
                  <a:ext cx="4755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33353F7-E886-73F6-D796-BDC9684FB5AB}"/>
                    </a:ext>
                  </a:extLst>
                </p14:cNvPr>
                <p14:cNvContentPartPr/>
                <p14:nvPr/>
              </p14:nvContentPartPr>
              <p14:xfrm>
                <a:off x="3492504" y="5212224"/>
                <a:ext cx="234360" cy="189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33353F7-E886-73F6-D796-BDC9684FB5A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56504" y="5176224"/>
                  <a:ext cx="30600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724D33E-0199-8B48-38BD-251DA21C2F5A}"/>
                  </a:ext>
                </a:extLst>
              </p14:cNvPr>
              <p14:cNvContentPartPr/>
              <p14:nvPr/>
            </p14:nvContentPartPr>
            <p14:xfrm>
              <a:off x="10628064" y="5100264"/>
              <a:ext cx="1339200" cy="1620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724D33E-0199-8B48-38BD-251DA21C2F5A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0592424" y="5064624"/>
                <a:ext cx="1410840" cy="233640"/>
              </a:xfrm>
              <a:prstGeom prst="rect">
                <a:avLst/>
              </a:prstGeom>
            </p:spPr>
          </p:pic>
        </mc:Fallback>
      </mc:AlternateContent>
      <p:sp>
        <p:nvSpPr>
          <p:cNvPr id="100" name="Title 1">
            <a:extLst>
              <a:ext uri="{FF2B5EF4-FFF2-40B4-BE49-F238E27FC236}">
                <a16:creationId xmlns:a16="http://schemas.microsoft.com/office/drawing/2014/main" id="{D67B1787-3AAF-9422-4861-098C8D8B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738" y="120354"/>
            <a:ext cx="6065557" cy="6305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Types of Data: Examples</a:t>
            </a:r>
          </a:p>
        </p:txBody>
      </p:sp>
    </p:spTree>
    <p:extLst>
      <p:ext uri="{BB962C8B-B14F-4D97-AF65-F5344CB8AC3E}">
        <p14:creationId xmlns:p14="http://schemas.microsoft.com/office/powerpoint/2010/main" val="2813374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D976C-E8EB-FBA7-DDBC-435F5D5B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2B88F33-B66B-3F0F-99F7-B79DCB236A5D}"/>
              </a:ext>
            </a:extLst>
          </p:cNvPr>
          <p:cNvGrpSpPr/>
          <p:nvPr/>
        </p:nvGrpSpPr>
        <p:grpSpPr>
          <a:xfrm>
            <a:off x="3484224" y="5719608"/>
            <a:ext cx="2466360" cy="1086120"/>
            <a:chOff x="3484224" y="5298984"/>
            <a:chExt cx="2466360" cy="10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A0191A-FFEB-7490-0291-757938429D2C}"/>
                    </a:ext>
                  </a:extLst>
                </p14:cNvPr>
                <p14:cNvContentPartPr/>
                <p14:nvPr/>
              </p14:nvContentPartPr>
              <p14:xfrm>
                <a:off x="3484224" y="5522904"/>
                <a:ext cx="51480" cy="356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A0191A-FFEB-7490-0291-757938429D2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48584" y="5487264"/>
                  <a:ext cx="1231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EE4D8B-DF9F-6F0A-31ED-47E68F1AACA0}"/>
                    </a:ext>
                  </a:extLst>
                </p14:cNvPr>
                <p14:cNvContentPartPr/>
                <p14:nvPr/>
              </p14:nvContentPartPr>
              <p14:xfrm>
                <a:off x="3512304" y="5555664"/>
                <a:ext cx="257760" cy="268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EE4D8B-DF9F-6F0A-31ED-47E68F1AAC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76664" y="5520024"/>
                  <a:ext cx="3294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95B5B4-A314-0C72-EEDA-47E613329E0E}"/>
                    </a:ext>
                  </a:extLst>
                </p14:cNvPr>
                <p14:cNvContentPartPr/>
                <p14:nvPr/>
              </p14:nvContentPartPr>
              <p14:xfrm>
                <a:off x="3713904" y="5491584"/>
                <a:ext cx="88920" cy="318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95B5B4-A314-0C72-EEDA-47E613329E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77904" y="5455944"/>
                  <a:ext cx="1605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56DF608-947D-4DC9-F025-A60362FA2C14}"/>
                    </a:ext>
                  </a:extLst>
                </p14:cNvPr>
                <p14:cNvContentPartPr/>
                <p14:nvPr/>
              </p14:nvContentPartPr>
              <p14:xfrm>
                <a:off x="3862224" y="5644584"/>
                <a:ext cx="208080" cy="147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56DF608-947D-4DC9-F025-A60362FA2C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26584" y="5608944"/>
                  <a:ext cx="279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5259D0-05F7-F3D2-4AA4-DC3E2DC1D5DC}"/>
                    </a:ext>
                  </a:extLst>
                </p14:cNvPr>
                <p14:cNvContentPartPr/>
                <p14:nvPr/>
              </p14:nvContentPartPr>
              <p14:xfrm>
                <a:off x="4084704" y="5577264"/>
                <a:ext cx="331200" cy="225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5259D0-05F7-F3D2-4AA4-DC3E2DC1D5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49064" y="5541264"/>
                  <a:ext cx="402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D28E34-2061-FF6E-0747-1CA91134DCE3}"/>
                    </a:ext>
                  </a:extLst>
                </p14:cNvPr>
                <p14:cNvContentPartPr/>
                <p14:nvPr/>
              </p14:nvContentPartPr>
              <p14:xfrm>
                <a:off x="4433904" y="5586984"/>
                <a:ext cx="126000" cy="195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D28E34-2061-FF6E-0747-1CA91134DC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98264" y="5550984"/>
                  <a:ext cx="197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5AA0388-156E-F8CB-F928-252D57507753}"/>
                    </a:ext>
                  </a:extLst>
                </p14:cNvPr>
                <p14:cNvContentPartPr/>
                <p14:nvPr/>
              </p14:nvContentPartPr>
              <p14:xfrm>
                <a:off x="4634784" y="5605704"/>
                <a:ext cx="141480" cy="187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5AA0388-156E-F8CB-F928-252D575077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98784" y="5569704"/>
                  <a:ext cx="2131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2C2216-5AC6-9519-92F2-C0BD298650CA}"/>
                    </a:ext>
                  </a:extLst>
                </p14:cNvPr>
                <p14:cNvContentPartPr/>
                <p14:nvPr/>
              </p14:nvContentPartPr>
              <p14:xfrm>
                <a:off x="4938984" y="5595984"/>
                <a:ext cx="41400" cy="152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2C2216-5AC6-9519-92F2-C0BD298650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03344" y="5560344"/>
                  <a:ext cx="1130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511CBE7-3D41-3E58-A870-9860D3B23C7C}"/>
                    </a:ext>
                  </a:extLst>
                </p14:cNvPr>
                <p14:cNvContentPartPr/>
                <p14:nvPr/>
              </p14:nvContentPartPr>
              <p14:xfrm>
                <a:off x="4917744" y="5468184"/>
                <a:ext cx="12960" cy="33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511CBE7-3D41-3E58-A870-9860D3B23C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1744" y="5432184"/>
                  <a:ext cx="84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A5787E0-2435-D3EA-BC38-36CF14C99D57}"/>
                    </a:ext>
                  </a:extLst>
                </p14:cNvPr>
                <p14:cNvContentPartPr/>
                <p14:nvPr/>
              </p14:nvContentPartPr>
              <p14:xfrm>
                <a:off x="5074704" y="5586624"/>
                <a:ext cx="150120" cy="182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5787E0-2435-D3EA-BC38-36CF14C99D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38704" y="5550984"/>
                  <a:ext cx="2217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700805-11C3-30A4-78BA-4687228053C7}"/>
                    </a:ext>
                  </a:extLst>
                </p14:cNvPr>
                <p14:cNvContentPartPr/>
                <p14:nvPr/>
              </p14:nvContentPartPr>
              <p14:xfrm>
                <a:off x="5212584" y="5628024"/>
                <a:ext cx="177120" cy="128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700805-11C3-30A4-78BA-4687228053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76944" y="5592384"/>
                  <a:ext cx="2487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59961B-716A-1B9D-DF67-0A8D00A42D32}"/>
                    </a:ext>
                  </a:extLst>
                </p14:cNvPr>
                <p14:cNvContentPartPr/>
                <p14:nvPr/>
              </p14:nvContentPartPr>
              <p14:xfrm>
                <a:off x="5464224" y="5298984"/>
                <a:ext cx="129960" cy="465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59961B-716A-1B9D-DF67-0A8D00A42D3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28584" y="5263344"/>
                  <a:ext cx="2016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626329-74DB-B1EC-F343-CB3F4015959F}"/>
                    </a:ext>
                  </a:extLst>
                </p14:cNvPr>
                <p14:cNvContentPartPr/>
                <p14:nvPr/>
              </p14:nvContentPartPr>
              <p14:xfrm>
                <a:off x="3837024" y="6011424"/>
                <a:ext cx="542160" cy="37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626329-74DB-B1EC-F343-CB3F401595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01384" y="5975784"/>
                  <a:ext cx="6138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13B0373-1900-1A82-9A5E-C8EEF484ABBD}"/>
                    </a:ext>
                  </a:extLst>
                </p14:cNvPr>
                <p14:cNvContentPartPr/>
                <p14:nvPr/>
              </p14:nvContentPartPr>
              <p14:xfrm>
                <a:off x="4193424" y="6049224"/>
                <a:ext cx="17280" cy="15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13B0373-1900-1A82-9A5E-C8EEF484AB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57784" y="6013224"/>
                  <a:ext cx="88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90918F9-8372-C549-EB64-33052DFC45E1}"/>
                    </a:ext>
                  </a:extLst>
                </p14:cNvPr>
                <p14:cNvContentPartPr/>
                <p14:nvPr/>
              </p14:nvContentPartPr>
              <p14:xfrm>
                <a:off x="4357944" y="6112944"/>
                <a:ext cx="284040" cy="191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90918F9-8372-C549-EB64-33052DFC45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22304" y="6077304"/>
                  <a:ext cx="355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9D242C2-B9D9-C9D6-F796-ADDD83E2FBEB}"/>
                    </a:ext>
                  </a:extLst>
                </p14:cNvPr>
                <p14:cNvContentPartPr/>
                <p14:nvPr/>
              </p14:nvContentPartPr>
              <p14:xfrm>
                <a:off x="4681944" y="6082344"/>
                <a:ext cx="239760" cy="220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9D242C2-B9D9-C9D6-F796-ADDD83E2FB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45944" y="6046344"/>
                  <a:ext cx="3114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10CFE59-A7E9-0997-F998-B952AEEF033E}"/>
                    </a:ext>
                  </a:extLst>
                </p14:cNvPr>
                <p14:cNvContentPartPr/>
                <p14:nvPr/>
              </p14:nvContentPartPr>
              <p14:xfrm>
                <a:off x="4933584" y="6075504"/>
                <a:ext cx="180000" cy="207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10CFE59-A7E9-0997-F998-B952AEEF03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97584" y="6039504"/>
                  <a:ext cx="251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71009EC-9E4F-63D2-9B60-8EA1FD455228}"/>
                    </a:ext>
                  </a:extLst>
                </p14:cNvPr>
                <p14:cNvContentPartPr/>
                <p14:nvPr/>
              </p14:nvContentPartPr>
              <p14:xfrm>
                <a:off x="5172984" y="6113664"/>
                <a:ext cx="156600" cy="14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71009EC-9E4F-63D2-9B60-8EA1FD4552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36984" y="6078024"/>
                  <a:ext cx="228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A587BC2-C019-802C-E0A9-B7CF3E83C25F}"/>
                    </a:ext>
                  </a:extLst>
                </p14:cNvPr>
                <p14:cNvContentPartPr/>
                <p14:nvPr/>
              </p14:nvContentPartPr>
              <p14:xfrm>
                <a:off x="5361264" y="5932584"/>
                <a:ext cx="589320" cy="332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A587BC2-C019-802C-E0A9-B7CF3E83C2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25264" y="5896584"/>
                  <a:ext cx="66096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7D40DC-4DC5-787F-B757-555D983FDA26}"/>
                    </a:ext>
                  </a:extLst>
                </p14:cNvPr>
                <p14:cNvContentPartPr/>
                <p14:nvPr/>
              </p14:nvContentPartPr>
              <p14:xfrm>
                <a:off x="5450904" y="6059664"/>
                <a:ext cx="166680" cy="75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7D40DC-4DC5-787F-B757-555D983FDA2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15264" y="6024024"/>
                  <a:ext cx="2383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C283AC-978C-8600-004C-959907422662}"/>
              </a:ext>
            </a:extLst>
          </p:cNvPr>
          <p:cNvGrpSpPr/>
          <p:nvPr/>
        </p:nvGrpSpPr>
        <p:grpSpPr>
          <a:xfrm>
            <a:off x="5808384" y="5317848"/>
            <a:ext cx="363960" cy="380880"/>
            <a:chOff x="5808384" y="4897224"/>
            <a:chExt cx="36396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72C3FB4-11DB-1525-C341-75AB5C558592}"/>
                    </a:ext>
                  </a:extLst>
                </p14:cNvPr>
                <p14:cNvContentPartPr/>
                <p14:nvPr/>
              </p14:nvContentPartPr>
              <p14:xfrm>
                <a:off x="5808384" y="4900824"/>
                <a:ext cx="312840" cy="377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72C3FB4-11DB-1525-C341-75AB5C5585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72384" y="4864824"/>
                  <a:ext cx="3844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3C5DE2-2CFB-B3EB-3710-DEAC38CB64BB}"/>
                    </a:ext>
                  </a:extLst>
                </p14:cNvPr>
                <p14:cNvContentPartPr/>
                <p14:nvPr/>
              </p14:nvContentPartPr>
              <p14:xfrm>
                <a:off x="5907384" y="4897224"/>
                <a:ext cx="264960" cy="163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3C5DE2-2CFB-B3EB-3710-DEAC38CB64B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71744" y="4861224"/>
                  <a:ext cx="33660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C242C09-048A-367F-9BFB-96140EEE8FC6}"/>
              </a:ext>
            </a:extLst>
          </p:cNvPr>
          <p:cNvGrpSpPr/>
          <p:nvPr/>
        </p:nvGrpSpPr>
        <p:grpSpPr>
          <a:xfrm>
            <a:off x="7524864" y="6339888"/>
            <a:ext cx="2826720" cy="419040"/>
            <a:chOff x="7524864" y="5919264"/>
            <a:chExt cx="282672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B9C9DA2-5BBA-AE41-782C-357CA5CA35D3}"/>
                    </a:ext>
                  </a:extLst>
                </p14:cNvPr>
                <p14:cNvContentPartPr/>
                <p14:nvPr/>
              </p14:nvContentPartPr>
              <p14:xfrm>
                <a:off x="7524864" y="5943384"/>
                <a:ext cx="308160" cy="342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B9C9DA2-5BBA-AE41-782C-357CA5CA35D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88864" y="5907384"/>
                  <a:ext cx="37980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88AFFBB-77C4-FF48-D283-FDD357A9BB3D}"/>
                    </a:ext>
                  </a:extLst>
                </p14:cNvPr>
                <p14:cNvContentPartPr/>
                <p14:nvPr/>
              </p14:nvContentPartPr>
              <p14:xfrm>
                <a:off x="7884504" y="6141024"/>
                <a:ext cx="131760" cy="135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88AFFBB-77C4-FF48-D283-FDD357A9BB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48864" y="6105024"/>
                  <a:ext cx="203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36B9941-BB47-2196-93AE-DA2A5E77D844}"/>
                    </a:ext>
                  </a:extLst>
                </p14:cNvPr>
                <p14:cNvContentPartPr/>
                <p14:nvPr/>
              </p14:nvContentPartPr>
              <p14:xfrm>
                <a:off x="8131824" y="6147144"/>
                <a:ext cx="201240" cy="141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36B9941-BB47-2196-93AE-DA2A5E77D8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95824" y="6111504"/>
                  <a:ext cx="2728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3EE12A-55CF-2E1A-CD3C-7BD9F4192542}"/>
                    </a:ext>
                  </a:extLst>
                </p14:cNvPr>
                <p14:cNvContentPartPr/>
                <p14:nvPr/>
              </p14:nvContentPartPr>
              <p14:xfrm>
                <a:off x="8446104" y="5919264"/>
                <a:ext cx="105120" cy="419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3EE12A-55CF-2E1A-CD3C-7BD9F419254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10104" y="5883624"/>
                  <a:ext cx="17676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0C04FB2-600D-348A-ABF9-9E78AE119D46}"/>
                    </a:ext>
                  </a:extLst>
                </p14:cNvPr>
                <p14:cNvContentPartPr/>
                <p14:nvPr/>
              </p14:nvContentPartPr>
              <p14:xfrm>
                <a:off x="8446104" y="6178824"/>
                <a:ext cx="206640" cy="49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0C04FB2-600D-348A-ABF9-9E78AE119D4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10104" y="6143184"/>
                  <a:ext cx="278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605FFD9-6E81-6D08-1EE1-C9CF6BA90BD5}"/>
                    </a:ext>
                  </a:extLst>
                </p14:cNvPr>
                <p14:cNvContentPartPr/>
                <p14:nvPr/>
              </p14:nvContentPartPr>
              <p14:xfrm>
                <a:off x="8792784" y="6118344"/>
                <a:ext cx="33840" cy="16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605FFD9-6E81-6D08-1EE1-C9CF6BA90B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56784" y="6082704"/>
                  <a:ext cx="105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1D29EAD-B46D-3E30-A508-80F64DFE8554}"/>
                    </a:ext>
                  </a:extLst>
                </p14:cNvPr>
                <p14:cNvContentPartPr/>
                <p14:nvPr/>
              </p14:nvContentPartPr>
              <p14:xfrm>
                <a:off x="8931024" y="5977944"/>
                <a:ext cx="36000" cy="63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1D29EAD-B46D-3E30-A508-80F64DFE85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95024" y="5942304"/>
                  <a:ext cx="107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53672C-D7E1-E138-05D3-91DD17FB9EDF}"/>
                    </a:ext>
                  </a:extLst>
                </p14:cNvPr>
                <p14:cNvContentPartPr/>
                <p14:nvPr/>
              </p14:nvContentPartPr>
              <p14:xfrm>
                <a:off x="9030744" y="6105384"/>
                <a:ext cx="174960" cy="209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53672C-D7E1-E138-05D3-91DD17FB9E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94744" y="6069744"/>
                  <a:ext cx="2466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33EEC9-9F06-1A3D-2AA8-9855B583A8D4}"/>
                    </a:ext>
                  </a:extLst>
                </p14:cNvPr>
                <p14:cNvContentPartPr/>
                <p14:nvPr/>
              </p14:nvContentPartPr>
              <p14:xfrm>
                <a:off x="9291384" y="6113664"/>
                <a:ext cx="271800" cy="210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33EEC9-9F06-1A3D-2AA8-9855B583A8D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55384" y="6077664"/>
                  <a:ext cx="3434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4290F44-54DA-DA16-BB90-81DAB1C5B867}"/>
                    </a:ext>
                  </a:extLst>
                </p14:cNvPr>
                <p14:cNvContentPartPr/>
                <p14:nvPr/>
              </p14:nvContentPartPr>
              <p14:xfrm>
                <a:off x="9615024" y="6119064"/>
                <a:ext cx="101520" cy="150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4290F44-54DA-DA16-BB90-81DAB1C5B86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79024" y="6083424"/>
                  <a:ext cx="1731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262116C-607F-3274-081D-876C5272B8D4}"/>
                    </a:ext>
                  </a:extLst>
                </p14:cNvPr>
                <p14:cNvContentPartPr/>
                <p14:nvPr/>
              </p14:nvContentPartPr>
              <p14:xfrm>
                <a:off x="9855864" y="6117624"/>
                <a:ext cx="211320" cy="18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262116C-607F-3274-081D-876C5272B8D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20224" y="6081624"/>
                  <a:ext cx="2829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FA37064-780B-9C3F-7710-6C30F8CB2460}"/>
                    </a:ext>
                  </a:extLst>
                </p14:cNvPr>
                <p14:cNvContentPartPr/>
                <p14:nvPr/>
              </p14:nvContentPartPr>
              <p14:xfrm>
                <a:off x="10164024" y="6109704"/>
                <a:ext cx="187560" cy="177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FA37064-780B-9C3F-7710-6C30F8CB24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28384" y="6073704"/>
                  <a:ext cx="25920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0ABE559-6B96-D16F-577F-B7C91CC3EEF6}"/>
              </a:ext>
            </a:extLst>
          </p:cNvPr>
          <p:cNvGrpSpPr/>
          <p:nvPr/>
        </p:nvGrpSpPr>
        <p:grpSpPr>
          <a:xfrm>
            <a:off x="7170264" y="5384448"/>
            <a:ext cx="3129480" cy="704520"/>
            <a:chOff x="7170264" y="4963824"/>
            <a:chExt cx="3129480" cy="70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F3E7DCB-9139-BDD8-793E-D6FF9B5EF360}"/>
                    </a:ext>
                  </a:extLst>
                </p14:cNvPr>
                <p14:cNvContentPartPr/>
                <p14:nvPr/>
              </p14:nvContentPartPr>
              <p14:xfrm>
                <a:off x="7396344" y="5376384"/>
                <a:ext cx="49680" cy="291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F3E7DCB-9139-BDD8-793E-D6FF9B5EF3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60704" y="5340384"/>
                  <a:ext cx="121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01123F7-6883-7151-4F1B-268B954E46A9}"/>
                    </a:ext>
                  </a:extLst>
                </p14:cNvPr>
                <p14:cNvContentPartPr/>
                <p14:nvPr/>
              </p14:nvContentPartPr>
              <p14:xfrm>
                <a:off x="7435944" y="5350824"/>
                <a:ext cx="332280" cy="230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01123F7-6883-7151-4F1B-268B954E46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00304" y="5314824"/>
                  <a:ext cx="403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704BFB-2E5C-FBF3-DD51-800ECF9E580B}"/>
                    </a:ext>
                  </a:extLst>
                </p14:cNvPr>
                <p14:cNvContentPartPr/>
                <p14:nvPr/>
              </p14:nvContentPartPr>
              <p14:xfrm>
                <a:off x="7728624" y="5310504"/>
                <a:ext cx="106560" cy="283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704BFB-2E5C-FBF3-DD51-800ECF9E58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92624" y="5274864"/>
                  <a:ext cx="1782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1387638-38E0-5FB2-37A7-8E7458B71316}"/>
                    </a:ext>
                  </a:extLst>
                </p14:cNvPr>
                <p14:cNvContentPartPr/>
                <p14:nvPr/>
              </p14:nvContentPartPr>
              <p14:xfrm>
                <a:off x="7946064" y="5415624"/>
                <a:ext cx="291960" cy="15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1387638-38E0-5FB2-37A7-8E7458B7131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10424" y="5379624"/>
                  <a:ext cx="363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5E7527D-102F-4ADF-2212-2E8DBFEDEA43}"/>
                    </a:ext>
                  </a:extLst>
                </p14:cNvPr>
                <p14:cNvContentPartPr/>
                <p14:nvPr/>
              </p14:nvContentPartPr>
              <p14:xfrm>
                <a:off x="8320824" y="5367384"/>
                <a:ext cx="411120" cy="230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5E7527D-102F-4ADF-2212-2E8DBFEDEA4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84824" y="5331384"/>
                  <a:ext cx="482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49F8C5A-7A76-0C4D-2167-1E25F0B1F849}"/>
                    </a:ext>
                  </a:extLst>
                </p14:cNvPr>
                <p14:cNvContentPartPr/>
                <p14:nvPr/>
              </p14:nvContentPartPr>
              <p14:xfrm>
                <a:off x="8782704" y="5371344"/>
                <a:ext cx="177120" cy="187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49F8C5A-7A76-0C4D-2167-1E25F0B1F8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46704" y="5335704"/>
                  <a:ext cx="248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B8D77B-7688-107A-7C9B-8CAF5370B47F}"/>
                    </a:ext>
                  </a:extLst>
                </p14:cNvPr>
                <p14:cNvContentPartPr/>
                <p14:nvPr/>
              </p14:nvContentPartPr>
              <p14:xfrm>
                <a:off x="9035424" y="5397624"/>
                <a:ext cx="155880" cy="163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B8D77B-7688-107A-7C9B-8CAF5370B47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999784" y="5361984"/>
                  <a:ext cx="227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46CEFE-5D51-8DE9-CD22-861D9817DBB5}"/>
                    </a:ext>
                  </a:extLst>
                </p14:cNvPr>
                <p14:cNvContentPartPr/>
                <p14:nvPr/>
              </p14:nvContentPartPr>
              <p14:xfrm>
                <a:off x="9338544" y="5405544"/>
                <a:ext cx="74880" cy="182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46CEFE-5D51-8DE9-CD22-861D9817DB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02904" y="5369544"/>
                  <a:ext cx="146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6D948E-B150-F382-9C85-072A88F64A8B}"/>
                    </a:ext>
                  </a:extLst>
                </p14:cNvPr>
                <p14:cNvContentPartPr/>
                <p14:nvPr/>
              </p14:nvContentPartPr>
              <p14:xfrm>
                <a:off x="9388224" y="5299344"/>
                <a:ext cx="22680" cy="12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6D948E-B150-F382-9C85-072A88F64A8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52584" y="5263704"/>
                  <a:ext cx="94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2F796B-EA10-6CF3-E561-FF0BEA656B43}"/>
                    </a:ext>
                  </a:extLst>
                </p14:cNvPr>
                <p14:cNvContentPartPr/>
                <p14:nvPr/>
              </p14:nvContentPartPr>
              <p14:xfrm>
                <a:off x="9545904" y="5346144"/>
                <a:ext cx="84600" cy="203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2F796B-EA10-6CF3-E561-FF0BEA656B4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10264" y="5310144"/>
                  <a:ext cx="1562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F875897-D098-6DF9-FE33-33B868266FED}"/>
                    </a:ext>
                  </a:extLst>
                </p14:cNvPr>
                <p14:cNvContentPartPr/>
                <p14:nvPr/>
              </p14:nvContentPartPr>
              <p14:xfrm>
                <a:off x="9731664" y="5121144"/>
                <a:ext cx="568080" cy="423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F875897-D098-6DF9-FE33-33B868266FE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96024" y="5085144"/>
                  <a:ext cx="6397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659B68-FBB6-A3A3-7660-3E2A0945D07F}"/>
                    </a:ext>
                  </a:extLst>
                </p14:cNvPr>
                <p14:cNvContentPartPr/>
                <p14:nvPr/>
              </p14:nvContentPartPr>
              <p14:xfrm>
                <a:off x="7170264" y="4963824"/>
                <a:ext cx="347760" cy="307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659B68-FBB6-A3A3-7660-3E2A0945D0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34624" y="4927824"/>
                  <a:ext cx="419400" cy="378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C3CC1269-6EC7-A0E4-77DD-6B9365F127CB}"/>
              </a:ext>
            </a:extLst>
      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6344" y="1030168"/>
            <a:ext cx="12192000" cy="4210640"/>
          </a:xfrm>
          <a:prstGeom prst="rect">
            <a:avLst/>
          </a:prstGeom>
        </p:spPr>
      </p:pic>
      <p:sp>
        <p:nvSpPr>
          <p:cNvPr id="84" name="Title 1">
            <a:extLst>
              <a:ext uri="{FF2B5EF4-FFF2-40B4-BE49-F238E27FC236}">
                <a16:creationId xmlns:a16="http://schemas.microsoft.com/office/drawing/2014/main" id="{0DE24E76-2A76-4F75-41E6-B1E15E91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738" y="120354"/>
            <a:ext cx="6065557" cy="6305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Types of Data: Examples</a:t>
            </a:r>
          </a:p>
        </p:txBody>
      </p:sp>
    </p:spTree>
    <p:extLst>
      <p:ext uri="{BB962C8B-B14F-4D97-AF65-F5344CB8AC3E}">
        <p14:creationId xmlns:p14="http://schemas.microsoft.com/office/powerpoint/2010/main" val="141794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29A-ECC6-620E-E155-0B8F999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ZZZZZZZZZZZZZZZ</a:t>
            </a:r>
          </a:p>
          <a:p>
            <a:pPr marL="0" indent="0">
              <a:buNone/>
            </a:pPr>
            <a:r>
              <a:rPr lang="en-US" b="1" dirty="0"/>
              <a:t>ZZZZZZZZZZZZZZZZZ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08D1-3B49-04AF-5A08-D8A0AC40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77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218</TotalTime>
  <Words>239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Types of Data</vt:lpstr>
      <vt:lpstr>Types of Data: Theory</vt:lpstr>
      <vt:lpstr>Types of Data: Examples</vt:lpstr>
      <vt:lpstr>Types of Data: Examples</vt:lpstr>
      <vt:lpstr>Types of Data: Examples</vt:lpstr>
      <vt:lpstr>Types of Data: Examples</vt:lpstr>
      <vt:lpstr>STOP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29</cp:revision>
  <dcterms:created xsi:type="dcterms:W3CDTF">2025-09-22T02:44:38Z</dcterms:created>
  <dcterms:modified xsi:type="dcterms:W3CDTF">2026-04-03T15:54:53Z</dcterms:modified>
</cp:coreProperties>
</file>