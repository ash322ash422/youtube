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64" r:id="rId2"/>
    <p:sldId id="295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102A78-C460-4462-8104-10395055D720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741D09-26B3-4D55-9BC3-ED0100171C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961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741D09-26B3-4D55-9BC3-ED0100171C7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0730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3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875157" cy="1445394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0D6073-7F3C-81D1-6863-E850D2D1D0A9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1353800" y="58381"/>
            <a:ext cx="795896" cy="613487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  <a:softEdge rad="0"/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DD396-131F-DBF3-8C7C-E75A82BCE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964" y="178312"/>
            <a:ext cx="8799123" cy="529610"/>
          </a:xfrm>
        </p:spPr>
        <p:txBody>
          <a:bodyPr>
            <a:noAutofit/>
          </a:bodyPr>
          <a:lstStyle/>
          <a:p>
            <a:pPr algn="ctr"/>
            <a:r>
              <a:rPr lang="en-US" sz="2800" b="1" dirty="0"/>
              <a:t>Variance</a:t>
            </a:r>
            <a:endParaRPr lang="en-IN" sz="28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5DF5CCC-6C41-20C6-BFCA-85976D95FC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853953"/>
              </p:ext>
            </p:extLst>
          </p:nvPr>
        </p:nvGraphicFramePr>
        <p:xfrm>
          <a:off x="838200" y="2218214"/>
          <a:ext cx="10515600" cy="356616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417853594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22891752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38494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Domain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Example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Why Compare Variance?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91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Education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Two classes’ exam scores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To see which class has more consistent performance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9526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Medicine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Blood pressure readings from two treatments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To see if one treatment stabilizes patients better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7681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Manufacturing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Diameter of screws from two machines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To check which machine produces more consistent sizes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83486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Finance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Returns of two stocks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To find which stock is more volatile (riskier)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762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Engineering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Measurements from two sensors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To ensure sensors have similar accuracy (precision)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002941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EC86F-C960-307F-F4FD-ECBB7FED3E8A}"/>
              </a:ext>
            </a:extLst>
          </p:cNvPr>
          <p:cNvSpPr txBox="1"/>
          <p:nvPr/>
        </p:nvSpPr>
        <p:spPr>
          <a:xfrm>
            <a:off x="603504" y="670852"/>
            <a:ext cx="110368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Variance tells us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consistent or variable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data are.</a:t>
            </a: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Do We Compare Variances?</a:t>
            </a:r>
          </a:p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compare variances when we want to test or understand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differences in variability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not the means.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Typical situations include:</a:t>
            </a:r>
          </a:p>
        </p:txBody>
      </p:sp>
    </p:spTree>
    <p:extLst>
      <p:ext uri="{BB962C8B-B14F-4D97-AF65-F5344CB8AC3E}">
        <p14:creationId xmlns:p14="http://schemas.microsoft.com/office/powerpoint/2010/main" val="3592568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B9F27-036C-DF25-1663-ADB3FB20C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STOP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CBF26-7783-AE9C-FB4A-CF4684A81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481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363</TotalTime>
  <Words>122</Words>
  <Application>Microsoft Office PowerPoint</Application>
  <PresentationFormat>Widescreen</PresentationFormat>
  <Paragraphs>24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Variance</vt:lpstr>
      <vt:lpstr>STOP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99</cp:revision>
  <dcterms:created xsi:type="dcterms:W3CDTF">2025-09-22T02:44:38Z</dcterms:created>
  <dcterms:modified xsi:type="dcterms:W3CDTF">2025-10-07T03:47:23Z</dcterms:modified>
</cp:coreProperties>
</file>