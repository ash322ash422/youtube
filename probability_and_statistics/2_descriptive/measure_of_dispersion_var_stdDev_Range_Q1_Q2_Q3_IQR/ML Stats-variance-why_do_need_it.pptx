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4" r:id="rId2"/>
    <p:sldId id="29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02A78-C460-4462-8104-10395055D72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41D09-26B3-4D55-9BC3-ED0100171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61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41D09-26B3-4D55-9BC3-ED0100171C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73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875157" cy="144539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0D6073-7F3C-81D1-6863-E850D2D1D0A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1353800" y="58381"/>
            <a:ext cx="795896" cy="6134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softEdge rad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3EC86F-C960-307F-F4FD-ECBB7FED3E8A}"/>
              </a:ext>
            </a:extLst>
          </p:cNvPr>
          <p:cNvSpPr txBox="1"/>
          <p:nvPr/>
        </p:nvSpPr>
        <p:spPr>
          <a:xfrm>
            <a:off x="283464" y="670852"/>
            <a:ext cx="94366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Variance tells us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consistent or variable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data are.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scores of students in 2 states: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1: [32, 43, 45, 36, 44, 37, 33]  - less variation -&gt; more consistent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2: [32, 78, 59, 99,   3, 56, 89]  - more variation -&gt; less consistent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 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Do We Compare Variances?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compare variances when we want to test or understand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differences in variability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not the means.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Looking at test scores based on state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1: [32, 43, 45, 36, 44, 37, 33]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 2: [20, 78, 59, 99, 3,   56, 89]</a:t>
            </a:r>
          </a:p>
        </p:txBody>
      </p:sp>
    </p:spTree>
    <p:extLst>
      <p:ext uri="{BB962C8B-B14F-4D97-AF65-F5344CB8AC3E}">
        <p14:creationId xmlns:p14="http://schemas.microsoft.com/office/powerpoint/2010/main" val="3592568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DF5CCC-6C41-20C6-BFCA-85976D95F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209313"/>
              </p:ext>
            </p:extLst>
          </p:nvPr>
        </p:nvGraphicFramePr>
        <p:xfrm>
          <a:off x="106680" y="1188720"/>
          <a:ext cx="11917680" cy="4937760"/>
        </p:xfrm>
        <a:graphic>
          <a:graphicData uri="http://schemas.openxmlformats.org/drawingml/2006/table">
            <a:tbl>
              <a:tblPr/>
              <a:tblGrid>
                <a:gridCol w="2124456">
                  <a:extLst>
                    <a:ext uri="{9D8B030D-6E8A-4147-A177-3AD203B41FA5}">
                      <a16:colId xmlns:a16="http://schemas.microsoft.com/office/drawing/2014/main" val="4178535945"/>
                    </a:ext>
                  </a:extLst>
                </a:gridCol>
                <a:gridCol w="5925312">
                  <a:extLst>
                    <a:ext uri="{9D8B030D-6E8A-4147-A177-3AD203B41FA5}">
                      <a16:colId xmlns:a16="http://schemas.microsoft.com/office/drawing/2014/main" val="122891752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38494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Compare Variance?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9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Education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Two classes’ exam scores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 see which class has more consistent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526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Medicine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Blood pressure readings from two treatments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 see if one treatment stabilizes patients better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681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Manufacturing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Diameter of screws from two machines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 check which machine produces more consistent sizes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348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Returns of two stocks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 find which stock is more volatile (riskier)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62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Measurements from two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 ensure sensors have similar accuracy (precision)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02941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CC981CD-43BA-24D2-FC9F-0EF828DC0CAF}"/>
              </a:ext>
            </a:extLst>
          </p:cNvPr>
          <p:cNvSpPr txBox="1"/>
          <p:nvPr/>
        </p:nvSpPr>
        <p:spPr>
          <a:xfrm>
            <a:off x="626364" y="188899"/>
            <a:ext cx="6263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situations include:</a:t>
            </a:r>
          </a:p>
        </p:txBody>
      </p:sp>
    </p:spTree>
    <p:extLst>
      <p:ext uri="{BB962C8B-B14F-4D97-AF65-F5344CB8AC3E}">
        <p14:creationId xmlns:p14="http://schemas.microsoft.com/office/powerpoint/2010/main" val="10148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373</TotalTime>
  <Words>221</Words>
  <Application>Microsoft Office PowerPoint</Application>
  <PresentationFormat>Widescreen</PresentationFormat>
  <Paragraphs>32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102</cp:revision>
  <dcterms:created xsi:type="dcterms:W3CDTF">2025-09-22T02:44:38Z</dcterms:created>
  <dcterms:modified xsi:type="dcterms:W3CDTF">2026-04-29T11:44:07Z</dcterms:modified>
</cp:coreProperties>
</file>