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13:44.07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0 24575,'42'2'0,"44"8"0,23 1 0,704-6 44,-443-8-1453,-326 3-5417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13:45.65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0 281 24575,'0'4'0,"0"-3"0,4 3 0,2 5 0,4 1 0,0 8 0,7 4 0,5-1 0,4-8 0,9-7 0,21-17 0,14-28 0,3-17 0,3-6 0,1-7 0,-13 5 0,-12 12 0,-15 17-8191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15:55.9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0 665 24575,'5'0'0,"0"1"0,0-1 0,0 1 0,0-1 0,0 2 0,0-1 0,-1 0 0,1 1 0,0 0 0,-1 0 0,1 0 0,-1 1 0,0-1 0,0 1 0,0 0 0,0 0 0,0 1 0,4 5 0,2 4 0,-1 0 0,-1 0 0,0 1 0,9 21 0,-11-21 0,1 0 0,0 0 0,1-1 0,12 16 0,-19-28 0,0 0 0,0-1 0,0 1 0,0 0 0,0-1 0,0 1 0,0-1 0,0 1 0,0-1 0,0 0 0,0 1 0,1-1 0,-1 0 0,0 0 0,0 0 0,0 0 0,0 0 0,0 0 0,1 0 0,-1 0 0,0 0 0,0 0 0,0-1 0,0 1 0,0 0 0,0-1 0,1 1 0,-1-1 0,0 1 0,0-1 0,-1 0 0,1 1 0,0-1 0,0 0 0,0 0 0,1-1 0,35-40 0,-30 33 0,239-338 0,-74 98 0,-51 81-1365,-78 108-5461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28:45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1 628 24575,'11'11'0,"-1"1"0,0 0 0,0 1 0,-1 0 0,-1 0 0,0 1 0,-1 0 0,0 1 0,-2-1 0,9 31 0,-13-41 0,-1 0 0,1 0 0,1-1 0,-1 1 0,0 0 0,1-1 0,0 1 0,0-1 0,0 0 0,0 1 0,1-1 0,-1 0 0,1 0 0,-1 0 0,1-1 0,0 1 0,0-1 0,5 3 0,-3-3 0,1 0 0,-1-1 0,0 1 0,1-1 0,0 0 0,-1-1 0,1 1 0,-1-1 0,1 0 0,0-1 0,-1 0 0,11-2 0,19-5 0,-1-1 0,0-3 0,0 0 0,48-26 0,127-84 0,-106 59 0,147-79 0,336-138 0,-202 115-1365,-334 144-5461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28:45.1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1 628 24575,'11'11'0,"-1"1"0,0 0 0,0 1 0,-1 0 0,-1 0 0,0 1 0,-1 0 0,0 1 0,-2-1 0,9 31 0,-13-41 0,-1 0 0,1 0 0,1-1 0,-1 1 0,0 0 0,1-1 0,0 1 0,0-1 0,0 0 0,0 1 0,1-1 0,-1 0 0,1 0 0,-1 0 0,1-1 0,0 1 0,0-1 0,5 3 0,-3-3 0,1 0 0,-1-1 0,0 1 0,1-1 0,0 0 0,-1-1 0,1 1 0,-1-1 0,1 0 0,0-1 0,-1 0 0,11-2 0,19-5 0,-1-1 0,0-3 0,0 0 0,48-26 0,127-84 0,-106 59 0,147-79 0,336-138 0,-202 115-1365,-334 144-5461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33:53.44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0 748 24575,'2'7'0,"0"1"0,1-1 0,0 0 0,0 0 0,1 0 0,-1 0 0,2 0 0,-1-1 0,1 0 0,9 10 0,-5-5 0,22 31 0,-11-15 0,0-1 0,2 0 0,0-2 0,42 35 0,-61-57 0,0 0 0,1-1 0,-1 0 0,1 0 0,0 0 0,-1 0 0,1 0 0,0-1 0,0 1 0,-1-1 0,1 0 0,0 0 0,0-1 0,-1 1 0,1-1 0,0 0 0,-1 0 0,1 0 0,-1 0 0,1-1 0,-1 1 0,1-1 0,4-3 0,12-7 0,0-1 0,29-26 0,-36 29 0,423-360 0,-63 85 0,-196 152 0,19-32-1365,-176 150-5461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3T13:33:55.80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0 543 24575,'6'6'0,"-1"0"0,1 0 0,-1 1 0,-1-1 0,7 12 0,16 38 0,1 0 0,34 98 0,-61-152 0,-1 0 0,1 0 0,0-1 0,-1 1 0,1 0 0,0-1 0,0 1 0,0-1 0,0 1 0,0-1 0,1 1 0,-1-1 0,0 0 0,1 0 0,-1 0 0,1 1 0,-1-1 0,1 0 0,-1-1 0,1 1 0,0 0 0,-1 0 0,1-1 0,0 1 0,0-1 0,-1 0 0,1 1 0,0-1 0,0 0 0,3 0 0,5-1 0,-1-1 0,1 0 0,-1 0 0,0 0 0,12-6 0,83-36 0,167-96 0,-157 77 0,145-78-82,533-285-1201,-677 366-5543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facebook.com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F2568-B95D-0489-CE57-7D5A78C0A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767802"/>
            <a:ext cx="8891016" cy="49804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DAC388-D71D-1BCF-1759-AD5DEF2B7737}"/>
              </a:ext>
            </a:extLst>
          </p:cNvPr>
          <p:cNvSpPr txBox="1"/>
          <p:nvPr/>
        </p:nvSpPr>
        <p:spPr>
          <a:xfrm>
            <a:off x="1757934" y="473702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Login to :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  <a:hlinkClick r:id="rId3"/>
              </a:rPr>
              <a:t>https://developers.facebook.com/</a:t>
            </a:r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Build with us</a:t>
            </a:r>
            <a:r>
              <a:rPr lang="en-IN" b="1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Whatsapp Business Platform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B5C4D5-D1A6-3C11-9568-7009B906DA63}"/>
                  </a:ext>
                </a:extLst>
              </p14:cNvPr>
              <p14:cNvContentPartPr/>
              <p14:nvPr/>
            </p14:nvContentPartPr>
            <p14:xfrm>
              <a:off x="2761344" y="2688336"/>
              <a:ext cx="527040" cy="10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B5C4D5-D1A6-3C11-9568-7009B906DA6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3344" y="2670336"/>
                <a:ext cx="56268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84F5994-B716-91D5-D19C-AC49797C0B75}"/>
                  </a:ext>
                </a:extLst>
              </p14:cNvPr>
              <p14:cNvContentPartPr/>
              <p14:nvPr/>
            </p14:nvContentPartPr>
            <p14:xfrm>
              <a:off x="2615184" y="2303856"/>
              <a:ext cx="228960" cy="140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84F5994-B716-91D5-D19C-AC49797C0B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97184" y="2286216"/>
                <a:ext cx="264600" cy="175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552B1-1A42-16D6-F93D-43D8F415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D6F50E-1A73-39E3-EB37-3F7B73808BA1}"/>
              </a:ext>
            </a:extLst>
          </p:cNvPr>
          <p:cNvSpPr txBox="1"/>
          <p:nvPr/>
        </p:nvSpPr>
        <p:spPr>
          <a:xfrm>
            <a:off x="1757934" y="4737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Get Started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E7643-C6A5-5C45-1623-AFC7CAE39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497179"/>
            <a:ext cx="10125456" cy="50152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3E8655A-2331-6DED-C65C-818F56393F0F}"/>
                  </a:ext>
                </a:extLst>
              </p14:cNvPr>
              <p14:cNvContentPartPr/>
              <p14:nvPr/>
            </p14:nvContentPartPr>
            <p14:xfrm>
              <a:off x="11192184" y="2046456"/>
              <a:ext cx="308520" cy="318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3E8655A-2331-6DED-C65C-818F56393F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174184" y="2028456"/>
                <a:ext cx="344160" cy="3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6025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CC8A0-8719-4639-916D-4AD16A790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68C84D-303E-5D9D-EABE-25D5262DCD40}"/>
              </a:ext>
            </a:extLst>
          </p:cNvPr>
          <p:cNvSpPr txBox="1"/>
          <p:nvPr/>
        </p:nvSpPr>
        <p:spPr>
          <a:xfrm>
            <a:off x="1757934" y="4737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Enter the info here. (Need to have facebook account)</a:t>
            </a:r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EC7F1-3004-D148-181B-BCF326621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594900"/>
            <a:ext cx="11689080" cy="52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6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091E5B-205D-3120-5F9D-B77E93FF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F88291-3FD9-951C-833C-0B1A259726BE}"/>
              </a:ext>
            </a:extLst>
          </p:cNvPr>
          <p:cNvSpPr txBox="1"/>
          <p:nvPr/>
        </p:nvSpPr>
        <p:spPr>
          <a:xfrm>
            <a:off x="1757934" y="47370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Enter the info here. (Need to have facebook account)</a:t>
            </a:r>
            <a:endParaRPr lang="en-IN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1D58DA-B875-5D76-DC9F-380F2799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40032"/>
            <a:ext cx="10930128" cy="511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8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BBC2EC-3998-AEAC-92A3-BAB90489D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2B7F0A-8591-B11D-C142-1B1BF1BA5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528348"/>
            <a:ext cx="6955030" cy="498039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B10845-735A-30F2-45E3-CA6CB9446F1A}"/>
                  </a:ext>
                </a:extLst>
              </p14:cNvPr>
              <p14:cNvContentPartPr/>
              <p14:nvPr/>
            </p14:nvContentPartPr>
            <p14:xfrm>
              <a:off x="8229384" y="5086656"/>
              <a:ext cx="729360" cy="316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B10845-735A-30F2-45E3-CA6CB9446F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744" y="5069016"/>
                <a:ext cx="765000" cy="35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9231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3D324D-1C58-433D-4EAA-3C768E533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16FC11-63DF-855E-38DC-78121ED80EB8}"/>
                  </a:ext>
                </a:extLst>
              </p14:cNvPr>
              <p14:cNvContentPartPr/>
              <p14:nvPr/>
            </p14:nvContentPartPr>
            <p14:xfrm>
              <a:off x="8732304" y="4181400"/>
              <a:ext cx="729360" cy="316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16FC11-63DF-855E-38DC-78121ED80E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4304" y="4163400"/>
                <a:ext cx="765000" cy="3517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18642733-D5A0-EB22-328B-DD3C73BE3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508884"/>
            <a:ext cx="8060297" cy="608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2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CEA91-0092-6289-E162-50D59858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7D4266-D947-14DE-5C3B-5FE9AAB90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6" y="1807688"/>
            <a:ext cx="10600944" cy="50503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16AC59B-97E7-2C97-A9B0-5B605BFBBF6D}"/>
                  </a:ext>
                </a:extLst>
              </p14:cNvPr>
              <p14:cNvContentPartPr/>
              <p14:nvPr/>
            </p14:nvContentPartPr>
            <p14:xfrm>
              <a:off x="1244338" y="3001851"/>
              <a:ext cx="587520" cy="381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16AC59B-97E7-2C97-A9B0-5B605BFBBF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6338" y="2984211"/>
                <a:ext cx="62316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9931C0-2FB1-B8EF-FECC-68A7ACD8D2E8}"/>
                  </a:ext>
                </a:extLst>
              </p14:cNvPr>
              <p14:cNvContentPartPr/>
              <p14:nvPr/>
            </p14:nvContentPartPr>
            <p14:xfrm>
              <a:off x="9879249" y="3192471"/>
              <a:ext cx="692280" cy="321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9931C0-2FB1-B8EF-FECC-68A7ACD8D2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861249" y="3174471"/>
                <a:ext cx="727920" cy="35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915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47</Words>
  <Application>Microsoft Office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</cp:revision>
  <dcterms:created xsi:type="dcterms:W3CDTF">2026-09-25T02:37:34Z</dcterms:created>
  <dcterms:modified xsi:type="dcterms:W3CDTF">2026-10-03T19:08:24Z</dcterms:modified>
</cp:coreProperties>
</file>