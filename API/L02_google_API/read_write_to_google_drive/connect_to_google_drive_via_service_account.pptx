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7" r:id="rId2"/>
    <p:sldId id="276" r:id="rId3"/>
    <p:sldId id="277" r:id="rId4"/>
    <p:sldId id="284" r:id="rId5"/>
    <p:sldId id="281" r:id="rId6"/>
    <p:sldId id="278" r:id="rId7"/>
    <p:sldId id="283" r:id="rId8"/>
    <p:sldId id="282" r:id="rId9"/>
    <p:sldId id="279" r:id="rId10"/>
    <p:sldId id="287" r:id="rId11"/>
    <p:sldId id="288" r:id="rId12"/>
    <p:sldId id="289" r:id="rId13"/>
    <p:sldId id="275" r:id="rId14"/>
    <p:sldId id="291" r:id="rId15"/>
    <p:sldId id="290" r:id="rId16"/>
    <p:sldId id="292" r:id="rId17"/>
    <p:sldId id="294" r:id="rId18"/>
    <p:sldId id="295" r:id="rId19"/>
    <p:sldId id="29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4:56.3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0 524 24575,'4'0'0,"0"2"0,-1-1 0,1 0 0,-1 1 0,1-1 0,-1 1 0,0 0 0,0 0 0,0 1 0,0-1 0,0 0 0,0 1 0,-1 0 0,1 0 0,-1 0 0,1 0 0,2 5 0,-3-4 0,1 0 0,0-1 0,0 1 0,1 0 0,-1-1 0,1 0 0,0 0 0,0 0 0,4 2 0,-6-4 0,0-1 0,0 0 0,0 0 0,-1 0 0,1 0 0,0 0 0,0 0 0,0 0 0,0-1 0,-1 1 0,1 0 0,0-1 0,0 0 0,-1 1 0,1-1 0,0 0 0,-1 0 0,1 0 0,-1 0 0,1 0 0,-1-1 0,0 1 0,1 0 0,-1-1 0,0 1 0,0 0 0,0-1 0,0 0 0,1-2 0,11-15 0,-1-1 0,-2-1 0,0 1 0,-1-2 0,10-33 0,-10 27 0,1 1 0,24-47 0,-6 29-273,2 0 0,2 2 0,1 2 0,50-48 0,-50 59-6553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5:52.2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1 429 24575,'0'-1'0,"0"1"0,0 0 0,0-1 0,0 1 0,0 0 0,0-1 0,0 1 0,0 0 0,0-1 0,0 1 0,0 0 0,0-1 0,0 1 0,0 0 0,0-1 0,0 1 0,1 0 0,-1-1 0,0 1 0,0 0 0,0-1 0,0 1 0,1 0 0,-1 0 0,0-1 0,0 1 0,1 0 0,-1 0 0,0-1 0,1 1 0,-1 0 0,0 0 0,1 0 0,-1 0 0,0-1 0,1 1 0,-1 0 0,0 0 0,1 0 0,-1 0 0,0 0 0,1 0 0,-1 0 0,0 0 0,1 0 0,-1 0 0,1 0 0,-1 0 0,0 0 0,1 0 0,-1 1 0,0-1 0,1 0 0,-1 0 0,0 0 0,0 0 0,1 1 0,-1-1 0,0 0 0,1 0 0,-1 1 0,0-1 0,0 0 0,1 0 0,-1 1 0,0 0 0,20 17 0,-2 7 0,-2 1 0,0 0 0,13 32 0,-18-34 0,0-1 0,2 0 0,1-1 0,31 38 0,-44-58 0,0-1 0,0 0 0,1 0 0,-1 1 0,0-1 0,1 0 0,-1 0 0,1 0 0,-1-1 0,1 1 0,0 0 0,-1-1 0,1 1 0,0-1 0,-1 1 0,1-1 0,0 0 0,-1 1 0,1-1 0,0 0 0,0 0 0,-1 0 0,1-1 0,3 0 0,-2 0 0,1-1 0,-1 1 0,0-1 0,1 0 0,-1 0 0,0-1 0,0 1 0,0 0 0,-1-1 0,6-6 0,2-4 0,0-1 0,-1-1 0,-1 0 0,7-16 0,11-24 0,29-74 0,-34 69 0,-15 35 0,2 1 0,1 0 0,1 1 0,1 0 0,1 0 0,23-31 0,-13 27-116,-5 7-134,0 0 1,-2-1-1,0 0 0,15-33 0,-21 33-6576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9:36.3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5 340 24575,'-2'38'0,"1"-27"0,0 0 0,1 0 0,0 1 0,0-1 0,1 0 0,1 0 0,0 0 0,0 0 0,7 17 0,-9-27 0,1 0 0,-1-1 0,1 1 0,-1-1 0,1 1 0,-1 0 0,1-1 0,0 1 0,-1-1 0,1 0 0,0 1 0,-1-1 0,1 1 0,0-1 0,0 0 0,-1 0 0,1 1 0,0-1 0,0 0 0,0 0 0,-1 0 0,1 0 0,0 0 0,0 0 0,0 0 0,0 0 0,-1 0 0,1 0 0,0-1 0,0 1 0,0-1 0,27-13 0,-26 13 0,42-32 0,-1-1 0,-2-2 0,43-49 0,65-56 0,50-7-1365,-174 127-5461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9:37.5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0 399 24575,'0'-4'0,"0"2"0,0 7 0,0 6 0,0 6 0,0 4 0,0 3 0,5-3 0,18-17 0,23-32 0,7-19 0,17-24 0,10-16 0,-1 1 0,-5 12 0,-11 14 0,-15 17-8191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9:38.8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1 219 24575,'4'0'0,"6"5"0,1 9 0,-1 12 0,-2 5 0,-3 6 0,-2 2 0,2-3 0,10-6 0,15-14 0,32-21 0,28-24 0,41-28 0,33-17 0,19-9 0,0 5 0,-26 7 0,-41 16-8191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9:41.3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0 392 24575,'1'8'0,"1"-1"0,0 1 0,0-1 0,1 1 0,0-1 0,0 0 0,1 0 0,0 0 0,9 12 0,5 10 0,-18-28 0,4 7 0,0-1 0,0 1 0,0-1 0,1-1 0,0 1 0,8 7 0,-12-13 0,1 0 0,-1 0 0,1 0 0,-1 0 0,1 0 0,-1 0 0,1 0 0,0-1 0,0 1 0,-1-1 0,1 1 0,0-1 0,-1 0 0,1 0 0,0 0 0,0 0 0,0 0 0,-1 0 0,1 0 0,0-1 0,0 1 0,-1 0 0,1-1 0,0 0 0,-1 1 0,1-1 0,-1 0 0,1 0 0,0 0 0,-1 0 0,0 0 0,1 0 0,-1 0 0,0 0 0,2-3 0,77-70 0,-10 8 0,88-64 0,173-69-207,-244 151-951,-15 8-5668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4:01.5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1 204 24575,'0'6'0,"0"-1"0,0 0 0,1 0 0,0 1 0,0-1 0,0 0 0,1 0 0,-1 0 0,1 0 0,1 0 0,-1 0 0,1-1 0,-1 1 0,7 7 0,-7-11 0,-1 1 0,1-1 0,0 1 0,0-1 0,0 1 0,0-1 0,0 0 0,1 0 0,-1 0 0,0 0 0,0-1 0,1 1 0,-1 0 0,1-1 0,-1 0 0,0 1 0,1-1 0,-1 0 0,1 0 0,-1-1 0,0 1 0,1 0 0,-1-1 0,0 0 0,1 1 0,-1-1 0,0 0 0,0 0 0,1 0 0,-1 0 0,0-1 0,3-2 0,17-13-22,-1-1 0,-1-1 0,-1-1-1,0 0 1,-2-2 0,0 0 0,25-46-1,-1 6-1164,-26 40-5639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4:05.2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0 223 24575,'0'9'0,"0"6"0,0 7 0,5 2 0,9-2 0,7-14 0,9-12 0,12-19 0,7-14 0,5-4 0,5-10 0,-2 1 0,-3 4 0,3 6 0,-9 9-8191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5:37.2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1 310 24575,'1'13'0,"1"0"0,1 0 0,0-1 0,0 1 0,2 0 0,-1-1 0,8 12 0,16 52 0,-23-45 0,-3-18 0,0 0 0,1 0 0,1 0 0,0-1 0,6 14 0,-9-24 0,0 0 0,0 1 0,0-1 0,1 0 0,-1-1 0,0 1 0,1 0 0,0 0 0,-1-1 0,1 1 0,0-1 0,0 1 0,0-1 0,0 0 0,0 0 0,0 0 0,0 0 0,1 0 0,-1 0 0,0 0 0,1-1 0,-1 1 0,0-1 0,1 0 0,-1 0 0,0 0 0,1 0 0,-1 0 0,0 0 0,1-1 0,-1 1 0,0-1 0,1 1 0,1-2 0,10-4 0,-1-1 0,-1 0 0,1-1 0,-1 0 0,-1-1 0,1 0 0,16-19 0,3-1 0,151-140 0,45-38 0,-201 185-120,22-16-502,44-47-1,-77 69-6203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6:35.5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1 397 24575,'1'20'0,"1"0"0,1-1 0,1 1 0,0-1 0,2 0 0,7 19 0,54 110 0,-60-133 0,3 7 0,-6-12 0,1 1 0,0-1 0,1 0 0,0 0 0,1-1 0,8 11 0,-13-19 0,0 1 0,0 0 0,0 0 0,0-1 0,1 1 0,-1-1 0,0 0 0,1 0 0,0 0 0,-1 0 0,1 0 0,-1 0 0,1-1 0,0 1 0,-1-1 0,1 0 0,0 0 0,0 0 0,-1 0 0,1 0 0,0-1 0,-1 1 0,1-1 0,0 1 0,-1-1 0,1 0 0,-1 0 0,1-1 0,-1 1 0,1 0 0,2-3 0,21-13 0,-1-1 0,-1-1 0,33-33 0,62-78 0,-74 79 0,-11 14-93,367-444-1179,-390 464-5554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6T11:51:10.006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1 485 24575,'0'1'0,"-1"0"0,1-1 0,0 1 0,0 0 0,0 0 0,0 0 0,0 0 0,0 0 0,1 0 0,-1 0 0,0 0 0,0 0 0,1 0 0,-1-1 0,0 1 0,1 0 0,-1 0 0,1 0 0,-1 0 0,1-1 0,-1 1 0,1 0 0,0-1 0,-1 1 0,1 0 0,1 0 0,22 29 0,-9-12 0,3 4 0,2 0 0,34 28 0,-50-46 0,1 0 0,0 0 0,0-1 0,0 0 0,0 0 0,0 0 0,0 0 0,1-1 0,0 0 0,-1 0 0,1-1 0,0 0 0,0 0 0,0 0 0,0 0 0,0-1 0,0 0 0,10-2 0,-12 1 0,0-1 0,-1 0 0,1 0 0,-1 0 0,1 0 0,-1 0 0,0-1 0,0 0 0,0 0 0,0 0 0,0 0 0,4-7 0,32-51 0,-24 35 0,12-16 0,-2-1 0,-2-1 0,22-58 0,-38 83 4,2 0-1,0 0 0,1 1 1,1 1-1,17-23 0,75-77-66,-30 36-1259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hyperlink" Target="https://console.cloud.google.com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hyperlink" Target="https://console.cloud.google.com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customXml" Target="../ink/ink6.xml"/><Relationship Id="rId4" Type="http://schemas.openxmlformats.org/officeDocument/2006/relationships/customXml" Target="../ink/ink3.xml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8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Connect to google drive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084247-A691-7A9E-B1D2-D379824203DF}"/>
              </a:ext>
            </a:extLst>
          </p:cNvPr>
          <p:cNvSpPr txBox="1"/>
          <p:nvPr/>
        </p:nvSpPr>
        <p:spPr>
          <a:xfrm>
            <a:off x="315468" y="1573197"/>
            <a:ext cx="938631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Configure your project in the Google Cloud Console by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Creating a new project</a:t>
            </a:r>
          </a:p>
          <a:p>
            <a:pPr marL="457200" indent="-457200"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Enabling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Drive API</a:t>
            </a:r>
          </a:p>
          <a:p>
            <a:pPr marL="457200" indent="-457200"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service account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Create/download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</a:t>
            </a:r>
          </a:p>
          <a:p>
            <a:pPr marL="457200" indent="-457200"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your folder in  google drive permission for service account </a:t>
            </a:r>
          </a:p>
          <a:p>
            <a:pPr marL="457200" indent="-457200"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Install python packages and run python code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9CF5C-67B4-892F-669A-59DCA4001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9AE237-7B21-C066-5EC8-B59CD08507A2}"/>
              </a:ext>
            </a:extLst>
          </p:cNvPr>
          <p:cNvSpPr txBox="1"/>
          <p:nvPr/>
        </p:nvSpPr>
        <p:spPr>
          <a:xfrm>
            <a:off x="562356" y="2369665"/>
            <a:ext cx="108950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Creating a new project</a:t>
            </a:r>
            <a:endParaRPr lang="en-US" sz="4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23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74470-F271-5010-CBC4-35FC0BED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EE6511-0CF9-848D-7353-2B29783E275F}"/>
              </a:ext>
            </a:extLst>
          </p:cNvPr>
          <p:cNvSpPr txBox="1"/>
          <p:nvPr/>
        </p:nvSpPr>
        <p:spPr>
          <a:xfrm>
            <a:off x="132588" y="74521"/>
            <a:ext cx="108950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Creating a new project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Cloud Console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https://console.cloud.google.com/welcome/new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new project (for example,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DriveAPIProject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B9877-893D-ACF0-4658-6D1E341BA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485" y="1344168"/>
            <a:ext cx="8529975" cy="54393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A1922C3-66D5-AA02-B7C2-896A63BF7727}"/>
                  </a:ext>
                </a:extLst>
              </p14:cNvPr>
              <p14:cNvContentPartPr/>
              <p14:nvPr/>
            </p14:nvContentPartPr>
            <p14:xfrm>
              <a:off x="5010696" y="2115792"/>
              <a:ext cx="183600" cy="217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A1922C3-66D5-AA02-B7C2-896A63BF77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92696" y="2097792"/>
                <a:ext cx="21924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53A08D0-FAA9-156F-703C-E5C62AAE2051}"/>
                  </a:ext>
                </a:extLst>
              </p14:cNvPr>
              <p14:cNvContentPartPr/>
              <p14:nvPr/>
            </p14:nvContentPartPr>
            <p14:xfrm>
              <a:off x="10588464" y="2927016"/>
              <a:ext cx="237600" cy="267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53A08D0-FAA9-156F-703C-E5C62AAE205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70464" y="2909016"/>
                <a:ext cx="273240" cy="30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754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D7825-1B6D-9B72-D6F7-1164D662A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9DCAE7-5FAF-21C2-5216-ED4A031BDC54}"/>
              </a:ext>
            </a:extLst>
          </p:cNvPr>
          <p:cNvSpPr txBox="1"/>
          <p:nvPr/>
        </p:nvSpPr>
        <p:spPr>
          <a:xfrm>
            <a:off x="132588" y="74521"/>
            <a:ext cx="108950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Creating a new project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Cloud Console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https://console.cloud.google.com/welcome/new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new project (for example,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DriveAPIProject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F105E6F-0E24-6CFA-FAED-9335365F3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796" y="1274850"/>
            <a:ext cx="5138646" cy="55086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FD038AE-729F-2A20-614E-11F32771DB13}"/>
                  </a:ext>
                </a:extLst>
              </p14:cNvPr>
              <p14:cNvContentPartPr/>
              <p14:nvPr/>
            </p14:nvContentPartPr>
            <p14:xfrm>
              <a:off x="7816464" y="4340016"/>
              <a:ext cx="236160" cy="185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FD038AE-729F-2A20-614E-11F32771DB1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98824" y="4322016"/>
                <a:ext cx="27180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4ABD360-66B0-2990-5964-45B5E9F4FB49}"/>
                  </a:ext>
                </a:extLst>
              </p14:cNvPr>
              <p14:cNvContentPartPr/>
              <p14:nvPr/>
            </p14:nvContentPartPr>
            <p14:xfrm>
              <a:off x="7726464" y="5059296"/>
              <a:ext cx="194760" cy="1789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4ABD360-66B0-2990-5964-45B5E9F4FB4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08464" y="5041296"/>
                <a:ext cx="23040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B5D355A-C23F-5C83-5A99-C290309A773F}"/>
                  </a:ext>
                </a:extLst>
              </p14:cNvPr>
              <p14:cNvContentPartPr/>
              <p14:nvPr/>
            </p14:nvContentPartPr>
            <p14:xfrm>
              <a:off x="7991784" y="5773176"/>
              <a:ext cx="427680" cy="163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B5D355A-C23F-5C83-5A99-C290309A773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74144" y="5755536"/>
                <a:ext cx="46332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0C24C57-6076-A312-0516-CBE87412821E}"/>
                  </a:ext>
                </a:extLst>
              </p14:cNvPr>
              <p14:cNvContentPartPr/>
              <p14:nvPr/>
            </p14:nvContentPartPr>
            <p14:xfrm>
              <a:off x="7278624" y="6204816"/>
              <a:ext cx="342720" cy="2070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0C24C57-6076-A312-0516-CBE87412821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60624" y="6187176"/>
                <a:ext cx="378360" cy="24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1388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F3171-87A8-B0C2-C5B4-879DEAA73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1CFC87-FF76-CEB8-AF52-3CF6208EE5AC}"/>
              </a:ext>
            </a:extLst>
          </p:cNvPr>
          <p:cNvSpPr txBox="1"/>
          <p:nvPr/>
        </p:nvSpPr>
        <p:spPr>
          <a:xfrm>
            <a:off x="1147572" y="2222421"/>
            <a:ext cx="108950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Enabling the Google Drive API</a:t>
            </a:r>
          </a:p>
        </p:txBody>
      </p:sp>
    </p:spTree>
    <p:extLst>
      <p:ext uri="{BB962C8B-B14F-4D97-AF65-F5344CB8AC3E}">
        <p14:creationId xmlns:p14="http://schemas.microsoft.com/office/powerpoint/2010/main" val="4002737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8E7EE-00AC-2DFD-5E96-DC86F6676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11B17D-A769-F1D1-6D10-C826C7B928B8}"/>
              </a:ext>
            </a:extLst>
          </p:cNvPr>
          <p:cNvSpPr txBox="1"/>
          <p:nvPr/>
        </p:nvSpPr>
        <p:spPr>
          <a:xfrm>
            <a:off x="233172" y="183309"/>
            <a:ext cx="108950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Enabling the Google Drive API</a:t>
            </a:r>
          </a:p>
          <a:p>
            <a:pPr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left menu, go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Library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Drive 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enable it.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487796-AAB8-A746-BDB6-2BFA0BF02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663" y="1226433"/>
            <a:ext cx="5000165" cy="54482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DD604AA-AA42-ED96-6626-57D4F29D3494}"/>
                  </a:ext>
                </a:extLst>
              </p14:cNvPr>
              <p14:cNvContentPartPr/>
              <p14:nvPr/>
            </p14:nvContentPartPr>
            <p14:xfrm>
              <a:off x="8110584" y="5285016"/>
              <a:ext cx="121680" cy="109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DD604AA-AA42-ED96-6626-57D4F29D34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92584" y="5267075"/>
                <a:ext cx="157320" cy="1449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272D74-C12F-6BBE-5EEC-31BA9BDFCA3B}"/>
                  </a:ext>
                </a:extLst>
              </p14:cNvPr>
              <p14:cNvContentPartPr/>
              <p14:nvPr/>
            </p14:nvContentPartPr>
            <p14:xfrm>
              <a:off x="9436464" y="4528296"/>
              <a:ext cx="176760" cy="116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272D74-C12F-6BBE-5EEC-31BA9BDFCA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18464" y="4510296"/>
                <a:ext cx="212400" cy="15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5551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C2252-79BB-2CD6-2233-B3F86EC98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210705-D924-E679-E2EC-DA69A5E68FF4}"/>
              </a:ext>
            </a:extLst>
          </p:cNvPr>
          <p:cNvSpPr txBox="1"/>
          <p:nvPr/>
        </p:nvSpPr>
        <p:spPr>
          <a:xfrm>
            <a:off x="233172" y="183309"/>
            <a:ext cx="108950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Enabling the Google Drive API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left menu, go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Library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Drive 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enable it.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1D9B1C-727D-577D-E937-6838908A1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00" y="1472451"/>
            <a:ext cx="5375424" cy="52460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C6E0AB0-CC3E-BCA2-CD70-0593AA1430E0}"/>
                  </a:ext>
                </a:extLst>
              </p14:cNvPr>
              <p14:cNvContentPartPr/>
              <p14:nvPr/>
            </p14:nvContentPartPr>
            <p14:xfrm>
              <a:off x="3849480" y="5150109"/>
              <a:ext cx="323640" cy="235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C6E0AB0-CC3E-BCA2-CD70-0593AA1430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31840" y="5132469"/>
                <a:ext cx="359280" cy="27108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B49BD93-FBCA-F441-7098-5903758636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295" y="2518878"/>
            <a:ext cx="4963218" cy="31532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9FC158F-9642-82C7-BC5F-F20ACC10F6CE}"/>
                  </a:ext>
                </a:extLst>
              </p14:cNvPr>
              <p14:cNvContentPartPr/>
              <p14:nvPr/>
            </p14:nvContentPartPr>
            <p14:xfrm>
              <a:off x="8302464" y="4666896"/>
              <a:ext cx="357120" cy="3009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9FC158F-9642-82C7-BC5F-F20ACC10F6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84824" y="4648896"/>
                <a:ext cx="392760" cy="33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0548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6D341-7810-832A-AB55-168318DEA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8168E4-F2A7-DD10-1612-3F8B2E336BB9}"/>
              </a:ext>
            </a:extLst>
          </p:cNvPr>
          <p:cNvSpPr txBox="1"/>
          <p:nvPr/>
        </p:nvSpPr>
        <p:spPr>
          <a:xfrm>
            <a:off x="900684" y="1390317"/>
            <a:ext cx="61036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service account</a:t>
            </a:r>
          </a:p>
        </p:txBody>
      </p:sp>
    </p:spTree>
    <p:extLst>
      <p:ext uri="{BB962C8B-B14F-4D97-AF65-F5344CB8AC3E}">
        <p14:creationId xmlns:p14="http://schemas.microsoft.com/office/powerpoint/2010/main" val="396272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A8B9-4D25-F088-8FD2-ED1109EF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82CCE7-68A0-8FDC-296B-C235AFED1EA3}"/>
              </a:ext>
            </a:extLst>
          </p:cNvPr>
          <p:cNvSpPr txBox="1"/>
          <p:nvPr/>
        </p:nvSpPr>
        <p:spPr>
          <a:xfrm>
            <a:off x="83370" y="-295"/>
            <a:ext cx="53675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IAM &amp; Admin → Service Accounts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Service Account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name, such as: 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drive-agent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Finish creating it.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B038DC-1283-B626-6DB0-7A3D2599D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850" y="100289"/>
            <a:ext cx="5704780" cy="665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192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1C64D-0680-5875-89E5-F91C1C89C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6E6E1C-9B04-FF9E-9CEB-F048A6600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02" y="3044521"/>
            <a:ext cx="11793596" cy="34390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E78B89-3A0C-667C-E6C7-656BD312B5C0}"/>
              </a:ext>
            </a:extLst>
          </p:cNvPr>
          <p:cNvSpPr txBox="1"/>
          <p:nvPr/>
        </p:nvSpPr>
        <p:spPr>
          <a:xfrm>
            <a:off x="83370" y="-295"/>
            <a:ext cx="53675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IAM &amp; Admin → Service Accounts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Service Account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name, such as: 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drive-agent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Finish creating it.</a:t>
            </a:r>
          </a:p>
        </p:txBody>
      </p:sp>
    </p:spTree>
    <p:extLst>
      <p:ext uri="{BB962C8B-B14F-4D97-AF65-F5344CB8AC3E}">
        <p14:creationId xmlns:p14="http://schemas.microsoft.com/office/powerpoint/2010/main" val="3975683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C7452-10FF-715F-A140-92807BBFF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A3A20D-4727-CCB9-1CAB-62D7E5923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117" y="804672"/>
            <a:ext cx="8117883" cy="59690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FAE325-AD5E-2439-7D92-D7DADFEE8607}"/>
              </a:ext>
            </a:extLst>
          </p:cNvPr>
          <p:cNvSpPr txBox="1"/>
          <p:nvPr/>
        </p:nvSpPr>
        <p:spPr>
          <a:xfrm>
            <a:off x="83370" y="-295"/>
            <a:ext cx="53675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IAM &amp; Admin → Service Accounts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Service Account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name, such as: 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drive-agent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Finish creating it.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Leave everything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default</a:t>
            </a:r>
          </a:p>
        </p:txBody>
      </p:sp>
    </p:spTree>
    <p:extLst>
      <p:ext uri="{BB962C8B-B14F-4D97-AF65-F5344CB8AC3E}">
        <p14:creationId xmlns:p14="http://schemas.microsoft.com/office/powerpoint/2010/main" val="3960786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FAE649-7DAF-7FF1-1DE6-8EA2DA93088D}"/>
              </a:ext>
            </a:extLst>
          </p:cNvPr>
          <p:cNvSpPr txBox="1"/>
          <p:nvPr/>
        </p:nvSpPr>
        <p:spPr>
          <a:xfrm>
            <a:off x="3012948" y="2136339"/>
            <a:ext cx="619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Key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5F639-03C7-F00E-7AC3-EC4AFB6C7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25D94F-F4E0-DF34-42A7-A1C0101EE813}"/>
              </a:ext>
            </a:extLst>
          </p:cNvPr>
          <p:cNvSpPr txBox="1"/>
          <p:nvPr/>
        </p:nvSpPr>
        <p:spPr>
          <a:xfrm>
            <a:off x="1257300" y="325827"/>
            <a:ext cx="440283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Create a Key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1) Inside the service account: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Keys → Add Key → Create New Key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+mj-lt"/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+mj-lt"/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2) Choose JSON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Download it.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+mj-lt"/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You'll get something like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my-drive-agent-456.json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+mj-lt"/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Save it in your project folder.</a:t>
            </a:r>
          </a:p>
        </p:txBody>
      </p:sp>
    </p:spTree>
    <p:extLst>
      <p:ext uri="{BB962C8B-B14F-4D97-AF65-F5344CB8AC3E}">
        <p14:creationId xmlns:p14="http://schemas.microsoft.com/office/powerpoint/2010/main" val="3777830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1062C-BF55-A022-F7F7-90675DCD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7FB4E3-CA0E-8BB1-10E5-6BA399EC6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1328393"/>
            <a:ext cx="11323320" cy="520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115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D7181-09AC-F36D-25F2-1E4CF6CFB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4D8C1F-F112-5898-E4BB-FD36E46D5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90" y="0"/>
            <a:ext cx="9554908" cy="51823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F029B36-9628-69B0-3D7D-2B01A578EEB9}"/>
                  </a:ext>
                </a:extLst>
              </p14:cNvPr>
              <p14:cNvContentPartPr/>
              <p14:nvPr/>
            </p14:nvContentPartPr>
            <p14:xfrm>
              <a:off x="9847944" y="4964616"/>
              <a:ext cx="261720" cy="248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F029B36-9628-69B0-3D7D-2B01A578EE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11944" y="4928616"/>
                <a:ext cx="333360" cy="3196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8F4A344-0500-0621-4B3D-5A2EA1D346BB}"/>
              </a:ext>
            </a:extLst>
          </p:cNvPr>
          <p:cNvSpPr txBox="1"/>
          <p:nvPr/>
        </p:nvSpPr>
        <p:spPr>
          <a:xfrm>
            <a:off x="964692" y="5793939"/>
            <a:ext cx="104835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key is downloaded -&gt; Move the key in the project folder</a:t>
            </a:r>
          </a:p>
        </p:txBody>
      </p:sp>
    </p:spTree>
    <p:extLst>
      <p:ext uri="{BB962C8B-B14F-4D97-AF65-F5344CB8AC3E}">
        <p14:creationId xmlns:p14="http://schemas.microsoft.com/office/powerpoint/2010/main" val="3603979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1C8B8-7E1C-2412-B485-9C699FD24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64FAEE-2F72-7C65-0667-0AE858E3E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6" y="1536192"/>
            <a:ext cx="12175654" cy="532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15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3718B-93D4-F7F2-C274-20A1A992E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41360-DA26-6CAA-CB27-72B73155B780}"/>
              </a:ext>
            </a:extLst>
          </p:cNvPr>
          <p:cNvSpPr txBox="1"/>
          <p:nvPr/>
        </p:nvSpPr>
        <p:spPr>
          <a:xfrm>
            <a:off x="3012948" y="2136339"/>
            <a:ext cx="619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python script</a:t>
            </a:r>
          </a:p>
        </p:txBody>
      </p:sp>
    </p:spTree>
    <p:extLst>
      <p:ext uri="{BB962C8B-B14F-4D97-AF65-F5344CB8AC3E}">
        <p14:creationId xmlns:p14="http://schemas.microsoft.com/office/powerpoint/2010/main" val="3636229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AA534-550D-CDCA-8E7A-83D2C11FE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FD180A-FE55-657D-03D2-AC5D3A6F3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477" y="2694007"/>
            <a:ext cx="7449590" cy="6287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C14650-5114-0D56-95B2-A4228FB72C38}"/>
              </a:ext>
            </a:extLst>
          </p:cNvPr>
          <p:cNvSpPr txBox="1"/>
          <p:nvPr/>
        </p:nvSpPr>
        <p:spPr>
          <a:xfrm>
            <a:off x="2729484" y="4769811"/>
            <a:ext cx="619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Look at the </a:t>
            </a:r>
            <a:r>
              <a:rPr lang="en-US" sz="32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script</a:t>
            </a:r>
            <a:endParaRPr lang="en-US" sz="3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70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1495</TotalTime>
  <Words>328</Words>
  <Application>Microsoft Office PowerPoint</Application>
  <PresentationFormat>Widescreen</PresentationFormat>
  <Paragraphs>57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240</cp:revision>
  <dcterms:created xsi:type="dcterms:W3CDTF">2025-09-22T02:44:38Z</dcterms:created>
  <dcterms:modified xsi:type="dcterms:W3CDTF">2026-06-26T15:01:07Z</dcterms:modified>
</cp:coreProperties>
</file>