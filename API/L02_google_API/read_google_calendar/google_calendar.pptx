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6" r:id="rId3"/>
    <p:sldId id="288" r:id="rId4"/>
    <p:sldId id="291" r:id="rId5"/>
    <p:sldId id="289" r:id="rId6"/>
    <p:sldId id="292" r:id="rId7"/>
    <p:sldId id="293" r:id="rId8"/>
    <p:sldId id="290" r:id="rId9"/>
    <p:sldId id="287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0T04:21:42.100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1 344 24575,'2'0'0,"0"1"0,0-1 0,1 1 0,-1 0 0,0-1 0,0 1 0,0 0 0,0 1 0,0-1 0,0 0 0,0 0 0,0 1 0,-1-1 0,1 1 0,2 3 0,26 33 0,-20-24 0,35 47 0,43 81 0,-86-138 0,1 1 0,-1-1 0,1 0 0,0 0 0,0-1 0,0 1 0,0 0 0,1-1 0,0 0 0,0 0 0,-1 0 0,2 0 0,5 3 0,-6-5 0,-1-1 0,0 1 0,1-1 0,-1 0 0,1 0 0,-1 0 0,1 0 0,-1 0 0,1-1 0,-1 1 0,1-1 0,-1 0 0,0 0 0,1-1 0,-1 1 0,0-1 0,0 1 0,0-1 0,5-4 0,66-47 0,103-96 0,-2 0 0,25 3 0,-155 117 0,1 2 0,82-35 0,-1 22-1365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0T04:23:58.5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6172 71 2224 0 0,'0'0'2907'0'0,"-10"-18"-1689"0"0,15 14-1165 0 0,1 1 1 0 0,-1 0-1 0 0,1 0 1 0 0,0 0 0 0 0,0 0-1 0 0,0 1 1 0 0,0 0-1 0 0,13-2 1 0 0,56-7-7 0 0,-70 11-34 0 0,142-11 22 0 0,0 7 0 0 0,1 7 0 0 0,-1 5 0 0 0,154 30 0 0 0,-205-21-25 0 0,-1 4 1 0 0,159 58-1 0 0,-195-55-12 0 0,-2 2 0 0 0,-1 2-1 0 0,-1 4 1 0 0,-2 1 0 0 0,64 53 0 0 0,-53-34 0 0 0,271 240 56 0 0,-293-250-41 0 0,-2 3-1 0 0,-2 1 0 0 0,-2 2 0 0 0,-2 1 0 0 0,38 76 0 0 0,-35-46 29 0 0,52 156-1 0 0,-73-179-7 0 0,-3 0 0 0 0,-2 1-1 0 0,7 106 1 0 0,-18-109 14 0 0,-3-1 1 0 0,-1 0-1 0 0,-3-1 1 0 0,-17 62 0 0 0,4-38 57 0 0,-4 0 0 0 0,-40 84 1 0 0,31-92-13 0 0,-3-2 1 0 0,-4-1 0 0 0,-2-2-1 0 0,-58 67 1 0 0,17-36 69 0 0,-163 143 0 0 0,185-186-103 0 0,-2-3 0 0 0,-3-2-1 0 0,-1-3 1 0 0,-2-3 0 0 0,-97 41 0 0 0,-327 162 67 0 0,38-15-34 0 0,49-43-49 0 0,216-112-35 0 0,-218 53-1 0 0,-28 8-15 0 0,237-60 12 0 0,-344 109 14 0 0,-276 43-37 0 0,135 5 12 0 0,393-135 11 0 0,-92 38-1 0 0,6 14 32 0 0,236-97 9 0 0,54-19-24 0 0,-155 65 10 0 0,194-73-23 0 0,-165 75-4 0 0,178-86 35 0 0,1-1-1 0 0,-2-2 1 0 0,0-1 0 0 0,-47 5 0 0 0,-5-5 75 0 0,-62 13-98 0 0,-263 72 0 0 0,388-87-15 0 0,-54 10 15 0 0,58-13 0 0 0,-41 12 291 0 0,60-15-290 0 0,-55 17 74 0 0,-54 22 62 0 0,109-39-50 0 0,-12-28-3448 0 0,14 14 882 0 0,-2-4-473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0T04:23:59.2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386 8 6513 0 0,'0'0'-192'0'0,"-1"0"-61"0"0,1 1 258 0 0,0-1 0 0 0,-1 0 0 0 0,1 0 0 0 0,0 0 0 0 0,0 0 0 0 0,-1 0 1 0 0,1 0-1 0 0,0 0 0 0 0,0 0 0 0 0,0 0 0 0 0,-1 0 0 0 0,1 0 0 0 0,0 0 0 0 0,0 0 0 0 0,0 0 1 0 0,-1 0-1 0 0,1 0 0 0 0,0 0 0 0 0,0 0 0 0 0,0 0 0 0 0,-1-1 0 0 0,1 1 0 0 0,0 0 1 0 0,0 0-1 0 0,0 0 0 0 0,-1 0 0 0 0,1 0 0 0 0,0 0 0 0 0,0-1 0 0 0,0 1 0 0 0,0 0 0 0 0,0 0 1 0 0,-1 0-1 0 0,1 0 0 0 0,0-1 0 0 0,0 1 0 0 0,0 0 0 0 0,0 0 0 0 0,0 0 0 0 0,0-1 1 0 0,0 1-1 0 0,0 0 0 0 0,0 0 0 0 0,0 0 0 0 0,0-1 0 0 0,0 1 0 0 0,0 0 0 0 0,0 0 0 0 0,0 0 1 0 0,0-1-1 0 0,0 1 0 0 0,0 0 0 0 0,0 0 0 0 0,0-1 0 0 0,0 1 0 0 0,0 0 0 0 0,0 0 1 0 0,0 0-1 0 0,0 0 0 0 0,1-1 0 0 0,-1 1 0 0 0,0 0 0 0 0,0 0 0 0 0,-11 6 30 0 0,0 2 0 0 0,0-1-1 0 0,1 1 1 0 0,0 1 0 0 0,0 0 0 0 0,1 0-1 0 0,0 1 1 0 0,-10 15 0 0 0,8-12 8 0 0,-42 55 841 0 0,-114 112 1 0 0,130-146-100 0 0,36-33-728 0 0,0 0-42 0 0,1-1 0 0 0,-1 0 0 0 0,0 1 0 0 0,1-1 0 0 0,-1 0 0 0 0,1 1 0 0 0,-1-1 0 0 0,1 1 0 0 0,-1-1 1 0 0,1 1-1 0 0,0 0 0 0 0,-1-1 0 0 0,1 1 0 0 0,-1-1 0 0 0,1 1 0 0 0,0 0 0 0 0,0-1 0 0 0,-1 1 1 0 0,1 0-1 0 0,0-1 0 0 0,0 1 0 0 0,0 0 0 0 0,0-1 0 0 0,0 1 0 0 0,0 1 0 0 0,13-1 10 0 0,0 0 1 0 0,0 0-1 0 0,1-1 0 0 0,-1-1 0 0 0,25-5 1 0 0,75-21 36 0 0,-39 8-38 0 0,302-57 177 0 0,-283 61 973 0 0,-90 14-1057 0 0,-10 11-4150 0 0,5-8 3630 0 0,1-1 0 0 0,-1 1 1 0 0,0 0-1 0 0,0-1 0 0 0,-2 2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0T04:24:00.87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127 38 6857 0 0,'0'0'-189'0'0,"-5"-3"-218"0"0,-17-8 459 0 0,16 8 98 0 0,-37-7 1718 0 0,28 5-1279 0 0,-16-1 499 0 0,26 11-850 0 0,14 9-362 0 0,-4-9 128 0 0,0-1 0 0 0,1 1 0 0 0,-1-1 0 0 0,1 0 0 0 0,0-1 0 0 0,0 1 0 0 0,0-1 0 0 0,0 0 0 0 0,7 2 0 0 0,62 17 35 0 0,-60-19-33 0 0,62 13 49 0 0,0-4 0 0 0,110 3 1 0 0,-73-7 56 0 0,-102-8-507 0 0,17 4 914 0 0,-14 5-6594 0 0,-11-3 3397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0T04:24:14.4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7 2512 0 0,'0'0'2058'0'0,"23"-7"-631"0"0,-21 9-1405 0 0,1-1 0 0 0,-1 1 0 0 0,1-1 0 0 0,-1 1 0 0 0,0 0 0 0 0,0 0 0 0 0,0 0 0 0 0,0 0 0 0 0,0 0 0 0 0,0 1 0 0 0,0-1 0 0 0,0 0 0 0 0,-1 1 0 0 0,0-1 0 0 0,1 1 0 0 0,-1 0-1 0 0,0 0 1 0 0,0-1 0 0 0,0 4 0 0 0,19 71 211 0 0,-13-43-87 0 0,8 37 160 0 0,8 110 1 0 0,-16-112-75 0 0,-5-58 142 0 0,-1 1-1 0 0,-1 0 1 0 0,0-1-1 0 0,-2 18 1 0 0,2-28-211 0 0,-4 5 113 0 0,-19-25-5602 0 0,14 5 2541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0T04:24:15.36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767 192 6217 0 0,'-13'-24'-918'0'0,"7"19"897"0"0,1 1 0 0 0,-1 0 1 0 0,0 0-1 0 0,0 0 0 0 0,0 1 0 0 0,-1 0 0 0 0,1 0 0 0 0,-1 1 0 0 0,0-1 0 0 0,1 2 0 0 0,-1-1 1 0 0,0 1-1 0 0,-11-1 0 0 0,5 1 26 0 0,0 2 0 0 0,-1 0-1 0 0,1 0 1 0 0,-1 1 0 0 0,1 1 0 0 0,-20 6 0 0 0,-9 7 71 0 0,1 2 0 0 0,0 2 1 0 0,-45 29-1 0 0,63-34-36 0 0,0 1-1 0 0,2 1 1 0 0,0 1 0 0 0,1 1 0 0 0,0 0 0 0 0,2 2-1 0 0,0 0 1 0 0,-15 25 0 0 0,8-5 10 0 0,2 0-1 0 0,1 1 0 0 0,-28 82 1 0 0,47-116-36 0 0,0-1 0 0 0,1 1 0 0 0,0 0 0 0 0,1 0 0 0 0,0-1 0 0 0,0 1 0 0 0,0 0 0 0 0,1 0 0 0 0,1 0 0 0 0,-1 0 0 0 0,1 0 0 0 0,0 0 0 0 0,1 0 0 0 0,0-1 0 0 0,0 1 0 0 0,1-1 0 0 0,0 1 0 0 0,0-1 0 0 0,1 0 0 0 0,-1 0 0 0 0,2 0 0 0 0,-1-1-1 0 0,1 1 1 0 0,0-1 0 0 0,0 0 0 0 0,1 0 0 0 0,0-1 0 0 0,0 0 0 0 0,0 0 0 0 0,0 0 0 0 0,1-1 0 0 0,0 0 0 0 0,0 0 0 0 0,0-1 0 0 0,0 1 0 0 0,15 3 0 0 0,23 7 92 0 0,1-2 0 0 0,0-2-1 0 0,1-2 1 0 0,0-3 0 0 0,0-1 0 0 0,0-2-1 0 0,89-8 1 0 0,-70-2 13 0 0,-2-3 1 0 0,1-3-1 0 0,-2-2 0 0 0,0-3 0 0 0,70-32 1 0 0,-110 41-53 0 0,-1 0 0 0 0,0-2 0 0 0,-1-1 0 0 0,0 0 0 0 0,-1-2 0 0 0,0 0 1 0 0,-1-2-1 0 0,-1 0 0 0 0,23-28 0 0 0,-31 32-27 0 0,-1 0 0 0 0,0-1 0 0 0,-2 0 0 0 0,1-1 0 0 0,-2 1 0 0 0,0-1 0 0 0,-1-1 0 0 0,0 1 0 0 0,-1-1 0 0 0,-1 0 0 0 0,-1 1 0 0 0,0-2 0 0 0,-1 1 0 0 0,0 0 0 0 0,-4-28 0 0 0,1 23-11 0 0,-1 0 0 0 0,-2 0 1 0 0,0 0-1 0 0,-1 0 1 0 0,-1 1-1 0 0,-1 0 1 0 0,-1 0-1 0 0,0 1 1 0 0,-2 0-1 0 0,0 0 0 0 0,-1 2 1 0 0,-1-1-1 0 0,-22-22 1 0 0,22 27-8 0 0,0 1 0 0 0,-1 0 1 0 0,-1 1-1 0 0,1 1 0 0 0,-2 0 1 0 0,1 1-1 0 0,-1 1 0 0 0,-1 0 1 0 0,1 1-1 0 0,-1 1 1 0 0,-1 1-1 0 0,1 0 0 0 0,-1 1 1 0 0,0 1-1 0 0,0 1 0 0 0,-26-1 1 0 0,-22 6-27 0 0,0 3 0 0 0,1 2 0 0 0,-1 4 0 0 0,2 2 0 0 0,0 3 0 0 0,-113 46 0 0 0,145-48-331 0 0,-11 4-4244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0T04:24:17.10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38 209 6953 0 0,'0'0'-332'0'0,"-17"-3"-555"0"0,16 3 901 0 0,0 0 0 0 0,1 0 0 0 0,-1 0 0 0 0,0-1 0 0 0,0 1 0 0 0,0 0 0 0 0,0 0 0 0 0,0-1 0 0 0,0 1 0 0 0,1-1 0 0 0,-1 1 0 0 0,0-1 0 0 0,0 1 0 0 0,1-1 0 0 0,-1 1 1 0 0,0-1-1 0 0,1 0 0 0 0,-1 1 0 0 0,0-1 0 0 0,1 0 0 0 0,-1 0 0 0 0,1 1 0 0 0,-1-1 0 0 0,1 0 0 0 0,0 0 0 0 0,-1 0 0 0 0,1 1 0 0 0,0-1 0 0 0,0 0 0 0 0,-1 0 0 0 0,1 0 0 0 0,0 0 0 0 0,0 0 0 0 0,0 0 0 0 0,0 0 0 0 0,0 0 0 0 0,0 0 0 0 0,1-1 0 0 0,0-2 16 0 0,1 0-1 0 0,0 1 0 0 0,0-1 1 0 0,0 1-1 0 0,1-1 0 0 0,-1 1 1 0 0,1 0-1 0 0,5-5 0 0 0,6-5-11 0 0,1 1 0 0 0,0 0 0 0 0,1 1 0 0 0,0 1 0 0 0,1 0 0 0 0,0 1-1 0 0,1 1 1 0 0,18-6 0 0 0,0 3 16 0 0,1 0 0 0 0,74-10 1 0 0,-109 21-31 0 0,0-1 0 0 0,1 1 1 0 0,-1 0-1 0 0,1 0 0 0 0,-1-1 1 0 0,0 2-1 0 0,1-1 0 0 0,-1 0 1 0 0,1 0-1 0 0,-1 1 0 0 0,0-1 1 0 0,1 1-1 0 0,-1 0 0 0 0,0 0 1 0 0,1 0-1 0 0,-1 0 0 0 0,0 0 1 0 0,0 0-1 0 0,4 3 0 0 0,-5-2 1 0 0,0 0 0 0 0,0 0 0 0 0,0 0 1 0 0,0 0-1 0 0,0 0 0 0 0,0 0 0 0 0,0 0 0 0 0,-1 0 0 0 0,1 0 0 0 0,-1 0 0 0 0,1 0 0 0 0,-1 1 0 0 0,0-1 1 0 0,0 0-1 0 0,0 0 0 0 0,0 0 0 0 0,-1 4 0 0 0,-1 6 9 0 0,-1 1 0 0 0,-1-1 0 0 0,0 0 0 0 0,-1 0 0 0 0,-11 20 0 0 0,-19 26 24 0 0,-3-2 0 0 0,-63 72 0 0 0,45-59 34 0 0,55-68-43 0 0,0 0 0 0 0,0-1 1 0 0,0 1-1 0 0,1 0 1 0 0,-1 0-1 0 0,0 0 1 0 0,1-1-1 0 0,-1 1 0 0 0,0 0 1 0 0,1 0-1 0 0,-1 0 1 0 0,1 0-1 0 0,0 0 0 0 0,-1 0 1 0 0,1 0-1 0 0,0 0 1 0 0,-1 1-1 0 0,1-1 1 0 0,0 0-1 0 0,0 0 0 0 0,0 0 1 0 0,0 0-1 0 0,0 2 1 0 0,1-2-19 0 0,0-1 1 0 0,1 0 0 0 0,-1 1 0 0 0,0-1-1 0 0,0 0 1 0 0,0 0 0 0 0,0 0 0 0 0,0 0 0 0 0,1 0-1 0 0,-1 0 1 0 0,0 0 0 0 0,0 0 0 0 0,0 0-1 0 0,0 0 1 0 0,0-1 0 0 0,0 1 0 0 0,1 0-1 0 0,0-2 1 0 0,79-31-33 0 0,-63 24 116 0 0,327-150 436 0 0,-328 149-314 0 0,9-2-212 0 0,-31 5-939 0 0,0-3-2331 0 0,-2 2 307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0T04:24:18.0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1016 127 6521 0 0,'-5'-6'-116'0'0,"0"1"0"0"0,0-1 0 0 0,-1 1 0 0 0,0 1 0 0 0,0-1 0 0 0,0 1 1 0 0,-1 0-1 0 0,1 0 0 0 0,-1 1 0 0 0,0 0 0 0 0,0 0 0 0 0,0 1 0 0 0,-8-2 0 0 0,-15-3 175 0 0,-57-6-1 0 0,52 9 1 0 0,6 2-10 0 0,1 1-1 0 0,-1 1 0 0 0,0 1 0 0 0,0 2 0 0 0,1 1 1 0 0,-1 1-1 0 0,1 1 0 0 0,1 2 0 0 0,-1 0 0 0 0,1 2 1 0 0,0 1-1 0 0,1 2 0 0 0,1 0 0 0 0,0 2 0 0 0,1 0 0 0 0,0 2 1 0 0,-41 38-1 0 0,36-27-11 0 0,2 1 0 0 0,1 2 1 0 0,1 0-1 0 0,2 2 0 0 0,1 1 1 0 0,1 1-1 0 0,-16 37 0 0 0,31-56-17 0 0,0 0-1 0 0,1 0 1 0 0,1 1 0 0 0,0-1-1 0 0,1 1 1 0 0,1 0 0 0 0,0 0-1 0 0,2 25 1 0 0,1-31-3 0 0,1 1 1 0 0,0-1-1 0 0,0 0 1 0 0,1 0-1 0 0,1 0 1 0 0,-1 0-1 0 0,2-1 0 0 0,0 1 1 0 0,0-1-1 0 0,1 0 1 0 0,0-1-1 0 0,1 1 1 0 0,13 14-1 0 0,-8-13 11 0 0,1 0 1 0 0,0 0-1 0 0,0-1 0 0 0,1-1 0 0 0,1 0 0 0 0,-1-1 0 0 0,1-1 0 0 0,1 0 1 0 0,-1-1-1 0 0,1-1 0 0 0,0 0 0 0 0,1-1 0 0 0,-1-1 0 0 0,30 2 1 0 0,1-2 21 0 0,0-2 1 0 0,-1-3 0 0 0,1-1 0 0 0,48-11 0 0 0,-25 3 60 0 0,-2-3 1 0 0,1-3-1 0 0,-2-4 0 0 0,-1-2 1 0 0,0-3-1 0 0,106-59 0 0 0,-137 62 91 0 0,-1-1-1 0 0,61-56 0 0 0,-80 66-141 0 0,-1-1 0 0 0,-1-1-1 0 0,0 0 1 0 0,-1 0-1 0 0,0-2 1 0 0,-2 1 0 0 0,17-38-1 0 0,-21 39-26 0 0,-2 0 0 0 0,0-1 1 0 0,0 1-1 0 0,-2-1 0 0 0,0 0 0 0 0,-1 0 0 0 0,-1 0 0 0 0,0 0 0 0 0,-1 1 1 0 0,-1-1-1 0 0,-1 0 0 0 0,0 0 0 0 0,-1 1 0 0 0,-9-24 0 0 0,8 29-16 0 0,1 0 1 0 0,-2 0-1 0 0,1 1 0 0 0,-2 0 0 0 0,1 0 1 0 0,-1 0-1 0 0,-1 1 0 0 0,1 0 0 0 0,-2 1 1 0 0,1-1-1 0 0,-1 2 0 0 0,0-1 0 0 0,-1 1 0 0 0,0 1 1 0 0,0-1-1 0 0,0 2 0 0 0,-1 0 0 0 0,0 0 1 0 0,0 1-1 0 0,0 0 0 0 0,-17-3 0 0 0,-7 1 0 0 0,0 2 0 0 0,0 1 1 0 0,0 2-1 0 0,-36 4 0 0 0,-140 24 35 0 0,19-2-1006 0 0,165-29-3964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0T04:29:34.8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0T04:29:37.79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1 0 24575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0T04:30:19.10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1 598 24575,'3'0'0,"0"1"0,0 0 0,1 0 0,-1 0 0,0 0 0,0 0 0,0 1 0,0 0 0,0-1 0,0 1 0,-1 0 0,1 0 0,0 1 0,3 4 0,29 39 0,-16-1 0,-16-37 0,-1-1 0,1 1 0,0-1 0,1 1 0,0-1 0,0 0 0,1 0 0,0-1 0,0 1 0,0-1 0,1 0 0,6 5 0,-10-11 0,-1 1 0,1-1 0,0 1 0,-1-1 0,1 0 0,0 0 0,0 0 0,-1 0 0,1 0 0,0 0 0,-1 0 0,1 0 0,0-1 0,0 1 0,-1-1 0,1 1 0,-1-1 0,1 0 0,0 0 0,-1 1 0,0-1 0,1 0 0,-1 0 0,1-1 0,-1 1 0,0 0 0,0 0 0,0-1 0,0 1 0,2-3 0,41-57 0,-32 42 0,50-67 0,3 2 0,109-106 0,-120 139 0,2 2 0,2 4 0,2 1 0,87-47 0,-68 49-1365,-20 12-5461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0T04:30:20.36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1 351 24575,'1'7'0,"1"-1"0,0 0 0,1 0 0,0 0 0,0 0 0,0 0 0,0-1 0,1 0 0,0 1 0,0-1 0,8 7 0,6 11 0,5 22 0,-20-36 0,1 0 0,0-1 0,1 1 0,0-1 0,10 13 0,-13-19 0,-1-1 0,1 1 0,0-1 0,-1 1 0,1-1 0,0 0 0,0 0 0,0 0 0,0 0 0,0 0 0,1 0 0,-1-1 0,0 1 0,0-1 0,0 0 0,1 1 0,-1-1 0,0 0 0,0 0 0,1 0 0,-1 0 0,0-1 0,0 1 0,0-1 0,1 1 0,-1-1 0,0 0 0,0 0 0,2-1 0,6-3 0,-1 0 0,0-1 0,0 0 0,0 0 0,-1-1 0,0-1 0,9-9 0,48-64 0,-36 42 0,28-29-341,2 2 0,4 3-1,114-91 1,-128 117-6485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0T04:30:23.41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0 146 24575,'44'2'0,"74"12"0,0 1 0,862 3 0,-875-26 0,0-5 0,104-26 0,16-2 0,231-10 0,-325 39 0,181-7 0,-139 10 0,1049 6 0,-1107 6 0,793 38 0,-702-13 0,-33-4 0,263 29 0,275 24 0,-582-69 0,398 37 0,-388-26 0,237 63 0,-329-66 0,0 3 0,47 26 0,7 3 0,146 45 0,259 62 0,-384-124 0,113 37 0,-205-56 0,0 0 0,-1 2 0,-1 2 0,0 0 0,41 33 0,124 98 0,299 173 0,-476-310 0,33 17 0,-2 3 0,-1 1 0,-1 3 0,43 41 0,9 23 0,-11-13 0,77 100 0,-12-14 0,-112-135 0,-23-22 0,-1 1 0,-1 0 0,20 26 0,5 18 0,-23-32 0,2 0 0,0-2 0,2 0 0,0-2 0,26 24 0,-8-18 0,-6-3 0,35 35 0,-4-1 0,-34-33 0,-2 0 0,35 44 0,24 28-1365,-69-77-5461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0T04:30:24.8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499 0 24575,'2'36'0,"10"57"0,1-3 0,8 40 0,-13-91 0,-7-37 0,-1 0 0,0 0 0,0 0 0,0 1 0,0-1 0,0 0 0,0 0 0,0 0 0,-1 1 0,1-1 0,-1 0 0,1 0 0,-1 0 0,0 0 0,0 0 0,0 0 0,0 0 0,0 0 0,-1 0 0,1-1 0,-1 1 0,1 0 0,-1-1 0,1 1 0,-1-1 0,0 0 0,0 1 0,0-1 0,0 0 0,0 0 0,0 0 0,0 0 0,0-1 0,0 1 0,-4 0 0,-9 3 0,0-1 0,-1-1 0,1 0 0,-19-1 0,15 0 0,-79 0-682,-142-17-1,180 9-6143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0T04:29:34.8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0T04:29:37.79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1 0 24575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0T04:33:28.31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44 5056 0 0,'9'-41'1528'0'0,"-9"38"-239"0"0,2 8-830 0 0,5 18-217 0 0,6 35-225 0 0,62 262 444 0 0,-64-290-395 0 0,-7-21 104 0 0,-1-1-1 0 0,0 1 1 0 0,-1-1 0 0 0,0 1 0 0 0,2 15-1 0 0,-5-24-274 0 0,-1-1-1 0 0,1 0 0 0 0,0 1 1 0 0,0-1-1 0 0,0 0 0 0 0,0 1 1 0 0,0-1-1 0 0,0 0 0 0 0,0 0 0 0 0,0 0 1 0 0,0 0-1 0 0,0 0 0 0 0,1 0 1 0 0,-1 0-1 0 0,0 0 0 0 0,1-1 1 0 0,-1 1-1 0 0,1 0 0 0 0,-1 0 1 0 0,1-1-1 0 0,-1 1 0 0 0,1 0 1 0 0,0 0-1 0 0,0-1 0 0 0,0 1 1 0 0,-1 0-1 0 0,1-1 0 0 0,1 1 1 0 0,-1 0-1 0 0,0-1 0 0 0,0 1 1 0 0,0 0-1 0 0,1 0 0 0 0,-1-1 1 0 0,1-1-1 0 0,5-21-2044 0 0,2-5-176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0T04:33:28.96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542 61 5621 0 0,'-2'-2'-17'0'0,"1"-1"0"0"0,-1 0 1 0 0,0 1-1 0 0,0 0 1 0 0,0-1-1 0 0,0 1 1 0 0,0 0-1 0 0,0 0 1 0 0,-1 0-1 0 0,1 0 1 0 0,-1 0-1 0 0,1 1 1 0 0,-1-1-1 0 0,-4-1 0 0 0,-45-17 683 0 0,36 15-236 0 0,10 4-353 0 0,1 0 1 0 0,-1 1-1 0 0,0 0 0 0 0,1 0 1 0 0,-1 1-1 0 0,0-1 1 0 0,1 1-1 0 0,-1 0 0 0 0,1 1 1 0 0,-1-1-1 0 0,1 1 1 0 0,-9 4-1 0 0,-5 3-43 0 0,0 1 1 0 0,0 1-1 0 0,1 0 1 0 0,1 2-1 0 0,0 0 1 0 0,0 1-1 0 0,2 1 1 0 0,-21 23-1 0 0,11-9-39 0 0,2 2-1 0 0,2 0 1 0 0,-35 68-1 0 0,46-80-4 0 0,2 1 1 0 0,0 1-1 0 0,2-1 1 0 0,0 1-1 0 0,1 1 1 0 0,1-1-1 0 0,1 0 1 0 0,1 1-1 0 0,1 0 0 0 0,0 0 1 0 0,2-1-1 0 0,1 1 1 0 0,0 0-1 0 0,2-1 1 0 0,1 0-1 0 0,0 0 1 0 0,1 0-1 0 0,2 0 0 0 0,0-1 1 0 0,1 0-1 0 0,1-1 1 0 0,0 0-1 0 0,2-1 1 0 0,0 0-1 0 0,1 0 1 0 0,20 19-1 0 0,-15-19 25 0 0,2-1 1 0 0,-1 0-1 0 0,2-2 0 0 0,0 0 1 0 0,1-2-1 0 0,1 0 0 0 0,0-2 1 0 0,0 0-1 0 0,1-1 0 0 0,1-2 1 0 0,-1 0-1 0 0,1-2 0 0 0,1-1 1 0 0,-1-1-1 0 0,49 2 0 0 0,-12-3 85 0 0,0-2 0 0 0,0-4 0 0 0,0-2 0 0 0,112-23 0 0 0,-143 20-16 0 0,-1 0 1 0 0,0-2-1 0 0,0-1 1 0 0,-1-2-1 0 0,-1-1 0 0 0,0-1 1 0 0,-1-1-1 0 0,0-1 1 0 0,-1-2-1 0 0,-1 0 1 0 0,33-35-1 0 0,-48 42 1 0 0,0 0-1 0 0,0-1 0 0 0,-1 0 1 0 0,-1-1-1 0 0,0 1 1 0 0,-1-2-1 0 0,0 1 1 0 0,-1-1-1 0 0,-1 0 0 0 0,-1 0 1 0 0,0 0-1 0 0,0-1 1 0 0,1-30-1 0 0,-4 25 30 0 0,-2 1 0 0 0,0 0 0 0 0,-2 0 0 0 0,0 0 0 0 0,-1 0 0 0 0,-1 0 0 0 0,0 1-1 0 0,-2 0 1 0 0,0 0 0 0 0,-12-22 0 0 0,7 20-10 0 0,-1 0 1 0 0,-1 0-1 0 0,0 1 0 0 0,-2 1 1 0 0,0 0-1 0 0,-1 1 0 0 0,-1 1 1 0 0,-26-19-1 0 0,28 24-82 0 0,-1 1-1 0 0,0 1 1 0 0,0 0 0 0 0,-1 1 0 0 0,0 1-1 0 0,-1 1 1 0 0,0 1 0 0 0,0 0 0 0 0,0 1-1 0 0,-32-3 1 0 0,1 7-323 0 0,1 2 0 0 0,-1 2 0 0 0,0 2 0 0 0,-48 12 0 0 0,14-4-1635 0 0,76-11 1282 0 0,6-1 291 0 0,0-1 0 0 0,0 1 1 0 0,0-1-1 0 0,0 0 0 0 0,0 0 0 0 0,0 1 0 0 0,0-1 1 0 0,0 0-1 0 0,0-1 0 0 0,0 1 0 0 0,0 0 0 0 0,-3-1 1 0 0,-4-4-1846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0T04:33:31.5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37 62 5761 0 0,'0'0'117'0'0,"-16"6"388"0"0,-5 9 2120 0 0,40-26-2625 0 0,0 0 0 0 0,0 1 0 0 0,1 1 0 0 0,1 0 0 0 0,-1 2 0 0 0,1 0 0 0 0,0 2 0 0 0,1 0 0 0 0,-1 2 0 0 0,1 0 0 0 0,0 1 0 0 0,23 1-1 0 0,-42 1-11 0 0,-1 0-1 0 0,1 0 1 0 0,0 1-1 0 0,-1-1 1 0 0,1 0-1 0 0,0 1 1 0 0,-1 0-1 0 0,1 0 0 0 0,-1-1 1 0 0,1 1-1 0 0,-1 1 1 0 0,1-1-1 0 0,-1 0 1 0 0,0 1-1 0 0,0-1 0 0 0,0 1 1 0 0,1-1-1 0 0,-1 1 1 0 0,-1 0-1 0 0,1 0 1 0 0,0 0-1 0 0,0 0 0 0 0,-1 0 1 0 0,1 1-1 0 0,-1-1 1 0 0,0 0-1 0 0,2 4 1 0 0,-3-2 1 0 0,1 0 1 0 0,-1 0 0 0 0,1 1-1 0 0,-1-1 1 0 0,-1 0-1 0 0,1 0 1 0 0,0 1 0 0 0,-1-1-1 0 0,0 0 1 0 0,0 0-1 0 0,0 0 1 0 0,-1 0 0 0 0,1 0-1 0 0,-1 0 1 0 0,0 0 0 0 0,0 0-1 0 0,-3 3 1 0 0,-24 33-33 0 0,-2-2 1 0 0,-1-1-1 0 0,-2-2 1 0 0,-49 41-1 0 0,77-71 37 0 0,-50 53 163 0 0,54-57 65 0 0,9-1-186 0 0,41-9 15 0 0,69-21 0 0 0,-9 1-23 0 0,267-43-172 0 0,-371 72 72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0T04:33:32.20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1200 141 4860 0 0,'-1'-6'-11'0'0,"0"1"0"0"0,0 0-1 0 0,-1 0 1 0 0,0 0-1 0 0,0-1 1 0 0,0 2 0 0 0,0-1-1 0 0,-1 0 1 0 0,0 0-1 0 0,0 1 1 0 0,0 0 0 0 0,0-1-1 0 0,-1 1 1 0 0,0 0-1 0 0,0 1 1 0 0,0-1 0 0 0,0 1-1 0 0,0 0 1 0 0,-1 0-1 0 0,0 0 1 0 0,-7-3-1 0 0,-2 1 73 0 0,1 1-1 0 0,-1 0 1 0 0,0 1-1 0 0,0 1 0 0 0,0 0 1 0 0,0 1-1 0 0,-19 1 0 0 0,-14 1-62 0 0,0 2 0 0 0,0 2-1 0 0,1 2 1 0 0,0 2 0 0 0,0 2-1 0 0,1 2 1 0 0,0 2 0 0 0,1 2-1 0 0,1 2 1 0 0,1 1 0 0 0,1 3-1 0 0,1 1 1 0 0,1 2 0 0 0,1 2-1 0 0,1 1 1 0 0,-47 49-1 0 0,56-50-5 0 0,1 1-1 0 0,2 1 0 0 0,1 1 0 0 0,1 1 0 0 0,2 1 0 0 0,-25 53 1 0 0,41-74-1 0 0,1-1 0 0 0,0 0 0 0 0,1 1 0 0 0,0 0 0 0 0,1 0 0 0 0,1 0 0 0 0,-1 0 0 0 0,2 0 0 0 0,0 0 0 0 0,3 23 1 0 0,-1-26 0 0 0,1 1 0 0 0,0 0 1 0 0,0-1-1 0 0,1 0 0 0 0,0 1 1 0 0,1-2-1 0 0,0 1 1 0 0,0 0-1 0 0,1-1 0 0 0,0 0 1 0 0,1-1-1 0 0,0 1 1 0 0,0-1-1 0 0,15 12 0 0 0,-7-9 8 0 0,0 0 0 0 0,1-1 0 0 0,0-1 0 0 0,1 0 0 0 0,-1-2 0 0 0,1 1 0 0 0,0-2 0 0 0,1 0 0 0 0,33 4 0 0 0,3-3 42 0 0,108-3 0 0 0,-54-8 68 0 0,0-5 1 0 0,0-4-1 0 0,-1-5 1 0 0,-1-5-1 0 0,-2-4 1 0 0,136-57-1 0 0,-203 69-30 0 0,-2-1 0 0 0,1-2 1 0 0,-2-2-1 0 0,36-27 0 0 0,-58 38-30 0 0,0 0 1 0 0,-1 0 0 0 0,0-1-1 0 0,0-1 1 0 0,-1 0 0 0 0,-1 0-1 0 0,0-1 1 0 0,0 0-1 0 0,-1 0 1 0 0,-1-1 0 0 0,-1 0-1 0 0,0 0 1 0 0,7-24 0 0 0,-11 28 2 0 0,-1-1 0 0 0,0 1 0 0 0,0-1 1 0 0,-1 0-1 0 0,0 1 0 0 0,0-1 0 0 0,-2 0 1 0 0,1 1-1 0 0,-1-1 0 0 0,-1 1 1 0 0,-5-16-1 0 0,2 11 2 0 0,-1 1 1 0 0,-1 0 0 0 0,0 0 0 0 0,0 1-1 0 0,-2 0 1 0 0,1 1 0 0 0,-14-14-1 0 0,1 6 8 0 0,0 0 1 0 0,-1 1-1 0 0,-1 2 0 0 0,-1 0 0 0 0,0 2 0 0 0,-1 1 1 0 0,-51-21-1 0 0,23 17-56 0 0,0 3 1 0 0,-2 1 0 0 0,1 4 0 0 0,-2 1-1 0 0,1 3 1 0 0,-1 3 0 0 0,0 2-1 0 0,-67 7 1 0 0,26-3-4028 0 0,81-3 1492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0T04:33:35.6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31 179 5965 0 0,'-3'-1'-52'0'0,"1"0"1"0"0,0 0 0 0 0,0-1 0 0 0,0 1-1 0 0,0 0 1 0 0,0-1 0 0 0,0 0 0 0 0,0 1 0 0 0,1-1-1 0 0,-1 0 1 0 0,0 0 0 0 0,1 0 0 0 0,0 0 0 0 0,-1 0-1 0 0,0-2 1 0 0,2 2 13 0 0,17-27-169 0 0,-7 19 187 0 0,1 0-1 0 0,-1 1 1 0 0,1 0-1 0 0,1 1 0 0 0,0 0 1 0 0,0 1-1 0 0,1 0 1 0 0,-1 1-1 0 0,1 0 0 0 0,1 1 1 0 0,-1 0-1 0 0,29-5 0 0 0,1 3-6 0 0,1 1 0 0 0,87 0-1 0 0,-126 6 20 0 0,54 3-78 0 0,-56-2 81 0 0,0-1-1 0 0,1 1 0 0 0,-1-1 0 0 0,0 1 0 0 0,0 0 0 0 0,0 0 1 0 0,0 1-1 0 0,0-1 0 0 0,0 1 0 0 0,0-1 0 0 0,0 1 0 0 0,-1 0 1 0 0,1 0-1 0 0,-1 0 0 0 0,3 3 0 0 0,-4-4 5 0 0,-1 1 1 0 0,1-1-1 0 0,-1 1 0 0 0,0-1 0 0 0,1 0 1 0 0,-1 1-1 0 0,0-1 0 0 0,0 1 1 0 0,0-1-1 0 0,0 0 0 0 0,0 1 0 0 0,-1-1 1 0 0,1 1-1 0 0,0-1 0 0 0,-1 0 0 0 0,1 1 1 0 0,-1-1-1 0 0,1 0 0 0 0,-1 0 1 0 0,0 1-1 0 0,1-1 0 0 0,-1 0 0 0 0,0 0 1 0 0,0 0-1 0 0,0 0 0 0 0,0 0 0 0 0,0 0 1 0 0,0 0-1 0 0,-2 1 0 0 0,-34 30-24 0 0,35-31 21 0 0,-41 28-9 0 0,-2-3 0 0 0,-90 39 0 0 0,19-10 215 0 0,91-39 341 0 0,43-14-194 0 0,1-2-426 0 0,55 1 107 0 0,127 9 32 0 0,-171-7-64 0 0,0 2 1 0 0,-1 1-1 0 0,0 1 1 0 0,44 17-1 0 0,-72-23 2 0 0,1-1 0 0 0,0 0 0 0 0,-1 1-1 0 0,1 0 1 0 0,-1-1 0 0 0,1 1-1 0 0,-1 0 1 0 0,1 0 0 0 0,-1 0-1 0 0,0 0 1 0 0,1 0 0 0 0,-1 0 0 0 0,0 0-1 0 0,0 0 1 0 0,0 1 0 0 0,0-1-1 0 0,0 0 1 0 0,0 1 0 0 0,0-1-1 0 0,0 1 1 0 0,0-1 0 0 0,-1 1-1 0 0,2 2 1 0 0,-3-2 0 0 0,1-1 0 0 0,0 1 0 0 0,-1 0 0 0 0,1-1 0 0 0,-1 1 0 0 0,0-1 0 0 0,1 1 0 0 0,-1-1-1 0 0,0 1 1 0 0,0-1 0 0 0,0 1 0 0 0,0-1 0 0 0,0 0 0 0 0,0 0 0 0 0,-1 1 0 0 0,1-1 0 0 0,0 0 0 0 0,-3 1 0 0 0,-10 8 1 0 0,-1-2-1 0 0,0 0 1 0 0,-24 10 0 0 0,29-15-1 0 0,-73 28 110 0 0,-2-4-1 0 0,-1-4 0 0 0,-106 15 1 0 0,140-35 80 0 0,51-3-215 0 0,1 0 0 0 0,-1 0 0 0 0,1 0 1 0 0,0-1-1 0 0,-1 1 0 0 0,1 0 1 0 0,-1 0-1 0 0,1 0 0 0 0,-1 0 1 0 0,1-1-1 0 0,0 1 0 0 0,-1 0 1 0 0,1 0-1 0 0,0-1 0 0 0,-1 1 1 0 0,1 0-1 0 0,0-1 0 0 0,0 1 1 0 0,-1 0-1 0 0,1-1 0 0 0,0 1 0 0 0,0-1 1 0 0,-1 1-1 0 0,1 0 0 0 0,0-1 1 0 0,0 1-1 0 0,0-1 0 0 0,0 1 1 0 0,0 0-1 0 0,0-1 0 0 0,-1 1 1 0 0,1-1-1 0 0,0 1 0 0 0,0-1 1 0 0,0 1-1 0 0,0 0 0 0 0,1-1 0 0 0,-1 1 1 0 0,0-1-1 0 0,0 1 0 0 0,0-1 1 0 0,0 1-1 0 0,0 0 0 0 0,1-1 1 0 0,-1 1-1 0 0,0-1 0 0 0,0 1 1 0 0,1-1-1 0 0,8-18-1716 0 0,0 3 551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0T04:33:36.39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1102 76 4608 0 0,'-8'-7'66'0'0,"0"1"-1"0"0,-1-1 0 0 0,0 2 0 0 0,-1-1 0 0 0,-14-6 0 0 0,7 6-14 0 0,-1 0 0 0 0,0 1 0 0 0,0 0 0 0 0,-35-3 0 0 0,13 6-40 0 0,0 1-1 0 0,0 2 1 0 0,-50 8-1 0 0,49-2-19 0 0,1 2-1 0 0,0 1 1 0 0,1 2-1 0 0,0 2 1 0 0,1 2-1 0 0,0 1 1 0 0,2 2-1 0 0,0 1 1 0 0,-60 46-1 0 0,74-49 6 0 0,0 1 1 0 0,1 0-1 0 0,2 2 0 0 0,0 1 0 0 0,1 0 0 0 0,0 1 0 0 0,2 1 0 0 0,1 0 0 0 0,1 1 0 0 0,1 1 1 0 0,1 0-1 0 0,1 1 0 0 0,2 0 0 0 0,0 1 0 0 0,-6 36 0 0 0,13-53 2 0 0,1 1 0 0 0,1 0 0 0 0,0 0 0 0 0,0-1 0 0 0,1 1 0 0 0,1 0 0 0 0,0 0 0 0 0,0-1 0 0 0,1 0 1 0 0,0 1-1 0 0,1-1 0 0 0,0 0 0 0 0,0 0 0 0 0,1-1 0 0 0,1 0 0 0 0,-1 1 0 0 0,2-2 0 0 0,-1 1 0 0 0,1-1 0 0 0,0 0 0 0 0,1 0 0 0 0,12 9 0 0 0,-4-5 5 0 0,0-1 0 0 0,1 0 0 0 0,0-1 0 0 0,1-1 0 0 0,0 0 1 0 0,0-2-1 0 0,1 0 0 0 0,0-1 0 0 0,0-1 0 0 0,1 0 0 0 0,23 1 0 0 0,39 0 51 0 0,0-4 0 0 0,0-3 0 0 0,0-4 0 0 0,0-4 0 0 0,-1-3 0 0 0,0-3 0 0 0,-2-4 0 0 0,103-39 0 0 0,-165 52 55 0 0,0-1 0 0 0,0-1 1 0 0,-1-1-1 0 0,0 0 0 0 0,-1-1 1 0 0,0 0-1 0 0,0-2 0 0 0,-1 1 1 0 0,20-23-1 0 0,-25 23-11 0 0,0-1-1 0 0,-1 0 1 0 0,-1 0-1 0 0,0 0 1 0 0,-1-1-1 0 0,0 0 1 0 0,-1 0-1 0 0,0-1 1 0 0,-1 0-1 0 0,-1 1 1 0 0,0-1 0 0 0,1-27-1 0 0,-3 24-26 0 0,0-1-1 0 0,-2 1 1 0 0,0 0 0 0 0,0 0 0 0 0,-2 0-1 0 0,0 0 1 0 0,-1 1 0 0 0,-1-1-1 0 0,-1 1 1 0 0,0 0 0 0 0,-1 0-1 0 0,0 1 1 0 0,-1 0 0 0 0,-1 0 0 0 0,-1 1-1 0 0,0 0 1 0 0,0 1 0 0 0,-2 0-1 0 0,1 1 1 0 0,-2 0 0 0 0,0 0-1 0 0,0 2 1 0 0,-1-1 0 0 0,0 2 0 0 0,-21-11-1 0 0,-5 3-19 0 0,0 2-1 0 0,-2 2 1 0 0,0 1-1 0 0,0 2 0 0 0,-1 2 1 0 0,0 2-1 0 0,-50 0 1 0 0,-4 5-198 0 0,-1 5 0 0 0,-104 16 0 0 0,163-14-348 0 0,1-1-751 0 0,9-1-2566 0 0,10-2 1442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onsole.cloud.google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7.xml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9.png"/><Relationship Id="rId2" Type="http://schemas.openxmlformats.org/officeDocument/2006/relationships/image" Target="../media/image4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5.xml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openxmlformats.org/officeDocument/2006/relationships/customXml" Target="../ink/ink14.xml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0" Type="http://schemas.openxmlformats.org/officeDocument/2006/relationships/customXml" Target="../ink/ink13.xml"/><Relationship Id="rId4" Type="http://schemas.openxmlformats.org/officeDocument/2006/relationships/customXml" Target="../ink/ink10.xml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9.png"/><Relationship Id="rId12" Type="http://schemas.openxmlformats.org/officeDocument/2006/relationships/customXml" Target="../ink/ink20.xml"/><Relationship Id="rId17" Type="http://schemas.openxmlformats.org/officeDocument/2006/relationships/image" Target="../media/image24.png"/><Relationship Id="rId2" Type="http://schemas.openxmlformats.org/officeDocument/2006/relationships/customXml" Target="../ink/ink15.xml"/><Relationship Id="rId16" Type="http://schemas.openxmlformats.org/officeDocument/2006/relationships/customXml" Target="../ink/ink2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11" Type="http://schemas.openxmlformats.org/officeDocument/2006/relationships/image" Target="../media/image21.png"/><Relationship Id="rId5" Type="http://schemas.openxmlformats.org/officeDocument/2006/relationships/image" Target="../media/image18.png"/><Relationship Id="rId15" Type="http://schemas.openxmlformats.org/officeDocument/2006/relationships/image" Target="../media/image23.png"/><Relationship Id="rId10" Type="http://schemas.openxmlformats.org/officeDocument/2006/relationships/customXml" Target="../ink/ink19.xml"/><Relationship Id="rId4" Type="http://schemas.openxmlformats.org/officeDocument/2006/relationships/customXml" Target="../ink/ink16.xml"/><Relationship Id="rId9" Type="http://schemas.openxmlformats.org/officeDocument/2006/relationships/image" Target="../media/image20.png"/><Relationship Id="rId14" Type="http://schemas.openxmlformats.org/officeDocument/2006/relationships/customXml" Target="../ink/ink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google.com/workspace/calendar/api/guides/overview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Connect to google calendar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084247-A691-7A9E-B1D2-D379824203DF}"/>
              </a:ext>
            </a:extLst>
          </p:cNvPr>
          <p:cNvSpPr txBox="1"/>
          <p:nvPr/>
        </p:nvSpPr>
        <p:spPr>
          <a:xfrm>
            <a:off x="132588" y="1006269"/>
            <a:ext cx="36073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Set Up Your 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the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Cloud Console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https://console.cloud.google.com/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the project dropdown list at the top of the 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an existing project or 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Project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create one.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9DF269-8F9B-9835-084B-C5C55BD05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256" y="740664"/>
            <a:ext cx="8245744" cy="577900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69C303D-B7D3-19F8-228B-BFBD8DBF26C5}"/>
                  </a:ext>
                </a:extLst>
              </p14:cNvPr>
              <p14:cNvContentPartPr/>
              <p14:nvPr/>
            </p14:nvContentPartPr>
            <p14:xfrm>
              <a:off x="8165304" y="2820816"/>
              <a:ext cx="469800" cy="243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69C303D-B7D3-19F8-228B-BFBD8DBF26C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29664" y="2785176"/>
                <a:ext cx="541440" cy="31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49B22-EFA7-DF78-41FB-C339F89D1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952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2EB75-CBDA-A6B3-8EAB-623C89A00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7E09BF-2D60-7740-2748-FEDC08E37431}"/>
              </a:ext>
            </a:extLst>
          </p:cNvPr>
          <p:cNvSpPr txBox="1"/>
          <p:nvPr/>
        </p:nvSpPr>
        <p:spPr>
          <a:xfrm>
            <a:off x="96012" y="192453"/>
            <a:ext cx="50886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Enable the Google Calendar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the top search bar to search for "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Calendar 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on the API from the search results.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Enable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button.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49173F-2B33-7B66-4C01-D2E2847A0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54" y="3045542"/>
            <a:ext cx="11755491" cy="3620005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8750436-6C0F-54DE-FF01-90D423F51075}"/>
              </a:ext>
            </a:extLst>
          </p:cNvPr>
          <p:cNvGrpSpPr/>
          <p:nvPr/>
        </p:nvGrpSpPr>
        <p:grpSpPr>
          <a:xfrm>
            <a:off x="2059344" y="1079496"/>
            <a:ext cx="3302280" cy="2534040"/>
            <a:chOff x="2059344" y="1079496"/>
            <a:chExt cx="3302280" cy="253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CA06B0D-8C1E-6E30-F56B-CC792FEC5A8D}"/>
                    </a:ext>
                  </a:extLst>
                </p14:cNvPr>
                <p14:cNvContentPartPr/>
                <p14:nvPr/>
              </p14:nvContentPartPr>
              <p14:xfrm>
                <a:off x="2163384" y="1079496"/>
                <a:ext cx="3198240" cy="2189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CA06B0D-8C1E-6E30-F56B-CC792FEC5A8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45744" y="1061496"/>
                  <a:ext cx="3233880" cy="22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BB11817-769E-82C5-270D-9A6A73CDAD38}"/>
                    </a:ext>
                  </a:extLst>
                </p14:cNvPr>
                <p14:cNvContentPartPr/>
                <p14:nvPr/>
              </p14:nvContentPartPr>
              <p14:xfrm>
                <a:off x="2059344" y="3140496"/>
                <a:ext cx="275040" cy="146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BB11817-769E-82C5-270D-9A6A73CDAD3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41704" y="3122856"/>
                  <a:ext cx="3106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165909B-8323-764C-47F7-B7400A60693B}"/>
                    </a:ext>
                  </a:extLst>
                </p14:cNvPr>
                <p14:cNvContentPartPr/>
                <p14:nvPr/>
              </p14:nvContentPartPr>
              <p14:xfrm>
                <a:off x="2131704" y="3298536"/>
                <a:ext cx="244440" cy="55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165909B-8323-764C-47F7-B7400A60693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113704" y="3280536"/>
                  <a:ext cx="2800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86D00F6-6FDE-6A55-A737-3D7ADB3AA7C3}"/>
                    </a:ext>
                  </a:extLst>
                </p14:cNvPr>
                <p14:cNvContentPartPr/>
                <p14:nvPr/>
              </p14:nvContentPartPr>
              <p14:xfrm>
                <a:off x="2672064" y="3298176"/>
                <a:ext cx="48600" cy="20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86D00F6-6FDE-6A55-A737-3D7ADB3AA7C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654064" y="3280176"/>
                  <a:ext cx="842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8F5964A-D743-2372-E9BE-E332AE35B2AF}"/>
                    </a:ext>
                  </a:extLst>
                </p14:cNvPr>
                <p14:cNvContentPartPr/>
                <p14:nvPr/>
              </p14:nvContentPartPr>
              <p14:xfrm>
                <a:off x="2458224" y="3258216"/>
                <a:ext cx="488520" cy="355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8F5964A-D743-2372-E9BE-E332AE35B2A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440224" y="3240216"/>
                  <a:ext cx="524160" cy="39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31649A3-7AC4-E0B5-9299-C3AB12912C1F}"/>
              </a:ext>
            </a:extLst>
          </p:cNvPr>
          <p:cNvGrpSpPr/>
          <p:nvPr/>
        </p:nvGrpSpPr>
        <p:grpSpPr>
          <a:xfrm>
            <a:off x="2348784" y="3881736"/>
            <a:ext cx="534960" cy="349200"/>
            <a:chOff x="2348784" y="3881736"/>
            <a:chExt cx="534960" cy="34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7D6F399-4FAD-649A-4308-7649581FBB67}"/>
                    </a:ext>
                  </a:extLst>
                </p14:cNvPr>
                <p14:cNvContentPartPr/>
                <p14:nvPr/>
              </p14:nvContentPartPr>
              <p14:xfrm>
                <a:off x="2510424" y="3964896"/>
                <a:ext cx="240840" cy="174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7D6F399-4FAD-649A-4308-7649581FBB6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492784" y="3946896"/>
                  <a:ext cx="276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7781222-2BF5-90E7-432B-84777F875EB1}"/>
                    </a:ext>
                  </a:extLst>
                </p14:cNvPr>
                <p14:cNvContentPartPr/>
                <p14:nvPr/>
              </p14:nvContentPartPr>
              <p14:xfrm>
                <a:off x="2348784" y="3881736"/>
                <a:ext cx="534960" cy="349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7781222-2BF5-90E7-432B-84777F875EB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330784" y="3863736"/>
                  <a:ext cx="570600" cy="384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54140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E3264-5553-55C4-72A3-F7F1B0BE1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8535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C939F-7126-3DA6-431A-7DC664259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77921F-86FF-AD89-B0D9-E207CE591D75}"/>
              </a:ext>
            </a:extLst>
          </p:cNvPr>
          <p:cNvSpPr txBox="1"/>
          <p:nvPr/>
        </p:nvSpPr>
        <p:spPr>
          <a:xfrm>
            <a:off x="86107" y="122424"/>
            <a:ext cx="435787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Generate Your API Key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the left navigation menu and head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&gt;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Credentials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+ Create Credentials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button at the top.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key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the dropdown menu.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Copy the generated key string from the pop-up box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31DE271-73B8-14C1-6979-D01843C4A306}"/>
                  </a:ext>
                </a:extLst>
              </p14:cNvPr>
              <p14:cNvContentPartPr/>
              <p14:nvPr/>
            </p14:nvContentPartPr>
            <p14:xfrm>
              <a:off x="6556104" y="5001696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31DE271-73B8-14C1-6979-D01843C4A30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38464" y="498405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D7E65B8-FE9F-BCC2-7887-4C3A80F9006D}"/>
                  </a:ext>
                </a:extLst>
              </p14:cNvPr>
              <p14:cNvContentPartPr/>
              <p14:nvPr/>
            </p14:nvContentPartPr>
            <p14:xfrm>
              <a:off x="7644024" y="5175216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D7E65B8-FE9F-BCC2-7887-4C3A80F900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26384" y="515721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FECD19E7-8AE2-8FBC-3B9D-6F5EF5EF33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9365" y="2379512"/>
            <a:ext cx="7865699" cy="43779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51AC3F9-4B0B-C55C-EE9A-0FC34B37A9A6}"/>
                  </a:ext>
                </a:extLst>
              </p14:cNvPr>
              <p14:cNvContentPartPr/>
              <p14:nvPr/>
            </p14:nvContentPartPr>
            <p14:xfrm>
              <a:off x="8000784" y="2912256"/>
              <a:ext cx="390240" cy="2926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51AC3F9-4B0B-C55C-EE9A-0FC34B37A9A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83144" y="2894616"/>
                <a:ext cx="42588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79F50FA-5EB3-0BC8-2C2C-8DF853B80901}"/>
                  </a:ext>
                </a:extLst>
              </p14:cNvPr>
              <p14:cNvContentPartPr/>
              <p14:nvPr/>
            </p14:nvContentPartPr>
            <p14:xfrm>
              <a:off x="8293464" y="3494376"/>
              <a:ext cx="275040" cy="207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79F50FA-5EB3-0BC8-2C2C-8DF853B8090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75824" y="3476736"/>
                <a:ext cx="310680" cy="24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3A073AD-4BE0-6440-17FF-43FB36CC6883}"/>
              </a:ext>
            </a:extLst>
          </p:cNvPr>
          <p:cNvGrpSpPr/>
          <p:nvPr/>
        </p:nvGrpSpPr>
        <p:grpSpPr>
          <a:xfrm>
            <a:off x="3492864" y="1986336"/>
            <a:ext cx="4236120" cy="1079280"/>
            <a:chOff x="3492864" y="1986336"/>
            <a:chExt cx="4236120" cy="107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F1BC42F-3357-B0CC-0B4B-5C27AEDB8F39}"/>
                    </a:ext>
                  </a:extLst>
                </p14:cNvPr>
                <p14:cNvContentPartPr/>
                <p14:nvPr/>
              </p14:nvContentPartPr>
              <p14:xfrm>
                <a:off x="3492864" y="1986336"/>
                <a:ext cx="4219200" cy="1067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F1BC42F-3357-B0CC-0B4B-5C27AEDB8F3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74864" y="1968336"/>
                  <a:ext cx="4254840" cy="11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8CD833F-CCB8-66BC-2DB5-8FA24C17AE99}"/>
                    </a:ext>
                  </a:extLst>
                </p14:cNvPr>
                <p14:cNvContentPartPr/>
                <p14:nvPr/>
              </p14:nvContentPartPr>
              <p14:xfrm>
                <a:off x="7528464" y="2898576"/>
                <a:ext cx="200520" cy="167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8CD833F-CCB8-66BC-2DB5-8FA24C17AE9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510824" y="2880576"/>
                  <a:ext cx="236160" cy="202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05491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039C8-840D-4F98-A226-81AB1D8E7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70E984-73AF-5E83-205F-C3607950306F}"/>
              </a:ext>
            </a:extLst>
          </p:cNvPr>
          <p:cNvSpPr txBox="1"/>
          <p:nvPr/>
        </p:nvSpPr>
        <p:spPr>
          <a:xfrm>
            <a:off x="86107" y="122424"/>
            <a:ext cx="435787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Generate Your API Key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the left navigation menu and head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&gt;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Credentials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+ Create Credentials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button at the top.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key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the dropdown menu.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Copy the generated key string from the pop-up box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178BBD8-BBCE-B124-3E7C-CD9BCE8A4EB9}"/>
                  </a:ext>
                </a:extLst>
              </p14:cNvPr>
              <p14:cNvContentPartPr/>
              <p14:nvPr/>
            </p14:nvContentPartPr>
            <p14:xfrm>
              <a:off x="6556104" y="5001696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178BBD8-BBCE-B124-3E7C-CD9BCE8A4E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38104" y="498369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5040895-C16C-23C6-B12A-2E0F345F31D8}"/>
                  </a:ext>
                </a:extLst>
              </p14:cNvPr>
              <p14:cNvContentPartPr/>
              <p14:nvPr/>
            </p14:nvContentPartPr>
            <p14:xfrm>
              <a:off x="7644024" y="5175216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5040895-C16C-23C6-B12A-2E0F345F31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26024" y="515721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0593E8A-AAFF-FF3F-5C7C-FE561F72FC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399" y="0"/>
            <a:ext cx="3891337" cy="6858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5160E17-6A50-CA3D-816E-B99E927B7A48}"/>
              </a:ext>
            </a:extLst>
          </p:cNvPr>
          <p:cNvGrpSpPr/>
          <p:nvPr/>
        </p:nvGrpSpPr>
        <p:grpSpPr>
          <a:xfrm>
            <a:off x="8565264" y="491976"/>
            <a:ext cx="519120" cy="392400"/>
            <a:chOff x="8565264" y="491976"/>
            <a:chExt cx="519120" cy="39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1463765-C825-A775-AA2E-7C801A7FF4C6}"/>
                    </a:ext>
                  </a:extLst>
                </p14:cNvPr>
                <p14:cNvContentPartPr/>
                <p14:nvPr/>
              </p14:nvContentPartPr>
              <p14:xfrm>
                <a:off x="8649504" y="597816"/>
                <a:ext cx="48600" cy="181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1463765-C825-A775-AA2E-7C801A7FF4C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631504" y="579816"/>
                  <a:ext cx="842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F24525D-2142-643A-7BF5-070346F279EC}"/>
                    </a:ext>
                  </a:extLst>
                </p14:cNvPr>
                <p14:cNvContentPartPr/>
                <p14:nvPr/>
              </p14:nvContentPartPr>
              <p14:xfrm>
                <a:off x="8565264" y="491976"/>
                <a:ext cx="519120" cy="392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F24525D-2142-643A-7BF5-070346F279E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47264" y="474336"/>
                  <a:ext cx="55476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1D2BC19-051C-ED11-5AB0-DBF17703FC2C}"/>
              </a:ext>
            </a:extLst>
          </p:cNvPr>
          <p:cNvGrpSpPr/>
          <p:nvPr/>
        </p:nvGrpSpPr>
        <p:grpSpPr>
          <a:xfrm>
            <a:off x="8641224" y="2597616"/>
            <a:ext cx="626400" cy="359640"/>
            <a:chOff x="8641224" y="2597616"/>
            <a:chExt cx="626400" cy="35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D1000A4-C105-8C79-7482-A51C29FE56EC}"/>
                    </a:ext>
                  </a:extLst>
                </p14:cNvPr>
                <p14:cNvContentPartPr/>
                <p14:nvPr/>
              </p14:nvContentPartPr>
              <p14:xfrm>
                <a:off x="8795304" y="2696256"/>
                <a:ext cx="260280" cy="146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D1000A4-C105-8C79-7482-A51C29FE56E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77304" y="2678256"/>
                  <a:ext cx="2959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B93AE0E-3F78-287B-1399-B6237D8620DA}"/>
                    </a:ext>
                  </a:extLst>
                </p14:cNvPr>
                <p14:cNvContentPartPr/>
                <p14:nvPr/>
              </p14:nvContentPartPr>
              <p14:xfrm>
                <a:off x="8641224" y="2597616"/>
                <a:ext cx="626400" cy="359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B93AE0E-3F78-287B-1399-B6237D8620D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23584" y="2579976"/>
                  <a:ext cx="662040" cy="39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3B906F1-FCF4-2DCE-7332-6371ABA9DD6C}"/>
              </a:ext>
            </a:extLst>
          </p:cNvPr>
          <p:cNvGrpSpPr/>
          <p:nvPr/>
        </p:nvGrpSpPr>
        <p:grpSpPr>
          <a:xfrm>
            <a:off x="7904304" y="6365736"/>
            <a:ext cx="512640" cy="338040"/>
            <a:chOff x="7904304" y="6365736"/>
            <a:chExt cx="51264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FB2AE9A-3F6A-D0BC-5A42-23EEA4E2896E}"/>
                    </a:ext>
                  </a:extLst>
                </p14:cNvPr>
                <p14:cNvContentPartPr/>
                <p14:nvPr/>
              </p14:nvContentPartPr>
              <p14:xfrm>
                <a:off x="8061984" y="6439896"/>
                <a:ext cx="234720" cy="206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FB2AE9A-3F6A-D0BC-5A42-23EEA4E2896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044344" y="6422256"/>
                  <a:ext cx="2703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C00D6D9-0D51-0FBB-C561-E08C6FF31B7E}"/>
                    </a:ext>
                  </a:extLst>
                </p14:cNvPr>
                <p14:cNvContentPartPr/>
                <p14:nvPr/>
              </p14:nvContentPartPr>
              <p14:xfrm>
                <a:off x="7904304" y="6365736"/>
                <a:ext cx="512640" cy="338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C00D6D9-0D51-0FBB-C561-E08C6FF31B7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886664" y="6347736"/>
                  <a:ext cx="548280" cy="373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53509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38F53-B43F-E3FD-9982-84F2E479C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A6B2CB-8BD9-73B0-800E-E7CAEEAB0107}"/>
              </a:ext>
            </a:extLst>
          </p:cNvPr>
          <p:cNvSpPr txBox="1"/>
          <p:nvPr/>
        </p:nvSpPr>
        <p:spPr>
          <a:xfrm>
            <a:off x="0" y="210741"/>
            <a:ext cx="509854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🔒 Crucial Security Step: Restrict Your Key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Because standard API keys are insecure and easily scraped if exposed, you should restrict them immediately: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Credentials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tab, click the edit icon next to your newly created API key.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restrictions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select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Restrict key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Calendar 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the dropdown menu and save. This ensures your key cannot be misused to access other Google Cloud services</a:t>
            </a:r>
          </a:p>
        </p:txBody>
      </p:sp>
    </p:spTree>
    <p:extLst>
      <p:ext uri="{BB962C8B-B14F-4D97-AF65-F5344CB8AC3E}">
        <p14:creationId xmlns:p14="http://schemas.microsoft.com/office/powerpoint/2010/main" val="1058252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A8B9-4D25-F088-8FD2-ED1109EF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0192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1975</TotalTime>
  <Words>253</Words>
  <Application>Microsoft Office PowerPoint</Application>
  <PresentationFormat>Widescreen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237</cp:revision>
  <dcterms:created xsi:type="dcterms:W3CDTF">2025-09-22T02:44:38Z</dcterms:created>
  <dcterms:modified xsi:type="dcterms:W3CDTF">2026-07-10T04:33:41Z</dcterms:modified>
</cp:coreProperties>
</file>