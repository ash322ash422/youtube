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70" r:id="rId3"/>
    <p:sldId id="274" r:id="rId4"/>
    <p:sldId id="276" r:id="rId5"/>
    <p:sldId id="271" r:id="rId6"/>
    <p:sldId id="273" r:id="rId7"/>
    <p:sldId id="272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23.61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1398 0 5388 0 0,'0'0'-428'0'0,"0"7"-879"0"0,0-6 1367 0 0,0 0 1 0 0,0 0-1 0 0,-1 1 0 0 0,1-1 1 0 0,0 0-1 0 0,-1 0 1 0 0,1 0-1 0 0,-1 0 0 0 0,0 0 1 0 0,1 1-1 0 0,-1-1 1 0 0,0 0-1 0 0,0 0 0 0 0,0-1 1 0 0,-1 3-1 0 0,-43-7-27 0 0,0 2-1 0 0,-1 3 1 0 0,1 1 0 0 0,0 2-1 0 0,0 2 1 0 0,0 2 0 0 0,1 3-1 0 0,0 1 1 0 0,1 1 0 0 0,-74 36-1 0 0,60-22-34 0 0,1 1 0 0 0,2 3 0 0 0,1 3 0 0 0,2 1-1 0 0,-81 73 1 0 0,98-71-13 0 0,1 2 0 0 0,2 1 0 0 0,2 1 0 0 0,1 1 0 0 0,3 2 0 0 0,-34 77 0 0 0,22-27 0 0 0,4 0-1 0 0,-29 138 1 0 0,44-138 24 0 0,4 1 0 0 0,4 0 0 0 0,4 1 1 0 0,4-1-1 0 0,5 1 0 0 0,18 122 0 0 0,4-49 18 0 0,81 424 74 0 0,-64-430-48 0 0,6-2 0 0 0,117 261-1 0 0,-132-353-35 0 0,173 330 62 0 0,121 107 29 0 0,-263-417-119 0 0,109 114 0 0 0,6-33 25 0 0,-139-134-12 0 0,32 26 8 0 0,-23-21-30 0 0,51 55 0 0 0,-77-73 25 0 0,0-1 0 0 0,46 31 0 0 0,-18-14-3 0 0,21 16-5 0 0,-27-21-2 0 0,61 58 0 0 0,131 123 7 0 0,-111-109 25 0 0,22 30 9 0 0,-126-114-32 0 0,156 151 54 0 0,-54-66 32 0 0,-123-106-86 0 0,34 23 3926 0 0,-35-28-3606 0 0,-2-13-42 0 0,-1 0 0 0 0,0 0 0 0 0,-2 1 0 0 0,1-1 0 0 0,-2 1 0 0 0,-10-20 0 0 0,-6-22 81 0 0,-5 1-60 0 0,21 47-237 0 0,0-1 1 0 0,1 0 0 0 0,-7-20 0 0 0,-22-41 217 0 0,32 69-269 0 0,-4-4-4 0 0,4 4-6 0 0,0-2-4 0 0,19 68-3581 0 0,97 148 2377 0 0,-109-203 1162 0 0,-2 0 1 0 0,1 0 0 0 0,-1 1-1 0 0,4 15 1 0 0,10 23-82 0 0,-16-47 138 0 0,0 1 0 0 0,-1 0 0 0 0,1 0 0 0 0,-1-1 0 0 0,1 1 1 0 0,-1 0-1 0 0,0 0 0 0 0,1 0 0 0 0,-1 0 0 0 0,0 0 0 0 0,1 0 0 0 0,-1-1 1 0 0,0 1-1 0 0,0 0 0 0 0,0 0 0 0 0,0 0 0 0 0,0 0 0 0 0,0 0 0 0 0,0 0 0 0 0,0 0 1 0 0,0 0-1 0 0,-1 0 0 0 0,1 0 0 0 0,0 0 0 0 0,-1-1 0 0 0,1 1 0 0 0,0 0 1 0 0,-1 0-1 0 0,1 0 0 0 0,-1 0 0 0 0,1-1 0 0 0,-1 1 0 0 0,0 0 0 0 0,1-1 1 0 0,-1 1-1 0 0,0 0 0 0 0,1-1 0 0 0,-1 1 0 0 0,0-1 0 0 0,0 1 0 0 0,0-1 0 0 0,1 1 1 0 0,-1-1-1 0 0,0 0 0 0 0,0 1 0 0 0,0-1 0 0 0,0 0 0 0 0,-1 1 0 0 0,-7 0 127 0 0,0 1 0 0 0,0-1-1 0 0,0-1 1 0 0,-12 0-1 0 0,12 0-113 0 0,-305-8 816 0 0,235 4-739 0 0,37 3-222 0 0,-57-9 0 0 0,97 10-123 0 0,1 0 0 0 0,-1-1 0 0 0,1 1 0 0 0,-1-1 0 0 0,1 1 0 0 0,-1-1 0 0 0,1 0 0 0 0,0 1 0 0 0,0-1 0 0 0,-1 0 0 0 0,1 0 0 0 0,0 0 0 0 0,0 0 1 0 0,-2-2-479 0 0,2 1 478 0 0,0 1 0 0 0,0 0 0 0 0,0 0 0 0 0,1-1 0 0 0,-1 1 0 0 0,1 0 0 0 0,-2-3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36.73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623 1 3180 0 0,'-11'0'650'0'0,"101"35"-748"0"0,-65-28 85 0 0,0 2-1 0 0,0 1 1 0 0,-2 1 0 0 0,1 1-1 0 0,-1 1 1 0 0,42 31-1 0 0,-56-36 17 0 0,-1-1 0 0 0,0 1-1 0 0,0 1 1 0 0,0-1-1 0 0,-1 1 1 0 0,-1 0 0 0 0,1 1-1 0 0,-1 0 1 0 0,-1 0-1 0 0,8 21 1 0 0,-10-16 4 0 0,0 0 0 0 0,-2 1-1 0 0,0-1 1 0 0,-1 1 0 0 0,0-1 0 0 0,-1 0-1 0 0,-1 1 1 0 0,0-1 0 0 0,-1 0 0 0 0,-1 0-1 0 0,-1 0 1 0 0,0 0 0 0 0,-12 23 0 0 0,-1-1 12 0 0,-1-2 1 0 0,-2 0 0 0 0,-2-2 0 0 0,-30 36-1 0 0,-44 46 10 0 0,5 4 0 0 0,-94 161 0 0 0,18-10-16 0 0,137-219-6 0 0,2 1-1 0 0,2 1 1 0 0,2 1-1 0 0,-32 108 1 0 0,-3 63 25 0 0,40-139-35 0 0,-14 140 0 0 0,28-131 20 0 0,12 139 0 0 0,-3-146-14 0 0,-1-41 4 0 0,10 72 0 0 0,17 110 19 0 0,-20-136 45 0 0,22 97 0 0 0,-4-42 32 0 0,6 25-62 0 0,-1-34 60 0 0,30 98 97 0 0,26 51-52 0 0,-70-224-104 0 0,7 23-36 0 0,22 135-1 0 0,-47-218-2 0 0,46 303 66 0 0,-20-186-51 0 0,24 138 31 0 0,-40-195-16 0 0,34 115 1 0 0,-27-120-26 0 0,-17-8 5422 0 0,-5-53-5201 0 0,-78-34 717 0 0,-144-85 1 0 0,176 91-801 0 0,49 29-149 0 0,-4-3 16 0 0,16 26-3603 0 0,-4-13 3503 0 0,1 0 0 0 0,0-1 0 0 0,0 1 0 0 0,0-1 0 0 0,1-1 0 0 0,16 13 0 0 0,84 52-153 0 0,-68-48 181 0 0,-39-23 55 0 0,17 11 0 0 0,0-1 1 0 0,1-1 0 0 0,0-1 0 0 0,37 13-1 0 0,-50-20 18 0 0,0 0 0 0 0,0 0 0 0 0,0 0 0 0 0,1-1 0 0 0,-1 0 0 0 0,1 0 0 0 0,-1-1 0 0 0,8 0 0 0 0,4-1 30 0 0,-7 0 40 0 0,-1-1-1 0 0,0 0 0 0 0,0-1 0 0 0,-1 0 0 0 0,1-1 0 0 0,-1 0 0 0 0,1-1 0 0 0,-1 1 0 0 0,0-2 0 0 0,-1 1 0 0 0,1-1 1 0 0,8-9-1 0 0,21-12 63 0 0,123-87 210 0 0,-109 78-192 0 0,-51 34-61 0 0,1 1-138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42.90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13 6561 0 0,'0'0'-487'0'0,"17"-4"-2538"0"0,-8 2 3026 0 0,0 0 0 0 0,-1 0 0 0 0,1 1 0 0 0,0 0 0 0 0,0 1 1 0 0,0 0-1 0 0,0 0 0 0 0,16 4 0 0 0,0 0-2 0 0,31 0-12 0 0,0 4-1 0 0,0 2 1 0 0,-1 2-1 0 0,0 3 0 0 0,-1 2 1 0 0,-1 2-1 0 0,80 42 1 0 0,178 127 10 0 0,-69-38 14 0 0,-135-89-16 0 0,-3 5 1 0 0,-3 5-1 0 0,130 118 1 0 0,88 92-8 0 0,56 53 116 0 0,18 62-37 0 0,288 348 568 0 0,-280-241 52 0 0,-321-389-542 0 0,-4 3 1 0 0,61 131-1 0 0,-105-179-54 0 0,-3 1 1 0 0,30 107-1 0 0,-48-137-20 0 0,76 244 325 0 0,-63-213-277 0 0,-15-40-21 0 0,1 0 0 0 0,22 42 0 0 0,-27-64-89 0 0,0 1 0 0 0,-1-1 0 0 0,-1 1 0 0 0,1 0 0 0 0,-2 1 0 0 0,1-1 0 0 0,1 20 0 0 0,10 11 152 0 0,-14-40-100 0 0,5 22 3736 0 0,-79-66-3193 0 0,-118-90 1 0 0,130 92-514 0 0,60 40-89 0 0,0 0-4 0 0,-3-2 0 0 0,3 2-3 0 0,1 0-186 0 0,-5-2 453 0 0,124 123-2558 0 0,-15-21 2178 0 0,-95-91 122 0 0,0 0 1 0 0,1 0-1 0 0,0-1 0 0 0,18 11 0 0 0,-25-17 9 0 0,-1-1 44 0 0,-1 1 0 0 0,1 0-1 0 0,0 0 1 0 0,-1-1 0 0 0,1 1-1 0 0,0 0 1 0 0,-1-1 0 0 0,1 1-1 0 0,0-1 1 0 0,0 1 0 0 0,0-1-1 0 0,-1 1 1 0 0,1-1 0 0 0,0 0-1 0 0,0 1 1 0 0,0-1 0 0 0,0 0-1 0 0,0 0 1 0 0,0 0 0 0 0,0 1-1 0 0,0-1 1 0 0,0 0 0 0 0,0 0-1 0 0,1-1 1 0 0,16-14 93 0 0,-1-1 0 0 0,-1-1 0 0 0,0-1 0 0 0,24-36 0 0 0,10-11-6 0 0,59-63 112 0 0,-83 96-513 0 0,-25 31 178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46.65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2215 0 5569 0 0,'0'0'-353'0'0,"-5"2"-613"0"0,-19 6 1422 0 0,-6-2 641 0 0,-5-7-974 0 0,8 0-59 0 0,-1 2-1 0 0,-38 4 1 0 0,39-1-34 0 0,-52-1 0 0 0,14-1-16 0 0,-458 15 329 0 0,462-17-304 0 0,-129 3 84 0 0,-128 6 10 0 0,12 0-86 0 0,7-1 92 0 0,296-8-95 0 0,-1 0-6 0 0,-66 2 368 0 0,67-2-338 0 0,-23 0 83 0 0,12 0-148 0 0,11 0 49 0 0,-6-6-1442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47.56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723 1 3896 0 0,'0'0'-247'0'0,"-8"3"-737"0"0,-50 20 1021 0 0,1 4 0 0 0,2 1 0 0 0,-86 60 0 0 0,15-11 25 0 0,-87 62 128 0 0,168-113 37 0 0,43-25-165 0 0,-13 16 392 0 0,13-10-462 0 0,1-6 0 0 0,2 1 9 0 0,0-1 0 0 0,1 1 0 0 0,-1-1 0 0 0,0 0 0 0 0,0 1-1 0 0,1-1 1 0 0,-1 0 0 0 0,0 0 0 0 0,1 0 0 0 0,-1 0 0 0 0,1 0-1 0 0,0 0 1 0 0,-1 0 0 0 0,1-1 0 0 0,3 2 0 0 0,31 12 24 0 0,-34-14-23 0 0,61 18 51 0 0,2-3 0 0 0,-1-3 0 0 0,80 4 0 0 0,-67-8-12 0 0,56 3 9 0 0,-67-7 123 0 0,66 12 1 0 0,-70-5 85 0 0,-60-11-189 0 0,15 0-2108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49.85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113 188 3508 0 0,'0'0'-77'0'0,"-4"-2"365"0"0,1 0 27 0 0,-1 1-1 0 0,0-1 1 0 0,-1 1 0 0 0,1-1-1 0 0,0 1 1 0 0,-6 0 0 0 0,7 11-333 0 0,1 1 0 0 0,0-1 0 0 0,1 1-1 0 0,0 0 1 0 0,1-1 0 0 0,0 1 0 0 0,1 13 0 0 0,14 79-48 0 0,0-29-28 0 0,44 133 0 0 0,-59-206 117 0 0,2 11-9 0 0,-2-12 8 0 0,0 0 1 0 0,0 0-1 0 0,0 0 1 0 0,1 0-1 0 0,-1 1 1 0 0,0-1 0 0 0,0 0-1 0 0,0 0 1 0 0,0 0-1 0 0,0 0 1 0 0,0 0-1 0 0,0 1 1 0 0,0-1-1 0 0,0 0 1 0 0,0 0 0 0 0,1 0-1 0 0,-1 0 1 0 0,0 1-1 0 0,0-1 1 0 0,0 0-1 0 0,0 0 1 0 0,0 0 0 0 0,0 0-1 0 0,0 1 1 0 0,0-1-1 0 0,0 0 1 0 0,0 0-1 0 0,-1 0 1 0 0,1 0 0 0 0,0 1-1 0 0,0-1 1 0 0,0 0-1 0 0,0 0 1 0 0,0 0-1 0 0,0 0 1 0 0,0 0 0 0 0,0 1-1 0 0,0-1 1 0 0,0 0-1 0 0,-1 0 1 0 0,1 0-1 0 0,0 0 1 0 0,0 0 0 0 0,0 0-1 0 0,0 1 1 0 0,0-1-1 0 0,-1 0 1 0 0,1 0-1 0 0,0 0 1 0 0,0 0 0 0 0,0 0-1 0 0,0 0 1 0 0,-1 0-1 0 0,1 0 1 0 0,0 0-1 0 0,0 0 1 0 0,0 0 0 0 0,0 0-1 0 0,-1 0 1 0 0,1 0-1 0 0,0 0 1 0 0,0 0-1 0 0,0 0 1 0 0,0 0-1 0 0,-1 0 1 0 0,1 0 0 0 0,0 0-1 0 0,0 0 1 0 0,0-1-1 0 0,-9-7 39 0 0,1-2 0 0 0,0 1-1 0 0,1-1 1 0 0,0 0 0 0 0,1-1 0 0 0,0 1-1 0 0,-5-16 1 0 0,-33-91 253 0 0,33 83-254 0 0,1-1 4 0 0,1-1 1 0 0,-8-71 0 0 0,17 90-72 0 0,0 0 1 0 0,1-1-1 0 0,0 1 1 0 0,1-1-1 0 0,2 1 1 0 0,-1 0-1 0 0,9-21 1 0 0,-6 17-50 0 0,-6 20 35 0 0,22-29-178 0 0,-7 23 139 0 0,1 0 0 0 0,-1 1 0 0 0,1 1 1 0 0,0 0-1 0 0,1 1 0 0 0,-1 1 0 0 0,31-2 1 0 0,-44 5 1 0 0,32 4-169 0 0,-16 3 125 0 0,0 1 0 0 0,0 2 0 0 0,-1-1-1 0 0,18 14 1 0 0,-29-18 56 0 0,0 0 1 0 0,0 0-1 0 0,0 1 0 0 0,-1 0 0 0 0,1 1 0 0 0,-2 0 0 0 0,1 0 1 0 0,-1 0-1 0 0,0 0 0 0 0,0 1 0 0 0,5 11 0 0 0,-9-16 39 0 0,0 0-1 0 0,1-1 1 0 0,-1 1 0 0 0,0 0-1 0 0,-1 0 1 0 0,1 0 0 0 0,0 0-1 0 0,-1 0 1 0 0,1 0-1 0 0,-1 1 1 0 0,0-1 0 0 0,0 0-1 0 0,-1 0 1 0 0,1 0 0 0 0,0 0-1 0 0,-1 0 1 0 0,0 0-1 0 0,0 0 1 0 0,0 0 0 0 0,0 0-1 0 0,0 0 1 0 0,-1-1 0 0 0,1 1-1 0 0,-1 0 1 0 0,0-1-1 0 0,1 1 1 0 0,-1-1 0 0 0,0 0-1 0 0,-1 1 1 0 0,1-1 0 0 0,0 0-1 0 0,-4 2 1 0 0,-11 10 22 0 0,-1-1 0 0 0,-1 0 1 0 0,0-2-1 0 0,-1 0 0 0 0,0-1 1 0 0,0-1-1 0 0,-1-1 0 0 0,0-1 0 0 0,0-1 1 0 0,-1-1-1 0 0,-23 3 0 0 0,-32 0 771 0 0,77-8-798 0 0,1 0 1 0 0,-1 0 0 0 0,0 0 0 0 0,0 0 0 0 0,0 0 0 0 0,0 0-1 0 0,0 0 1 0 0,0 0 0 0 0,1 0 0 0 0,-1-1 0 0 0,0 1 0 0 0,0 0-1 0 0,0 0 1 0 0,0 0 0 0 0,0 0 0 0 0,0 0 0 0 0,0-1 0 0 0,0 1-1 0 0,0 0 1 0 0,0 0 0 0 0,0 0 0 0 0,0 0 0 0 0,0 0 0 0 0,0-1-1 0 0,0 1 1 0 0,0 0 0 0 0,0 0 0 0 0,0 0 0 0 0,0 0 0 0 0,0-1-1 0 0,0 1 1 0 0,0 0 0 0 0,0 0 0 0 0,0 0 0 0 0,0 0 0 0 0,0 0-1 0 0,0-1 1 0 0,0 1 0 0 0,0 0 0 0 0,0 0 0 0 0,0 0 0 0 0,0 0-1 0 0,0 0 1 0 0,-1 0 0 0 0,1-1 0 0 0,0 1 0 0 0,0 0 0 0 0,0 0-1 0 0,0 0 1 0 0,0 0 0 0 0,0 0 0 0 0,-1 0 0 0 0,1 0 0 0 0,0 0-1 0 0,0 0 1 0 0,18 2-31 0 0,0 2-1 0 0,-1 1 0 0 0,1 0 0 0 0,-1 1 1 0 0,0 0-1 0 0,0 2 0 0 0,-1 0 1 0 0,20 13-1 0 0,5 7-45 0 0,-2 1 1 0 0,37 35 0 0 0,27 20 74 0 0,-77-55 676 0 0,-25-28-513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52.53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75 189 4080 0 0,'0'0'-263'0'0,"18"13"-1052"0"0,-8-14 1380 0 0,1 0-1 0 0,0-1 0 0 0,-1 0 1 0 0,1 0-1 0 0,19-9 0 0 0,-24 9 120 0 0,-1 0-1 0 0,1-1 1 0 0,-1 0-1 0 0,1 0 1 0 0,-1 0-1 0 0,0 0 0 0 0,0-1 1 0 0,-1 0-1 0 0,1 0 1 0 0,-1 0-1 0 0,0-1 1 0 0,6-6-1 0 0,-9 9-13 0 0,-1 1-129 0 0,0-1-1 0 0,1 1 1 0 0,-1-1-1 0 0,0 1 1 0 0,0-1 0 0 0,0 1-1 0 0,0-1 1 0 0,0 1-1 0 0,0-1 1 0 0,0 1 0 0 0,0-1-1 0 0,-1 1 1 0 0,1-1-1 0 0,-1 1 1 0 0,1-1-1 0 0,-1 1 1 0 0,1-1 0 0 0,-1 1-1 0 0,0 0 1 0 0,0-1-1 0 0,-2-1 1 0 0,-39-19 261 0 0,40 22-281 0 0,-30-5 53 0 0,30 4-78 0 0,-22 4 10 0 0,16-2-17 0 0,1 1 0 0 0,-1 0 0 0 0,1 1 0 0 0,0 0 0 0 0,0 0-1 0 0,0 1 1 0 0,0-1 0 0 0,1 2 0 0 0,-11 7 0 0 0,7-5-12 0 0,6-4 3 0 0,0 0 0 0 0,1 1 0 0 0,-1-1 0 0 0,1 1 0 0 0,0 0 0 0 0,0 0 0 0 0,1 0 1 0 0,-1 0-1 0 0,1 0 0 0 0,0 1 0 0 0,0-1 0 0 0,0 1 0 0 0,1-1 0 0 0,-1 1 0 0 0,1 0 0 0 0,-1 8 1 0 0,1-3-51 0 0,0 0 0 0 0,1-1 1 0 0,0 1-1 0 0,0-1 1 0 0,1 1-1 0 0,1-1 1 0 0,0 1-1 0 0,2 9 1 0 0,-2-14 55 0 0,-1-1 1 0 0,1 0 0 0 0,0 1 0 0 0,0-1 0 0 0,0 0 0 0 0,0 0 0 0 0,1 0 0 0 0,-1 0-1 0 0,1-1 1 0 0,0 1 0 0 0,0-1 0 0 0,1 1 0 0 0,-1-1 0 0 0,1 0 0 0 0,-1-1 0 0 0,1 1 0 0 0,7 3-1 0 0,-5-3 20 0 0,0-1 0 0 0,0-1-1 0 0,0 1 1 0 0,1-1-1 0 0,-1 0 1 0 0,0 0 0 0 0,1-1-1 0 0,-1 0 1 0 0,0 0-1 0 0,1 0 1 0 0,8-3 0 0 0,14-4 48 0 0,-1-1 0 0 0,-1-1 0 0 0,0-1 0 0 0,40-22 0 0 0,-65 31-54 0 0,17-9 136 0 0,0-1 0 0 0,-1-1 0 0 0,-1-1 0 0 0,0-1 0 0 0,0 0 0 0 0,15-18 0 0 0,-28 28-67 0 0,0-1 0 0 0,-1 0 0 0 0,0 0 0 0 0,0 0 1 0 0,0-1-1 0 0,0 1 0 0 0,-1-1 0 0 0,0 1 0 0 0,0-1 0 0 0,0 0 0 0 0,-1 0 0 0 0,0 0 0 0 0,0 0 1 0 0,0-11-1 0 0,-1 15-63 0 0,-1 0 0 0 0,1-1 0 0 0,-1 1 0 0 0,1 0 0 0 0,-1-1 0 0 0,0 1 0 0 0,0 0 0 0 0,0 0 0 0 0,0 0 0 0 0,0 0 0 0 0,-1 0 1 0 0,1 0-1 0 0,-1 0 0 0 0,1 0 0 0 0,-1 0 0 0 0,0 0 0 0 0,1 1 0 0 0,-1-1 0 0 0,0 1 0 0 0,0 0 0 0 0,0-1 0 0 0,0 1 0 0 0,0 0 0 0 0,-1 0 0 0 0,1 0 1 0 0,0 0-1 0 0,0 1 0 0 0,-4-2 0 0 0,3 1-15 0 0,-19 4-101 0 0,19-3 79 0 0,0 0 0 0 0,1 0 1 0 0,-1 0-1 0 0,0 0 0 0 0,0 1 1 0 0,0-1-1 0 0,0 1 0 0 0,1 0 0 0 0,-1 0 1 0 0,-3 1-1 0 0,3 0-76 0 0,1 0 0 0 0,-1-1 0 0 0,1 1 0 0 0,-1 0 1 0 0,1 0-1 0 0,0 0 0 0 0,0 1 0 0 0,0-1 0 0 0,0 0 0 0 0,0 1 0 0 0,1-1 0 0 0,-1 1 0 0 0,1 0 0 0 0,-1 0 1 0 0,1-1-1 0 0,0 1 0 0 0,-1 4 0 0 0,2-5-13 0 0,25 27-579 0 0,20-12 626 0 0,1-3 1 0 0,1-1-1 0 0,66 8 0 0 0,-37-7-27 0 0,-62-11 80 0 0,-1 0 0 0 0,1 0-1 0 0,-1 2 1 0 0,1 0 0 0 0,-1 0 0 0 0,-1 1 0 0 0,15 9 0 0 0,-26-15 19 0 0,0 1 1 0 0,0-1-1 0 0,0 1 0 0 0,0 0 0 0 0,0-1 1 0 0,-1 1-1 0 0,1 0 0 0 0,0-1 0 0 0,0 1 1 0 0,-1 0-1 0 0,1 0 0 0 0,-1 0 0 0 0,1 0 1 0 0,0-1-1 0 0,-1 1 0 0 0,1 0 0 0 0,-1 0 1 0 0,0 0-1 0 0,1 0 0 0 0,-1 0 0 0 0,0 0 1 0 0,0 0-1 0 0,0 0 0 0 0,1 0 0 0 0,-1 0 1 0 0,0 1-1 0 0,0-1 0 0 0,0 0 0 0 0,-1 1 1 0 0,0 0 2 0 0,0 0-1 0 0,0 0 1 0 0,0 0 0 0 0,-1 0 0 0 0,1 0 0 0 0,-1 0 0 0 0,1 0 0 0 0,-1-1 0 0 0,0 1-1 0 0,1 0 1 0 0,-1-1 0 0 0,-3 2 0 0 0,-6 4 9 0 0,-1 0 0 0 0,0-2 0 0 0,-17 8-1 0 0,-8-1 427 0 0,-61 14 0 0 0,96-26-262 0 0,-6 2 26 0 0,8-2-188 0 0,0 0-1 0 0,0 0 1 0 0,1-1-1 0 0,-1 1 1 0 0,0 0-1 0 0,0 0 1 0 0,0 0-1 0 0,0 0 0 0 0,0 0 1 0 0,0 0-1 0 0,0 0 1 0 0,0 0-1 0 0,0 0 1 0 0,0 0-1 0 0,0-1 1 0 0,0 1-1 0 0,0 0 1 0 0,0 0-1 0 0,0 0 1 0 0,0 0-1 0 0,0 0 1 0 0,0 0-1 0 0,0 0 0 0 0,0 0 1 0 0,0 0-1 0 0,0 0 1 0 0,-1-1-1 0 0,1 1 1 0 0,0 0-1 0 0,0 0 1 0 0,0 0-1 0 0,0 0 1 0 0,0 0-1 0 0,0 0 1 0 0,0 0-1 0 0,0 0 1 0 0,0 0-1 0 0,0 0 0 0 0,0 0 1 0 0,0 0-1 0 0,0 0 1 0 0,-1 0-1 0 0,1 0 1 0 0,0 0-1 0 0,0 0 1 0 0,0 0-1 0 0,0 0 1 0 0,0-1-1 0 0,0 1 1 0 0,0 0-1 0 0,0 0 1 0 0,15-9-45 0 0,1 0 1 0 0,0 1 0 0 0,0 1 0 0 0,1 0 0 0 0,0 1 0 0 0,29-6 0 0 0,48-17-65 0 0,-75 21 161 0 0,1-1 0 0 0,-1 0-1 0 0,-1-1 1 0 0,0-1 0 0 0,21-17-1 0 0,-35 25-19 0 0,-1 0 0 0 0,0 1 0 0 0,0-1 0 0 0,0-1-1 0 0,0 1 1 0 0,0 0 0 0 0,-1-1 0 0 0,0 1 0 0 0,1-1 0 0 0,-2 0-1 0 0,1 0 1 0 0,0 0 0 0 0,-1 0 0 0 0,1 0 0 0 0,-1 0 0 0 0,0 0-1 0 0,0 0 1 0 0,-1-1 0 0 0,0 1 0 0 0,1 0 0 0 0,-1 0 0 0 0,0-1-1 0 0,-1 1 1 0 0,1 0 0 0 0,-1 0 0 0 0,0-1 0 0 0,0 1 0 0 0,0 0-1 0 0,-1 0 1 0 0,0 0 0 0 0,1 0 0 0 0,-5-5 0 0 0,5 7 1 0 0,-10-13 126 0 0,0-5-107 0 0,10 19-70 0 0,1 6-593 0 0,4 34 470 0 0,2-1-1 0 0,1 0 1 0 0,1 0-1 0 0,22 56 0 0 0,-5-9 56 0 0,54 185 3516 0 0,-79-270-3393 0 0,-10-14 647 0 0,-10-27-534 0 0,1-16 174 0 0,2 0-1 0 0,3-2 0 0 0,-10-86 1 0 0,22 125-356 0 0,1 0 0 0 0,0 0 0 0 0,1 0 0 0 0,2 0 0 0 0,0 0 0 0 0,1 1 0 0 0,8-29 0 0 0,3-6-343 0 0,-14 53 294 0 0,5-5-140 0 0,21-22-749 0 0,-13 26 759 0 0,-1 0-1 0 0,1 1 1 0 0,0 0 0 0 0,0 1-1 0 0,0 1 1 0 0,0 0 0 0 0,0 1-1 0 0,0 0 1 0 0,0 1 0 0 0,-1 0-1 0 0,1 1 1 0 0,-1 0 0 0 0,0 1-1 0 0,0 1 1 0 0,-1 0 0 0 0,13 8-1 0 0,-22-13 168 0 0,-1 0 1 0 0,1 0-1 0 0,-1 0 0 0 0,0 0 0 0 0,1 0 0 0 0,-1 0 0 0 0,0 1 0 0 0,0-1 0 0 0,0 0 0 0 0,1 1 0 0 0,-1-1 1 0 0,-1 0-1 0 0,1 1 0 0 0,0 0 0 0 0,0-1 0 0 0,0 1 0 0 0,-1-1 0 0 0,1 1 0 0 0,-1 0 0 0 0,0-1 0 0 0,1 1 1 0 0,-1 0-1 0 0,0 0 0 0 0,0 2 0 0 0,0 0 11 0 0,-1 1 0 0 0,0-1 0 0 0,0 0 0 0 0,-1 0 0 0 0,1-1 0 0 0,-1 1 1 0 0,0 0-1 0 0,0 0 0 0 0,0-1 0 0 0,-3 5 0 0 0,-6 5 9 0 0,0 0-1 0 0,-1 0 1 0 0,0-1 0 0 0,-18 13-1 0 0,7-9 106 0 0,-39 21-1 0 0,20-13 290 0 0,41-23-299 0 0,-5-1-226 0 0,-10-3-1699 0 0,10-5 321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54.14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50 30 4228 0 0,'-14'31'181'0'0,"2"0"-1"0"0,-10 42 1 0 0,21-70-190 0 0,1 1 0 0 0,0-1 0 0 0,0 0 1 0 0,0 1-1 0 0,0-1 0 0 0,1 0 0 0 0,-1 1 1 0 0,1-1-1 0 0,0 0 0 0 0,0 0 0 0 0,0 1 0 0 0,0-1 1 0 0,0 0-1 0 0,1 0 0 0 0,0 0 0 0 0,-1 0 1 0 0,5 4-1 0 0,-1 0 8 0 0,0-1 1 0 0,1 0-1 0 0,-1 0 1 0 0,1 0 0 0 0,12 8-1 0 0,-11-9 38 0 0,0 0 1 0 0,0-1-1 0 0,0 0 1 0 0,0 0-1 0 0,1 0 0 0 0,0-1 1 0 0,0 0-1 0 0,0-1 1 0 0,0 0-1 0 0,0 0 0 0 0,0-1 1 0 0,15 1-1 0 0,-20-2 106 0 0,1-2-7 0 0,-1 1-108 0 0,1-2-1 0 0,-1 1 0 0 0,0 0 0 0 0,0-1 0 0 0,0 1 0 0 0,0-1 0 0 0,0 0 0 0 0,0 0 0 0 0,-1 0 0 0 0,1 0 0 0 0,-1-1 0 0 0,0 1 0 0 0,0-1 0 0 0,0 1 0 0 0,0-1 0 0 0,-1 0 0 0 0,0 0 1 0 0,1 0-1 0 0,-1 0 0 0 0,-1 0 0 0 0,1 0 0 0 0,0 0 0 0 0,-1 0 0 0 0,0 0 0 0 0,0 0 0 0 0,0 0 0 0 0,-1 0 0 0 0,1 0 0 0 0,-1 0 0 0 0,0 0 0 0 0,0 0 0 0 0,-1 1 0 0 0,1-1 0 0 0,-1 0 1 0 0,1 0-1 0 0,-1 1 0 0 0,0-1 0 0 0,-1 1 0 0 0,1 0 0 0 0,-1 0 0 0 0,1-1 0 0 0,-1 2 0 0 0,0-1 0 0 0,0 0 0 0 0,0 0 0 0 0,0 1 0 0 0,-7-4 0 0 0,-59-22 62 0 0,30 15-46 0 0,37 12-37 0 0,1 1-7 0 0,0 0 1 0 0,1 1-1 0 0,-1-1 1 0 0,0 0-1 0 0,1 0 1 0 0,-1 0-1 0 0,1 0 1 0 0,-1 0-1 0 0,0 0 1 0 0,1 0-1 0 0,-1 0 1 0 0,0 0-1 0 0,1 0 1 0 0,-1 0-1 0 0,0-1 1 0 0,1 1-1 0 0,-1 0 1 0 0,1 0-1 0 0,-1-1 1 0 0,0 1-1 0 0,1 0 1 0 0,-1-1-1 0 0,1 1 1 0 0,-1 0-1 0 0,1-1 1 0 0,-1 1-1 0 0,1-1 1 0 0,-1 1-1 0 0,1-1 1 0 0,0 1-1 0 0,-1-1 1 0 0,15-13-206 0 0,31-9-29 0 0,28 0 45 0 0,14-5 5 0 0,-83 26 170 0 0,0 0 0 0 0,0 1 1 0 0,0 0-1 0 0,0 0 1 0 0,1 0-1 0 0,-1 0 1 0 0,1 0-1 0 0,-1 1 1 0 0,0 0-1 0 0,1 0 1 0 0,5 1-1 0 0,18-1-284 0 0,-36 41 132 0 0,9-15 121 0 0,2 0 0 0 0,1 0 0 0 0,1-1 0 0 0,2 1 0 0 0,0-1-1 0 0,14 31 1 0 0,-18-14 5030 0 0,-4-48-4785 0 0,-1-7-167 0 0,0 1 1 0 0,1-1 0 0 0,1 1-1 0 0,0-1 1 0 0,1 0 0 0 0,0 1-1 0 0,1-1 1 0 0,0 1 0 0 0,1 0-1 0 0,0 0 1 0 0,8-17 0 0 0,-10 24-115 0 0,1 0 1 0 0,0 0 0 0 0,1 1 0 0 0,-1-1-1 0 0,1 0 1 0 0,0 1 0 0 0,0 0 0 0 0,0 0-1 0 0,0 0 1 0 0,1 0 0 0 0,0 0 0 0 0,0 1 0 0 0,0 0-1 0 0,0-1 1 0 0,0 1 0 0 0,1 1 0 0 0,-1-1-1 0 0,1 1 1 0 0,0 0 0 0 0,-1 0 0 0 0,1 0-1 0 0,0 0 1 0 0,0 1 0 0 0,0 0 0 0 0,9-1-1 0 0,-11 2-31 0 0,3 0-39 0 0,1 0 1 0 0,0 1-1 0 0,-1 0 0 0 0,1 0 0 0 0,-1 0 1 0 0,10 4-1 0 0,-10 0 43 0 0,-1 1 0 0 0,0 1 1 0 0,-1-1-1 0 0,1 1 0 0 0,-1-1 0 0 0,0 1 1 0 0,-1 1-1 0 0,1-1 0 0 0,-2 0 0 0 0,1 1 0 0 0,-1 0 1 0 0,3 13-1 0 0,-3-9 74 0 0,1 0-1 0 0,1 0 1 0 0,0-1 0 0 0,8 15 0 0 0,-10-21 38 0 0,0-1-1 0 0,1 0 1 0 0,0 1 0 0 0,0-1 0 0 0,0 0 0 0 0,0-1 0 0 0,1 1-1 0 0,-1 0 1 0 0,1-1 0 0 0,0 0 0 0 0,0 0 0 0 0,0 0 0 0 0,1 0-1 0 0,8 3 1 0 0,-8-4-144 0 0,1-1-1 0 0,0 0 1 0 0,0 0 0 0 0,-1-1-1 0 0,1 0 1 0 0,0 0 0 0 0,0 0-1 0 0,0-1 1 0 0,0 1-1 0 0,-1-2 1 0 0,1 1 0 0 0,11-4-1 0 0,15-7-1067 0 0,6-7 358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08:18:55.44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332 1 3340 0 0,'0'0'-156'0'0,"-10"1"-592"0"0,-31 4 703 0 0,0 3 1 0 0,0 1-1 0 0,1 2 0 0 0,0 1 0 0 0,-42 21 1 0 0,81-33 42 0 0,-2 1-4 0 0,1 0 0 0 0,-1 1 0 0 0,1-1-1 0 0,-1 0 1 0 0,1 1 0 0 0,0 0 0 0 0,-1-1-1 0 0,1 1 1 0 0,0 0 0 0 0,0 0 0 0 0,1 0 0 0 0,-1 1-1 0 0,0-1 1 0 0,-2 4 0 0 0,3-4 11 0 0,2-1-1 0 0,-1 0 0 0 0,0-1 1 0 0,0 1-1 0 0,1 0 0 0 0,-1 0 0 0 0,0 0 0 0 0,1 0 0 0 0,-1 0 0 0 0,1 0 0 0 0,-1 0 1 0 0,1-1-1 0 0,0 1 0 0 0,-1 0 0 0 0,1 0 0 0 0,0-1 0 0 0,-1 1 0 0 0,1 0 0 0 0,0-1 1 0 0,0 1-1 0 0,-1-1 0 0 0,1 1 0 0 0,0-1 0 0 0,0 1 0 0 0,0-1 0 0 0,0 0 0 0 0,2 1 1 0 0,30 6 62 0 0,-21-5-44 0 0,274 59 103 0 0,-283-60-127 0 0,1 0 0 0 0,-1 0 0 0 0,1 0 0 0 0,-1 0 0 0 0,0 0 0 0 0,0 1-1 0 0,0 0 1 0 0,1-1 0 0 0,-2 1 0 0 0,1 0 0 0 0,0 1 0 0 0,0-1 0 0 0,-1 0 0 0 0,5 6 0 0 0,-7-7 25 0 0,-29 25 147 0 0,8-16 239 0 0,-2-1 1 0 0,1 0 0 0 0,-1-2-1 0 0,0-1 1 0 0,-1-1-1 0 0,1-1 1 0 0,-1 0-1 0 0,-29-1 1 0 0,53-3-403 0 0,-1 0 1 0 0,1 0-1 0 0,0 0 1 0 0,-1 0-1 0 0,1 0 0 0 0,0 1 1 0 0,0-1-1 0 0,-1 0 1 0 0,1 0-1 0 0,0 0 0 0 0,0 0 1 0 0,-1 0-1 0 0,1 0 1 0 0,0 0-1 0 0,-1 0 0 0 0,1 0 1 0 0,0 0-1 0 0,0 0 1 0 0,-1-1-1 0 0,1 1 0 0 0,0 0 1 0 0,0 0-1 0 0,-1 0 1 0 0,1 0-1 0 0,0 0 1 0 0,0 0-1 0 0,-1-1 0 0 0,1 1 1 0 0,0 0-1 0 0,0 0 1 0 0,0 0-1 0 0,-1-1 0 0 0,1 1 1 0 0,0 0-1 0 0,0 0 1 0 0,0-1-1 0 0,0 1 0 0 0,-1 0 1 0 0,1 0-1 0 0,0-1 1 0 0,0 1-1 0 0,10-9 51 0 0,20-6-99 0 0,26 1-115 0 0,79-9-1 0 0,-84 16 35 0 0,-1-2-1 0 0,59-19 1 0 0,-99 25 169 0 0,0 0 1 0 0,-1-1 0 0 0,1 0 0 0 0,-1-1 0 0 0,0 0-1 0 0,0 0 1 0 0,-1-1 0 0 0,0 0 0 0 0,0-1-1 0 0,11-11 1 0 0,-14 12 68 0 0,0 1-1 0 0,-1-1 0 0 0,1-1 0 0 0,-1 1 1 0 0,-1 0-1 0 0,1-1 0 0 0,-1 0 1 0 0,3-11-1 0 0,-5 16-34 0 0,-4-4 71 0 0,3 5-139 0 0,0 0 0 0 0,0 0 1 0 0,-1-1-1 0 0,1 1 0 0 0,0 0 0 0 0,-1 0 0 0 0,1 0 0 0 0,-1 0 0 0 0,1 0 1 0 0,-1-1-1 0 0,0 1 0 0 0,1 0 0 0 0,-1 0 0 0 0,0 0 0 0 0,0 1 1 0 0,0-1-1 0 0,0 0 0 0 0,0 0 0 0 0,0 0 0 0 0,0 1 0 0 0,0-1 0 0 0,0 0 1 0 0,-2 0-1 0 0,-4 3-37 0 0,-1 1 0 0 0,0-1 0 0 0,1 2 0 0 0,0-1 1 0 0,0 1-1 0 0,0 0 0 0 0,0 0 0 0 0,1 1 0 0 0,-1 0 0 0 0,1 0 1 0 0,0 1-1 0 0,1 0 0 0 0,-1 0 0 0 0,1 0 0 0 0,-6 10 0 0 0,10-14-1 0 0,-1 0-1 0 0,1 0 0 0 0,-1 0 1 0 0,1 0-1 0 0,0 0 0 0 0,0 1 0 0 0,0-1 1 0 0,0 1-1 0 0,0-1 0 0 0,1 1 1 0 0,-1-1-1 0 0,1 1 0 0 0,-1-1 1 0 0,1 1-1 0 0,0-1 0 0 0,0 1 0 0 0,0-1 1 0 0,1 1-1 0 0,-1 0 0 0 0,1 2 1 0 0,1-1 2 0 0,-1 0 0 0 0,1 0 1 0 0,0-1-1 0 0,0 1 1 0 0,1-1-1 0 0,-1 0 1 0 0,1 1-1 0 0,-1-1 0 0 0,1 0 1 0 0,0 0-1 0 0,5 3 1 0 0,3 2 7 0 0,0-1 0 0 0,0-1-1 0 0,0 0 1 0 0,1 0 0 0 0,0-1 0 0 0,0-1 0 0 0,13 4 0 0 0,7-3-536 0 0,0-1 0 0 0,0-2 0 0 0,0-1 0 0 0,0-2-1 0 0,55-8 1 0 0,-29 0-1172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pi.uber.com/estimates/phistory/?id=231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3EAC-24D1-44C0-2B5F-95DBBB91C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542032"/>
            <a:ext cx="9857173" cy="876047"/>
          </a:xfrm>
        </p:spPr>
        <p:txBody>
          <a:bodyPr>
            <a:normAutofit fontScale="90000"/>
          </a:bodyPr>
          <a:lstStyle/>
          <a:p>
            <a:r>
              <a:rPr lang="en-US" dirty="0"/>
              <a:t>API</a:t>
            </a:r>
            <a:br>
              <a:rPr lang="en-US" dirty="0"/>
            </a:br>
            <a:r>
              <a:rPr lang="en-US" dirty="0"/>
              <a:t>Application Programming Interface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A46C8-FF07-4754-EE50-90B30805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6944AB-0C51-2390-3A48-A2AC11662B6B}"/>
              </a:ext>
            </a:extLst>
          </p:cNvPr>
          <p:cNvSpPr txBox="1"/>
          <p:nvPr/>
        </p:nvSpPr>
        <p:spPr>
          <a:xfrm>
            <a:off x="466725" y="572185"/>
            <a:ext cx="10677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allows one program (Python) to talk to another software (Server)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F6B4F3-70A1-047D-8363-BB42A53A2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49" y="2928057"/>
            <a:ext cx="8539877" cy="380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67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E48E3-D334-65C6-3178-DDE9F906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5FBFC6-8A55-5680-519F-5DD674548120}"/>
              </a:ext>
            </a:extLst>
          </p:cNvPr>
          <p:cNvSpPr txBox="1"/>
          <p:nvPr/>
        </p:nvSpPr>
        <p:spPr>
          <a:xfrm>
            <a:off x="149087" y="572185"/>
            <a:ext cx="1204291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companies provide API so that the user can access certain information from their database.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backend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does not want everybody accessing every information from their database. So, they provide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endpoints.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8F8B17-C99A-A562-C1C9-7656314D8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49" y="2928057"/>
            <a:ext cx="8539877" cy="380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18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FB6CB-C8EE-542A-6B1D-0E39C1979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EFBF35-0379-0306-B461-C10C88A7E9DC}"/>
              </a:ext>
            </a:extLst>
          </p:cNvPr>
          <p:cNvSpPr txBox="1"/>
          <p:nvPr/>
        </p:nvSpPr>
        <p:spPr>
          <a:xfrm>
            <a:off x="371475" y="790486"/>
            <a:ext cx="112395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Uber may provide different API endpoints for different services: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Price estimate:   https://api.uber.com/estimates/price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View Payment history: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https://api.uber.com/estimates/phistory/?id=231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Company may limit request limits to 100 per hours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6EC260-616B-F132-A1F8-EC00A080B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49" y="2928057"/>
            <a:ext cx="8539877" cy="380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99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00B1-02FE-0804-A0B2-7FBA573B5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E10F98-6086-CE1A-99CC-CDF2B5478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49" y="2928057"/>
            <a:ext cx="8539877" cy="38016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E3338B-1C1F-3E83-BBDA-2017289F2A13}"/>
              </a:ext>
            </a:extLst>
          </p:cNvPr>
          <p:cNvSpPr txBox="1"/>
          <p:nvPr/>
        </p:nvSpPr>
        <p:spPr>
          <a:xfrm>
            <a:off x="1009649" y="180886"/>
            <a:ext cx="95631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terms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Client (Python) -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Endpoint (URL) - https://jsonplaceholder.typicode.com/users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 Method (GET) -  Or POST,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 (JSON)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7ADDA53-7E8A-0035-5536-BA65EDD034A1}"/>
                  </a:ext>
                </a:extLst>
              </p14:cNvPr>
              <p14:cNvContentPartPr/>
              <p14:nvPr/>
            </p14:nvContentPartPr>
            <p14:xfrm>
              <a:off x="519795" y="864540"/>
              <a:ext cx="1053720" cy="2251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7ADDA53-7E8A-0035-5536-BA65EDD034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795" y="828540"/>
                <a:ext cx="1125360" cy="23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399EB4F-F8BA-5A08-48C1-764C459D74C2}"/>
                  </a:ext>
                </a:extLst>
              </p14:cNvPr>
              <p14:cNvContentPartPr/>
              <p14:nvPr/>
            </p14:nvContentPartPr>
            <p14:xfrm>
              <a:off x="3742515" y="1598580"/>
              <a:ext cx="383760" cy="2147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399EB4F-F8BA-5A08-48C1-764C459D74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06515" y="1562940"/>
                <a:ext cx="455400" cy="22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76183D3-736B-817D-9F25-CD8D70B7C3DB}"/>
                  </a:ext>
                </a:extLst>
              </p14:cNvPr>
              <p14:cNvContentPartPr/>
              <p14:nvPr/>
            </p14:nvContentPartPr>
            <p14:xfrm>
              <a:off x="4412115" y="1379340"/>
              <a:ext cx="1731240" cy="1684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76183D3-736B-817D-9F25-CD8D70B7C3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76115" y="1343700"/>
                <a:ext cx="1802880" cy="175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2509D6D-8931-8139-4D06-8B187CC1805F}"/>
              </a:ext>
            </a:extLst>
          </p:cNvPr>
          <p:cNvGrpSpPr/>
          <p:nvPr/>
        </p:nvGrpSpPr>
        <p:grpSpPr>
          <a:xfrm>
            <a:off x="6392475" y="4588380"/>
            <a:ext cx="1432440" cy="686880"/>
            <a:chOff x="6392475" y="4588380"/>
            <a:chExt cx="1432440" cy="68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F83C06-94BB-0D22-BD37-4DEC703F62AC}"/>
                    </a:ext>
                  </a:extLst>
                </p14:cNvPr>
                <p14:cNvContentPartPr/>
                <p14:nvPr/>
              </p14:nvContentPartPr>
              <p14:xfrm>
                <a:off x="6718995" y="4700700"/>
                <a:ext cx="797760" cy="28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F83C06-94BB-0D22-BD37-4DEC703F62A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82995" y="4664700"/>
                  <a:ext cx="869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5B73578-4006-2B23-9BCB-A3EC0662A49C}"/>
                    </a:ext>
                  </a:extLst>
                </p14:cNvPr>
                <p14:cNvContentPartPr/>
                <p14:nvPr/>
              </p14:nvContentPartPr>
              <p14:xfrm>
                <a:off x="6574995" y="4588380"/>
                <a:ext cx="320400" cy="209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5B73578-4006-2B23-9BCB-A3EC0662A49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38995" y="4552740"/>
                  <a:ext cx="3920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EAB7041-6DC4-4B57-607F-DD31E261B5C4}"/>
                    </a:ext>
                  </a:extLst>
                </p14:cNvPr>
                <p14:cNvContentPartPr/>
                <p14:nvPr/>
              </p14:nvContentPartPr>
              <p14:xfrm>
                <a:off x="6392475" y="4924620"/>
                <a:ext cx="192240" cy="244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EAB7041-6DC4-4B57-607F-DD31E261B5C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56835" y="4888980"/>
                  <a:ext cx="2638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D40FE5-A676-260F-E3FF-9B254650AA53}"/>
                    </a:ext>
                  </a:extLst>
                </p14:cNvPr>
                <p14:cNvContentPartPr/>
                <p14:nvPr/>
              </p14:nvContentPartPr>
              <p14:xfrm>
                <a:off x="6593355" y="5039100"/>
                <a:ext cx="486000" cy="236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D40FE5-A676-260F-E3FF-9B254650AA5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57715" y="5003100"/>
                  <a:ext cx="5576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BBC77E8-0467-0D1F-0D59-F03C0FEB9EAD}"/>
                    </a:ext>
                  </a:extLst>
                </p14:cNvPr>
                <p14:cNvContentPartPr/>
                <p14:nvPr/>
              </p14:nvContentPartPr>
              <p14:xfrm>
                <a:off x="7130115" y="5038020"/>
                <a:ext cx="316440" cy="112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BBC77E8-0467-0D1F-0D59-F03C0FEB9EA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94475" y="5002380"/>
                  <a:ext cx="3880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78A6A0E-46AD-E2CA-EDD8-5AB9C74AFE07}"/>
                    </a:ext>
                  </a:extLst>
                </p14:cNvPr>
                <p14:cNvContentPartPr/>
                <p14:nvPr/>
              </p14:nvContentPartPr>
              <p14:xfrm>
                <a:off x="7459515" y="5012460"/>
                <a:ext cx="365400" cy="113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78A6A0E-46AD-E2CA-EDD8-5AB9C74AFE0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23515" y="4976820"/>
                  <a:ext cx="437040" cy="185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04796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11ADB-F875-CB45-2B05-8AB8BF0D4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25CD575-E723-EBBC-C8CA-B438CA044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6" y="1019175"/>
            <a:ext cx="11684369" cy="11949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26FFA8-416F-3E37-3616-F0939006A7C1}"/>
              </a:ext>
            </a:extLst>
          </p:cNvPr>
          <p:cNvSpPr txBox="1"/>
          <p:nvPr/>
        </p:nvSpPr>
        <p:spPr>
          <a:xfrm>
            <a:off x="3009900" y="329684"/>
            <a:ext cx="6191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Response (JSON)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24E2D9-FFD5-4B52-3AD4-9398C9ECA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49" y="2928057"/>
            <a:ext cx="8539877" cy="380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73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03210-398F-583F-B5AC-3674EE61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ED7CAE-66D7-38AC-E5F1-728B150ADB89}"/>
              </a:ext>
            </a:extLst>
          </p:cNvPr>
          <p:cNvSpPr txBox="1"/>
          <p:nvPr/>
        </p:nvSpPr>
        <p:spPr>
          <a:xfrm>
            <a:off x="1009649" y="180886"/>
            <a:ext cx="95631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use API 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Read API –Docs provided by the company. It can be tedious.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EBEEAB-FF96-7589-144E-06507845D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49" y="2928057"/>
            <a:ext cx="8539877" cy="380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69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197</TotalTime>
  <Words>174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API Application Programming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61</cp:revision>
  <dcterms:created xsi:type="dcterms:W3CDTF">2025-09-22T02:44:38Z</dcterms:created>
  <dcterms:modified xsi:type="dcterms:W3CDTF">2026-06-03T15:40:56Z</dcterms:modified>
</cp:coreProperties>
</file>