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6" r:id="rId2"/>
    <p:sldId id="257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14:02.2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1 113 24575,'4'3'0,"1"0"0,-1 0 0,1 1 0,-1-1 0,0 1 0,-1 0 0,1 0 0,-1 0 0,1 1 0,4 7 0,22 55 0,-13-28 0,-4-13 0,-5-5 0,2-2 0,0 1 0,1-1 0,1-1 0,22 26 0,-32-42 0,0 0 0,-1-1 0,1 0 0,0 1 0,0-1 0,0 0 0,-1 0 0,1 0 0,1 0 0,-1 0 0,0 0 0,0-1 0,0 1 0,0-1 0,0 1 0,1-1 0,-1 0 0,0 0 0,0 0 0,1 0 0,-1 0 0,0-1 0,0 1 0,0-1 0,1 1 0,-1-1 0,0 0 0,0 0 0,0 0 0,0 0 0,0 0 0,0 0 0,-1 0 0,3-2 0,6-6 0,0 0 0,-1-1 0,0 1 0,12-20 0,-12 18 0,26-35-195,1 1 0,3 3 0,2 1 0,1 2 0,2 2 0,67-44 0,-59 51-6631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14:04.9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1 628 24575,'1'10'0,"1"0"0,1-1 0,0 1 0,6 14 0,-5-14 0,-4-9 0,0 1 0,1-1 0,-1 1 0,1-1 0,0 0 0,-1 1 0,1-1 0,0 0 0,0 1 0,0-1 0,0 0 0,0 0 0,0 0 0,0 0 0,0 0 0,0 0 0,1 0 0,-1 0 0,0 0 0,1 0 0,-1-1 0,1 1 0,-1-1 0,1 1 0,-1-1 0,1 0 0,-1 1 0,1-1 0,-1 0 0,1 0 0,-1 0 0,1 0 0,-1 0 0,1 0 0,-1-1 0,1 1 0,-1 0 0,1-1 0,-1 1 0,2-2 0,7-2 0,0-2 0,0 1 0,-1-1 0,16-13 0,-22 16 0,230-191 0,65-50 0,1 44-705,-268 180 45,5-4-6166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15:25.6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24226,'4141'0'0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15:35.50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1 109 24575,'97'0'0,"200"4"0,-234 1 0,-1 2 0,106 27 0,-125-24 0,0-2 0,1-1 0,53 0 0,135-9 0,-78-1 0,128 16 0,15 0 0,-43-11 0,199-6 0,-406-1 0,70-15 0,-78 11 0,0 2 0,1 2 0,41-1 0,-32 4 0,0-2 0,70-15 0,-66 9 0,93-6 0,-104 14 0,0-3 0,68-16 0,-65 11 0,-14 5 0,60-1 0,-63 5 0,0-1 0,55-10 0,-82 11 0,175-35 0,-160 33 0,1 2 0,0 0 0,0 0 0,0 2 0,-1 0 0,1 1 0,0 1 0,26 7 0,-41-9 0,0-1 0,0 1 0,0 0 0,0 0 0,0 0 0,0 0 0,0 0 0,0 0 0,-1 0 0,1 0 0,0 1 0,-1-1 0,1 1 0,-1 0 0,1-1 0,-1 1 0,0 0 0,0-1 0,0 1 0,0 0 0,0 0 0,0 0 0,1 4 0,-2-3 0,0 0 0,0-1 0,-1 1 0,1 0 0,-1 0 0,1 0 0,-1 0 0,0-1 0,0 1 0,0 0 0,-1-1 0,1 1 0,-1-1 0,1 0 0,-4 4 0,-2 3 0,-1-1 0,0 0 0,0 0 0,-1-1 0,0 0 0,-1-1 0,1 1 0,-13 4 0,1-5 0,0-1 0,0-1 0,0-1 0,-1 0 0,0-2 0,1-1 0,-40-4 0,1 2 0,-95-12 0,-8 0 0,82 12 0,-102-15 0,-9-18 0,117 19 0,-2 3 0,-128-6 0,60 7 0,5-1 0,-202 34 0,268-15 5,32-4-690,-50 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05:15:59.3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0 106 24575,'30'-1'0,"0"-2"0,-1-2 0,42-11 0,-38 8 0,0 1 0,50-3 0,8 8 0,-50 3 0,0-2 0,0-2 0,0-2 0,40-10 0,-39 5 0,0 2 0,1 2 0,50-1 0,134 9 0,-82 2 0,18-6 0,169 4 0,-100 23 0,-207-21 0,-1 0 0,25 10 0,42 7 0,29-12-10,153-8 1,-125-4-1337,-113 3-5480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3CB4AC-2FAE-21BD-4DF4-0B1B2315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8" y="841248"/>
            <a:ext cx="10360118" cy="60167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16593F-E54B-0DA3-A7D8-7254C00A133C}"/>
                  </a:ext>
                </a:extLst>
              </p14:cNvPr>
              <p14:cNvContentPartPr/>
              <p14:nvPr/>
            </p14:nvContentPartPr>
            <p14:xfrm>
              <a:off x="429624" y="1065456"/>
              <a:ext cx="264600" cy="16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16593F-E54B-0DA3-A7D8-7254C00A13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984" y="1047816"/>
                <a:ext cx="3002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6C8EC6-2548-CB09-F226-CBDE1A650511}"/>
                  </a:ext>
                </a:extLst>
              </p14:cNvPr>
              <p14:cNvContentPartPr/>
              <p14:nvPr/>
            </p14:nvContentPartPr>
            <p14:xfrm>
              <a:off x="8878464" y="6074136"/>
              <a:ext cx="373320" cy="262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6C8EC6-2548-CB09-F226-CBDE1A6505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60824" y="6056136"/>
                <a:ext cx="408960" cy="2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1C9048-44AC-EF16-EB11-EDE8BE2CC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772914"/>
            <a:ext cx="9797726" cy="59662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248567-7485-0A1F-8105-689CF90237BF}"/>
                  </a:ext>
                </a:extLst>
              </p14:cNvPr>
              <p14:cNvContentPartPr/>
              <p14:nvPr/>
            </p14:nvContentPartPr>
            <p14:xfrm>
              <a:off x="4809384" y="5458896"/>
              <a:ext cx="1491120" cy="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248567-7485-0A1F-8105-689CF90237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1384" y="5422896"/>
                <a:ext cx="15267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0C02B09-9BDE-5906-609F-59E44B1E92E0}"/>
                  </a:ext>
                </a:extLst>
              </p14:cNvPr>
              <p14:cNvContentPartPr/>
              <p14:nvPr/>
            </p14:nvContentPartPr>
            <p14:xfrm>
              <a:off x="4827744" y="5373936"/>
              <a:ext cx="1532880" cy="77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0C02B09-9BDE-5906-609F-59E44B1E92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65104" y="5310936"/>
                <a:ext cx="16585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627388-4EEF-355D-2445-8C0A744BD24F}"/>
                  </a:ext>
                </a:extLst>
              </p14:cNvPr>
              <p14:cNvContentPartPr/>
              <p14:nvPr/>
            </p14:nvContentPartPr>
            <p14:xfrm>
              <a:off x="4745664" y="5777136"/>
              <a:ext cx="982800" cy="38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627388-4EEF-355D-2445-8C0A744BD2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27664" y="5759136"/>
                <a:ext cx="1018440" cy="7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1098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178</cp:revision>
  <dcterms:created xsi:type="dcterms:W3CDTF">2025-09-22T02:44:38Z</dcterms:created>
  <dcterms:modified xsi:type="dcterms:W3CDTF">2026-05-15T05:32:23Z</dcterms:modified>
</cp:coreProperties>
</file>