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5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2:20:54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1 486 24575,'1'1'0,"0"-1"0,1 1 0,-1-1 0,0 1 0,0 0 0,1-1 0,-1 1 0,0 0 0,0 0 0,0 0 0,0 0 0,0 0 0,0 0 0,0 0 0,0 1 0,-1-1 0,1 0 0,1 2 0,15 32 0,-10-21 0,82 183 0,-80-183 0,1-1 0,0 0 0,16 16 0,-22-25 0,-2-3 0,-1 0 0,0 0 0,0 0 0,1 0 0,-1 0 0,1 0 0,-1-1 0,0 1 0,1 0 0,-1-1 0,1 0 0,0 1 0,-1-1 0,1 0 0,-1 0 0,1 1 0,-1-1 0,1-1 0,0 1 0,-1 0 0,1 0 0,-1 0 0,1-1 0,-1 1 0,1-1 0,-1 1 0,3-2 0,43-28 0,-36 22 0,251-195 0,-25 18 0,235-157 0,-419 298-1365,-35 26-5461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363890-37A6-8F81-5FA0-D813E23AB019}"/>
              </a:ext>
            </a:extLst>
          </p:cNvPr>
          <p:cNvSpPr txBox="1"/>
          <p:nvPr/>
        </p:nvSpPr>
        <p:spPr>
          <a:xfrm>
            <a:off x="644652" y="380923"/>
            <a:ext cx="101544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Finlight.me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provides a finance-specific market intelligence and news API designed for quantitative trading and AI workflows.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core services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NLP: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automatically extracts entity metadata like company names, stock tickers, and geopolitical events from raw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Real-Time Sentiment Data: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converts global news and financial articles into mathematical sentiment scores (bullish, bearish, or neutral) out of the box.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Low-Latency Delivery: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streams market-moving data using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high-speed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WebSockets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deliver sub-second alerts for algorithmic trading systems.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41BEF-FCB1-9BB4-9FFB-C62D11AC6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1221249"/>
            <a:ext cx="10354056" cy="550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DC6AB7-D19A-32D5-790D-2625E45D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255770"/>
            <a:ext cx="10390632" cy="54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34ED39-5F15-D6F8-C030-7928EA842C42}"/>
              </a:ext>
            </a:extLst>
          </p:cNvPr>
          <p:cNvSpPr txBox="1"/>
          <p:nvPr/>
        </p:nvSpPr>
        <p:spPr>
          <a:xfrm>
            <a:off x="2926080" y="411480"/>
            <a:ext cx="5782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provides code examples like shown below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A4959C-A174-6D51-D999-6D22BEAA9A87}"/>
                  </a:ext>
                </a:extLst>
              </p14:cNvPr>
              <p14:cNvContentPartPr/>
              <p14:nvPr/>
            </p14:nvContentPartPr>
            <p14:xfrm>
              <a:off x="10350864" y="4104216"/>
              <a:ext cx="481680" cy="300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A4959C-A174-6D51-D999-6D22BEAA9A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3224" y="4086216"/>
                <a:ext cx="517320" cy="3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2F12-A817-E514-B4E2-07D02B68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5F238-83FB-9024-14DA-4E8C9364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1931"/>
            <a:ext cx="11305032" cy="31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9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1159</TotalTime>
  <Words>99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189</cp:revision>
  <dcterms:created xsi:type="dcterms:W3CDTF">2025-09-22T02:44:38Z</dcterms:created>
  <dcterms:modified xsi:type="dcterms:W3CDTF">2026-06-03T08:56:14Z</dcterms:modified>
</cp:coreProperties>
</file>