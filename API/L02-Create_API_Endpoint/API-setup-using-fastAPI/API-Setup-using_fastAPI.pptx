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7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2" autoAdjust="0"/>
    <p:restoredTop sz="96247" autoAdjust="0"/>
  </p:normalViewPr>
  <p:slideViewPr>
    <p:cSldViewPr snapToGrid="0">
      <p:cViewPr>
        <p:scale>
          <a:sx n="110" d="100"/>
          <a:sy n="110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doc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doc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78971"/>
            <a:ext cx="9857173" cy="4902926"/>
          </a:xfrm>
        </p:spPr>
        <p:txBody>
          <a:bodyPr>
            <a:normAutofit fontScale="90000"/>
          </a:bodyPr>
          <a:lstStyle/>
          <a:p>
            <a:r>
              <a:rPr lang="en-US" dirty="0"/>
              <a:t>API</a:t>
            </a:r>
            <a:br>
              <a:rPr lang="en-US" dirty="0"/>
            </a:br>
            <a:r>
              <a:rPr lang="en-US" b="1" u="sng" dirty="0"/>
              <a:t>Application Programming Interface</a:t>
            </a:r>
            <a:br>
              <a:rPr lang="en-US" b="1" u="sng" dirty="0"/>
            </a:br>
            <a:r>
              <a:rPr lang="en-US" dirty="0"/>
              <a:t>How To Create An API Endpoint</a:t>
            </a:r>
            <a:br>
              <a:rPr lang="en-US" dirty="0"/>
            </a:br>
            <a:r>
              <a:rPr lang="en-US" dirty="0"/>
              <a:t>On Local Machine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Access The Endpoint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46C8-FF07-4754-EE50-90B30805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6944AB-0C51-2390-3A48-A2AC11662B6B}"/>
              </a:ext>
            </a:extLst>
          </p:cNvPr>
          <p:cNvSpPr txBox="1"/>
          <p:nvPr/>
        </p:nvSpPr>
        <p:spPr>
          <a:xfrm>
            <a:off x="466725" y="572185"/>
            <a:ext cx="106775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Workflow: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Client(User) → API Endpoint → SQLite DB → Response back to client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3A05D-7569-1E8E-101B-DA5905FA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51" y="2472895"/>
            <a:ext cx="9751688" cy="419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6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5A1BF-4BE1-8631-21DE-97AF535C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54FFA6-793C-9BD4-D2B2-6C81BCDD731D}"/>
              </a:ext>
            </a:extLst>
          </p:cNvPr>
          <p:cNvSpPr txBox="1"/>
          <p:nvPr/>
        </p:nvSpPr>
        <p:spPr>
          <a:xfrm>
            <a:off x="482047" y="443448"/>
            <a:ext cx="61920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Install required packages: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–m pip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uvicorn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(SQLite is built into Python — no install needed)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33AF8-0718-32C0-ACB4-1591D7CB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7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2515-0E64-3001-7846-5EE49DC3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4185B2-D5B5-03B5-85F0-34C5F873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A8EC67-F95B-34D1-D5EA-3DCAA896D962}"/>
              </a:ext>
            </a:extLst>
          </p:cNvPr>
          <p:cNvSpPr txBox="1"/>
          <p:nvPr/>
        </p:nvSpPr>
        <p:spPr>
          <a:xfrm>
            <a:off x="223632" y="373874"/>
            <a:ext cx="46067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Simple Use Case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will build: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API that stores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endpoints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a user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user by ID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SQLite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users.db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78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E59C-15B5-708F-A63F-9852DBFD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C4D490-EFD7-0F92-04C8-871E6616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DADC3-1805-F5DA-3479-34C31AA35FDA}"/>
              </a:ext>
            </a:extLst>
          </p:cNvPr>
          <p:cNvSpPr txBox="1"/>
          <p:nvPr/>
        </p:nvSpPr>
        <p:spPr>
          <a:xfrm>
            <a:off x="223632" y="373874"/>
            <a:ext cx="6057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Complete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Code (single file)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as: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main.py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14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F9412-B187-3392-FC68-D0673D3D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683651-E3A3-BE42-51EB-3CA3B6B25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4E8769-69AE-F2C4-5827-08D7C69F9134}"/>
              </a:ext>
            </a:extLst>
          </p:cNvPr>
          <p:cNvSpPr txBox="1"/>
          <p:nvPr/>
        </p:nvSpPr>
        <p:spPr>
          <a:xfrm>
            <a:off x="223631" y="373874"/>
            <a:ext cx="71015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Run the API Server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terminal (same folder as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–m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uvicorn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main:app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--reload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You’ll see server running at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http://127.0.0.1:8000</a:t>
            </a:r>
          </a:p>
        </p:txBody>
      </p:sp>
    </p:spTree>
    <p:extLst>
      <p:ext uri="{BB962C8B-B14F-4D97-AF65-F5344CB8AC3E}">
        <p14:creationId xmlns:p14="http://schemas.microsoft.com/office/powerpoint/2010/main" val="143250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8E2C-B849-FE51-E37E-846A55007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7B07A9-A9ED-D5C0-47F7-C11092F3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45DAEA-9511-28AA-82D4-F0922CCDF555}"/>
              </a:ext>
            </a:extLst>
          </p:cNvPr>
          <p:cNvSpPr txBox="1"/>
          <p:nvPr/>
        </p:nvSpPr>
        <p:spPr>
          <a:xfrm>
            <a:off x="223631" y="373874"/>
            <a:ext cx="710150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Test Using Browser (Swagger UI)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http://127.0.0.1:8000/docs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an auto-generated UI to connect to API.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User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Request: POST /add-user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 = Ash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 = ash@gmail.com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internally: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SQLite INSERT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Response JSON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394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F0ACB-B3ED-5210-204B-3EE2CAF2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BDD398-A38B-C5C0-742C-0DE8CB034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87A8A-17C5-DDA6-8FA1-077948ADF3BF}"/>
              </a:ext>
            </a:extLst>
          </p:cNvPr>
          <p:cNvSpPr txBox="1"/>
          <p:nvPr/>
        </p:nvSpPr>
        <p:spPr>
          <a:xfrm>
            <a:off x="223631" y="373874"/>
            <a:ext cx="71015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"status": "success",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"name": "Ash",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"email": "ash@gmail.com"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37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0C44-1A15-979D-2F0E-A711C0187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C71DE4-3F48-ACE3-1A44-74BA2807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26AF1E-70BD-356E-BB95-D28C1A4D262E}"/>
              </a:ext>
            </a:extLst>
          </p:cNvPr>
          <p:cNvSpPr txBox="1"/>
          <p:nvPr/>
        </p:nvSpPr>
        <p:spPr>
          <a:xfrm>
            <a:off x="223631" y="373874"/>
            <a:ext cx="71015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Test Using Browser (Swagger UI)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http://127.0.0.1:8000/docs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an auto-generated UI to connect to API.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User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Request: GET /get-user/1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→ API → SQLite SELECT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JSON response</a:t>
            </a:r>
          </a:p>
        </p:txBody>
      </p:sp>
    </p:spTree>
    <p:extLst>
      <p:ext uri="{BB962C8B-B14F-4D97-AF65-F5344CB8AC3E}">
        <p14:creationId xmlns:p14="http://schemas.microsoft.com/office/powerpoint/2010/main" val="179009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6FDE-F1A7-875E-8B26-7FE58460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EB9007-E8F8-78BE-F2A5-DBCD5F5F4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879" y="3420862"/>
            <a:ext cx="7991799" cy="3437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193525-ABEE-D7CA-019C-2FB22880DF51}"/>
              </a:ext>
            </a:extLst>
          </p:cNvPr>
          <p:cNvSpPr txBox="1"/>
          <p:nvPr/>
        </p:nvSpPr>
        <p:spPr>
          <a:xfrm>
            <a:off x="223631" y="373874"/>
            <a:ext cx="71015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(ALTERNATIVE) Run client.py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command prompt and install requests: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–m  pip install requests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client: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client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sends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 request to add a user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request to retrieve a user by id</a:t>
            </a:r>
          </a:p>
        </p:txBody>
      </p:sp>
    </p:spTree>
    <p:extLst>
      <p:ext uri="{BB962C8B-B14F-4D97-AF65-F5344CB8AC3E}">
        <p14:creationId xmlns:p14="http://schemas.microsoft.com/office/powerpoint/2010/main" val="405778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286</TotalTime>
  <Words>328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API Application Programming Interface How To Create An API Endpoint On Local Machine And Access The Endpoint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82</cp:revision>
  <dcterms:created xsi:type="dcterms:W3CDTF">2025-09-22T02:44:38Z</dcterms:created>
  <dcterms:modified xsi:type="dcterms:W3CDTF">2026-01-09T13:11:59Z</dcterms:modified>
</cp:coreProperties>
</file>