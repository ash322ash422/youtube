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76" r:id="rId2"/>
    <p:sldId id="257" r:id="rId3"/>
    <p:sldId id="275" r:id="rId4"/>
    <p:sldId id="27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0T02:20:54.22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1 486 24575,'1'1'0,"0"-1"0,1 1 0,-1-1 0,0 1 0,0 0 0,1-1 0,-1 1 0,0 0 0,0 0 0,0 0 0,0 0 0,0 0 0,0 0 0,0 0 0,0 1 0,-1-1 0,1 0 0,1 2 0,15 32 0,-10-21 0,82 183 0,-80-183 0,1-1 0,0 0 0,16 16 0,-22-25 0,-2-3 0,-1 0 0,0 0 0,0 0 0,1 0 0,-1 0 0,1 0 0,-1-1 0,0 1 0,1 0 0,-1-1 0,1 0 0,0 1 0,-1-1 0,1 0 0,-1 0 0,1 1 0,-1-1 0,1-1 0,0 1 0,-1 0 0,1 0 0,-1 0 0,1-1 0,-1 1 0,1-1 0,-1 1 0,3-2 0,43-28 0,-36 22 0,251-195 0,-25 18 0,235-157 0,-419 298-1365,-35 26-5461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1363890-37A6-8F81-5FA0-D813E23AB019}"/>
              </a:ext>
            </a:extLst>
          </p:cNvPr>
          <p:cNvSpPr txBox="1"/>
          <p:nvPr/>
        </p:nvSpPr>
        <p:spPr>
          <a:xfrm>
            <a:off x="644652" y="380923"/>
            <a:ext cx="1015441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Finlight.me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provides a finance-specific market intelligence and news API designed for quantitative trading and AI workflows.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 core services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Financial NLP: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It automatically extracts entity metadata like company names, stock tickers, and geopolitical events from raw text.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Real-Time Sentiment Data: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It converts global news and financial articles into mathematical sentiment scores (bullish, bearish, or neutral) out of the box.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Low-Latency Delivery: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It streams market-moving data using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high-speed </a:t>
            </a:r>
            <a:r>
              <a:rPr lang="en-US" sz="2400" b="1" u="sng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WebSockets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deliver sub-second alerts for algorithmic trading systems.</a:t>
            </a: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C41BEF-FCB1-9BB4-9FFB-C62D11AC6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" y="1221249"/>
            <a:ext cx="10354056" cy="5501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DC6AB7-D19A-32D5-790D-2625E45D9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1255770"/>
            <a:ext cx="10390632" cy="5435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34ED39-5F15-D6F8-C030-7928EA842C42}"/>
              </a:ext>
            </a:extLst>
          </p:cNvPr>
          <p:cNvSpPr txBox="1"/>
          <p:nvPr/>
        </p:nvSpPr>
        <p:spPr>
          <a:xfrm>
            <a:off x="2926080" y="411480"/>
            <a:ext cx="5782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provides code examples like shown below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8A4959C-A174-6D51-D999-6D22BEAA9A87}"/>
                  </a:ext>
                </a:extLst>
              </p14:cNvPr>
              <p14:cNvContentPartPr/>
              <p14:nvPr/>
            </p14:nvContentPartPr>
            <p14:xfrm>
              <a:off x="10350864" y="4104216"/>
              <a:ext cx="481680" cy="3006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8A4959C-A174-6D51-D999-6D22BEAA9A8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33224" y="4086216"/>
                <a:ext cx="517320" cy="33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C2F12-A817-E514-B4E2-07D02B68F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8195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1154</TotalTime>
  <Words>99</Words>
  <Application>Microsoft Office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188</cp:revision>
  <dcterms:created xsi:type="dcterms:W3CDTF">2025-09-22T02:44:38Z</dcterms:created>
  <dcterms:modified xsi:type="dcterms:W3CDTF">2026-05-30T02:20:57Z</dcterms:modified>
</cp:coreProperties>
</file>