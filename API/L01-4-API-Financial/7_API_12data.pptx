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6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E6AA4-FD2A-8A8F-CF24-72830367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475588"/>
            <a:ext cx="11615928" cy="470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1186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190</cp:revision>
  <dcterms:created xsi:type="dcterms:W3CDTF">2025-09-22T02:44:38Z</dcterms:created>
  <dcterms:modified xsi:type="dcterms:W3CDTF">2026-06-05T16:18:50Z</dcterms:modified>
</cp:coreProperties>
</file>