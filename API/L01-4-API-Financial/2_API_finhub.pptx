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76" r:id="rId2"/>
    <p:sldId id="257" r:id="rId3"/>
    <p:sldId id="27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05:33:07.8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1 403 24575,'55'150'0,"-47"-131"0,1-1 0,1-1 0,0 0 0,1 0 0,26 28 0,-34-42 0,1 1 0,-1-1 0,1-1 0,-1 1 0,1 0 0,0-1 0,0 0 0,0 0 0,1 0 0,-1 0 0,0-1 0,1 0 0,-1 0 0,1 0 0,-1 0 0,1-1 0,0 1 0,-1-1 0,1 0 0,-1-1 0,1 1 0,0-1 0,-1 0 0,1 0 0,-1 0 0,0-1 0,1 0 0,5-3 0,11-6 0,-1-1 0,-1-1 0,0-1 0,25-23 0,-30 25 0,9-8 0,433-357 0,-256 219-1365,-133 106-5461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05:35:30.0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1 376 24575,'1'7'0,"0"0"0,1 0 0,0 0 0,0 0 0,0-1 0,1 1 0,0-1 0,6 10 0,6 14 0,60 202 0,-17-48 0,-56-178 0,0-1 0,0 0 0,0 0 0,0 0 0,1 0 0,0 0 0,0-1 0,0 1 0,0-1 0,6 6 0,-6-8 0,0 0 0,0-1 0,0 1 0,0-1 0,0 0 0,0 0 0,1 0 0,-1 0 0,0-1 0,1 1 0,-1-1 0,0 0 0,1 0 0,-1 0 0,0 0 0,1-1 0,-1 1 0,6-3 0,22-5 0,-1-2 0,-1-1 0,0-2 0,35-20 0,-41 21 0,1392-773-1365,-1270 697-5461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05:35:38.2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1 192 24575,'0'9'0,"4"7"0,6 13 0,5 7 0,14-3 0,18-20 0,19-30 0,20-33 0,17-17 0,-1-5 0,-9 4 0,-20 15-8191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D2F0D9-0CE0-CE16-E0BE-039F2D974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029709"/>
            <a:ext cx="10518648" cy="55758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5B22985-F86D-10B4-324A-AAEA84374967}"/>
                  </a:ext>
                </a:extLst>
              </p14:cNvPr>
              <p14:cNvContentPartPr/>
              <p14:nvPr/>
            </p14:nvContentPartPr>
            <p14:xfrm>
              <a:off x="5760504" y="5908176"/>
              <a:ext cx="415080" cy="259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5B22985-F86D-10B4-324A-AAEA843749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42864" y="5890176"/>
                <a:ext cx="450720" cy="29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E33775-37DB-E2C8-95CF-BB833B937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724633"/>
            <a:ext cx="11369040" cy="594909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A671CAF-2095-D9B2-C0FF-B899656C8956}"/>
                  </a:ext>
                </a:extLst>
              </p14:cNvPr>
              <p14:cNvContentPartPr/>
              <p14:nvPr/>
            </p14:nvContentPartPr>
            <p14:xfrm>
              <a:off x="8585784" y="3951936"/>
              <a:ext cx="734760" cy="347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A671CAF-2095-D9B2-C0FF-B899656C89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68144" y="3933936"/>
                <a:ext cx="77040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C97EB2C-8A8C-DAA5-1159-98089646F0F4}"/>
                  </a:ext>
                </a:extLst>
              </p14:cNvPr>
              <p14:cNvContentPartPr/>
              <p14:nvPr/>
            </p14:nvContentPartPr>
            <p14:xfrm>
              <a:off x="6574464" y="4475376"/>
              <a:ext cx="226800" cy="118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C97EB2C-8A8C-DAA5-1159-98089646F0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56824" y="4457736"/>
                <a:ext cx="262440" cy="15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1745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181</cp:revision>
  <dcterms:created xsi:type="dcterms:W3CDTF">2025-09-22T02:44:38Z</dcterms:created>
  <dcterms:modified xsi:type="dcterms:W3CDTF">2026-05-15T16:35:48Z</dcterms:modified>
</cp:coreProperties>
</file>