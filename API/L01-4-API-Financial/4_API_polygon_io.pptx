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76" r:id="rId2"/>
    <p:sldId id="257" r:id="rId3"/>
    <p:sldId id="275" r:id="rId4"/>
    <p:sldId id="27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09.479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0 0 24575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21.82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0 408 24575,'1'-1'0,"0"0"0,0 1 0,0-1 0,0 0 0,0 1 0,0-1 0,0 1 0,0-1 0,0 1 0,0 0 0,0 0 0,0-1 0,0 1 0,0 0 0,1 0 0,-1 0 0,0 0 0,0 0 0,0 0 0,0 1 0,0-1 0,0 0 0,0 0 0,0 1 0,1-1 0,-1 1 0,0-1 0,0 1 0,0-1 0,-1 1 0,1 0 0,0-1 0,0 1 0,0 0 0,1 1 0,29 36 0,-26-32 0,107 173 0,-110-177 0,-1 0 0,1 1 0,0-1 0,0 0 0,0 0 0,0 0 0,0 0 0,1 0 0,-1 0 0,1-1 0,-1 1 0,1-1 0,-1 0 0,1 1 0,0-1 0,0-1 0,-1 1 0,1 0 0,0-1 0,0 1 0,0-1 0,0 0 0,0 0 0,0 0 0,0 0 0,0 0 0,-1-1 0,1 0 0,0 1 0,0-1 0,0 0 0,-1 0 0,1 0 0,4-3 0,10-6 0,0 0 0,-1 0 0,-1-2 0,19-16 0,-19 15 0,456-392 0,-441 378-341,-1 0 0,-1-2-1,42-56 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24.300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0 515 24575,'3'26'0,"1"0"0,1 0 0,1 0 0,1-1 0,1 0 0,22 46 0,-29-69 0,0 1 0,0-1 0,0 0 0,0 1 0,0-1 0,1 0 0,-1 1 0,1-1 0,-1 0 0,1 0 0,0 0 0,0-1 0,0 1 0,0 0 0,0-1 0,0 1 0,0-1 0,1 1 0,-1-1 0,5 1 0,-3-1 0,0-2 0,0 1 0,0 0 0,0-1 0,0 0 0,0 0 0,0 0 0,0 0 0,0 0 0,0-1 0,0 0 0,-1 0 0,5-3 0,35-21 0,-2-3 0,51-45 0,-15 11 0,74-50 0,4 7 0,5 7 0,213-98 0,-306 165-1365,-17 8-5461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28.024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0 124 24575,'0'9'0,"0"7"0,5 5 0,0 3 0,10-2 0,22-5 0,19-9 0,12-20 0,4-12 0,11-19 0,-5-2 0,-6-2 0,-12 7 0,-15 10-8191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33.192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1 154 24575,'0'4'0,"0"6"0,0 6 0,0 8 0,0 5 0,4 1 0,23-12 0,12-14 0,16-17 0,7-14 0,7-15 0,4-6 0,-2-3 0,-9 8 0,-10 6 0,-14 10-8191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5-29T08:16:35.237"/>
    </inkml:context>
    <inkml:brush xml:id="br0">
      <inkml:brushProperty name="width" value="0.1" units="cm"/>
      <inkml:brushProperty name="height" value="0.1" units="cm"/>
      <inkml:brushProperty name="color" value="#5B2D90"/>
    </inkml:brush>
  </inkml:definitions>
  <inkml:trace contextRef="#ctx0" brushRef="#br0">1 192 24575,'8'0'0,"8"8"0,5 17 0,3 12 0,-2 4 0,-5-1 0,-5-2 0,-1-4 0,3-25 0,19-35 0,27-27 0,20-21 0,5-6 0,-3 1 0,-11 14 0,-18 18-8191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5/30/2026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massive.com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6.xml"/><Relationship Id="rId3" Type="http://schemas.openxmlformats.org/officeDocument/2006/relationships/image" Target="../media/image17.png"/><Relationship Id="rId7" Type="http://schemas.openxmlformats.org/officeDocument/2006/relationships/customXml" Target="../ink/ink3.xml"/><Relationship Id="rId12" Type="http://schemas.openxmlformats.org/officeDocument/2006/relationships/image" Target="../media/image2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0" Type="http://schemas.openxmlformats.org/officeDocument/2006/relationships/image" Target="../media/image21.png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1363890-37A6-8F81-5FA0-D813E23AB019}"/>
              </a:ext>
            </a:extLst>
          </p:cNvPr>
          <p:cNvSpPr txBox="1"/>
          <p:nvPr/>
        </p:nvSpPr>
        <p:spPr>
          <a:xfrm>
            <a:off x="1403604" y="1807387"/>
            <a:ext cx="101544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In late 2025, Polygon.io officially changed its name to </a:t>
            </a:r>
            <a:r>
              <a:rPr lang="en-US" sz="2400" b="0" u="none" strike="noStrike" dirty="0">
                <a:solidFill>
                  <a:schemeClr val="accent6">
                    <a:lumMod val="60000"/>
                    <a:lumOff val="40000"/>
                  </a:schemeClr>
                </a:solidFill>
                <a:effectLst/>
                <a:latin typeface="Google Sans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Massive.com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737669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C223030-1597-6D80-E9E6-CB2B525A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361" y="161469"/>
            <a:ext cx="10593278" cy="6535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933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2C02C747-6BF9-C067-4635-9126E3B636C8}"/>
                  </a:ext>
                </a:extLst>
              </p14:cNvPr>
              <p14:cNvContentPartPr/>
              <p14:nvPr/>
            </p14:nvContentPartPr>
            <p14:xfrm>
              <a:off x="4928544" y="3300696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2C02C747-6BF9-C067-4635-9126E3B636C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910544" y="3282696"/>
                <a:ext cx="36000" cy="36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8E522B36-26BA-716F-DF04-731C7FA568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262" y="640079"/>
            <a:ext cx="11133969" cy="604229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BBF33BF5-2CB0-CA35-9F3A-9820F0D794B8}"/>
                  </a:ext>
                </a:extLst>
              </p14:cNvPr>
              <p14:cNvContentPartPr/>
              <p14:nvPr/>
            </p14:nvContentPartPr>
            <p14:xfrm>
              <a:off x="3694104" y="621216"/>
              <a:ext cx="367920" cy="240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BBF33BF5-2CB0-CA35-9F3A-9820F0D794B8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676104" y="603216"/>
                <a:ext cx="403560" cy="27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C14F4A0-1E55-0522-EE6F-3CE71D6B05F8}"/>
                  </a:ext>
                </a:extLst>
              </p14:cNvPr>
              <p14:cNvContentPartPr/>
              <p14:nvPr/>
            </p14:nvContentPartPr>
            <p14:xfrm>
              <a:off x="1782864" y="2228616"/>
              <a:ext cx="493920" cy="281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C14F4A0-1E55-0522-EE6F-3CE71D6B05F8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764864" y="2210976"/>
                <a:ext cx="529560" cy="31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62D11699-7A63-2D76-4B68-F2CC18AC461A}"/>
                  </a:ext>
                </a:extLst>
              </p14:cNvPr>
              <p14:cNvContentPartPr/>
              <p14:nvPr/>
            </p14:nvContentPartPr>
            <p14:xfrm>
              <a:off x="8064864" y="5350176"/>
              <a:ext cx="214920" cy="867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62D11699-7A63-2D76-4B68-F2CC18AC461A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8046864" y="5332176"/>
                <a:ext cx="250560" cy="12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A81434A-AA4A-850A-0E9D-FEAED3A17EBD}"/>
                  </a:ext>
                </a:extLst>
              </p14:cNvPr>
              <p14:cNvContentPartPr/>
              <p14:nvPr/>
            </p14:nvContentPartPr>
            <p14:xfrm>
              <a:off x="5495184" y="3017016"/>
              <a:ext cx="199440" cy="104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A81434A-AA4A-850A-0E9D-FEAED3A17EBD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5477544" y="2999376"/>
                <a:ext cx="235080" cy="13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E4A960C6-AFE4-1C6E-E9B6-BF7971FC5878}"/>
                  </a:ext>
                </a:extLst>
              </p14:cNvPr>
              <p14:cNvContentPartPr/>
              <p14:nvPr/>
            </p14:nvContentPartPr>
            <p14:xfrm>
              <a:off x="8613504" y="3341736"/>
              <a:ext cx="219600" cy="15300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E4A960C6-AFE4-1C6E-E9B6-BF7971FC587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8595864" y="3323736"/>
                <a:ext cx="255240" cy="188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3C2F12-A817-E514-B4E2-07D02B68F4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195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1102</TotalTime>
  <Words>16</Words>
  <Application>Microsoft Office PowerPoint</Application>
  <PresentationFormat>Widescreen</PresentationFormat>
  <Paragraphs>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Google Sans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181</cp:revision>
  <dcterms:created xsi:type="dcterms:W3CDTF">2025-09-22T02:44:38Z</dcterms:created>
  <dcterms:modified xsi:type="dcterms:W3CDTF">2026-05-30T01:34:53Z</dcterms:modified>
</cp:coreProperties>
</file>