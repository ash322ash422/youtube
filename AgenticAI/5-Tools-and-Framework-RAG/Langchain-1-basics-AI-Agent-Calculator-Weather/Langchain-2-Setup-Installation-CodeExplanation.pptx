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3"/>
  </p:notesMasterIdLst>
  <p:handoutMasterIdLst>
    <p:handoutMasterId r:id="rId14"/>
  </p:handoutMasterIdLst>
  <p:sldIdLst>
    <p:sldId id="257" r:id="rId2"/>
    <p:sldId id="276" r:id="rId3"/>
    <p:sldId id="278" r:id="rId4"/>
    <p:sldId id="279" r:id="rId5"/>
    <p:sldId id="280" r:id="rId6"/>
    <p:sldId id="281" r:id="rId7"/>
    <p:sldId id="282" r:id="rId8"/>
    <p:sldId id="283" r:id="rId9"/>
    <p:sldId id="284" r:id="rId10"/>
    <p:sldId id="285" r:id="rId11"/>
    <p:sldId id="275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4" d="100"/>
          <a:sy n="84" d="100"/>
        </p:scale>
        <p:origin x="3054" y="9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1ACA3A45-07AA-881E-EBAC-FAE1FFF9B3B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72C2385-62BD-1B9C-A617-554DDB21E0F4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BAEECA8-D063-486F-AE31-5020270C1449}" type="datetimeFigureOut">
              <a:rPr lang="en-US" smtClean="0"/>
              <a:t>3/28/2026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5328A6F-7933-1F9C-E9F6-B4A61026FBA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6F9A57F-3A38-6EDA-B76D-A3DB4F6978A7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793F6CE-D1D9-4B7B-9040-C7CAC074A6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61335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B233BD1-3BA8-448D-9D08-7846095EA517}" type="datetimeFigureOut">
              <a:rPr lang="en-US" smtClean="0"/>
              <a:t>3/28/2026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C63499C-1FAC-4F66-96F8-6DA2CC28B7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753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EB0F26-247A-F2E0-8FBA-6EA7974D69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394F308-CEE8-92BC-D91A-4212DEA015D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2794D3-11DF-A675-8D28-EC65EF2752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3/28/2026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53FDAF-B83A-AE0A-B811-B7195D37FD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9530BD-9515-D107-426C-B72742CBF0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92826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CE7E77-8771-0BA4-B1D5-7F1DE0138C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43F30B-85C4-D934-2F30-179E3FCE94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8EF7AF-5CE7-4387-31F9-79D3562060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3/28/2026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FCCC03-E434-4684-B55E-3F2D399169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1F3B05-B983-07A3-4B58-9D2E184388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60364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223C21-D6A5-2D17-9BFA-70B3353D6A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92D89B8-191B-6AAD-5D5E-32B35726574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CC528A-1563-9376-E089-4DA80AD11D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3/28/2026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19A01D-6FDA-C269-FF95-3FDB205C8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980A21-61AC-4B39-D886-3A327DB734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11140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903C29-6DED-2A1F-5B4D-128B63652F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494ECB-0FCA-1AD0-F19A-27A4C16DC0F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07402C2-E657-5A54-9627-8C9CBCBBE0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501FADA-AE3E-B30F-6353-BF0478CF0E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3/28/2026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16B517-96D7-6416-0C24-B14942ADD4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546F179-BF2F-393A-1AA6-C893B7B9FA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58523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950483-A0C8-BF5B-61DE-39BC6FF9C1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46DB55B-C040-F211-BC81-97628EA4844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593EEAE-1CB3-AAC8-5818-D61E389EF1E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ACE50F0-1141-D645-3892-2DA29633A37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32E976C-52C7-C22D-28F7-B21E29518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797D00B-0B76-5C50-686B-A01396FCD6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3/28/2026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B842B8D-3B74-4B67-9462-6D2C7ED9AD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992D4BE-CE8C-0250-FE7D-1F370E25FE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57502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CDBE28-2732-66A2-163C-433854615E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270F3D6-B4BC-015F-96FA-1720B040CC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3/28/2026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1168A87-13A5-0A5A-4D74-C75E277755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DD6D7CB-BD93-54BE-CB47-7FBA06B184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46508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4114B-4550-9F52-0EF5-D1E9CF2FD3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3/28/2026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BF3136E-0C79-F4F5-F24E-D5FF71CDB5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F2E2157-F670-A339-0CB7-7399568D5A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65014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802A98-8738-1E16-A16E-D8858EEA76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FC67E5-1169-257D-D9E7-C7B952C213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0B2CF6C-0F85-566A-86BC-CBFEB17E755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A64F0FC-ECB8-638F-A224-98FFA82707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3/28/2026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8095B89-4DC8-435E-3545-6187AD3E00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71B68CF-9592-FB7C-B517-0CC962C8B6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43007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3E2BC2-F728-2BA5-C848-31FA3458AD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957B909-12C3-703B-57E9-008076312F6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DAE4D7A-BC41-33D0-D36D-08BB5C2C594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B17FB83-437D-9293-0B99-2DC89A047D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3/28/2026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EDF5674-4DC1-3171-8FEB-C280686D41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DD431F6-5490-78BA-7028-0BD08BF1A0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08603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B3002A-A21A-4F99-1BCE-F61C85D7B6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0E85D03-9A7F-4A9E-379E-2DEA86D21FC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DEEFB4-95FB-FEDD-75E7-143E7ED29C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3/28/2026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BCE0D7-1712-FF0C-D965-BFD5AE1610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2632A1-4243-F65B-A2B0-3F2142C341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50797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2293F13-2480-AB35-1A68-57A54CE6CD6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BDA286C-2521-2961-CABA-5684DF43FB2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4D5FF44-F63B-872A-DC8D-A873790A64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3/28/2026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E653A11-7793-38C6-0506-A6FBE9A02A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0962C0-F018-7629-445C-DDCA8AE140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29988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3CEE1C2-DF65-6CAD-D1EF-2245084043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6AFB6A6-8766-C849-1846-0F38750241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B55176B-E136-1615-D0B5-186783ACB8F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83FAE1-13DE-4511-8C1B-C8AFB720664C}" type="datetimeFigureOut">
              <a:rPr lang="en-US" smtClean="0"/>
              <a:t>3/28/2026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5AAAF6-4731-DB91-AB26-A07CEF1B9D2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14165E-BEE7-F086-BE90-50642610F09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F3932AB-6107-98C9-CEDA-32A7DF597298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008" t="39529" r="41606" b="46715"/>
          <a:stretch>
            <a:fillRect/>
          </a:stretch>
        </p:blipFill>
        <p:spPr>
          <a:xfrm>
            <a:off x="212435" y="136524"/>
            <a:ext cx="1330037" cy="1025209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CA22C5A-FA6D-B699-950E-8D249A969331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008" t="39529" r="41606" b="46715"/>
          <a:stretch>
            <a:fillRect/>
          </a:stretch>
        </p:blipFill>
        <p:spPr>
          <a:xfrm>
            <a:off x="10855909" y="185738"/>
            <a:ext cx="1123656" cy="866128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</p:spTree>
    <p:extLst>
      <p:ext uri="{BB962C8B-B14F-4D97-AF65-F5344CB8AC3E}">
        <p14:creationId xmlns:p14="http://schemas.microsoft.com/office/powerpoint/2010/main" val="14999731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accent6">
              <a:lumMod val="60000"/>
              <a:lumOff val="40000"/>
            </a:schemeClr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68EEAE26-EEC1-43C8-1E10-2F8BA9771177}"/>
              </a:ext>
            </a:extLst>
          </p:cNvPr>
          <p:cNvSpPr txBox="1"/>
          <p:nvPr/>
        </p:nvSpPr>
        <p:spPr>
          <a:xfrm>
            <a:off x="477520" y="1003776"/>
            <a:ext cx="10292080" cy="2554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n-US" sz="40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Lang Chain</a:t>
            </a:r>
          </a:p>
          <a:p>
            <a:pPr algn="ctr">
              <a:buNone/>
            </a:pPr>
            <a:r>
              <a:rPr lang="en-US" sz="40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Installation</a:t>
            </a:r>
          </a:p>
          <a:p>
            <a:pPr algn="ctr">
              <a:buNone/>
            </a:pPr>
            <a:r>
              <a:rPr lang="en-US" sz="40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Set Up</a:t>
            </a:r>
          </a:p>
          <a:p>
            <a:pPr algn="ctr">
              <a:buNone/>
            </a:pPr>
            <a:r>
              <a:rPr lang="en-US" sz="40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Code Explanation</a:t>
            </a:r>
          </a:p>
        </p:txBody>
      </p:sp>
    </p:spTree>
    <p:extLst>
      <p:ext uri="{BB962C8B-B14F-4D97-AF65-F5344CB8AC3E}">
        <p14:creationId xmlns:p14="http://schemas.microsoft.com/office/powerpoint/2010/main" val="234064214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9EBDA7-B44E-B824-B04A-1C6D1FB40E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E018E7A2-ACBA-1394-8855-0E8750AA2C1F}"/>
              </a:ext>
            </a:extLst>
          </p:cNvPr>
          <p:cNvSpPr txBox="1"/>
          <p:nvPr/>
        </p:nvSpPr>
        <p:spPr>
          <a:xfrm>
            <a:off x="246888" y="226536"/>
            <a:ext cx="11631168" cy="52629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# STEPS</a:t>
            </a: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## Work with python3.10. Do not work with higher version.</a:t>
            </a: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b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</a:b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### 1) Create virtual environment 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(Took 2 minutes)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:</a:t>
            </a: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b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</a:b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&gt; C:\Users\hi\AppData\Local\Programs\Python\Python310\python.exe -m </a:t>
            </a:r>
            <a:r>
              <a:rPr lang="en-US" sz="24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venv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.</a:t>
            </a:r>
            <a:r>
              <a:rPr lang="en-US" sz="24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venv</a:t>
            </a: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### 2) Activate virtual </a:t>
            </a:r>
            <a:r>
              <a:rPr lang="en-US" sz="2400" b="1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envir</a:t>
            </a: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&gt; .</a:t>
            </a:r>
            <a:r>
              <a:rPr lang="en-US" sz="24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venv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\Scripts\Activate.ps1</a:t>
            </a:r>
          </a:p>
          <a:p>
            <a:b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</a:b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42783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40577C-64FB-4E16-A671-2276307956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CD3F74FB-A744-A10F-FEE8-78E2EF082C5F}"/>
              </a:ext>
            </a:extLst>
          </p:cNvPr>
          <p:cNvSpPr txBox="1"/>
          <p:nvPr/>
        </p:nvSpPr>
        <p:spPr>
          <a:xfrm>
            <a:off x="477520" y="226536"/>
            <a:ext cx="1029208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# STEPS</a:t>
            </a: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### 3) Install </a:t>
            </a:r>
            <a:r>
              <a:rPr lang="en-US" sz="2400" b="1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jupyter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(Took 3 minutes)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:</a:t>
            </a: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b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</a:b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&gt; python -m pip install </a:t>
            </a:r>
            <a:r>
              <a:rPr lang="en-US" sz="24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jupyter</a:t>
            </a: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b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</a:b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### 4) Run </a:t>
            </a:r>
            <a:r>
              <a:rPr lang="en-US" sz="2400" b="1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jupyter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:</a:t>
            </a: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b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</a:b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&gt; python -m </a:t>
            </a:r>
            <a:r>
              <a:rPr lang="en-US" sz="24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jupyter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notebook</a:t>
            </a:r>
          </a:p>
        </p:txBody>
      </p:sp>
    </p:spTree>
    <p:extLst>
      <p:ext uri="{BB962C8B-B14F-4D97-AF65-F5344CB8AC3E}">
        <p14:creationId xmlns:p14="http://schemas.microsoft.com/office/powerpoint/2010/main" val="308094308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21FD0A-9CB0-ED03-189F-7860E3564D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8E508F31-9080-9643-AF6F-8FDE60C8AC82}"/>
              </a:ext>
            </a:extLst>
          </p:cNvPr>
          <p:cNvSpPr txBox="1"/>
          <p:nvPr/>
        </p:nvSpPr>
        <p:spPr>
          <a:xfrm>
            <a:off x="477520" y="226536"/>
            <a:ext cx="11208512" cy="6740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# STEPS</a:t>
            </a: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b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</a:b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### 5) Install following packages from </a:t>
            </a:r>
            <a:r>
              <a:rPr lang="en-US" sz="2400" b="1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jupyter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(or use python virtual end):</a:t>
            </a: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b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</a:b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#### From </a:t>
            </a:r>
            <a:r>
              <a:rPr lang="en-US" sz="2400" b="1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Jupyter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(Took 5 minutes)</a:t>
            </a: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&gt; !pip install </a:t>
            </a:r>
            <a:r>
              <a:rPr lang="en-US" sz="24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langchain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==0.2.14 </a:t>
            </a:r>
            <a:r>
              <a:rPr lang="en-US" sz="24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langchain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-community==0.2.12 </a:t>
            </a:r>
            <a:r>
              <a:rPr lang="en-US" sz="24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langchain-openai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==0.1.25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OR</a:t>
            </a:r>
          </a:p>
          <a:p>
            <a:b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</a:b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#### From command line</a:t>
            </a: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&gt; .\.</a:t>
            </a:r>
            <a:r>
              <a:rPr lang="en-US" sz="24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venv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\Scripts\python.exe pip install </a:t>
            </a:r>
            <a:r>
              <a:rPr lang="en-US" sz="24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langchain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==0.2.14 </a:t>
            </a:r>
            <a:r>
              <a:rPr lang="en-US" sz="24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langchain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-community==0.2.12 </a:t>
            </a:r>
            <a:r>
              <a:rPr lang="en-US" sz="24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langchain-openai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==0.1.25 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u="sng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R</a:t>
            </a:r>
            <a:r>
              <a:rPr lang="en-US" sz="2400" b="1" u="sng">
                <a:solidFill>
                  <a:schemeClr val="accent6">
                    <a:lumMod val="60000"/>
                    <a:lumOff val="40000"/>
                  </a:schemeClr>
                </a:solidFill>
              </a:rPr>
              <a:t>estart the Kernel (To be Safe)</a:t>
            </a:r>
            <a:endParaRPr lang="en-US" sz="2400" b="1" u="sng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b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</a:b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3748835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FEDE02-CD4A-58C5-C851-2C1CD94168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432592D-480F-AA11-EAC6-2DEDB09BDE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7632" y="457368"/>
            <a:ext cx="9543213" cy="478439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11FB5772-EE55-4F18-4D50-BB811EA55F75}"/>
              </a:ext>
            </a:extLst>
          </p:cNvPr>
          <p:cNvSpPr txBox="1"/>
          <p:nvPr/>
        </p:nvSpPr>
        <p:spPr>
          <a:xfrm>
            <a:off x="221488" y="43656"/>
            <a:ext cx="200050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Code</a:t>
            </a: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0997121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17C5D9-D42A-2244-7458-E7C5650D8C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407464F-B202-85E1-622E-2339970C67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5" y="926117"/>
            <a:ext cx="9115783" cy="3147897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F561EAEB-CCC6-C22D-EC4F-B05080377863}"/>
              </a:ext>
            </a:extLst>
          </p:cNvPr>
          <p:cNvSpPr txBox="1"/>
          <p:nvPr/>
        </p:nvSpPr>
        <p:spPr>
          <a:xfrm>
            <a:off x="221488" y="43656"/>
            <a:ext cx="200050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Code</a:t>
            </a: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0004521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D7D05D-9403-975D-17EA-3D115FEF94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B143522-DA7B-16A9-34A2-BF38EC298A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0784" y="71906"/>
            <a:ext cx="12310872" cy="671418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B48E45C-C508-805D-393A-6557C9D0D27E}"/>
              </a:ext>
            </a:extLst>
          </p:cNvPr>
          <p:cNvSpPr txBox="1"/>
          <p:nvPr/>
        </p:nvSpPr>
        <p:spPr>
          <a:xfrm>
            <a:off x="221488" y="43656"/>
            <a:ext cx="200050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Code</a:t>
            </a: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9746501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F0DFB7-64FC-4B62-9417-D83253512F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5CE13038-2950-55BD-127B-522FCDAB30F9}"/>
              </a:ext>
            </a:extLst>
          </p:cNvPr>
          <p:cNvSpPr txBox="1"/>
          <p:nvPr/>
        </p:nvSpPr>
        <p:spPr>
          <a:xfrm>
            <a:off x="221488" y="43656"/>
            <a:ext cx="200050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Code</a:t>
            </a: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A0C1F85-2B67-747D-A477-8DF009FC48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496" y="473235"/>
            <a:ext cx="9726499" cy="63847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377100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F39028-397E-1067-1A5D-546BB87FB3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E4E3D8A8-B7AF-889B-FBBC-6EAED35D7B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99616" y="232510"/>
            <a:ext cx="6749287" cy="559573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F949484A-AA2F-DA4C-63EF-FC331EEE3F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2946" y="5916168"/>
            <a:ext cx="3774613" cy="898176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C5AFC780-F7E6-8C56-EE35-13D751B9942C}"/>
              </a:ext>
            </a:extLst>
          </p:cNvPr>
          <p:cNvSpPr txBox="1"/>
          <p:nvPr/>
        </p:nvSpPr>
        <p:spPr>
          <a:xfrm>
            <a:off x="221488" y="43656"/>
            <a:ext cx="200050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Code</a:t>
            </a: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2724998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5673E9-841C-1E2C-F7B9-1F27718AFE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CD27D2BC-98ED-4BDD-EEAC-18E42CB67E8C}"/>
              </a:ext>
            </a:extLst>
          </p:cNvPr>
          <p:cNvSpPr txBox="1"/>
          <p:nvPr/>
        </p:nvSpPr>
        <p:spPr>
          <a:xfrm>
            <a:off x="221488" y="43656"/>
            <a:ext cx="7788656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Now we put this in </a:t>
            </a:r>
            <a:r>
              <a:rPr lang="en-US" sz="2400" b="1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streamlit</a:t>
            </a:r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457200" indent="-457200">
              <a:buAutoNum type="arabicParenR"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Install </a:t>
            </a:r>
            <a:r>
              <a:rPr lang="en-US" sz="2400" b="1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streamlit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: 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python -m pip install </a:t>
            </a:r>
            <a:r>
              <a:rPr lang="en-US" sz="24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streamlit</a:t>
            </a: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2) Create file 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step2_agent_logic.py 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and put the code in  there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3) Create app.py 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6EB1BD4-2705-A1B4-F4A3-B96925B1340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97097" y="914380"/>
            <a:ext cx="7994904" cy="4761587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6234C675-4CB1-C112-240C-32A9AB63B61E}"/>
              </a:ext>
            </a:extLst>
          </p:cNvPr>
          <p:cNvSpPr txBox="1"/>
          <p:nvPr/>
        </p:nvSpPr>
        <p:spPr>
          <a:xfrm>
            <a:off x="224028" y="4869841"/>
            <a:ext cx="5664708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4) Goto same </a:t>
            </a:r>
            <a:r>
              <a:rPr lang="en-US" sz="24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dir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that contains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app.py and Run 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&gt; python -m </a:t>
            </a:r>
            <a:r>
              <a:rPr lang="en-US" sz="24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streamlit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run app.py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(See the screenshot of the output)</a:t>
            </a:r>
          </a:p>
        </p:txBody>
      </p:sp>
    </p:spTree>
    <p:extLst>
      <p:ext uri="{BB962C8B-B14F-4D97-AF65-F5344CB8AC3E}">
        <p14:creationId xmlns:p14="http://schemas.microsoft.com/office/powerpoint/2010/main" val="259075526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931D7F-4279-DA2E-FA64-6CF3C441D4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5E1B75-886E-0812-B2FD-DD250C2255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4320" y="136525"/>
            <a:ext cx="11466576" cy="832739"/>
          </a:xfrm>
        </p:spPr>
        <p:txBody>
          <a:bodyPr>
            <a:normAutofit/>
          </a:bodyPr>
          <a:lstStyle/>
          <a:p>
            <a:r>
              <a:rPr lang="en-US" sz="3600" dirty="0"/>
              <a:t>EXTRA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02F8BE4-9CEA-0DAD-0357-E0A8215F169D}"/>
              </a:ext>
            </a:extLst>
          </p:cNvPr>
          <p:cNvSpPr txBox="1"/>
          <p:nvPr/>
        </p:nvSpPr>
        <p:spPr>
          <a:xfrm>
            <a:off x="274320" y="933117"/>
            <a:ext cx="1165860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Ffnbksdfd</a:t>
            </a:r>
            <a:endParaRPr lang="en-US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0" indent="0">
              <a:buNone/>
            </a:pPr>
            <a:r>
              <a:rPr lang="en-US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Fdslj;f</a:t>
            </a:r>
            <a:endParaRPr lang="en-US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0" indent="0">
              <a:buNone/>
            </a:pPr>
            <a:endParaRPr lang="en-US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0" indent="0">
              <a:buNone/>
            </a:pPr>
            <a:r>
              <a:rPr lang="en-US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Fl;ds</a:t>
            </a:r>
            <a:endParaRPr lang="en-US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0" indent="0">
              <a:buNone/>
            </a:pPr>
            <a:endParaRPr lang="en-US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662537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What is Statistics</Template>
  <TotalTime>1286</TotalTime>
  <Words>264</Words>
  <Application>Microsoft Office PowerPoint</Application>
  <PresentationFormat>Widescreen</PresentationFormat>
  <Paragraphs>60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EXTRA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Ashwani Kumar</dc:creator>
  <cp:lastModifiedBy>Ashwani Kumar</cp:lastModifiedBy>
  <cp:revision>249</cp:revision>
  <dcterms:created xsi:type="dcterms:W3CDTF">2025-09-22T02:44:38Z</dcterms:created>
  <dcterms:modified xsi:type="dcterms:W3CDTF">2026-03-28T09:19:24Z</dcterms:modified>
</cp:coreProperties>
</file>