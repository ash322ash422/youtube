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6" r:id="rId3"/>
    <p:sldId id="286" r:id="rId4"/>
    <p:sldId id="278" r:id="rId5"/>
    <p:sldId id="279" r:id="rId6"/>
    <p:sldId id="280" r:id="rId7"/>
    <p:sldId id="287" r:id="rId8"/>
    <p:sldId id="285" r:id="rId9"/>
    <p:sldId id="27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9/5/2026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 Chain</a:t>
            </a: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Installation</a:t>
            </a: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Set Up</a:t>
            </a:r>
          </a:p>
          <a:p>
            <a:pPr algn="ctr">
              <a:buNone/>
            </a:pPr>
            <a:r>
              <a:rPr lang="en-US" sz="4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 Explanation</a:t>
            </a: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EBDA7-B44E-B824-B04A-1C6D1FB40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6D00F0-9A66-1260-BD79-ADBAA37EB1C2}"/>
              </a:ext>
            </a:extLst>
          </p:cNvPr>
          <p:cNvSpPr/>
          <p:nvPr/>
        </p:nvSpPr>
        <p:spPr>
          <a:xfrm>
            <a:off x="1975104" y="1088136"/>
            <a:ext cx="7772400" cy="32735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Agent</a:t>
            </a:r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endParaRPr lang="en-US" sz="3200" dirty="0"/>
          </a:p>
          <a:p>
            <a:pPr algn="ctr"/>
            <a:endParaRPr lang="en-US" sz="3200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7F2A4AD-4A38-79B9-67FC-E209ACBBD284}"/>
              </a:ext>
            </a:extLst>
          </p:cNvPr>
          <p:cNvSpPr/>
          <p:nvPr/>
        </p:nvSpPr>
        <p:spPr>
          <a:xfrm>
            <a:off x="7703820" y="2276856"/>
            <a:ext cx="1527048" cy="130759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  <a:endParaRPr lang="en-IN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D33DB4-DA7E-57DA-73F7-6E82929527FF}"/>
              </a:ext>
            </a:extLst>
          </p:cNvPr>
          <p:cNvSpPr/>
          <p:nvPr/>
        </p:nvSpPr>
        <p:spPr>
          <a:xfrm>
            <a:off x="2075688" y="2276856"/>
            <a:ext cx="1527048" cy="1307592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LLM</a:t>
            </a:r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A3112D2-7498-8286-DC32-D3280AA779D9}"/>
              </a:ext>
            </a:extLst>
          </p:cNvPr>
          <p:cNvSpPr/>
          <p:nvPr/>
        </p:nvSpPr>
        <p:spPr>
          <a:xfrm>
            <a:off x="4431792" y="2276856"/>
            <a:ext cx="2554224" cy="1554480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Calculator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78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DAF8-56B5-0FBF-6294-9256A6329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145381-B9A2-A769-8C9F-EFA4F55A89DE}"/>
              </a:ext>
            </a:extLst>
          </p:cNvPr>
          <p:cNvSpPr txBox="1"/>
          <p:nvPr/>
        </p:nvSpPr>
        <p:spPr>
          <a:xfrm>
            <a:off x="246888" y="226536"/>
            <a:ext cx="1163116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 Work with python3.11. </a:t>
            </a:r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1) Create virtual environment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2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C:\Users\hi\AppData\Local\Programs\Python\Python311\python.exe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2) Activate virtual environment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.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venv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\Scripts\Activate.ps1</a:t>
            </a: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087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0577C-64FB-4E16-A671-227630795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D3F74FB-A744-A10F-FEE8-78E2EF082C5F}"/>
              </a:ext>
            </a:extLst>
          </p:cNvPr>
          <p:cNvSpPr txBox="1"/>
          <p:nvPr/>
        </p:nvSpPr>
        <p:spPr>
          <a:xfrm>
            <a:off x="477520" y="226536"/>
            <a:ext cx="102920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3) 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(Took 3 minutes)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4) Run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</a:t>
            </a:r>
          </a:p>
        </p:txBody>
      </p:sp>
    </p:spTree>
    <p:extLst>
      <p:ext uri="{BB962C8B-B14F-4D97-AF65-F5344CB8AC3E}">
        <p14:creationId xmlns:p14="http://schemas.microsoft.com/office/powerpoint/2010/main" val="3080943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21FD0A-9CB0-ED03-189F-7860E3564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8E508F31-9080-9643-AF6F-8FDE60C8AC82}"/>
              </a:ext>
            </a:extLst>
          </p:cNvPr>
          <p:cNvSpPr txBox="1"/>
          <p:nvPr/>
        </p:nvSpPr>
        <p:spPr>
          <a:xfrm>
            <a:off x="477520" y="226536"/>
            <a:ext cx="112085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 STEPS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b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### 5) Install following packages located in  requirements.txt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488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EDE02-CD4A-58C5-C851-2C1CD9416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1FB5772-EE55-4F18-4D50-BB811EA55F75}"/>
              </a:ext>
            </a:extLst>
          </p:cNvPr>
          <p:cNvSpPr txBox="1"/>
          <p:nvPr/>
        </p:nvSpPr>
        <p:spPr>
          <a:xfrm>
            <a:off x="1984248" y="1314672"/>
            <a:ext cx="77906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Code: step1 -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jupyter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notebook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step_1_agent_with_2Tools_weather_calculator.ipynb</a:t>
            </a:r>
          </a:p>
        </p:txBody>
      </p:sp>
    </p:spTree>
    <p:extLst>
      <p:ext uri="{BB962C8B-B14F-4D97-AF65-F5344CB8AC3E}">
        <p14:creationId xmlns:p14="http://schemas.microsoft.com/office/powerpoint/2010/main" val="1909971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A5F4-15D2-150A-2B0B-099D2A6C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260676C-7C80-9072-6642-8A647AE679A6}"/>
              </a:ext>
            </a:extLst>
          </p:cNvPr>
          <p:cNvSpPr txBox="1"/>
          <p:nvPr/>
        </p:nvSpPr>
        <p:spPr>
          <a:xfrm>
            <a:off x="820928" y="1131792"/>
            <a:ext cx="105501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Code: step2 – Run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app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6213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5673E9-841C-1E2C-F7B9-1F27718AF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D27D2BC-98ED-4BDD-EEAC-18E42CB67E8C}"/>
              </a:ext>
            </a:extLst>
          </p:cNvPr>
          <p:cNvSpPr txBox="1"/>
          <p:nvPr/>
        </p:nvSpPr>
        <p:spPr>
          <a:xfrm>
            <a:off x="221488" y="43656"/>
            <a:ext cx="77886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Now we put this in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Install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python -m pip install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2) Create file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step2_agent_logic.py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and put the code in  there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3) Create app.py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EB1BD4-2705-A1B4-F4A3-B96925B134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097" y="914380"/>
            <a:ext cx="7994904" cy="47615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34C675-4CB1-C112-240C-32A9AB63B61E}"/>
              </a:ext>
            </a:extLst>
          </p:cNvPr>
          <p:cNvSpPr txBox="1"/>
          <p:nvPr/>
        </p:nvSpPr>
        <p:spPr>
          <a:xfrm>
            <a:off x="224028" y="4869841"/>
            <a:ext cx="56647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4) Goto same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dir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contains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app.py and Run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 python -m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streamlit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run app.py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(See the screenshot of the output)</a:t>
            </a:r>
          </a:p>
        </p:txBody>
      </p:sp>
    </p:spTree>
    <p:extLst>
      <p:ext uri="{BB962C8B-B14F-4D97-AF65-F5344CB8AC3E}">
        <p14:creationId xmlns:p14="http://schemas.microsoft.com/office/powerpoint/2010/main" val="25907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1327</TotalTime>
  <Words>218</Words>
  <Application>Microsoft Office PowerPoint</Application>
  <PresentationFormat>Widescreen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258</cp:revision>
  <dcterms:created xsi:type="dcterms:W3CDTF">2025-09-22T02:44:38Z</dcterms:created>
  <dcterms:modified xsi:type="dcterms:W3CDTF">2026-09-05T07:32:35Z</dcterms:modified>
</cp:coreProperties>
</file>