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276" r:id="rId3"/>
    <p:sldId id="277" r:id="rId4"/>
    <p:sldId id="284" r:id="rId5"/>
    <p:sldId id="281" r:id="rId6"/>
    <p:sldId id="278" r:id="rId7"/>
    <p:sldId id="283" r:id="rId8"/>
    <p:sldId id="282" r:id="rId9"/>
    <p:sldId id="279" r:id="rId10"/>
    <p:sldId id="285" r:id="rId11"/>
    <p:sldId id="286" r:id="rId12"/>
    <p:sldId id="288" r:id="rId13"/>
    <p:sldId id="289" r:id="rId14"/>
    <p:sldId id="290" r:id="rId15"/>
    <p:sldId id="291" r:id="rId16"/>
    <p:sldId id="292" r:id="rId17"/>
    <p:sldId id="293" r:id="rId18"/>
    <p:sldId id="280" r:id="rId19"/>
    <p:sldId id="294" r:id="rId20"/>
    <p:sldId id="295" r:id="rId21"/>
    <p:sldId id="297" r:id="rId22"/>
    <p:sldId id="298" r:id="rId23"/>
    <p:sldId id="296" r:id="rId24"/>
    <p:sldId id="287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4:56.3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0 524 24575,'4'0'0,"0"2"0,-1-1 0,1 0 0,-1 1 0,1-1 0,-1 1 0,0 0 0,0 0 0,0 1 0,0-1 0,0 0 0,0 1 0,-1 0 0,1 0 0,-1 0 0,1 0 0,2 5 0,-3-4 0,1 0 0,0-1 0,0 1 0,1 0 0,-1-1 0,1 0 0,0 0 0,0 0 0,4 2 0,-6-4 0,0-1 0,0 0 0,0 0 0,-1 0 0,1 0 0,0 0 0,0 0 0,0 0 0,0-1 0,-1 1 0,1 0 0,0-1 0,0 0 0,-1 1 0,1-1 0,0 0 0,-1 0 0,1 0 0,-1 0 0,1 0 0,-1-1 0,0 1 0,1 0 0,-1-1 0,0 1 0,0 0 0,0-1 0,0 0 0,1-2 0,11-15 0,-1-1 0,-2-1 0,0 1 0,-1-2 0,10-33 0,-10 27 0,1 1 0,24-47 0,-6 29-273,2 0 0,2 2 0,1 2 0,50-48 0,-50 59-6553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5:52.2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1 429 24575,'0'-1'0,"0"1"0,0 0 0,0-1 0,0 1 0,0 0 0,0-1 0,0 1 0,0 0 0,0-1 0,0 1 0,0 0 0,0-1 0,0 1 0,0 0 0,0-1 0,0 1 0,1 0 0,-1-1 0,0 1 0,0 0 0,0-1 0,0 1 0,1 0 0,-1 0 0,0-1 0,0 1 0,1 0 0,-1 0 0,0-1 0,1 1 0,-1 0 0,0 0 0,1 0 0,-1 0 0,0-1 0,1 1 0,-1 0 0,0 0 0,1 0 0,-1 0 0,0 0 0,1 0 0,-1 0 0,0 0 0,1 0 0,-1 0 0,1 0 0,-1 0 0,0 0 0,1 0 0,-1 1 0,0-1 0,1 0 0,-1 0 0,0 0 0,0 0 0,1 1 0,-1-1 0,0 0 0,1 0 0,-1 1 0,0-1 0,0 0 0,1 0 0,-1 1 0,0 0 0,20 17 0,-2 7 0,-2 1 0,0 0 0,13 32 0,-18-34 0,0-1 0,2 0 0,1-1 0,31 38 0,-44-58 0,0-1 0,0 0 0,1 0 0,-1 1 0,0-1 0,1 0 0,-1 0 0,1 0 0,-1-1 0,1 1 0,0 0 0,-1-1 0,1 1 0,0-1 0,-1 1 0,1-1 0,0 0 0,-1 1 0,1-1 0,0 0 0,0 0 0,-1 0 0,1-1 0,3 0 0,-2 0 0,1-1 0,-1 1 0,0-1 0,1 0 0,-1 0 0,0-1 0,0 1 0,0 0 0,-1-1 0,6-6 0,2-4 0,0-1 0,-1-1 0,-1 0 0,7-16 0,11-24 0,29-74 0,-34 69 0,-15 35 0,2 1 0,1 0 0,1 1 0,1 0 0,1 0 0,23-31 0,-13 27-116,-5 7-134,0 0 1,-2-1-1,0 0 0,15-33 0,-21 33-6576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6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5 340 24575,'-2'38'0,"1"-27"0,0 0 0,1 0 0,0 1 0,0-1 0,1 0 0,1 0 0,0 0 0,0 0 0,7 17 0,-9-27 0,1 0 0,-1-1 0,1 1 0,-1-1 0,1 1 0,-1 0 0,1-1 0,0 1 0,-1-1 0,1 0 0,0 1 0,-1-1 0,1 1 0,0-1 0,0 0 0,-1 0 0,1 1 0,0-1 0,0 0 0,0 0 0,-1 0 0,1 0 0,0 0 0,0 0 0,0 0 0,0 0 0,-1 0 0,1 0 0,0-1 0,0 1 0,0-1 0,27-13 0,-26 13 0,42-32 0,-1-1 0,-2-2 0,43-49 0,65-56 0,50-7-1365,-174 127-5461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7.5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0 399 24575,'0'-4'0,"0"2"0,0 7 0,0 6 0,0 6 0,0 4 0,0 3 0,5-3 0,18-17 0,23-32 0,7-19 0,17-24 0,10-16 0,-1 1 0,-5 12 0,-11 14 0,-15 17-8191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38.8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1 219 24575,'4'0'0,"6"5"0,1 9 0,-1 12 0,-2 5 0,-3 6 0,-2 2 0,2-3 0,10-6 0,15-14 0,32-21 0,28-24 0,41-28 0,33-17 0,19-9 0,0 5 0,-26 7 0,-41 16-8191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39:41.3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0 392 24575,'1'8'0,"1"-1"0,0 1 0,0-1 0,1 1 0,0-1 0,0 0 0,1 0 0,0 0 0,9 12 0,5 10 0,-18-28 0,4 7 0,0-1 0,0 1 0,0-1 0,1-1 0,0 1 0,8 7 0,-12-13 0,1 0 0,-1 0 0,1 0 0,-1 0 0,1 0 0,-1 0 0,1 0 0,0-1 0,0 1 0,-1-1 0,1 1 0,0-1 0,-1 0 0,1 0 0,0 0 0,0 0 0,0 0 0,-1 0 0,1 0 0,0-1 0,0 1 0,-1 0 0,1-1 0,0 0 0,-1 1 0,1-1 0,-1 0 0,1 0 0,0 0 0,-1 0 0,0 0 0,1 0 0,-1 0 0,0 0 0,2-3 0,77-70 0,-10 8 0,88-64 0,173-69-207,-244 151-951,-15 8-5668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4:01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1 204 24575,'0'6'0,"0"-1"0,0 0 0,1 0 0,0 1 0,0-1 0,0 0 0,1 0 0,-1 0 0,1 0 0,1 0 0,-1 0 0,1-1 0,-1 1 0,7 7 0,-7-11 0,-1 1 0,1-1 0,0 1 0,0-1 0,0 1 0,0-1 0,0 0 0,1 0 0,-1 0 0,0 0 0,0-1 0,1 1 0,-1 0 0,1-1 0,-1 0 0,0 1 0,1-1 0,-1 0 0,1 0 0,-1-1 0,0 1 0,1 0 0,-1-1 0,0 0 0,1 1 0,-1-1 0,0 0 0,0 0 0,1 0 0,-1 0 0,0-1 0,3-2 0,17-13-22,-1-1 0,-1-1 0,-1-1-1,0 0 1,-2-2 0,0 0 0,25-46-1,-1 6-1164,-26 40-5639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4:05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0 223 24575,'0'9'0,"0"6"0,0 7 0,5 2 0,9-2 0,7-14 0,9-12 0,12-19 0,7-14 0,5-4 0,5-10 0,-2 1 0,-3 4 0,3 6 0,-9 9-8191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5:37.2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1 310 24575,'1'13'0,"1"0"0,1 0 0,0-1 0,0 1 0,2 0 0,-1-1 0,8 12 0,16 52 0,-23-45 0,-3-18 0,0 0 0,1 0 0,1 0 0,0-1 0,6 14 0,-9-24 0,0 0 0,0 1 0,0-1 0,1 0 0,-1-1 0,0 1 0,1 0 0,0 0 0,-1-1 0,1 1 0,0-1 0,0 1 0,0-1 0,0 0 0,0 0 0,0 0 0,0 0 0,1 0 0,-1 0 0,0 0 0,1-1 0,-1 1 0,0-1 0,1 0 0,-1 0 0,0 0 0,1 0 0,-1 0 0,0 0 0,1-1 0,-1 1 0,0-1 0,1 1 0,1-2 0,10-4 0,-1-1 0,-1 0 0,1-1 0,-1 0 0,-1-1 0,1 0 0,16-19 0,3-1 0,151-140 0,45-38 0,-201 185-120,22-16-502,44-47-1,-77 69-6203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46:35.5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1 397 24575,'1'20'0,"1"0"0,1-1 0,1 1 0,0-1 0,2 0 0,7 19 0,54 110 0,-60-133 0,3 7 0,-6-12 0,1 1 0,0-1 0,1 0 0,0 0 0,1-1 0,8 11 0,-13-19 0,0 1 0,0 0 0,0 0 0,0-1 0,1 1 0,-1-1 0,0 0 0,1 0 0,0 0 0,-1 0 0,1 0 0,-1 0 0,1-1 0,0 1 0,-1-1 0,1 0 0,0 0 0,0 0 0,-1 0 0,1 0 0,0-1 0,-1 1 0,1-1 0,0 1 0,-1-1 0,1 0 0,-1 0 0,1-1 0,-1 1 0,1 0 0,2-3 0,21-13 0,-1-1 0,-1-1 0,33-33 0,62-78 0,-74 79 0,-11 14-93,367-444-1179,-390 464-5554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2:19.5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86 24575,'9'0'0,"7"0"0,5 4 0,3 10 0,2 7 0,-3 5 0,-2 1 0,-4 5 0,0 7 0,0-1 0,3-9 0,5-24 0,8-25 0,12-27 0,-3-14 0,1-9 0,-3 3 0,-9 12-8191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2:22.0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1 316 24575,'7'10'0,"0"1"0,0 0 0,-1 0 0,0 1 0,-1-1 0,0 1 0,6 25 0,5 12 0,-12-39 0,0-1 0,1 1 0,-1-1 0,2 0 0,7 10 0,-12-17 0,1 0 0,0-1 0,-1 1 0,1 0 0,0-1 0,0 1 0,0-1 0,0 0 0,0 1 0,0-1 0,1 0 0,-1 0 0,0-1 0,0 1 0,1 0 0,-1-1 0,1 1 0,-1-1 0,0 0 0,1 0 0,-1 0 0,1 0 0,-1 0 0,1-1 0,-1 1 0,0-1 0,1 1 0,3-3 0,5-2 0,1-1 0,-2 0 0,1-1 0,-1 0 0,0 0 0,-1-1 0,13-14 0,62-74 0,-48 51 0,69-86 18,-51 61-710,82-82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6:28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0 328 24575,'2'16'0,"1"-1"0,0 0 0,0 0 0,2 0 0,0-1 0,1 0 0,7 14 0,10 28 0,-21-49 0,1 0 0,0 1 0,0-1 0,1-1 0,0 1 0,8 11 0,-10-16 0,-1-1 0,1 1 0,0 0 0,0-1 0,0 1 0,0-1 0,0 0 0,0 1 0,0-1 0,0 0 0,0 0 0,1-1 0,-1 1 0,0 0 0,1-1 0,-1 1 0,0-1 0,1 0 0,-1 0 0,1 0 0,-1 0 0,1 0 0,-1-1 0,0 1 0,1-1 0,3-1 0,6-3 0,0-2 0,0 1 0,0-1 0,-1-1 0,0 0 0,-1-1 0,14-13 0,0 0 0,-14 13-30,274-232 184,-186 164-899,110-63 1,-156 109-6082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6:57:41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1:30.4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69 24575,'0'13'0,"4"8"0,2 6 0,0 2 0,2 0 0,14-4 0,29-7 0,22-15 0,22-21 0,10-16 0,2-11 0,-10-2 0,-11-2 0,-22 8-8191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1:31.9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0 206 24575,'0'4'0,"0"6"0,0 5 0,0 5 0,0 4 0,0 1 0,9-4 0,28-13 0,35-17 0,30-24 0,20-20 0,14-13 0,-10-1 0,-24 8 0,-28 13-8191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1:34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1 162 24575,'0'5'0,"0"9"0,4 8 0,2 3 0,-1 3 0,4 0 0,0 0 0,3-5 0,12-15 0,6-17 0,8-25 0,9-19 0,5-10 0,-5 3 0,-7 6 0,-6 12 0,-9 14-8191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6:10.5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24575,'2665'0'-1365,"-2638"0"-5461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6:13.6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 24575,'0'-1'0,"1"0"0,1 0 0,-1 1 0,0-1 0,0 0 0,0 1 0,0-1 0,0 0 0,1 1 0,-1 0 0,0-1 0,1 1 0,-1 0 0,0-1 0,1 1 0,-1 0 0,0 0 0,1 0 0,-1 0 0,0 0 0,1 1 0,-1-1 0,0 0 0,0 1 0,1-1 0,-1 1 0,0-1 0,0 1 0,1-1 0,-1 1 0,0 0 0,0 0 0,0-1 0,0 1 0,1 2 0,3 1 0,-1 1 0,1-1 0,-1 1 0,0 0 0,-1 0 0,5 9 0,16 39 0,-3 0 0,25 96 0,-18-54 0,6 9 0,-5 1 0,-5 1 0,-4 1 0,5 117 0,13 283 0,1 69 0,-36-466 0,7 147 0,-4-202 0,2 0 0,26 91 0,12 7 0,-7 2 0,35 301 0,-69-398 0,32 276 0,-29-289 0,2 0 0,3 0 0,1-1 0,2-1 0,26 51 0,-12-45 0,3-2 0,1-1 0,2-2 0,3-1 0,1-2 0,2-2 0,64 47 0,49 29 0,4-8 0,6-7 0,338 152 0,-431-226 0,0-2 0,2-4 0,82 13 0,229 15 0,-351-45 0,853 18 0,-591-23 0,697 2 0,-910-4 0,121-20 0,-74 6 0,-37 11 0,125 7 0,-8 1 0,-207-1 0,39-6 0,-41 6 0,0 0 0,-1-1 0,1 1 0,-1 0 0,1 0 0,0-1 0,-1 1 0,1 0 0,-1-1 0,1 1 0,0-1 0,-1 1 0,1-1 0,-1 1 0,0-1 0,1 1 0,-1-1 0,1 1 0,-1-1 0,0 0 0,1 1 0,-1-1 0,0 1 0,0-1 0,0 0 0,1 1 0,-1-1 0,0 0 0,0 1 0,0-1 0,0 0 0,0 0 0,0 1 0,0-1 0,0 0 0,-1 1 0,1-1 0,0 0 0,0 1 0,0-1 0,-1 0 0,1 1 0,0-1 0,-1 1 0,1-1 0,-1 1 0,1-1 0,0 1 0,-1-1 0,1 1 0,-1-1 0,-1 0 0,-10-13 0,0 1 0,-1 1 0,-1 0 0,-29-20 0,-70-35 0,91 55 0,-134-69 0,-34-19 0,169 83 0,21 17 0,0 0 0,1 0 0,-1-1 0,0 1 0,0 0 0,0 0 0,0 0 0,1-1 0,-1 1 0,0 0 0,0 0 0,1 0 0,-1-1 0,0 1 0,0 0 0,1 0 0,-1 0 0,0 0 0,0 0 0,1 0 0,-1-1 0,0 1 0,0 0 0,1 0 0,-1 0 0,0 0 0,1 0 0,-1 0 0,0 0 0,0 0 0,1 0 0,-1 0 0,0 1 0,1-1 0,-1 0 0,0 0 0,0 0 0,1 0 0,-1 1 0,51 10 0,-50-11 0,56 16 0,-1 3 0,-1 2 0,-1 3 0,54 32 0,-102-52 0,1 0 0,-1 0 0,-1 1 0,1 0 0,-1 0 0,0 0 0,0 1 0,0 0 0,-1 0 0,7 11 0,-9-14 0,-1 0 0,1 1 0,-1-1 0,0 1 0,0-1 0,0 1 0,0 0 0,-1-1 0,0 1 0,1 0 0,-1-1 0,0 1 0,-1 0 0,1 0 0,-1-1 0,0 1 0,0-1 0,0 1 0,0 0 0,0-1 0,-1 0 0,-3 7 0,-16 28 0,3 1 0,0 1 0,3 0 0,-13 53 0,18-59 0,-13 38-455,-2 0 0,-52 99 0,62-142-6371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8:08.72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51 24575,'5'-3'0,"0"1"0,0-1 0,0 1 0,1 0 0,-1 0 0,1 0 0,-1 1 0,1 0 0,0 0 0,0 0 0,-1 1 0,1 0 0,9 1 0,6-2 0,746-8 0,-450 12 0,2016-2 0,-2318-2-195,0-1 0,0 0 0,0-1 0,0 0 0,-1-1 0,16-7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3:14.6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1 245 24575,'1'3'0,"0"1"0,0-1 0,1 0 0,-1 1 0,1-1 0,0 0 0,0 0 0,0 0 0,0 0 0,4 3 0,7 11 0,22 48 0,-21-37 0,1-1 0,1 0 0,1-1 0,41 47 0,-54-70 0,0 1 0,0-1 0,0 0 0,0 0 0,1 0 0,-1-1 0,1 0 0,-1 1 0,1-2 0,0 1 0,0 0 0,0-1 0,0 0 0,0 0 0,0-1 0,0 1 0,1-1 0,-1 0 0,0-1 0,0 1 0,0-1 0,0 0 0,0 0 0,0 0 0,9-5 0,7-3 0,-1-2 0,0 0 0,-1-2 0,29-23 0,-43 32 0,201-162 17,164-120-1399,-318 252-5444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3:16.0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24 264 24575,'-1'0'0,"0"1"0,-1-1 0,1 1 0,0 0 0,0-1 0,0 1 0,0 0 0,0 0 0,0 0 0,0 0 0,0 0 0,0 0 0,0 0 0,0 0 0,1 0 0,-1 1 0,0-1 0,1 0 0,-1 0 0,1 1 0,0-1 0,-1 0 0,1 0 0,0 1 0,0-1 0,0 1 0,0 1 0,-4 39 0,4-36 0,1-1 0,0 1 0,0 0 0,0 0 0,0-1 0,1 1 0,0 0 0,0-1 0,1 0 0,-1 1 0,1-1 0,0 0 0,6 6 0,-7-9 0,0 1 0,1-1 0,-1 0 0,1 1 0,-1-1 0,1-1 0,0 1 0,0 0 0,0-1 0,0 1 0,0-1 0,1 0 0,-1 0 0,0 0 0,0-1 0,1 1 0,-1-1 0,0 0 0,1 1 0,-1-2 0,0 1 0,1 0 0,-1-1 0,0 1 0,4-2 0,15-7 0,0 0 0,0-2 0,-1 0 0,-1-2 0,0 0 0,-1-1 0,21-20 0,9-4 0,245-198-1330,-293 235 1295,65-53-6791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6:02.9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23 24575,'3'-2'0,"0"0"0,1 0 0,-1 1 0,1-1 0,-1 1 0,1 0 0,-1 0 0,1 0 0,-1 0 0,1 1 0,0 0 0,5-1 0,3 1 0,125-8 0,274 22 0,-368-11 0,319 32 0,-267-21 0,163 47 0,-244-57 0,0 1 0,0 0 0,0 1 0,-1 1 0,0 0 0,21 15 0,-27-16 0,0 1 0,0-1 0,-1 1 0,0 1 0,-1-1 0,0 1 0,0 0 0,0 0 0,-1 0 0,-1 1 0,6 16 0,9 38 0,-4 2 0,-2 0 0,3 67 0,-2 202 0,-12-286 0,2 76 0,-7 343 0,-5-404 0,-2 0 0,-22 66 0,18-72 0,-51 170 0,-12 44 0,1 57 0,-118 456 0,150-626 0,-43 165 0,69-237 0,-14 152 0,36 35 0,2-111 0,-3 1048 0,-3-627 0,4-504 0,3 1 0,4-2 0,33 131 0,91 223 0,-112-366 0,-8-23 0,2-1 0,2 0 0,1-1 0,2-1 0,2 0 0,2-2 0,1-1 0,2-1 0,1-2 0,2-1 0,68 57 0,26 1 0,251 134 0,-304-189 0,2-4 0,1-3 0,1-4 0,2-2 0,0-5 0,1-2 0,87 5 0,115 19 0,-156-19 0,1-5 0,137-1 0,-97-17 0,545-32 0,-586 20 0,82-12 0,263-19 0,-388 40 0,57 1 0,-79 4 0,0-2 0,0-4 0,90-18 0,-16-11 0,-133 35 0,0 0 0,0 0 0,-1-1 0,1 1 0,0 0 0,0-1 0,0 1 0,-1 0 0,1-1 0,0 1 0,-1-1 0,1 1 0,0-1 0,-1 1 0,1-1 0,0 1 0,-1-1 0,1 0 0,-1 1 0,1-1 0,-1-1 0,-7-10 0,-30-6 0,35 17 0,-64-23 0,0 3 0,-1 3 0,-78-10 0,123 24 0,28 3 0,41 3 0,6 2 0,483 44 0,-533-48 0,-1 0 0,1 0 0,-1 0 0,1 1 0,-1-1 0,0 1 0,1 0 0,-1-1 0,1 1 0,-1 0 0,0 0 0,0 1 0,1-1 0,-1 0 0,0 1 0,0 0 0,0-1 0,-1 1 0,1 0 0,0 0 0,-1 0 0,1 0 0,-1 0 0,2 2 0,-3 0 0,1-1 0,-1 0 0,0 0 0,0 0 0,0 1 0,0-1 0,-1 0 0,1 0 0,-1 0 0,0 1 0,0-1 0,0 0 0,0 0 0,-1 0 0,1-1 0,-1 1 0,0 0 0,0 0 0,-2 2 0,-21 25-46,-1-1 0,-2-2 0,-1 0 0,-61 42 0,38-29-1089,12-8-5691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5:42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4 398 24575,'-1'47'0,"-1"-31"0,2 0 0,0 0 0,1 0 0,0 0 0,5 21 0,-5-35 0,-1-1 0,0 1 0,1-1 0,-1 1 0,1-1 0,-1 0 0,1 1 0,0-1 0,0 0 0,-1 0 0,1 0 0,0 1 0,0-1 0,0 0 0,0 0 0,0 0 0,1 0 0,-1-1 0,0 1 0,0 0 0,1 0 0,-1-1 0,0 1 0,1-1 0,-1 1 0,1-1 0,-1 1 0,0-1 0,1 0 0,-1 0 0,1 0 0,-1 0 0,1 0 0,-1 0 0,1 0 0,-1 0 0,1 0 0,-1-1 0,0 1 0,3-2 0,3-1 0,0 0 0,0 0 0,0-1 0,-1 0 0,1-1 0,10-9 0,73-73 27,132-166-1,-84 88-1444,-97 118-5408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5:44.2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1 372 24575,'4'0'0,"2"8"0,0 8 0,2 5 0,10-1 0,22-13 0,18-15 0,34-34 0,18-17 0,12-20 0,-2-2 0,-12 10 0,-21 11 0,-24 17-8191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5:52.0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0 257 24575,'1'-2'0,"-1"0"0,1-1 0,-1 1 0,1 0 0,0-1 0,0 1 0,0 0 0,0 0 0,0 0 0,1 0 0,-1 0 0,1 0 0,-1 0 0,1 0 0,0 0 0,0 1 0,-1-1 0,1 1 0,0-1 0,1 1 0,-1 0 0,0 0 0,0 0 0,4-1 0,69-22 0,-48 17 0,105-25 0,247-26 0,-238 40 0,801-53 0,7 74 0,-871 1 0,0 4 0,127 29 0,143 61 0,-149-39 0,-68-23 0,221 67 0,-263-73 0,156 77 0,-239-103 0,1 0 0,-1 0 0,0 1 0,-1-1 0,1 1 0,-1 0 0,0 1 0,0-1 0,-1 1 0,0 0 0,0 0 0,5 11 0,0 4 0,0 0 0,8 38 0,0 0 0,6 5 0,126 386 0,-84-236 0,136 503 0,-115-400 0,23 111 0,-76-204 0,-9 2 0,-8 320 0,6-177 0,1-22 0,-26-86 0,9 250 0,-4-483 0,2-1 0,1 1 0,1-1 0,1 0 0,1 0 0,18 38 0,-8-30 0,2 0 0,1-2 0,50 60 0,238 255 0,-249-276 0,136 180 0,36 145 0,-205-347 0,1 6 0,24 72 0,-37-85 0,2 0 0,2-2 0,2 0 0,27 40 0,209 226 0,-175-216 0,-44-52 0,2-1 0,49 34 0,-27-22 0,-61-49 0,-1-1 0,1 1 0,-1-1 0,1 1 0,0-1 0,-1 1 0,1-1 0,0 1 0,-1-1 0,1 0 0,0 1 0,0-1 0,0 0 0,-1 0 0,1 1 0,0-1 0,0 0 0,0 0 0,-1 0 0,1 0 0,0 0 0,0 0 0,0 0 0,0 0 0,-1-1 0,1 1 0,0 0 0,0 0 0,-1-1 0,1 1 0,0 0 0,0-1 0,-1 1 0,1-1 0,0 1 0,-1-1 0,1 1 0,-1-1 0,1 0 0,0 1 0,-1-1 0,0 0 0,1 1 0,-1-1 0,1 0 0,-1 1 0,0-1 0,1 0 0,-1 0 0,0 0 0,0 1 0,0-1 0,0 0 0,1-1 0,8-53 0,-9 50 0,6-205 0,-7 181 0,-2 0 0,0 0 0,-3 1 0,0 0 0,-14-37 0,9 37 0,5 17 0,1-1 0,1 1 0,0-1 0,0 0 0,1 0 0,-1-15 0,13 36 0,4 12 0,8 22 0,-2 0 0,-2 2 0,-2 0 0,10 54 0,12 36 0,-26-104 0,-3-10 0,-2 1 0,0-1 0,5 41 0,-11-60 0,0 0 0,0 0 0,0-1 0,0 1 0,-1 0 0,1 0 0,0 0 0,-1 0 0,0-1 0,1 1 0,-1 0 0,0 0 0,0-1 0,0 1 0,0-1 0,0 1 0,0-1 0,-1 1 0,1-1 0,0 0 0,-1 1 0,1-1 0,-1 0 0,0 0 0,1 0 0,-1 0 0,0-1 0,1 1 0,-1 0 0,0-1 0,-3 2 0,-7 0 0,0 1 0,0-2 0,-25 1 0,24-1 0,-543 0 62,289-5-1489,204 3-5399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18.5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1 625 24575,'4'4'0,"2"15"0,4 8 0,4-1 0,9-12 0,9-23 0,8-22 0,10-24 0,14-14 0,13-18 0,2-11 0,5 2 0,-3 5 0,-12 17 0,-7 14 0,-16 16-8191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20.4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0 214 24575,'0'5'0,"0"9"0,5 3 0,18-2 0,18-16 0,12-12 0,4-9 0,6-8 0,14-5 0,11-8 0,4-1 0,-6 1 0,-17 10-8191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25.0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 24575,'1'-1'0,"-1"0"0,1 0 0,-1 0 0,0 0 0,1 0 0,0 0 0,-1 0 0,1 0 0,0 0 0,-1 0 0,1 0 0,0 1 0,0-1 0,0 0 0,0 1 0,-1-1 0,1 0 0,0 1 0,0-1 0,0 1 0,0 0 0,0-1 0,1 1 0,-1 0 0,0-1 0,0 1 0,0 0 0,2 0 0,40-3 0,-35 2 0,643-4 0,-370 7 0,135-4 0,422 6 0,-319 45 0,-145-8 0,-55-20 0,372 39 0,-543-26 0,-101-21 0,67 9 0,-8-9 0,633 84 0,-301-9 0,-294-43 0,228 104 0,-194-72 0,81 26 0,181 79 0,-399-160 0,-1 3 0,-1 1 0,-1 1 0,65 65 0,-4-6 0,55 46 0,193 214 0,-318-311 0,43 70 0,5 6 0,47 72-1365,-107-161-5461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8:26.4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598 1 24575,'14'162'0,"-7"-106"0,-1 58 0,-5-79 0,0-22 0,0 0 0,-1 1 0,-1-1 0,-3 18 0,4-29 0,-1 1 0,0 0 0,0 0 0,0 0 0,0-1 0,0 1 0,-1 0 0,1-1 0,-1 1 0,0-1 0,1 0 0,-1 1 0,0-1 0,-1 0 0,1 0 0,0 0 0,0-1 0,-1 1 0,1 0 0,-1-1 0,0 0 0,1 1 0,-1-1 0,-4 1 0,-5 0 0,0 0 0,-1 0 0,0-1 0,1-1 0,-1 0 0,0-1 0,1 0 0,-1-1 0,-17-4 0,-14-7 0,-52-21 0,75 25 0,-19-6 0,2 2 0,0-2 0,1-2 0,-59-36 0,94 52 10,0 0 0,1-1 0,-1 1 0,1-1 0,-1 1 0,1-1 0,-1 1 0,1-1 0,0 0 0,0 0 0,-1-2-1,1 3-58,1 0-1,0 1 1,0-1 0,0 0-1,0 0 1,0 0-1,0 1 1,0-1-1,0 0 1,0 0-1,0 0 1,0 1-1,0-1 1,1 0-1,-1 0 1,0 0-1,1 1 1,-1-1-1,0 0 1,1 1-1,-1-1 1,1 0-1,-1 1 1,1-1-1,-1 1 1,1-1-1,-1 0 1,1 1-1,1-1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9:42.1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5 238 24575,'-2'62'0,"0"-41"0,1 0 0,1 0 0,1 1 0,6 32 0,-7-53 0,0 0 0,0 0 0,1 1 0,-1-2 0,0 1 0,1 0 0,-1 0 0,1 0 0,-1 0 0,1 0 0,0 0 0,-1 0 0,1-1 0,0 1 0,-1 0 0,1 0 0,0-1 0,0 1 0,0-1 0,0 1 0,0 0 0,0-1 0,0 0 0,0 1 0,0-1 0,0 0 0,0 1 0,1-1 0,2 0 0,0 0 0,0 0 0,0-1 0,0 1 0,0-1 0,0 0 0,6-3 0,40-18 0,-1-2 0,-1-2 0,-1-3 0,50-39 0,-8 6 0,232-134-1365,-276 171-5461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09:47.1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0 131 24575,'0'-1'0,"0"0"0,1 0 0,-1 1 0,0-1 0,0 0 0,1 1 0,-1-1 0,0 0 0,1 0 0,-1 1 0,1-1 0,-1 1 0,1-1 0,-1 1 0,1-1 0,-1 0 0,1 1 0,0 0 0,-1-1 0,1 1 0,0-1 0,-1 1 0,1 0 0,0-1 0,-1 1 0,1 0 0,1 0 0,25-5 0,-22 4 0,203-7 0,-81 5 0,-22-2 0,818-50 0,-900 52 0,228-20 0,290 11 0,-531 12 0,-1 0 0,1 1 0,0 0 0,-1 0 0,1 1 0,-1 0 0,1 1 0,-1 0 0,0 1 0,0 0 0,-1 0 0,1 1 0,-1 0 0,0 0 0,13 12 0,47 57 0,110 154 0,-131-164 0,44 61 0,-6 4 0,-6 3 0,-6 3 0,69 180 0,-121-253 0,-3 1 0,18 117 0,-4 133 0,-25-228 0,15 336 0,4 47 0,-16-348 0,21 162 0,-16-184 0,4 150 0,-20 102 0,-2-152 0,2 59 0,2 387 0,11-474 0,56 276 0,-53-366 0,132 467 0,-76-316 0,-60-190 0,2 1 0,2-2 0,41 77 0,-21-51 0,-2 2 0,30 87 0,33 152 0,-44-133 0,0-8 0,100 344 0,-134-450 0,2-1 0,2-1 0,43 78 0,107 153 0,-162-273 0,72 121 0,-36-57 0,97 127 0,-110-167 0,1-1 0,1-2 0,3-1 0,78 58 0,-43-45 0,3-4 0,1-2 0,164 62 0,-134-69 0,1-5 0,1-4 0,1-5 0,186 12 0,-225-28 0,86 19 0,9 1 0,150-10 0,-205-15 0,1 6 0,129 23 0,-150-14 0,1-5 0,0-3 0,98-5 0,-129 0 0,0 2 0,95 21 0,-10-1 0,-25-8 0,313 35 0,-333-35 0,-100-17 0,-1 0 0,1 1 0,-1-1 0,1 0 0,-1 0 0,1 0 0,-1 0 0,1 0 0,-1 0 0,1 0 0,-1 0 0,1 0 0,-1 0 0,1 0 0,-1-1 0,1 1 0,-1 0 0,0 0 0,1 0 0,-1-1 0,1 1 0,-1 0 0,0 0 0,1-1 0,-1 1 0,1 0 0,-1-1 0,0 1 0,1 0 0,-1-1 0,0 1 0,0-1 0,1 1 0,-1 0 0,0-1 0,0 0 0,-8-18 0,-25-17 0,-147-107 0,204 159 0,-9-7 0,-2 1 0,22 18 0,-33-26 0,1 1 0,0-1 0,-1 1 0,0 0 0,0 0 0,1 0 0,-2 0 0,1 0 0,0 0 0,-1 1 0,1-1 0,-1 1 0,0-1 0,0 1 0,0-1 0,-1 1 0,1 6 0,-2-7 0,0 0 0,0 0 0,0 0 0,0 0 0,0 0 0,-1 0 0,0 0 0,1-1 0,-1 1 0,0 0 0,0-1 0,0 0 0,-1 1 0,1-1 0,0 0 0,-1 0 0,1-1 0,-1 1 0,-6 2 0,-58 26 0,63-29 0,-81 27-1365,51-17-5461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3:24.4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1 188 24575,'-1'82'0,"3"88"0,-2-167 0,0 0 0,0 0 0,0 0 0,0 0 0,0 0 0,1 0 0,-1 0 0,1 0 0,0 0 0,0-1 0,0 1 0,1 0 0,-1-1 0,0 1 0,1-1 0,0 1 0,0-1 0,-1 1 0,1-1 0,1 0 0,-1 0 0,0 0 0,0-1 0,1 1 0,-1 0 0,1-1 0,-1 1 0,1-1 0,0 0 0,0 0 0,0 0 0,-1 0 0,1-1 0,0 1 0,0-1 0,0 0 0,0 1 0,0-1 0,0-1 0,0 1 0,4-1 0,7-2 0,0 0 0,-1-1 0,1-1 0,-1 0 0,0 0 0,-1-2 0,20-12 0,368-271 15,-238 166-1395,-97 75-5446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34.350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52 24575,'0'-1'0,"1"0"0,-1 0 0,1 0 0,-1 0 0,1 0 0,-1 1 0,1-1 0,0 0 0,0 0 0,-1 1 0,1-1 0,0 0 0,0 1 0,0-1 0,-1 1 0,1-1 0,0 1 0,0 0 0,0-1 0,0 1 0,0 0 0,0 0 0,0-1 0,0 1 0,2 0 0,32-4 0,-30 3 0,311-4 0,-38 4 0,-142-10 0,105-3 0,188 15-1365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37.152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24423,'4318'51'0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38.78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24575,'1964'0'-1365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42.844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99 24575,'1'-2'0,"-1"1"0,1-1 0,0 0 0,0 0 0,0 1 0,0-1 0,0 1 0,1-1 0,-1 1 0,0 0 0,1-1 0,-1 1 0,1 0 0,-1 0 0,1 0 0,0 0 0,-1 0 0,1 0 0,0 0 0,0 1 0,-1-1 0,1 1 0,0-1 0,0 1 0,2 0 0,2-2 0,34-10 0,0 2 0,0 2 0,70-4 0,130 7 0,-169 5 0,563-18 0,-572 15-1365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45.122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27 24575,'231'-13'0,"8"-1"0,3322 15-1365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04.0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0 101 24575,'6'14'0,"-1"1"0,-1-1 0,4 21 0,-5-18 0,1-1 0,0 0 0,1-1 0,12 26 0,-16-38 0,1 0 0,0 0 0,0 0 0,0 0 0,0-1 0,0 1 0,1-1 0,-1 1 0,1-1 0,0 0 0,0 0 0,-1 0 0,1 0 0,0-1 0,1 1 0,-1-1 0,0 0 0,0 0 0,0 0 0,1 0 0,-1 0 0,1-1 0,-1 0 0,0 1 0,1-1 0,-1-1 0,4 1 0,6-4 0,-1 1 0,1-2 0,-1 0 0,-1 0 0,1-1 0,-1-1 0,0 0 0,15-12 0,15-8 0,-31 21-46,333-207-1273,-314 192-5507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09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0 324 24575,'0'14'0,"2"0"0,-1 0 0,1-1 0,6 20 0,-7-28 0,1 0 0,0 0 0,0 0 0,0 0 0,0 0 0,1 0 0,-1-1 0,1 0 0,0 1 0,1-1 0,-1 0 0,1 0 0,0-1 0,5 5 0,-7-7 0,0 0 0,-1 0 0,1-1 0,0 1 0,0 0 0,0-1 0,0 1 0,0-1 0,0 0 0,0 0 0,0 0 0,0 0 0,0 0 0,0 0 0,0 0 0,0-1 0,0 1 0,0-1 0,-1 1 0,1-1 0,0 0 0,0 0 0,0 0 0,-1 0 0,1 0 0,0 0 0,2-3 0,4-3 0,0-1 0,-1 0 0,0-1 0,6-9 0,-5 7 0,70-102 0,-49 68 0,2 1 0,2 2 0,1 0 0,2 3 0,43-36 0,-62 61-1365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07:17:11.8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24575,'19'1'0,"-1"1"0,0 1 0,0 0 0,33 11 0,15 3 0,111 14 0,231 11 0,185-24 0,-535-17 0,193 10 0,33 0 0,1238-12 0,-1465-2 0,0-3 0,93-23 0,-69 13 0,-10 6 0,93-2 0,-108 9 0,-37 1 0,-1-1 0,1-1 0,30-10 0,-28 7 0,0 2 0,31-6 0,75 4 0,132 8 0,-86 2 0,592-3-1365,-742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hyperlink" Target="https://console.cloud.google.com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hyperlink" Target="https://console.cloud.google.com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1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20.xml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12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customXml" Target="../ink/ink18.xml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2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customXml" Target="../ink/ink24.xml"/><Relationship Id="rId7" Type="http://schemas.openxmlformats.org/officeDocument/2006/relationships/customXml" Target="../ink/ink26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customXml" Target="../ink/ink25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28.xml"/><Relationship Id="rId10" Type="http://schemas.openxmlformats.org/officeDocument/2006/relationships/image" Target="../media/image42.png"/><Relationship Id="rId4" Type="http://schemas.openxmlformats.org/officeDocument/2006/relationships/image" Target="../media/image39.png"/><Relationship Id="rId9" Type="http://schemas.openxmlformats.org/officeDocument/2006/relationships/customXml" Target="../ink/ink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customXml" Target="../ink/ink32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38.xml"/><Relationship Id="rId3" Type="http://schemas.openxmlformats.org/officeDocument/2006/relationships/customXml" Target="../ink/ink33.xml"/><Relationship Id="rId7" Type="http://schemas.openxmlformats.org/officeDocument/2006/relationships/customXml" Target="../ink/ink35.xml"/><Relationship Id="rId12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customXml" Target="../ink/ink37.xml"/><Relationship Id="rId5" Type="http://schemas.openxmlformats.org/officeDocument/2006/relationships/customXml" Target="../ink/ink34.xml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customXml" Target="../ink/ink36.xml"/><Relationship Id="rId1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customXml" Target="../ink/ink39.xml"/><Relationship Id="rId7" Type="http://schemas.openxmlformats.org/officeDocument/2006/relationships/customXml" Target="../ink/ink41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customXml" Target="../ink/ink40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to google drive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084247-A691-7A9E-B1D2-D379824203DF}"/>
              </a:ext>
            </a:extLst>
          </p:cNvPr>
          <p:cNvSpPr txBox="1"/>
          <p:nvPr/>
        </p:nvSpPr>
        <p:spPr>
          <a:xfrm>
            <a:off x="315468" y="1573197"/>
            <a:ext cx="93863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Configure your project in the Google Cloud Console by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screen, and 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Downloading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credentials.json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 for a "Desktop app".</a:t>
            </a:r>
          </a:p>
          <a:p>
            <a:pPr marL="457200" indent="-457200">
              <a:buAutoNum type="alphaL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Test user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Finally, we run python script 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CF5C-67B4-892F-669A-59DCA400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AE237-7B21-C066-5EC8-B59CD08507A2}"/>
              </a:ext>
            </a:extLst>
          </p:cNvPr>
          <p:cNvSpPr txBox="1"/>
          <p:nvPr/>
        </p:nvSpPr>
        <p:spPr>
          <a:xfrm>
            <a:off x="562356" y="2369665"/>
            <a:ext cx="108950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2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4470-F271-5010-CBC4-35FC0BED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EE6511-0CF9-848D-7353-2B29783E275F}"/>
              </a:ext>
            </a:extLst>
          </p:cNvPr>
          <p:cNvSpPr txBox="1"/>
          <p:nvPr/>
        </p:nvSpPr>
        <p:spPr>
          <a:xfrm>
            <a:off x="132588" y="74521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 Console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https://console.cloud.google.com/welcome/new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new project (for example,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DriveAPIProject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B9877-893D-ACF0-4658-6D1E341BA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485" y="1344168"/>
            <a:ext cx="8529975" cy="54393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1922C3-66D5-AA02-B7C2-896A63BF7727}"/>
                  </a:ext>
                </a:extLst>
              </p14:cNvPr>
              <p14:cNvContentPartPr/>
              <p14:nvPr/>
            </p14:nvContentPartPr>
            <p14:xfrm>
              <a:off x="5010696" y="2115792"/>
              <a:ext cx="183600" cy="21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1922C3-66D5-AA02-B7C2-896A63BF77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2696" y="2097792"/>
                <a:ext cx="2192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3A08D0-FAA9-156F-703C-E5C62AAE2051}"/>
                  </a:ext>
                </a:extLst>
              </p14:cNvPr>
              <p14:cNvContentPartPr/>
              <p14:nvPr/>
            </p14:nvContentPartPr>
            <p14:xfrm>
              <a:off x="10588464" y="2927016"/>
              <a:ext cx="237600" cy="267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3A08D0-FAA9-156F-703C-E5C62AAE20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70464" y="2909016"/>
                <a:ext cx="273240" cy="30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75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7825-1B6D-9B72-D6F7-1164D662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9DCAE7-5FAF-21C2-5216-ED4A031BDC54}"/>
              </a:ext>
            </a:extLst>
          </p:cNvPr>
          <p:cNvSpPr txBox="1"/>
          <p:nvPr/>
        </p:nvSpPr>
        <p:spPr>
          <a:xfrm>
            <a:off x="132588" y="74521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a new project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Cloud Console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https://console.cloud.google.com/welcome/new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new project (for example,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DriveAPIProject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105E6F-0E24-6CFA-FAED-9335365F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796" y="1274850"/>
            <a:ext cx="5138646" cy="55086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FD038AE-729F-2A20-614E-11F32771DB13}"/>
                  </a:ext>
                </a:extLst>
              </p14:cNvPr>
              <p14:cNvContentPartPr/>
              <p14:nvPr/>
            </p14:nvContentPartPr>
            <p14:xfrm>
              <a:off x="7816464" y="4340016"/>
              <a:ext cx="236160" cy="185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FD038AE-729F-2A20-614E-11F32771DB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98824" y="4322016"/>
                <a:ext cx="2718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4ABD360-66B0-2990-5964-45B5E9F4FB49}"/>
                  </a:ext>
                </a:extLst>
              </p14:cNvPr>
              <p14:cNvContentPartPr/>
              <p14:nvPr/>
            </p14:nvContentPartPr>
            <p14:xfrm>
              <a:off x="7726464" y="5059296"/>
              <a:ext cx="194760" cy="178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4ABD360-66B0-2990-5964-45B5E9F4FB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08464" y="5041296"/>
                <a:ext cx="2304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B5D355A-C23F-5C83-5A99-C290309A773F}"/>
                  </a:ext>
                </a:extLst>
              </p14:cNvPr>
              <p14:cNvContentPartPr/>
              <p14:nvPr/>
            </p14:nvContentPartPr>
            <p14:xfrm>
              <a:off x="7991784" y="5773176"/>
              <a:ext cx="427680" cy="163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B5D355A-C23F-5C83-5A99-C290309A77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4144" y="5755536"/>
                <a:ext cx="46332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0C24C57-6076-A312-0516-CBE87412821E}"/>
                  </a:ext>
                </a:extLst>
              </p14:cNvPr>
              <p14:cNvContentPartPr/>
              <p14:nvPr/>
            </p14:nvContentPartPr>
            <p14:xfrm>
              <a:off x="7278624" y="6204816"/>
              <a:ext cx="342720" cy="207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0C24C57-6076-A312-0516-CBE8741282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60624" y="6187176"/>
                <a:ext cx="378360" cy="24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1388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3171-87A8-B0C2-C5B4-879DEAA73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1CFC87-FF76-CEB8-AF52-3CF6208EE5AC}"/>
              </a:ext>
            </a:extLst>
          </p:cNvPr>
          <p:cNvSpPr txBox="1"/>
          <p:nvPr/>
        </p:nvSpPr>
        <p:spPr>
          <a:xfrm>
            <a:off x="1147572" y="2222421"/>
            <a:ext cx="108950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</p:txBody>
      </p:sp>
    </p:spTree>
    <p:extLst>
      <p:ext uri="{BB962C8B-B14F-4D97-AF65-F5344CB8AC3E}">
        <p14:creationId xmlns:p14="http://schemas.microsoft.com/office/powerpoint/2010/main" val="400273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E7EE-00AC-2DFD-5E96-DC86F667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11B17D-A769-F1D1-6D10-C826C7B928B8}"/>
              </a:ext>
            </a:extLst>
          </p:cNvPr>
          <p:cNvSpPr txBox="1"/>
          <p:nvPr/>
        </p:nvSpPr>
        <p:spPr>
          <a:xfrm>
            <a:off x="233172" y="183309"/>
            <a:ext cx="108950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left menu, 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Library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enable it.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87796-AAB8-A746-BDB6-2BFA0BF02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663" y="1226433"/>
            <a:ext cx="5000165" cy="54482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D604AA-AA42-ED96-6626-57D4F29D3494}"/>
                  </a:ext>
                </a:extLst>
              </p14:cNvPr>
              <p14:cNvContentPartPr/>
              <p14:nvPr/>
            </p14:nvContentPartPr>
            <p14:xfrm>
              <a:off x="8110584" y="5285016"/>
              <a:ext cx="121680" cy="109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D604AA-AA42-ED96-6626-57D4F29D34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92584" y="5267075"/>
                <a:ext cx="157320" cy="144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272D74-C12F-6BBE-5EEC-31BA9BDFCA3B}"/>
                  </a:ext>
                </a:extLst>
              </p14:cNvPr>
              <p14:cNvContentPartPr/>
              <p14:nvPr/>
            </p14:nvContentPartPr>
            <p14:xfrm>
              <a:off x="9436464" y="4528296"/>
              <a:ext cx="176760" cy="116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272D74-C12F-6BBE-5EEC-31BA9BDFCA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18464" y="4510296"/>
                <a:ext cx="21240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551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C2252-79BB-2CD6-2233-B3F86EC98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210705-D924-E679-E2EC-DA69A5E68FF4}"/>
              </a:ext>
            </a:extLst>
          </p:cNvPr>
          <p:cNvSpPr txBox="1"/>
          <p:nvPr/>
        </p:nvSpPr>
        <p:spPr>
          <a:xfrm>
            <a:off x="233172" y="183309"/>
            <a:ext cx="10895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Enabling the Google Drive API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left menu, 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Library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enable it.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1D9B1C-727D-577D-E937-6838908A1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0" y="1472451"/>
            <a:ext cx="5375424" cy="52460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6E0AB0-CC3E-BCA2-CD70-0593AA1430E0}"/>
                  </a:ext>
                </a:extLst>
              </p14:cNvPr>
              <p14:cNvContentPartPr/>
              <p14:nvPr/>
            </p14:nvContentPartPr>
            <p14:xfrm>
              <a:off x="3849480" y="5150109"/>
              <a:ext cx="323640" cy="235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6E0AB0-CC3E-BCA2-CD70-0593AA1430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1840" y="5132469"/>
                <a:ext cx="359280" cy="2710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B49BD93-FBCA-F441-7098-590375863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295" y="2518878"/>
            <a:ext cx="4963218" cy="31532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FC158F-9642-82C7-BC5F-F20ACC10F6CE}"/>
                  </a:ext>
                </a:extLst>
              </p14:cNvPr>
              <p14:cNvContentPartPr/>
              <p14:nvPr/>
            </p14:nvContentPartPr>
            <p14:xfrm>
              <a:off x="8302464" y="4666896"/>
              <a:ext cx="357120" cy="300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FC158F-9642-82C7-BC5F-F20ACC10F6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84824" y="4648896"/>
                <a:ext cx="392760" cy="33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0548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D341-7810-832A-AB55-168318DE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168E4-F2A7-DD10-1612-3F8B2E336BB9}"/>
              </a:ext>
            </a:extLst>
          </p:cNvPr>
          <p:cNvSpPr txBox="1"/>
          <p:nvPr/>
        </p:nvSpPr>
        <p:spPr>
          <a:xfrm>
            <a:off x="342900" y="1655493"/>
            <a:ext cx="108950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</a:t>
            </a:r>
          </a:p>
        </p:txBody>
      </p:sp>
    </p:spTree>
    <p:extLst>
      <p:ext uri="{BB962C8B-B14F-4D97-AF65-F5344CB8AC3E}">
        <p14:creationId xmlns:p14="http://schemas.microsoft.com/office/powerpoint/2010/main" val="39627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1D41-709D-E095-5ABB-C17B7639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A8A323-79D0-A328-E954-82338FD29B4F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B9BBA-025C-015C-A840-63205A332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1" y="1342617"/>
            <a:ext cx="6568440" cy="54783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77CDAB-3594-05FE-EAFE-CA2BE5C47B67}"/>
                  </a:ext>
                </a:extLst>
              </p14:cNvPr>
              <p14:cNvContentPartPr/>
              <p14:nvPr/>
            </p14:nvContentPartPr>
            <p14:xfrm>
              <a:off x="7315200" y="3313440"/>
              <a:ext cx="169560" cy="115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77CDAB-3594-05FE-EAFE-CA2BE5C47B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97200" y="3295800"/>
                <a:ext cx="20520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C9DD2CB-179E-DCE2-FC8D-6CCF15560118}"/>
                  </a:ext>
                </a:extLst>
              </p14:cNvPr>
              <p14:cNvContentPartPr/>
              <p14:nvPr/>
            </p14:nvContentPartPr>
            <p14:xfrm>
              <a:off x="7361460" y="4659336"/>
              <a:ext cx="246600" cy="204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C9DD2CB-179E-DCE2-FC8D-6CCF155601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3820" y="4641696"/>
                <a:ext cx="282240" cy="24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419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81B46-2AEC-4DEC-41CA-48EE60784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6FD38E-5426-6F63-A63C-5C6A8552E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700" y="1819656"/>
            <a:ext cx="8128425" cy="47390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C89B427-8395-221E-2339-789BC9A755B2}"/>
                  </a:ext>
                </a:extLst>
              </p14:cNvPr>
              <p14:cNvContentPartPr/>
              <p14:nvPr/>
            </p14:nvContentPartPr>
            <p14:xfrm>
              <a:off x="10670760" y="5862024"/>
              <a:ext cx="337680" cy="214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C89B427-8395-221E-2339-789BC9A755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52760" y="5844024"/>
                <a:ext cx="3733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5ED7E-2DBD-2ECB-3DB7-2F6BA2E374EE}"/>
                  </a:ext>
                </a:extLst>
              </p14:cNvPr>
              <p14:cNvContentPartPr/>
              <p14:nvPr/>
            </p14:nvContentPartPr>
            <p14:xfrm>
              <a:off x="4014144" y="4480416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5ED7E-2DBD-2ECB-3DB7-2F6BA2E374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96144" y="446277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6511C80-B09D-257A-974A-26235F9F9B78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24393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0A4D-4050-3121-9BF3-431040E71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481FB2-7AE5-9BC8-2085-6EA3FAC31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298" y="1115568"/>
            <a:ext cx="6001531" cy="56741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6B0ED6-2F59-431B-8958-3C6DEDA9B072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0C93C39-C70A-62CB-47FD-4A9FB70DBE75}"/>
                  </a:ext>
                </a:extLst>
              </p14:cNvPr>
              <p14:cNvContentPartPr/>
              <p14:nvPr/>
            </p14:nvContentPartPr>
            <p14:xfrm>
              <a:off x="8905824" y="3093336"/>
              <a:ext cx="261000" cy="84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0C93C39-C70A-62CB-47FD-4A9FB70DBE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88184" y="3075336"/>
                <a:ext cx="2966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BCD0362-9828-5B9C-8A28-26BBA620BB09}"/>
                  </a:ext>
                </a:extLst>
              </p14:cNvPr>
              <p14:cNvContentPartPr/>
              <p14:nvPr/>
            </p14:nvContentPartPr>
            <p14:xfrm>
              <a:off x="10122264" y="3656736"/>
              <a:ext cx="281160" cy="120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BCD0362-9828-5B9C-8A28-26BBA620BB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04264" y="3638736"/>
                <a:ext cx="3168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1272D35-954A-3AC2-2E17-589B7B1D7CEB}"/>
                  </a:ext>
                </a:extLst>
              </p14:cNvPr>
              <p14:cNvContentPartPr/>
              <p14:nvPr/>
            </p14:nvContentPartPr>
            <p14:xfrm>
              <a:off x="9052344" y="4339656"/>
              <a:ext cx="137880" cy="123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1272D35-954A-3AC2-2E17-589B7B1D7C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34704" y="4321656"/>
                <a:ext cx="1735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3E0E089-74DD-C9C3-01E9-E7B1604AA8A6}"/>
                  </a:ext>
                </a:extLst>
              </p14:cNvPr>
              <p14:cNvContentPartPr/>
              <p14:nvPr/>
            </p14:nvContentPartPr>
            <p14:xfrm>
              <a:off x="4608504" y="1243296"/>
              <a:ext cx="96948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3E0E089-74DD-C9C3-01E9-E7B1604AA8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90504" y="1225656"/>
                <a:ext cx="1005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07FFC50-3CA8-34A2-6A42-6E15C85975B2}"/>
                  </a:ext>
                </a:extLst>
              </p14:cNvPr>
              <p14:cNvContentPartPr/>
              <p14:nvPr/>
            </p14:nvContentPartPr>
            <p14:xfrm>
              <a:off x="5184504" y="1322496"/>
              <a:ext cx="2188080" cy="2106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07FFC50-3CA8-34A2-6A42-6E15C85975B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66864" y="1304496"/>
                <a:ext cx="2223720" cy="21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FD17C6D-0CD9-D3DA-4AB9-78541D72D87A}"/>
                  </a:ext>
                </a:extLst>
              </p14:cNvPr>
              <p14:cNvContentPartPr/>
              <p14:nvPr/>
            </p14:nvContentPartPr>
            <p14:xfrm>
              <a:off x="8604144" y="3748896"/>
              <a:ext cx="1312200" cy="18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FD17C6D-0CD9-D3DA-4AB9-78541D72D87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41504" y="3685896"/>
                <a:ext cx="1437840" cy="14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3616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198CA-DF46-8562-F2D7-AE3ED41F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D54F577-18F9-E603-0601-D8EA6D7AF692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00AF5F-B9A7-64DF-2260-5EB1C1284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713" y="1088136"/>
            <a:ext cx="4727561" cy="56967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D81227-42C7-1656-C214-30B1C59FC8CB}"/>
                  </a:ext>
                </a:extLst>
              </p14:cNvPr>
              <p14:cNvContentPartPr/>
              <p14:nvPr/>
            </p14:nvContentPartPr>
            <p14:xfrm>
              <a:off x="9710784" y="4081536"/>
              <a:ext cx="390960" cy="209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D81227-42C7-1656-C214-30B1C59FC8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93144" y="4063536"/>
                <a:ext cx="4266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0257F09-FCA4-AFC6-74F1-A6395A2F5AAA}"/>
                  </a:ext>
                </a:extLst>
              </p14:cNvPr>
              <p14:cNvContentPartPr/>
              <p14:nvPr/>
            </p14:nvContentPartPr>
            <p14:xfrm>
              <a:off x="9327384" y="5345856"/>
              <a:ext cx="255240" cy="161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0257F09-FCA4-AFC6-74F1-A6395A2F5A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09384" y="5328216"/>
                <a:ext cx="2908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70861EE-B6F5-86E6-83E4-473CEFAEB724}"/>
                  </a:ext>
                </a:extLst>
              </p14:cNvPr>
              <p14:cNvContentPartPr/>
              <p14:nvPr/>
            </p14:nvContentPartPr>
            <p14:xfrm>
              <a:off x="5870304" y="1070856"/>
              <a:ext cx="2229120" cy="3124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70861EE-B6F5-86E6-83E4-473CEFAEB7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52304" y="1052856"/>
                <a:ext cx="2264760" cy="316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8565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CB80-7688-D8C9-0208-D69F6AD8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C0885DA-9F43-572A-9193-6B292AF1EE88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57437-389D-7E99-0CF8-0AF34754B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708" y="209883"/>
            <a:ext cx="3630410" cy="64648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18AF496-764A-D8FC-4709-9EF289D4C7DD}"/>
                  </a:ext>
                </a:extLst>
              </p14:cNvPr>
              <p14:cNvContentPartPr/>
              <p14:nvPr/>
            </p14:nvContentPartPr>
            <p14:xfrm>
              <a:off x="8511624" y="4254696"/>
              <a:ext cx="218160" cy="213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18AF496-764A-D8FC-4709-9EF289D4C7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93984" y="4236696"/>
                <a:ext cx="2538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213959E-1D1F-8477-C901-DFC977E78B14}"/>
                  </a:ext>
                </a:extLst>
              </p14:cNvPr>
              <p14:cNvContentPartPr/>
              <p14:nvPr/>
            </p14:nvContentPartPr>
            <p14:xfrm>
              <a:off x="10021464" y="4868136"/>
              <a:ext cx="303480" cy="159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213959E-1D1F-8477-C901-DFC977E78B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03824" y="4850496"/>
                <a:ext cx="3391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3F12A71-FBA0-75D9-713A-BA0ECAD05422}"/>
                  </a:ext>
                </a:extLst>
              </p14:cNvPr>
              <p14:cNvContentPartPr/>
              <p14:nvPr/>
            </p14:nvContentPartPr>
            <p14:xfrm>
              <a:off x="4581144" y="1333656"/>
              <a:ext cx="2604960" cy="2883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3F12A71-FBA0-75D9-713A-BA0ECAD054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63144" y="1316016"/>
                <a:ext cx="2640600" cy="291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1326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D032-BB20-666C-3EE9-95131738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494EFF6-965E-F523-361B-8F18BD4EA141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5559C-71BF-F84C-E96E-1959C3787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401" y="1874520"/>
            <a:ext cx="7404888" cy="48852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785130-7215-00C5-9FC9-80C868758B17}"/>
                  </a:ext>
                </a:extLst>
              </p14:cNvPr>
              <p14:cNvContentPartPr/>
              <p14:nvPr/>
            </p14:nvContentPartPr>
            <p14:xfrm>
              <a:off x="8466984" y="2500056"/>
              <a:ext cx="267120" cy="257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785130-7215-00C5-9FC9-80C868758B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49344" y="2482416"/>
                <a:ext cx="3027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DCD3C4-164F-87E6-F2D1-DE621E684A70}"/>
                  </a:ext>
                </a:extLst>
              </p14:cNvPr>
              <p14:cNvContentPartPr/>
              <p14:nvPr/>
            </p14:nvContentPartPr>
            <p14:xfrm>
              <a:off x="8805384" y="3553056"/>
              <a:ext cx="235800" cy="9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DCD3C4-164F-87E6-F2D1-DE621E684A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87384" y="3535416"/>
                <a:ext cx="27144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BA98BB7-962F-2FA2-EEE7-AACF7298DE3B}"/>
              </a:ext>
            </a:extLst>
          </p:cNvPr>
          <p:cNvGrpSpPr/>
          <p:nvPr/>
        </p:nvGrpSpPr>
        <p:grpSpPr>
          <a:xfrm>
            <a:off x="5047344" y="1672056"/>
            <a:ext cx="3009960" cy="834840"/>
            <a:chOff x="5047344" y="1672056"/>
            <a:chExt cx="3009960" cy="83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FF2A7F-7F12-FF00-83A8-38625D02B132}"/>
                    </a:ext>
                  </a:extLst>
                </p14:cNvPr>
                <p14:cNvContentPartPr/>
                <p14:nvPr/>
              </p14:nvContentPartPr>
              <p14:xfrm>
                <a:off x="5047344" y="1672056"/>
                <a:ext cx="2999520" cy="79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FF2A7F-7F12-FF00-83A8-38625D02B13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29344" y="1654416"/>
                  <a:ext cx="303516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AE5D404-4C62-5453-868E-2C366FDD0C52}"/>
                    </a:ext>
                  </a:extLst>
                </p14:cNvPr>
                <p14:cNvContentPartPr/>
                <p14:nvPr/>
              </p14:nvContentPartPr>
              <p14:xfrm>
                <a:off x="7831224" y="2322216"/>
                <a:ext cx="226080" cy="184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AE5D404-4C62-5453-868E-2C366FDD0C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13584" y="2304576"/>
                  <a:ext cx="261720" cy="22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904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F66C1-8AC7-0B08-C2F4-A1974AEDF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FFCA2E5-3085-33E9-9FC3-6791A67D57E6}"/>
              </a:ext>
            </a:extLst>
          </p:cNvPr>
          <p:cNvSpPr txBox="1"/>
          <p:nvPr/>
        </p:nvSpPr>
        <p:spPr>
          <a:xfrm>
            <a:off x="233172" y="183309"/>
            <a:ext cx="7484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Configuring the OAuth consent screen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OAuth consent screen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Get Started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fill in the required app details.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&amp; Services → Credentials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Credentials → OAuth client 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it a name and click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60AE6E-6079-ABD9-4CA9-1DE5D0ECB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818" y="2002536"/>
            <a:ext cx="8022182" cy="47706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CE1AC2D-0382-D4E1-D277-350E8EC8434A}"/>
                  </a:ext>
                </a:extLst>
              </p14:cNvPr>
              <p14:cNvContentPartPr/>
              <p14:nvPr/>
            </p14:nvContentPartPr>
            <p14:xfrm>
              <a:off x="7541784" y="5784696"/>
              <a:ext cx="293040" cy="165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CE1AC2D-0382-D4E1-D277-350E8EC843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23784" y="5767056"/>
                <a:ext cx="3286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C057696-C137-B21E-2515-2BCBFC1804D8}"/>
                  </a:ext>
                </a:extLst>
              </p14:cNvPr>
              <p14:cNvContentPartPr/>
              <p14:nvPr/>
            </p14:nvContentPartPr>
            <p14:xfrm>
              <a:off x="2724984" y="1964736"/>
              <a:ext cx="3252960" cy="3681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C057696-C137-B21E-2515-2BCBFC1804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06984" y="1947096"/>
                <a:ext cx="3288600" cy="371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061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5AF6-006E-B49D-B401-ABA646EF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7CABAA-202B-3F28-5491-661350A67CB8}"/>
              </a:ext>
            </a:extLst>
          </p:cNvPr>
          <p:cNvSpPr txBox="1"/>
          <p:nvPr/>
        </p:nvSpPr>
        <p:spPr>
          <a:xfrm>
            <a:off x="333756" y="2021253"/>
            <a:ext cx="10895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Downloading the </a:t>
            </a:r>
            <a:r>
              <a:rPr lang="en-US" sz="32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credentials.json</a:t>
            </a:r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 for a "Desktop app".</a:t>
            </a:r>
          </a:p>
        </p:txBody>
      </p:sp>
    </p:spTree>
    <p:extLst>
      <p:ext uri="{BB962C8B-B14F-4D97-AF65-F5344CB8AC3E}">
        <p14:creationId xmlns:p14="http://schemas.microsoft.com/office/powerpoint/2010/main" val="2740130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3944-39A7-364F-2F81-A5F2276D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4E90C-525B-448A-396C-1A75C5905BFA}"/>
              </a:ext>
            </a:extLst>
          </p:cNvPr>
          <p:cNvSpPr txBox="1"/>
          <p:nvPr/>
        </p:nvSpPr>
        <p:spPr>
          <a:xfrm>
            <a:off x="105156" y="101013"/>
            <a:ext cx="7758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Downloading the </a:t>
            </a:r>
            <a:r>
              <a:rPr lang="en-US" sz="24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credentials.json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 for a "Desktop app".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JSON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Rename the downloaded file to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credentials.json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334D0-7D75-FC53-1B33-880F85750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283937"/>
            <a:ext cx="6950098" cy="5336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7BA652-C231-895B-F47F-65E25D200480}"/>
                  </a:ext>
                </a:extLst>
              </p14:cNvPr>
              <p14:cNvContentPartPr/>
              <p14:nvPr/>
            </p14:nvContentPartPr>
            <p14:xfrm>
              <a:off x="9308304" y="5445936"/>
              <a:ext cx="301320" cy="185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7BA652-C231-895B-F47F-65E25D2004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90304" y="5427936"/>
                <a:ext cx="3369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4FE7CC1-74DC-0383-16B5-C8647FEC8E5D}"/>
                  </a:ext>
                </a:extLst>
              </p14:cNvPr>
              <p14:cNvContentPartPr/>
              <p14:nvPr/>
            </p14:nvContentPartPr>
            <p14:xfrm>
              <a:off x="9527904" y="3263976"/>
              <a:ext cx="526680" cy="18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4FE7CC1-74DC-0383-16B5-C8647FEC8E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65264" y="3201336"/>
                <a:ext cx="6523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D543A86-6EB2-629C-6124-6C6EC3F594A1}"/>
                  </a:ext>
                </a:extLst>
              </p14:cNvPr>
              <p14:cNvContentPartPr/>
              <p14:nvPr/>
            </p14:nvContentPartPr>
            <p14:xfrm>
              <a:off x="9692424" y="3437856"/>
              <a:ext cx="1554840" cy="18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D543A86-6EB2-629C-6124-6C6EC3F594A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29424" y="3374856"/>
                <a:ext cx="1680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032F1A5-EBC8-7F1A-5242-841FA99D1F45}"/>
                  </a:ext>
                </a:extLst>
              </p14:cNvPr>
              <p14:cNvContentPartPr/>
              <p14:nvPr/>
            </p14:nvContentPartPr>
            <p14:xfrm>
              <a:off x="9701424" y="3602736"/>
              <a:ext cx="7074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032F1A5-EBC8-7F1A-5242-841FA99D1F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38784" y="3539736"/>
                <a:ext cx="8330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F314087-01C8-6612-3A87-0E551817A1C6}"/>
                  </a:ext>
                </a:extLst>
              </p14:cNvPr>
              <p14:cNvContentPartPr/>
              <p14:nvPr/>
            </p14:nvContentPartPr>
            <p14:xfrm>
              <a:off x="9509544" y="4719096"/>
              <a:ext cx="461880" cy="36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F314087-01C8-6612-3A87-0E551817A1C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46904" y="4656096"/>
                <a:ext cx="5875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D01DCC9-A7A8-ECFC-3E8A-B62C386C4A65}"/>
                  </a:ext>
                </a:extLst>
              </p14:cNvPr>
              <p14:cNvContentPartPr/>
              <p14:nvPr/>
            </p14:nvContentPartPr>
            <p14:xfrm>
              <a:off x="9573624" y="4909896"/>
              <a:ext cx="1451520" cy="10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D01DCC9-A7A8-ECFC-3E8A-B62C386C4A6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10984" y="4846896"/>
                <a:ext cx="1577160" cy="13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9898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CE506-0AE2-0B28-2215-8A099189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6DCC1F-5292-FE39-A6F8-564DD8D030BB}"/>
              </a:ext>
            </a:extLst>
          </p:cNvPr>
          <p:cNvSpPr txBox="1"/>
          <p:nvPr/>
        </p:nvSpPr>
        <p:spPr>
          <a:xfrm>
            <a:off x="105156" y="101013"/>
            <a:ext cx="7758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Later you can also download this file using below console: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4A363C-E458-0E81-4CFE-935197171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68" y="1631461"/>
            <a:ext cx="9512808" cy="51255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EED2F35-A537-4267-9BC3-CDCEC48D2DFE}"/>
                  </a:ext>
                </a:extLst>
              </p14:cNvPr>
              <p14:cNvContentPartPr/>
              <p14:nvPr/>
            </p14:nvContentPartPr>
            <p14:xfrm>
              <a:off x="9902664" y="5477256"/>
              <a:ext cx="245880" cy="118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EED2F35-A537-4267-9BC3-CDCEC48D2D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84664" y="5459256"/>
                <a:ext cx="2815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4328089-50C8-E046-4635-C86F9425F33B}"/>
                  </a:ext>
                </a:extLst>
              </p14:cNvPr>
              <p14:cNvContentPartPr/>
              <p14:nvPr/>
            </p14:nvContentPartPr>
            <p14:xfrm>
              <a:off x="2743344" y="3321576"/>
              <a:ext cx="181080" cy="176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4328089-50C8-E046-4635-C86F9425F3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25344" y="3303936"/>
                <a:ext cx="2167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DB6D6C2-7D0C-7D5C-385D-49EEF79D8604}"/>
                  </a:ext>
                </a:extLst>
              </p14:cNvPr>
              <p14:cNvContentPartPr/>
              <p14:nvPr/>
            </p14:nvContentPartPr>
            <p14:xfrm>
              <a:off x="1325664" y="2514456"/>
              <a:ext cx="2039760" cy="55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DB6D6C2-7D0C-7D5C-385D-49EEF79D86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07664" y="2496456"/>
                <a:ext cx="2075400" cy="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044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938C-F447-8833-3A44-61CEC533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5683F4-6033-D147-04E5-3A403DE51EA7}"/>
              </a:ext>
            </a:extLst>
          </p:cNvPr>
          <p:cNvSpPr txBox="1"/>
          <p:nvPr/>
        </p:nvSpPr>
        <p:spPr>
          <a:xfrm>
            <a:off x="333756" y="2021253"/>
            <a:ext cx="10895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Test user</a:t>
            </a:r>
          </a:p>
        </p:txBody>
      </p:sp>
    </p:spTree>
    <p:extLst>
      <p:ext uri="{BB962C8B-B14F-4D97-AF65-F5344CB8AC3E}">
        <p14:creationId xmlns:p14="http://schemas.microsoft.com/office/powerpoint/2010/main" val="1478662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F655-11D5-ED1B-210D-15153BC8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F72436-5716-5806-ABFB-776B6CC2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2" y="242316"/>
            <a:ext cx="4196714" cy="63733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0BE066-0968-20E6-4365-75C3E1A27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100" y="1984247"/>
            <a:ext cx="7158900" cy="4385855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C74296BC-4550-551B-2E9B-A7468BDA0323}"/>
              </a:ext>
            </a:extLst>
          </p:cNvPr>
          <p:cNvSpPr/>
          <p:nvPr/>
        </p:nvSpPr>
        <p:spPr>
          <a:xfrm>
            <a:off x="4330556" y="2834640"/>
            <a:ext cx="625692" cy="374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06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C3FB3-D832-3424-BEF1-EE93A72F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B4AD49-98C3-E564-11FE-093FBE509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730" y="182880"/>
            <a:ext cx="7985719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09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0620A-79D5-0B4F-B9E1-187DEA99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F0311B-6F14-0807-FCF6-703AAF116266}"/>
              </a:ext>
            </a:extLst>
          </p:cNvPr>
          <p:cNvSpPr txBox="1"/>
          <p:nvPr/>
        </p:nvSpPr>
        <p:spPr>
          <a:xfrm>
            <a:off x="333756" y="2021253"/>
            <a:ext cx="10895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python  code</a:t>
            </a:r>
          </a:p>
        </p:txBody>
      </p:sp>
    </p:spTree>
    <p:extLst>
      <p:ext uri="{BB962C8B-B14F-4D97-AF65-F5344CB8AC3E}">
        <p14:creationId xmlns:p14="http://schemas.microsoft.com/office/powerpoint/2010/main" val="2200409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A8B9-4D25-F088-8FD2-ED1109EF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192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1957</TotalTime>
  <Words>632</Words>
  <Application>Microsoft Office PowerPoint</Application>
  <PresentationFormat>Widescreen</PresentationFormat>
  <Paragraphs>85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228</cp:revision>
  <dcterms:created xsi:type="dcterms:W3CDTF">2025-09-22T02:44:38Z</dcterms:created>
  <dcterms:modified xsi:type="dcterms:W3CDTF">2026-06-28T05:38:38Z</dcterms:modified>
</cp:coreProperties>
</file>