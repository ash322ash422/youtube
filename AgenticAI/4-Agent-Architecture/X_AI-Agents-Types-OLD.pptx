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0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5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8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74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1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8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2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48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0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4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B2DD4-0FF9-4D18-8D34-560DF962E2F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C286-7937-499C-AEAF-8CE145287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94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6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AI Agents(p1)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892" y="1473286"/>
            <a:ext cx="7071919" cy="51624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Reactive Agents</a:t>
            </a:r>
          </a:p>
          <a:p>
            <a:r>
              <a:rPr lang="en-US" sz="1800" dirty="0"/>
              <a:t>These agents do not have memory or the ability to learn from past experiences.</a:t>
            </a:r>
          </a:p>
          <a:p>
            <a:r>
              <a:rPr lang="en-US" sz="1800" dirty="0"/>
              <a:t>They respond directly to environmental stimuli based on predefined rules.</a:t>
            </a:r>
          </a:p>
          <a:p>
            <a:r>
              <a:rPr lang="en-US" sz="1800" dirty="0"/>
              <a:t>Example: Chess-playing AI (Deep Blue) – It makes moves based only on the current board state.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Model-Based (Deliberative) Agents</a:t>
            </a:r>
          </a:p>
          <a:p>
            <a:r>
              <a:rPr lang="en-US" sz="1800" dirty="0"/>
              <a:t>These agents maintain an internal model of the world and use it to make decisions.</a:t>
            </a:r>
          </a:p>
          <a:p>
            <a:r>
              <a:rPr lang="en-US" sz="1800" dirty="0"/>
              <a:t>They can plan actions based on their understanding of the environment.</a:t>
            </a:r>
          </a:p>
          <a:p>
            <a:r>
              <a:rPr lang="en-US" sz="1800" dirty="0"/>
              <a:t>Example: Self-driving cars – They build a model of the surroundings to navigate safely.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348" y="486559"/>
            <a:ext cx="4458994" cy="231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31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389"/>
          </a:xfrm>
        </p:spPr>
        <p:txBody>
          <a:bodyPr/>
          <a:lstStyle/>
          <a:p>
            <a:r>
              <a:rPr lang="en-US" dirty="0"/>
              <a:t>Types of AI Agents(p2)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891" y="1473287"/>
            <a:ext cx="11660697" cy="38788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Goal-Based Agents</a:t>
            </a:r>
          </a:p>
          <a:p>
            <a:r>
              <a:rPr lang="en-US" sz="2000" dirty="0"/>
              <a:t>They take actions that bring them closer to achieving a specific goal.</a:t>
            </a:r>
          </a:p>
          <a:p>
            <a:r>
              <a:rPr lang="en-US" sz="2000" dirty="0"/>
              <a:t>They evaluate different possible actions and select the one that maximizes goal achievement.</a:t>
            </a:r>
          </a:p>
          <a:p>
            <a:r>
              <a:rPr lang="en-US" sz="2000" dirty="0"/>
              <a:t>Example: Pathfinding AI in robotics and games – It determines the shortest route to a destination.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Utility-Based Agents</a:t>
            </a:r>
          </a:p>
          <a:p>
            <a:r>
              <a:rPr lang="en-US" sz="2000" dirty="0"/>
              <a:t>They optimize actions based on a utility function, considering multiple factors like cost, efficiency, and risk.</a:t>
            </a:r>
          </a:p>
          <a:p>
            <a:r>
              <a:rPr lang="en-US" sz="2000" dirty="0"/>
              <a:t>Used in applications requiring decision-making under uncertainty.</a:t>
            </a:r>
          </a:p>
          <a:p>
            <a:r>
              <a:rPr lang="en-US" sz="2000" dirty="0"/>
              <a:t>Example: Recommendation systems (Netflix, Spotify) – They optimize user engagement and satisfaction.</a:t>
            </a:r>
          </a:p>
        </p:txBody>
      </p:sp>
    </p:spTree>
    <p:extLst>
      <p:ext uri="{BB962C8B-B14F-4D97-AF65-F5344CB8AC3E}">
        <p14:creationId xmlns:p14="http://schemas.microsoft.com/office/powerpoint/2010/main" val="44091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389"/>
          </a:xfrm>
        </p:spPr>
        <p:txBody>
          <a:bodyPr/>
          <a:lstStyle/>
          <a:p>
            <a:r>
              <a:rPr lang="en-US" dirty="0"/>
              <a:t>Types of AI Agents(p3)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891" y="1473287"/>
            <a:ext cx="11660697" cy="41093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Learning Agents</a:t>
            </a:r>
          </a:p>
          <a:p>
            <a:r>
              <a:rPr lang="en-US" sz="2000" dirty="0"/>
              <a:t>These agents improve their performance by learning from past experiences.</a:t>
            </a:r>
          </a:p>
          <a:p>
            <a:r>
              <a:rPr lang="en-US" sz="2000" dirty="0"/>
              <a:t>They use machine learning techniques to adapt to new data and environments.</a:t>
            </a:r>
          </a:p>
          <a:p>
            <a:r>
              <a:rPr lang="en-US" sz="2000" dirty="0"/>
              <a:t>Example: Chatbots (ChatGPT, Bard) – They learn from user interactions to improve responses.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Multi-Agent Systems (MAS)</a:t>
            </a:r>
          </a:p>
          <a:p>
            <a:r>
              <a:rPr lang="en-US" sz="2000" dirty="0"/>
              <a:t>A group of AI agents that work together to achieve a common goal.</a:t>
            </a:r>
          </a:p>
          <a:p>
            <a:r>
              <a:rPr lang="en-US" sz="2000" dirty="0"/>
              <a:t>Used in swarm robotics, distributed computing, and collaborative AI.</a:t>
            </a:r>
          </a:p>
          <a:p>
            <a:r>
              <a:rPr lang="en-US" sz="2000" dirty="0"/>
              <a:t>Example: Stock trading AI – Multiple AI agents analyze different market aspects and make trading decisions collectively.</a:t>
            </a:r>
          </a:p>
        </p:txBody>
      </p:sp>
    </p:spTree>
    <p:extLst>
      <p:ext uri="{BB962C8B-B14F-4D97-AF65-F5344CB8AC3E}">
        <p14:creationId xmlns:p14="http://schemas.microsoft.com/office/powerpoint/2010/main" val="184451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389"/>
          </a:xfrm>
        </p:spPr>
        <p:txBody>
          <a:bodyPr/>
          <a:lstStyle/>
          <a:p>
            <a:r>
              <a:rPr lang="en-US" dirty="0"/>
              <a:t>Types of AI Agents(p4)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891" y="1473287"/>
            <a:ext cx="11660697" cy="25618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Theory of Mind Agents</a:t>
            </a:r>
          </a:p>
          <a:p>
            <a:r>
              <a:rPr lang="en-US" sz="2000" dirty="0"/>
              <a:t>The theory of mind defines each living being as having sentiments, thoughts, ideas, and a mental state distinct from the others. A theory of mind AI agent describes the next step in artificial intelligence evolution. It is a leap forward from the Reactive and Limited Memory systems and describes agents as having a deeper understanding of the human mind. These agents understand complex emotional states and consider them when making a decision.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9300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389"/>
          </a:xfrm>
        </p:spPr>
        <p:txBody>
          <a:bodyPr/>
          <a:lstStyle/>
          <a:p>
            <a:r>
              <a:rPr lang="en-US" dirty="0"/>
              <a:t>Types of AI Agents(p5)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891" y="1473287"/>
            <a:ext cx="11660697" cy="37530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Self-Aware Agents</a:t>
            </a:r>
          </a:p>
          <a:p>
            <a:r>
              <a:rPr lang="en-US" sz="2000" dirty="0"/>
              <a:t>Self-awareness is an extension of the theory of mind principle. A self-aware agent not only understands others but also itself. It has a working consciousness and sense of being similar to humans. Theoretically, a self-aware agent will be a sentient being that thinks and behaves exactly like a human, and its interactions will reflect emotional prowess.</a:t>
            </a:r>
          </a:p>
          <a:p>
            <a:r>
              <a:rPr lang="en-US" sz="2000" dirty="0"/>
              <a:t>The theory of mind and self-awareness stages are the true representation of a sentient AI. However, these developments are </a:t>
            </a:r>
            <a:r>
              <a:rPr lang="en-US" sz="2000" b="1" dirty="0"/>
              <a:t>still a topic of research</a:t>
            </a:r>
            <a:r>
              <a:rPr lang="en-US" sz="2000" dirty="0"/>
              <a:t>, and little advancement has been made toward reaching human-level cognition. Current AI systems lack the depth of understanding, reasoning, and subjective experience that characterize true sentience. </a:t>
            </a:r>
          </a:p>
          <a:p>
            <a:r>
              <a:rPr lang="en-US" sz="2000" dirty="0"/>
              <a:t>Significant progress has been made in areas like natural language processing (NLP) and emotional simulation. However, the leap to a fully self-aware or conscious AI, capable of independent thought and genuine emotions, </a:t>
            </a:r>
            <a:r>
              <a:rPr lang="en-US" sz="2000" b="1" dirty="0"/>
              <a:t>remains speculative and far from realization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0997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571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AI AGENTS</vt:lpstr>
      <vt:lpstr>Types of AI Agents(p1)</vt:lpstr>
      <vt:lpstr>Types of AI Agents(p2)</vt:lpstr>
      <vt:lpstr>Types of AI Agents(p3)</vt:lpstr>
      <vt:lpstr>Types of AI Agents(p4)</vt:lpstr>
      <vt:lpstr>Types of AI Agents(p5)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</dc:title>
  <dc:creator>hi</dc:creator>
  <cp:lastModifiedBy>Ashwani Kumar</cp:lastModifiedBy>
  <cp:revision>99</cp:revision>
  <dcterms:created xsi:type="dcterms:W3CDTF">2025-02-28T18:35:12Z</dcterms:created>
  <dcterms:modified xsi:type="dcterms:W3CDTF">2026-04-28T06:22:29Z</dcterms:modified>
</cp:coreProperties>
</file>