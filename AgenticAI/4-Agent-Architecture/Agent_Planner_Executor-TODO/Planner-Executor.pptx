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7" r:id="rId2"/>
    <p:sldId id="277" r:id="rId3"/>
    <p:sldId id="278" r:id="rId4"/>
    <p:sldId id="276" r:id="rId5"/>
    <p:sldId id="279" r:id="rId6"/>
    <p:sldId id="280" r:id="rId7"/>
    <p:sldId id="281" r:id="rId8"/>
    <p:sldId id="275" r:id="rId9"/>
    <p:sldId id="28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354552"/>
            <a:ext cx="102920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Plan-and-Execute Agents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one AI doing everything, you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split the work into two roles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Thinks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to do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Executor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Actually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does it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922D2-54C5-C0F7-3310-8BB8BDF38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D210492-2ADF-B249-C285-824CF82C394E}"/>
              </a:ext>
            </a:extLst>
          </p:cNvPr>
          <p:cNvSpPr txBox="1"/>
          <p:nvPr/>
        </p:nvSpPr>
        <p:spPr>
          <a:xfrm>
            <a:off x="477520" y="528288"/>
            <a:ext cx="102920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🔁 Core Flow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gives a task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Planner breaks it into steps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Executor performs each step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Results are combined and returned</a:t>
            </a:r>
          </a:p>
        </p:txBody>
      </p:sp>
    </p:spTree>
    <p:extLst>
      <p:ext uri="{BB962C8B-B14F-4D97-AF65-F5344CB8AC3E}">
        <p14:creationId xmlns:p14="http://schemas.microsoft.com/office/powerpoint/2010/main" val="3197713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105FD-40F4-4783-6E14-F7F43A54D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2D4110B-3D0F-FEAD-230A-E78E3CAC71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938963"/>
              </p:ext>
            </p:extLst>
          </p:nvPr>
        </p:nvGraphicFramePr>
        <p:xfrm>
          <a:off x="938784" y="1605566"/>
          <a:ext cx="8068056" cy="2743200"/>
        </p:xfrm>
        <a:graphic>
          <a:graphicData uri="http://schemas.openxmlformats.org/drawingml/2006/table">
            <a:tbl>
              <a:tblPr/>
              <a:tblGrid>
                <a:gridCol w="2444496">
                  <a:extLst>
                    <a:ext uri="{9D8B030D-6E8A-4147-A177-3AD203B41FA5}">
                      <a16:colId xmlns:a16="http://schemas.microsoft.com/office/drawing/2014/main" val="498509015"/>
                    </a:ext>
                  </a:extLst>
                </a:gridCol>
                <a:gridCol w="3081528">
                  <a:extLst>
                    <a:ext uri="{9D8B030D-6E8A-4147-A177-3AD203B41FA5}">
                      <a16:colId xmlns:a16="http://schemas.microsoft.com/office/drawing/2014/main" val="4269185536"/>
                    </a:ext>
                  </a:extLst>
                </a:gridCol>
                <a:gridCol w="2542032">
                  <a:extLst>
                    <a:ext uri="{9D8B030D-6E8A-4147-A177-3AD203B41FA5}">
                      <a16:colId xmlns:a16="http://schemas.microsoft.com/office/drawing/2014/main" val="16747374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Planner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Executor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554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Role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Strategy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03994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Output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Steps / Plan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Results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3582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Thinks?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Yes (reasoning heavy)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Minimal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493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Uses tools?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Rarely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01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Frequency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Once (or few times)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Multiple times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518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1489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647263-0F49-19A9-2A00-5B6E7A771E5F}"/>
              </a:ext>
            </a:extLst>
          </p:cNvPr>
          <p:cNvSpPr txBox="1"/>
          <p:nvPr/>
        </p:nvSpPr>
        <p:spPr>
          <a:xfrm>
            <a:off x="1037844" y="708767"/>
            <a:ext cx="867308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"Summarize latest AI trends and create a blog post"</a:t>
            </a: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59F3-AEA3-FE30-6521-65BF445F4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43377C-F2AF-9F9C-B3AB-3C0E2EA310AA}"/>
              </a:ext>
            </a:extLst>
          </p:cNvPr>
          <p:cNvSpPr txBox="1"/>
          <p:nvPr/>
        </p:nvSpPr>
        <p:spPr>
          <a:xfrm>
            <a:off x="6853428" y="708767"/>
            <a:ext cx="420166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Planner Output: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Search for latest AI trends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Extract key points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Structure blog outline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Write blog content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B8C31-7D42-D46A-9956-C9E30419CE77}"/>
              </a:ext>
            </a:extLst>
          </p:cNvPr>
          <p:cNvSpPr txBox="1"/>
          <p:nvPr/>
        </p:nvSpPr>
        <p:spPr>
          <a:xfrm>
            <a:off x="7072884" y="3220688"/>
            <a:ext cx="40919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Executor Actions: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 → calls search API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 → processes text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 → creates outline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 → generates blog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9DEBAD-4D25-1A91-CCA2-4FEB4A3F2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48" y="151217"/>
            <a:ext cx="6621780" cy="613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544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D552A-91FD-4221-355F-3233F598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66D9DF-FF6E-92AA-37C3-9AAB0314A10A}"/>
              </a:ext>
            </a:extLst>
          </p:cNvPr>
          <p:cNvSpPr txBox="1"/>
          <p:nvPr/>
        </p:nvSpPr>
        <p:spPr>
          <a:xfrm>
            <a:off x="6268212" y="1446752"/>
            <a:ext cx="545439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controlled reasoning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Easier debugging (you see the plan)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for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complex tasks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Reduces hallucination</a:t>
            </a:r>
          </a:p>
        </p:txBody>
      </p:sp>
    </p:spTree>
    <p:extLst>
      <p:ext uri="{BB962C8B-B14F-4D97-AF65-F5344CB8AC3E}">
        <p14:creationId xmlns:p14="http://schemas.microsoft.com/office/powerpoint/2010/main" val="560733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D93F8-874C-D2F1-B8B0-A5150E7B0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C571D4-E919-6451-83EB-318F5CBD1414}"/>
              </a:ext>
            </a:extLst>
          </p:cNvPr>
          <p:cNvSpPr txBox="1"/>
          <p:nvPr/>
        </p:nvSpPr>
        <p:spPr>
          <a:xfrm>
            <a:off x="2098548" y="20288"/>
            <a:ext cx="54543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simple pseudo code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5E29E0-AD21-8BA1-F9A0-A899F53BB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26" y="481953"/>
            <a:ext cx="4267796" cy="30198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62DE23-3E68-B4AE-BCF7-1C9CD33D3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26" y="3611099"/>
            <a:ext cx="4315427" cy="3000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C69B9E-18EA-C886-1722-F83F8CA5B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4779" y="728492"/>
            <a:ext cx="4877481" cy="516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514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TODO: Implement </a:t>
            </a:r>
            <a:r>
              <a:rPr lang="en-US" sz="2400">
                <a:solidFill>
                  <a:schemeClr val="accent6">
                    <a:lumMod val="60000"/>
                    <a:lumOff val="40000"/>
                  </a:schemeClr>
                </a:solidFill>
              </a:rPr>
              <a:t>using following</a:t>
            </a:r>
          </a:p>
          <a:p>
            <a:endParaRPr lang="en-US" sz="240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CrewAI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shows you the idea, </a:t>
            </a: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lets you build it,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LangGraph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makes it production-ready.</a:t>
            </a: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48B2-15F4-CC11-B43F-B5DC20C12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FB5C6-BED5-3388-C2B7-37813758E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B54E65-7A9A-ED7F-F2CA-20FB3B8926B6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8065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1141</TotalTime>
  <Words>200</Words>
  <Application>Microsoft Office PowerPoint</Application>
  <PresentationFormat>Widescreen</PresentationFormat>
  <Paragraphs>58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204</cp:revision>
  <dcterms:created xsi:type="dcterms:W3CDTF">2025-09-22T02:44:38Z</dcterms:created>
  <dcterms:modified xsi:type="dcterms:W3CDTF">2026-03-29T08:07:25Z</dcterms:modified>
</cp:coreProperties>
</file>