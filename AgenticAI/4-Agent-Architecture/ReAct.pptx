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8" r:id="rId3"/>
    <p:sldId id="277" r:id="rId4"/>
    <p:sldId id="280" r:id="rId5"/>
    <p:sldId id="281" r:id="rId6"/>
    <p:sldId id="279" r:id="rId7"/>
    <p:sldId id="284" r:id="rId8"/>
    <p:sldId id="283" r:id="rId9"/>
    <p:sldId id="276" r:id="rId10"/>
    <p:sldId id="282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A3D19-3F4C-A7C5-0389-AFAF4B44F689}"/>
              </a:ext>
            </a:extLst>
          </p:cNvPr>
          <p:cNvSpPr txBox="1"/>
          <p:nvPr/>
        </p:nvSpPr>
        <p:spPr>
          <a:xfrm>
            <a:off x="3012948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(zero-shot-react-description)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0B0F-284A-C863-0DBC-EF882C66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5E13D-38E6-8AE6-C027-414CCF6E1615}"/>
              </a:ext>
            </a:extLst>
          </p:cNvPr>
          <p:cNvSpPr txBox="1"/>
          <p:nvPr/>
        </p:nvSpPr>
        <p:spPr>
          <a:xfrm>
            <a:off x="3012948" y="181094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(zero-shot-react-description)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Test this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Make it run  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in  stream 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27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5105-9446-467D-6039-5CB2B7B9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A5583F-971E-C96C-5390-44C4B9567E9E}"/>
              </a:ext>
            </a:extLst>
          </p:cNvPr>
          <p:cNvSpPr txBox="1"/>
          <p:nvPr/>
        </p:nvSpPr>
        <p:spPr>
          <a:xfrm>
            <a:off x="239776" y="299688"/>
            <a:ext cx="111353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+ Acting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Thinks (reasoning)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an action (calls a tool / API)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Observes result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Continues reasoning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powerful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reasoning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tools (search, calculator, DB)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Reduces hallucination</a:t>
            </a:r>
          </a:p>
        </p:txBody>
      </p:sp>
    </p:spTree>
    <p:extLst>
      <p:ext uri="{BB962C8B-B14F-4D97-AF65-F5344CB8AC3E}">
        <p14:creationId xmlns:p14="http://schemas.microsoft.com/office/powerpoint/2010/main" val="284675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DD89-49A4-9D86-B4F2-88108A35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651A3A-DBCE-D1B5-2D50-9C9AB933F166}"/>
              </a:ext>
            </a:extLst>
          </p:cNvPr>
          <p:cNvSpPr txBox="1"/>
          <p:nvPr/>
        </p:nvSpPr>
        <p:spPr>
          <a:xfrm>
            <a:off x="393192" y="696480"/>
            <a:ext cx="619048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population of India divided by 2?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need population of India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Search("India population")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1.4 billion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Now divide by 2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Calculator(1.4B / 2)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0.7 billion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700 million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A4D2A-2CFC-2A3C-F37F-599C70875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421089"/>
            <a:ext cx="3064557" cy="279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6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2B7C-9B83-A16B-D9A1-758FEF8B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32321-3A9A-7D32-8C9B-EF24CF5805A3}"/>
              </a:ext>
            </a:extLst>
          </p:cNvPr>
          <p:cNvSpPr txBox="1"/>
          <p:nvPr/>
        </p:nvSpPr>
        <p:spPr>
          <a:xfrm>
            <a:off x="3012948" y="181094"/>
            <a:ext cx="711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Example: </a:t>
            </a:r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FFB7A-1E3D-9AD4-3FED-02DF73D7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7" y="1247386"/>
            <a:ext cx="11095229" cy="4363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10CCAB-D289-31AD-8F4D-AEE30A85234D}"/>
              </a:ext>
            </a:extLst>
          </p:cNvPr>
          <p:cNvSpPr txBox="1"/>
          <p:nvPr/>
        </p:nvSpPr>
        <p:spPr>
          <a:xfrm>
            <a:off x="1758098" y="6307574"/>
            <a:ext cx="8262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https://blog.dailydoseofds.com/p/intro-to-react-reasoning-and-action</a:t>
            </a:r>
          </a:p>
        </p:txBody>
      </p:sp>
    </p:spTree>
    <p:extLst>
      <p:ext uri="{BB962C8B-B14F-4D97-AF65-F5344CB8AC3E}">
        <p14:creationId xmlns:p14="http://schemas.microsoft.com/office/powerpoint/2010/main" val="9300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DB2D-9798-7CFC-1E10-A411A108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80127A-2145-29F8-E25C-4FC47BBCC5C3}"/>
              </a:ext>
            </a:extLst>
          </p:cNvPr>
          <p:cNvSpPr txBox="1"/>
          <p:nvPr/>
        </p:nvSpPr>
        <p:spPr>
          <a:xfrm>
            <a:off x="146304" y="148304"/>
            <a:ext cx="74432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🧱 Why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Powerful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Reduces hallucination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guessing,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fetches real data using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More “human-like” problem solving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→ Do → Check → Continue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allows it to solve complex tasks </a:t>
            </a:r>
          </a:p>
        </p:txBody>
      </p:sp>
    </p:spTree>
    <p:extLst>
      <p:ext uri="{BB962C8B-B14F-4D97-AF65-F5344CB8AC3E}">
        <p14:creationId xmlns:p14="http://schemas.microsoft.com/office/powerpoint/2010/main" val="332382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45FB-E851-D82A-CAC5-387A2821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260299-955C-6A2F-5AAA-154FEE8D9794}"/>
              </a:ext>
            </a:extLst>
          </p:cNvPr>
          <p:cNvSpPr txBox="1"/>
          <p:nvPr/>
        </p:nvSpPr>
        <p:spPr>
          <a:xfrm>
            <a:off x="164592" y="642080"/>
            <a:ext cx="111008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things to understand about the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architecture: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zero-shot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means the agent gets no worked examples — it figures out which tool to use purely from the tool's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description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string.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why writing good tool descriptions is critical.</a:t>
            </a:r>
          </a:p>
        </p:txBody>
      </p:sp>
    </p:spTree>
    <p:extLst>
      <p:ext uri="{BB962C8B-B14F-4D97-AF65-F5344CB8AC3E}">
        <p14:creationId xmlns:p14="http://schemas.microsoft.com/office/powerpoint/2010/main" val="14573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9E1B-6A62-5FDA-7B76-E398F7F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28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B0768-CD30-076E-0CC1-AC99D2166537}"/>
              </a:ext>
            </a:extLst>
          </p:cNvPr>
          <p:cNvSpPr txBox="1"/>
          <p:nvPr/>
        </p:nvSpPr>
        <p:spPr>
          <a:xfrm>
            <a:off x="3012948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(zero-shot-react-description)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B60EB4-9069-4989-9CD7-172EE0A4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63" y="1252728"/>
            <a:ext cx="8476892" cy="527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B733-7BFD-B3D4-E800-5FDD5523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1E3023-2C55-4A3C-623A-A6E2961E2651}"/>
              </a:ext>
            </a:extLst>
          </p:cNvPr>
          <p:cNvSpPr txBox="1"/>
          <p:nvPr/>
        </p:nvSpPr>
        <p:spPr>
          <a:xfrm>
            <a:off x="630936" y="-99048"/>
            <a:ext cx="110459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has no real memory. Each time the LLM is called, the entire conversation history — every Thought, Action, and Observation so far — is concatenated into a single prompt and sent again.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loop is bounded by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max_iterations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(default 15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If the agent hasn't reached a Final Answer by then, it stops forcibly. This prevents infinite loops but can also cut off complex tasks.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tools in our code have a natural chain: 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code_generator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LLM writes code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code_executor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LLM sees output → decides if it's correct.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not reflection (no self-critique prompt), but it is multi-step tool chaining, which is a key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strength.</a:t>
            </a:r>
          </a:p>
        </p:txBody>
      </p:sp>
    </p:spTree>
    <p:extLst>
      <p:ext uri="{BB962C8B-B14F-4D97-AF65-F5344CB8AC3E}">
        <p14:creationId xmlns:p14="http://schemas.microsoft.com/office/powerpoint/2010/main" val="10663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1787</TotalTime>
  <Words>377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Anthropic Sans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2026-04-29T09:09:13Z</dcterms:modified>
</cp:coreProperties>
</file>