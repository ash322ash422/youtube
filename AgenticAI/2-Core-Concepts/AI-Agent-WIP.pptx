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7" r:id="rId2"/>
    <p:sldId id="276" r:id="rId3"/>
    <p:sldId id="277" r:id="rId4"/>
    <p:sldId id="278" r:id="rId5"/>
    <p:sldId id="27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477520" y="1223232"/>
            <a:ext cx="10292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system that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perceive its environment, make decisions, and take actions to achieve a goal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—often with some level of autonomy.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2D7083-3498-E0D5-A14A-0651A954837B}"/>
              </a:ext>
            </a:extLst>
          </p:cNvPr>
          <p:cNvSpPr txBox="1"/>
          <p:nvPr/>
        </p:nvSpPr>
        <p:spPr>
          <a:xfrm>
            <a:off x="292608" y="3105835"/>
            <a:ext cx="95006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Idea (1-line definition)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Observe → Think → Act → Learn (optional)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5908-F80B-552C-0C8C-645F7D0DF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DAF7254-BC8D-B331-A422-B3BFD5C9F06A}"/>
              </a:ext>
            </a:extLst>
          </p:cNvPr>
          <p:cNvSpPr txBox="1"/>
          <p:nvPr/>
        </p:nvSpPr>
        <p:spPr>
          <a:xfrm>
            <a:off x="477520" y="16224"/>
            <a:ext cx="884936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continuously follows this loop: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Perception (Observe)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Takes input from environment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text, images, sensors, user queries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(Think / Reason)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logic, rules, or ML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LLM deciding next step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 (Act)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Performs a task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sending email, calling API, generating response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(Optional)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over time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reinforcement learning, memory updates</a:t>
            </a:r>
          </a:p>
        </p:txBody>
      </p:sp>
    </p:spTree>
    <p:extLst>
      <p:ext uri="{BB962C8B-B14F-4D97-AF65-F5344CB8AC3E}">
        <p14:creationId xmlns:p14="http://schemas.microsoft.com/office/powerpoint/2010/main" val="3659367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D50A-5921-1738-9B87-234E971B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570194B-3E5C-534F-1AD0-1EF9809BCD1F}"/>
              </a:ext>
            </a:extLst>
          </p:cNvPr>
          <p:cNvSpPr txBox="1"/>
          <p:nvPr/>
        </p:nvSpPr>
        <p:spPr>
          <a:xfrm>
            <a:off x="477520" y="16224"/>
            <a:ext cx="884936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Modern AI Agents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Today’s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Agentic AI systems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often use: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Language Models (LLMs)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as the “brain”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Tools (APIs, search, calculators)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(vector DB / RAG)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Planning (multi-step reasoning)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“Book me the cheapest flight”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searches flights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Compares prices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best option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Books ticket</a:t>
            </a:r>
          </a:p>
        </p:txBody>
      </p:sp>
    </p:spTree>
    <p:extLst>
      <p:ext uri="{BB962C8B-B14F-4D97-AF65-F5344CB8AC3E}">
        <p14:creationId xmlns:p14="http://schemas.microsoft.com/office/powerpoint/2010/main" val="217783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1129</TotalTime>
  <Words>200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200</cp:revision>
  <dcterms:created xsi:type="dcterms:W3CDTF">2025-09-22T02:44:38Z</dcterms:created>
  <dcterms:modified xsi:type="dcterms:W3CDTF">2026-03-26T18:44:06Z</dcterms:modified>
</cp:coreProperties>
</file>