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6" r:id="rId3"/>
    <p:sldId id="277" r:id="rId4"/>
    <p:sldId id="278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4BD455-86F6-0974-D1BA-421A090EE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970" y="400926"/>
            <a:ext cx="7473545" cy="605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0FC22-B2ED-CA4A-5B0E-3BDCE18B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B2C5E7-1AEC-F02B-74C0-655A11860D4E}"/>
              </a:ext>
            </a:extLst>
          </p:cNvPr>
          <p:cNvSpPr txBox="1"/>
          <p:nvPr/>
        </p:nvSpPr>
        <p:spPr>
          <a:xfrm>
            <a:off x="114300" y="181094"/>
            <a:ext cx="8343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the Executor Actually Does: Five Responsibilities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0A1B3-79E4-4537-F018-79FB1F66A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280160"/>
            <a:ext cx="3605410" cy="40119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E0C234-A449-E4B1-6F59-47CDC960E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451" y="1280160"/>
            <a:ext cx="3898777" cy="4154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C4BA38-196E-3852-FA8E-3DE3ECEEB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970" y="1280160"/>
            <a:ext cx="3979730" cy="407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4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8CFB-E52C-0BC6-F270-EF575CC7C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AFED78-830C-71B1-2E27-6704E028174D}"/>
              </a:ext>
            </a:extLst>
          </p:cNvPr>
          <p:cNvSpPr txBox="1"/>
          <p:nvPr/>
        </p:nvSpPr>
        <p:spPr>
          <a:xfrm>
            <a:off x="114300" y="181094"/>
            <a:ext cx="8343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the Executor Actually Does: Five Responsibilities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64E363-0547-3648-B507-4B6F85951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3" y="1286028"/>
            <a:ext cx="3971756" cy="407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01DB80-42AC-EDE6-4D11-D5ED5F852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217" y="1272859"/>
            <a:ext cx="3721439" cy="408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84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1128</TotalTime>
  <Words>24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201</cp:revision>
  <dcterms:created xsi:type="dcterms:W3CDTF">2025-09-22T02:44:38Z</dcterms:created>
  <dcterms:modified xsi:type="dcterms:W3CDTF">2026-04-28T07:38:49Z</dcterms:modified>
</cp:coreProperties>
</file>