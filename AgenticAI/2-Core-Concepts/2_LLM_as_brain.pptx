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D0E6E4-530C-6CFC-12C0-AC5B80A6322F}"/>
              </a:ext>
            </a:extLst>
          </p:cNvPr>
          <p:cNvSpPr txBox="1"/>
          <p:nvPr/>
        </p:nvSpPr>
        <p:spPr>
          <a:xfrm>
            <a:off x="292608" y="204276"/>
            <a:ext cx="104790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does “LLM as Brain” really mean?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LLM (like GPT) acts as: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Interpreter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Understands user input (natural language → structured meaning)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Reasoner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Breaks down problems step-by-step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Planner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Decides what to do next (call tool? ask question?)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Generator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Produces final output (text, code, decisions)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20A48-94CC-9071-0F11-3DCF29AA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68554E-621D-3ED7-71D2-2CC1D90CA3F5}"/>
              </a:ext>
            </a:extLst>
          </p:cNvPr>
          <p:cNvSpPr txBox="1"/>
          <p:nvPr/>
        </p:nvSpPr>
        <p:spPr>
          <a:xfrm>
            <a:off x="292608" y="204276"/>
            <a:ext cx="65836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Important Limitation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are NOT: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Truly conscious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correct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all the time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hallucinate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Depend on prompt quality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Don’t have real understanding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So we guide them using prompts</a:t>
            </a:r>
          </a:p>
        </p:txBody>
      </p:sp>
    </p:spTree>
    <p:extLst>
      <p:ext uri="{BB962C8B-B14F-4D97-AF65-F5344CB8AC3E}">
        <p14:creationId xmlns:p14="http://schemas.microsoft.com/office/powerpoint/2010/main" val="290268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1125</TotalTime>
  <Words>109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199</cp:revision>
  <dcterms:created xsi:type="dcterms:W3CDTF">2025-09-22T02:44:38Z</dcterms:created>
  <dcterms:modified xsi:type="dcterms:W3CDTF">2026-04-27T19:36:15Z</dcterms:modified>
</cp:coreProperties>
</file>