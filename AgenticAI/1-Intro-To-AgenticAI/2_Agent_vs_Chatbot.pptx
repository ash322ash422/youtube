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6" r:id="rId3"/>
    <p:sldId id="277" r:id="rId4"/>
    <p:sldId id="278" r:id="rId5"/>
    <p:sldId id="279" r:id="rId6"/>
    <p:sldId id="280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Generations: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 Bot → LLM Chatbot → Autonomous Agent</a:t>
            </a: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"When a customer says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'I think someone hacked my account’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what does each system actually do?"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3FF23E-61AB-7189-3981-F9ED68A0CBAF}"/>
              </a:ext>
            </a:extLst>
          </p:cNvPr>
          <p:cNvSpPr txBox="1"/>
          <p:nvPr/>
        </p:nvSpPr>
        <p:spPr>
          <a:xfrm>
            <a:off x="64008" y="153198"/>
            <a:ext cx="110185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1: The Rule-Based Bot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rule-based bot is essentially a very elaborate decision tree. Someone wrote every possible path in advance. The bot matches your input to a pattern, and returns a pre-written response.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has no understanding of language — it pattern-matches. If a customer types "I think someone hacked my account," the bot looks for keywords: "hacked," "account." It finds a matching rule and returns: </a:t>
            </a: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"For account security, press 1 for password reset, press 2 to speak to an agent."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That's it. Ask it something slightly differently — "my account seems compromised" — and it might return a generic  "I didn't understand that.“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bot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memory, no reasoning, and no ability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act on anything.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912D-6EAB-0C09-E365-D30BFF39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3C6A2-047B-B0E6-7CA3-F8D896EB8A71}"/>
              </a:ext>
            </a:extLst>
          </p:cNvPr>
          <p:cNvSpPr txBox="1"/>
          <p:nvPr/>
        </p:nvSpPr>
        <p:spPr>
          <a:xfrm>
            <a:off x="64008" y="153198"/>
            <a:ext cx="11018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2: The LLM Chatbot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chatbot understands language deeply. It can handle "hacked," "compromised," "someone got into my account," "unauthorized access" — all the same. It can ask follow-up questions, maintain context within the conversation, and explain things clearly.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here's the ceiling: it cannot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anything – no action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tell the customer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reset a password.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explain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look for in suspicious activity.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empathize and guide.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 cannot look up the account, it cannot freeze the card, it cannot file an incident report. </a:t>
            </a:r>
          </a:p>
        </p:txBody>
      </p:sp>
    </p:spTree>
    <p:extLst>
      <p:ext uri="{BB962C8B-B14F-4D97-AF65-F5344CB8AC3E}">
        <p14:creationId xmlns:p14="http://schemas.microsoft.com/office/powerpoint/2010/main" val="53264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D49B-BEDB-4054-46CE-5FBD9A0F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DBE4B75-D9BE-02F7-204A-B15C2730AD7D}"/>
              </a:ext>
            </a:extLst>
          </p:cNvPr>
          <p:cNvSpPr/>
          <p:nvPr/>
        </p:nvSpPr>
        <p:spPr>
          <a:xfrm>
            <a:off x="3520440" y="5650992"/>
            <a:ext cx="3694176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+ Tools =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37815-C730-1611-7D14-27064D53A27E}"/>
              </a:ext>
            </a:extLst>
          </p:cNvPr>
          <p:cNvSpPr txBox="1"/>
          <p:nvPr/>
        </p:nvSpPr>
        <p:spPr>
          <a:xfrm>
            <a:off x="64008" y="153198"/>
            <a:ext cx="110185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3: The Autonomous Agent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understands language like the LLM chatbot — but it also has hands.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customer says "I think someone hacked my account,"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can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simultaneously pull the account transaction history,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cross-reference it with fraud signals,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temporarily freeze the card,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a confirmation SMS,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a support ticket,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draft a case summary for the fraud team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shift: the agent's job isn't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it's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resolve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10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9C59-1F1D-40E5-CCB2-84DF2EF5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10E52-E754-AAC0-04B5-8596AFFF6DFB}"/>
              </a:ext>
            </a:extLst>
          </p:cNvPr>
          <p:cNvSpPr txBox="1"/>
          <p:nvPr/>
        </p:nvSpPr>
        <p:spPr>
          <a:xfrm>
            <a:off x="124968" y="269024"/>
            <a:ext cx="11018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Customer: "I haven't received my refund from 6 days ago and I'm really frustrated."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9BC48-95C9-6F13-D52E-8A0D99B7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" y="1207747"/>
            <a:ext cx="3033334" cy="4131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F11D7-5E7A-347B-929B-BCEE4092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545" y="1207747"/>
            <a:ext cx="3185930" cy="470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901DD5-4B54-85E7-A0D7-E7970C469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77" y="1235179"/>
            <a:ext cx="283884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7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76BF-E8B3-60C7-9DF5-724AF376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45271-8DB7-2DFF-655B-92DB9E79194D}"/>
              </a:ext>
            </a:extLst>
          </p:cNvPr>
          <p:cNvSpPr txBox="1"/>
          <p:nvPr/>
        </p:nvSpPr>
        <p:spPr>
          <a:xfrm>
            <a:off x="210312" y="1625382"/>
            <a:ext cx="110185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Prompt for Class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bank deploys an autonomous agent that can access accounts, move money, and close disputes — all without a human approving each action. </a:t>
            </a:r>
          </a:p>
          <a:p>
            <a:endParaRPr lang="en-US" sz="28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conditions would need to be true for you to trust that system? </a:t>
            </a:r>
          </a:p>
          <a:p>
            <a:endParaRPr lang="en-US" sz="28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would make you distrust it?"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20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1146</TotalTime>
  <Words>466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2026-05-02T06:37:09Z</dcterms:modified>
</cp:coreProperties>
</file>