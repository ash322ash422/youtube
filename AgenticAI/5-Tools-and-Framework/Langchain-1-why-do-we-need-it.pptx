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6" r:id="rId3"/>
    <p:sldId id="277" r:id="rId4"/>
    <p:sldId id="275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need for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BE86C7-6A53-C1CC-A1E4-872D33E97C54}"/>
              </a:ext>
            </a:extLst>
          </p:cNvPr>
          <p:cNvSpPr txBox="1"/>
          <p:nvPr/>
        </p:nvSpPr>
        <p:spPr>
          <a:xfrm>
            <a:off x="434340" y="9879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No Uniformity Across LLM Providers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EC389E-31B0-7A6B-48A8-FBEFC81E8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91" y="661688"/>
            <a:ext cx="5949580" cy="33982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4378C1-C76B-1ADB-CD17-C84F8FADA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094" y="1773936"/>
            <a:ext cx="5575912" cy="391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972F-60E6-0CBA-76AE-04BEEA85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5FF72C-3B0A-A47A-68E4-416E9FAF9B10}"/>
              </a:ext>
            </a:extLst>
          </p:cNvPr>
          <p:cNvSpPr txBox="1"/>
          <p:nvPr/>
        </p:nvSpPr>
        <p:spPr>
          <a:xfrm>
            <a:off x="434340" y="9879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  helps in  providing uniformity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7B2F1-289F-C1F7-561B-C0004F4B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560463"/>
            <a:ext cx="5144218" cy="809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732BBA-BA81-E2F8-3F6E-905352F36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" y="1439898"/>
            <a:ext cx="4412469" cy="4736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47C853-2F1B-7F26-5ABE-1BD4A8134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1765068"/>
            <a:ext cx="5497658" cy="21359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192FEB-001A-66ED-CAD2-CB7964E93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4256770"/>
            <a:ext cx="479174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6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BDBAA3E-FB27-810D-6929-04F3DD8A39AD}"/>
              </a:ext>
            </a:extLst>
          </p:cNvPr>
          <p:cNvSpPr/>
          <p:nvPr/>
        </p:nvSpPr>
        <p:spPr>
          <a:xfrm>
            <a:off x="5102352" y="2468880"/>
            <a:ext cx="3090672" cy="15453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/>
              <a:t>LangChain</a:t>
            </a:r>
            <a:endParaRPr lang="en-US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4267F6-0FCB-53EE-A621-538066395AC8}"/>
              </a:ext>
            </a:extLst>
          </p:cNvPr>
          <p:cNvSpPr/>
          <p:nvPr/>
        </p:nvSpPr>
        <p:spPr>
          <a:xfrm>
            <a:off x="691896" y="3596640"/>
            <a:ext cx="2743200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Management</a:t>
            </a:r>
          </a:p>
          <a:p>
            <a:pPr algn="ctr"/>
            <a:r>
              <a:rPr lang="en-US" dirty="0"/>
              <a:t>(Store conversation)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C7F5FE-609B-40B9-B72A-4B620082AFA8}"/>
              </a:ext>
            </a:extLst>
          </p:cNvPr>
          <p:cNvSpPr/>
          <p:nvPr/>
        </p:nvSpPr>
        <p:spPr>
          <a:xfrm>
            <a:off x="8083296" y="399288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Models</a:t>
            </a:r>
          </a:p>
          <a:p>
            <a:pPr algn="ctr"/>
            <a:r>
              <a:rPr lang="en-US" dirty="0"/>
              <a:t>(OpenAI, </a:t>
            </a:r>
            <a:r>
              <a:rPr lang="en-US" dirty="0" err="1"/>
              <a:t>Groq</a:t>
            </a:r>
            <a:r>
              <a:rPr lang="en-US" dirty="0"/>
              <a:t>, Anthropic, etc.)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B13F8A-DE9A-BAFB-E565-2E6EB8F03120}"/>
              </a:ext>
            </a:extLst>
          </p:cNvPr>
          <p:cNvSpPr/>
          <p:nvPr/>
        </p:nvSpPr>
        <p:spPr>
          <a:xfrm>
            <a:off x="2310384" y="585216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PineCone</a:t>
            </a:r>
            <a:r>
              <a:rPr lang="en-US" dirty="0"/>
              <a:t>, FAISS, </a:t>
            </a:r>
            <a:r>
              <a:rPr lang="en-US" dirty="0" err="1"/>
              <a:t>ChromaDB</a:t>
            </a:r>
            <a:r>
              <a:rPr lang="en-US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8EB17F-9A48-DFE7-9598-2EE6CE0A2AD0}"/>
              </a:ext>
            </a:extLst>
          </p:cNvPr>
          <p:cNvSpPr/>
          <p:nvPr/>
        </p:nvSpPr>
        <p:spPr>
          <a:xfrm>
            <a:off x="9367651" y="4168355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Chains</a:t>
            </a:r>
          </a:p>
          <a:p>
            <a:pPr algn="ctr"/>
            <a:r>
              <a:rPr lang="en-US" dirty="0"/>
              <a:t>(Sequence of steps)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C654EC-2976-9159-1C97-303DF71B2036}"/>
              </a:ext>
            </a:extLst>
          </p:cNvPr>
          <p:cNvSpPr/>
          <p:nvPr/>
        </p:nvSpPr>
        <p:spPr>
          <a:xfrm>
            <a:off x="5128647" y="5352288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Agents</a:t>
            </a:r>
          </a:p>
          <a:p>
            <a:pPr algn="ctr"/>
            <a:r>
              <a:rPr lang="en-US" dirty="0"/>
              <a:t>(Which tools to call)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304226F-1029-2B49-2645-D9D7FC81A8F7}"/>
              </a:ext>
            </a:extLst>
          </p:cNvPr>
          <p:cNvSpPr/>
          <p:nvPr/>
        </p:nvSpPr>
        <p:spPr>
          <a:xfrm rot="13724381">
            <a:off x="4428491" y="1824422"/>
            <a:ext cx="1400312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4BCDEC-5F2D-4DF7-F042-14257A1DA954}"/>
              </a:ext>
            </a:extLst>
          </p:cNvPr>
          <p:cNvSpPr/>
          <p:nvPr/>
        </p:nvSpPr>
        <p:spPr>
          <a:xfrm rot="18147963">
            <a:off x="7142106" y="1782661"/>
            <a:ext cx="1227702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65F1A40-9F96-69B9-88D1-2938E9DC55E1}"/>
              </a:ext>
            </a:extLst>
          </p:cNvPr>
          <p:cNvSpPr/>
          <p:nvPr/>
        </p:nvSpPr>
        <p:spPr>
          <a:xfrm rot="9695196">
            <a:off x="3415978" y="3441313"/>
            <a:ext cx="1594610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2194C2A-6342-6242-FB8F-94DEB16856BD}"/>
              </a:ext>
            </a:extLst>
          </p:cNvPr>
          <p:cNvSpPr/>
          <p:nvPr/>
        </p:nvSpPr>
        <p:spPr>
          <a:xfrm rot="1626954">
            <a:off x="7964488" y="3838420"/>
            <a:ext cx="1353943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CD45019-9BAA-FD5D-683D-969CB5A0CA8D}"/>
              </a:ext>
            </a:extLst>
          </p:cNvPr>
          <p:cNvSpPr/>
          <p:nvPr/>
        </p:nvSpPr>
        <p:spPr>
          <a:xfrm rot="5400000">
            <a:off x="5901203" y="4420132"/>
            <a:ext cx="1227702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CA00E-C292-328A-7012-15498AE0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A18FAF-6772-6F9E-BBD0-D4583EEC68B0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05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1161</TotalTime>
  <Words>62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207</cp:revision>
  <dcterms:created xsi:type="dcterms:W3CDTF">2025-09-22T02:44:38Z</dcterms:created>
  <dcterms:modified xsi:type="dcterms:W3CDTF">2026-05-02T06:45:54Z</dcterms:modified>
</cp:coreProperties>
</file>