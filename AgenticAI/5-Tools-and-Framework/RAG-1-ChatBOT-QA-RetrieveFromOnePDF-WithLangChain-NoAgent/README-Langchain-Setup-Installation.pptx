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8" r:id="rId4"/>
    <p:sldId id="279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Your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Here without making changes to .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46888" y="226536"/>
            <a:ext cx="116311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python3.10. Do not work with higher version.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C:\Users\hi\AppData\Local\Programs\Python\Python310\python.exe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virtual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FD0A-9CB0-ED03-189F-7860E35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508F31-9080-9643-AF6F-8FDE60C8AC82}"/>
              </a:ext>
            </a:extLst>
          </p:cNvPr>
          <p:cNvSpPr txBox="1"/>
          <p:nvPr/>
        </p:nvSpPr>
        <p:spPr>
          <a:xfrm>
            <a:off x="477520" y="226536"/>
            <a:ext cx="1120851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5) Install following packages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(or use python virtual end):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####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(Took 5 minutes)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!pip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==0.2.14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-community==0.2.12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==0.1.25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#### From command line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.\.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\Scripts\python.exe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==0.2.14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-community==0.2.12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==0.1.25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estart the Kernel (To be Safe)</a:t>
            </a: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48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1244</TotalTime>
  <Words>197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238</cp:revision>
  <dcterms:created xsi:type="dcterms:W3CDTF">2025-09-22T02:44:38Z</dcterms:created>
  <dcterms:modified xsi:type="dcterms:W3CDTF">2026-03-28T08:12:30Z</dcterms:modified>
</cp:coreProperties>
</file>