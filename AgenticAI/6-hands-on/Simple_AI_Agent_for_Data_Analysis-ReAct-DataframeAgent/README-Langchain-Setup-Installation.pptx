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7" r:id="rId2"/>
    <p:sldId id="276" r:id="rId3"/>
    <p:sldId id="278" r:id="rId4"/>
    <p:sldId id="279" r:id="rId5"/>
    <p:sldId id="275" r:id="rId6"/>
    <p:sldId id="28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Implement Your </a:t>
            </a:r>
            <a:r>
              <a:rPr lang="en-US" sz="4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endParaRPr lang="en-US" sz="4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algn="ctr">
              <a:buNone/>
            </a:pPr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 Here without making changes to .</a:t>
            </a:r>
            <a:r>
              <a:rPr lang="en-US" sz="4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018E7A2-ACBA-1394-8855-0E8750AA2C1F}"/>
              </a:ext>
            </a:extLst>
          </p:cNvPr>
          <p:cNvSpPr txBox="1"/>
          <p:nvPr/>
        </p:nvSpPr>
        <p:spPr>
          <a:xfrm>
            <a:off x="246888" y="226536"/>
            <a:ext cx="1163116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 STEPS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 Work with python3.10. Do not work with higher version.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1) Create virtual environment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(Took 2 minutes)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C:\Users\hi\AppData\Local\Programs\Python\Python310\python.exe -m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.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2) Activate virtual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envir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.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\Scripts\Activate.ps1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278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0577C-64FB-4E16-A671-227630795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D3F74FB-A744-A10F-FEE8-78E2EF082C5F}"/>
              </a:ext>
            </a:extLst>
          </p:cNvPr>
          <p:cNvSpPr txBox="1"/>
          <p:nvPr/>
        </p:nvSpPr>
        <p:spPr>
          <a:xfrm>
            <a:off x="477520" y="226536"/>
            <a:ext cx="1029208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 STEPS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3) Install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(Took 3 minutes)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python -m pip install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4) Run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python -m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notebook</a:t>
            </a:r>
          </a:p>
        </p:txBody>
      </p:sp>
    </p:spTree>
    <p:extLst>
      <p:ext uri="{BB962C8B-B14F-4D97-AF65-F5344CB8AC3E}">
        <p14:creationId xmlns:p14="http://schemas.microsoft.com/office/powerpoint/2010/main" val="3080943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1FD0A-9CB0-ED03-189F-7860E3564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E508F31-9080-9643-AF6F-8FDE60C8AC82}"/>
              </a:ext>
            </a:extLst>
          </p:cNvPr>
          <p:cNvSpPr txBox="1"/>
          <p:nvPr/>
        </p:nvSpPr>
        <p:spPr>
          <a:xfrm>
            <a:off x="182880" y="226536"/>
            <a:ext cx="11896344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 STEPS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5) Install following packages from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(or use python virtual end):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#### From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(Took 5 minutes)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!pip install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== 0.2.17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-community== 0.2.19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langchain-openai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==0.1.25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!pip install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-experimental==0.0.65 tabulate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#### From command line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.\.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\Scripts\python.exe –m pip install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== 0.2.17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-community== 0.2.19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 .\.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\Scripts\python.exe –m pip install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langchain-openai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==0.1.25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 .\.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\Scripts\python.exe –m pip install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-experimental==0.0.65 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 .\.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\Scripts\python.exe –m pip install tabulate</a:t>
            </a:r>
          </a:p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Restart the Kernel (To be Safe)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7488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F3A50EE-D5B3-9EAF-CB2B-8A5CED4DDB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1435"/>
            <a:ext cx="12192000" cy="535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83885-9D0F-5455-69EE-ABCD9A4E2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414CA-3B14-8680-6417-43833CC7A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A4303D-39C9-513F-ECDF-4C39F5338C5F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3026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1273</TotalTime>
  <Words>249</Words>
  <Application>Microsoft Office PowerPoint</Application>
  <PresentationFormat>Widescreen</PresentationFormat>
  <Paragraphs>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243</cp:revision>
  <dcterms:created xsi:type="dcterms:W3CDTF">2025-09-22T02:44:38Z</dcterms:created>
  <dcterms:modified xsi:type="dcterms:W3CDTF">2026-03-28T19:03:08Z</dcterms:modified>
</cp:coreProperties>
</file>