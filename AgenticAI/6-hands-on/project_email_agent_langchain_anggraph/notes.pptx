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7" r:id="rId2"/>
    <p:sldId id="275" r:id="rId3"/>
    <p:sldId id="276" r:id="rId4"/>
    <p:sldId id="278" r:id="rId5"/>
    <p:sldId id="27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0AE537E-2061-451E-4A17-8B0F90F90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56" y="30746"/>
            <a:ext cx="6820495" cy="6796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AD9C8-6C99-87AC-2432-55687E2EB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B74DBC7-E99B-D28F-A7D2-ECE041E8BA96}"/>
              </a:ext>
            </a:extLst>
          </p:cNvPr>
          <p:cNvSpPr txBox="1"/>
          <p:nvPr/>
        </p:nvSpPr>
        <p:spPr>
          <a:xfrm>
            <a:off x="182880" y="1921080"/>
            <a:ext cx="1143914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System architecture: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Node 1 (Classify) — LLM reads the email and routes it: `support`, `feedback`, or `ignore`</a:t>
            </a:r>
          </a:p>
          <a:p>
            <a:pPr marL="342900" indent="-342900">
              <a:buFontTx/>
              <a:buChar char="-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Node 2 (Summarize)— agent extracts the key issue, sentiment, and urgency</a:t>
            </a:r>
          </a:p>
          <a:p>
            <a:pPr marL="342900" indent="-342900">
              <a:buFontTx/>
              <a:buChar char="-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Node 3 (Draft reply) — agent with a tone-control tool writes a professional reply</a:t>
            </a:r>
          </a:p>
          <a:p>
            <a:pPr marL="342900" indent="-342900">
              <a:buFontTx/>
              <a:buChar char="-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Node 4 (Save notes) — saves summary + draft to Google Drive via MCP</a:t>
            </a:r>
          </a:p>
        </p:txBody>
      </p:sp>
    </p:spTree>
    <p:extLst>
      <p:ext uri="{BB962C8B-B14F-4D97-AF65-F5344CB8AC3E}">
        <p14:creationId xmlns:p14="http://schemas.microsoft.com/office/powerpoint/2010/main" val="873468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5ED23-1B0B-5BBF-99DE-E50DD3067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1931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F7956-6D42-3128-04EC-B4BD17D2F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0730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1273</TotalTime>
  <Words>74</Words>
  <Application>Microsoft Office PowerPoint</Application>
  <PresentationFormat>Widescreen</PresentationFormat>
  <Paragraphs>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234</cp:revision>
  <dcterms:created xsi:type="dcterms:W3CDTF">2025-09-22T02:44:38Z</dcterms:created>
  <dcterms:modified xsi:type="dcterms:W3CDTF">2026-06-18T09:19:46Z</dcterms:modified>
</cp:coreProperties>
</file>