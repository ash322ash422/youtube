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1" r:id="rId3"/>
    <p:sldId id="274" r:id="rId4"/>
    <p:sldId id="269" r:id="rId5"/>
    <p:sldId id="270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2587-F856-43DE-5843-795D6B59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56635C-2166-0A48-BD5A-8325D7C13030}"/>
              </a:ext>
            </a:extLst>
          </p:cNvPr>
          <p:cNvSpPr txBox="1"/>
          <p:nvPr/>
        </p:nvSpPr>
        <p:spPr>
          <a:xfrm>
            <a:off x="209549" y="366623"/>
            <a:ext cx="119157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 manager wants business insights but does not know SQL.”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 company data is stored in a Relational DB –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Sqlite3/MySQL/Oracle/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PostGreSQL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want to know: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customers does his company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customers have ordered ‘phone’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orders have been shipped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Unfortunately, Mgr. does not know SQL </a:t>
            </a:r>
          </a:p>
        </p:txBody>
      </p:sp>
    </p:spTree>
    <p:extLst>
      <p:ext uri="{BB962C8B-B14F-4D97-AF65-F5344CB8AC3E}">
        <p14:creationId xmlns:p14="http://schemas.microsoft.com/office/powerpoint/2010/main" val="71680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8715-3ED7-EA05-7D88-71CCC196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B745D-4C0D-1448-6614-CCADFCFE15B1}"/>
              </a:ext>
            </a:extLst>
          </p:cNvPr>
          <p:cNvSpPr txBox="1"/>
          <p:nvPr/>
        </p:nvSpPr>
        <p:spPr>
          <a:xfrm>
            <a:off x="209549" y="366623"/>
            <a:ext cx="119157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Manager he want a system that would translate NL -&gt; SQL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807EA-7DAE-44B1-DA70-912A202FAF2F}"/>
              </a:ext>
            </a:extLst>
          </p:cNvPr>
          <p:cNvSpPr txBox="1"/>
          <p:nvPr/>
        </p:nvSpPr>
        <p:spPr>
          <a:xfrm>
            <a:off x="209549" y="1901309"/>
            <a:ext cx="4295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customers do I have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34DDD-396B-7A27-7CFF-2C1848E9D1BB}"/>
              </a:ext>
            </a:extLst>
          </p:cNvPr>
          <p:cNvSpPr txBox="1"/>
          <p:nvPr/>
        </p:nvSpPr>
        <p:spPr>
          <a:xfrm>
            <a:off x="9267825" y="1983341"/>
            <a:ext cx="2505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2F126-756B-D126-E4BB-FA03B2F08DE8}"/>
              </a:ext>
            </a:extLst>
          </p:cNvPr>
          <p:cNvSpPr txBox="1"/>
          <p:nvPr/>
        </p:nvSpPr>
        <p:spPr>
          <a:xfrm>
            <a:off x="5581649" y="1798673"/>
            <a:ext cx="250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count(*)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 customers;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F96D2E1-82D8-BC27-1026-00DBD97D3A5B}"/>
              </a:ext>
            </a:extLst>
          </p:cNvPr>
          <p:cNvSpPr/>
          <p:nvPr/>
        </p:nvSpPr>
        <p:spPr>
          <a:xfrm>
            <a:off x="8086725" y="2080141"/>
            <a:ext cx="523875" cy="312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F08CD23-5CF2-8C93-9003-0B1F7134B416}"/>
              </a:ext>
            </a:extLst>
          </p:cNvPr>
          <p:cNvSpPr/>
          <p:nvPr/>
        </p:nvSpPr>
        <p:spPr>
          <a:xfrm>
            <a:off x="4791076" y="2057740"/>
            <a:ext cx="523875" cy="312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6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A6788F-E453-E444-C152-FFDB06B895E3}"/>
              </a:ext>
            </a:extLst>
          </p:cNvPr>
          <p:cNvSpPr txBox="1"/>
          <p:nvPr/>
        </p:nvSpPr>
        <p:spPr>
          <a:xfrm>
            <a:off x="638174" y="771942"/>
            <a:ext cx="39909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Question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Reasoning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Generate SQL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Execute Tool (SQLite)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E93F6-597E-F965-61E3-4AEF3E7D020F}"/>
              </a:ext>
            </a:extLst>
          </p:cNvPr>
          <p:cNvSpPr txBox="1"/>
          <p:nvPr/>
        </p:nvSpPr>
        <p:spPr>
          <a:xfrm>
            <a:off x="6886575" y="1857286"/>
            <a:ext cx="34861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==2.33.0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pandas==3.0.2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==1.57.0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python-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dotenv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==1.2.2</a:t>
            </a: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C6503-E0F5-D73E-27B2-1F5C9383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44140-ACD6-9F25-A75F-5CADA9CC556E}"/>
              </a:ext>
            </a:extLst>
          </p:cNvPr>
          <p:cNvSpPr txBox="1"/>
          <p:nvPr/>
        </p:nvSpPr>
        <p:spPr>
          <a:xfrm>
            <a:off x="800100" y="558284"/>
            <a:ext cx="81438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the Database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step2_ai_sql_agent_POC.py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&gt;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step2_ai_sql_agent_POC.py</a:t>
            </a:r>
          </a:p>
        </p:txBody>
      </p:sp>
    </p:spTree>
    <p:extLst>
      <p:ext uri="{BB962C8B-B14F-4D97-AF65-F5344CB8AC3E}">
        <p14:creationId xmlns:p14="http://schemas.microsoft.com/office/powerpoint/2010/main" val="223191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6115-0F2E-D96D-D309-8C44D3B5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E7FFE3-E047-CCE0-98D3-33B8C7E4E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644856"/>
              </p:ext>
            </p:extLst>
          </p:nvPr>
        </p:nvGraphicFramePr>
        <p:xfrm>
          <a:off x="133350" y="616208"/>
          <a:ext cx="7077075" cy="3840480"/>
        </p:xfrm>
        <a:graphic>
          <a:graphicData uri="http://schemas.openxmlformats.org/drawingml/2006/table">
            <a:tbl>
              <a:tblPr/>
              <a:tblGrid>
                <a:gridCol w="3611309">
                  <a:extLst>
                    <a:ext uri="{9D8B030D-6E8A-4147-A177-3AD203B41FA5}">
                      <a16:colId xmlns:a16="http://schemas.microsoft.com/office/drawing/2014/main" val="142072673"/>
                    </a:ext>
                  </a:extLst>
                </a:gridCol>
                <a:gridCol w="3465766">
                  <a:extLst>
                    <a:ext uri="{9D8B030D-6E8A-4147-A177-3AD203B41FA5}">
                      <a16:colId xmlns:a16="http://schemas.microsoft.com/office/drawing/2014/main" val="3682006135"/>
                    </a:ext>
                  </a:extLst>
                </a:gridCol>
              </a:tblGrid>
              <a:tr h="126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Does Your Project Fit?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17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AI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784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Tool-Using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12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Database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05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NL-to-SQL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65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Autonomous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74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Multi-Agent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495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27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Autonomous Planning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3850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CE154E8-F798-2940-8CDF-38385C417148}"/>
              </a:ext>
            </a:extLst>
          </p:cNvPr>
          <p:cNvSpPr txBox="1"/>
          <p:nvPr/>
        </p:nvSpPr>
        <p:spPr>
          <a:xfrm>
            <a:off x="466725" y="154543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falls into these categories: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184B3-E149-B184-4AF2-5E329CC2D06E}"/>
              </a:ext>
            </a:extLst>
          </p:cNvPr>
          <p:cNvSpPr txBox="1"/>
          <p:nvPr/>
        </p:nvSpPr>
        <p:spPr>
          <a:xfrm>
            <a:off x="133350" y="5032653"/>
            <a:ext cx="114681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It Is NOT Just a Chatbot ?</a:t>
            </a:r>
          </a:p>
          <a:p>
            <a:pPr>
              <a:buNone/>
            </a:pP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chatbot only talks.</a:t>
            </a:r>
          </a:p>
          <a:p>
            <a:pPr>
              <a:buNone/>
            </a:pP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system – It talks.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actions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tools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Executes workflows, Interacts with external systems </a:t>
            </a:r>
          </a:p>
          <a:p>
            <a:pPr>
              <a:buNone/>
            </a:pP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makes it an agent.</a:t>
            </a:r>
          </a:p>
        </p:txBody>
      </p:sp>
    </p:spTree>
    <p:extLst>
      <p:ext uri="{BB962C8B-B14F-4D97-AF65-F5344CB8AC3E}">
        <p14:creationId xmlns:p14="http://schemas.microsoft.com/office/powerpoint/2010/main" val="320605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5F801-0C61-6490-158F-505409D3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73C62B-81A7-F3C4-8A79-ABA6E96B443E}"/>
              </a:ext>
            </a:extLst>
          </p:cNvPr>
          <p:cNvSpPr txBox="1"/>
          <p:nvPr/>
        </p:nvSpPr>
        <p:spPr>
          <a:xfrm>
            <a:off x="466725" y="154543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add more tools like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0E7B3E-94D7-9315-FA87-1684047DB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834936"/>
              </p:ext>
            </p:extLst>
          </p:nvPr>
        </p:nvGraphicFramePr>
        <p:xfrm>
          <a:off x="1323975" y="734219"/>
          <a:ext cx="5334000" cy="2286000"/>
        </p:xfrm>
        <a:graphic>
          <a:graphicData uri="http://schemas.openxmlformats.org/drawingml/2006/table">
            <a:tbl>
              <a:tblPr/>
              <a:tblGrid>
                <a:gridCol w="1990725">
                  <a:extLst>
                    <a:ext uri="{9D8B030D-6E8A-4147-A177-3AD203B41FA5}">
                      <a16:colId xmlns:a16="http://schemas.microsoft.com/office/drawing/2014/main" val="436918228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1660065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83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SQL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Query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5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Chart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83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PDF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Report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73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Email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Send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619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50345C-9512-9989-2C66-9369CBC8EC2C}"/>
              </a:ext>
            </a:extLst>
          </p:cNvPr>
          <p:cNvSpPr txBox="1"/>
          <p:nvPr/>
        </p:nvSpPr>
        <p:spPr>
          <a:xfrm>
            <a:off x="361950" y="3606949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it becomes multi agent system</a:t>
            </a:r>
          </a:p>
        </p:txBody>
      </p:sp>
    </p:spTree>
    <p:extLst>
      <p:ext uri="{BB962C8B-B14F-4D97-AF65-F5344CB8AC3E}">
        <p14:creationId xmlns:p14="http://schemas.microsoft.com/office/powerpoint/2010/main" val="105128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599</TotalTime>
  <Words>269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128</cp:revision>
  <dcterms:created xsi:type="dcterms:W3CDTF">2025-09-22T02:44:38Z</dcterms:created>
  <dcterms:modified xsi:type="dcterms:W3CDTF">2026-05-29T17:25:08Z</dcterms:modified>
</cp:coreProperties>
</file>