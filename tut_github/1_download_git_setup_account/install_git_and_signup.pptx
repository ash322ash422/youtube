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9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7:04.5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1 402 24575,'0'27'0,"1"0"0,1 0 0,1 0 0,1-1 0,2 1 0,0-1 0,12 26 0,-15-44 0,0 3 0,1-1 0,1 1 0,0-1 0,0 0 0,1-1 0,9 13 0,-13-20 0,0 0 0,0 0 0,0-1 0,1 1 0,-1-1 0,0 1 0,1-1 0,-1 0 0,1 0 0,-1 0 0,1 0 0,0 0 0,-1 0 0,1-1 0,0 1 0,-1-1 0,1 0 0,0 0 0,0 0 0,-1 0 0,1-1 0,0 1 0,0-1 0,-1 1 0,1-1 0,0 0 0,-1 0 0,1 0 0,-1 0 0,1-1 0,2-1 0,21-13 0,-1-1 0,0-1 0,37-36 0,29-21 0,167-97 0,297-145 0,-424 247-1365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8:47.39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0 240 24575,'1'14'0,"1"-1"0,0 0 0,0 1 0,1-1 0,1 0 0,0 0 0,1-1 0,1 1 0,0-1 0,0 0 0,12 16 0,-15-25 0,0 0 0,0 0 0,0-1 0,1 1 0,-1-1 0,1 1 0,-1-1 0,1 0 0,0 0 0,0-1 0,0 1 0,0-1 0,0 0 0,0 0 0,0 0 0,0 0 0,0-1 0,0 0 0,1 0 0,3 0 0,10-2 0,-1 0 0,1-1 0,24-8 0,-32 8 0,622-225 0,-537 190 0,220-117-1365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48:50.83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75 24575,'1'0'0,"0"0"0,0 1 0,0-1 0,0 1 0,0-1 0,0 1 0,0-1 0,0 1 0,0 0 0,0-1 0,0 1 0,-1 0 0,1 0 0,0 0 0,0 0 0,-1-1 0,1 1 0,-1 0 0,1 0 0,-1 0 0,1 2 0,11 27 0,-9-23 0,69 160 0,-70-163 0,-1-1 0,1 0 0,0 0 0,0 0 0,0 0 0,0-1 0,0 1 0,1 0 0,-1-1 0,1 0 0,0 1 0,0-1 0,-1 0 0,1 0 0,1-1 0,-1 1 0,5 1 0,-3-2 0,1 1 0,-1-1 0,1-1 0,-1 1 0,1-1 0,0 0 0,0 0 0,-1-1 0,1 0 0,5-1 0,14-5 0,0-1 0,-1-2 0,44-23 0,-43 20 0,488-231-1365,-455 216-5461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0:52.62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1 240 24575,'0'38'0,"3"0"0,1 0 0,2 0 0,1-1 0,2 1 0,15 38 0,-23-73 0,0 1 0,0-1 0,0 0 0,0 0 0,1 0 0,-1 0 0,1 0 0,0 0 0,0 0 0,0-1 0,0 1 0,0-1 0,0 1 0,1-1 0,-1 0 0,1 0 0,0 0 0,-1 0 0,1 0 0,0-1 0,0 1 0,0-1 0,0 0 0,0 0 0,1 0 0,-1 0 0,0-1 0,1 1 0,-1-1 0,0 0 0,0 0 0,1 0 0,-1 0 0,0-1 0,1 1 0,-1-1 0,0 0 0,0 0 0,1 0 0,-1 0 0,0 0 0,0-1 0,3-2 0,82-40 0,-1-4 0,-3-4 0,118-94 0,-137 94 0,-26 22 0,36-37 0,-48 45-24,0 1 0,1 1 0,1 1-1,43-20 1,-15 7-1220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4:16.77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2 258 24575,'-1'22'0,"1"-11"0,0 0 0,0 0 0,3 21 0,-2-29 0,-1-1 0,1 1 0,0 0 0,0-1 0,0 1 0,0-1 0,0 1 0,1-1 0,-1 1 0,1-1 0,-1 0 0,1 0 0,0 0 0,0 0 0,0 0 0,0 0 0,0-1 0,1 1 0,-1-1 0,5 3 0,6 0 0,1 0 0,-1-1 0,1 0 0,-1-1 0,1-1 0,0 0 0,0-1 0,22-3 0,114-21 0,54-24 0,236-88 0,-373 107-341,-1-3 0,-1-3-1,96-69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4:19.5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77 24575,'3'0'0,"0"0"0,-1 0 0,1 0 0,0 0 0,0 1 0,-1 0 0,1-1 0,0 1 0,-1 0 0,1 0 0,-1 0 0,1 1 0,-1-1 0,0 1 0,1-1 0,-1 1 0,0 0 0,0 0 0,0-1 0,2 5 0,1 1 0,-1 0 0,0 0 0,-1 1 0,0 0 0,3 10 0,-3-9 0,0 0 0,1 0 0,0 0 0,6 10 0,21 28 0,-19-27 0,0-1 0,2-1 0,0 0 0,17 17 0,-25-30 0,0 0 0,0-1 0,1 1 0,-1-1 0,1 0 0,0-1 0,0 1 0,0-1 0,1-1 0,-1 1 0,1-1 0,-1-1 0,1 1 0,0-2 0,-1 1 0,10-1 0,14-1 0,-1-3 0,1 0 0,45-13 0,91-36 0,-156 49 0,26-12 0,-1-1 0,0-2 0,-1-2 0,61-47 0,-50 34 0,72-40 0,30-10-1365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8:03.28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1 336 24575,'4'9'0,"2"11"0,4 11 0,9 5 0,18-9 0,29-25 0,21-23 0,25-19 0,7-9 0,1 1 0,1-5 0,6-2 0,-6-1 0,-14 10 0,-22 8 0,-20 7 0,-22 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2:58:08.6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23 24575,'3'-2'0,"0"0"0,0 0 0,1 1 0,-1-1 0,0 1 0,1 0 0,-1 0 0,1 0 0,-1 1 0,1-1 0,0 1 0,6 0 0,1-1 0,93-4 0,171 13 0,-103 0 0,-70-7 0,-55-2 0,0 1 0,-1 3 0,1 2 0,0 1 0,48 14 0,-56-7 0,0-3 0,1-1 0,1-2 0,-1-2 0,74 0 0,-80-5 0,563 13 0,13-1 0,-373-14 0,4300 2 0,-4319-13 0,6 0 0,-187 10 25,0-1 0,0-2 0,0-1 0,68-24 0,-50 15-770,56-11 0,-79 22-6081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2:00.99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1 345 24575,'1'18'0,"2"1"0,1-1 0,0 0 0,1-1 0,1 1 0,8 17 0,7 24 0,-16-44 0,-2-2 0,1 0 0,1 0 0,8 16 0,-12-27 0,0 0 0,0 1 0,0-1 0,1 0 0,-1-1 0,0 1 0,1 0 0,0 0 0,-1-1 0,1 1 0,0 0 0,0-1 0,0 0 0,0 1 0,0-1 0,0 0 0,0 0 0,0 0 0,0-1 0,1 1 0,-1 0 0,0-1 0,1 1 0,-1-1 0,0 0 0,3 0 0,13-5 0,0 0 0,-1-1 0,0-1 0,0-1 0,0 0 0,-1-1 0,0-1 0,20-16 0,-8 7 0,261-179 0,74-50 0,-335 231-118,1-1-298,-1-1 1,46-41-1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2:03.01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0 465 24575,'5'0'0,"0"0"0,0 0 0,0 1 0,0 0 0,0-1 0,0 2 0,0-1 0,0 0 0,-1 1 0,1 0 0,-1 0 0,9 5 0,-7-2 0,0 1 0,0 0 0,-1 0 0,0 0 0,0 0 0,0 1 0,4 8 0,16 40 0,-17-37 0,0 0 0,0-1 0,12 17 0,-17-31 0,-1 1 0,0-1 0,1 0 0,0 0 0,0 0 0,0 0 0,0-1 0,0 1 0,1-1 0,-1 0 0,1 1 0,0-2 0,-1 1 0,1 0 0,0-1 0,0 0 0,0 0 0,0 0 0,6 1 0,14-4 0,0-1 0,0-1 0,-1 0 0,1-2 0,-1-1 0,43-19 0,400-172 11,-68 27-133,297-88-1690,-551 211-4456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0.35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1 393 24575,'1'11'0,"1"0"0,1 0 0,0 0 0,0-1 0,1 1 0,0-1 0,1 0 0,0 0 0,8 11 0,-12-19 0,1-1 0,-1 1 0,0-1 0,1 1 0,-1-1 0,1 0 0,0 1 0,-1-1 0,1 0 0,0 0 0,0 0 0,-1 0 0,1-1 0,0 1 0,0 0 0,0-1 0,0 0 0,0 1 0,0-1 0,0 0 0,0 0 0,0 0 0,0 0 0,0 0 0,0 0 0,0-1 0,0 1 0,0-1 0,0 1 0,0-1 0,0 0 0,-1 0 0,1 0 0,0 0 0,0 0 0,-1 0 0,1 0 0,-1-1 0,3-2 0,9-7 0,-1 0 0,0-1 0,18-23 0,-23 26 0,43-59 0,-2-1 0,39-80 0,-20 33 0,-50 84-1365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2.10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0 182 24575,'7'0'0,"-1"0"0,0 1 0,1 0 0,-1 1 0,1-1 0,-1 1 0,0 0 0,0 1 0,0 0 0,-1 0 0,1 0 0,0 0 0,-1 1 0,0 0 0,0 0 0,0 0 0,0 1 0,4 5 0,3 6 0,0 1 0,-1-1 0,-1 2 0,13 28 0,-22-42 0,1 0 0,1 0 0,-1 0 0,0 0 0,1-1 0,0 1 0,0-1 0,0 0 0,0 0 0,1 0 0,-1 0 0,1-1 0,0 1 0,-1-1 0,1 0 0,0 0 0,6 2 0,-2-2 0,0 0 0,1-1 0,-1 0 0,0 0 0,0 0 0,1-1 0,-1-1 0,15-2 0,5-3 0,0-1 0,0-2 0,-1 0 0,35-19 0,-39 18 0,-1-2 0,-1 0 0,0-1 0,0-1 0,-1-1 0,-1-1 0,-1-1 0,29-34 0,-25 27-32,1 1-1,0 1 1,2 1 0,1 1-1,43-25 1,-16 9-1139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4.350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20 138 24575,'-3'3'0,"1"0"0,0 1 0,0-1 0,0 1 0,1 0 0,-1-1 0,1 1 0,0 0 0,0 0 0,0 0 0,0 0 0,1 0 0,0 0 0,-1 0 0,2 0 0,-1 0 0,0 0 0,2 4 0,18 78 0,-17-73 0,3 5 0,0 0 0,1 0 0,1 0 0,0-1 0,2-1 0,0 1 0,0-1 0,17 17 0,-24-29 0,0-1 0,1 0 0,-1-1 0,1 1 0,0-1 0,0 1 0,0-1 0,0 0 0,0 0 0,0-1 0,0 0 0,1 1 0,-1-1 0,0-1 0,1 1 0,-1 0 0,9-1 0,-5-1 0,-1-1 0,1 1 0,-1-1 0,1 0 0,-1-1 0,0 0 0,0 0 0,0-1 0,11-6 0,7-9 0,0-2 0,-1 0 0,41-48 0,-57 61 0,58-66-341,3 4 0,3 2-1,95-67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5.79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1 391 24575,'1'215'0,"-2"-213"0,1 0 0,0 0 0,0 0 0,1 1 0,-1-1 0,0 0 0,1 0 0,-1 0 0,1 1 0,0-1 0,0 0 0,0 0 0,0 0 0,0 0 0,0-1 0,0 1 0,1 0 0,-1 0 0,1-1 0,-1 1 0,1-1 0,0 1 0,2 1 0,-1-2 0,0-1 0,1 1 0,-1 0 0,1-1 0,-1 0 0,1 0 0,-1 0 0,1 0 0,-1-1 0,0 1 0,1-1 0,-1 0 0,1 0 0,4-2 0,28-11 0,0-1 0,-1-1 0,0-2 0,57-41 0,116-109 0,-108 88-455,5 4 0,193-106 0,-260 160-6371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3:03:27.54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2 81 24575,'0'31'0,"-2"10"0,3-1 0,1 1 0,1 0 0,3-1 0,20 75 0,-25-111 0,0-1 0,0 0 0,1 1 0,-1-1 0,1 0 0,0 0 0,0 0 0,0 0 0,1 0 0,-1-1 0,1 1 0,-1-1 0,1 1 0,0-1 0,0 0 0,0 0 0,0 0 0,5 2 0,-3-3 0,0 1 0,1-1 0,-1 0 0,1 0 0,-1-1 0,1 0 0,-1 0 0,1 0 0,-1 0 0,11-3 0,7-4 0,0 0 0,0-1 0,-1-2 0,28-16 0,-45 24 0,109-65 0,107-83 0,-72 46 0,-44 32-1365,-59 38-5461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0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15.xml"/><Relationship Id="rId5" Type="http://schemas.openxmlformats.org/officeDocument/2006/relationships/customXml" Target="../ink/ink12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Git </a:t>
            </a:r>
            <a:r>
              <a:rPr lang="en-US" sz="66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SetUp</a:t>
            </a:r>
            <a:endParaRPr lang="en-US" sz="6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FA850A-7A4B-22A9-9804-0548C1FA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59" y="1287929"/>
            <a:ext cx="8831029" cy="50870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49FE4B-F4DC-32D1-CCED-0D547D066DF4}"/>
                  </a:ext>
                </a:extLst>
              </p14:cNvPr>
              <p14:cNvContentPartPr/>
              <p14:nvPr/>
            </p14:nvContentPartPr>
            <p14:xfrm>
              <a:off x="4644864" y="4454496"/>
              <a:ext cx="484200" cy="270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49FE4B-F4DC-32D1-CCED-0D547D066D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9224" y="4418856"/>
                <a:ext cx="555840" cy="3423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6D23D78-4297-976F-A090-83C2CEFB6DD1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29E2F-70F1-3442-0E48-6D4F57393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0960DE-713B-DCD8-AB46-8AFCBB7F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5" y="828580"/>
            <a:ext cx="8857159" cy="59634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1E864D-B4B3-F907-B20E-EC158F733B61}"/>
                  </a:ext>
                </a:extLst>
              </p14:cNvPr>
              <p14:cNvContentPartPr/>
              <p14:nvPr/>
            </p14:nvContentPartPr>
            <p14:xfrm>
              <a:off x="3511224" y="919296"/>
              <a:ext cx="464400" cy="15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1E864D-B4B3-F907-B20E-EC158F733B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5224" y="883656"/>
                <a:ext cx="53604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67ACFBA-5A39-4136-0064-6D14A5CE6FBF}"/>
                  </a:ext>
                </a:extLst>
              </p14:cNvPr>
              <p14:cNvContentPartPr/>
              <p14:nvPr/>
            </p14:nvContentPartPr>
            <p14:xfrm>
              <a:off x="5604984" y="2606616"/>
              <a:ext cx="345600" cy="125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67ACFBA-5A39-4136-0064-6D14A5CE6F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69344" y="2570616"/>
                <a:ext cx="4172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D7F78C-B428-2225-B283-7F12B8F4B33E}"/>
                  </a:ext>
                </a:extLst>
              </p14:cNvPr>
              <p14:cNvContentPartPr/>
              <p14:nvPr/>
            </p14:nvContentPartPr>
            <p14:xfrm>
              <a:off x="5028984" y="3251016"/>
              <a:ext cx="379080" cy="218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D7F78C-B428-2225-B283-7F12B8F4B33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93344" y="3215016"/>
                <a:ext cx="450720" cy="2898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0031041-AB17-5B5C-2213-90E45DB74C57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2116995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4D84-0F34-3140-FF4D-B9A42A13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61879B-29AF-5E6F-8A10-62974C9C4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121677"/>
            <a:ext cx="10236943" cy="55277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66B8FE5-D5F6-98FD-AE79-844999A8B890}"/>
                  </a:ext>
                </a:extLst>
              </p14:cNvPr>
              <p14:cNvContentPartPr/>
              <p14:nvPr/>
            </p14:nvContentPartPr>
            <p14:xfrm>
              <a:off x="5092344" y="2759976"/>
              <a:ext cx="482040" cy="1483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66B8FE5-D5F6-98FD-AE79-844999A8B8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56704" y="2723976"/>
                <a:ext cx="5536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40E81C-4E37-3F63-34A5-3D39BF531A45}"/>
                  </a:ext>
                </a:extLst>
              </p14:cNvPr>
              <p14:cNvContentPartPr/>
              <p14:nvPr/>
            </p14:nvContentPartPr>
            <p14:xfrm>
              <a:off x="2267784" y="3538656"/>
              <a:ext cx="448200" cy="150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40E81C-4E37-3F63-34A5-3D39BF531A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31784" y="3503016"/>
                <a:ext cx="519840" cy="22212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BE2F258-AF4D-7885-E818-3E398EBE1E72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</p:spTree>
    <p:extLst>
      <p:ext uri="{BB962C8B-B14F-4D97-AF65-F5344CB8AC3E}">
        <p14:creationId xmlns:p14="http://schemas.microsoft.com/office/powerpoint/2010/main" val="3274164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0B0D5-F0BE-DD53-EFEC-4CD9984D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883681E-E16F-CB02-26AE-011DC66F5FB0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</a:t>
            </a:r>
            <a:r>
              <a:rPr lang="en-US" sz="24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git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setup an account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A19ACA-B24B-20F3-69D8-4DA61723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3" y="918262"/>
            <a:ext cx="9810727" cy="54964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BB840EF-21D1-BA71-A466-807D3B51BBA1}"/>
                  </a:ext>
                </a:extLst>
              </p14:cNvPr>
              <p14:cNvContentPartPr/>
              <p14:nvPr/>
            </p14:nvContentPartPr>
            <p14:xfrm>
              <a:off x="4169304" y="1954656"/>
              <a:ext cx="450000" cy="16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BB840EF-21D1-BA71-A466-807D3B51BB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33664" y="1919016"/>
                <a:ext cx="5216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A140D59-E821-2EEC-378C-D70D80C1E0FB}"/>
                  </a:ext>
                </a:extLst>
              </p14:cNvPr>
              <p14:cNvContentPartPr/>
              <p14:nvPr/>
            </p14:nvContentPartPr>
            <p14:xfrm>
              <a:off x="1051344" y="2451456"/>
              <a:ext cx="2975760" cy="460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A140D59-E821-2EEC-378C-D70D80C1E0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5704" y="2415456"/>
                <a:ext cx="3047400" cy="11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2896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F870-4B81-0701-52E2-8DBE9FB5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58AC088-E15C-AD54-03F8-E5F1CF272486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Download git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setup an account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BBEF81-BD91-FB73-78C2-A30AA02C5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1331968"/>
            <a:ext cx="10811256" cy="49548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21637A-9E6B-5373-B491-6E2E1AC1526D}"/>
                  </a:ext>
                </a:extLst>
              </p14:cNvPr>
              <p14:cNvContentPartPr/>
              <p14:nvPr/>
            </p14:nvContentPartPr>
            <p14:xfrm>
              <a:off x="10661544" y="2298816"/>
              <a:ext cx="415080" cy="239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21637A-9E6B-5373-B491-6E2E1AC152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25904" y="2263176"/>
                <a:ext cx="4867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4EC53DE-3DBA-04DE-BC5A-21F066BF0163}"/>
                  </a:ext>
                </a:extLst>
              </p14:cNvPr>
              <p14:cNvContentPartPr/>
              <p14:nvPr/>
            </p14:nvContentPartPr>
            <p14:xfrm>
              <a:off x="6162984" y="5483376"/>
              <a:ext cx="781920" cy="262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4EC53DE-3DBA-04DE-BC5A-21F066BF01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6984" y="5447376"/>
                <a:ext cx="853560" cy="3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1375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0966-40C8-7936-8436-F096711AD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C51996E-3C75-D60B-39F8-969CA9871154}"/>
              </a:ext>
            </a:extLst>
          </p:cNvPr>
          <p:cNvSpPr txBox="1"/>
          <p:nvPr/>
        </p:nvSpPr>
        <p:spPr>
          <a:xfrm>
            <a:off x="2597276" y="366915"/>
            <a:ext cx="676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Download git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setup an account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75A1C1-4E83-8EB6-A740-034132581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979783"/>
            <a:ext cx="11295888" cy="56979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B60E57C-25EF-3B7D-A185-D7247F28CD4C}"/>
                  </a:ext>
                </a:extLst>
              </p14:cNvPr>
              <p14:cNvContentPartPr/>
              <p14:nvPr/>
            </p14:nvContentPartPr>
            <p14:xfrm>
              <a:off x="6217704" y="3013056"/>
              <a:ext cx="165600" cy="190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B60E57C-25EF-3B7D-A185-D7247F28C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82064" y="2977416"/>
                <a:ext cx="23724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21FF8E-F522-2F84-B053-8F5B1DBE041C}"/>
                  </a:ext>
                </a:extLst>
              </p14:cNvPr>
              <p14:cNvContentPartPr/>
              <p14:nvPr/>
            </p14:nvContentPartPr>
            <p14:xfrm>
              <a:off x="6190344" y="3500856"/>
              <a:ext cx="345240" cy="149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21FF8E-F522-2F84-B053-8F5B1DBE04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54344" y="3465216"/>
                <a:ext cx="4168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F5AA25C-15E2-8B63-5ED4-BB4D6937E72F}"/>
                  </a:ext>
                </a:extLst>
              </p14:cNvPr>
              <p14:cNvContentPartPr/>
              <p14:nvPr/>
            </p14:nvContentPartPr>
            <p14:xfrm>
              <a:off x="6265584" y="4293936"/>
              <a:ext cx="289440" cy="186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F5AA25C-15E2-8B63-5ED4-BB4D6937E7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29584" y="4258296"/>
                <a:ext cx="3610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CAEAC31-DAA2-7CF9-1A23-CFCE0BE9E3A4}"/>
                  </a:ext>
                </a:extLst>
              </p14:cNvPr>
              <p14:cNvContentPartPr/>
              <p14:nvPr/>
            </p14:nvContentPartPr>
            <p14:xfrm>
              <a:off x="6391224" y="4870296"/>
              <a:ext cx="383040" cy="2368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CAEAC31-DAA2-7CF9-1A23-CFCE0BE9E3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55584" y="4834296"/>
                <a:ext cx="45468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A29D92F-66FA-9BDF-9201-E4A1278BBA4B}"/>
                  </a:ext>
                </a:extLst>
              </p14:cNvPr>
              <p14:cNvContentPartPr/>
              <p14:nvPr/>
            </p14:nvContentPartPr>
            <p14:xfrm>
              <a:off x="6336144" y="5951016"/>
              <a:ext cx="336960" cy="176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A29D92F-66FA-9BDF-9201-E4A1278BBA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00144" y="5915016"/>
                <a:ext cx="408600" cy="2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4730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77</TotalTime>
  <Words>54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</cp:revision>
  <dcterms:created xsi:type="dcterms:W3CDTF">2025-09-22T02:44:38Z</dcterms:created>
  <dcterms:modified xsi:type="dcterms:W3CDTF">2025-12-15T03:07:07Z</dcterms:modified>
</cp:coreProperties>
</file>