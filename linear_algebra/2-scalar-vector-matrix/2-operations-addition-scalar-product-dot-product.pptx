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73" r:id="rId2"/>
    <p:sldId id="272" r:id="rId3"/>
    <p:sldId id="359" r:id="rId4"/>
    <p:sldId id="360" r:id="rId5"/>
    <p:sldId id="361" r:id="rId6"/>
    <p:sldId id="271" r:id="rId7"/>
    <p:sldId id="363" r:id="rId8"/>
    <p:sldId id="29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1823F-A260-44A1-0095-0C3B6D752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32784BC-FB0B-34D0-0D06-675AB549B054}"/>
              </a:ext>
            </a:extLst>
          </p:cNvPr>
          <p:cNvSpPr txBox="1"/>
          <p:nvPr/>
        </p:nvSpPr>
        <p:spPr>
          <a:xfrm>
            <a:off x="73152" y="500902"/>
            <a:ext cx="680313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Dot product of vectors: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2 vector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dot product is 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= (3, 5, 1)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 = (2, 4, -7)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Then,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a.b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(3, 5, 1) . (2, 4, -7) = ( 3x2, 5x4, 1x-7) = (6, 20,-7)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8968141-953E-BFF5-C2A8-A41E1C2B4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176" y="1650425"/>
            <a:ext cx="2363671" cy="10276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BC8DF12-7971-8BC3-856D-8E94A86D6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5176" y="3166561"/>
            <a:ext cx="3312557" cy="52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934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163B8-DDF8-6326-A976-A62A16587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09A2296-6879-47E8-A20B-7C88A7EDB611}"/>
              </a:ext>
            </a:extLst>
          </p:cNvPr>
          <p:cNvSpPr txBox="1"/>
          <p:nvPr/>
        </p:nvSpPr>
        <p:spPr>
          <a:xfrm>
            <a:off x="283464" y="898112"/>
            <a:ext cx="90251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Scalar multiplication: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        5 x basket1         =    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basket_total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 x (2 apple, 4 banana) = (10 apple, 20 banana)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=&gt; 5 x (2,4) = (10, 20)</a:t>
            </a:r>
          </a:p>
        </p:txBody>
      </p:sp>
    </p:spTree>
    <p:extLst>
      <p:ext uri="{BB962C8B-B14F-4D97-AF65-F5344CB8AC3E}">
        <p14:creationId xmlns:p14="http://schemas.microsoft.com/office/powerpoint/2010/main" val="2561321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847D6-8453-2ABE-A856-FD97D113E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81B88B-8C9C-972C-9E6F-2A2FF9666583}"/>
              </a:ext>
            </a:extLst>
          </p:cNvPr>
          <p:cNvSpPr txBox="1"/>
          <p:nvPr/>
        </p:nvSpPr>
        <p:spPr>
          <a:xfrm>
            <a:off x="73152" y="500902"/>
            <a:ext cx="7772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Geometric Meaning (Deep Intuition)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dot product measures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aligned two vectors are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384FDB-DA8C-7788-6D44-EC531DD07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9160" y="653729"/>
            <a:ext cx="2363671" cy="10276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03FC22B-00E0-1C0F-8789-0801C71A8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160" y="2214619"/>
            <a:ext cx="3312557" cy="5248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98A09B-AA17-7B5D-E7C6-142D221C4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" y="1991034"/>
            <a:ext cx="6344984" cy="22541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3A0413-5D58-D1BE-2CD5-B17C955CB3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1937" y="3118103"/>
            <a:ext cx="3833501" cy="369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046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250AA-5214-95D5-EB2C-1887C987A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0A9DCC1-7915-9B1F-CC24-0D1F519DD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9160" y="1028633"/>
            <a:ext cx="2363671" cy="10276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60FA56-BC07-7B88-8129-6BD4957C1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160" y="2589523"/>
            <a:ext cx="3312557" cy="52487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18D672F-5AD8-C1DC-FA92-46ADA0226E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486366"/>
              </p:ext>
            </p:extLst>
          </p:nvPr>
        </p:nvGraphicFramePr>
        <p:xfrm>
          <a:off x="-76200" y="528924"/>
          <a:ext cx="8068056" cy="1828800"/>
        </p:xfrm>
        <a:graphic>
          <a:graphicData uri="http://schemas.openxmlformats.org/drawingml/2006/table">
            <a:tbl>
              <a:tblPr/>
              <a:tblGrid>
                <a:gridCol w="3194304">
                  <a:extLst>
                    <a:ext uri="{9D8B030D-6E8A-4147-A177-3AD203B41FA5}">
                      <a16:colId xmlns:a16="http://schemas.microsoft.com/office/drawing/2014/main" val="2683252356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6902943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Angle Between Vectors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Dot Product 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4161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Very similar direction (large positive)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750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90°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Unrelated (0)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751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180°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Opposite meaning (negative)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68700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3D386F0-ADC1-23AE-288F-92148079D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26" y="3438143"/>
            <a:ext cx="2682993" cy="20983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E2F04F-F187-B79C-1D69-266DEA1C23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1224" y="3295854"/>
            <a:ext cx="2452811" cy="22406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F6F782-6B3C-8901-F8F6-F0A9DA408F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3907" y="3547022"/>
            <a:ext cx="3238924" cy="187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003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EAC37-94B9-F6FE-FF6A-F154E50B9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990456-B6B3-AB23-F604-5E1A113E2967}"/>
              </a:ext>
            </a:extLst>
          </p:cNvPr>
          <p:cNvSpPr txBox="1"/>
          <p:nvPr/>
        </p:nvSpPr>
        <p:spPr>
          <a:xfrm>
            <a:off x="118872" y="322040"/>
            <a:ext cx="696772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Dot Product in Machine Learning (Core Idea)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ML: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 vector =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(features)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Another vector =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parameters (weights)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Dot product =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decision score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[size of rooms, number of bedrooms, age of house]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[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size_weight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bedroom_weight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age_weight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]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Prediction on price =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w⋅x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BCCBB9-F552-AA6C-09A8-420F3A741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714" y="4162520"/>
            <a:ext cx="6020955" cy="2586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944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2975BD-8EB0-6B44-8280-F353B1CB14A3}"/>
                  </a:ext>
                </a:extLst>
              </p:cNvPr>
              <p:cNvSpPr txBox="1"/>
              <p:nvPr/>
            </p:nvSpPr>
            <p:spPr>
              <a:xfrm>
                <a:off x="347472" y="274749"/>
                <a:ext cx="11347704" cy="53721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Vector addition:</a:t>
                </a:r>
              </a:p>
              <a:p>
                <a:pPr marL="0" indent="0">
                  <a:buNone/>
                </a:pPr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sz="2400" i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2, 3, </m:t>
                          </m:r>
                          <m:r>
                            <a:rPr lang="en-US" sz="2400" b="0" i="1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sz="2400" i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3, 2, 5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(2+3, 3+2, 6+5) = (5, 5, 11)</a:t>
                </a:r>
              </a:p>
              <a:p>
                <a:pPr marL="0" indent="0">
                  <a:buNone/>
                </a:pPr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 example: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1)          basket1           +         basket2             =     </a:t>
                </a:r>
                <a:r>
                  <a:rPr lang="en-US" sz="240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basket_total</a:t>
                </a: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(2 apple, 4 banana) + (3 apple, 2 banana) = (5 apple, 6 banana)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=&gt; (2,4)                      +            (3,2)                 =          (5, 6)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2)          basket1           +         basket2             =     </a:t>
                </a:r>
                <a:r>
                  <a:rPr lang="en-US" sz="240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basket_total</a:t>
                </a: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(2 apple, 4 banana, 1 Kiwi) + (3 apple, 2 banana, 4 Kiwi) = (5 apple, 6 banana, 5 Kiwi)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=&gt; (2,4,1)                      +            (3,2,4)                 =          (5, 6, 5)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2975BD-8EB0-6B44-8280-F353B1CB1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472" y="274749"/>
                <a:ext cx="11347704" cy="5372112"/>
              </a:xfrm>
              <a:prstGeom prst="rect">
                <a:avLst/>
              </a:prstGeom>
              <a:blipFill>
                <a:blip r:embed="rId2"/>
                <a:stretch>
                  <a:fillRect l="-806" t="-908" b="-1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5962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17968-282E-1F44-387B-9E58C4DAD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0454AF-343F-A702-2CFE-16C3176376C9}"/>
              </a:ext>
            </a:extLst>
          </p:cNvPr>
          <p:cNvSpPr txBox="1"/>
          <p:nvPr/>
        </p:nvSpPr>
        <p:spPr>
          <a:xfrm>
            <a:off x="118872" y="322040"/>
            <a:ext cx="6967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Dot Product to find similarity between 2 vectors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70" y="1239889"/>
            <a:ext cx="3983461" cy="9458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065" y="2825849"/>
            <a:ext cx="5098365" cy="324784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812" y="1512359"/>
            <a:ext cx="5116058" cy="2937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065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EDE88-84DC-5A0F-3D5B-9DBB833BD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7259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1903</TotalTime>
  <Words>376</Words>
  <Application>Microsoft Office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207</cp:revision>
  <dcterms:created xsi:type="dcterms:W3CDTF">2025-09-22T02:44:38Z</dcterms:created>
  <dcterms:modified xsi:type="dcterms:W3CDTF">2026-02-21T19:25:55Z</dcterms:modified>
</cp:coreProperties>
</file>