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15568"/>
            <a:ext cx="9144000" cy="3820859"/>
          </a:xfrm>
        </p:spPr>
        <p:txBody>
          <a:bodyPr>
            <a:normAutofit fontScale="90000"/>
          </a:bodyPr>
          <a:lstStyle/>
          <a:p>
            <a:r>
              <a:rPr lang="en-US" dirty="0"/>
              <a:t>Matrix</a:t>
            </a:r>
            <a:br>
              <a:rPr lang="en-US" dirty="0"/>
            </a:br>
            <a:r>
              <a:rPr lang="en-US" dirty="0"/>
              <a:t>identity</a:t>
            </a:r>
            <a:br>
              <a:rPr lang="en-US" dirty="0"/>
            </a:br>
            <a:r>
              <a:rPr lang="en-US" dirty="0"/>
              <a:t>transpose</a:t>
            </a:r>
            <a:br>
              <a:rPr lang="en-US" dirty="0"/>
            </a:br>
            <a:r>
              <a:rPr lang="en-US" dirty="0"/>
              <a:t>determinant</a:t>
            </a:r>
            <a:br>
              <a:rPr lang="en-US" dirty="0"/>
            </a:br>
            <a:r>
              <a:rPr lang="en-US" dirty="0"/>
              <a:t>inverse</a:t>
            </a:r>
          </a:p>
        </p:txBody>
      </p:sp>
    </p:spTree>
    <p:extLst>
      <p:ext uri="{BB962C8B-B14F-4D97-AF65-F5344CB8AC3E}">
        <p14:creationId xmlns:p14="http://schemas.microsoft.com/office/powerpoint/2010/main" val="57672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3734-4E9D-7B1D-675B-86030662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2D0A5-ED60-32B6-E761-462459C0A0DD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FACD795-EC1C-C6D6-60FC-B7A4FB32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22" y="448056"/>
            <a:ext cx="5666500" cy="1986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A0B70-4CB4-B392-B40D-BED27F3CE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922" y="2843784"/>
            <a:ext cx="5633258" cy="372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8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81E3E-325D-7EEB-7AFE-7A78D93D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000CD3-E4F6-129A-7A1E-083A179D337C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78FC2C6-76F6-7078-DC49-B139C623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87086"/>
            <a:ext cx="5641859" cy="2122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7DC5B-18CF-2EBE-A3ED-F687217A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32" y="2282383"/>
            <a:ext cx="11454379" cy="1962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193290-D1D1-BC59-38E2-13F80D57D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78" y="4392385"/>
            <a:ext cx="10890495" cy="20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9C3B1-13B1-0D98-10A8-31B74682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F2016B-666F-25E9-CCB3-56B4BAFAD175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8FDF38-183D-CE0A-B984-EB7A871656D1}"/>
              </a:ext>
            </a:extLst>
          </p:cNvPr>
          <p:cNvSpPr txBox="1"/>
          <p:nvPr/>
        </p:nvSpPr>
        <p:spPr>
          <a:xfrm>
            <a:off x="996696" y="537710"/>
            <a:ext cx="820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transpose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 matrix swaps rows and columns.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FAF18-7A37-04EE-A4AF-2311EEC9C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46" y="1124712"/>
            <a:ext cx="5863441" cy="51955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F226DA-CE41-B037-0D05-000103DAB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92" y="1124712"/>
            <a:ext cx="4477375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2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6C4E-DACF-2ACA-91AA-93BDA7E8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34A979-AE68-594C-446B-4F682A396CB9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873C52D-98F5-D584-1228-5FF0BA0C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982" y="290863"/>
            <a:ext cx="7464287" cy="512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E171-DD83-219C-7719-116B5D9F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3E32F0-5CD1-E294-AE95-209F0E22EE05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CE266A9-DFA4-3EAF-E4B2-86C22A54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72" y="1533260"/>
            <a:ext cx="670653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8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BE3C-4D54-E70F-3DA3-BDA644D58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7E176A-09AD-498A-79A1-4DC2A86E32B5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AE7A5A-32F8-1F45-CE83-BB9B01697B28}"/>
              </a:ext>
            </a:extLst>
          </p:cNvPr>
          <p:cNvSpPr txBox="1"/>
          <p:nvPr/>
        </p:nvSpPr>
        <p:spPr>
          <a:xfrm>
            <a:off x="1453896" y="373118"/>
            <a:ext cx="7749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inverse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 matrix A: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BEB2B-2164-180C-8CF5-80A32C2D0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73" y="896338"/>
            <a:ext cx="5903133" cy="12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A6ED12-3BCF-7779-C332-4E7B7095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271" y="2401192"/>
            <a:ext cx="7522199" cy="2055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D48FAE-AC0D-695F-31E9-748045BC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271" y="4875549"/>
            <a:ext cx="6027530" cy="174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7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F16EB-DB8D-2D2E-1BA5-9CAD66D5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983EE8-1753-2E5B-714D-79CC5BE6304B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09179F1-56DA-F0BD-0879-EA3520563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779" y="1709497"/>
            <a:ext cx="6220693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9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C70A-FFBE-D9FA-E9C1-D5FDF1A4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0313A-43C5-1165-813D-2A2ADB951831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7BAA550-F746-6F85-F69C-4537AEABC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5" y="0"/>
            <a:ext cx="5608956" cy="4002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DB35DC-592B-ADD2-7498-7BD1BAC7F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634" y="2253889"/>
            <a:ext cx="5608956" cy="3272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E807A-B190-6EC7-2F0F-FE3EA92A5A96}"/>
              </a:ext>
            </a:extLst>
          </p:cNvPr>
          <p:cNvSpPr txBox="1"/>
          <p:nvPr/>
        </p:nvSpPr>
        <p:spPr>
          <a:xfrm>
            <a:off x="8403336" y="1792224"/>
            <a:ext cx="911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174505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3764-8874-3576-0671-33F47BCE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42E7E0-C062-FFF2-B379-6F13070ED474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622F77-1B3A-73C6-49F6-DF885EBCE190}"/>
              </a:ext>
            </a:extLst>
          </p:cNvPr>
          <p:cNvSpPr txBox="1"/>
          <p:nvPr/>
        </p:nvSpPr>
        <p:spPr>
          <a:xfrm>
            <a:off x="4142232" y="274320"/>
            <a:ext cx="1596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147B1-4756-8984-32F1-CB4651A70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096" y="919850"/>
            <a:ext cx="6386024" cy="1913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C55A66-43B3-5A4A-4590-8CEB23A2D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13" y="3533852"/>
            <a:ext cx="4734586" cy="981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775374-C00E-B8F4-98C9-6888E7D1B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815" y="4652080"/>
            <a:ext cx="4734586" cy="191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8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F6C0-954D-9BF8-38B8-7CE28351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6713BB-5F6D-F7E1-6693-DB0F88076407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3DBF2B-4072-F10A-586D-7A58FB8A57C9}"/>
              </a:ext>
            </a:extLst>
          </p:cNvPr>
          <p:cNvSpPr txBox="1"/>
          <p:nvPr/>
        </p:nvSpPr>
        <p:spPr>
          <a:xfrm>
            <a:off x="4142232" y="274320"/>
            <a:ext cx="1596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59A38B-DEC2-F398-1288-3E761021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007" y="936617"/>
            <a:ext cx="4915586" cy="109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F2D06-81E8-B5F3-C718-0B343FE9C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690" y="2828357"/>
            <a:ext cx="2715004" cy="924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6E6CF3-D328-1685-5C68-362CB7F59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690" y="4392385"/>
            <a:ext cx="2391109" cy="12765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733E84-819D-19D3-ED15-FED492514490}"/>
              </a:ext>
            </a:extLst>
          </p:cNvPr>
          <p:cNvSpPr txBox="1"/>
          <p:nvPr/>
        </p:nvSpPr>
        <p:spPr>
          <a:xfrm>
            <a:off x="4992624" y="2231136"/>
            <a:ext cx="2910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find inverse of A</a:t>
            </a:r>
          </a:p>
        </p:txBody>
      </p:sp>
    </p:spTree>
    <p:extLst>
      <p:ext uri="{BB962C8B-B14F-4D97-AF65-F5344CB8AC3E}">
        <p14:creationId xmlns:p14="http://schemas.microsoft.com/office/powerpoint/2010/main" val="43465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2730" y="2572567"/>
            <a:ext cx="34646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np.array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([[2, 1],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[3, 5]])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det_A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2*5 - 1*3 = 7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np.array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([[2, 1, 0],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[0, 1, -1],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[0, 2, 4]])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det_A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12</a:t>
            </a:r>
          </a:p>
        </p:txBody>
      </p:sp>
    </p:spTree>
    <p:extLst>
      <p:ext uri="{BB962C8B-B14F-4D97-AF65-F5344CB8AC3E}">
        <p14:creationId xmlns:p14="http://schemas.microsoft.com/office/powerpoint/2010/main" val="416942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2047</TotalTime>
  <Words>93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Matrix identity transpose determinant inverse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237</cp:revision>
  <dcterms:created xsi:type="dcterms:W3CDTF">2025-09-22T02:44:38Z</dcterms:created>
  <dcterms:modified xsi:type="dcterms:W3CDTF">2026-02-22T11:57:06Z</dcterms:modified>
</cp:coreProperties>
</file>