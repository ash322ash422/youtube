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58" r:id="rId2"/>
    <p:sldId id="298" r:id="rId3"/>
    <p:sldId id="359" r:id="rId4"/>
    <p:sldId id="360" r:id="rId5"/>
    <p:sldId id="3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C732F-F7AC-C392-DCBA-1CC9F33A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9EDB4A-B11E-1ED5-2438-E543524B4D87}"/>
              </a:ext>
            </a:extLst>
          </p:cNvPr>
          <p:cNvSpPr txBox="1"/>
          <p:nvPr/>
        </p:nvSpPr>
        <p:spPr>
          <a:xfrm>
            <a:off x="73152" y="500902"/>
            <a:ext cx="10387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Orthogonal vectors, orthonormal vectors, normalizing vectors</a:t>
            </a:r>
          </a:p>
        </p:txBody>
      </p:sp>
    </p:spTree>
    <p:extLst>
      <p:ext uri="{BB962C8B-B14F-4D97-AF65-F5344CB8AC3E}">
        <p14:creationId xmlns:p14="http://schemas.microsoft.com/office/powerpoint/2010/main" val="164629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C71BCD-5A59-A621-E79F-DCD391BBF1EB}"/>
              </a:ext>
            </a:extLst>
          </p:cNvPr>
          <p:cNvSpPr txBox="1"/>
          <p:nvPr/>
        </p:nvSpPr>
        <p:spPr>
          <a:xfrm>
            <a:off x="1088136" y="1334346"/>
            <a:ext cx="94457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Orthogonal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orthonormal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fundamental in ML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especially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Cosine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BFC6-2D32-EC93-033C-9717B7B5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F618E1-E566-5605-F304-69B675216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2" y="1208935"/>
            <a:ext cx="4814051" cy="26419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740EA-B45F-1F61-7BE6-319D800EB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4151376"/>
            <a:ext cx="5144775" cy="205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5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CAF3-2D44-6EF8-E3A8-15F4B154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FF65F-BFB9-4458-1D72-FBC21BFD3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0" y="173736"/>
            <a:ext cx="6689179" cy="2779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0D71B8-E780-1867-4474-8F2AAB10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0" y="3191256"/>
            <a:ext cx="5556145" cy="323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F534-40B7-2482-BE76-1F23CA9E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ECE19-6389-3B8A-8E9F-BA6AF037EA33}"/>
              </a:ext>
            </a:extLst>
          </p:cNvPr>
          <p:cNvSpPr txBox="1"/>
          <p:nvPr/>
        </p:nvSpPr>
        <p:spPr>
          <a:xfrm>
            <a:off x="420624" y="1417981"/>
            <a:ext cx="91622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Intuition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Normalization removes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scale bias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[Age=25, Salary=100000]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 dominates learning.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normalization →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293010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1789</TotalTime>
  <Words>56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202</cp:revision>
  <dcterms:created xsi:type="dcterms:W3CDTF">2025-09-22T02:44:38Z</dcterms:created>
  <dcterms:modified xsi:type="dcterms:W3CDTF">2026-02-21T12:18:56Z</dcterms:modified>
</cp:coreProperties>
</file>