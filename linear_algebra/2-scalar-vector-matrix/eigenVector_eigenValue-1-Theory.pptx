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88" r:id="rId3"/>
    <p:sldId id="285" r:id="rId4"/>
    <p:sldId id="283" r:id="rId5"/>
    <p:sldId id="291" r:id="rId6"/>
    <p:sldId id="293" r:id="rId7"/>
    <p:sldId id="302" r:id="rId8"/>
    <p:sldId id="301" r:id="rId9"/>
    <p:sldId id="295" r:id="rId10"/>
    <p:sldId id="300" r:id="rId11"/>
    <p:sldId id="296" r:id="rId12"/>
    <p:sldId id="303" r:id="rId13"/>
    <p:sldId id="284" r:id="rId14"/>
    <p:sldId id="271" r:id="rId15"/>
    <p:sldId id="272" r:id="rId16"/>
    <p:sldId id="29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6T18:47:18.6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6.png"/><Relationship Id="rId7" Type="http://schemas.openxmlformats.org/officeDocument/2006/relationships/customXml" Target="../ink/ink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F07E-D499-CDDC-3156-AA1062E9C3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Eigen Vector</a:t>
            </a:r>
            <a:br>
              <a:rPr lang="en-US" dirty="0"/>
            </a:br>
            <a:r>
              <a:rPr lang="en-US" dirty="0"/>
              <a:t>And </a:t>
            </a:r>
            <a:br>
              <a:rPr lang="en-US" dirty="0"/>
            </a:br>
            <a:r>
              <a:rPr lang="en-US" dirty="0"/>
              <a:t>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igen value</a:t>
            </a:r>
            <a:endParaRPr lang="en-IN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042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A4A33-AECC-3C15-3B51-B017E9ADA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DB4A1-35B1-BCFB-3862-F89BDB6D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411667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 Eigen vector and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 value</a:t>
            </a:r>
            <a:endParaRPr lang="en-I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6633" y="708746"/>
                <a:ext cx="6730783" cy="56067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be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square matrix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size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and let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 be a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non-zero vector: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 operation A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en-US" b="1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transform v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sym typeface="Wingdings" panose="05000000000000000000" pitchFamily="2" charset="2"/>
                  </a:rPr>
                  <a:t>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Av.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also called transformation matrix.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Imagine a matrix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as something that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transforms space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—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it can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rotate, stretch, flip, or squash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vectors.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So, when a matrix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acts on a vector, it generally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transforms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it —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 resulting vector usually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changes direction(i.e. gets knocked off its axis)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changes magnitude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compared to the original.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3" y="708746"/>
                <a:ext cx="6730783" cy="5606728"/>
              </a:xfrm>
              <a:prstGeom prst="rect">
                <a:avLst/>
              </a:prstGeom>
              <a:blipFill>
                <a:blip r:embed="rId2"/>
                <a:stretch>
                  <a:fillRect l="-724" r="-271" b="-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206925A-7AD5-484C-AF0B-E22C5B7C9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136882"/>
            <a:ext cx="5629110" cy="27735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F2C273D-DBFB-6306-14F2-DB5F2B804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343" y="4792539"/>
            <a:ext cx="1492332" cy="171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503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777C0-7D40-331C-971B-95C7FC333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5F9E74-5BB8-1ADC-0868-EC9BD192CB74}"/>
              </a:ext>
            </a:extLst>
          </p:cNvPr>
          <p:cNvSpPr txBox="1"/>
          <p:nvPr/>
        </p:nvSpPr>
        <p:spPr>
          <a:xfrm>
            <a:off x="219457" y="1289304"/>
            <a:ext cx="101498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Some special vectors do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change their direction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when a matrix transforms them.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are called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eigenvectors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Although their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direction stays the same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their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length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(magnitude) may change — they can be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stretched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compressed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amount of stretching or shrinking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given by a number called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eigenvalue (λ)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5076429-C5E1-1A85-2F8F-C3B4A1C62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411667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 Eigen vector and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 value</a:t>
            </a:r>
            <a:endParaRPr lang="en-I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97B58-1268-D0B6-55BE-74797D7B7DA3}"/>
              </a:ext>
            </a:extLst>
          </p:cNvPr>
          <p:cNvSpPr txBox="1"/>
          <p:nvPr/>
        </p:nvSpPr>
        <p:spPr>
          <a:xfrm>
            <a:off x="42673" y="5529072"/>
            <a:ext cx="80223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Side Note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The word “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direction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” above means the </a:t>
            </a:r>
            <a:r>
              <a:rPr lang="en-US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line or axis through the origin.</a:t>
            </a:r>
            <a:r>
              <a:rPr lang="en-US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 vectors stays on the </a:t>
            </a:r>
            <a:r>
              <a:rPr lang="en-US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same line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through the origin, but may get reversed. </a:t>
            </a:r>
            <a:b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i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that sense, reversing does not change direction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it’s still along the same axis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D7A0E3-8D51-96B6-3C5C-0AF7D18E4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007151"/>
            <a:ext cx="5596672" cy="1320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5EF28A-2A63-7645-6D7E-225B4B50B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1" y="4371560"/>
            <a:ext cx="2731008" cy="2227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998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FD068-D22B-8EBE-1617-5C031AC3B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67BE-2B3E-CF96-D531-F4199961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938"/>
            <a:ext cx="10515600" cy="411667"/>
          </a:xfrm>
        </p:spPr>
        <p:txBody>
          <a:bodyPr>
            <a:noAutofit/>
          </a:bodyPr>
          <a:lstStyle/>
          <a:p>
            <a:pPr algn="ctr"/>
            <a:r>
              <a:rPr lang="en-US" sz="2800" dirty="0"/>
              <a:t>Eigen Vector And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Eigen Value: Definition</a:t>
            </a:r>
            <a:endParaRPr lang="en-IN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173D3EE-30EE-B75B-6F32-3D2F64ECE1A0}"/>
                  </a:ext>
                </a:extLst>
              </p:cNvPr>
              <p:cNvSpPr/>
              <p:nvPr/>
            </p:nvSpPr>
            <p:spPr>
              <a:xfrm>
                <a:off x="26633" y="708746"/>
                <a:ext cx="8148103" cy="57795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be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square matrix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size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non-zero vector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called an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eigenvector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if it satisfies the equation: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</a:t>
                </a:r>
                <a:r>
                  <a:rPr lang="el-G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sz="20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is a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scalar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(a single number), called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eigenvalue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corresponding to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Key points: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transformation matrix</a:t>
                </a: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: direction that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does not change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under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(It only stretched or shrunk)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 factor by which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stretched (or flipped if negative)</a:t>
                </a:r>
              </a:p>
              <a:p>
                <a:endParaRPr lang="en-US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 intuition: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Think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as a rubber sheet transformation.</a:t>
                </a:r>
                <a:b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Most points move in weird direction: </a:t>
                </a:r>
                <a:r>
                  <a:rPr lang="en-US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i.e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. they change their axis.</a:t>
                </a:r>
                <a:b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But some points move along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certain straight lines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- not sideways, </a:t>
                </a:r>
                <a:r>
                  <a:rPr lang="en-US" dirty="0" err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i.e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they move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back </a:t>
                </a:r>
                <a:r>
                  <a:rPr lang="en-US" b="1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 forth.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These lines correspond to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eigenvectors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</a:t>
                </a:r>
                <a:b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</a:b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and how far they move (multiplied by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 tells you the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eigenvalue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173D3EE-30EE-B75B-6F32-3D2F64ECE1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33" y="708746"/>
                <a:ext cx="8148103" cy="5779531"/>
              </a:xfrm>
              <a:prstGeom prst="rect">
                <a:avLst/>
              </a:prstGeom>
              <a:blipFill>
                <a:blip r:embed="rId2"/>
                <a:stretch>
                  <a:fillRect l="-748" b="-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E2EE194-0CE6-635A-9F8F-9CB96BE26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7" y="2522442"/>
            <a:ext cx="5060479" cy="11941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A020E0-0C12-C031-51E3-CF4BCF593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884" y="4142231"/>
            <a:ext cx="2165200" cy="176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78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66F55-57CE-2704-7927-734F33A88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7D05D-AB9B-2ADC-2321-4F7F1E8E1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You find Eigen Vectors and Eigen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423184-6322-E35B-216B-C3374B4C154A}"/>
                  </a:ext>
                </a:extLst>
              </p:cNvPr>
              <p:cNvSpPr txBox="1"/>
              <p:nvPr/>
            </p:nvSpPr>
            <p:spPr>
              <a:xfrm>
                <a:off x="188976" y="586663"/>
                <a:ext cx="10418064" cy="53615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AutoNum type="arabicParenR"/>
                </a:pP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Form the characteristic matrix: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the identity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a scalar.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2) Characteristic polynomial: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Compute the determinant det(A−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I).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3) Find eigenvalues: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Solve </a:t>
                </a:r>
              </a:p>
              <a:p>
                <a:pPr algn="ctr"/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det(A−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I) = 0 for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These roots are the eigenvalues.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4) Find eigenvectors: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For each eigenvalue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solve the linear system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ar-AE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for non-zero vectors </a:t>
                </a:r>
                <a14:m>
                  <m:oMath xmlns:m="http://schemas.openxmlformats.org/officeDocument/2006/math">
                    <m:r>
                      <a:rPr lang="en-US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𝐯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 Any nonzero solution is an eigenvector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.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5) (Optional)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Normalize eigenvectors if you want orthonormal basis vectors. 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symmetric, eigenvectors corresponding to distinct eigenvalues are orthogonal.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6) (Optional)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Diagonalize: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If you collect eigenvectors into a  matrix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(columns are eigenvectors)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diagonal of eigenvalues,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𝑃𝐷</m:t>
                    </m:r>
                    <m:sSup>
                      <m:sSu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 and if eigenvectors are orthonormal,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423184-6322-E35B-216B-C3374B4C1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6" y="586663"/>
                <a:ext cx="10418064" cy="5361532"/>
              </a:xfrm>
              <a:prstGeom prst="rect">
                <a:avLst/>
              </a:prstGeom>
              <a:blipFill>
                <a:blip r:embed="rId2"/>
                <a:stretch>
                  <a:fillRect l="-468" t="-568" b="-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6DAC4C31-30EA-C65D-B284-90529B414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491910"/>
            <a:ext cx="4545112" cy="107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03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68893-55C7-5B71-C07B-C2430274B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7DE8C-2B79-4B95-1814-F3495680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You find Eigen Vectors and Eigen Values: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F71190-FF2B-E2F3-6F57-9FBADE3F6D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992" y="642564"/>
            <a:ext cx="1404956" cy="8802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AA5BB4-6ABC-6AD1-14CA-538463FEBC8B}"/>
                  </a:ext>
                </a:extLst>
              </p:cNvPr>
              <p:cNvSpPr txBox="1"/>
              <p:nvPr/>
            </p:nvSpPr>
            <p:spPr>
              <a:xfrm>
                <a:off x="340614" y="1717286"/>
                <a:ext cx="5456682" cy="5084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1 — </a:t>
                </a:r>
                <a:r>
                  <a:rPr lang="en-US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Form the characteristic matrix: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n-US" i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2 — characteristic polynomial (determinant):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Compute  det(A−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I):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det(A −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I)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(2 −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λ)(2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−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−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l-GR" i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−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4λ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+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3 — solve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ar-AE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= 0</a:t>
                </a: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(λ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−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1)(λ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−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3)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</a:t>
                </a:r>
                <a:r>
                  <a:rPr lang="el-G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0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 </a:t>
                </a:r>
              </a:p>
              <a:p>
                <a:pPr marL="285750" indent="-285750">
                  <a:buFont typeface="Symbol" panose="05050102010706020507" pitchFamily="18" charset="2"/>
                  <a:buChar char="Þ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0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=3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EAA5BB4-6ABC-6AD1-14CA-538463FEB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14" y="1717286"/>
                <a:ext cx="5456682" cy="5084533"/>
              </a:xfrm>
              <a:prstGeom prst="rect">
                <a:avLst/>
              </a:prstGeom>
              <a:blipFill>
                <a:blip r:embed="rId3"/>
                <a:stretch>
                  <a:fillRect l="-1006" t="-719" b="-8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3A30CC3-4BE5-98F1-0911-DA6F99FA3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206" y="2210044"/>
            <a:ext cx="3305636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722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DB9E2-304F-BFFA-224C-F38F827D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19AD7-ED7E-6DCB-F512-1039AC90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How do You find Eigen Vectors and Eigen Values: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3FD276-07DA-2ADF-EAC4-4D13C8BC8980}"/>
                  </a:ext>
                </a:extLst>
              </p:cNvPr>
              <p:cNvSpPr txBox="1"/>
              <p:nvPr/>
            </p:nvSpPr>
            <p:spPr>
              <a:xfrm>
                <a:off x="112014" y="391406"/>
                <a:ext cx="560298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Step 4 — find eigenvectors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solve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ar-AE">
                                <a:solidFill>
                                  <a:schemeClr val="accent6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23FD276-07DA-2ADF-EAC4-4D13C8BC89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14" y="391406"/>
                <a:ext cx="5602986" cy="646331"/>
              </a:xfrm>
              <a:prstGeom prst="rect">
                <a:avLst/>
              </a:prstGeom>
              <a:blipFill>
                <a:blip r:embed="rId2"/>
                <a:stretch>
                  <a:fillRect l="-870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D693AE36-EF7F-1B14-62E6-DE8C2AD75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993" y="2733172"/>
            <a:ext cx="4645152" cy="3325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F2F644-C1B8-FB1D-23F3-619F3047C8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18" y="1140480"/>
            <a:ext cx="4503375" cy="19686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A5FEE4-FF30-F37E-73CC-51B1F529FE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267" y="3246507"/>
            <a:ext cx="3856517" cy="23630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D767E6-1025-2C2E-C824-4073CFCA585C}"/>
              </a:ext>
            </a:extLst>
          </p:cNvPr>
          <p:cNvSpPr txBox="1"/>
          <p:nvPr/>
        </p:nvSpPr>
        <p:spPr>
          <a:xfrm>
            <a:off x="6858000" y="798868"/>
            <a:ext cx="52349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all vectors that span along (1,1) gets scaled by Matrix A by factor of 3. These scaled vectors do not change direction. 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if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(2,2)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A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v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= 3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v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(see fig.)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900654-3943-1AD8-3768-4FF34BB5D1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267" y="5664409"/>
            <a:ext cx="3643932" cy="107738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8D9BE4-6E3F-1373-3CD8-A05DAF571B4A}"/>
              </a:ext>
            </a:extLst>
          </p:cNvPr>
          <p:cNvCxnSpPr>
            <a:cxnSpLocks/>
          </p:cNvCxnSpPr>
          <p:nvPr/>
        </p:nvCxnSpPr>
        <p:spPr>
          <a:xfrm>
            <a:off x="6693408" y="585216"/>
            <a:ext cx="0" cy="587311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599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02A62-A576-CEAF-F49A-D2C8017F6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2EBEF-E8A8-4A23-B567-60A0A6440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How do You find Eigen Vectors and Eigen Values: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4DE5FF-310A-2A7D-B732-2287EEF5A97D}"/>
                  </a:ext>
                </a:extLst>
              </p:cNvPr>
              <p:cNvSpPr txBox="1"/>
              <p:nvPr/>
            </p:nvSpPr>
            <p:spPr>
              <a:xfrm>
                <a:off x="112014" y="601718"/>
                <a:ext cx="36736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, </a:t>
                </a:r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solve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ar-AE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𝐯</m:t>
                    </m:r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b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ar-AE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4DE5FF-310A-2A7D-B732-2287EEF5A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14" y="601718"/>
                <a:ext cx="3673602" cy="369332"/>
              </a:xfrm>
              <a:prstGeom prst="rect">
                <a:avLst/>
              </a:prstGeom>
              <a:blipFill>
                <a:blip r:embed="rId2"/>
                <a:stretch>
                  <a:fillRect l="-995" t="-11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C758C66F-38F4-3791-9B0F-1EAB72243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854" y="2713412"/>
            <a:ext cx="4436492" cy="3411212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581B7E-4504-29FF-1D48-F375CFB5DDB8}"/>
              </a:ext>
            </a:extLst>
          </p:cNvPr>
          <p:cNvCxnSpPr>
            <a:cxnSpLocks/>
          </p:cNvCxnSpPr>
          <p:nvPr/>
        </p:nvCxnSpPr>
        <p:spPr>
          <a:xfrm>
            <a:off x="6693408" y="585216"/>
            <a:ext cx="0" cy="587311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A5CF1F2-C2F5-3DAB-9ED5-BB6E4E765640}"/>
              </a:ext>
            </a:extLst>
          </p:cNvPr>
          <p:cNvSpPr txBox="1"/>
          <p:nvPr/>
        </p:nvSpPr>
        <p:spPr>
          <a:xfrm>
            <a:off x="6858000" y="798868"/>
            <a:ext cx="52349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all vectors span along (1,-1) gets scaled by Matrix A by factor of 1. These scaled vectors do not change direction.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example, if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(3,-3)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 A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v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= 1</a:t>
            </a:r>
            <a:r>
              <a:rPr lang="en-US" b="1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v</a:t>
            </a:r>
            <a:r>
              <a:rPr lang="en-US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sym typeface="Wingdings" panose="05000000000000000000" pitchFamily="2" charset="2"/>
              </a:rPr>
              <a:t>(see fig.)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5A4977-84A5-F0E5-66B2-D67B26086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59" y="1054995"/>
            <a:ext cx="4352543" cy="20327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C5FF4A-643D-FC52-D607-ABE7F57C92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459" y="3150610"/>
            <a:ext cx="3913630" cy="24060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A018CC-48C4-B768-E529-3C6F6563A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459" y="5802620"/>
            <a:ext cx="3266362" cy="9073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D472AD8-38AE-FDBB-4B12-4AD65C42C976}"/>
                  </a:ext>
                </a:extLst>
              </p14:cNvPr>
              <p14:cNvContentPartPr/>
              <p14:nvPr/>
            </p14:nvContentPartPr>
            <p14:xfrm>
              <a:off x="5559624" y="6180984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D472AD8-38AE-FDBB-4B12-4AD65C42C97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41624" y="6163344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867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970CB-9C9B-9DAC-D2C9-06B8A5803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11BDD-8809-27C3-3390-AF065D869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You find Eigen Vectors and Eigen Values: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7EA9DE-C35C-699A-35A6-8171084D95B5}"/>
                  </a:ext>
                </a:extLst>
              </p:cNvPr>
              <p:cNvSpPr txBox="1"/>
              <p:nvPr/>
            </p:nvSpPr>
            <p:spPr>
              <a:xfrm>
                <a:off x="221741" y="720590"/>
                <a:ext cx="6160771" cy="17851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Verify: 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Av = </a:t>
                </a:r>
                <a:r>
                  <a:rPr lang="el-GR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λ</a:t>
                </a:r>
                <a:r>
                  <a:rPr lang="en-US" sz="20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v</a:t>
                </a:r>
              </a:p>
              <a:p>
                <a:endParaRPr lang="en-US" i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i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7EA9DE-C35C-699A-35A6-8171084D9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41" y="720590"/>
                <a:ext cx="6160771" cy="1785104"/>
              </a:xfrm>
              <a:prstGeom prst="rect">
                <a:avLst/>
              </a:prstGeom>
              <a:blipFill>
                <a:blip r:embed="rId2"/>
                <a:stretch>
                  <a:fillRect l="-791" t="-1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1EAD5DC-415C-76BD-1127-702A085E3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343" y="1140948"/>
            <a:ext cx="5420481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478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8BC94-9CC2-10CF-4EE3-3E677C2BF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97DC5-9786-5CE5-9460-6F0771BA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You find Eigen Vectors and Eigen Values: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477F9F-2B6B-20F5-1810-FCA8AECC69B6}"/>
                  </a:ext>
                </a:extLst>
              </p:cNvPr>
              <p:cNvSpPr txBox="1"/>
              <p:nvPr/>
            </p:nvSpPr>
            <p:spPr>
              <a:xfrm>
                <a:off x="221741" y="720590"/>
                <a:ext cx="6453379" cy="42473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(Optional) Normalize Eigen Vectors: 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(Optional) — diagonalization (since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symmetric)</a:t>
                </a: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Take orthonormal eigenvectors as columns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:</a:t>
                </a: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Because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is orthogonal (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ar-AE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) , we have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𝑃𝐷</m:t>
                    </m:r>
                    <m:sSup>
                      <m:sSupPr>
                        <m:ctrlP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ar-AE" i="1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 .  You can verify this last equation:</a:t>
                </a:r>
                <a:endParaRPr lang="en-US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477F9F-2B6B-20F5-1810-FCA8AECC6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41" y="720590"/>
                <a:ext cx="6453379" cy="4247317"/>
              </a:xfrm>
              <a:prstGeom prst="rect">
                <a:avLst/>
              </a:prstGeom>
              <a:blipFill>
                <a:blip r:embed="rId2"/>
                <a:stretch>
                  <a:fillRect l="-755" t="-717" b="-1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7D4EBBC-3C49-E370-B27A-24D0F4BB6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003" y="4662789"/>
            <a:ext cx="5049905" cy="20306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B4ACA99-FC97-3740-0812-6188FF2F0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1953" y="2935773"/>
            <a:ext cx="4477375" cy="11526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CED23AC-DBFF-528A-38D2-91035B508E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2927" y="1133262"/>
            <a:ext cx="1944386" cy="9306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E096DDF-7CDD-9AC8-1C25-BA8C1CCFFD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7836" y="1133262"/>
            <a:ext cx="1861187" cy="89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871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D0FEC-425B-E8D9-ADB9-BC9BEF897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3EA16-ABB7-9CF7-571F-F4C4B379E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EXTRA</a:t>
            </a:r>
          </a:p>
        </p:txBody>
      </p:sp>
    </p:spTree>
    <p:extLst>
      <p:ext uri="{BB962C8B-B14F-4D97-AF65-F5344CB8AC3E}">
        <p14:creationId xmlns:p14="http://schemas.microsoft.com/office/powerpoint/2010/main" val="1649105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0CE2E-EA5C-151F-AD9E-1A7FEF212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EE81A-733A-81EB-AA12-B1E5CDCE9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229"/>
            <a:ext cx="10515600" cy="39382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Key Properties of Eigen Vectors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E5E2FE-923D-2389-0229-892AFCE90642}"/>
              </a:ext>
            </a:extLst>
          </p:cNvPr>
          <p:cNvSpPr txBox="1"/>
          <p:nvPr/>
        </p:nvSpPr>
        <p:spPr>
          <a:xfrm>
            <a:off x="315468" y="1258747"/>
            <a:ext cx="107944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Poppins" panose="00000500000000000000" pitchFamily="2" charset="0"/>
              </a:rPr>
              <a:t>Eigen Vectors are not generally </a:t>
            </a: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Poppins" panose="00000500000000000000" pitchFamily="2" charset="0"/>
              </a:rPr>
              <a:t>orthogonal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Poppins" panose="00000500000000000000" pitchFamily="2" charset="0"/>
              </a:rPr>
              <a:t>, but they are orthogonal</a:t>
            </a:r>
            <a:r>
              <a:rPr lang="en-US" b="0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Poppins" panose="00000500000000000000" pitchFamily="2" charset="0"/>
              </a:rPr>
              <a:t> for a particular type of matrix such as a symmetric matrix.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FD5C33-D55D-7008-0612-A052603E9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" y="1905078"/>
            <a:ext cx="5768725" cy="235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018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62E3-C5ED-6811-BEF8-FBD695E56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5F4FEFF-0AC6-4EA9-998D-F68CD243E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3550" y="383071"/>
            <a:ext cx="2749030" cy="1735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F5F7D9-7875-935E-D9AA-905F1276E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64" y="514003"/>
            <a:ext cx="5795222" cy="14735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1FEB61-584E-C3BB-0641-F3DFDECC4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84" y="2034690"/>
            <a:ext cx="4902320" cy="150640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DEAEF3-57BD-9D40-23F0-C101D8FE8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485" y="3592304"/>
            <a:ext cx="4944292" cy="17166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D824BE-3B20-E2CA-A307-8E08FE1395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6390" y="2690556"/>
            <a:ext cx="2749030" cy="21535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B061E0-2D50-D3B2-AD4D-70615AFC87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84" y="5398656"/>
            <a:ext cx="4580410" cy="13391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37D6DD6-46BA-DB0C-BAF9-32D4E577BAC5}"/>
              </a:ext>
            </a:extLst>
          </p:cNvPr>
          <p:cNvSpPr txBox="1"/>
          <p:nvPr/>
        </p:nvSpPr>
        <p:spPr>
          <a:xfrm>
            <a:off x="338328" y="139099"/>
            <a:ext cx="444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Let’s see the effect of A on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basis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vectors: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91252-19B0-F936-BB02-2CD1FD3D891C}"/>
              </a:ext>
            </a:extLst>
          </p:cNvPr>
          <p:cNvSpPr txBox="1"/>
          <p:nvPr/>
        </p:nvSpPr>
        <p:spPr>
          <a:xfrm>
            <a:off x="5388102" y="5812459"/>
            <a:ext cx="65356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Conclusion: The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columns of a matrix A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tell you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the basis  vectors transform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under that matrix.</a:t>
            </a:r>
          </a:p>
        </p:txBody>
      </p:sp>
    </p:spTree>
    <p:extLst>
      <p:ext uri="{BB962C8B-B14F-4D97-AF65-F5344CB8AC3E}">
        <p14:creationId xmlns:p14="http://schemas.microsoft.com/office/powerpoint/2010/main" val="2569693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180" y="160939"/>
            <a:ext cx="5766786" cy="460498"/>
          </a:xfrm>
        </p:spPr>
        <p:txBody>
          <a:bodyPr>
            <a:noAutofit/>
          </a:bodyPr>
          <a:lstStyle/>
          <a:p>
            <a:r>
              <a:rPr lang="en-US" sz="2400" dirty="0"/>
              <a:t>Example of 3X3 matrix: (p1)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19060" y="284086"/>
            <a:ext cx="8878" cy="6276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0" y="866616"/>
            <a:ext cx="5959181" cy="36166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341" y="284086"/>
            <a:ext cx="5307975" cy="4782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667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180" y="160939"/>
            <a:ext cx="5766786" cy="460498"/>
          </a:xfrm>
        </p:spPr>
        <p:txBody>
          <a:bodyPr>
            <a:noAutofit/>
          </a:bodyPr>
          <a:lstStyle/>
          <a:p>
            <a:r>
              <a:rPr lang="en-US" sz="2400" dirty="0"/>
              <a:t>Example of 3X3 matrix: (p2)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19060" y="284086"/>
            <a:ext cx="8878" cy="6276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47" y="745724"/>
            <a:ext cx="5726886" cy="47045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087" y="745724"/>
            <a:ext cx="5480764" cy="529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997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180" y="160939"/>
            <a:ext cx="5766786" cy="460498"/>
          </a:xfrm>
        </p:spPr>
        <p:txBody>
          <a:bodyPr>
            <a:noAutofit/>
          </a:bodyPr>
          <a:lstStyle/>
          <a:p>
            <a:r>
              <a:rPr lang="en-US" sz="2400" dirty="0"/>
              <a:t>Example of 3X3 matrix: (p3)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19060" y="284086"/>
            <a:ext cx="8878" cy="62765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71" y="621438"/>
            <a:ext cx="4639610" cy="310718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69" y="3832221"/>
            <a:ext cx="4117673" cy="296341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392" y="284086"/>
            <a:ext cx="5277876" cy="555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87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1518</TotalTime>
  <Words>984</Words>
  <Application>Microsoft Office PowerPoint</Application>
  <PresentationFormat>Widescreen</PresentationFormat>
  <Paragraphs>114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Poppins</vt:lpstr>
      <vt:lpstr>Symbol</vt:lpstr>
      <vt:lpstr>Wingdings</vt:lpstr>
      <vt:lpstr>Office Theme</vt:lpstr>
      <vt:lpstr>Eigen Vector And  Eigen value</vt:lpstr>
      <vt:lpstr> Eigen vector and Eigen value</vt:lpstr>
      <vt:lpstr> Eigen vector and Eigen value</vt:lpstr>
      <vt:lpstr>Eigen Vector And Eigen Value: Definition</vt:lpstr>
      <vt:lpstr>How do You find Eigen Vectors and Eigen Values</vt:lpstr>
      <vt:lpstr>How do You find Eigen Vectors and Eigen Values: Example</vt:lpstr>
      <vt:lpstr>How do You find Eigen Vectors and Eigen Values: Example</vt:lpstr>
      <vt:lpstr>How do You find Eigen Vectors and Eigen Values: Example</vt:lpstr>
      <vt:lpstr>How do You find Eigen Vectors and Eigen Values: Example</vt:lpstr>
      <vt:lpstr>How do You find Eigen Vectors and Eigen Values: Example</vt:lpstr>
      <vt:lpstr>EXTRA</vt:lpstr>
      <vt:lpstr>Key Properties of Eigen Vectors</vt:lpstr>
      <vt:lpstr>PowerPoint Presentation</vt:lpstr>
      <vt:lpstr>Example of 3X3 matrix: (p1)</vt:lpstr>
      <vt:lpstr>Example of 3X3 matrix: (p2)</vt:lpstr>
      <vt:lpstr>Example of 3X3 matrix: (p3)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159</cp:revision>
  <dcterms:created xsi:type="dcterms:W3CDTF">2025-09-22T02:44:38Z</dcterms:created>
  <dcterms:modified xsi:type="dcterms:W3CDTF">2025-10-27T05:03:00Z</dcterms:modified>
</cp:coreProperties>
</file>