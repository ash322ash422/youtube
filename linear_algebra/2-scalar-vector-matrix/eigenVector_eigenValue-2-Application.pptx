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8" r:id="rId2"/>
    <p:sldId id="277" r:id="rId3"/>
    <p:sldId id="299" r:id="rId4"/>
    <p:sldId id="279" r:id="rId5"/>
    <p:sldId id="300" r:id="rId6"/>
    <p:sldId id="276" r:id="rId7"/>
    <p:sldId id="281" r:id="rId8"/>
    <p:sldId id="301" r:id="rId9"/>
    <p:sldId id="280" r:id="rId10"/>
    <p:sldId id="302" r:id="rId11"/>
    <p:sldId id="282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1.4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524 192 401 0,'0'0'166'0,"0"0"-48"0,0 0-41 16,0 0-25-16,0 0-20 0,0 0 4 0,3-13-4 16,-3 13 2-16,0 0-7 0,0 0 8 15,0 0-1-15,0 0-1 0,0 0 1 0,0 0 0 16,0 0-7-16,0 0-3 15,0 0 6-15,0 0-9 0,0 0 3 0,0 0-1 16,0 0-2-16,0 0-2 0,-22-14 0 16,22 14 1-16,0 0 0 0,-12-8 2 0,12 8-9 15,-14-7 0-15,14 7 1 0,-15-6 0 16,15 6 0-16,-17-5 3 0,8 0-3 0,9 5-3 16,-21-5 3-16,11 3-2 0,10 2 2 15,-24-3-1-15,13 1-4 0,11 2-1 0,-23-3 0 16,13 2 0-16,10 1 0 0,-21-2-4 0,21 2 4 15,-15-2-4-15,15 2 3 0,-16 0-3 16,16 0-3-16,0 0 3 0,-22 3-5 0,22-3 6 16,-13 2-5-16,13-2 3 15,-12 3-6-15,12-3 3 0,-15 8 5 0,6-4-5 16,9-4 1-16,-16 10-1 0,7-4 4 16,-1 3-2-16,3-1-2 0,-3-1 1 15,1 3 3-15,-1 1-4 0,1 1 2 0,1-2 2 16,-1 0-4-16,-1 0 0 0,3 1 3 0,-2 1-3 15,2-3 5-15,-2 2-3 0,5 0 0 16,-5-1-2-16,2 1 1 0,1-1 2 0,2 0-1 16,-5 0-1-16,5 2-4 0,-2-2 5 15,6-10 0-15,-7 21-1 0,4-10 1 0,-1 0-3 16,-1-1 3-16,4 3 1 0,-2 0 2 16,1 2-3-16,0 0-3 0,2-2-1 15,0 1 1-15,1 3 3 0,-1-4 1 0,3 5-2 16,-2-2 0-16,2 0-1 0,2-2 2 15,0 1-4-15,0 1 5 0,3-2 1 0,0 1-4 16,-1-1 2-16,3 2-2 0,3 0 2 16,-2-3 1-16,2-1-3 0,-1 0 1 0,2-1-2 15,2 1 5-15,2-3-1 0,-1 3 0 16,2-2 3-16,0-1-4 0,-2-1 0 0,3 0 0 16,0-1 1-16,-2-1 0 0,2-1-2 15,-1 0 1-15,-2 0-1 0,2-1 0 16,-2 0-2-16,1 0 2 0,-3-3 2 0,1 3 1 15,-1-1-4-15,-4-2 2 16,-11-1 3-16,25 1 5 0,-13-1 1 0,-12 0-1 16,26-2 4-16,-15-2-4 0,1 0 3 0,2 0 2 15,-1-4-2-15,3 0 2 0,0-2 2 0,0 1-3 16,0-2-2-16,0-1 2 0,-1-2-2 16,1 0 1-16,0 1-3 0,2-1-2 0,-4-2 3 15,2 2 1-15,0 0-3 0,-2-3 1 16,4 3 0-16,-4-3 6 0,1 2-4 0,-2 2 4 15,-2-1 5-15,1 0-3 0,-2 0 4 16,-3 1-1-16,2 0-4 0,-1-2-2 16,-2 0 2-16,3 0 0 0,-6-1-5 15,1 1 1-15,2-3-4 0,-3 1-2 0,-2 2-2 16,-1-1 2-16,0 1-2 0,0-2 1 16,-1 0-4-16,-1 1 1 0,-2 0 0 15,-2 0 3-15,3 0 4 0,-3 0 1 0,-4-2-2 16,2 1 2-16,-2 0-2 0,-1 2 2 0,1-1-1 15,-1 2 1-15,-1-2 0 0,1 4-3 16,-2-1 0-16,0 0-2 0,-3 1-2 0,4 2 2 16,-1 1 2-16,0 0-3 0,-3-1-1 15,-1 0-1-15,2 2 1 0,1 0-1 0,0 1-1 16,-1 1 0-16,1 0-1 0,1 1 1 16,-2-1 0-16,5 1-2 0,10 5 0 15,-22-7 0-15,14 3 1 0,8 4-3 0,-22-4 2 16,12 2-7-16,10 2-12 0,-17-1-21 15,17 1-24-15,0 0-31 0,-21 2-22 0,21-2-37 16,0 0-161-16,0 0-249 0,0 0-66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3.66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92 56 1417 0,'-11'-5'-41'0,"11"5"8"15,-13-8 8-15,13 8 3 0,-13-6 7 16,13 6 13-16,-13-9 9 0,13 9 4 0,-12-8 0 15,12 8 3-15,-7-6-1 0,7 6 3 0,0 0-10 16,-13-7 6-16,13 7 0 0,0 0 1 16,0 0-3-16,-10-7-1 0,10 7 1 0,0 0-2 15,0 0-3-15,0 0 0 0,0 0-1 16,0 0-2-16,0 0 3 0,0 0 0 0,0 0-6 16,40 0 5-16,-40 0 1 15,25 3-8-15,-11 2 11 0,2 1-7 0,-1 0 3 16,1 2 1-16,1 0-1 0,0 2 0 15,1-1 0-15,0 0-1 0,0 4 0 0,-1-2-1 16,-1 1 0-16,0 0 4 0,0 0-4 16,0-1-4-16,-5 0 5 0,-1 1-1 0,5 0 1 15,-1 0-1-15,1 1-4 0,-7-1 5 16,4 2-2-16,4 1 3 0,-6-1 0 0,1 1 3 16,2 0-2-16,0-1-1 0,0 3-2 15,-2-4 3-15,-1 3 2 0,0-4 0 0,1 4 5 16,0 1 3-16,-1 0-2 0,1-2-2 15,1 1 4-15,-2 1 0 0,1-2 5 0,0 1-5 16,-1-1 2-16,0 2-5 0,-3-4 2 16,2 5-2-16,-1-1 1 15,1-3-2-15,-3 0-4 0,1-1 2 0,0 0-2 0,-2 2 2 16,0-1-2-16,1 0-1 0,-2 0 0 16,1 1 0-16,1 0 1 0,-6 0-2 15,4 1-1-15,-1 1 2 0,-2-1-1 0,4 1-1 16,-3-1 0-16,1 2 2 0,0-1 1 0,-1 1-3 15,-2 1 0-15,3-2 1 0,-3 0-2 16,1-2 1-16,0 2-3 0,-1 0 6 16,2 0-5-16,-2-2 3 0,0 3 1 15,0-2-2-15,0 2 2 0,0-1-1 0,-2-1-2 16,2 0 1-16,-1 1 1 0,1-1-3 16,-3 0 0-16,3 3-3 0,-1 1 6 0,-1-4-4 15,2 3 0-15,-1-2 3 0,-1 1-4 16,-1 0 0-16,1 3 3 0,-1-2-2 0,0 0 2 15,1 3-2-15,-2-1 3 0,3-1-2 16,-2-2 0-16,0 2-1 0,1-2 3 0,1 3 1 16,-1-4-3-16,1 2 2 0,-2-2-1 15,0-1-2-15,2 2 2 0,-1-5-3 0,-1 2 0 16,2 3 1-16,0-7 2 0,-1 2 2 16,1-1 0-16,1-12-1 0,-2 24-1 15,1-12 1-15,-1 0 0 0,2-12 0 0,-3 26-2 16,3-13 0-16,-4 2 1 0,1 2-2 15,0-1 4-15,-1 1-3 0,1-1-1 0,-1 3 2 16,-1-3 1-16,0 3-1 0,0-1-1 16,1 0 1-16,1-1-1 0,-1 1 0 0,-1 0 1 15,1-2 1-15,1 0-2 0,0 0-2 16,0-1 1-16,1 2 3 0,-1-1-2 0,1-3 2 16,-1 0-3-16,2 1-2 0,-1-1 5 15,0 0-4-15,0 0 4 0,-1 0-2 0,2 1 0 16,1-14 2-16,-3 25 0 0,0-10-1 15,2 0-4-15,-2-1-4 0,1 0 7 0,1-1-2 16,-1 3 1-16,1-1 2 16,-1 2-2-16,2-1-4 0,2 1 8 0,-4-1 1 15,0 2-4-15,2 1-3 0,1-3 5 0,-1 1-3 16,0 2 1-16,1-1 0 0,1 0 0 16,-4 0 1-16,4 0 1 0,-1-1-2 15,1 1 2-15,-2-2-1 0,0 2-3 0,0-2 4 16,1 0 0-16,1 2-1 0,-2-4-1 0,1 2 4 15,-1-2-6-15,2 2 4 0,-2-3 1 16,0 2-3-16,1 1 3 0,-1-3-5 0,3 0 5 16,-3-13-2-16,0 28-1 15,3-15 0-15,-2 2 0 0,1-2 0 0,-2 0 2 16,3 5-2-16,-1-4 4 0,0 2-9 16,-1-2 6-16,-1 0-2 0,3 4 0 0,0-3 3 15,-1-1-4-15,0 2 3 16,-2-3 0-16,2 0-2 0,-1 0 4 0,1 1-2 0,-1 3-1 15,2-5 2-15,0 2 0 0,-2-1-3 16,2 0 6-16,0 1-2 0,-1-2 1 0,1 3-2 16,-1-4-2-16,1 1 2 0,-1-1 0 15,-2-11-2-15,3 22 2 0,-2-11-1 16,2 1-1-16,-3-12 2 0,3 21 1 0,-2-11-1 16,-1-10-1-16,3 20-3 0,-3-9 2 15,0-11 0-15,3 22 2 0,0-12-1 0,-3-10 0 16,3 20 2-16,-2-8-1 0,-1-12 0 15,2 20 0-15,-1-8-1 0,-1-12 1 0,2 22-3 16,-1-12 1-16,2 0 0 0,-3-10-3 16,4 19 2-16,-2-8 4 0,-2-11-2 0,1 18-1 15,2-9 0-15,-3-9 2 0,2 18 0 16,-2-18 1-16,2 16-2 0,-2-16 1 0,3 14 0 16,-3-14 0-16,3 15-1 0,-3-15 2 15,3 14-1-15,-3-14 1 0,2 12 0 0,-2-12-2 16,2 11-1-16,-2-11-1 0,0 0 2 15,2 14 0-15,-2-14-1 0,0 0 1 0,0 0-2 16,1 14-1-16,-1-14 2 16,0 0-3-16,0 0 4 0,2 14 4 0,-2-14 4 15,0 0 0-15,0 0 7 0,0 0 5 16,0 0 1-16,0 0 6 0,0 0 0 0,0 0 4 16,0 0-5-16,0 0-1 0,0 0-6 0,0 0 1 15,0 0-1-15,0 0-2 0,0 0-3 16,0 0-1-16,0 0-1 0,0 0-2 0,-28-28-5 15,23 19-1-15,-1-1 2 0,-3 1-1 16,-2-2 0-16,3-3-3 0,-3 2 0 0,-1-1 1 16,1 0-2-16,-2-1-1 15,4 2 0-15,-3 0 0 0,2 2-1 0,0 0 0 16,2 0-1-16,-3-1 3 0,3 3 0 16,-1-1-2-16,3 0-1 0,6 9 1 0,-11-13 0 15,11 13-2-15,-10-10 0 0,10 10 0 16,-8-8-3-16,8 8 1 0,0 0 0 0,-7-11-2 15,7 11-1-15,0 0 2 0,-7-7-1 16,7 7-3-16,0 0 4 0,0 0-3 0,0 0 0 16,0 0 0-16,0 0 1 0,0 0-1 15,0 0 1-15,0 0 1 0,0 0-1 16,0 0 2-16,0 0 0 0,0 0 2 0,0 0-5 16,26 23 2-16,-20-11 2 0,4-1 0 15,0 4-1-15,2 0 4 0,1 1-3 0,1-2 0 16,0 3 0-16,4 2 3 0,-1 1 0 15,-2-4-1-15,0 3 2 0,0-4-1 0,-1-2 0 16,-1-1-1-16,-3-1-1 0,2-1 2 16,0 0 0-16,-5-2 0 0,1 0 1 0,0-1-1 15,-8-7 5-15,11 10 3 0,-11-10 5 16,9 10 7-16,-9-10 5 0,9 5 0 0,-9-5-2 16,0 0-3-16,0 0 1 0,0 0-5 15,23-10 1-15,-23 10-5 0,8-15 3 0,0 7-4 16,-6-4 0-16,6-1-4 15,0 0 0-15,-2-2-3 0,4-2 3 0,-1 1-2 16,1 1-1-16,0-2 1 0,-1 3-1 16,0 3-4-16,-2-2 2 0,3 0 1 0,-4 2-2 15,1 3-1-15,-1-1 1 0,-6 9-2 16,11-15-1-16,-11 15 6 0,7-9-6 0,-7 9 2 16,6-9 1-16,-6 9-5 0,7-10-6 15,-7 10-13-15,0 0-28 0,5-16-45 0,-5 16-54 16,1-17-98-16,-1 3-197 0,0 0 11 0,-1-4-138 15,-1-1-72-15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7.5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540 107 475 0,'0'0'118'0,"-9"-5"-38"16,9 5-29-16,0 0-20 0,0 0 1 15,0 0-13-15,-16-5-7 0,16 5-3 0,0 0 3 16,-20-3 1-16,20 3 0 0,-19-2 0 16,19 2-3-16,-21 0 8 0,9-1 2 0,12 1 2 15,-17-2 8-15,17 2 5 0,-18-2-1 16,18 2-5-16,-14-1 5 0,14 1-4 16,-16-2 0-16,16 2-3 0,0 0 2 15,-17-2-3-15,17 2-1 0,0 0-1 0,-13-2-6 16,13 2 4-16,0 0-6 0,0 0-2 15,-18-3 0-15,18 3-4 0,0 0-5 0,0 0 2 16,0 0-2-16,-20 3-2 0,20-3 6 16,-12 4-6-16,12-4 2 0,-13 5 0 0,13-5-7 15,-13 7 3-15,8-1 0 0,5-6 2 0,-16 7-3 16,10 0 3-16,6-7-1 16,-13 12 0-16,4-8 1 0,9-4-1 0,-11 15-2 0,4-5-2 15,1-3 0-15,6-7-1 0,-12 18 3 16,6-9-1-16,2 1 0 0,-2-1 2 15,1 1 0-15,0 1-7 0,5-11 8 16,-10 19-2-16,7-8 0 0,-4 1-2 0,3 1 4 16,-2 0-2-16,3-1-2 0,-3 0 3 15,0 2-1-15,2-1 0 0,0 1 0 0,-2-1-1 16,2 0-2-16,-1 1 3 0,1-1 0 16,0 1 4-16,-1 2-4 0,1-3-5 0,0 2 9 15,-1 0-7-15,1-1 1 0,0-3 4 16,-2 2-3-16,0 3-4 0,3-3 4 0,-1 2 2 15,1-2-1-15,-1 3 5 0,1-1-4 16,1 0-3-16,-1-1 4 0,0 3-2 16,3-1 1-16,-1 1-2 0,1 2 2 15,-1-2-3-15,1 2 4 0,0 0-6 0,0 0 3 16,-2 2 2-16,4-1 2 0,-4 0-1 0,1 2-1 16,1 1 3-16,0-3-5 0,-2-1 4 15,1 1-1-15,-1 0-5 0,2 0 2 0,-3-3 1 16,2 1-2-16,0-1 2 0,-1-1 0 15,1-1-2-15,-2 0 3 0,3-2-4 0,0-13 6 16,-3 30 0-16,3-17-2 0,-2 5 0 16,4-1 2-16,-2-1-2 0,1 2 2 0,2 1-2 15,0 1-1-15,0-1 5 0,0 3 0 16,-2 3-1-16,4-2-5 0,-1 1 3 16,0-1-1-16,-1 3 2 0,2-3 1 15,-3 2-2-15,3-3 1 0,-1 1 4 0,-2 1-3 16,2-2-4-16,-1 0 4 0,1-1 0 15,-1-3 4-15,0-1-10 0,0 1 4 0,1-1-1 16,0 1 1-16,1-2 0 0,-4 1 1 16,2-2 0-16,0 1-2 0,1-1 0 0,-1 0 3 15,-1-2-3-15,-1 0 2 0,1 1 0 16,1 1 1-16,-1 0 0 0,1-2-1 0,0 0 0 16,0 1 2-16,-1-2 3 0,-1 1-6 15,2 1 4-15,0 0-1 0,0 1 0 0,1-1 1 16,0 0-8-16,1-1 7 0,0 2-1 15,1-1 5-15,1 0-3 0,1 1 4 16,-3-1-1-16,6 3 0 0,-4-3-1 0,4 2 1 16,-2 2-1-16,0-7 0 0,1 3 4 15,-2-1-6-15,3 2 1 0,-1 2-2 0,1-2 2 16,-1 1-5-16,-1-2 2 0,1-1 0 16,0 1-1-16,0 0 1 0,-1-3-2 0,3 4 0 15,-2-2 4-15,-2-1-2 0,4 0 0 16,-2 0 0-16,0-1 3 0,-1 0-2 0,1-1-1 15,2 0 0-15,-1 0 5 16,-1 2-2-16,3-2 1 0,2 0 3 0,-1 2 1 0,-1-3 0 16,-1 1-1-16,2-2-6 15,2 4 2-15,0-2 3 0,-3-2-3 0,0 0 0 16,1 4-1-16,1-3 0 0,-2 0 0 16,0-1 0-16,1 1-1 0,-1 0-1 0,3 2 1 15,-1-3 0-15,-2 2-4 0,1-2 2 16,2 3 1-16,-2 1 0 0,1-5-1 0,-1 1-2 15,2 1 2-15,0-1-2 0,1 2 1 16,-2-3 2-16,-1 1-3 0,1-3 0 16,-2 5 3-16,0-3-2 0,1-1 0 0,-2 0-3 15,-2 1 2-15,1-3-1 0,-2 2 4 0,-9-6-2 16,17 10 1-16,-6-7 1 0,-3 2-3 16,-8-5 0-16,19 8 3 0,-10-2 3 15,1-2-1-15,1 0 2 0,0 1 2 0,-11-5 1 16,28 4 1-16,-12 2-2 0,0-3 3 15,3 1-1-15,0 0 3 0,0 0-5 16,-2 0 0-16,2-2 1 0,-1 2-4 0,0 0 3 16,-1 0-4-16,-1-2 3 0,0 1-4 0,-3-2 1 15,0 1 1-15,-13-2-2 16,25 3 4-16,-14-1-3 0,1 0 0 0,-12-2 0 0,24 1 0 16,-12 1 2-16,-12-2 0 0,24 0 4 15,-9 0-3-15,-1 0 4 0,-14 0 2 0,28-2-2 16,-12-1 1-16,-1-1 1 0,1 0 2 15,0-1 2-15,0 0 1 0,1 0 3 0,1-3-1 16,2-1 3-16,-1-1-1 16,-2 2-2-16,-1-3 2 0,0 1-2 0,0-1-1 15,0 0 0-15,0 0-4 0,-2-1 2 16,1-1-6-16,-1 0 1 0,-1-1-1 0,0 0 0 16,1 0 0-16,-1-2-2 0,-1 1 0 0,1-2-2 15,-1-1 5-15,-1 1 1 0,-1-2-2 16,2 1-1-16,-2-1 0 0,0 1 0 0,0-2 3 15,-1-2-1-15,1 1 0 16,-3-1 2-16,0 4-4 0,1-4 5 0,-3 0-2 0,3 2 2 16,-3-2 4-16,0 2-4 15,-1-1-2-15,2 1 0 0,-2-2-1 0,2 0 0 16,-3 5-2-16,1-5 2 0,-1 0-3 16,1 2 2-16,2-3-2 0,-3 5-2 0,-1-3 2 15,-1 4 2-15,0-4-2 0,1 2-4 16,-2 0 0-16,1-5 1 0,-1 3 3 0,-1-3-1 15,-1 0-8-15,0 0 4 0,0 0-2 16,-1-2 1-16,-1 1 1 0,0 0-1 0,1 0 3 16,1-1-1-16,-1 1-6 0,-1-2 2 15,0 2 2-15,-2-5-2 0,2 5 6 0,-1 0-9 16,-1 1 2-16,2-4 1 0,-2 3-2 16,-2-3 1-16,5 4 1 0,-6-4-1 15,2 5 1-15,-3-4-2 0,1-1 9 0,-1 2-4 16,0-2-2-16,0 1-1 0,-2 1 4 15,1-1-5-15,-1 1 1 0,-1-2 3 0,1 1-5 16,2 1-1-16,-1 1 0 0,1 0 1 16,0 0-4-16,-1 4 6 0,3 1-4 0,-2-2 0 15,0 2 3-15,-1 1 1 0,1-1 0 16,0 0-2-16,-1 1-1 0,1 1 1 0,-2 0-2 16,0 3 1-16,2-3 3 15,-1 1-5-15,-1 1 2 0,2-1 4 0,0 2-1 0,0-1-3 16,0 0 0-16,2 2 3 15,0 1-5-15,-1-1 2 0,0 1 1 0,1 0 0 16,-1 0 0-16,-1-1 1 0,3 2-4 16,-3-1 5-16,0-1-6 0,-3 0 0 0,4 0 4 15,0 1-2-15,-5 2 3 0,2-3-1 16,-2 0 1-16,4 4-5 0,-3-4 4 0,1 4-6 16,1-2 6-16,-2 2 3 0,2 0-4 15,0-1 3-15,-1 0 0 0,4 2-2 16,-2 1 0-16,1-1 2 0,-1-1-3 0,0 2 1 15,-1-2 0-15,1 2-3 0,3-2 1 0,-3 2 4 16,-2-1-5-16,4 1 2 0,-5 1 0 16,3-2 1-16,1 0-2 0,-4 1 1 15,1-1-4-15,-1 0 1 0,-1 2 1 0,0 0 2 16,1-2-3-16,-2 2 4 0,1 0-1 16,1 0 3-16,-2 1-6 0,1-1 2 0,1 1 2 15,0 0-2-15,0 0-3 0,-2 0 4 16,5 1-1-16,-3-2 1 0,13 7-2 0,-20-7 3 15,10 3 0-15,0 0 1 0,10 4-5 16,-18-8 2-16,10 4 5 0,8 4-3 0,-18-6-3 16,18 6 1-16,-16-8-2 0,6 4 1 15,10 4 1-15,-17-8 4 0,8 3-5 0,9 5 4 16,-18-7-1-16,7 2-1 0,11 5 4 16,-20-6-4-16,10 1 2 0,10 5-4 15,-20-9 0-15,8 5-1 0,1 0 2 16,11 4 0-16,-23-8 0 0,11 5-2 0,1-1 2 15,-3 1 1-15,14 3-2 0,-20-8 2 16,9 6-3-16,11 2 2 0,-21-6 5 0,13 2-2 16,8 4-3-16,-16-5 3 0,16 5-2 15,-13-5-3-15,13 5 3 0,0 0-1 0,-15-3-3 16,15 3-1-16,0 0 4 0,-11-5-4 16,11 5 1-16,0 0 2 0,0 0-9 0,-13-4-18 15,13 4-22-15,0 0-32 0,0 0-41 0,0 0-32 16,0 0-37-16,-26 5-206 15,26-5-49-15,-20 2-144 0,7-5-92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40.9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1532 0,'0'0'-60'0,"0"0"13"0,0 0 10 0,0 0-6 16,0 0 12-16,0 0 4 0,0 0 6 16,0 0-1-16,0 0 7 0,0 0 4 0,0 0 4 15,0 0 1-15,0 0 0 0,0 0-4 0,0 0 1 16,0 0-5-16,0 0 7 16,0 0 1-16,0 0 1 0,0 0 6 0,0 0-7 15,0 0-1-15,0 0-1 0,0 0 4 16,0 0 0-16,0 0 0 0,19 24 2 0,-19-24 4 15,3 19-1-15,1-8-4 0,-1 0 1 16,0 0 10-16,0 2-2 0,1 1 0 0,1 2 3 16,-1-2 0-16,-1 2-3 0,1-2 4 15,3 0-1-15,-1 1 1 0,-1 1 1 0,0 4 8 16,4-3-1-16,-2 1 1 0,2 1-2 16,-2-1-1-16,2 0-1 0,-2 0 0 0,3 0 2 15,-3-1-7-15,3 3 2 0,1-1-5 16,-1 0 5-16,0 0-3 0,1 4-3 0,1 2 3 15,2-1-3-15,1 0 4 0,-2 1-3 16,3-2-3-16,-2 1 0 0,2 1 1 16,0-1 2-16,0 1 1 0,1-1-4 0,-1-1 3 15,0 0-3-15,0 0 1 0,0-1-3 16,0 0 0-16,0 0 1 0,-2 0-1 0,0 0 5 16,1-1-7-16,-1 2 5 0,-1-1-2 15,3 0 0-15,-1-2-4 0,-2-1 5 0,-2-2-5 16,4 4 4-16,-2-3 1 0,6 2-7 15,-5 1 6-15,0 1 1 0,-1-1-4 0,2-1 3 16,-2-1-2-16,4 1 3 0,-1-1-8 16,0-1 2-16,-2-2 3 0,-2-1 3 15,5 4-2-15,-4-3-1 0,0 1 2 0,0-4-3 16,2 4-2-16,-5-3 4 0,3 0 1 16,1 0-2-16,-2 1 5 0,-1-2-6 15,2 0 1-15,-4 0 3 0,0 0-2 0,4 0-3 16,-4-1 0-16,2 0 5 0,-2-1-5 15,1 1 1-15,1-2 4 0,1 3-5 0,-2 0 4 16,2-1-3-16,-1 2 2 0,2-1 1 0,0 0-2 16,5 3-2-16,-4-5 4 0,2 3-1 15,0-1 8-15,1-2-2 0,-1 1-1 0,-2 0 0 16,4-2 1-16,-2 0 0 16,0 0 4-16,-2-2-4 0,1 0 2 0,-1 1-7 15,0-1 4-15,4 2-1 0,-5-1 0 16,0-1-3-16,1 0 1 0,1 0 0 0,-1 1 2 15,1 0-5-15,-1-1 7 0,2-1-6 16,-2 2 1-16,4-1 2 0,0 2-1 0,-2-3-1 16,2 0 1-16,0 2-1 0,1 0-1 15,-1 0 1-15,-2-1-1 0,1 1-2 0,-3-3 0 16,2 2 6-16,2 0-3 0,-1 1-2 16,0 1 4-16,-1-2-5 0,-3-1 4 0,4 3-2 15,-2-2 1-15,-1 0 0 0,1 1-1 16,-1-1-1-16,1-1-2 0,-1 0 3 15,3 2 0-15,-2 0 3 0,2-1-1 0,-2 0 0 16,-1 0 4-16,4 2-3 0,-3-3-2 16,0 1-1-16,2 2 3 0,-2-3 1 0,-1 3-4 15,3-2 1-15,2 1 1 0,-4-1 0 16,1-1 1-16,-2 0-1 0,0 0 3 0,5 0-1 16,-3 2 1-16,-1-2-1 0,3 2-1 15,-2-3 3-15,3 3 0 0,0-1-4 0,1-2 3 16,0 1-1-16,2 1 0 0,0-1 1 15,1-1-2-15,-2 1-2 0,3 1 4 16,-3-4 0-16,2 2 0 0,-2-1 0 0,0 0-2 16,2 0 5-16,-4-2-2 0,0 1 1 15,-2-1 0-15,1 1-2 0,0-1 2 16,-2 0-4-16,3-1 6 0,-3 1-5 0,0-1 1 16,1 1 1-16,1-2 0 0,-4 3-2 0,3-2 1 15,-2 0 1-15,-1-1-2 0,1 1 1 16,1-1-1-16,0-1-3 0,2 2 0 0,0-2 1 15,2 1 2-15,0-1 0 0,0-1-2 16,5 1-1-16,-3-2 0 0,1 2 1 0,0 0-3 16,0 0 0-16,3-1-1 0,-3-2 2 15,-3 3 0-15,2-2-1 0,0 0 1 0,-1 2 1 16,0-2 2-16,-1 0-1 16,3 1-2-16,-4-1 3 0,-1-1-2 0,1 3-2 15,-3-2 4-15,0 1-5 0,1-1 4 16,-1-1-1-16,-1 3 0 0,1-3-5 0,-2 2 3 15,2 0 2-15,-3-2 0 0,-13 3-3 16,27-4 0-16,-9 3 1 0,-1-3 2 0,-5 2 0 16,1 1-1-16,-13 1-2 0,26-4 0 15,-15 3-1-15,-11 1 1 0,26-3-3 0,-13 1 3 16,0 0 3-16,-13 2-2 0,25-3 1 0,-12 1 1 16,-2 0-3-16,-11 2 0 0,26-4 3 15,-16 1-3-15,1-1 4 0,-11 4-2 0,23-6 1 16,-15 2-4-16,-8 4 7 0,19-7-3 15,-6 3 0-15,-13 4-1 0,18-7 1 16,-11 2 4-16,-7 5-5 0,16-11-1 16,-6 7-2-16,-10 4 1 0,16-10 4 0,-11 6-2 15,-5 4-2-15,16-9 0 0,-7 4 0 16,-9 5 2-16,16-9-1 0,-9 5 0 0,-7 4-2 16,19-8 4-16,-12 3-2 0,-7 5-1 15,17-9-2-15,-9 5 1 0,-8 4 0 0,16-9 1 16,-8 5 1-16,-8 4-2 0,16-9-1 15,-6 4-1-15,-1 0 5 0,-9 5-2 0,16-10 1 16,-6 5 1-16,-10 5-4 0,16-8 1 16,-9 3 3-16,-7 5-3 0,15-9 2 15,-15 9-1-15,14-8 1 0,-14 8 1 0,13-8-1 16,-13 8 1-16,9-7 0 0,-9 7-3 16,10-8 2-16,-10 8 0 0,11-7-1 0,-11 7-1 15,10-7 1-15,-10 7 0 0,13-6 1 16,-13 6-3-16,8-5 3 0,-8 5-3 0,11-5 3 15,-11 5-2-15,10-9 0 0,-10 9 0 16,9-4 2-16,-9 4-1 0,10-7 4 0,-10 7-4 16,0 0 1-16,15-6 1 0,-15 6-5 15,7-7 6-15,-7 7-2 0,11-8 1 16,-11 8-2-16,13-9 3 0,-5 3-4 16,-8 6 2-16,11-9 0 0,-11 9 0 0,13-10 0 0,-13 10 1 15,10-10-3-15,-10 10 4 16,9-9 1-16,-9 9 1 0,7-9 6 0,-7 9-3 15,7-8 3-15,-7 8 0 0,0 0 4 0,10-11-2 16,-10 11 4-16,0 0 0 0,3-6-4 16,-3 6 2-16,0 0 0 0,0 0-3 0,0 0-1 15,6-11-1-15,-6 11-2 0,0 0-2 16,0 0 2-16,0 0-4 0,0 0 0 0,0 0-1 16,0 0 0-16,0 0-1 0,-17-13 0 15,17 13 0-15,0 0-1 0,-22-3 2 0,22 3-1 16,-16 0 0-16,16 0-1 15,-19 3 0-15,19-3 0 0,-17 0-2 0,17 0 0 16,-19 0-1-16,19 0 2 0,-17 3-3 16,17-3-1-16,-17 1 6 0,17-1-3 0,0 0 0 15,-15 1 1-15,15-1-1 0,0 0 0 16,-13 3 0-16,13-3 1 0,0 0 2 0,0 0-1 16,0 0-2-16,-17 1 1 0,17-1 0 15,0 0 1-15,0 0-1 0,0 0 0 0,0 0-2 16,0 0-1-16,0 0-4 0,0 0 4 15,0 0 2-15,0 0-3 0,0 0 5 0,0 0-2 16,0 0 0-16,0 0 0 0,58-6-2 0,-38 4 1 16,-1 1 1-16,-1-2-1 15,1 3 4-15,-1-2-2 0,-5 0-4 0,-13 2 3 16,26-1 1-16,-16 1 0 0,-10 0-1 16,17-1 2-16,-17 1-5 0,16-1 3 0,-16 1-3 15,0 0 0-15,16 0 1 0,-16 0-1 16,0 0-2-16,0 0 1 0,19 3-2 0,-19-3 3 15,0 0 1-15,7 8-2 0,-7-8 5 16,6 8-3-16,-6-8 1 0,3 11 2 0,-3-11-5 16,2 13 3-16,-2-13 2 0,3 16-1 15,-3-16-4-15,0 17 6 0,0-17-3 0,0 21 2 16,0-21 0-16,-3 18-1 0,3-18 0 16,-2 15 2-16,2-15 0 0,0 16 1 0,0-16 0 15,-3 12-6-15,3-12-27 0,0 0-39 16,0 0-91-16,0 0-254 0,0 0-159 15,0 0-75-15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47.2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1834 4 1452 0,'0'0'-64'0,"0"0"18"16,0 0 13-16,0 0 7 0,0 0 1 15,0 0 2-15,0 0 3 0,0 0 6 0,0 0-2 16,0 0 10-16,0 0-6 0,0 0 2 16,0 0 0-16,0 0 2 0,0 0-3 0,0 0 5 15,0 0-1-15,0 0-4 0,0 0 10 16,0 0-1-16,0 0-1 0,0 0-1 15,0 0 7-15,0 0 2 0,0 0 3 0,0 0 2 16,0 0 4-16,0 0 5 0,0 0-5 16,0 0 7-16,0 0-5 0,0 0-1 15,0 0 3-15,0 0-3 0,0 0 0 0,0 0-3 16,0 0-1-16,0 0-7 0,0 0 3 16,0 0 2-16,0 0-5 0,0 0 0 0,0 0 0 15,0 0 1-15,0 0 2 0,0 0-1 0,0 0 3 16,0 0-4-16,0 0 7 0,0 0-5 15,0 0 4-15,0 0 4 0,0 0 5 0,0 0 0 16,0 0-3-16,0 0-1 0,0 0 0 16,0 0-4-16,0 0-4 0,0 0 7 0,0 0-6 15,0 0-1-15,0 0-2 0,0 0-4 16,0 0 5-16,0 0-4 0,0 0 2 0,0 0-3 16,0 0 2-16,0 0 0 15,0 0-5-15,0 0 4 0,0 0 0 0,0 0-1 16,0 0-1-16,0 0 5 0,0 0-1 15,0 0 0-15,0 0 2 0,0 0 0 0,0 0 4 16,0 0-1-16,0 0-1 0,0 0 0 0,0 0 0 16,0 0-1-16,0 0-1 0,0 0 1 15,0 0 0-15,0 0-1 0,0 0-2 0,0 0 0 16,0 0-2-16,0 0 2 0,0 0 1 16,-25-7-7-16,25 7 4 0,0 0 0 0,-17 0 1 15,17 0-3-15,0 0 2 0,-24 3 1 16,24-3-5-16,-18 0 5 0,18 0-5 0,-17 0 2 15,17 0-3-15,-19 3 5 16,19-3-4-16,-19 5-2 0,8-3 3 0,11-2-2 16,-19 4 1-16,12 1-1 0,7-5-1 15,-19 7 3-15,12-3-5 0,7-4 2 0,-18 9 3 16,10-3 0-16,-1 0-4 0,-1 1 3 16,-2 1-2-16,1 1 6 0,-1-1-2 0,1 1-1 15,-2 0-2-15,-2 3 1 0,-2-1 0 0,2 1-2 16,1-1 2-16,-2 1 1 0,0-2-4 15,0 3 5-15,0-2 2 0,2 0-4 16,-2-1 3-16,2 1-1 0,-1-2 1 16,4-1-1-16,-1 2-1 0,0-2-1 0,1 0 2 15,1 1 1-15,0-1-1 0,2-1-1 16,-3 2-4-16,4-2 4 0,-2 1 0 0,0 1-1 16,-1 0 1-16,2 0 1 0,-3 1-5 15,0 2 4-15,1-4-2 0,-2 3-2 0,1 0 4 16,-2 3 1-16,0-2-3 0,-2 3 1 15,1 0-1-15,-2-1 2 0,3 1 1 0,-2-1-1 16,1 0-3-16,0 0 3 0,-1 1 2 16,2 0-4-16,-1 0 2 0,1-1-2 0,-2 1 2 15,2 0 2-15,-1-1-1 0,-1 1 2 0,2-1-5 16,0 1-1-16,0-1 4 0,-1-1-1 16,1 2 2-16,0-1-2 0,-2-1 2 0,2 1 0 15,0-1-2-15,0-1-3 16,-1 1 4-16,4-1 0 0,-2 2-2 0,-2-3 1 15,4 0 1-15,-3 3 0 0,2-2-2 16,-3 0 4-16,4-2-3 0,-3 4-3 0,3-4 3 16,0 1-1-16,-2-1-1 0,2 1 3 15,0-1-4-15,1 0 3 0,-1 0 0 0,1 0 3 16,1 0-2-16,-2-2-1 0,1 2 1 16,-1-2-2-16,1 2 3 0,2-3 0 0,0 1-8 15,-3 2 5-15,1 1 2 0,0-2 0 16,1-1-2-16,-2 2 3 0,1 1-5 15,-1-1 2-15,4 1 1 0,-4-1 0 0,4-2-1 16,-3 2 0-16,2 0 2 0,1 1-4 16,6-11 3-16,-11 15-1 0,5-5-2 0,0 0 0 15,0 0 3-15,1 2 2 0,-3-4-5 16,8-8 7-16,-8 20-4 0,2-10-1 0,2 0-2 16,-2-2 3-16,0 4 0 0,6-12-1 15,-7 18 0-15,3-9 2 0,4-9-6 0,-9 19 9 16,6-10-6-16,3-9 3 0,-10 16 1 15,7-8-4-15,3-8 5 0,-7 19-2 16,2-11 0-16,5-8 0 0,-8 18-1 0,3-10 1 16,0 2-2-16,5-10 0 0,-6 17 0 15,0-6 0-15,2-2 1 0,4-9 3 0,-7 18-5 16,4-8 0-16,3-10 4 0,-6 18-4 16,6-18 1-16,-4 18-1 0,2-11-2 0,2-7-5 15,-3 17 6-15,3-17 3 0,-6 16-2 16,6-16 3-16,-2 14 0 0,2-14 1 0,-5 12-7 15,5-12 5-15,-3 12 3 0,3-12-3 16,-4 15 0-16,4-15 1 0,-1 13-2 0,1-13-1 16,-2 15 2-16,2-15-2 0,-1 13 4 15,1-13-5-15,-3 15 2 0,3-15 1 0,-3 17 4 16,3-17-2-16,-3 15 0 16,3-15-2-16,0 15 2 0,0-15-1 0,-4 15-4 15,4-15 3-15,-5 14 0 0,5-14 2 16,-5 15 1-16,5-15 1 0,-3 14-1 0,3-14 1 15,-5 12-2-15,5-12 1 0,-4 12 0 16,4-12-1-16,-7 10 0 0,7-10 0 16,-3 9 2-16,3-9-5 0,0 0 4 0,-7 14 0 0,7-14 1 15,0 0-4-15,-8 13-1 0,8-13 4 16,0 0-1-16,-4 9-2 0,4-9 3 0,0 0-2 16,-6 11-1-16,6-11 0 0,0 0 3 15,-5 12-7-15,5-12 8 0,0 0-3 0,-8 10-2 16,8-10 1-16,0 0 0 15,-7 12-1-15,7-12 2 0,0 0-1 0,-6 10 0 16,6-10 0-16,0 0 0 0,-6 13 0 16,6-13-2-16,-5 9 1 0,5-9 0 0,0 0 4 15,-8 13 1-15,8-13-3 0,-7 11 2 16,7-11 0-16,-6 10-5 0,6-10 4 0,-7 10-3 16,7-10 2-16,0 0 2 0,-8 11-1 15,8-11-5-15,-6 9 4 0,6-9-2 0,-6 8 1 16,6-8 4-16,0 0-3 0,0 0-1 0,-7 14 1 15,7-14-3-15,0 0 3 0,-6 9 1 16,6-9-3-16,0 0-2 0,-4 10 3 0,4-10 2 16,0 0-1-16,0 0-2 15,-6 16 3-15,6-16 1 0,0 0-4 0,-3 12 1 16,3-12 0-16,0 0 2 0,-4 13-2 16,4-13-2-16,0 0-1 0,-5 14 0 0,5-14 2 15,0 0 2-15,-4 13 1 0,4-13-6 16,0 0 2-16,-1 15 1 0,1-15 3 0,0 0-1 15,-2 15-3-15,2-15 3 0,0 0-4 16,-4 16 4-16,4-16-2 0,-2 11 2 16,2-11-1-16,0 0 1 0,-3 17 0 0,3-17-1 15,-2 13 0-15,2-13 1 0,-2 13 1 16,2-13-2-16,-3 12-3 0,3-12 1 0,0 0 5 16,0 20-2-16,0-20-5 0,-3 16 3 15,3-16 4-15,0 13-4 0,0-13-2 0,0 0 3 16,0 17 2-16,0-17 1 0,-1 14-1 15,1-14-2-15,0 0 3 0,1 18-4 0,-1-18-1 16,3 12 2-16,-3-12 1 0,0 13-1 16,0-13-1-16,3 12 1 0,-3-12 4 0,3 13-3 15,-3-13 1-15,4 16-1 16,-4-16-1-16,5 15 2 0,-2-7-2 0,-3-8 2 16,2 16 0-16,3-8 2 0,-5-8-2 0,6 17-2 15,-2-9 1-15,-4-8 1 0,6 16 0 0,-2-8-3 16,-4-8 4-16,4 17-1 15,-1-9-3-15,-3-8 1 0,6 16 4 0,-3-8-8 16,-3-8 8-16,7 16-5 0,-4-9 2 16,-3-7-1-16,7 12 0 0,-7-12 1 0,7 12-1 15,-7-12 2-15,6 12-2 0,-6-12 4 16,7 13-2-16,-7-13 2 0,8 11-1 16,-8-11 1-16,10 11-2 0,-10-11 4 0,10 11-2 0,-4-5 4 15,-6-6 1-15,11 11 0 0,-3-3-1 16,-1-2 0-16,-7-6-3 0,14 12-3 15,-5-6 3-15,0 0 0 0,-1 1-3 16,-8-7 0-16,16 12 3 0,-9-6 0 0,2 0-4 0,-9-6 4 16,14 11-3-16,-5-4 0 15,-9-7 0-15,15 11-2 0,-10-6 2 0,-5-5 3 16,13 8-5-16,-13-8 1 0,9 7 1 16,-9-7 2-16,12 8-1 0,-12-8 1 0,11 7 1 15,-11-7 2-15,13 6 1 0,-4-3 2 16,-9-3 0-16,16 6-1 0,-16-6-6 0,17 6 6 15,-8-3-2-15,-9-3 0 0,20 2 0 16,-9 1-1-16,-11-3 1 0,24 5-2 16,-13-3 0-16,2-1-1 0,2 1-1 0,-1 0 0 15,1 2-2-15,0-2 2 0,0 0-3 16,-1 0 4-16,2-1-3 0,0 1 3 0,0 1-1 16,0-1-2-16,0 1 1 0,-3-2-3 15,0 2 3-15,-13-3-3 0,26 3 2 0,-13-3 1 16,0 2 0-16,-13-2-2 0,23 3 3 15,-11-3-2-15,-12 0 0 0,23 2 2 0,-10-1-4 16,-13-1 5-16,23 3-3 0,-10-3 0 16,-13 0 2-16,24 2 0 0,-9-2-3 0,-2 2 1 15,-13-2 0-15,29 0 0 16,-15 0 1-16,1 2-1 0,-1-2 0 0,-14 0 0 0,27 1 1 16,-15-1-3-16,-12 0-2 0,25 1 2 15,-14-1 1-15,-11 0 0 0,19 1 0 16,-19-1 2-16,17 0-3 0,-5 2 0 15,-12-2 1-15,16 0 0 0,-16 0-2 0,17-2 4 16,-17 2-3-16,20-1 2 0,-20 1 0 16,22 0-1-16,-22 0-3 0,20 0 5 0,-7-1 1 15,-13 1-2-15,20 0-1 0,-20 0 3 16,26-1-1-16,-13-1 0 0,-13 2-1 0,28 0-1 16,-15 0 2-16,1 0-1 0,-14 0-4 0,25-2 1 15,-11 2 4-15,1-2-2 0,-15 2-2 16,24 0 5-16,-9-1-3 0,-15 1 1 0,26 0-2 15,-13 0 2-15,-13 0 1 0,26 1-1 16,-17-1-1-16,-9 0-1 0,21 0 4 0,-21 0-2 16,20-3-1-16,-20 3 1 15,19-1 3-15,-19 1-4 0,19-2-1 0,-19 2 5 16,20-2-4-16,-8 1 4 0,-12 1-6 16,19-4 7-16,-8 0-4 0,-11 4 6 0,20-6-1 15,-9 1 0-15,-1 2 0 0,-10 3 4 16,21-8-2-16,-12 4 0 0,-9 4-2 0,17-10 2 15,-9 6-1-15,2-2 0 0,-10 6-1 16,16-8 2-16,-8 3 1 0,-8 5-6 0,15-9 2 16,-7 4 2-16,-8 5-2 15,18-9 0-15,-11 4 3 0,2-1-5 0,-9 6 5 16,14-12-3-16,-8 3 4 0,1 2 3 16,-7 7-1-16,16-15 0 0,-7 7-1 0,-4-1 1 0,3 3-1 15,-8 6-1-15,11-15 2 0,-4 8-4 16,-7 7 2-16,12-15 0 0,-5 8-5 15,-7 7 0-15,9-11 2 0,-3 3-1 0,-6 8-4 16,11-13 2-16,-2 7 3 0,-9 6-1 16,10-15-3-16,-4 9 2 0,-6 6 1 0,11-12-2 15,-5 4 2-15,-6 8-2 0,9-13 0 16,-3 8 1-16,-6 5-2 0,7-15 3 16,-7 15-1-16,8-15 0 0,-8 15 0 15,8-13 2-15,-4 6-2 0,-4 7 1 0,7-17-3 0,-4 9 3 16,-3 8-1-16,6-15-3 15,-2 7 2-15,-4 8 1 0,9-15-2 0,-9 15-1 16,6-16 2-16,-2 9-3 0,-4 7-1 16,7-16 2-16,-7 16 1 0,9-13 0 0,-9 13-1 15,7-14 0-15,-3 6 1 0,-4 8 1 16,9-14-2-16,-9 14 2 0,6-13-1 0,-2 5 4 16,-4 8-1-16,9-18 0 0,-6 9-2 15,-3 9 3-15,8-18 0 0,-5 7 0 16,-3 11-3-16,6-21 2 0,-2 12-2 0,1-1 1 15,-1-4-2-15,-1 1 2 0,1 3 0 0,-4 10 2 16,8-23 2-16,-6 12-4 0,1-1 3 16,-3 12-1-16,5-22 1 0,-2 11-1 15,-1-1 3-15,1 2-3 0,-3 10 2 0,3-23 0 16,0 12 0-16,-3 11-1 0,3-22 2 16,0 13-1-16,-3 9 0 0,3-22 0 0,-2 12 0 15,-1 10 1-15,3-23-1 0,-1 11 0 16,-2 12 0-16,0-22 0 0,0 11-2 0,0 11 2 15,2-23-3-15,0 11 0 0,-2 12-1 16,4-25 2-16,-2 13-3 0,-1-3 0 0,1 3 2 16,-2 12 1-16,2-24 0 0,-2 11 0 15,2 1-2-15,-2 12 0 0,0-26 0 16,0 13-2-16,0-1 2 0,0 14-3 16,0-25 0-16,-2 12 1 0,2 13 0 0,0-28-1 15,0 15 1-15,0-2 1 0,0 2 0 16,-1-4 0-16,1 2-2 0,1-1 0 0,-1 1-1 15,2 2 1-15,-2 13 1 0,0-28 1 16,0 14-1-16,0-1 1 0,0 1 2 0,0-1-2 16,0 15 1-16,-2-26-2 0,2 10 0 15,0 3 0-15,0 13-2 0,-2-26 3 0,2 14 0 16,0 12-3-16,-2-25 1 0,1 12 0 0,1 13 2 16,-2-25-3-16,2 13-1 0,-3-1 5 15,3 13-2-15,-3-26 0 0,2 12-2 0,0 1 0 16,1 13 0-16,-2-26-1 15,1 13 2-15,-2 1 1 0,3 12 0 0,-2-26-2 16,1 14 1-16,-1 0 1 0,2 12-3 16,-4-25 2-16,3 13-1 0,-1-1 1 0,1 0-4 15,1 13 5-15,-3-26-6 0,1 13 3 16,2 13 4-16,-1-24-1 0,0 11-1 0,-2 1 0 16,3 12-2-16,-3-23 1 0,3 12-1 15,0 11 3-15,-2-21-2 0,2 9-1 16,0 12 2-16,0-23-3 0,-1 12 4 0,1 11-2 15,-2-24 0-15,0 12-1 0,2-1 2 16,0 13-1-16,-5-28 1 0,2 14-2 0,2 0 1 16,-1 0-1-16,1 1 1 0,1 13-1 15,-3-25 1-15,0 12-2 0,2-1 2 0,-2 3 0 16,3 11-1-16,-4-25 2 0,2 12-2 16,1 0 1-16,-2 1 0 0,3 12 2 0,-3-25-3 15,1 14 0-15,0-3-1 0,2 14 3 16,-6-23-2-16,4 13 2 0,-1-1 0 0,3 11-1 15,-4-21 0-15,1 10 1 0,3 11 2 16,-6-16-2-16,6 16-3 0,-2-18 1 0,2 18 1 16,-3-14-3-16,3 14 4 0,-5-18-1 15,5 18-2-15,-4-17 2 0,4 17-1 0,-3-14 1 16,2 4 1-16,1 10-3 0,-5-15 4 16,5 15-2-16,-3-15 2 0,3 15-2 15,-4-15 0-15,4 15-1 0,-4-14 2 16,4 14 1-16,-2-15 0 0,2 15-3 0,-4-11 0 15,4 11 0-15,-3-15 0 0,3 15 2 16,-4-13-1-16,4 13-1 0,-5-15 1 0,5 15-3 16,-5-16 4-16,5 16 0 0,-8-11 1 15,8 11 0-15,-5-13 1 0,5 13-1 0,-6-10 3 16,6 10-1-16,-6-11-1 0,6 11 1 16,-4-9 0-16,4 9-1 0,0 0-1 0,-9-13-1 15,9 13 1-15,-7-10 2 0,7 10-3 16,-9-7-2-16,9 7 2 0,-7-9-1 0,7 9 0 15,-9-10 2-15,9 10 1 0,0 0-3 16,-8-10 2-16,8 10-2 0,-10-10 0 16,10 10 0-16,-8-9-1 0,8 9 1 0,-7-8-3 15,7 8 3-15,0 0 1 0,-12-10-2 16,12 10 2-16,-10-8 0 0,10 8-3 0,-8-8 0 16,8 8-1-16,-12-7 4 0,12 7-1 15,0 0-1-15,-11-9 0 0,11 9 3 0,-9-5-1 16,9 5-1-16,0 0-1 0,-12-9 1 15,12 9-1-15,0 0 0 0,0 0 2 0,-11-8-3 16,11 8 2-16,0 0-1 0,0 0 1 16,-9-6-2-16,9 6 2 0,0 0 2 0,0 0-5 15,0 0 3-15,-11-4 3 16,11 4-3-16,0 0 1 0,0 0-2 0,0 0 1 16,0 0 1-16,0 0-4 0,0 0-1 15,0 0-6-15,0 0-15 0,0 0-22 0,0 0-35 16,0 0-39-16,0 0-29 0,0 0-70 15,0 0-224-15,0 0-179 0,0 0-122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51.2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 59 1554 0,'0'0'-69'0,"0"0"17"16,0 0 3-16,0 0 11 15,0 0 2-15,0 0 10 0,0 0 3 0,0 0 9 16,0 0 3-16,0 0 0 0,0 0 1 16,0 0 1-16,0 0-2 0,0 0 7 0,0 0 4 15,0 0-6-15,0 0 1 0,0 0-4 16,0 0 3-16,0 0 4 0,0 0-6 0,0 0 1 15,0 0 1-15,0 0 8 0,0 0-9 16,0 0 2-16,0 0 1 0,0 0 1 0,0 0-3 16,0 0 6-16,-22-6 1 0,22 6 2 15,0 0 2-15,0 0 8 0,0 0 1 0,0 0-3 16,0 0-5-16,0 0 6 0,0 0 3 16,0 0-3-16,0 0-3 0,0 0 2 15,0 0 1-15,0 0-1 0,0 0-6 16,-14-3 6-16,14 3 3 0,0 0 0 0,0 0 2 15,0 0-4-15,0 0 4 0,0 0 3 16,0 0-3-16,0 0-1 0,0 0-4 0,0 0 0 16,0 0 3-16,-14-1-6 0,14 1 0 15,0 0-3-15,0 0 0 0,0 0 2 0,0 0-3 16,0 0 1-16,0 0-3 0,0 0-5 16,0 0 3-16,0 0-2 0,0 0-5 0,0 0 1 15,0 0 4-15,0 0-1 0,0 0 0 16,0 0 2-16,0 0 1 0,0 0-1 15,0 0-2-15,34 13-1 0,-19-8 3 16,1 0 0-16,2 2 2 0,4-1 2 0,4 0-4 16,3 1 0-16,1 0 1 0,2 2 2 15,1 2-3-15,1-2 2 0,-3-1 1 0,1 2 1 16,-2 0 1-16,1-2 0 0,-2 2-4 16,0-1-3-16,-2 0 2 0,-4-1 1 15,0 1 4-15,-1-1-6 0,0-1 4 0,-2 0-2 16,-1 0 2-16,-1 0-1 0,1 0-2 0,-1 1-1 15,0-1 3-15,3 0-2 0,-1 1 3 16,0-2 0-16,0 4 4 0,2-3-2 16,5 3 1-16,-1-3 0 0,2 2 2 0,4 0 0 15,1 1 1-15,12 1 0 0,-2 3-1 0,2-1 3 16,-9-2-2-16,10-1-2 0,-10-1 2 16,-4-1-3-16,0 1 0 0,-2-1-1 15,1 1 1-15,-1 1-1 0,-1-3-3 0,-5-1 3 16,7 1-2-16,-4 3 3 0,-1-2-4 15,6-3 0-15,0 4 1 0,4-1 5 0,-1-3-4 16,17 3 4-16,-2 0-1 0,1-1 0 16,-1 1 0-16,-6-2 1 0,-4-2-2 0,12 2-1 15,-9-2 3-15,-4 0-5 0,-1 0 2 16,1 1 2-16,-3-2-2 0,2 2 3 0,-4-1-2 16,0 3-5-16,-7-4 3 15,-1 2 4-15,-3 0-5 0,2 1-1 0,-2-1 1 16,0 1 1-16,0 1-1 0,-1-3 2 15,1 1 0-15,2 3-2 0,-2-3-1 0,3 2 2 16,3 0 0-16,2 1-3 0,3-3 3 16,-1 3-3-16,2 0 0 0,1-1 4 0,11-1-1 15,5 3 2-15,-1-3-1 0,1 2 3 16,1-4-3-16,2 4 1 0,0-3-2 0,-3 2 1 16,0-1 4-16,-8-2-4 0,-8-1-2 15,-2 2 4-15,1 0-4 0,-7-3-2 0,-2 1 2 16,1 2 2-16,-1-2-5 15,-1-1 3-15,1 1 0 0,2 2 0 16,-2-2 1-16,2-1-3 0,2 2 3 0,5-1-1 16,0 1 3-16,-1 0-3 0,2 1 2 0,1-2 0 15,0 1 0-15,-1-1-2 0,0 0 0 16,2 2 0-16,-5-1 2 0,-2-1-3 0,-4-1 3 16,0 1 1-16,-1 0 1 0,0-2-2 15,0 4-2-15,0-4 3 0,1 2-3 0,0 0 1 16,2-1-1-16,0 2-1 0,4-1 2 15,2 0 0-15,1-2-2 0,1 1 3 0,-1 1 0 16,2-2-2-16,3 0 1 0,-2 2 2 16,15 1-2-16,-6-3-1 0,-5-2 2 15,1 2-5-15,14-1 2 0,-1 0 2 0,-7 0-2 16,-9 0 4-16,3 0-2 0,-4 0 1 16,1 0 3-16,-2-1 0 0,-3-1 2 0,-4 2 3 15,2-1-3-15,-5 2 5 0,2-2-4 16,0 0-1-16,4 0-2 0,3-1 2 0,1 2-1 15,0-1 0-15,5 0-1 0,-3 1 2 16,1 0-4-16,14-3 2 0,-8 3-2 0,-8-2-1 16,4 1 2-16,-4-1-1 0,1 2 0 15,-1 0 0-15,2 0-1 0,1-1-1 16,-4-1 1-16,2 2 0 0,-1 0-2 16,4 0 1-16,-4 2 1 0,2-2-3 0,-2-2 1 15,17-1 1-15,-10 3 2 0,-6-2-2 16,12-3 3-16,-8 1 0 0,9 0-2 0,-2-1 2 15,-8 0 0-15,-6 1-2 0,2 0 1 16,-2 0 0-16,2 0-3 0,-2 0 1 0,16-1-2 16,-15 0 3-16,-5 1 0 0,2 0-2 15,-7 2 0-15,0-1 0 0,1 0-1 0,-4-1 1 16,2 1 1-16,1 0-3 0,-2-3 3 16,-1 3-6-16,2-1 2 0,1 0 3 0,-2 0-1 15,2 0 0-15,-2 0 0 0,5-1 1 16,-6 0-2-16,7-3 1 0,-4 3 2 0,3-2-5 15,-1 1 3-15,-3-2-2 16,1 4 3-16,-4-3 0 0,-1 0-2 0,8 3-2 16,-3-1 0-16,-1 1 0 0,1 0 1 15,1-1-2-15,2-2 2 0,-3 4-2 0,-5 0 5 16,2-1-4-16,-1 1 1 0,-1 0 1 16,-2 1 1-16,1-3-1 0,2 1 1 0,-7 2 0 15,6-5 1-15,-3 3 1 0,-2 0 0 16,-3-1 3-16,1 1-4 0,1-1 1 0,-4-3 2 15,2 2 1-15,0 1 2 0,0-4 1 16,-3 2-2-16,1 1 2 0,-1-1 2 16,0-1-3-16,-1-1-2 0,1 0 2 0,-6 1-1 15,4-1-2-15,0 1-1 0,-3 0 2 16,2-1-4-16,2 1 1 0,-5 1-2 0,3-1 4 16,-1 0-3-16,1 0-3 0,-4 1 5 15,3 0-2-15,-2-1 1 0,4 3 0 0,-11 5 1 16,13-13-4-16,-4 5 2 0,-9 8 3 15,13-13-6-15,-7 7 3 0,-6 6 1 0,13-12-1 16,-7 5 0-16,-6 7 1 0,13-15-2 16,-9 9 2-16,-4 6-1 0,11-14-2 0,-6 7 5 15,-5 7-1-15,8-13 0 0,-5 5-3 16,-3 8 4-16,3-15 0 0,-3 15 1 0,7-13-3 16,-7 13 0-16,6-15 2 15,-6 15 2-15,0-14-1 0,0 14 0 0,0 0-3 16,3-19 1-16,-3 19-1 0,0 0 2 15,0-17-1-15,0 17-1 0,0 0-2 0,0-13 2 16,0 13-1-16,0 0 1 0,3-13 0 16,-3 13-1-16,0 0-1 0,0 0 1 0,0-17 1 15,0 17-3-15,0 0 1 0,0 0 0 16,0-20 5-16,0 20-5 0,0 0 1 0,0-13 0 16,0 13-2-16,0 0 4 0,-3-14-4 15,3 14 1-15,0 0 2 0,-3-14-2 0,3 14 2 16,0 0 1-16,0 0-3 0,0-17 2 15,0 17-1-15,0 0-1 0,0 0 0 0,0-15-1 16,0 15 0-16,0 0 1 16,0 0 0-16,0 0 0 0,0 0-1 0,0-15 0 15,0 15 2-15,0 0-3 0,0 0 1 16,0 0 0-16,0 0 0 0,0 0 0 0,0 0 1 16,0 0-2-16,0 0 2 0,0 0-2 15,-3-15 0-15,3 15 1 0,0 0 0 0,0 0 0 16,0 0-1-16,0 0 2 0,0 0 1 15,0 0 1-15,0 0-3 0,0 0 2 0,0 0 0 16,0 0-2-16,0 0 2 0,0 0 0 16,0 0 1-16,0 0-2 0,0 0 3 15,0 0-3-15,0 0 2 0,0 0-3 0,-4-10-1 16,4 10 4-16,0 0-3 0,0 0 1 16,0 0-2-16,0 0 1 0,0 0-1 0,0 0 0 15,0 0 0-15,0 0 1 0,0 0 0 16,0 0 0-16,0 0-4 0,0 0 1 0,0 0-1 15,0 0 0-15,-9-8 0 0,9 8-3 16,0 0 2-16,0 0-2 0,0 0-2 0,0 0 2 16,0 0 3-16,0 0-1 0,0 0 1 15,0 0 0-15,0 0 0 0,-24 17 0 16,24-17 3-16,-13 9-3 0,7-3 1 16,6-6 3-16,-16 11-4 0,10-7 3 0,6-4 0 15,-17 10 1-15,8-5-1 0,1 1 2 16,8-6-1-16,-19 10 0 0,6-5-1 0,3 0 2 15,1 0-2-15,9-5 2 0,-19 10-2 16,9-7-1-16,10-3 3 0,-13 8-2 0,13-8-1 16,-11 7 2-16,11-7 3 0,-11 5-3 15,11-5-2-15,0 0 0 0,-11 5 2 0,11-5 0 16,0 0 0-16,0 0 4 0,-10 8 1 16,10-8 1-16,0 0 3 0,0 0-1 0,0 0-1 15,0 0 0-15,0 0-1 16,0 0 0-16,0 0 0 0,16-38-2 0,-11 26 2 0,3 1-2 15,-3-1-1-15,6-2-1 16,-3 1-1-16,-1 2-4 0,-1 0 4 0,0 3 1 16,3-1-3-16,-9 9 0 0,7-15-1 0,-1 8 2 15,-6 7-2-15,10-11 0 0,-10 11-2 16,6-9 0-16,-6 9-2 0,8-8 0 0,-8 8-1 16,0 0 1-16,8-9-1 0,-8 9 1 15,0 0 1-15,13-5 0 0,-13 5-1 0,0 0 0 16,15 1 2-16,-15-1-3 0,19 4 1 15,-19-4 2-15,19 6 1 0,-7-2-3 16,1 1 1-16,0 4 1 0,2-5-2 0,4 6 1 16,0-2 0-16,0 2 3 0,0-2 0 0,-4 1 0 15,4 0-1-15,-1-2 1 16,-5 0 1-16,-3-1 0 0,3-2 1 0,-5 1 1 16,-8-5-2-16,11 5-20 0,-11-5-61 15,0 0-87-15,0 0-263 0,0 0-129 0,-54-25-64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9:00.64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441 73 280 0,'0'0'115'0,"0"0"-27"0,0 0-26 0,0 0-3 16,0 0-24-16,0 0 4 0,-43-7-11 0,43 7-3 15,0 0 3-15,0 0-7 0,0 0 12 16,0 0-8-16,0 0-3 0,0 0 0 0,0 0-5 15,0 0 7-15,-7-10-6 0,7 10 2 16,0 0-2-16,0 0-4 0,0 0 3 16,0 0-1-16,-9-8 3 0,9 8-2 0,0 0 3 15,0 0 1-15,0 0 0 0,0 0-1 16,-10-5-3-16,10 5-5 0,0 0-2 0,0 0 2 16,0 0 0-16,-13-6 2 0,13 6-4 15,0 0 0-15,0 0 2 0,-11-7-9 0,11 7 1 16,0 0 2-16,0 0 2 0,-16-5-2 15,16 5 2-15,0 0 0 0,0 0 2 0,-11-5-3 16,11 5 6-16,0 0 1 0,0 0-1 16,-11-7-3-16,11 7 2 0,0 0-5 0,0 0-1 15,0 0 3-15,-13-4-1 16,13 4 1-16,0 0 4 0,0 0-9 0,0 0 2 16,-12-5-1-16,12 5 1 0,0 0-1 15,0 0 1-15,0 0-1 0,-13-2 1 0,13 2-7 16,0 0 1-16,0 0 5 0,0 0-3 15,0 0-3-15,0 0-2 0,0 0 3 0,-14-5-1 16,14 5-7-16,0 0 9 0,0 0-1 16,0 0-1-16,0 0 1 0,0 0 0 0,0 0 1 15,-19 1 2-15,19-1-1 0,0 0-6 16,0 0 3-16,0 0 4 0,-16 5 0 16,16-5-5-16,0 0 6 0,0 0-5 15,-11 4 1-15,11-4-3 0,0 0 3 0,0 0-5 16,-13 3 6-16,13-3-5 0,0 0 2 15,0 0 3-15,-12 7-8 0,12-7 7 0,0 0 1 16,-10 3-4-16,10-3-2 0,0 0 0 16,0 0 2-16,-13 8 1 0,13-8 1 0,0 0-2 15,-7 10 2-15,7-10-4 0,0 0 4 16,-7 7-1-16,7-7 3 0,0 0 1 0,-8 12-5 16,8-12 3-16,-7 8-1 0,7-8 0 15,0 0 1-15,-7 12-3 0,7-12-1 0,-4 10-4 16,4-10 6-16,0 0-3 0,-6 16 5 15,6-16-3-15,-6 9 2 0,6-9-3 16,-3 13 4-16,3-13-1 0,-4 10-3 16,4-10 2-16,-3 12 4 0,3-12 2 0,-4 12-5 15,4-12 2-15,-3 13-3 0,3-13 3 16,-3 13-6-16,3-13 7 0,-6 12 0 0,6-12-3 16,-7 13 4-16,7-13-1 0,-3 15-8 0,3-15 6 15,-6 14 1-15,6-14-4 16,-6 16 5-16,6-16-2 0,-4 17 3 0,1-8-3 0,3-9 0 15,-6 18-4-15,3-9 0 0,3-9 8 16,-4 18-11-16,3-9 8 0,1-9 0 0,-6 19-3 16,4-10 3-16,2-9-6 15,-5 20 9-15,3-10-4 0,2-10 1 0,-3 16-2 16,0-5 4-16,3-11-7 0,-4 17 2 16,1-8-2-16,3-9 3 0,-4 18-1 0,4-18 2 15,-3 17 1-15,0-7 0 0,3-10-1 16,-3 19 4-16,2-9-6 0,1-10 1 0,-2 20 3 15,2-20-9-15,-1 19 2 0,1-8 5 16,0-11-7-16,3 21 7 0,-3-9-6 0,0-12 4 16,3 23 3-16,-2-13-4 0,2 4 6 15,-3-14-3-15,1 21-3 0,2-11 3 16,0 0 3-16,-3-10-6 0,4 19-2 16,-2-9 4-16,-2-10 1 0,4 19 0 0,-2-12 1 15,-2-7-5-15,4 18 2 0,-4-18-2 16,4 17 3-16,-2-9 1 0,-2-8-1 0,6 18 1 15,-5-10 1-15,-1-8 0 0,7 19 2 16,-4-10-6-16,2 0 3 0,-5-9 2 0,5 20-5 16,1-11 1-16,-2 1 1 0,1 1 1 15,-5-11-2-15,8 18 2 0,-2-9 1 0,0 1-2 16,0-2-2-16,0 2 2 0,-2-1 3 16,-4-9-4-16,13 17-1 0,-9-8 2 0,2-3 3 15,-6-6-4-15,10 15 0 0,-4-8 4 16,-6-7-5-16,10 13-1 0,-4-8 7 15,-6-5-8-15,10 14 6 0,-10-14-2 16,9 10-6-16,-4-5 5 0,-5-5 4 0,10 12 2 16,-10-12-6-16,11 10 0 0,-4-3-2 15,0 0 8-15,-7-7-1 0,10 11-4 0,-3-4-1 16,-7-7 3-16,13 12-2 0,-8-6 2 16,-5-6-2-16,14 11 3 0,-10-3-4 0,-4-8 0 15,15 11 4-15,-11-4-7 0,-4-7 6 16,13 10-1-16,-13-10-1 0,13 11 2 0,-5-6-1 15,-8-5-3-15,13 9 3 0,-6-2-4 16,1-1 6-16,-8-6-5 0,16 9 3 16,-8-3 7-16,-8-6-7 0,17 11 4 0,-8-6-9 15,-1-2 6-15,-8-3 0 0,19 11 2 16,-9-7-6-16,2 2 7 0,-12-6-4 0,21 6-1 16,-11-1 0-16,2-2-3 0,0 0 6 15,-12-3 2-15,20 5 2 0,-7-3-8 0,-3 1 2 16,-10-3 5-16,20 4-2 0,-11-2-2 15,-9-2 0-15,17 3 3 0,-17-3 0 0,16 4-4 16,-16-4 6-16,15 1-2 0,-15-1-5 16,0 0 0-16,18 0 5 0,-18 0-4 0,15 0 1 15,-15 0-2-15,0 0 2 16,24 0 1-16,-24 0 0 0,19-1-1 0,-19 1 1 0,22-4-5 16,-12 4 8-16,-10 0-5 15,20-3-1-15,-20 3 10 0,17-2-3 0,-17 2-2 16,15-4 9-16,-15 4 5 0,13-3 2 15,-13 3 3-15,13-2 2 0,-13 2 0 0,0 0 4 16,16-7-2-16,-16 7 1 16,8-5-4-16,-8 5 0 0,9-7-1 0,-9 7-3 0,0 0 4 15,13-10-4-15,-13 10-3 0,10-9 3 16,-4 1 2-16,-6 8-3 0,10-14 1 0,-4 6 2 16,-6 8 3-16,9-14 0 0,-4 5 0 15,1 1-2-15,-6 8 3 0,7-18 0 0,-4 8 0 16,2-2 0-16,-5 12 0 15,5-18-1-15,-2 7 3 0,0 1 0 0,-3 10 0 0,3-21 0 16,-3 21-3-16,2-22-2 16,-4 11 0-16,2 11 0 0,0-23-1 0,-1 11 1 15,1 12-3-15,-2-22-3 0,1 9 0 16,-2-1-1-16,3 14 1 0,-4-23-5 0,1 7 0 16,-2 2 4-16,2 0-4 0,-1 0 0 15,1-1-4-15,-1 2 2 0,-1-2 2 0,0 1-3 16,2 1 1-16,-2-1 0 15,1 1-2-15,0 0-1 0,-2 1 3 0,2 2-4 0,-2-3 3 16,6 13-5-16,-9-22 1 0,6 12 0 16,-2 3 0-16,0-6 0 0,5 13-2 15,-8-18 1-15,2 8-2 0,0-1 3 16,6 11 0-16,-10-20-1 0,6 10 0 0,-4-2 2 16,3 2-1-16,-1 1 1 0,-1-3 1 15,-1 2-1-15,1-3 0 0,0 5-2 0,0-1 1 16,-1-3-2-16,3 2 3 0,-3 0 0 15,3-1 0-15,-4 0-4 0,0 1 1 0,2-1 1 16,-2 0-2-16,2 0 0 0,0 1-2 16,7 10 6-16,-13-18-5 0,7 9 1 0,0 0 1 15,6 9-1-15,-13-16-3 0,9 8 2 16,-3-1 3-16,0-2-3 0,7 11-2 0,-12-15 1 16,6 7-2-16,-1 0 5 0,7 8-3 15,-12-17 1-15,5 10-1 0,1-3 1 16,6 10-2-16,-15-15 1 0,9 7 0 0,-4 0 2 15,2-3-1-15,0 5-1 0,8 6 0 16,-15-15 1-16,10 8-1 0,5 7-1 0,-16-14 1 16,10 7 1-16,6 7-3 0,-13-13 3 15,6 8-2-15,7 5 3 0,-12-11-1 0,12 11-2 16,-13-12 3-16,9 8-4 0,4 4 2 16,-12-11 0-16,5 4 0 0,7 7 0 15,-13-10 2-15,13 10-1 0,-12-9 0 0,12 9 2 16,-10-7-6-16,10 7 1 0,-10-9 0 15,10 9 3-15,-10-9 0 0,10 9 0 16,-10-8 0-16,10 8-3 0,-13-10 1 0,13 10 0 16,-10-9 1-16,10 9 0 0,-10-8 0 15,10 8-1-15,-12-7 2 0,12 7-3 0,-10-7 2 16,10 7-2-16,-10-6-2 0,10 6 2 16,0 0-8-16,-13-7-25 0,13 7-35 0,0 0-33 15,0 0-45-15,0 0-50 0,0 0-252 16,0 0-131-16,36 29-81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9:04.99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 2688 1425 0,'0'0'-103'0,"0"0"21"0,0 0 14 16,0 0 12-16,0 0 12 0,0 0 12 16,-10-6 5-16,10 6 9 0,0 0 1 0,0 0 1 15,0 0 9-15,0 0-10 0,0 0 9 16,0 0 1-16,0 0 2 0,0 0 5 15,0 0-7-15,0 0 5 0,0 0 3 0,0 0-3 16,0 0 6-16,0 0-6 0,0 0 5 16,0 0 2-16,0 0-4 0,0 0 2 0,0 0-8 15,0 0 4-15,0 0-2 0,0 0-2 16,0 0-4-16,0 0 4 0,0 0 1 16,0 0-2-16,0 0 6 0,0 0-3 15,0 0-1-15,0 0 1 0,0 0-2 0,0 0 3 16,38 19 2-16,-25-15-1 0,4-3 8 15,2 4 2-15,5-4-4 0,4 1 10 0,2 1-7 16,3 1 0-16,2 0 1 0,3-3-2 16,-1 3 0-16,1-3-2 0,-1 2 2 0,-2 0-2 15,-5-2 0-15,1 1 1 0,-4 0-2 16,2 0-1-16,-3 1 0 0,-3-3 1 0,2 4-4 16,1-3 4-16,-6 1 0 0,0-1 2 15,3 2-5-15,2-1 7 0,1 0-5 0,1 0-4 16,1-1 2-16,-1 3 6 15,9-4-2-15,3 5 0 0,0-4 2 0,21 3 0 16,-1-1-7-16,1-3 3 0,4 3 3 16,1 0-2-16,3 0-2 0,1-2 1 0,-4 2 3 15,0 1-5-15,-5-2-2 0,-4 2 7 16,-10-1 0-16,-8 0-9 0,-2-3 6 0,-6 0-3 16,-1 1 4-16,0 0 2 0,0 0-5 15,-2 1 0-15,4-2 8 0,1 0-8 0,-1 0 1 16,5 0 2-16,4 0 1 0,1-2-1 15,1 2-4-15,19 0 7 0,0 0-2 0,-1 0-4 16,7 4-2-16,-4-2 7 0,0-1-1 16,2 1-2-16,-2 0-1 0,-1 2 1 15,-1-3 0-15,1 2-6 0,-4-1 9 16,1-1-8-16,-11 2 2 0,7-1 1 0,-10 0-2 16,-4-2 9-16,-2 0-7 0,2 0 0 15,1 0 4-15,-2 2 0 0,2-4 0 0,0 2 4 16,1 0-5-16,14-2-1 0,4 2 1 15,-2-3 2-15,3 1 0 0,3 1-7 0,-2 1 6 16,8 0 0-16,2 0-4 16,-4 0 1-16,2 1-4 0,1-2 5 0,-1 0-5 15,0 0 4-15,-2-2-3 0,0 3 4 0,-2-1-1 16,-1 0 3-16,-4-2 7 0,-4 1 2 0,-3 0-7 16,-9-1 3-16,-5 1-1 15,-1-1 1-15,-2 1 2 0,2-1-4 0,12-2 5 0,3-1-3 16,0 1-1-16,-1-2 3 15,2-1-6-15,0 3 2 0,3-2 2 0,1 2-1 16,-2-4-2-16,1 2 0 0,0 1-2 16,2 2-2-16,-3 0 2 0,2-2 1 0,1 3 0 15,0-1 0-15,-1-1 1 0,1-1 2 16,1 1-1-16,0 0-6 0,0-2 9 0,2 0-2 16,-3-2 4-16,2 1 1 0,12-6-5 15,-11 2 6-15,0 0-4 0,-4 2-2 0,1-4 2 16,1 2 1-16,-9-1 3 15,5 0-2-15,2 1 1 0,-3 2 0 0,0-3-2 0,-1 0-1 16,-1 3 4-16,0-1-5 16,0 1-1-16,-2 0-1 0,1 1 6 0,-4-1-6 15,-2 4 4-15,-6 2-5 0,-5-1-3 16,13-4 0-16,-6 5 2 0,-6 1 4 16,14-3-7-16,-7 3-3 0,-6 1 0 0,17-3 1 15,-2 1 3-15,2 3-3 0,-3-3 0 0,5 2 1 16,0-3 3-16,0 2-2 0,1-2-3 15,0-1 1-15,2 0-2 0,0 0 3 0,-1-1-2 16,0 1 3-16,-3-1 0 16,1 2-1-16,-3 1 0 0,1-6 3 0,-5 1-2 0,-2 1 1 15,-4 3 2-15,6-2 0 16,-4-2-2-16,-3 3 4 0,6-1-1 0,-1-1-2 16,-7-1-1-16,-4 6-1 0,14-7 1 15,-2 5 0-15,4-1 3 0,-4-1-5 0,-6 2 0 16,3-3 3-16,4 0 2 0,-8 3-5 15,5-4 5-15,-8 3-6 0,7-5 6 0,-8 5 0 16,-6 2-7-16,2-3 3 0,-1-1-1 16,1 3 0-16,3 1 4 0,-4-2-2 0,17-1 0 15,-1-1-4-15,-6 3 3 0,3-3 1 16,-3 2 0-16,-7 0 1 0,11-2-1 0,-5 1 2 16,-5 1-3-16,10-1 5 0,-5 0-3 15,-8 1 1-15,2 1-2 0,14-4 3 16,-4 1-2-16,-3 1 1 0,-9 1 0 15,2 1 3-15,-5-2-2 0,3 1-3 0,2-1 0 16,-2 2 1-16,-1-3 0 0,1 3-1 16,0-3-4-16,1 2 8 0,-1 0-3 0,-4 1-1 15,1-1-1-15,0 0-1 0,0 0 0 16,-5 2-3-16,-1-2 2 0,-1 1 2 0,2 0-2 16,-1-2 7-16,-1 3-2 0,-1-2 4 15,0 1-1-15,0-2 1 0,2 2 0 0,4-4-2 16,-4 2-2-16,5-2 1 0,1 1-2 15,-4 0 2-15,4 0-1 0,-4 0 1 16,4-1-5-16,-2 1 1 0,2 1 0 0,-1-2-1 16,1 1 1-16,-1-1-2 0,0 4 4 15,1-4-1-15,0 2-3 0,-2-2 1 0,2 1-1 16,3 1 3-16,-2-1-4 0,2 0 5 16,1 0-8-16,7-4 1 0,-2 4 3 0,-7 0 3 15,1 0-4-15,3 1 1 16,-7-2-1-16,4 3 1 0,-3-2 0 0,-2 0 0 0,-4 2 0 15,-1 3 2-15,1-3-1 0,-2 0 0 16,-2 0 1-16,1 1-2 0,-1-2 3 16,-1 2 1-16,-3 0-2 0,-2 0 2 15,0-1-1-15,1 1 2 0,-3-1-4 0,8-2 3 16,-3 2-4-16,0-1 3 0,2-2 1 16,1 1-2-16,1-2-3 0,-4 1 5 0,5 0 2 15,2-2-4-15,2 2 4 0,-8-4 1 16,2 4 3-16,-1 0 3 0,5-2-1 0,-7 1-2 15,-1 1 1-15,2 0-1 16,-1 1 2-16,1-1-2 0,-1 1-2 0,-5-1-1 16,2 2 3-16,-2-1-3 0,2-2 0 0,0 1 0 15,3-1-1-15,-2 2-2 0,1-3 0 16,0 1-1-16,1 0 2 0,0-2-3 16,4 3 0-16,-1-5 3 0,-2 3-2 0,3-2-3 15,-4 1 1-15,0 0 1 0,0 2-1 16,2-1-1-16,-1-2 2 0,2 0 1 0,0-2-1 15,-2 5-1-15,3-5 1 16,-4 3 2-16,1 2-1 0,3-5 1 0,-4 5-1 0,1-3-1 16,-1 2 1-16,0-1 0 0,0 1 2 15,1-1-2-15,-1 2 1 0,-2-2 2 0,3 2-5 16,-2 0 2-16,-1 1 0 0,-4 2-1 16,1-1 2-16,-2-1 1 0,4 0-2 0,-3 0-1 15,-2 1 5-15,1 0-5 0,1-2 1 16,-3 3-1-16,0 1 2 0,3-3-3 0,-6 4 1 15,4-1 2-15,-11 6-3 16,17-12 0-16,-8 7-2 0,2-2 1 0,1-1 2 16,-2 1-3-16,3 0-1 0,-2-1 1 15,-1 0 1-15,2 2 4 0,-2-1-4 0,2-2 1 16,-1 0-2-16,-1 2 0 0,-1 1 3 16,1-2 0-16,-1 2-2 0,-1-2 1 0,-8 8-1 15,18-13 0-15,-11 6 0 0,2 1 3 16,-9 6-1-16,13-13 0 0,-8 7 2 0,3-1-3 15,-8 7 4-15,14-14-1 0,-10 7 1 16,-4 7 0-16,13-15-2 0,-7 8 0 16,1-2 0-16,-7 9-1 0,12-14 1 15,-6 6-2-15,-6 8 8 0,9-16-6 0,-5 10 4 16,-4 6-2-16,10-14 3 0,-6 7-1 16,-4 7-1-16,10-13 3 0,-10 13-6 0,6-16 4 15,-1 9-1-15,-5 7-3 0,5-14 1 16,-5 14 2-16,6-13-4 0,-6 13-1 15,6-13 0-15,-2 5 1 0,-4 8 1 0,5-16-1 16,-5 16-1-16,5-17-1 0,0 8 0 0,-1-1-2 16,-4 10 9-16,7-19-9 15,-2 10 1-15,-1-1-1 0,-4 10 0 0,7-18 0 0,-3 8 1 16,1 0-1-16,-5 10 1 16,10-16-1-16,-7 7-1 0,-3 9 1 0,7-15 0 15,-3 7 3-15,-4 8-2 0,6-13-1 16,-6 13 2-16,6-11 7 0,-6 11-8 0,6-11 0 15,-6 11 0-15,4-11 2 0,-4 11 0 16,4-11-1-16,-4 11 1 0,0 0-4 0,6-16 5 16,-6 16-2-16,4-11 1 0,-4 11 1 15,5-12-1-15,-5 12 0 0,4-13 0 0,-4 13-2 16,6-15 2-16,-3 7 0 0,-3 8-2 16,6-15 1-16,-6 15-1 0,4-14 0 15,-4 14 0-15,6-14 7 0,-6 14-7 0,7-15-1 16,-7 15 2-16,3-12-1 0,-3 12-1 15,4-11 2-15,-4 11-1 0,4-12 0 0,-4 12 1 16,0 0-1-16,6-15-1 0,-6 15 1 16,0 0-1-16,3-13 4 0,-3 13-2 0,0 0 0 15,4-12-1-15,-4 12 4 0,0 0-5 16,0 0 1-16,3-15 0 0,-3 15 0 0,0 0-1 16,0 0 2-16,0 0 0 0,2-11-3 15,-2 11 2-15,0 0 0 0,0 0-2 0,0 0-1 16,0 0-1-16,0 0 3 0,0 0-4 15,0 0 1-15,0 0-3 0,4-13 0 16,-4 13-2-16,0 0-3 0,0 0-4 0,0 0-2 16,0 0-3-16,0 0-3 0,0 0 1 15,0 0 4-15,0 0 2 0,0 0 1 16,0 0 3-16,0 0-2 0,0 0 3 0,0 0 1 16,0 0 3-16,-24 24 0 0,24-24 0 15,-15 10 4-15,6-5-3 0,-1 3 3 0,0-1 1 16,-4 1-2-16,2-1 0 0,1 2 1 15,-1-2 2-15,-2 0 1 0,1 2-3 0,1-2 2 16,1 2 4-16,-4 0-1 0,5 0-6 16,-2-1 3-16,-1 1-1 0,2-1 2 0,1 0-3 15,1-2 4-15,0 1-1 0,1 0-1 16,8-7 2-16,-16 11 0 0,10-6 0 16,6-5 0-16,-14 9 2 0,14-9 0 0,-9 9 2 15,9-9 0-15,0 0-2 0,-12 7 1 16,12-7 2-16,0 0-1 0,-8 8 2 15,8-8 1-15,0 0 1 0,0 0 1 0,0 0-2 16,0 0-2-16,0 0-2 0,0 0-1 16,0 0-3-16,0 0 7 0,0 0-7 0,0 0-4 15,0 0 3-15,0 0 0 0,17-32 4 16,-7 26-7-16,0-1 0 0,-3 0 2 0,4 0 2 16,-1-1-3-16,0 3 1 0,-1-2 2 15,1 1 0-15,-2-1-2 0,-8 7 4 0,18-10-2 16,-10 5 3-16,0-1-2 15,-8 6 0-15,14-11-1 0,-7 6-1 0,-7 5-1 0,15-9 2 16,-8 4-2-16,-7 5 2 16,17-10 0-16,-10 7 1 0,-7 3 1 0,11-8-1 15,-11 8 1-15,11-6-1 0,-11 6 2 16,9-6-2-16,-9 6 0 0,0 0 2 0,10-5 0 16,-10 5-1-16,0 0-3 0,0 0 3 15,9-7 1-15,-9 7-2 0,0 0-3 16,0 0 3-16,0 0-1 0,0 0 1 0,11-5-4 15,-11 5 0-15,0 0 3 0,0 0-2 0,0 0 0 16,0 0 1-16,0 0-1 0,0 0 1 16,0 0-1-16,0 0-4 0,0 0 3 15,0 0 0-15,10-5 0 0,-10 5 5 16,0 0-6-16,0 0 4 0,0 0-6 0,0 0-1 16,0 0-1-16,0 0 3 0,0 0-2 15,0 0 0-15,0 0 4 0,0 0-3 0,0 0 1 16,18 13 3-16,-18-13-1 0,14 12 0 15,-4-4-2-15,6 4 4 0,1-2 2 0,-1 2-2 16,2-1-1-16,-1 3 3 16,0-1-2-16,-1 0 1 0,0-1-3 0,0 1 5 0,-3-3-3 15,-3 0-2-15,2-2-2 0,-4 0 2 16,1-1-1-16,-9-7-1 0,12 13 0 0,-7-9 0 16,-5-4 1-16,12 10 0 15,-12-10-3-15,10 7 1 0,-10-7 2 0,9 7 5 16,-9-7-5-16,5 7 3 0,-5-7-2 15,11 9 0-15,-11-9 3 0,8 9 2 0,-8-9-1 16,12 8-1-16,-12-8 1 0,10 8-1 16,-10-8 0-16,9 7 0 0,-9-7 0 0,7 7 4 15,-7-7 2-15,0 0-10 0,0 0-13 16,0 0-25-16,0 0-41 0,0 0-69 0,-42 5-242 16,-9-10-167-16,-8-8-64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6.xml"/><Relationship Id="rId18" Type="http://schemas.openxmlformats.org/officeDocument/2006/relationships/image" Target="../media/image10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0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0.png"/><Relationship Id="rId4" Type="http://schemas.openxmlformats.org/officeDocument/2006/relationships/image" Target="../media/image300.png"/><Relationship Id="rId9" Type="http://schemas.openxmlformats.org/officeDocument/2006/relationships/customXml" Target="../ink/ink4.xml"/><Relationship Id="rId14" Type="http://schemas.openxmlformats.org/officeDocument/2006/relationships/image" Target="../media/image8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tutorial/streaming-platform-analysis" TargetMode="External"/><Relationship Id="rId2" Type="http://schemas.openxmlformats.org/officeDocument/2006/relationships/hyperlink" Target="https://www.datacamp.com/tutorial/lda2vec-topic-mode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eople.csail.mit.edu/dsontag/courses/ml14/notes/Luxburg07_tutorial_spectral_clustering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47E9-4110-2B7B-587E-6F527836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in PCA</a:t>
            </a:r>
          </a:p>
        </p:txBody>
      </p:sp>
    </p:spTree>
    <p:extLst>
      <p:ext uri="{BB962C8B-B14F-4D97-AF65-F5344CB8AC3E}">
        <p14:creationId xmlns:p14="http://schemas.microsoft.com/office/powerpoint/2010/main" val="148428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1CA0-7559-ECA6-1A2A-1CF39507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08C3-4880-35F9-00F5-2DBBBFDE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076F3-7EC7-7D0A-1C11-8B4342C6CFFC}"/>
              </a:ext>
            </a:extLst>
          </p:cNvPr>
          <p:cNvSpPr/>
          <p:nvPr/>
        </p:nvSpPr>
        <p:spPr>
          <a:xfrm>
            <a:off x="81497" y="708746"/>
            <a:ext cx="1186056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eigenvectors are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principal directions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directions along which the data varies the most.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eigenvalues tell how much variance ( spread ) there is along those directions.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Largest eigenvalue → direction with most variance → 1st principal component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Second eigenvalue → orthogonal direction → 2nd principal component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B1A0B8-C323-C6B0-36DB-417EFDDF3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56" y="2859829"/>
            <a:ext cx="7590408" cy="37453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D0EF8B-98F1-2BE4-FAAD-7C81BB7297ED}"/>
                  </a:ext>
                </a:extLst>
              </p14:cNvPr>
              <p14:cNvContentPartPr/>
              <p14:nvPr/>
            </p14:nvContentPartPr>
            <p14:xfrm>
              <a:off x="8196326" y="3084162"/>
              <a:ext cx="331560" cy="31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D0EF8B-98F1-2BE4-FAAD-7C81BB7297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4446" y="3072268"/>
                <a:ext cx="355320" cy="336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8817A1-E58F-5251-2F57-30F92DA914DF}"/>
                  </a:ext>
                </a:extLst>
              </p14:cNvPr>
              <p14:cNvContentPartPr/>
              <p14:nvPr/>
            </p14:nvContentPartPr>
            <p14:xfrm>
              <a:off x="8500886" y="3263082"/>
              <a:ext cx="332280" cy="1311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8817A1-E58F-5251-2F57-30F92DA914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89032" y="3251209"/>
                <a:ext cx="355989" cy="1334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82A421-83EB-1C04-A4B5-DA73FAD1A5CD}"/>
                  </a:ext>
                </a:extLst>
              </p14:cNvPr>
              <p14:cNvContentPartPr/>
              <p14:nvPr/>
            </p14:nvContentPartPr>
            <p14:xfrm>
              <a:off x="7125686" y="3221322"/>
              <a:ext cx="732600" cy="1029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82A421-83EB-1C04-A4B5-DA73FAD1A5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3806" y="3209471"/>
                <a:ext cx="756360" cy="1053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1BE5DA8-91DF-8F56-90D9-B58879C6D06C}"/>
                  </a:ext>
                </a:extLst>
              </p14:cNvPr>
              <p14:cNvContentPartPr/>
              <p14:nvPr/>
            </p14:nvContentPartPr>
            <p14:xfrm>
              <a:off x="7806806" y="4060482"/>
              <a:ext cx="1560600" cy="852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1BE5DA8-91DF-8F56-90D9-B58879C6D0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94926" y="4048602"/>
                <a:ext cx="1584360" cy="87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F6E1D4-6B31-5131-000F-71B117E9F193}"/>
                  </a:ext>
                </a:extLst>
              </p14:cNvPr>
              <p14:cNvContentPartPr/>
              <p14:nvPr/>
            </p14:nvContentPartPr>
            <p14:xfrm>
              <a:off x="6359606" y="4092522"/>
              <a:ext cx="790560" cy="1039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F6E1D4-6B31-5131-000F-71B117E9F1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47726" y="4080642"/>
                <a:ext cx="81432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267DFE3-6127-DB25-3063-0C405C4AE071}"/>
                  </a:ext>
                </a:extLst>
              </p14:cNvPr>
              <p14:cNvContentPartPr/>
              <p14:nvPr/>
            </p14:nvContentPartPr>
            <p14:xfrm>
              <a:off x="7166726" y="4842042"/>
              <a:ext cx="3138840" cy="331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267DFE3-6127-DB25-3063-0C405C4AE0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54862" y="4830162"/>
                <a:ext cx="3162567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E13C5C-ED24-D9C1-15BB-B5F503C2B417}"/>
                  </a:ext>
                </a:extLst>
              </p14:cNvPr>
              <p14:cNvContentPartPr/>
              <p14:nvPr/>
            </p14:nvContentPartPr>
            <p14:xfrm>
              <a:off x="5741486" y="5460522"/>
              <a:ext cx="342360" cy="475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E13C5C-ED24-D9C1-15BB-B5F503C2B4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29606" y="5448642"/>
                <a:ext cx="36612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52B707-A2D6-A35C-C9F8-6F4AFB937661}"/>
                  </a:ext>
                </a:extLst>
              </p14:cNvPr>
              <p14:cNvContentPartPr/>
              <p14:nvPr/>
            </p14:nvContentPartPr>
            <p14:xfrm>
              <a:off x="6101486" y="4754202"/>
              <a:ext cx="5382720" cy="1036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52B707-A2D6-A35C-C9F8-6F4AFB9376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89605" y="4742326"/>
                <a:ext cx="5406482" cy="1060192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2C9301E-7878-DB05-99A8-7C36C46FB2AD}"/>
              </a:ext>
            </a:extLst>
          </p:cNvPr>
          <p:cNvSpPr txBox="1"/>
          <p:nvPr/>
        </p:nvSpPr>
        <p:spPr>
          <a:xfrm>
            <a:off x="32004" y="2926741"/>
            <a:ext cx="47713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Eigenvalues + eigenvectors = tools to find patterns and reduce dimensions while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preserving structure of data.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PCA: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 → directions of maximum spread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Eigenvalues → how much spread in those directions</a:t>
            </a:r>
          </a:p>
        </p:txBody>
      </p:sp>
    </p:spTree>
    <p:extLst>
      <p:ext uri="{BB962C8B-B14F-4D97-AF65-F5344CB8AC3E}">
        <p14:creationId xmlns:p14="http://schemas.microsoft.com/office/powerpoint/2010/main" val="309194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2BD2-9D72-C34E-F675-030073F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225459-7FA3-D812-7DCF-5949A697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(p1) 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2A5EE-F29C-013B-D98D-9AEE78519A5B}"/>
              </a:ext>
            </a:extLst>
          </p:cNvPr>
          <p:cNvSpPr txBox="1"/>
          <p:nvPr/>
        </p:nvSpPr>
        <p:spPr>
          <a:xfrm>
            <a:off x="128016" y="720126"/>
            <a:ext cx="117020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Principal components are new variables that are constructed as linear combinations or mixtures of the initial variables. PC represent the directions of the data that explain a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maximal amount of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that is to say, the lines that capture most information of the data.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 5 steps to create PCA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Standardization: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do this ?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features are on different scales (e.g., one feature ranges 0–1, another 0–1000), PCA will give more importance to features with larger magnitudes or variances.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Covariance Matrix Computation: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covariance matrix tells us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features vary together.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capture relationships (variances + covariances) between features to identify directions of maximum variance.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99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2FB3-1892-7774-2D4E-208A72A8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1D4935-0DD3-A5FF-7338-C8BF2A0D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(p2)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66D0B2-FBFD-BA8E-F130-B74EC15F7F53}"/>
                  </a:ext>
                </a:extLst>
              </p:cNvPr>
              <p:cNvSpPr txBox="1"/>
              <p:nvPr/>
            </p:nvSpPr>
            <p:spPr>
              <a:xfrm>
                <a:off x="352424" y="866995"/>
                <a:ext cx="11534775" cy="3371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3: Compute the eigenvectors and eigenvalues of the covariance matrix to identify the principal components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You start with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covariance matrix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your data: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 you compute its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eigenvectors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eigenvalues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66D0B2-FBFD-BA8E-F130-B74EC15F7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4" y="866995"/>
                <a:ext cx="11534775" cy="3371564"/>
              </a:xfrm>
              <a:prstGeom prst="rect">
                <a:avLst/>
              </a:prstGeom>
              <a:blipFill>
                <a:blip r:embed="rId2"/>
                <a:stretch>
                  <a:fillRect l="-846" t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35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1277-6478-B813-EAD7-D4335CB1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50D668-3A81-B52E-9377-D9FFC461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(p2)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08331-2F93-FF42-9B45-456D2D7D2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77" y="5341714"/>
            <a:ext cx="4048690" cy="9335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47E70-17DD-636E-8221-C28AC5A13DE5}"/>
              </a:ext>
            </a:extLst>
          </p:cNvPr>
          <p:cNvSpPr/>
          <p:nvPr/>
        </p:nvSpPr>
        <p:spPr>
          <a:xfrm>
            <a:off x="5873460" y="5808504"/>
            <a:ext cx="5793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,where each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PC_i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principal component (an eigenvector).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22E0E-D22E-DC46-E9D5-AB6466425AB7}"/>
              </a:ext>
            </a:extLst>
          </p:cNvPr>
          <p:cNvSpPr txBox="1"/>
          <p:nvPr/>
        </p:nvSpPr>
        <p:spPr>
          <a:xfrm>
            <a:off x="352424" y="866995"/>
            <a:ext cx="115347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Create a Feature Vector: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the feature vector as creating a new set of "coordinate axes" that are better aligned with the spread (variance) of your data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select the top k eigenvectors that correspond to the largest eigenvalues.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eigenvalues tell us how much variance (information) each principal component captures. Eigenvalues show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much”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varies there.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want to keep the components (eigenvectors) that capture the most variance → they are the most "informative.“ Eigenvectors show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“where”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data varies the most.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 a feature vector (or projection matrix) which is just a matrix of these top k eigenvectors, where each eigenvector is a column:</a:t>
            </a:r>
          </a:p>
        </p:txBody>
      </p:sp>
    </p:spTree>
    <p:extLst>
      <p:ext uri="{BB962C8B-B14F-4D97-AF65-F5344CB8AC3E}">
        <p14:creationId xmlns:p14="http://schemas.microsoft.com/office/powerpoint/2010/main" val="94918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17" y="1195310"/>
            <a:ext cx="11354539" cy="651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 5: Recast the Data Along the Principal Components Axes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(p3)</a:t>
            </a: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49" y="1846555"/>
            <a:ext cx="5339302" cy="3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2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9D06-7770-4198-FC43-930C653E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2E69A7-B330-5145-D6F9-F2CCB880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9AED-9BD9-46C7-E79F-A0D0623E4D88}"/>
              </a:ext>
            </a:extLst>
          </p:cNvPr>
          <p:cNvSpPr txBox="1"/>
          <p:nvPr/>
        </p:nvSpPr>
        <p:spPr>
          <a:xfrm>
            <a:off x="285750" y="1521667"/>
            <a:ext cx="116776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 and eigenvalues are essential in many applications, including the following: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Covariance and Correlation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studying relationships among variables (like in feature selection or clustering), eigenvectors of the covariance matrix show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uncorrelated directions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(orthogonal features).</a:t>
            </a:r>
          </a:p>
        </p:txBody>
      </p:sp>
    </p:spTree>
    <p:extLst>
      <p:ext uri="{BB962C8B-B14F-4D97-AF65-F5344CB8AC3E}">
        <p14:creationId xmlns:p14="http://schemas.microsoft.com/office/powerpoint/2010/main" val="316364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8683-71B0-F6A3-E921-639FC572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433F9F-9589-B79C-7F95-15EE5119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9D040-5337-C683-4A8A-E4589AC6ABCE}"/>
              </a:ext>
            </a:extLst>
          </p:cNvPr>
          <p:cNvSpPr txBox="1"/>
          <p:nvPr/>
        </p:nvSpPr>
        <p:spPr>
          <a:xfrm>
            <a:off x="285750" y="671275"/>
            <a:ext cx="1167764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used in facial recognition and image classification.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(NLP)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Eigenvectors and eigenvalues are used in topic modeling and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word embeddings (like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Word2Vec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GloVe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 decomposition appears when factorizing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co-occurrence matrices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SVD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word-context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top eigenvectors represent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directions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embedding space — e.g., gender, tense, country/capital relationships.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in collaborative and content-based filtering, where dimensionality reduction can improve the accuracy of the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742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ADB8-3593-E2DA-52DA-30779B70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7A65D5-0034-9188-305F-42A3DE43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DFCFB-9900-0BFD-1635-F969F11E17DD}"/>
              </a:ext>
            </a:extLst>
          </p:cNvPr>
          <p:cNvSpPr txBox="1"/>
          <p:nvPr/>
        </p:nvSpPr>
        <p:spPr>
          <a:xfrm>
            <a:off x="695325" y="671275"/>
            <a:ext cx="114109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Spectral Clustering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 and eigenvalues are also a founding component of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spectral clustering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is a method that groups data points by looking at their connections in a graph, using information from the structure of the data instead of just distance that has several practical applications, such as in image processing.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unsupervised learning: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create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similarity 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data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Laplacian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its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they reveal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underlying cluster structure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smallest eigenvectors (of the Laplacian) help embed the data into a low-dimensional space where clusters are easier to separate.</a:t>
            </a:r>
          </a:p>
        </p:txBody>
      </p:sp>
    </p:spTree>
    <p:extLst>
      <p:ext uri="{BB962C8B-B14F-4D97-AF65-F5344CB8AC3E}">
        <p14:creationId xmlns:p14="http://schemas.microsoft.com/office/powerpoint/2010/main" val="1818073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C09B-4E91-400C-FC7B-5E58B0D4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E735AC-995B-E646-AE0B-40ECBFFD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EE9D7-E337-EBD8-3D1A-E4F3B8003CEB}"/>
              </a:ext>
            </a:extLst>
          </p:cNvPr>
          <p:cNvSpPr txBox="1"/>
          <p:nvPr/>
        </p:nvSpPr>
        <p:spPr>
          <a:xfrm>
            <a:off x="695325" y="671275"/>
            <a:ext cx="114109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Markov Chains &amp; PageRank: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Google’s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PageRank algorithm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steady-state probabilities (importance of web pages) come from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dominant eigenvector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transition matrix.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 = 1 corresponds to the stationary distribution.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148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1B8B-56E2-9F59-6314-94D0435E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C4C1F8-DA9F-C8D2-E04D-0F20B22FC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92F45-186A-4B34-39D5-C6F23D033427}"/>
              </a:ext>
            </a:extLst>
          </p:cNvPr>
          <p:cNvSpPr txBox="1"/>
          <p:nvPr/>
        </p:nvSpPr>
        <p:spPr>
          <a:xfrm>
            <a:off x="338328" y="671275"/>
            <a:ext cx="1159649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 &amp; Optimization: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Hessian 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(second derivative of loss function) has eigenvalues/eigenvectors that tell you: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 → directions in parameter space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Eigenvalues → curvature (how steep/flat the loss surface is)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understanding:</a:t>
            </a:r>
          </a:p>
          <a:p>
            <a:pPr lvl="1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Convergence speed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Stability of gradient descent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Flat minima vs sharp minima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25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0FEC-425B-E8D9-ADB9-BC9BEF89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EA16-ABB7-9CF7-571F-F4C4B37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649105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1450</TotalTime>
  <Words>899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Application in PCA</vt:lpstr>
      <vt:lpstr>Eigen value and E. vector(See Jupyter n/b)</vt:lpstr>
      <vt:lpstr>Eigen value and E. vector (Application in PCA) (p1) (see jupyter n/b)</vt:lpstr>
      <vt:lpstr>Eigen value and E. vector (Application in PCA) (p2)</vt:lpstr>
      <vt:lpstr>Eigen value and E. vector (Application in PCA) (p2)</vt:lpstr>
      <vt:lpstr>Eigen value and E. vector (Application in PCA) (p3)</vt:lpstr>
      <vt:lpstr>Eigen value and E. vector (Application)</vt:lpstr>
      <vt:lpstr>Eigen value and E. vector (Application)</vt:lpstr>
      <vt:lpstr>Eigen value and E. vector (Application)</vt:lpstr>
      <vt:lpstr>Eigen value and E. vector (Application)</vt:lpstr>
      <vt:lpstr>Eigen value and E. vector (Application)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150</cp:revision>
  <dcterms:created xsi:type="dcterms:W3CDTF">2025-09-22T02:44:38Z</dcterms:created>
  <dcterms:modified xsi:type="dcterms:W3CDTF">2026-02-22T14:46:31Z</dcterms:modified>
</cp:coreProperties>
</file>