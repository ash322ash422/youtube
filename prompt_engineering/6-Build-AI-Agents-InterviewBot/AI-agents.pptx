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7" r:id="rId2"/>
    <p:sldId id="295" r:id="rId3"/>
    <p:sldId id="296" r:id="rId4"/>
    <p:sldId id="281" r:id="rId5"/>
    <p:sldId id="282" r:id="rId6"/>
    <p:sldId id="283" r:id="rId7"/>
    <p:sldId id="284" r:id="rId8"/>
    <p:sldId id="285" r:id="rId9"/>
    <p:sldId id="286" r:id="rId10"/>
    <p:sldId id="289" r:id="rId11"/>
    <p:sldId id="287" r:id="rId12"/>
    <p:sldId id="290" r:id="rId13"/>
    <p:sldId id="288" r:id="rId14"/>
    <p:sldId id="291" r:id="rId15"/>
    <p:sldId id="292" r:id="rId16"/>
    <p:sldId id="293" r:id="rId17"/>
    <p:sldId id="294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BB691B-888D-405E-A71E-A5B097ECBE0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CB6C4C-2F42-47E0-8C3F-9E2AD052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459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B6C4C-2F42-47E0-8C3F-9E2AD052B6F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799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B6C4C-2F42-47E0-8C3F-9E2AD052B6F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690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08FF2-0A7C-61EB-BD1C-155C500EA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4A0046-43A0-C270-64F9-D19C2DF8FB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8709DE-B851-D037-B00E-4FA690B3BA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A5D85-CD89-F6E9-5298-E9C4123F1B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B6C4C-2F42-47E0-8C3F-9E2AD052B6F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295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CC5AA4-1E9C-99DC-AFA2-54F7AD62956A}"/>
              </a:ext>
            </a:extLst>
          </p:cNvPr>
          <p:cNvSpPr txBox="1"/>
          <p:nvPr/>
        </p:nvSpPr>
        <p:spPr>
          <a:xfrm>
            <a:off x="3028950" y="1247013"/>
            <a:ext cx="6400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Building AI Agents</a:t>
            </a:r>
          </a:p>
          <a:p>
            <a:pPr algn="ctr"/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Conduct Interview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7AD60-69A1-50C8-951F-2AA43AAA9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78ECC6-CEF2-28F0-A327-D3956ECEE7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108" y="1216168"/>
            <a:ext cx="7564368" cy="442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473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09589-0F29-79CF-634E-0CC813E79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545C1F-BE14-34CE-EB06-C0691E3260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6664" y="141854"/>
            <a:ext cx="6281739" cy="657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359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B7326-3770-F0BF-A4DC-89F69DBF6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1F0C0A-3B4F-F885-3134-4DAB1B02C32E}"/>
              </a:ext>
            </a:extLst>
          </p:cNvPr>
          <p:cNvSpPr txBox="1"/>
          <p:nvPr/>
        </p:nvSpPr>
        <p:spPr>
          <a:xfrm>
            <a:off x="310896" y="632914"/>
            <a:ext cx="1151229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What is an AI Agent?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Agent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system that can: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Receive an input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Think using prompts or rules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Take actions or produce responses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Simple Flow: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Input → AI Prompt → AI Reasoning → Output → Next Action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BABBEA-5307-77DB-6FD2-1F3C766A0B37}"/>
              </a:ext>
            </a:extLst>
          </p:cNvPr>
          <p:cNvSpPr/>
          <p:nvPr/>
        </p:nvSpPr>
        <p:spPr>
          <a:xfrm>
            <a:off x="3904488" y="4964911"/>
            <a:ext cx="1827202" cy="13901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 Model</a:t>
            </a:r>
          </a:p>
          <a:p>
            <a:pPr algn="ctr"/>
            <a:r>
              <a:rPr lang="en-US" dirty="0"/>
              <a:t>Performs</a:t>
            </a:r>
          </a:p>
          <a:p>
            <a:pPr algn="ctr"/>
            <a:r>
              <a:rPr lang="en-US" dirty="0"/>
              <a:t>Reasoning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7F48AEB7-CD49-D02E-52A5-1932BF62F392}"/>
              </a:ext>
            </a:extLst>
          </p:cNvPr>
          <p:cNvSpPr/>
          <p:nvPr/>
        </p:nvSpPr>
        <p:spPr>
          <a:xfrm>
            <a:off x="1957577" y="5330952"/>
            <a:ext cx="1561963" cy="7406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prompt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59B3C696-6A51-EF95-B27E-202A2F1A6E57}"/>
              </a:ext>
            </a:extLst>
          </p:cNvPr>
          <p:cNvSpPr/>
          <p:nvPr/>
        </p:nvSpPr>
        <p:spPr>
          <a:xfrm>
            <a:off x="6153150" y="5330952"/>
            <a:ext cx="1189482" cy="7406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912228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359DC-40CB-04CD-6ABD-09B8C7C91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40A6F2-395B-B279-7CCE-39CFE9C2BA0D}"/>
              </a:ext>
            </a:extLst>
          </p:cNvPr>
          <p:cNvSpPr txBox="1"/>
          <p:nvPr/>
        </p:nvSpPr>
        <p:spPr>
          <a:xfrm>
            <a:off x="310896" y="632914"/>
            <a:ext cx="1151229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User: Help me prepare for a job interview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Agent would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Ask questions from user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Evaluate answers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 feedback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exactly what we will build today.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314450-B5DA-6861-E95C-4C5F8B697880}"/>
              </a:ext>
            </a:extLst>
          </p:cNvPr>
          <p:cNvSpPr/>
          <p:nvPr/>
        </p:nvSpPr>
        <p:spPr>
          <a:xfrm>
            <a:off x="5001768" y="4398265"/>
            <a:ext cx="2313432" cy="1719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u="sng" dirty="0"/>
              <a:t>LLM Model</a:t>
            </a:r>
          </a:p>
          <a:p>
            <a:pPr algn="ctr"/>
            <a:r>
              <a:rPr lang="en-US" sz="2000" dirty="0"/>
              <a:t>Ask Question</a:t>
            </a:r>
          </a:p>
          <a:p>
            <a:pPr algn="ctr"/>
            <a:r>
              <a:rPr lang="en-US" sz="2000" dirty="0"/>
              <a:t>Evaluate Answer</a:t>
            </a:r>
          </a:p>
          <a:p>
            <a:pPr algn="ctr"/>
            <a:r>
              <a:rPr lang="en-US" sz="2000" dirty="0"/>
              <a:t>Give Feedback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CEFFB05-C432-75DF-A7D5-88C512092025}"/>
              </a:ext>
            </a:extLst>
          </p:cNvPr>
          <p:cNvSpPr/>
          <p:nvPr/>
        </p:nvSpPr>
        <p:spPr>
          <a:xfrm>
            <a:off x="2103120" y="4489704"/>
            <a:ext cx="1490472" cy="14333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User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98157157-0D72-5E9A-9122-4484D2D8DC02}"/>
              </a:ext>
            </a:extLst>
          </p:cNvPr>
          <p:cNvSpPr/>
          <p:nvPr/>
        </p:nvSpPr>
        <p:spPr>
          <a:xfrm>
            <a:off x="3776472" y="5257801"/>
            <a:ext cx="1042416" cy="3474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98D99856-C6D0-BD97-D4E4-DB48BFC2AD30}"/>
              </a:ext>
            </a:extLst>
          </p:cNvPr>
          <p:cNvSpPr/>
          <p:nvPr/>
        </p:nvSpPr>
        <p:spPr>
          <a:xfrm rot="10800000">
            <a:off x="3739895" y="4910327"/>
            <a:ext cx="1042416" cy="3474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73B11132-7D8F-1FFE-2B28-126497EBD3A0}"/>
              </a:ext>
            </a:extLst>
          </p:cNvPr>
          <p:cNvSpPr/>
          <p:nvPr/>
        </p:nvSpPr>
        <p:spPr>
          <a:xfrm rot="10800000">
            <a:off x="3739894" y="5596132"/>
            <a:ext cx="1042416" cy="3474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143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5B3C1-BD08-EC65-E061-A1956DCF8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4D818A-928C-881F-9DB1-715A1939AC91}"/>
              </a:ext>
            </a:extLst>
          </p:cNvPr>
          <p:cNvSpPr txBox="1"/>
          <p:nvPr/>
        </p:nvSpPr>
        <p:spPr>
          <a:xfrm>
            <a:off x="310896" y="102562"/>
            <a:ext cx="1151229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Part 1: System Prompts (Setting the "Brain" of AI)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a System Prompt?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system prompt defines the personality and behavior of the AI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tells the AI: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Who it is and what role it should play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it should behave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rules to follow</a:t>
            </a:r>
          </a:p>
        </p:txBody>
      </p:sp>
    </p:spTree>
    <p:extLst>
      <p:ext uri="{BB962C8B-B14F-4D97-AF65-F5344CB8AC3E}">
        <p14:creationId xmlns:p14="http://schemas.microsoft.com/office/powerpoint/2010/main" val="4266014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F3433-F8A7-5695-E5A8-22419B3E4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CAEE4A-1A25-D8EE-586D-C94C9A1DA97A}"/>
              </a:ext>
            </a:extLst>
          </p:cNvPr>
          <p:cNvSpPr txBox="1"/>
          <p:nvPr/>
        </p:nvSpPr>
        <p:spPr>
          <a:xfrm>
            <a:off x="141732" y="387156"/>
            <a:ext cx="45034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Without System Prompt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Ask me interview questions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615FA9-4278-1EAF-21F7-446B80362B2E}"/>
              </a:ext>
            </a:extLst>
          </p:cNvPr>
          <p:cNvSpPr txBox="1"/>
          <p:nvPr/>
        </p:nvSpPr>
        <p:spPr>
          <a:xfrm>
            <a:off x="4553712" y="387156"/>
            <a:ext cx="72694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 System Prompt</a:t>
            </a:r>
          </a:p>
          <a:p>
            <a:pPr>
              <a:buNone/>
            </a:pPr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an experienced technical HR interviewer.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interviewing a candidate for a Python Developer role.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behavior: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Ask only ONE question at a time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The question must be conceptual (not coding)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The question should test understanding of Python fundamentals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Keep the question clear and concise.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Do not provide explanations or answers</a:t>
            </a:r>
          </a:p>
        </p:txBody>
      </p:sp>
    </p:spTree>
    <p:extLst>
      <p:ext uri="{BB962C8B-B14F-4D97-AF65-F5344CB8AC3E}">
        <p14:creationId xmlns:p14="http://schemas.microsoft.com/office/powerpoint/2010/main" val="611745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DAA74-EA9F-F45A-F478-253448477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CE6B1D-42A4-D7E9-1FA6-F376D1130287}"/>
              </a:ext>
            </a:extLst>
          </p:cNvPr>
          <p:cNvSpPr txBox="1"/>
          <p:nvPr/>
        </p:nvSpPr>
        <p:spPr>
          <a:xfrm>
            <a:off x="123444" y="378244"/>
            <a:ext cx="815187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Part 2: Prompt Chaining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Prompt Chaining?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chaining means: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of one prompt becomes the input to another prompt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Flow: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1 → LLM → Output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 → Prompt 2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2 → LLM → Final Result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creates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multi-step reasoning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EB35E1-3AE0-854D-2C97-FB10AE18FF25}"/>
              </a:ext>
            </a:extLst>
          </p:cNvPr>
          <p:cNvSpPr/>
          <p:nvPr/>
        </p:nvSpPr>
        <p:spPr>
          <a:xfrm>
            <a:off x="1746504" y="5495544"/>
            <a:ext cx="1700784" cy="11155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 Model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0740589C-A7BB-E21D-372D-997D41BC417A}"/>
              </a:ext>
            </a:extLst>
          </p:cNvPr>
          <p:cNvSpPr/>
          <p:nvPr/>
        </p:nvSpPr>
        <p:spPr>
          <a:xfrm>
            <a:off x="220218" y="5733288"/>
            <a:ext cx="1453896" cy="5943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prompt1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A0216C-2B51-4C59-BEA0-BA5C44640794}"/>
              </a:ext>
            </a:extLst>
          </p:cNvPr>
          <p:cNvSpPr/>
          <p:nvPr/>
        </p:nvSpPr>
        <p:spPr>
          <a:xfrm>
            <a:off x="6691884" y="5495544"/>
            <a:ext cx="1700784" cy="11155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 Model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08F4920C-9A70-C53B-2E74-D139699972E4}"/>
              </a:ext>
            </a:extLst>
          </p:cNvPr>
          <p:cNvSpPr/>
          <p:nvPr/>
        </p:nvSpPr>
        <p:spPr>
          <a:xfrm>
            <a:off x="4790694" y="5495544"/>
            <a:ext cx="1737360" cy="11155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Prompt2</a:t>
            </a:r>
          </a:p>
          <a:p>
            <a:pPr algn="ctr"/>
            <a:r>
              <a:rPr lang="en-US" dirty="0"/>
              <a:t>{Output, etc.}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E69F615F-5213-36AB-F23B-E9E89A99EC75}"/>
              </a:ext>
            </a:extLst>
          </p:cNvPr>
          <p:cNvSpPr/>
          <p:nvPr/>
        </p:nvSpPr>
        <p:spPr>
          <a:xfrm>
            <a:off x="3519678" y="5733288"/>
            <a:ext cx="1107186" cy="5943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C70CCA38-D880-9478-98E4-F196853B2BEE}"/>
              </a:ext>
            </a:extLst>
          </p:cNvPr>
          <p:cNvSpPr/>
          <p:nvPr/>
        </p:nvSpPr>
        <p:spPr>
          <a:xfrm>
            <a:off x="8556498" y="5733288"/>
            <a:ext cx="1611630" cy="5943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 Result</a:t>
            </a:r>
          </a:p>
        </p:txBody>
      </p:sp>
    </p:spTree>
    <p:extLst>
      <p:ext uri="{BB962C8B-B14F-4D97-AF65-F5344CB8AC3E}">
        <p14:creationId xmlns:p14="http://schemas.microsoft.com/office/powerpoint/2010/main" val="2421181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35B06-7373-7063-CF41-053B1E35A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A737C0-DD4B-FAF1-2D95-6AEC1F2BD377}"/>
              </a:ext>
            </a:extLst>
          </p:cNvPr>
          <p:cNvSpPr txBox="1"/>
          <p:nvPr/>
        </p:nvSpPr>
        <p:spPr>
          <a:xfrm>
            <a:off x="123444" y="131356"/>
            <a:ext cx="39639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we want to: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Ask interview question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Evaluate answer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 feedback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752719-96AD-8074-2428-B6B389AD6FFB}"/>
              </a:ext>
            </a:extLst>
          </p:cNvPr>
          <p:cNvSpPr txBox="1"/>
          <p:nvPr/>
        </p:nvSpPr>
        <p:spPr>
          <a:xfrm>
            <a:off x="192024" y="2532210"/>
            <a:ext cx="118262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1: Ask Question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Prompt1: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You are a Python interviewer.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Ask one interview question.</a:t>
            </a:r>
          </a:p>
          <a:p>
            <a:pPr rtl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Output: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What is the difference between a list and a tuple in Python?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B328F4-D902-437C-EFD8-CE013F5542B8}"/>
              </a:ext>
            </a:extLst>
          </p:cNvPr>
          <p:cNvSpPr/>
          <p:nvPr/>
        </p:nvSpPr>
        <p:spPr>
          <a:xfrm>
            <a:off x="1746504" y="5495544"/>
            <a:ext cx="1700784" cy="11155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 Model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95DE30B9-EB31-2893-FEC7-B646D129D593}"/>
              </a:ext>
            </a:extLst>
          </p:cNvPr>
          <p:cNvSpPr/>
          <p:nvPr/>
        </p:nvSpPr>
        <p:spPr>
          <a:xfrm>
            <a:off x="220218" y="5733288"/>
            <a:ext cx="1453896" cy="5943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prompt1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450B15A7-E10D-0E0B-BC38-D8C6F86BB09A}"/>
              </a:ext>
            </a:extLst>
          </p:cNvPr>
          <p:cNvSpPr/>
          <p:nvPr/>
        </p:nvSpPr>
        <p:spPr>
          <a:xfrm>
            <a:off x="3519678" y="5733288"/>
            <a:ext cx="1107186" cy="5943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201402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E7007-4758-B2A6-1F58-C80866A4C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974DA1-7D17-3AC6-42DB-3997B86B7770}"/>
              </a:ext>
            </a:extLst>
          </p:cNvPr>
          <p:cNvSpPr txBox="1"/>
          <p:nvPr/>
        </p:nvSpPr>
        <p:spPr>
          <a:xfrm>
            <a:off x="365760" y="1370922"/>
            <a:ext cx="118262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user answers the question.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List are mutable. Tuples are immutable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EB29B4-D0EE-EA0D-B2A0-A481C5CBDB39}"/>
              </a:ext>
            </a:extLst>
          </p:cNvPr>
          <p:cNvSpPr/>
          <p:nvPr/>
        </p:nvSpPr>
        <p:spPr>
          <a:xfrm>
            <a:off x="1746504" y="5495544"/>
            <a:ext cx="1700784" cy="11155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 Model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F609E8E5-A4DF-9B95-596C-6914867713A6}"/>
              </a:ext>
            </a:extLst>
          </p:cNvPr>
          <p:cNvSpPr/>
          <p:nvPr/>
        </p:nvSpPr>
        <p:spPr>
          <a:xfrm>
            <a:off x="220218" y="5733288"/>
            <a:ext cx="1453896" cy="5943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prompt1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4A054C91-7F38-92AA-6094-D4B301B545DC}"/>
              </a:ext>
            </a:extLst>
          </p:cNvPr>
          <p:cNvSpPr/>
          <p:nvPr/>
        </p:nvSpPr>
        <p:spPr>
          <a:xfrm>
            <a:off x="3519678" y="5733288"/>
            <a:ext cx="1107186" cy="5943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028647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AD1AE-C559-0527-FC50-1C574787B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AE14D5-CF8C-32C8-E534-BAC4B5F4E342}"/>
              </a:ext>
            </a:extLst>
          </p:cNvPr>
          <p:cNvSpPr txBox="1"/>
          <p:nvPr/>
        </p:nvSpPr>
        <p:spPr>
          <a:xfrm>
            <a:off x="365760" y="301074"/>
            <a:ext cx="893368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2: Evaluate Answer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we feed the question generated and the answer.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Prompt2: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Evaluate the following interview answer.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Question: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What is the difference between list and tuple?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Answer: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List are mutable. Tuples are immutable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Give feedback and score out of 10.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EF94DF-8F84-AA1F-C49C-6A902B8B7A82}"/>
              </a:ext>
            </a:extLst>
          </p:cNvPr>
          <p:cNvSpPr/>
          <p:nvPr/>
        </p:nvSpPr>
        <p:spPr>
          <a:xfrm>
            <a:off x="1746504" y="5495544"/>
            <a:ext cx="1700784" cy="11155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 Model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33B58E16-4972-E462-F95F-9ED897EA7E3D}"/>
              </a:ext>
            </a:extLst>
          </p:cNvPr>
          <p:cNvSpPr/>
          <p:nvPr/>
        </p:nvSpPr>
        <p:spPr>
          <a:xfrm>
            <a:off x="220218" y="5733288"/>
            <a:ext cx="1453896" cy="5943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prompt1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17CA81B-15CC-D3C6-963A-5079EB237576}"/>
              </a:ext>
            </a:extLst>
          </p:cNvPr>
          <p:cNvSpPr/>
          <p:nvPr/>
        </p:nvSpPr>
        <p:spPr>
          <a:xfrm>
            <a:off x="3519678" y="5733288"/>
            <a:ext cx="1107186" cy="5943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6AFDDE-2D7A-519A-CDEF-6A8B301DC87F}"/>
              </a:ext>
            </a:extLst>
          </p:cNvPr>
          <p:cNvSpPr txBox="1"/>
          <p:nvPr/>
        </p:nvSpPr>
        <p:spPr>
          <a:xfrm>
            <a:off x="9810369" y="2432304"/>
            <a:ext cx="23816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This was the output from prompt1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455E54DA-7D01-83D5-4C82-03CC4A78BA5F}"/>
              </a:ext>
            </a:extLst>
          </p:cNvPr>
          <p:cNvSpPr/>
          <p:nvPr/>
        </p:nvSpPr>
        <p:spPr>
          <a:xfrm>
            <a:off x="8978265" y="2549836"/>
            <a:ext cx="832104" cy="390299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F4C45F-6E39-D2C9-E9E6-825A493B5E0A}"/>
              </a:ext>
            </a:extLst>
          </p:cNvPr>
          <p:cNvSpPr txBox="1"/>
          <p:nvPr/>
        </p:nvSpPr>
        <p:spPr>
          <a:xfrm>
            <a:off x="9479280" y="3681984"/>
            <a:ext cx="25206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This is the users reply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9CBEB3ED-1F92-BAF4-49AD-35AFE671BF46}"/>
              </a:ext>
            </a:extLst>
          </p:cNvPr>
          <p:cNvSpPr/>
          <p:nvPr/>
        </p:nvSpPr>
        <p:spPr>
          <a:xfrm>
            <a:off x="8473441" y="3691127"/>
            <a:ext cx="832104" cy="390299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49C2D2-ECD6-B72B-F833-99B85FEA86C0}"/>
              </a:ext>
            </a:extLst>
          </p:cNvPr>
          <p:cNvSpPr/>
          <p:nvPr/>
        </p:nvSpPr>
        <p:spPr>
          <a:xfrm>
            <a:off x="6691884" y="5495544"/>
            <a:ext cx="1700784" cy="11155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 Model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0473F0F0-2A52-99A5-B819-7E8ABE90E44B}"/>
              </a:ext>
            </a:extLst>
          </p:cNvPr>
          <p:cNvSpPr/>
          <p:nvPr/>
        </p:nvSpPr>
        <p:spPr>
          <a:xfrm>
            <a:off x="4790694" y="5495544"/>
            <a:ext cx="1737360" cy="11155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Prompt2</a:t>
            </a:r>
          </a:p>
          <a:p>
            <a:pPr algn="ctr"/>
            <a:r>
              <a:rPr lang="en-US" dirty="0"/>
              <a:t>{Output, etc.}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7420C717-8746-FDE1-746B-5E8B7B4E448D}"/>
              </a:ext>
            </a:extLst>
          </p:cNvPr>
          <p:cNvSpPr/>
          <p:nvPr/>
        </p:nvSpPr>
        <p:spPr>
          <a:xfrm>
            <a:off x="8556498" y="5733288"/>
            <a:ext cx="1904238" cy="5943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 Result</a:t>
            </a:r>
          </a:p>
        </p:txBody>
      </p:sp>
    </p:spTree>
    <p:extLst>
      <p:ext uri="{BB962C8B-B14F-4D97-AF65-F5344CB8AC3E}">
        <p14:creationId xmlns:p14="http://schemas.microsoft.com/office/powerpoint/2010/main" val="582530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1F6C2-10C0-067D-49CA-13FD7909C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3F4DB6-72C0-323D-454F-22A3E3F72E15}"/>
              </a:ext>
            </a:extLst>
          </p:cNvPr>
          <p:cNvSpPr txBox="1"/>
          <p:nvPr/>
        </p:nvSpPr>
        <p:spPr>
          <a:xfrm>
            <a:off x="365760" y="301074"/>
            <a:ext cx="999439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3: Give feedback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Final result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You are right about the core concept. Your answer could have been better if you had provided examples.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You scored 7 out of 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3F335A-9227-8B4D-6FBA-BB8C5A967F1A}"/>
              </a:ext>
            </a:extLst>
          </p:cNvPr>
          <p:cNvSpPr/>
          <p:nvPr/>
        </p:nvSpPr>
        <p:spPr>
          <a:xfrm>
            <a:off x="1746504" y="5495544"/>
            <a:ext cx="1700784" cy="11155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 Model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C7EF2808-4A01-7C9C-E9F3-977246EF17A1}"/>
              </a:ext>
            </a:extLst>
          </p:cNvPr>
          <p:cNvSpPr/>
          <p:nvPr/>
        </p:nvSpPr>
        <p:spPr>
          <a:xfrm>
            <a:off x="220218" y="5733288"/>
            <a:ext cx="1453896" cy="5943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prompt1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20CAE4F-A0DC-997F-D1BC-B61BE7E5C692}"/>
              </a:ext>
            </a:extLst>
          </p:cNvPr>
          <p:cNvSpPr/>
          <p:nvPr/>
        </p:nvSpPr>
        <p:spPr>
          <a:xfrm>
            <a:off x="3519678" y="5733288"/>
            <a:ext cx="1107186" cy="5943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A7EA831-F42A-FD1C-0E7E-F2DCC50367D6}"/>
              </a:ext>
            </a:extLst>
          </p:cNvPr>
          <p:cNvSpPr/>
          <p:nvPr/>
        </p:nvSpPr>
        <p:spPr>
          <a:xfrm>
            <a:off x="6691884" y="5495544"/>
            <a:ext cx="1700784" cy="11155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 Model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0682CA47-FA2E-A6E9-E727-14FD51274C00}"/>
              </a:ext>
            </a:extLst>
          </p:cNvPr>
          <p:cNvSpPr/>
          <p:nvPr/>
        </p:nvSpPr>
        <p:spPr>
          <a:xfrm>
            <a:off x="4790694" y="5495544"/>
            <a:ext cx="1737360" cy="11155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Prompt2</a:t>
            </a:r>
          </a:p>
          <a:p>
            <a:pPr algn="ctr"/>
            <a:r>
              <a:rPr lang="en-US" dirty="0"/>
              <a:t>{Output, etc.}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DA4468D8-F9A0-D877-6DAF-B6DC4FBCBF57}"/>
              </a:ext>
            </a:extLst>
          </p:cNvPr>
          <p:cNvSpPr/>
          <p:nvPr/>
        </p:nvSpPr>
        <p:spPr>
          <a:xfrm>
            <a:off x="8556498" y="5733288"/>
            <a:ext cx="1904238" cy="5943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 Result</a:t>
            </a:r>
          </a:p>
        </p:txBody>
      </p:sp>
    </p:spTree>
    <p:extLst>
      <p:ext uri="{BB962C8B-B14F-4D97-AF65-F5344CB8AC3E}">
        <p14:creationId xmlns:p14="http://schemas.microsoft.com/office/powerpoint/2010/main" val="4211513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0F1A6-A7AD-42B7-DFCA-29BBD2EB9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53E647-B599-B9B5-C61B-E78A36439C01}"/>
              </a:ext>
            </a:extLst>
          </p:cNvPr>
          <p:cNvSpPr txBox="1"/>
          <p:nvPr/>
        </p:nvSpPr>
        <p:spPr>
          <a:xfrm>
            <a:off x="365760" y="355938"/>
            <a:ext cx="118262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you are using python then install following 2 packages: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 -m pip install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openai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 -m pip install python-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dotenv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7308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AF3DB-A9CD-4F2C-1A70-571FE039D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D8D304F-7E87-900F-04CF-3DEA21BE6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8824" y="72474"/>
            <a:ext cx="7697480" cy="55549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A7B6B73-B945-3A90-AA09-8B8E8667EC44}"/>
              </a:ext>
            </a:extLst>
          </p:cNvPr>
          <p:cNvSpPr txBox="1"/>
          <p:nvPr/>
        </p:nvSpPr>
        <p:spPr>
          <a:xfrm>
            <a:off x="82296" y="26754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step1_generate_question.py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431A16-11A2-47E3-A1B4-0F4B17137ABB}"/>
              </a:ext>
            </a:extLst>
          </p:cNvPr>
          <p:cNvSpPr/>
          <p:nvPr/>
        </p:nvSpPr>
        <p:spPr>
          <a:xfrm>
            <a:off x="1746504" y="5495544"/>
            <a:ext cx="1700784" cy="111556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 Model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0DA4304C-6E84-5A39-63DA-05E41B6AA397}"/>
              </a:ext>
            </a:extLst>
          </p:cNvPr>
          <p:cNvSpPr/>
          <p:nvPr/>
        </p:nvSpPr>
        <p:spPr>
          <a:xfrm>
            <a:off x="220218" y="5733288"/>
            <a:ext cx="1453896" cy="594360"/>
          </a:xfrm>
          <a:prstGeom prst="rightArrow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prompt1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533C5333-875F-EED9-874B-B0935B473338}"/>
              </a:ext>
            </a:extLst>
          </p:cNvPr>
          <p:cNvSpPr/>
          <p:nvPr/>
        </p:nvSpPr>
        <p:spPr>
          <a:xfrm>
            <a:off x="3519678" y="5733288"/>
            <a:ext cx="1107186" cy="594360"/>
          </a:xfrm>
          <a:prstGeom prst="rightArrow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1C2D7D-A5E7-EA7E-8070-E1F23DAA5D5B}"/>
              </a:ext>
            </a:extLst>
          </p:cNvPr>
          <p:cNvSpPr/>
          <p:nvPr/>
        </p:nvSpPr>
        <p:spPr>
          <a:xfrm>
            <a:off x="6691884" y="5495544"/>
            <a:ext cx="1700784" cy="11155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 Model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C6400437-F97A-6302-E450-AF8AFF985F53}"/>
              </a:ext>
            </a:extLst>
          </p:cNvPr>
          <p:cNvSpPr/>
          <p:nvPr/>
        </p:nvSpPr>
        <p:spPr>
          <a:xfrm>
            <a:off x="4790694" y="5495544"/>
            <a:ext cx="1737360" cy="11155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Prompt2</a:t>
            </a:r>
          </a:p>
          <a:p>
            <a:pPr algn="ctr"/>
            <a:r>
              <a:rPr lang="en-US" dirty="0"/>
              <a:t>{Output, etc.}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7969B96C-68D4-B4C9-9F84-BDAEA59B078C}"/>
              </a:ext>
            </a:extLst>
          </p:cNvPr>
          <p:cNvSpPr/>
          <p:nvPr/>
        </p:nvSpPr>
        <p:spPr>
          <a:xfrm>
            <a:off x="8556498" y="5733288"/>
            <a:ext cx="1904238" cy="5943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 Result</a:t>
            </a:r>
          </a:p>
        </p:txBody>
      </p:sp>
    </p:spTree>
    <p:extLst>
      <p:ext uri="{BB962C8B-B14F-4D97-AF65-F5344CB8AC3E}">
        <p14:creationId xmlns:p14="http://schemas.microsoft.com/office/powerpoint/2010/main" val="34556184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7B282-B911-F74D-ECAB-B1E4C9283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52AF02-9E82-70D8-A710-B7DEBAC1D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355009"/>
            <a:ext cx="8909304" cy="49119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98E817-56B2-207F-57C6-4376F2906CC6}"/>
              </a:ext>
            </a:extLst>
          </p:cNvPr>
          <p:cNvSpPr txBox="1"/>
          <p:nvPr/>
        </p:nvSpPr>
        <p:spPr>
          <a:xfrm>
            <a:off x="82296" y="26754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step1_generate_question.py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8F2281-E4E4-A98D-BAC6-C17631656FF9}"/>
              </a:ext>
            </a:extLst>
          </p:cNvPr>
          <p:cNvSpPr/>
          <p:nvPr/>
        </p:nvSpPr>
        <p:spPr>
          <a:xfrm>
            <a:off x="1746504" y="5495544"/>
            <a:ext cx="1700784" cy="111556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 Model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F3CD866C-6998-A03B-98A3-D76DCE91843A}"/>
              </a:ext>
            </a:extLst>
          </p:cNvPr>
          <p:cNvSpPr/>
          <p:nvPr/>
        </p:nvSpPr>
        <p:spPr>
          <a:xfrm>
            <a:off x="220218" y="5733288"/>
            <a:ext cx="1453896" cy="594360"/>
          </a:xfrm>
          <a:prstGeom prst="rightArrow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prompt1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515D18DF-A937-54D6-C765-D48680496B09}"/>
              </a:ext>
            </a:extLst>
          </p:cNvPr>
          <p:cNvSpPr/>
          <p:nvPr/>
        </p:nvSpPr>
        <p:spPr>
          <a:xfrm>
            <a:off x="3519678" y="5733288"/>
            <a:ext cx="1107186" cy="594360"/>
          </a:xfrm>
          <a:prstGeom prst="rightArrow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49824C-39B3-2C1A-D075-762F451F71C4}"/>
              </a:ext>
            </a:extLst>
          </p:cNvPr>
          <p:cNvSpPr/>
          <p:nvPr/>
        </p:nvSpPr>
        <p:spPr>
          <a:xfrm>
            <a:off x="6691884" y="5495544"/>
            <a:ext cx="1700784" cy="11155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 Model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DC336FA0-0A88-8296-3922-4739241D23C5}"/>
              </a:ext>
            </a:extLst>
          </p:cNvPr>
          <p:cNvSpPr/>
          <p:nvPr/>
        </p:nvSpPr>
        <p:spPr>
          <a:xfrm>
            <a:off x="4790694" y="5495544"/>
            <a:ext cx="1737360" cy="11155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Prompt2</a:t>
            </a:r>
          </a:p>
          <a:p>
            <a:pPr algn="ctr"/>
            <a:r>
              <a:rPr lang="en-US" dirty="0"/>
              <a:t>{Output, etc.}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CD01E3BA-1104-0D2D-A394-452C7613E3DD}"/>
              </a:ext>
            </a:extLst>
          </p:cNvPr>
          <p:cNvSpPr/>
          <p:nvPr/>
        </p:nvSpPr>
        <p:spPr>
          <a:xfrm>
            <a:off x="8556498" y="5733288"/>
            <a:ext cx="1904238" cy="5943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 Result</a:t>
            </a:r>
          </a:p>
        </p:txBody>
      </p:sp>
    </p:spTree>
    <p:extLst>
      <p:ext uri="{BB962C8B-B14F-4D97-AF65-F5344CB8AC3E}">
        <p14:creationId xmlns:p14="http://schemas.microsoft.com/office/powerpoint/2010/main" val="1709546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7EA9C-ECBC-D28C-5EA7-AEDA2F79E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41E395-1A99-0AAE-9529-26B45E52B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86" y="1435608"/>
            <a:ext cx="12080672" cy="24180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F78C7D-60F5-2020-F148-EB27E389C129}"/>
              </a:ext>
            </a:extLst>
          </p:cNvPr>
          <p:cNvSpPr txBox="1"/>
          <p:nvPr/>
        </p:nvSpPr>
        <p:spPr>
          <a:xfrm>
            <a:off x="82296" y="26754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step1_generate_question.py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C2FF99-A687-5242-7A91-98434FF236A8}"/>
              </a:ext>
            </a:extLst>
          </p:cNvPr>
          <p:cNvSpPr/>
          <p:nvPr/>
        </p:nvSpPr>
        <p:spPr>
          <a:xfrm>
            <a:off x="1746504" y="5495544"/>
            <a:ext cx="1700784" cy="111556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 Model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510DB30D-172D-8188-9A42-FCFB089E57BC}"/>
              </a:ext>
            </a:extLst>
          </p:cNvPr>
          <p:cNvSpPr/>
          <p:nvPr/>
        </p:nvSpPr>
        <p:spPr>
          <a:xfrm>
            <a:off x="220218" y="5733288"/>
            <a:ext cx="1453896" cy="594360"/>
          </a:xfrm>
          <a:prstGeom prst="rightArrow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prompt1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563FAD18-5199-8210-47C0-03D9F68AFF92}"/>
              </a:ext>
            </a:extLst>
          </p:cNvPr>
          <p:cNvSpPr/>
          <p:nvPr/>
        </p:nvSpPr>
        <p:spPr>
          <a:xfrm>
            <a:off x="3519678" y="5733288"/>
            <a:ext cx="1107186" cy="594360"/>
          </a:xfrm>
          <a:prstGeom prst="rightArrow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311891-65F7-11A8-1F2E-2FBC0597B605}"/>
              </a:ext>
            </a:extLst>
          </p:cNvPr>
          <p:cNvSpPr/>
          <p:nvPr/>
        </p:nvSpPr>
        <p:spPr>
          <a:xfrm>
            <a:off x="6691884" y="5495544"/>
            <a:ext cx="1700784" cy="11155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 Model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DE4ABCD3-06AB-A11E-0E62-3B2798078B02}"/>
              </a:ext>
            </a:extLst>
          </p:cNvPr>
          <p:cNvSpPr/>
          <p:nvPr/>
        </p:nvSpPr>
        <p:spPr>
          <a:xfrm>
            <a:off x="4790694" y="5495544"/>
            <a:ext cx="1737360" cy="11155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Prompt2</a:t>
            </a:r>
          </a:p>
          <a:p>
            <a:pPr algn="ctr"/>
            <a:r>
              <a:rPr lang="en-US" dirty="0"/>
              <a:t>{Output, etc.}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BACB720-D43E-D5E4-9E43-F315CD703B9C}"/>
              </a:ext>
            </a:extLst>
          </p:cNvPr>
          <p:cNvSpPr/>
          <p:nvPr/>
        </p:nvSpPr>
        <p:spPr>
          <a:xfrm>
            <a:off x="8556498" y="5733288"/>
            <a:ext cx="1904238" cy="5943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 Result</a:t>
            </a:r>
          </a:p>
        </p:txBody>
      </p:sp>
    </p:spTree>
    <p:extLst>
      <p:ext uri="{BB962C8B-B14F-4D97-AF65-F5344CB8AC3E}">
        <p14:creationId xmlns:p14="http://schemas.microsoft.com/office/powerpoint/2010/main" val="22337246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925E3-8095-698C-0EFF-F6F3D69B8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7C7C6BD-F71D-66DD-DA91-CA42744D4DA0}"/>
              </a:ext>
            </a:extLst>
          </p:cNvPr>
          <p:cNvSpPr txBox="1"/>
          <p:nvPr/>
        </p:nvSpPr>
        <p:spPr>
          <a:xfrm>
            <a:off x="82296" y="26754"/>
            <a:ext cx="50292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step2_xxx.py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step3_xxx.py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step4_xxx.py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Look at the code</a:t>
            </a:r>
          </a:p>
        </p:txBody>
      </p:sp>
    </p:spTree>
    <p:extLst>
      <p:ext uri="{BB962C8B-B14F-4D97-AF65-F5344CB8AC3E}">
        <p14:creationId xmlns:p14="http://schemas.microsoft.com/office/powerpoint/2010/main" val="23700926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25ABB-866E-4103-D915-9B3C4FBDA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3544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921</TotalTime>
  <Words>589</Words>
  <Application>Microsoft Office PowerPoint</Application>
  <PresentationFormat>Widescreen</PresentationFormat>
  <Paragraphs>167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146</cp:revision>
  <dcterms:created xsi:type="dcterms:W3CDTF">2025-09-22T02:44:38Z</dcterms:created>
  <dcterms:modified xsi:type="dcterms:W3CDTF">2026-03-11T13:53:16Z</dcterms:modified>
</cp:coreProperties>
</file>