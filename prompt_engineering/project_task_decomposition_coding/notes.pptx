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"/>
  </p:handout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9418A-9580-55AE-6B85-1ED6FB0A7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401350-36F3-B7D5-0AA2-B90AC5299FC8}"/>
              </a:ext>
            </a:extLst>
          </p:cNvPr>
          <p:cNvSpPr/>
          <p:nvPr/>
        </p:nvSpPr>
        <p:spPr>
          <a:xfrm>
            <a:off x="731520" y="3140964"/>
            <a:ext cx="1435608" cy="676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Read csv file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67D7FC-9B3B-8855-E9DA-6B75EB251E9B}"/>
              </a:ext>
            </a:extLst>
          </p:cNvPr>
          <p:cNvSpPr/>
          <p:nvPr/>
        </p:nvSpPr>
        <p:spPr>
          <a:xfrm>
            <a:off x="2875934" y="3095244"/>
            <a:ext cx="2974848" cy="8092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arenR"/>
            </a:pPr>
            <a:r>
              <a:rPr lang="en-US" dirty="0"/>
              <a:t>Drop non numeric data</a:t>
            </a:r>
          </a:p>
          <a:p>
            <a:pPr marL="342900" indent="-342900">
              <a:buAutoNum type="arabicParenR"/>
            </a:pPr>
            <a:r>
              <a:rPr lang="en-US" dirty="0"/>
              <a:t>Drop missing rows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B607C3E-04AF-F9AD-C81F-1878B25C6F77}"/>
              </a:ext>
            </a:extLst>
          </p:cNvPr>
          <p:cNvSpPr/>
          <p:nvPr/>
        </p:nvSpPr>
        <p:spPr>
          <a:xfrm>
            <a:off x="2311908" y="3337560"/>
            <a:ext cx="574548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AF46626-05C4-DB22-06E6-DBEBF675FB8F}"/>
              </a:ext>
            </a:extLst>
          </p:cNvPr>
          <p:cNvSpPr/>
          <p:nvPr/>
        </p:nvSpPr>
        <p:spPr>
          <a:xfrm>
            <a:off x="156972" y="3337560"/>
            <a:ext cx="429768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EE45CC-8FE7-643F-2854-649E16D837C7}"/>
              </a:ext>
            </a:extLst>
          </p:cNvPr>
          <p:cNvSpPr/>
          <p:nvPr/>
        </p:nvSpPr>
        <p:spPr>
          <a:xfrm>
            <a:off x="5985132" y="5440938"/>
            <a:ext cx="3166872" cy="67665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Prints the mean, standard deviation, etc.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D9338C-35FA-940A-8499-8932500ACF6C}"/>
              </a:ext>
            </a:extLst>
          </p:cNvPr>
          <p:cNvSpPr/>
          <p:nvPr/>
        </p:nvSpPr>
        <p:spPr>
          <a:xfrm>
            <a:off x="6661986" y="3097296"/>
            <a:ext cx="3166872" cy="676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Plot heatmap and save PNG file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186BA38-D926-4823-319C-FDC7AD942A0D}"/>
              </a:ext>
            </a:extLst>
          </p:cNvPr>
          <p:cNvSpPr/>
          <p:nvPr/>
        </p:nvSpPr>
        <p:spPr>
          <a:xfrm>
            <a:off x="5985132" y="3435624"/>
            <a:ext cx="574548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2C806E3-6E43-1029-D20D-238836BD66B5}"/>
              </a:ext>
            </a:extLst>
          </p:cNvPr>
          <p:cNvSpPr/>
          <p:nvPr/>
        </p:nvSpPr>
        <p:spPr>
          <a:xfrm rot="3176949">
            <a:off x="5384382" y="4472865"/>
            <a:ext cx="1609328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BF9074-746A-2D4F-EBD8-1FD2AD5539D8}"/>
              </a:ext>
            </a:extLst>
          </p:cNvPr>
          <p:cNvSpPr/>
          <p:nvPr/>
        </p:nvSpPr>
        <p:spPr>
          <a:xfrm>
            <a:off x="10567416" y="2657603"/>
            <a:ext cx="1435608" cy="67665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Save the data in  excel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AB7C75-A0EB-EF37-FEA0-2E78DEB41F51}"/>
              </a:ext>
            </a:extLst>
          </p:cNvPr>
          <p:cNvSpPr/>
          <p:nvPr/>
        </p:nvSpPr>
        <p:spPr>
          <a:xfrm>
            <a:off x="10335768" y="4315875"/>
            <a:ext cx="1667256" cy="67665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Save the data in  parquet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F5423E2-23FC-2F20-4075-B8B1194110CB}"/>
              </a:ext>
            </a:extLst>
          </p:cNvPr>
          <p:cNvSpPr/>
          <p:nvPr/>
        </p:nvSpPr>
        <p:spPr>
          <a:xfrm rot="19856372">
            <a:off x="9886722" y="3254363"/>
            <a:ext cx="629837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36BF622-0A27-E03F-99B2-085ACD455115}"/>
              </a:ext>
            </a:extLst>
          </p:cNvPr>
          <p:cNvSpPr/>
          <p:nvPr/>
        </p:nvSpPr>
        <p:spPr>
          <a:xfrm rot="2366231">
            <a:off x="9816147" y="3788391"/>
            <a:ext cx="650729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E14BE-B5C4-ABDF-582B-7D5E2A1D85B4}"/>
              </a:ext>
            </a:extLst>
          </p:cNvPr>
          <p:cNvSpPr txBox="1"/>
          <p:nvPr/>
        </p:nvSpPr>
        <p:spPr>
          <a:xfrm>
            <a:off x="2301138" y="2937450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B35322-B1ED-10EA-6B36-2EF1491A6F58}"/>
              </a:ext>
            </a:extLst>
          </p:cNvPr>
          <p:cNvSpPr txBox="1"/>
          <p:nvPr/>
        </p:nvSpPr>
        <p:spPr>
          <a:xfrm>
            <a:off x="6160008" y="2871532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3C081B-2043-113B-74D4-6A8B71DD4913}"/>
              </a:ext>
            </a:extLst>
          </p:cNvPr>
          <p:cNvSpPr txBox="1"/>
          <p:nvPr/>
        </p:nvSpPr>
        <p:spPr>
          <a:xfrm>
            <a:off x="9920148" y="2972412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E139F7-E864-4BF8-B66A-08D00F33F133}"/>
              </a:ext>
            </a:extLst>
          </p:cNvPr>
          <p:cNvSpPr txBox="1"/>
          <p:nvPr/>
        </p:nvSpPr>
        <p:spPr>
          <a:xfrm>
            <a:off x="10136835" y="3544371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80BD18-E754-7A48-91C9-F8CA50B00999}"/>
              </a:ext>
            </a:extLst>
          </p:cNvPr>
          <p:cNvSpPr txBox="1"/>
          <p:nvPr/>
        </p:nvSpPr>
        <p:spPr>
          <a:xfrm>
            <a:off x="6272682" y="4375404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C47188-C11E-385A-FAC0-FF882B5D84E9}"/>
              </a:ext>
            </a:extLst>
          </p:cNvPr>
          <p:cNvSpPr txBox="1"/>
          <p:nvPr/>
        </p:nvSpPr>
        <p:spPr>
          <a:xfrm>
            <a:off x="113039" y="2972412"/>
            <a:ext cx="5966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URL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566659-4B6A-B360-F37C-CD8D092400F4}"/>
              </a:ext>
            </a:extLst>
          </p:cNvPr>
          <p:cNvSpPr txBox="1"/>
          <p:nvPr/>
        </p:nvSpPr>
        <p:spPr>
          <a:xfrm>
            <a:off x="1764837" y="114976"/>
            <a:ext cx="958980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Design a program that takes input a URL of a data file, and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saves a plot for heatmap for numerical  data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Save the numerical data in excel and in parquet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Prints the mean, standard deviation, and other descriptive stats.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do above , write a series of smaller prompts that performs following task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92571B-62D2-E42D-4797-6B0C057E87C6}"/>
              </a:ext>
            </a:extLst>
          </p:cNvPr>
          <p:cNvSpPr txBox="1"/>
          <p:nvPr/>
        </p:nvSpPr>
        <p:spPr>
          <a:xfrm>
            <a:off x="5830832" y="3104546"/>
            <a:ext cx="865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outfile</a:t>
            </a:r>
          </a:p>
        </p:txBody>
      </p:sp>
    </p:spTree>
    <p:extLst>
      <p:ext uri="{BB962C8B-B14F-4D97-AF65-F5344CB8AC3E}">
        <p14:creationId xmlns:p14="http://schemas.microsoft.com/office/powerpoint/2010/main" val="1045827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405</TotalTime>
  <Words>100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90</cp:revision>
  <dcterms:created xsi:type="dcterms:W3CDTF">2025-09-22T02:44:38Z</dcterms:created>
  <dcterms:modified xsi:type="dcterms:W3CDTF">2026-08-25T07:56:01Z</dcterms:modified>
</cp:coreProperties>
</file>