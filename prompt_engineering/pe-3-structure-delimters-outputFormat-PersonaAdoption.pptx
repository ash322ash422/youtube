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25"/>
  </p:handoutMasterIdLst>
  <p:sldIdLst>
    <p:sldId id="257" r:id="rId2"/>
    <p:sldId id="258" r:id="rId3"/>
    <p:sldId id="270" r:id="rId4"/>
    <p:sldId id="271" r:id="rId5"/>
    <p:sldId id="272" r:id="rId6"/>
    <p:sldId id="273" r:id="rId7"/>
    <p:sldId id="276" r:id="rId8"/>
    <p:sldId id="274" r:id="rId9"/>
    <p:sldId id="275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6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CC5AA4-1E9C-99DC-AFA2-54F7AD62956A}"/>
              </a:ext>
            </a:extLst>
          </p:cNvPr>
          <p:cNvSpPr txBox="1"/>
          <p:nvPr/>
        </p:nvSpPr>
        <p:spPr>
          <a:xfrm>
            <a:off x="3028950" y="85725"/>
            <a:ext cx="6400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Engineering</a:t>
            </a:r>
          </a:p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Structure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C4EE4-7CB9-DC2F-6583-CEFEBED4E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D9E2B6-28AD-DF63-1020-0A3F17443414}"/>
              </a:ext>
            </a:extLst>
          </p:cNvPr>
          <p:cNvSpPr txBox="1"/>
          <p:nvPr/>
        </p:nvSpPr>
        <p:spPr>
          <a:xfrm>
            <a:off x="594360" y="962098"/>
            <a:ext cx="1078077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Delimiters – Separating Data Clearly</a:t>
            </a:r>
          </a:p>
          <a:p>
            <a:pPr marL="457200" indent="-457200"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are Delimiters?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Delimiters are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special symbols or characters used to separate different parts of a prompt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They help AI clearly distinguish between instructions, data, and examples.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Common delimiters include: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Triple quotes (""")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&lt;&lt;&lt;   &gt;&gt;&gt;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XML or JSON tags</a:t>
            </a:r>
          </a:p>
        </p:txBody>
      </p:sp>
    </p:spTree>
    <p:extLst>
      <p:ext uri="{BB962C8B-B14F-4D97-AF65-F5344CB8AC3E}">
        <p14:creationId xmlns:p14="http://schemas.microsoft.com/office/powerpoint/2010/main" val="3227882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63244-62B9-7037-20B6-F32E936E9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459D51B-EC6F-3D0E-AEA2-3DF01D469399}"/>
              </a:ext>
            </a:extLst>
          </p:cNvPr>
          <p:cNvSpPr txBox="1"/>
          <p:nvPr/>
        </p:nvSpPr>
        <p:spPr>
          <a:xfrm>
            <a:off x="594360" y="962098"/>
            <a:ext cx="1078077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Without Delimiters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Summarize the following text Explain how climate change affects agriculture Climate change is causing unpredictable rainfall and crop damage.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prompt is confusing because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instructions and data are mixed.</a:t>
            </a:r>
          </a:p>
        </p:txBody>
      </p:sp>
    </p:spTree>
    <p:extLst>
      <p:ext uri="{BB962C8B-B14F-4D97-AF65-F5344CB8AC3E}">
        <p14:creationId xmlns:p14="http://schemas.microsoft.com/office/powerpoint/2010/main" val="2653284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EC872-59CE-A0E4-7B71-2C7F9672A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57A1D8-D5CC-09D3-219A-C5F7DCD4FB5C}"/>
              </a:ext>
            </a:extLst>
          </p:cNvPr>
          <p:cNvSpPr txBox="1"/>
          <p:nvPr/>
        </p:nvSpPr>
        <p:spPr>
          <a:xfrm>
            <a:off x="594360" y="962098"/>
            <a:ext cx="1078077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With Delimiters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Summarize the text below.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Text: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###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Climate change is causing unpredictable rainfall and crop damage.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###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AI clearly understands where the text starts and ends.</a:t>
            </a:r>
          </a:p>
        </p:txBody>
      </p:sp>
    </p:spTree>
    <p:extLst>
      <p:ext uri="{BB962C8B-B14F-4D97-AF65-F5344CB8AC3E}">
        <p14:creationId xmlns:p14="http://schemas.microsoft.com/office/powerpoint/2010/main" val="1277089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27BE3-926B-5900-7FB4-C0AD4A5FF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A7E4537-70CF-A8E2-BD5F-8909E4DD83C5}"/>
              </a:ext>
            </a:extLst>
          </p:cNvPr>
          <p:cNvSpPr txBox="1"/>
          <p:nvPr/>
        </p:nvSpPr>
        <p:spPr>
          <a:xfrm>
            <a:off x="594360" y="962098"/>
            <a:ext cx="1078077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Using Triple Quotes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Summarize the text inside triple quotes.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"""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Artificial Intelligence is transforming healthcare through automation and predictive analytics. It is shaping the world in a way that is making positive difference in people lives.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""“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triple quotes separates instructions from text</a:t>
            </a:r>
          </a:p>
        </p:txBody>
      </p:sp>
    </p:spTree>
    <p:extLst>
      <p:ext uri="{BB962C8B-B14F-4D97-AF65-F5344CB8AC3E}">
        <p14:creationId xmlns:p14="http://schemas.microsoft.com/office/powerpoint/2010/main" val="3290484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6CEE5-1A45-6307-5703-7A9F4B4B3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548E253-224B-10D5-B608-B93ADD57F914}"/>
              </a:ext>
            </a:extLst>
          </p:cNvPr>
          <p:cNvSpPr txBox="1"/>
          <p:nvPr/>
        </p:nvSpPr>
        <p:spPr>
          <a:xfrm>
            <a:off x="594360" y="962098"/>
            <a:ext cx="1078077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Using Separator Lines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Analyze the data below and identify key trends.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---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Sales increased by 20% in Q1.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Sales dropped by 5% in Q2.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Sales remained same in Q3.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---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2523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AC8C6-B0FC-60C0-80C0-897386BC7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A9A1AB-1A31-2ECB-010F-E1DCCC4BDA04}"/>
              </a:ext>
            </a:extLst>
          </p:cNvPr>
          <p:cNvSpPr txBox="1"/>
          <p:nvPr/>
        </p:nvSpPr>
        <p:spPr>
          <a:xfrm>
            <a:off x="594360" y="962098"/>
            <a:ext cx="1078077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Using tags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Explain the following code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&lt;python&gt;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a=2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b=3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print(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a+b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&lt;/python&gt;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8928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2070F-529B-75E7-BC76-32472CC64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CE9A5A-2054-DA3E-70E1-2C6DC7B578BC}"/>
              </a:ext>
            </a:extLst>
          </p:cNvPr>
          <p:cNvSpPr txBox="1"/>
          <p:nvPr/>
        </p:nvSpPr>
        <p:spPr>
          <a:xfrm>
            <a:off x="594360" y="962098"/>
            <a:ext cx="1078077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Delimiters are Important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Without delimiters, AI may get confused between: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Instructions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 data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Using delimiters improves clarity, accuracy and parsing reliability</a:t>
            </a:r>
          </a:p>
        </p:txBody>
      </p:sp>
    </p:spTree>
    <p:extLst>
      <p:ext uri="{BB962C8B-B14F-4D97-AF65-F5344CB8AC3E}">
        <p14:creationId xmlns:p14="http://schemas.microsoft.com/office/powerpoint/2010/main" val="313390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E7710-6E70-9107-DA21-E5E4D4F9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BABCEC-4C9F-CF95-52DD-87B0C24484D3}"/>
              </a:ext>
            </a:extLst>
          </p:cNvPr>
          <p:cNvSpPr txBox="1"/>
          <p:nvPr/>
        </p:nvSpPr>
        <p:spPr>
          <a:xfrm>
            <a:off x="594360" y="962098"/>
            <a:ext cx="1078077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to Use Delimiters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Delimiters are especially useful when: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Working with long text inputs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Handling structured data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Passing code snippets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Providing multiple examples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Preventing instruction mixing</a:t>
            </a:r>
          </a:p>
        </p:txBody>
      </p:sp>
    </p:spTree>
    <p:extLst>
      <p:ext uri="{BB962C8B-B14F-4D97-AF65-F5344CB8AC3E}">
        <p14:creationId xmlns:p14="http://schemas.microsoft.com/office/powerpoint/2010/main" val="2196425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D04B5-0536-12F2-9638-B13E8D367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6EB8C9-DA3C-F773-BF17-87EF647A08A9}"/>
              </a:ext>
            </a:extLst>
          </p:cNvPr>
          <p:cNvSpPr txBox="1"/>
          <p:nvPr/>
        </p:nvSpPr>
        <p:spPr>
          <a:xfrm>
            <a:off x="594360" y="962098"/>
            <a:ext cx="1078077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Format Constraint – Forcing Structured Output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Format Constraint?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Format Constraint is a prompting technique where we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force AI to provide output in a specific structure or format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Common formats include: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JSON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Markdown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Tables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Bullet Points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XML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Code Blocks</a:t>
            </a:r>
          </a:p>
        </p:txBody>
      </p:sp>
    </p:spTree>
    <p:extLst>
      <p:ext uri="{BB962C8B-B14F-4D97-AF65-F5344CB8AC3E}">
        <p14:creationId xmlns:p14="http://schemas.microsoft.com/office/powerpoint/2010/main" val="1030655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57A4B-C4C2-2E4E-15AA-B70E3FE84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2BF888-EAEA-B51B-73C6-FDECB4A8FF88}"/>
              </a:ext>
            </a:extLst>
          </p:cNvPr>
          <p:cNvSpPr txBox="1"/>
          <p:nvPr/>
        </p:nvSpPr>
        <p:spPr>
          <a:xfrm>
            <a:off x="594360" y="962098"/>
            <a:ext cx="1078077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Without Format Constraint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have uploaded a csv file. The file contains student data.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Provide student information for John, Age 20, Course AI.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might respond in random format.</a:t>
            </a:r>
          </a:p>
        </p:txBody>
      </p:sp>
    </p:spTree>
    <p:extLst>
      <p:ext uri="{BB962C8B-B14F-4D97-AF65-F5344CB8AC3E}">
        <p14:creationId xmlns:p14="http://schemas.microsoft.com/office/powerpoint/2010/main" val="3774681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BC219-12FD-80C5-4106-F4C35F1D5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869F05E-D260-0F91-A107-18CEE88C0C75}"/>
              </a:ext>
            </a:extLst>
          </p:cNvPr>
          <p:cNvSpPr txBox="1"/>
          <p:nvPr/>
        </p:nvSpPr>
        <p:spPr>
          <a:xfrm>
            <a:off x="594360" y="632914"/>
            <a:ext cx="10780776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With JSON Format Constraint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have uploaded a csv file. The file contains student data.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Provide student information in JSON format.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Student Details: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Name: John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Age: 20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Course: AI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Expected Output From AI: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{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"name": "John",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"age": 20,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"course": "AI"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963490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D28B4-2152-14AB-05D9-F8A5B10CE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812BBAE-C8AC-4852-6C0F-FFAA13098845}"/>
              </a:ext>
            </a:extLst>
          </p:cNvPr>
          <p:cNvSpPr txBox="1"/>
          <p:nvPr/>
        </p:nvSpPr>
        <p:spPr>
          <a:xfrm>
            <a:off x="594360" y="303730"/>
            <a:ext cx="10780776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With Markdown Format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Explain Machine Learning in markdown format using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headings and bullet points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Output: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 Machine Learning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## What is Machine Learning?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Machine Learning (ML) is a branch of Artificial Intelligence (AI).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It allows computers to learn patterns from data.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ML models make predictions or decisions based on input data.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---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## Why is Machine Learning Important?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Helps automate complex decision-making.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Used in real-world applications such as: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- Recommendation systems (Netflix, Amazon)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- Fraud detection in banking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- Speech recognition (Alexa, Siri)</a:t>
            </a:r>
          </a:p>
        </p:txBody>
      </p:sp>
    </p:spTree>
    <p:extLst>
      <p:ext uri="{BB962C8B-B14F-4D97-AF65-F5344CB8AC3E}">
        <p14:creationId xmlns:p14="http://schemas.microsoft.com/office/powerpoint/2010/main" val="3241877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45388-DCFC-42BF-E457-00E91E926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16E7D3-3CEE-5DE8-AC4D-EDDA2BABC7F4}"/>
              </a:ext>
            </a:extLst>
          </p:cNvPr>
          <p:cNvSpPr txBox="1"/>
          <p:nvPr/>
        </p:nvSpPr>
        <p:spPr>
          <a:xfrm>
            <a:off x="594360" y="632914"/>
            <a:ext cx="1078077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With Table Format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Provide comparison of Python and Java in table format.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6CFEB9-0D34-DA0D-AEE6-29044C91E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775" y="3072239"/>
            <a:ext cx="9436387" cy="2975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0728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E883F-6C92-D751-40DE-3AEDC35D6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DB39EC-8AA3-FEC1-3673-092E412C8D82}"/>
              </a:ext>
            </a:extLst>
          </p:cNvPr>
          <p:cNvSpPr txBox="1"/>
          <p:nvPr/>
        </p:nvSpPr>
        <p:spPr>
          <a:xfrm>
            <a:off x="594360" y="632914"/>
            <a:ext cx="1078077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Format Constraint is Important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Structured output helps: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Integrate AI output into applications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Automate workflows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Make data machine-readable</a:t>
            </a:r>
          </a:p>
        </p:txBody>
      </p:sp>
    </p:spTree>
    <p:extLst>
      <p:ext uri="{BB962C8B-B14F-4D97-AF65-F5344CB8AC3E}">
        <p14:creationId xmlns:p14="http://schemas.microsoft.com/office/powerpoint/2010/main" val="30825426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91792-46E2-08F6-4A34-F263B0D1C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5F1A3B-CEDA-7908-4BD2-B59FC14CC957}"/>
              </a:ext>
            </a:extLst>
          </p:cNvPr>
          <p:cNvSpPr txBox="1"/>
          <p:nvPr/>
        </p:nvSpPr>
        <p:spPr>
          <a:xfrm>
            <a:off x="594360" y="632914"/>
            <a:ext cx="1078077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to Use Format Constraint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this technique when: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Building APIs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Exporting structured data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Automating reports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Developing AI applications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Generating code</a:t>
            </a:r>
          </a:p>
        </p:txBody>
      </p:sp>
    </p:spTree>
    <p:extLst>
      <p:ext uri="{BB962C8B-B14F-4D97-AF65-F5344CB8AC3E}">
        <p14:creationId xmlns:p14="http://schemas.microsoft.com/office/powerpoint/2010/main" val="15926370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589C2-5867-7F4C-0E50-7EE1A778C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2151B2-9269-CDA8-880F-F62D802CDFDD}"/>
              </a:ext>
            </a:extLst>
          </p:cNvPr>
          <p:cNvSpPr txBox="1"/>
          <p:nvPr/>
        </p:nvSpPr>
        <p:spPr>
          <a:xfrm>
            <a:off x="594360" y="632914"/>
            <a:ext cx="1078077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Persona Adoption – Maintaining Consistent Tone and Style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Persona Adoption?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Persona Adoption is a technique where we instruct AI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maintain a consistent personality, tone, or communication style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throughout the response.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focuses on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AI communicates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not just what it communicates.</a:t>
            </a:r>
          </a:p>
        </p:txBody>
      </p:sp>
    </p:spTree>
    <p:extLst>
      <p:ext uri="{BB962C8B-B14F-4D97-AF65-F5344CB8AC3E}">
        <p14:creationId xmlns:p14="http://schemas.microsoft.com/office/powerpoint/2010/main" val="41422745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8B229-74C4-2BE2-6BF6-75B89193E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0F74161-865F-5DD0-61AC-3B9AF2F8E93A}"/>
              </a:ext>
            </a:extLst>
          </p:cNvPr>
          <p:cNvSpPr txBox="1"/>
          <p:nvPr/>
        </p:nvSpPr>
        <p:spPr>
          <a:xfrm>
            <a:off x="594360" y="632914"/>
            <a:ext cx="1078077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Without Persona Adoption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Explain data science.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tone may be inconsistent or generic.</a:t>
            </a:r>
          </a:p>
        </p:txBody>
      </p:sp>
    </p:spTree>
    <p:extLst>
      <p:ext uri="{BB962C8B-B14F-4D97-AF65-F5344CB8AC3E}">
        <p14:creationId xmlns:p14="http://schemas.microsoft.com/office/powerpoint/2010/main" val="14867661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B7DCF-C62E-A744-A816-559E619BD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7CABDC-482F-A14E-60E6-37330046A684}"/>
              </a:ext>
            </a:extLst>
          </p:cNvPr>
          <p:cNvSpPr txBox="1"/>
          <p:nvPr/>
        </p:nvSpPr>
        <p:spPr>
          <a:xfrm>
            <a:off x="594360" y="632914"/>
            <a:ext cx="1078077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With Persona Adoption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are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friendly teacher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explaining concepts to high school students.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Explain data science.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the tone becomes simpler and more approachable.</a:t>
            </a:r>
          </a:p>
        </p:txBody>
      </p:sp>
    </p:spTree>
    <p:extLst>
      <p:ext uri="{BB962C8B-B14F-4D97-AF65-F5344CB8AC3E}">
        <p14:creationId xmlns:p14="http://schemas.microsoft.com/office/powerpoint/2010/main" val="19765004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2C899-F4FF-9835-E05F-732C7545A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DB5BD4-A1BF-8EEE-C87C-A15A6746A88A}"/>
              </a:ext>
            </a:extLst>
          </p:cNvPr>
          <p:cNvSpPr txBox="1"/>
          <p:nvPr/>
        </p:nvSpPr>
        <p:spPr>
          <a:xfrm>
            <a:off x="594360" y="632914"/>
            <a:ext cx="1078077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Different Persona Examples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Professional Persona: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 as a Senior Business Consultant.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Friendly Persona: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 as a supportive mentor.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Technical Persona: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 as an experienced software engineer.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Motivational Persona: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 as a career coach.</a:t>
            </a:r>
          </a:p>
        </p:txBody>
      </p:sp>
    </p:spTree>
    <p:extLst>
      <p:ext uri="{BB962C8B-B14F-4D97-AF65-F5344CB8AC3E}">
        <p14:creationId xmlns:p14="http://schemas.microsoft.com/office/powerpoint/2010/main" val="28282978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EA1AD-5719-1015-8B5F-133ADB9BD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499968E-3B53-9C42-0D90-5CE0B9C32C1A}"/>
              </a:ext>
            </a:extLst>
          </p:cNvPr>
          <p:cNvSpPr txBox="1"/>
          <p:nvPr/>
        </p:nvSpPr>
        <p:spPr>
          <a:xfrm>
            <a:off x="594360" y="632914"/>
            <a:ext cx="1078077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Persona Adoption is Important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Persona adoption helps: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Maintain consistent tone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Improve user experience and improve engagement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Match audience expectations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brand voice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to Use Persona Adoption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Creating chatbots, virtual assistants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Providing customer support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Writing educational content</a:t>
            </a:r>
          </a:p>
        </p:txBody>
      </p:sp>
    </p:spTree>
    <p:extLst>
      <p:ext uri="{BB962C8B-B14F-4D97-AF65-F5344CB8AC3E}">
        <p14:creationId xmlns:p14="http://schemas.microsoft.com/office/powerpoint/2010/main" val="4395969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38584-4EF9-BDC1-20DD-11C6F042A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5084E19-8B71-7229-236F-C7F4FF7235A4}"/>
              </a:ext>
            </a:extLst>
          </p:cNvPr>
          <p:cNvSpPr txBox="1"/>
          <p:nvPr/>
        </p:nvSpPr>
        <p:spPr>
          <a:xfrm>
            <a:off x="594360" y="248866"/>
            <a:ext cx="10780776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Combining All Three Techniques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These techniques work best when combined.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Combined Prompt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are a professional data analyst who explains concepts clearly and formally.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Analyze the dataset below.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###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Sales increased by 15% in January.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Sales decreased by 3% in February.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Sales decreased by 1% in March.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###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Provide output in JSON format with fields: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Trend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Insight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38757399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25ABB-866E-4103-D915-9B3C4FBDA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3544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254</TotalTime>
  <Words>870</Words>
  <Application>Microsoft Office PowerPoint</Application>
  <PresentationFormat>Widescreen</PresentationFormat>
  <Paragraphs>220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78</cp:revision>
  <dcterms:created xsi:type="dcterms:W3CDTF">2025-09-22T02:44:38Z</dcterms:created>
  <dcterms:modified xsi:type="dcterms:W3CDTF">2026-02-12T04:59:15Z</dcterms:modified>
</cp:coreProperties>
</file>