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1"/>
  </p:handoutMasterIdLst>
  <p:sldIdLst>
    <p:sldId id="257" r:id="rId2"/>
    <p:sldId id="281" r:id="rId3"/>
    <p:sldId id="282" r:id="rId4"/>
    <p:sldId id="283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5" r:id="rId13"/>
    <p:sldId id="292" r:id="rId14"/>
    <p:sldId id="293" r:id="rId15"/>
    <p:sldId id="294" r:id="rId16"/>
    <p:sldId id="296" r:id="rId17"/>
    <p:sldId id="297" r:id="rId18"/>
    <p:sldId id="29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310896" y="632914"/>
            <a:ext cx="115122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The Image Prompt Formula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Image Prompt Formula?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Image Prompt Formula is a structured way of writing prompts to generate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high-quality and controlled AI-generated images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writing vague prompts, this formula helps create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precise and visually appealing outputs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C7B5-0F1D-CE89-106F-21A1EFA1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EDB4AC-F315-873D-834A-98A2E782D043}"/>
              </a:ext>
            </a:extLst>
          </p:cNvPr>
          <p:cNvSpPr txBox="1"/>
          <p:nvPr/>
        </p:nvSpPr>
        <p:spPr>
          <a:xfrm>
            <a:off x="320040" y="642058"/>
            <a:ext cx="1151229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Subject – What Should Appear in the Image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subject defines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 object or scene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image.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subjects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futuristic 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portrait of a warrior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mountain landscape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cyberpunk robot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fantasy castle</a:t>
            </a:r>
          </a:p>
        </p:txBody>
      </p:sp>
    </p:spTree>
    <p:extLst>
      <p:ext uri="{BB962C8B-B14F-4D97-AF65-F5344CB8AC3E}">
        <p14:creationId xmlns:p14="http://schemas.microsoft.com/office/powerpoint/2010/main" val="67900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395F-DCBD-1B03-84EB-D9057E4E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3965E-9F5E-F9ED-94F0-ADC42FCE30CD}"/>
              </a:ext>
            </a:extLst>
          </p:cNvPr>
          <p:cNvSpPr txBox="1"/>
          <p:nvPr/>
        </p:nvSpPr>
        <p:spPr>
          <a:xfrm>
            <a:off x="320040" y="642058"/>
            <a:ext cx="1151229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golden retriever running on a beach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here is the dog and beach environment.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665CC-9583-19C6-E485-AFF1CAD57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8" y="1564639"/>
            <a:ext cx="3355078" cy="505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6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6E64-AAB9-8673-E1A4-0EC9C4B4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C2C725-8046-5975-F2BC-CBCA6D417201}"/>
              </a:ext>
            </a:extLst>
          </p:cNvPr>
          <p:cNvSpPr txBox="1"/>
          <p:nvPr/>
        </p:nvSpPr>
        <p:spPr>
          <a:xfrm>
            <a:off x="320040" y="-7166"/>
            <a:ext cx="115122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Style – How the Image Should Look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Style controls the artistic or visual appearance.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styles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Realistic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Cartoon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Oil Painting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Watercolor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Cinematic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3D Render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Art</a:t>
            </a:r>
          </a:p>
        </p:txBody>
      </p:sp>
    </p:spTree>
    <p:extLst>
      <p:ext uri="{BB962C8B-B14F-4D97-AF65-F5344CB8AC3E}">
        <p14:creationId xmlns:p14="http://schemas.microsoft.com/office/powerpoint/2010/main" val="2144315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33C4-2C4A-4A5E-F62B-0DC7A6F1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30019-6E0D-0AE1-C3AD-D2EF02353486}"/>
              </a:ext>
            </a:extLst>
          </p:cNvPr>
          <p:cNvSpPr txBox="1"/>
          <p:nvPr/>
        </p:nvSpPr>
        <p:spPr>
          <a:xfrm>
            <a:off x="320040" y="-7166"/>
            <a:ext cx="115122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golden retriever running on a beach,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watercolor painting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9B6C0-4041-79FA-6383-22BDE68E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420" y="1678786"/>
            <a:ext cx="3390580" cy="501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F974-3D95-58BB-3DFC-A55F8631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712955-5D62-432B-DEC7-1644AF025DD4}"/>
              </a:ext>
            </a:extLst>
          </p:cNvPr>
          <p:cNvSpPr txBox="1"/>
          <p:nvPr/>
        </p:nvSpPr>
        <p:spPr>
          <a:xfrm>
            <a:off x="320040" y="-7166"/>
            <a:ext cx="115122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Lighting – How Light Appears in the Image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Lighting dramatically affects mood and realism.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lighting types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 lighting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Neon lighting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hour lighting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Studio lighting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Dramatic lighting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sunlight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Backlighting</a:t>
            </a:r>
          </a:p>
        </p:txBody>
      </p:sp>
    </p:spTree>
    <p:extLst>
      <p:ext uri="{BB962C8B-B14F-4D97-AF65-F5344CB8AC3E}">
        <p14:creationId xmlns:p14="http://schemas.microsoft.com/office/powerpoint/2010/main" val="330342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C38D-114F-3276-FCF2-5AE21D78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E0F617-787F-01D1-3236-209A2C9EC44F}"/>
              </a:ext>
            </a:extLst>
          </p:cNvPr>
          <p:cNvSpPr txBox="1"/>
          <p:nvPr/>
        </p:nvSpPr>
        <p:spPr>
          <a:xfrm>
            <a:off x="309880" y="12680"/>
            <a:ext cx="7543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retriever running on a beach,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watercolor style,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hour lighting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B4CD9D-BE8C-A5E7-AAE1-3F56ACE8E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21" y="1187135"/>
            <a:ext cx="3820372" cy="567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5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F1F19-11D2-73D8-0704-E58314D9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FD1C8-416A-D0F5-38B4-9DECE354D87C}"/>
              </a:ext>
            </a:extLst>
          </p:cNvPr>
          <p:cNvSpPr txBox="1"/>
          <p:nvPr/>
        </p:nvSpPr>
        <p:spPr>
          <a:xfrm>
            <a:off x="320040" y="-7166"/>
            <a:ext cx="1151229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Vibe – Emotional or Atmospheric Feel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Vibe controls the emotional tone or atmosphere.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Calm and peaceful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Dark and mysterious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Energetic and vibrant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Futuristic and sci-fi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Dreamlike and fantasy</a:t>
            </a:r>
          </a:p>
        </p:txBody>
      </p:sp>
    </p:spTree>
    <p:extLst>
      <p:ext uri="{BB962C8B-B14F-4D97-AF65-F5344CB8AC3E}">
        <p14:creationId xmlns:p14="http://schemas.microsoft.com/office/powerpoint/2010/main" val="411453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86E9-4008-DFBF-197E-7A85E5A3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F23DEE-7FB7-A156-FC29-2C3B08617ECB}"/>
              </a:ext>
            </a:extLst>
          </p:cNvPr>
          <p:cNvSpPr txBox="1"/>
          <p:nvPr/>
        </p:nvSpPr>
        <p:spPr>
          <a:xfrm>
            <a:off x="320040" y="-7166"/>
            <a:ext cx="6527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retriever running on a beach,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watercolor style,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hour lighting,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calm and peaceful vibe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5AE97-B82B-DDCB-E701-1493125B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932456"/>
            <a:ext cx="3770840" cy="569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9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708F7-32BA-BA36-E69C-4753E98D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CD332-3A88-8FA7-FD99-29DF350FD297}"/>
              </a:ext>
            </a:extLst>
          </p:cNvPr>
          <p:cNvSpPr txBox="1"/>
          <p:nvPr/>
        </p:nvSpPr>
        <p:spPr>
          <a:xfrm>
            <a:off x="320040" y="-7166"/>
            <a:ext cx="1151229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Parameters – Technical Settings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 control technical image settings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Aspect ratio (--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Aspect ratio controls image shape.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1:1 → Square image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16:9 → Wide landscape image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9:16 → Vertical image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Stylization level (--s)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Stylization controls how artistic or creative the output becomes.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Lower value → More realistic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value → More artistic or stylized</a:t>
            </a:r>
          </a:p>
        </p:txBody>
      </p:sp>
    </p:spTree>
    <p:extLst>
      <p:ext uri="{BB962C8B-B14F-4D97-AF65-F5344CB8AC3E}">
        <p14:creationId xmlns:p14="http://schemas.microsoft.com/office/powerpoint/2010/main" val="1506061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68661-42EB-51FC-2884-DC2B32DB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0EDB51-0F4F-5582-7E5C-CB797FAAA34F}"/>
              </a:ext>
            </a:extLst>
          </p:cNvPr>
          <p:cNvSpPr txBox="1"/>
          <p:nvPr/>
        </p:nvSpPr>
        <p:spPr>
          <a:xfrm>
            <a:off x="320040" y="-7166"/>
            <a:ext cx="11512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Parameters – Technical Settings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Rendering quality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variation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Resolution control</a:t>
            </a:r>
          </a:p>
        </p:txBody>
      </p:sp>
    </p:spTree>
    <p:extLst>
      <p:ext uri="{BB962C8B-B14F-4D97-AF65-F5344CB8AC3E}">
        <p14:creationId xmlns:p14="http://schemas.microsoft.com/office/powerpoint/2010/main" val="281732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F88B7-9643-1724-D125-665F0488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A2F432-789D-965A-7E96-69F07904D763}"/>
              </a:ext>
            </a:extLst>
          </p:cNvPr>
          <p:cNvSpPr txBox="1"/>
          <p:nvPr/>
        </p:nvSpPr>
        <p:spPr>
          <a:xfrm>
            <a:off x="320040" y="-7166"/>
            <a:ext cx="80721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+ Style + Lighting + Vibe +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Full Prompt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retriever running on a beach, watercolor style,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golden hour lighting, calm and peaceful vibe 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16:9 --s 750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Formula is Important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visual control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 randomness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professional results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51A2C-CCE3-D5B0-9950-83D4DD22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410" y="3342640"/>
            <a:ext cx="4729282" cy="31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18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1C679-8444-A483-8780-BA2B4731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EAFF1-11AC-2107-C612-5D7BAA8C337A}"/>
              </a:ext>
            </a:extLst>
          </p:cNvPr>
          <p:cNvSpPr txBox="1"/>
          <p:nvPr/>
        </p:nvSpPr>
        <p:spPr>
          <a:xfrm>
            <a:off x="320040" y="84274"/>
            <a:ext cx="11512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Negative Prompts – Controlling What Should NOT Appear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Negative Prompts?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prompts are instructions that tell the AI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elements to remove or avoid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generated images.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help refine and clean up the output.</a:t>
            </a:r>
          </a:p>
        </p:txBody>
      </p:sp>
    </p:spTree>
    <p:extLst>
      <p:ext uri="{BB962C8B-B14F-4D97-AF65-F5344CB8AC3E}">
        <p14:creationId xmlns:p14="http://schemas.microsoft.com/office/powerpoint/2010/main" val="1023781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74BD-2A1A-5DD4-6C64-3844F346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4445DD-8AC3-FFB1-932D-E22FFF5ED3CD}"/>
              </a:ext>
            </a:extLst>
          </p:cNvPr>
          <p:cNvSpPr txBox="1"/>
          <p:nvPr/>
        </p:nvSpPr>
        <p:spPr>
          <a:xfrm>
            <a:off x="320040" y="74114"/>
            <a:ext cx="115122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Negative Prompts are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sometimes generates: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limbs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Blurry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Distorted faces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Unwanted objects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Poor quality textures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prompts help eliminate these issues.</a:t>
            </a:r>
          </a:p>
        </p:txBody>
      </p:sp>
    </p:spTree>
    <p:extLst>
      <p:ext uri="{BB962C8B-B14F-4D97-AF65-F5344CB8AC3E}">
        <p14:creationId xmlns:p14="http://schemas.microsoft.com/office/powerpoint/2010/main" val="42493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88C3-A20C-9FDF-A516-2B5943E3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CD8442-8433-F95F-94D7-9DEF9AFA78A6}"/>
              </a:ext>
            </a:extLst>
          </p:cNvPr>
          <p:cNvSpPr txBox="1"/>
          <p:nvPr/>
        </p:nvSpPr>
        <p:spPr>
          <a:xfrm>
            <a:off x="320040" y="124914"/>
            <a:ext cx="115122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Negative Prompt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Portrait of a woman, realistic style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blurry, distorted face, extra fingers, low quality, black hair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7AEC9-F6E1-15F1-8C3E-184B70BDB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361" y="1584445"/>
            <a:ext cx="3490976" cy="514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3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C3C5E-1107-65F5-53F2-A8E2C15C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7E46EA-DA6C-5B0A-38FA-073523585787}"/>
              </a:ext>
            </a:extLst>
          </p:cNvPr>
          <p:cNvSpPr txBox="1"/>
          <p:nvPr/>
        </p:nvSpPr>
        <p:spPr>
          <a:xfrm>
            <a:off x="320040" y="124914"/>
            <a:ext cx="115122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Negative Prompt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Portrait of a woman, realistic style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generate unwanted distortions.</a:t>
            </a:r>
          </a:p>
        </p:txBody>
      </p:sp>
    </p:spTree>
    <p:extLst>
      <p:ext uri="{BB962C8B-B14F-4D97-AF65-F5344CB8AC3E}">
        <p14:creationId xmlns:p14="http://schemas.microsoft.com/office/powerpoint/2010/main" val="95568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568E-BB4C-F292-B5DC-925E5D48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7AD0F8-AE13-9B4A-EC31-7BB84A78E8BD}"/>
              </a:ext>
            </a:extLst>
          </p:cNvPr>
          <p:cNvSpPr txBox="1"/>
          <p:nvPr/>
        </p:nvSpPr>
        <p:spPr>
          <a:xfrm>
            <a:off x="320040" y="124914"/>
            <a:ext cx="115122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Negative Prompt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Blurry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resolution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limbs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Deformed 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Cropped image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Watermark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artifacts</a:t>
            </a:r>
          </a:p>
        </p:txBody>
      </p:sp>
    </p:spTree>
    <p:extLst>
      <p:ext uri="{BB962C8B-B14F-4D97-AF65-F5344CB8AC3E}">
        <p14:creationId xmlns:p14="http://schemas.microsoft.com/office/powerpoint/2010/main" val="322626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405</TotalTime>
  <Words>629</Words>
  <Application>Microsoft Office PowerPoint</Application>
  <PresentationFormat>Widescreen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119</cp:revision>
  <dcterms:created xsi:type="dcterms:W3CDTF">2025-09-22T02:44:38Z</dcterms:created>
  <dcterms:modified xsi:type="dcterms:W3CDTF">2026-02-13T07:15:23Z</dcterms:modified>
</cp:coreProperties>
</file>