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4"/>
  </p:handout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3028950" y="85725"/>
            <a:ext cx="64008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Techniques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C4EE4-7CB9-DC2F-6583-CEFEBED4E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F9E746-897E-9407-6879-C8A1814FFC15}"/>
              </a:ext>
            </a:extLst>
          </p:cNvPr>
          <p:cNvSpPr txBox="1"/>
          <p:nvPr/>
        </p:nvSpPr>
        <p:spPr>
          <a:xfrm>
            <a:off x="3028950" y="85725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</p:txBody>
      </p:sp>
    </p:spTree>
    <p:extLst>
      <p:ext uri="{BB962C8B-B14F-4D97-AF65-F5344CB8AC3E}">
        <p14:creationId xmlns:p14="http://schemas.microsoft.com/office/powerpoint/2010/main" val="3227882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78</TotalTime>
  <Words>5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30</cp:revision>
  <dcterms:created xsi:type="dcterms:W3CDTF">2025-09-22T02:44:38Z</dcterms:created>
  <dcterms:modified xsi:type="dcterms:W3CDTF">2026-02-11T08:10:15Z</dcterms:modified>
</cp:coreProperties>
</file>