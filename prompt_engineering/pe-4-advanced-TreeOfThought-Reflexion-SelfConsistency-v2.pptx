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57" r:id="rId2"/>
    <p:sldId id="258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3028950" y="1247013"/>
            <a:ext cx="6400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</a:t>
            </a:r>
          </a:p>
          <a:p>
            <a:pPr algn="ctr"/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Self-Consistency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4EE4-7CB9-DC2F-6583-CEFEBED4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9E2B6-28AD-DF63-1020-0A3F17443414}"/>
              </a:ext>
            </a:extLst>
          </p:cNvPr>
          <p:cNvSpPr txBox="1"/>
          <p:nvPr/>
        </p:nvSpPr>
        <p:spPr>
          <a:xfrm>
            <a:off x="594360" y="962098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Thoughts (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– Exploring Multiple Reasoning Paths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Tree of Thoughts?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is a prompting technique where AI is encouraged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explore multiple possible reasoning paths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choosing the best solution.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following only one thinking path, AI: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multiple ideas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Evaluates each idea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Selects the best possible answer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technique mimics human brainstorming.</a:t>
            </a:r>
          </a:p>
        </p:txBody>
      </p:sp>
    </p:spTree>
    <p:extLst>
      <p:ext uri="{BB962C8B-B14F-4D97-AF65-F5344CB8AC3E}">
        <p14:creationId xmlns:p14="http://schemas.microsoft.com/office/powerpoint/2010/main" val="322788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F274-D95C-6E00-5D39-3E376707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0FBC02-FAA0-59F1-6A02-1825378FDBF6}"/>
              </a:ext>
            </a:extLst>
          </p:cNvPr>
          <p:cNvSpPr txBox="1"/>
          <p:nvPr/>
        </p:nvSpPr>
        <p:spPr>
          <a:xfrm>
            <a:off x="594360" y="962098"/>
            <a:ext cx="107807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Tree of Thoughts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Suggest a business idea for a 50000 dollars.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might give only one idea without exploring alternatives.</a:t>
            </a:r>
          </a:p>
        </p:txBody>
      </p:sp>
    </p:spTree>
    <p:extLst>
      <p:ext uri="{BB962C8B-B14F-4D97-AF65-F5344CB8AC3E}">
        <p14:creationId xmlns:p14="http://schemas.microsoft.com/office/powerpoint/2010/main" val="139945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00C3-1D24-EFD1-6D80-D2448EC0E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ABDA12-51D0-1016-9094-F550B1BE8333}"/>
              </a:ext>
            </a:extLst>
          </p:cNvPr>
          <p:cNvSpPr txBox="1"/>
          <p:nvPr/>
        </p:nvSpPr>
        <p:spPr>
          <a:xfrm>
            <a:off x="530352" y="669490"/>
            <a:ext cx="107807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Tree of Thoughts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Suggest three different business ideas for a 50000 dollars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For each idea: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 Explain benefits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 Explain risks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 Suggest expected profitability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Then choose the best idea and justify your choice.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forces AI to explore multiple reasoning paths.</a:t>
            </a:r>
          </a:p>
        </p:txBody>
      </p:sp>
    </p:spTree>
    <p:extLst>
      <p:ext uri="{BB962C8B-B14F-4D97-AF65-F5344CB8AC3E}">
        <p14:creationId xmlns:p14="http://schemas.microsoft.com/office/powerpoint/2010/main" val="2457193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0D9EA-8F6E-DF89-64AE-DD750C7B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33490B-1022-FB66-9F87-E5E7F0353D82}"/>
              </a:ext>
            </a:extLst>
          </p:cNvPr>
          <p:cNvSpPr txBox="1"/>
          <p:nvPr/>
        </p:nvSpPr>
        <p:spPr>
          <a:xfrm>
            <a:off x="594360" y="962098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Tree of Thoughts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Thoughts is useful when: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Making strategic decisions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Brainstorming creative solutions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Solving complex business or technical problems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Evaluating multiple alternatives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Planning projects</a:t>
            </a:r>
          </a:p>
        </p:txBody>
      </p:sp>
    </p:spTree>
    <p:extLst>
      <p:ext uri="{BB962C8B-B14F-4D97-AF65-F5344CB8AC3E}">
        <p14:creationId xmlns:p14="http://schemas.microsoft.com/office/powerpoint/2010/main" val="243544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1B52-7056-10DF-A6C3-BCC15C91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E613FD-060E-9BB1-9F8E-690F34778479}"/>
              </a:ext>
            </a:extLst>
          </p:cNvPr>
          <p:cNvSpPr txBox="1"/>
          <p:nvPr/>
        </p:nvSpPr>
        <p:spPr>
          <a:xfrm>
            <a:off x="594360" y="962098"/>
            <a:ext cx="107807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Asking AI to Critique and Improve Its Own Output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technique where AI is asked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an answer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Critically analyze its answer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 or correct its response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technique helps AI simulate self-review and quality improvement.</a:t>
            </a:r>
          </a:p>
        </p:txBody>
      </p:sp>
    </p:spTree>
    <p:extLst>
      <p:ext uri="{BB962C8B-B14F-4D97-AF65-F5344CB8AC3E}">
        <p14:creationId xmlns:p14="http://schemas.microsoft.com/office/powerpoint/2010/main" val="3841657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56AD4-5FB2-D1D3-FCD5-4DF1BEF3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29781D-9EE0-DEB0-55AD-8492AA6D98B1}"/>
              </a:ext>
            </a:extLst>
          </p:cNvPr>
          <p:cNvSpPr txBox="1"/>
          <p:nvPr/>
        </p:nvSpPr>
        <p:spPr>
          <a:xfrm>
            <a:off x="594360" y="962098"/>
            <a:ext cx="107807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an email requesting leave.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provides one response without quality review.</a:t>
            </a:r>
          </a:p>
        </p:txBody>
      </p:sp>
    </p:spTree>
    <p:extLst>
      <p:ext uri="{BB962C8B-B14F-4D97-AF65-F5344CB8AC3E}">
        <p14:creationId xmlns:p14="http://schemas.microsoft.com/office/powerpoint/2010/main" val="3742128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463A9-2625-55E3-688F-2A075A045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34F403-E6E2-F064-D91B-F6920C2FA603}"/>
              </a:ext>
            </a:extLst>
          </p:cNvPr>
          <p:cNvSpPr txBox="1"/>
          <p:nvPr/>
        </p:nvSpPr>
        <p:spPr>
          <a:xfrm>
            <a:off x="594360" y="962098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an email requesting leave.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After writing the email: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 Review the email for clarity and professionalism.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 Suggest improvements.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 Provide a revised version.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produces higher quality results.</a:t>
            </a:r>
          </a:p>
        </p:txBody>
      </p:sp>
    </p:spTree>
    <p:extLst>
      <p:ext uri="{BB962C8B-B14F-4D97-AF65-F5344CB8AC3E}">
        <p14:creationId xmlns:p14="http://schemas.microsoft.com/office/powerpoint/2010/main" val="1924586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13FA-1786-D429-BA05-3558AC57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03FB27-8A7A-B0AC-D783-939BCC710AD6}"/>
              </a:ext>
            </a:extLst>
          </p:cNvPr>
          <p:cNvSpPr txBox="1"/>
          <p:nvPr/>
        </p:nvSpPr>
        <p:spPr>
          <a:xfrm>
            <a:off x="594360" y="962098"/>
            <a:ext cx="107807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particularly useful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tasks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Coding improvement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summaries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Report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Professional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04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38637-34A4-5823-0295-B44C7D068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3231D9-4864-38C8-005A-92F70A4C42E9}"/>
              </a:ext>
            </a:extLst>
          </p:cNvPr>
          <p:cNvSpPr txBox="1"/>
          <p:nvPr/>
        </p:nvSpPr>
        <p:spPr>
          <a:xfrm>
            <a:off x="594360" y="962098"/>
            <a:ext cx="107807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Self-Consistency – Generating Multiple Answers and Choosing the Best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Self-Consistency?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Self-Consistency is a technique where AI is asked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multiple independent answers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the same question and then select the most reliable or common answer.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process usually involves: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AI to generate multiple solutions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the solutions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the most logical or consistent answer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trusting one output, this method relies on repeated reasoning.</a:t>
            </a:r>
          </a:p>
        </p:txBody>
      </p:sp>
    </p:spTree>
    <p:extLst>
      <p:ext uri="{BB962C8B-B14F-4D97-AF65-F5344CB8AC3E}">
        <p14:creationId xmlns:p14="http://schemas.microsoft.com/office/powerpoint/2010/main" val="115273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BD0B6-B943-A5A3-DE01-60278E80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EF806-08E1-D525-BB87-813853BADFEC}"/>
              </a:ext>
            </a:extLst>
          </p:cNvPr>
          <p:cNvSpPr txBox="1"/>
          <p:nvPr/>
        </p:nvSpPr>
        <p:spPr>
          <a:xfrm>
            <a:off x="310896" y="962098"/>
            <a:ext cx="110642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Self-Consistency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Solve this math problem: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 train travels at a speed of 40 km/h for 3 hours.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It then travels at 60 km/h for 2 hour.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the average speed of the train for the entire journey? 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may produce one answer without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09681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6EBE-FF25-3852-A129-5F721F67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7062CE-D549-AE2D-B7F3-0B0FC240089F}"/>
              </a:ext>
            </a:extLst>
          </p:cNvPr>
          <p:cNvSpPr txBox="1"/>
          <p:nvPr/>
        </p:nvSpPr>
        <p:spPr>
          <a:xfrm>
            <a:off x="310896" y="962098"/>
            <a:ext cx="110642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Self-Consistency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Solve this math problem using three different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reasoning methods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A train travels at a speed of 40 km/h for 3 hours.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It then travels at 60 km/h for 2 hour.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the average speed of the train for the entire journey? 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After solving:</a:t>
            </a: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Compare the results and select the most consistent answer.</a:t>
            </a:r>
          </a:p>
        </p:txBody>
      </p:sp>
    </p:spTree>
    <p:extLst>
      <p:ext uri="{BB962C8B-B14F-4D97-AF65-F5344CB8AC3E}">
        <p14:creationId xmlns:p14="http://schemas.microsoft.com/office/powerpoint/2010/main" val="378912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C800-01A3-BADF-538F-DE1775976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FC2873-24DB-890D-63C8-7175414A54D4}"/>
              </a:ext>
            </a:extLst>
          </p:cNvPr>
          <p:cNvSpPr txBox="1"/>
          <p:nvPr/>
        </p:nvSpPr>
        <p:spPr>
          <a:xfrm>
            <a:off x="310896" y="962098"/>
            <a:ext cx="110642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Self-Consistency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Self-Consistency is useful for: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Mathematical problems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Logical reasoning tasks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Coding solutions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analysis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Scientific calculations</a:t>
            </a:r>
          </a:p>
        </p:txBody>
      </p:sp>
    </p:spTree>
    <p:extLst>
      <p:ext uri="{BB962C8B-B14F-4D97-AF65-F5344CB8AC3E}">
        <p14:creationId xmlns:p14="http://schemas.microsoft.com/office/powerpoint/2010/main" val="1725456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B7326-3770-F0BF-A4DC-89F69DBF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1F0C0A-3B4F-F885-3134-4DAB1B02C32E}"/>
              </a:ext>
            </a:extLst>
          </p:cNvPr>
          <p:cNvSpPr txBox="1"/>
          <p:nvPr/>
        </p:nvSpPr>
        <p:spPr>
          <a:xfrm>
            <a:off x="310896" y="632914"/>
            <a:ext cx="1151229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Combined Prompt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three different marketing strategies for launching a new mobile app.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strategy: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Explain implementation steps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Evaluate advantages and disadvantages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review all strategies and identify weaknesses.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Finally, choose the most effective strategy and explain why.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------------------------------------------------------------------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prompt uses: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Thoughts (multiple strategies)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(review weaknesses)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Self-Consistency (choose best option)</a:t>
            </a:r>
          </a:p>
        </p:txBody>
      </p:sp>
    </p:spTree>
    <p:extLst>
      <p:ext uri="{BB962C8B-B14F-4D97-AF65-F5344CB8AC3E}">
        <p14:creationId xmlns:p14="http://schemas.microsoft.com/office/powerpoint/2010/main" val="912228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286</TotalTime>
  <Words>620</Words>
  <Application>Microsoft Office PowerPoint</Application>
  <PresentationFormat>Widescreen</PresentationFormat>
  <Paragraphs>139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100</cp:revision>
  <dcterms:created xsi:type="dcterms:W3CDTF">2025-09-22T02:44:38Z</dcterms:created>
  <dcterms:modified xsi:type="dcterms:W3CDTF">2026-06-01T10:31:59Z</dcterms:modified>
</cp:coreProperties>
</file>