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7"/>
  </p:handoutMasterIdLst>
  <p:sldIdLst>
    <p:sldId id="257" r:id="rId2"/>
    <p:sldId id="286" r:id="rId3"/>
    <p:sldId id="287" r:id="rId4"/>
    <p:sldId id="289" r:id="rId5"/>
    <p:sldId id="28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06:25:36.9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25 333 24575,'-2'0'0,"1"1"0,-1 0 0,1 0 0,0-1 0,0 1 0,-1 0 0,1 0 0,0 0 0,0 0 0,0 0 0,0 1 0,0-1 0,0 0 0,0 0 0,1 1 0,-1-1 0,0 1 0,1-1 0,-1 0 0,1 1 0,-1-1 0,1 1 0,0-1 0,0 1 0,-1-1 0,1 1 0,1 2 0,-3 42 0,1-45 0,1 0 0,0 0 0,0 1 0,0-1 0,0 0 0,0 0 0,1 0 0,-1 1 0,0-1 0,0 0 0,1 0 0,-1 0 0,1 0 0,-1 0 0,1 0 0,-1 0 0,1 0 0,0 0 0,-1 0 0,1 0 0,0 0 0,0 0 0,0 0 0,-1 0 0,1-1 0,0 1 0,0 0 0,0-1 0,1 1 0,-1-1 0,0 1 0,0-1 0,0 0 0,0 1 0,0-1 0,0 0 0,1 0 0,-1 0 0,0 1 0,0-1 0,0-1 0,1 1 0,-1 0 0,0 0 0,0 0 0,0-1 0,0 1 0,1 0 0,-1-1 0,0 1 0,0-1 0,0 0 0,0 1 0,0-1 0,0 0 0,0 1 0,1-2 0,8-5 0,-1-1 0,1 1 0,-1-1 0,9-11 0,13-18 0,36-55 0,-51 67 0,1 0 0,0 2 0,2 0 0,1 1 0,1 1 0,0 0 0,26-17 0,20-6-1365,-39 26-5461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06:25:38.8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0 307 24575,'2'0'0,"-1"1"0,1-1 0,-1 1 0,1-1 0,-1 1 0,0-1 0,1 1 0,-1 0 0,0 0 0,0 0 0,0 0 0,1 0 0,-1 0 0,0 0 0,0 0 0,0 0 0,0 0 0,-1 1 0,1-1 0,1 2 0,16 35 0,-11-22 0,1 0 0,-3-4 0,1 0 0,0-1 0,0 0 0,1 0 0,1-1 0,-1 1 0,2-2 0,17 18 0,-23-26 0,0 0 0,-1 0 0,1 0 0,-1 0 0,1 0 0,0 0 0,0-1 0,-1 1 0,1-1 0,0 0 0,0 0 0,0 0 0,0 0 0,-1-1 0,1 1 0,0-1 0,5-1 0,46-23 0,-46 21 0,406-257 132,-117 68-1629,-244 161-5329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06:26:09.3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customXml" Target="../ink/ink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CC5AA4-1E9C-99DC-AFA2-54F7AD62956A}"/>
              </a:ext>
            </a:extLst>
          </p:cNvPr>
          <p:cNvSpPr txBox="1"/>
          <p:nvPr/>
        </p:nvSpPr>
        <p:spPr>
          <a:xfrm>
            <a:off x="3028950" y="1247013"/>
            <a:ext cx="6400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Some Real World Application</a:t>
            </a:r>
            <a:endParaRPr lang="en-US" sz="4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3F83F-CC0B-EBD0-83A9-B6B5C6F14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B601B9E-72A0-25B6-EA35-5C1B1DE552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875722"/>
            <a:ext cx="9815068" cy="574453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C479664-27AB-02A8-5B62-DB4EDD1CFB8A}"/>
              </a:ext>
            </a:extLst>
          </p:cNvPr>
          <p:cNvSpPr txBox="1"/>
          <p:nvPr/>
        </p:nvSpPr>
        <p:spPr>
          <a:xfrm>
            <a:off x="1316736" y="292608"/>
            <a:ext cx="92170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Problem: I want to remove the Student and Quiz part from the RHS menu. I am using </a:t>
            </a: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wordpress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02DBAE9C-3375-7499-7E4E-9091F7E929A9}"/>
                  </a:ext>
                </a:extLst>
              </p14:cNvPr>
              <p14:cNvContentPartPr/>
              <p14:nvPr/>
            </p14:nvContentPartPr>
            <p14:xfrm>
              <a:off x="8760384" y="4214376"/>
              <a:ext cx="171360" cy="1612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02DBAE9C-3375-7499-7E4E-9091F7E929A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742384" y="4196736"/>
                <a:ext cx="207000" cy="19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C04C310-D6F3-CB25-7EA5-749FD0757FB0}"/>
                  </a:ext>
                </a:extLst>
              </p14:cNvPr>
              <p14:cNvContentPartPr/>
              <p14:nvPr/>
            </p14:nvContentPartPr>
            <p14:xfrm>
              <a:off x="8503704" y="4982616"/>
              <a:ext cx="367560" cy="1872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C04C310-D6F3-CB25-7EA5-749FD0757FB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485704" y="4964616"/>
                <a:ext cx="403200" cy="222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72959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59BDE-9240-0C96-8980-3291E35EE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77D486EC-3082-1086-4644-5FE341A9DCD1}"/>
                  </a:ext>
                </a:extLst>
              </p14:cNvPr>
              <p14:cNvContentPartPr/>
              <p14:nvPr/>
            </p14:nvContentPartPr>
            <p14:xfrm>
              <a:off x="5038344" y="3355776"/>
              <a:ext cx="360" cy="3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77D486EC-3082-1086-4644-5FE341A9DCD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020344" y="3337776"/>
                <a:ext cx="36000" cy="36000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0F0E661C-EFDF-0AA0-51F8-DDFFBE4BAF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7061" y="1042654"/>
            <a:ext cx="6630325" cy="477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75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10530-2F23-96F7-75FF-2D1319640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084667-750B-5933-6D67-47D3D2484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686" y="176236"/>
            <a:ext cx="9107171" cy="51156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889F92-9ACE-EB70-B5A8-466858B621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6382" y="3209544"/>
            <a:ext cx="5388367" cy="3396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073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D5412-6AA3-D8F4-4894-C565365CA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08698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636</TotalTime>
  <Words>24</Words>
  <Application>Microsoft Office PowerPoint</Application>
  <PresentationFormat>Widescreen</PresentationFormat>
  <Paragraphs>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110</cp:revision>
  <dcterms:created xsi:type="dcterms:W3CDTF">2025-09-22T02:44:38Z</dcterms:created>
  <dcterms:modified xsi:type="dcterms:W3CDTF">2026-05-05T12:12:22Z</dcterms:modified>
</cp:coreProperties>
</file>