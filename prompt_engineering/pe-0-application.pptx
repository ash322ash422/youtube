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290" r:id="rId3"/>
    <p:sldId id="293" r:id="rId4"/>
    <p:sldId id="292" r:id="rId5"/>
    <p:sldId id="291" r:id="rId6"/>
    <p:sldId id="286" r:id="rId7"/>
    <p:sldId id="287" r:id="rId8"/>
    <p:sldId id="289" r:id="rId9"/>
    <p:sldId id="2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6:25:36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25 333 24575,'-2'0'0,"1"1"0,-1 0 0,1 0 0,0-1 0,0 1 0,-1 0 0,1 0 0,0 0 0,0 0 0,0 0 0,0 1 0,0-1 0,0 0 0,0 0 0,1 1 0,-1-1 0,0 1 0,1-1 0,-1 0 0,1 1 0,-1-1 0,1 1 0,0-1 0,0 1 0,-1-1 0,1 1 0,1 2 0,-3 42 0,1-45 0,1 0 0,0 0 0,0 1 0,0-1 0,0 0 0,0 0 0,1 0 0,-1 1 0,0-1 0,0 0 0,1 0 0,-1 0 0,1 0 0,-1 0 0,1 0 0,-1 0 0,1 0 0,0 0 0,-1 0 0,1 0 0,0 0 0,0 0 0,0 0 0,-1 0 0,1-1 0,0 1 0,0 0 0,0-1 0,1 1 0,-1-1 0,0 1 0,0-1 0,0 0 0,0 1 0,0-1 0,0 0 0,1 0 0,-1 0 0,0 1 0,0-1 0,0-1 0,1 1 0,-1 0 0,0 0 0,0 0 0,0-1 0,0 1 0,1 0 0,-1-1 0,0 1 0,0-1 0,0 0 0,0 1 0,0-1 0,0 0 0,0 1 0,1-2 0,8-5 0,-1-1 0,1 1 0,-1-1 0,9-11 0,13-18 0,36-55 0,-51 67 0,1 0 0,0 2 0,2 0 0,1 1 0,1 1 0,0 0 0,26-17 0,20-6-1365,-39 26-5461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6:25:38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0 307 24575,'2'0'0,"-1"1"0,1-1 0,-1 1 0,1-1 0,-1 1 0,0-1 0,1 1 0,-1 0 0,0 0 0,0 0 0,0 0 0,1 0 0,-1 0 0,0 0 0,0 0 0,0 0 0,0 0 0,-1 1 0,1-1 0,1 2 0,16 35 0,-11-22 0,1 0 0,-3-4 0,1 0 0,0-1 0,0 0 0,1 0 0,1-1 0,-1 1 0,2-2 0,17 18 0,-23-26 0,0 0 0,-1 0 0,1 0 0,-1 0 0,1 0 0,0 0 0,0-1 0,-1 1 0,1-1 0,0 0 0,0 0 0,0 0 0,0 0 0,-1-1 0,1 1 0,0-1 0,5-1 0,46-23 0,-46 21 0,406-257 132,-117 68-1629,-244 161-5329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6:26:09.3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Real-World Application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0268-95CE-3996-80F2-D50E52AA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C5AF45-1767-9D7E-C640-00823BB136FF}"/>
              </a:ext>
            </a:extLst>
          </p:cNvPr>
          <p:cNvSpPr txBox="1"/>
          <p:nvPr/>
        </p:nvSpPr>
        <p:spPr>
          <a:xfrm>
            <a:off x="155448" y="2018110"/>
            <a:ext cx="1143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Simple rules of good generic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Define the task and action you want AI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to take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Setting the stage with your role, objectives, background, anything AI should know that's relevant to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Specify any rules, style, tone, length, output format</a:t>
            </a:r>
          </a:p>
        </p:txBody>
      </p:sp>
    </p:spTree>
    <p:extLst>
      <p:ext uri="{BB962C8B-B14F-4D97-AF65-F5344CB8AC3E}">
        <p14:creationId xmlns:p14="http://schemas.microsoft.com/office/powerpoint/2010/main" val="227249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EDCE-F32A-DB2E-7AB1-C22E0BC4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B4568B-34E5-1011-69E3-F6C8E17BE2C8}"/>
              </a:ext>
            </a:extLst>
          </p:cNvPr>
          <p:cNvSpPr txBox="1"/>
          <p:nvPr/>
        </p:nvSpPr>
        <p:spPr>
          <a:xfrm>
            <a:off x="109728" y="362384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BAD 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 5 ways to implement AI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 my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marketing Agency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B78DD-FD24-C4D6-8854-3B0EC7CC46AE}"/>
              </a:ext>
            </a:extLst>
          </p:cNvPr>
          <p:cNvSpPr txBox="1"/>
          <p:nvPr/>
        </p:nvSpPr>
        <p:spPr>
          <a:xfrm>
            <a:off x="109728" y="1753610"/>
            <a:ext cx="113385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Good Prompt:</a:t>
            </a:r>
          </a:p>
          <a:p>
            <a:pPr marL="0" marR="0"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Instruction:</a:t>
            </a:r>
            <a:b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</a:b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Recommend 5 ways to implement AI in my </a:t>
            </a:r>
            <a:r>
              <a:rPr lang="en-US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business.</a:t>
            </a:r>
          </a:p>
          <a:p>
            <a:pPr marL="0" marR="0">
              <a:buNone/>
            </a:pP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  <a:p>
            <a:pPr marL="0" marR="0"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Context:</a:t>
            </a:r>
            <a:b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</a:b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 run a small marketing agency focused on social media and content for local businesses. I want to use AI to save time, improve client deliverables, and increase efficiency across content creation, client communication, reporting, and internal </a:t>
            </a:r>
            <a:r>
              <a:rPr lang="en-US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workflows.</a:t>
            </a:r>
          </a:p>
          <a:p>
            <a:pPr marL="0" marR="0">
              <a:buNone/>
            </a:pP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  <a:p>
            <a:pPr marL="0" marR="0"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Constraints:</a:t>
            </a:r>
            <a:b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</a:b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Keep recommendations low-cost, easy to implement without technical expertise, and focused on quick wins. No custom-built solutions. Format as a numbered list with a one-sentence explanation for </a:t>
            </a:r>
            <a:r>
              <a:rPr lang="en-US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each.</a:t>
            </a: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33056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3566-3BBA-965E-64B0-B70CD1BC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B35047-27EB-8146-3339-8BE81D66E691}"/>
              </a:ext>
            </a:extLst>
          </p:cNvPr>
          <p:cNvSpPr txBox="1"/>
          <p:nvPr/>
        </p:nvSpPr>
        <p:spPr>
          <a:xfrm>
            <a:off x="155448" y="664798"/>
            <a:ext cx="11430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Senior Python Developer and Data Engineer specializing in writing high-performance, production-grade data pipelines. You write clean, memory-efficient code and prioritize error handling.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an optimized Python function to calculate the variance of a specific column in a CSV file.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Constraint: </a:t>
            </a:r>
            <a:r>
              <a:rPr lang="en-US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must meet the following requirements: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Input Parameters: Accept `filename`, `delimiter`, and `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column_name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`.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Functionality: Read the CSV file (default delimiter is a semi-colon ';') and compute the mathematical variance of the specified column (e.g., 'age').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Optimization: Optimize for memory efficiency and speed, handling large files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Robust Error Handling: Include try-except blocks to gracefully handle: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File Not Found Error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Column name does not exist Error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If the column contains non-numeric data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- Empty files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Output: Return the calculated variance as a float.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usage example.</a:t>
            </a:r>
          </a:p>
        </p:txBody>
      </p:sp>
    </p:spTree>
    <p:extLst>
      <p:ext uri="{BB962C8B-B14F-4D97-AF65-F5344CB8AC3E}">
        <p14:creationId xmlns:p14="http://schemas.microsoft.com/office/powerpoint/2010/main" val="383379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B203-7DB4-943D-830F-B45DF537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9333A0-2F45-3141-40E1-72A3499B0893}"/>
              </a:ext>
            </a:extLst>
          </p:cNvPr>
          <p:cNvSpPr txBox="1"/>
          <p:nvPr/>
        </p:nvSpPr>
        <p:spPr>
          <a:xfrm>
            <a:off x="182880" y="302359"/>
            <a:ext cx="11430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[ROLE &amp; CONTEXT]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Executive Research Assistant. Your task is to help a busy CEO quickly digest a long industry report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[TASK &amp; INPUT]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attached 3-page document and summarize its core arguments, key findings, and major data points into a single, cohesive paragraph.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[CONSTRAINTS &amp; FORMAT]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Length: The final summary paragraph must be exactly 6 lines long.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Structure: It must be a single, continuous paragraph (no bullet points).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Quality: Avoid generic filler phrases like "This document discusses..." or "In conclusion...". Start directly with the primary thesis.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[INFORMATION PRIORITY]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Focus heavily on the "what" and the "why." Prioritize metrics, financial figures, or statistical trends over general background information or historical context.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[OUTPUT EXPECTATION]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 a high-density, professional, and easily scannable paragraph that captures the absolute essence of the 3 pages.</a:t>
            </a:r>
          </a:p>
        </p:txBody>
      </p:sp>
    </p:spTree>
    <p:extLst>
      <p:ext uri="{BB962C8B-B14F-4D97-AF65-F5344CB8AC3E}">
        <p14:creationId xmlns:p14="http://schemas.microsoft.com/office/powerpoint/2010/main" val="108918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F83F-CC0B-EBD0-83A9-B6B5C6F1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01B9E-72A0-25B6-EA35-5C1B1DE55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875722"/>
            <a:ext cx="9815068" cy="5744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79664-27AB-02A8-5B62-DB4EDD1CFB8A}"/>
              </a:ext>
            </a:extLst>
          </p:cNvPr>
          <p:cNvSpPr txBox="1"/>
          <p:nvPr/>
        </p:nvSpPr>
        <p:spPr>
          <a:xfrm>
            <a:off x="436202" y="237745"/>
            <a:ext cx="12186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I want to remove the Student and Quiz part from the RHS menu. I am 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wordpress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DBAE9C-3375-7499-7E4E-9091F7E929A9}"/>
                  </a:ext>
                </a:extLst>
              </p14:cNvPr>
              <p14:cNvContentPartPr/>
              <p14:nvPr/>
            </p14:nvContentPartPr>
            <p14:xfrm>
              <a:off x="8760384" y="4214376"/>
              <a:ext cx="171360" cy="16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DBAE9C-3375-7499-7E4E-9091F7E929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42384" y="4196736"/>
                <a:ext cx="2070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04C310-D6F3-CB25-7EA5-749FD0757FB0}"/>
                  </a:ext>
                </a:extLst>
              </p14:cNvPr>
              <p14:cNvContentPartPr/>
              <p14:nvPr/>
            </p14:nvContentPartPr>
            <p14:xfrm>
              <a:off x="8503704" y="4982616"/>
              <a:ext cx="367560" cy="187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04C310-D6F3-CB25-7EA5-749FD0757F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85704" y="4964616"/>
                <a:ext cx="40320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95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9BDE-9240-0C96-8980-3291E35E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D486EC-3082-1086-4644-5FE341A9DCD1}"/>
                  </a:ext>
                </a:extLst>
              </p14:cNvPr>
              <p14:cNvContentPartPr/>
              <p14:nvPr/>
            </p14:nvContentPartPr>
            <p14:xfrm>
              <a:off x="5038344" y="335577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D486EC-3082-1086-4644-5FE341A9DC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0344" y="33377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0E661C-EFDF-0AA0-51F8-DDFFBE4BA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61" y="1042654"/>
            <a:ext cx="663032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5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0530-2F23-96F7-75FF-2D131964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84667-750B-5933-6D67-47D3D2484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86" y="176236"/>
            <a:ext cx="9107171" cy="511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889F92-9ACE-EB70-B5A8-466858B62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382" y="3209544"/>
            <a:ext cx="5388367" cy="339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73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5412-6AA3-D8F4-4894-C565365C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86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668</TotalTime>
  <Words>543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122</cp:revision>
  <dcterms:created xsi:type="dcterms:W3CDTF">2025-09-22T02:44:38Z</dcterms:created>
  <dcterms:modified xsi:type="dcterms:W3CDTF">2026-10-14T08:08:31Z</dcterms:modified>
</cp:coreProperties>
</file>