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7" r:id="rId2"/>
    <p:sldId id="29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63BF91-57B4-0EA4-90AA-92E2FC23559E}"/>
              </a:ext>
            </a:extLst>
          </p:cNvPr>
          <p:cNvSpPr txBox="1"/>
          <p:nvPr/>
        </p:nvSpPr>
        <p:spPr>
          <a:xfrm>
            <a:off x="4946904" y="2468880"/>
            <a:ext cx="2320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FCE0-0492-53F7-07E7-2EF2B221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97B59D-DF1F-3F07-1DDA-0FAF0CF9BC29}"/>
              </a:ext>
            </a:extLst>
          </p:cNvPr>
          <p:cNvSpPr txBox="1"/>
          <p:nvPr/>
        </p:nvSpPr>
        <p:spPr>
          <a:xfrm>
            <a:off x="6885432" y="314715"/>
            <a:ext cx="39776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Copy and paste following into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G</a:t>
            </a:r>
            <a:r>
              <a:rPr lang="en-US" sz="2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emini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DDD166-8194-7B59-8CDA-24B8090DC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314715"/>
            <a:ext cx="4857960" cy="1014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F6F40B-91E2-B609-9371-B0AF0E113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17" y="3566160"/>
            <a:ext cx="6332115" cy="2977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E4C73D-2122-C37D-1911-196C2BF965C5}"/>
              </a:ext>
            </a:extLst>
          </p:cNvPr>
          <p:cNvSpPr txBox="1"/>
          <p:nvPr/>
        </p:nvSpPr>
        <p:spPr>
          <a:xfrm>
            <a:off x="7065264" y="4455230"/>
            <a:ext cx="3977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Response from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G</a:t>
            </a:r>
            <a:r>
              <a:rPr lang="en-US" sz="2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emini</a:t>
            </a:r>
          </a:p>
        </p:txBody>
      </p:sp>
    </p:spTree>
    <p:extLst>
      <p:ext uri="{BB962C8B-B14F-4D97-AF65-F5344CB8AC3E}">
        <p14:creationId xmlns:p14="http://schemas.microsoft.com/office/powerpoint/2010/main" val="4202770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629</TotalTime>
  <Words>11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Anthropic Sans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190</cp:revision>
  <dcterms:created xsi:type="dcterms:W3CDTF">2025-09-22T02:44:38Z</dcterms:created>
  <dcterms:modified xsi:type="dcterms:W3CDTF">2026-09-15T13:12:21Z</dcterms:modified>
</cp:coreProperties>
</file>