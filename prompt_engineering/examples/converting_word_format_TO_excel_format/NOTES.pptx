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7" r:id="rId2"/>
    <p:sldId id="269" r:id="rId3"/>
    <p:sldId id="274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16293C-CCDF-3858-4367-92B1FBE8A382}"/>
              </a:ext>
            </a:extLst>
          </p:cNvPr>
          <p:cNvSpPr txBox="1"/>
          <p:nvPr/>
        </p:nvSpPr>
        <p:spPr>
          <a:xfrm>
            <a:off x="740664" y="573920"/>
            <a:ext cx="1019556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Problem Statement</a:t>
            </a:r>
          </a:p>
          <a:p>
            <a:pPr>
              <a:spcAft>
                <a:spcPts val="300"/>
              </a:spcAft>
            </a:pPr>
            <a:endParaRPr lang="en-US" sz="280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I have data in MS Word and want to convert that into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MS Excel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</p:txBody>
      </p:sp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375E-262A-F76D-AE4F-C20AEC63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E51072-F812-6B37-1F7D-113D1FF251AA}"/>
              </a:ext>
            </a:extLst>
          </p:cNvPr>
          <p:cNvSpPr txBox="1"/>
          <p:nvPr/>
        </p:nvSpPr>
        <p:spPr>
          <a:xfrm>
            <a:off x="740664" y="573920"/>
            <a:ext cx="10195560" cy="330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800" b="1" i="0" u="sng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Prompt</a:t>
            </a:r>
          </a:p>
          <a:p>
            <a:pPr>
              <a:spcAft>
                <a:spcPts val="300"/>
              </a:spcAft>
            </a:pPr>
            <a:endParaRPr lang="en-US" sz="2800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I am uploading a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ms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word file. Convert the content of that file into an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ms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 excel format. The columns should be Week, Topic and Content</a:t>
            </a:r>
          </a:p>
          <a:p>
            <a:pPr>
              <a:spcAft>
                <a:spcPts val="300"/>
              </a:spcAft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Anthropic Sans"/>
            </a:endParaRPr>
          </a:p>
          <a:p>
            <a:pPr>
              <a:spcAft>
                <a:spcPts val="300"/>
              </a:spcAft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Do not create a downloadable link.</a:t>
            </a:r>
          </a:p>
          <a:p>
            <a:pPr>
              <a:spcAft>
                <a:spcPts val="300"/>
              </a:spcAft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nthropic Sans"/>
              </a:rPr>
              <a:t>Give me text that I can copy and paste into an excel sheet</a:t>
            </a:r>
          </a:p>
        </p:txBody>
      </p:sp>
    </p:spTree>
    <p:extLst>
      <p:ext uri="{BB962C8B-B14F-4D97-AF65-F5344CB8AC3E}">
        <p14:creationId xmlns:p14="http://schemas.microsoft.com/office/powerpoint/2010/main" val="275289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403E-7A29-39E7-0494-AC31ECDF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B59546-FC51-9F07-4740-0D07A3A86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430" y="487674"/>
            <a:ext cx="8654477" cy="588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2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581</TotalTime>
  <Words>66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183</cp:revision>
  <dcterms:created xsi:type="dcterms:W3CDTF">2025-09-22T02:44:38Z</dcterms:created>
  <dcterms:modified xsi:type="dcterms:W3CDTF">2026-09-21T08:57:48Z</dcterms:modified>
</cp:coreProperties>
</file>