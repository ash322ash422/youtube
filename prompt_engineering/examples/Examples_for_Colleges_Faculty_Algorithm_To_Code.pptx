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handoutMasterIdLst>
    <p:handoutMasterId r:id="rId15"/>
  </p:handoutMasterIdLst>
  <p:sldIdLst>
    <p:sldId id="257" r:id="rId2"/>
    <p:sldId id="288" r:id="rId3"/>
    <p:sldId id="286" r:id="rId4"/>
    <p:sldId id="289" r:id="rId5"/>
    <p:sldId id="290" r:id="rId6"/>
    <p:sldId id="287" r:id="rId7"/>
    <p:sldId id="291" r:id="rId8"/>
    <p:sldId id="292" r:id="rId9"/>
    <p:sldId id="293" r:id="rId10"/>
    <p:sldId id="294" r:id="rId11"/>
    <p:sldId id="295" r:id="rId12"/>
    <p:sldId id="296" r:id="rId13"/>
    <p:sldId id="297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3054" y="9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ACA3A45-07AA-881E-EBAC-FAE1FFF9B3B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72C2385-62BD-1B9C-A617-554DDB21E0F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BAEECA8-D063-486F-AE31-5020270C1449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5328A6F-7933-1F9C-E9F6-B4A61026FBA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6F9A57F-3A38-6EDA-B76D-A3DB4F6978A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793F6CE-D1D9-4B7B-9040-C7CAC074A6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61335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EB0F26-247A-F2E0-8FBA-6EA7974D69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394F308-CEE8-92BC-D91A-4212DEA015D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2794D3-11DF-A675-8D28-EC65EF2752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53FDAF-B83A-AE0A-B811-B7195D37F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9530BD-9515-D107-426C-B72742CBF0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92826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CE7E77-8771-0BA4-B1D5-7F1DE0138C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43F30B-85C4-D934-2F30-179E3FCE94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8EF7AF-5CE7-4387-31F9-79D3562060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FCCC03-E434-4684-B55E-3F2D399169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1F3B05-B983-07A3-4B58-9D2E184388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60364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223C21-D6A5-2D17-9BFA-70B3353D6A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2D89B8-191B-6AAD-5D5E-32B3572657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CC528A-1563-9376-E089-4DA80AD11D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19A01D-6FDA-C269-FF95-3FDB205C8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980A21-61AC-4B39-D886-3A327DB734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11140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903C29-6DED-2A1F-5B4D-128B63652F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494ECB-0FCA-1AD0-F19A-27A4C16DC0F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07402C2-E657-5A54-9627-8C9CBCBBE0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01FADA-AE3E-B30F-6353-BF0478CF0E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16B517-96D7-6416-0C24-B14942ADD4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546F179-BF2F-393A-1AA6-C893B7B9FA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58523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950483-A0C8-BF5B-61DE-39BC6FF9C1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6DB55B-C040-F211-BC81-97628EA484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593EEAE-1CB3-AAC8-5818-D61E389EF1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ACE50F0-1141-D645-3892-2DA29633A37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32E976C-52C7-C22D-28F7-B21E295185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797D00B-0B76-5C50-686B-A01396FCD6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B842B8D-3B74-4B67-9462-6D2C7ED9AD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992D4BE-CE8C-0250-FE7D-1F370E25FE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57502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CDBE28-2732-66A2-163C-433854615E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270F3D6-B4BC-015F-96FA-1720B040CC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1168A87-13A5-0A5A-4D74-C75E277755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DD6D7CB-BD93-54BE-CB47-7FBA06B184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46508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4114B-4550-9F52-0EF5-D1E9CF2FD3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BF3136E-0C79-F4F5-F24E-D5FF71CDB5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2E2157-F670-A339-0CB7-7399568D5A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65014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802A98-8738-1E16-A16E-D8858EEA76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FC67E5-1169-257D-D9E7-C7B952C213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0B2CF6C-0F85-566A-86BC-CBFEB17E75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64F0FC-ECB8-638F-A224-98FFA82707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095B89-4DC8-435E-3545-6187AD3E00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1B68CF-9592-FB7C-B517-0CC962C8B6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43007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3E2BC2-F728-2BA5-C848-31FA3458AD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957B909-12C3-703B-57E9-008076312F6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DAE4D7A-BC41-33D0-D36D-08BB5C2C59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17FB83-437D-9293-0B99-2DC89A047D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DF5674-4DC1-3171-8FEB-C280686D41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D431F6-5490-78BA-7028-0BD08BF1A0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08603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3002A-A21A-4F99-1BCE-F61C85D7B6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0E85D03-9A7F-4A9E-379E-2DEA86D21F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DEEFB4-95FB-FEDD-75E7-143E7ED29C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BCE0D7-1712-FF0C-D965-BFD5AE1610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2632A1-4243-F65B-A2B0-3F2142C341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50797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2293F13-2480-AB35-1A68-57A54CE6CD6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BDA286C-2521-2961-CABA-5684DF43FB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D5FF44-F63B-872A-DC8D-A873790A64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653A11-7793-38C6-0506-A6FBE9A02A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0962C0-F018-7629-445C-DDCA8AE140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29988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3CEE1C2-DF65-6CAD-D1EF-2245084043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AFB6A6-8766-C849-1846-0F38750241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55176B-E136-1615-D0B5-186783ACB8F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83FAE1-13DE-4511-8C1B-C8AFB720664C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5AAAF6-4731-DB91-AB26-A07CEF1B9D2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14165E-BEE7-F086-BE90-50642610F09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F3932AB-6107-98C9-CEDA-32A7DF597298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08" t="39529" r="41606" b="46715"/>
          <a:stretch>
            <a:fillRect/>
          </a:stretch>
        </p:blipFill>
        <p:spPr>
          <a:xfrm>
            <a:off x="212435" y="136524"/>
            <a:ext cx="1330037" cy="1025209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CA22C5A-FA6D-B699-950E-8D249A969331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08" t="39529" r="41606" b="46715"/>
          <a:stretch>
            <a:fillRect/>
          </a:stretch>
        </p:blipFill>
        <p:spPr>
          <a:xfrm>
            <a:off x="10855909" y="185738"/>
            <a:ext cx="1123656" cy="866128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  <p:extLst>
      <p:ext uri="{BB962C8B-B14F-4D97-AF65-F5344CB8AC3E}">
        <p14:creationId xmlns:p14="http://schemas.microsoft.com/office/powerpoint/2010/main" val="14999731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accent6">
              <a:lumMod val="60000"/>
              <a:lumOff val="40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063BF91-57B4-0EA4-90AA-92E2FC23559E}"/>
              </a:ext>
            </a:extLst>
          </p:cNvPr>
          <p:cNvSpPr txBox="1"/>
          <p:nvPr/>
        </p:nvSpPr>
        <p:spPr>
          <a:xfrm>
            <a:off x="4946904" y="2468880"/>
            <a:ext cx="232018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4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Example 1</a:t>
            </a:r>
          </a:p>
        </p:txBody>
      </p:sp>
    </p:spTree>
    <p:extLst>
      <p:ext uri="{BB962C8B-B14F-4D97-AF65-F5344CB8AC3E}">
        <p14:creationId xmlns:p14="http://schemas.microsoft.com/office/powerpoint/2010/main" val="23406421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5E28B8-201A-3FB7-D6FB-31E442120A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775594E-48E9-26B6-050E-7CF20F3BC760}"/>
              </a:ext>
            </a:extLst>
          </p:cNvPr>
          <p:cNvSpPr txBox="1"/>
          <p:nvPr/>
        </p:nvSpPr>
        <p:spPr>
          <a:xfrm>
            <a:off x="86442" y="58846"/>
            <a:ext cx="10109117" cy="63709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u="sng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Prompt for returning highest number:</a:t>
            </a:r>
          </a:p>
          <a:p>
            <a:endParaRPr lang="en-IN" sz="2400" b="1" u="sng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IN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Act as an </a:t>
            </a:r>
            <a:r>
              <a:rPr lang="en-IN" sz="2400" b="1" i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expert software engineer</a:t>
            </a:r>
            <a:r>
              <a:rPr lang="en-IN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.</a:t>
            </a:r>
            <a:r>
              <a:rPr lang="en-IN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</a:t>
            </a:r>
          </a:p>
          <a:p>
            <a:endParaRPr lang="en-IN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IN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Convert the following step-by-step algorithm into clean, production-ready </a:t>
            </a:r>
            <a:r>
              <a:rPr lang="en-IN" sz="2400" b="1" i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Python</a:t>
            </a:r>
            <a:r>
              <a:rPr lang="en-IN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code.</a:t>
            </a:r>
          </a:p>
          <a:p>
            <a:r>
              <a:rPr lang="en-IN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</a:t>
            </a:r>
          </a:p>
          <a:p>
            <a:r>
              <a:rPr lang="en-IN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Provide </a:t>
            </a:r>
            <a:r>
              <a:rPr lang="en-IN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only</a:t>
            </a:r>
            <a:r>
              <a:rPr lang="en-IN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the executable code and a single usage example.</a:t>
            </a:r>
          </a:p>
          <a:p>
            <a:r>
              <a:rPr lang="en-IN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Do not include explanations.</a:t>
            </a:r>
          </a:p>
          <a:p>
            <a:endParaRPr lang="en-IN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IN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Algorithm:</a:t>
            </a:r>
            <a:endParaRPr lang="en-IN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342900" lvl="0" indent="-342900">
              <a:buFont typeface="+mj-lt"/>
              <a:buAutoNum type="arabicPeriod"/>
            </a:pPr>
            <a:r>
              <a:rPr lang="en-IN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Receive a list of numbers.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IN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Initialize a variable highest with the first number in the list.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IN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Loop through each remaining number in the list.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IN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If the current number is greater than highest, update highest to be this number.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IN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After checking all numbers, return highest.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9CF9C1B-D745-40B1-28D9-037330878E11}"/>
              </a:ext>
            </a:extLst>
          </p:cNvPr>
          <p:cNvSpPr txBox="1"/>
          <p:nvPr/>
        </p:nvSpPr>
        <p:spPr>
          <a:xfrm>
            <a:off x="10182606" y="896112"/>
            <a:ext cx="185012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4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Role/Persona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F80DA52-CEC8-7856-52F3-FAF6C3378834}"/>
              </a:ext>
            </a:extLst>
          </p:cNvPr>
          <p:cNvSpPr txBox="1"/>
          <p:nvPr/>
        </p:nvSpPr>
        <p:spPr>
          <a:xfrm>
            <a:off x="10195559" y="1633728"/>
            <a:ext cx="71846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4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Task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D1DDA78-AAA6-FF37-9B03-49F94983F79A}"/>
              </a:ext>
            </a:extLst>
          </p:cNvPr>
          <p:cNvSpPr txBox="1"/>
          <p:nvPr/>
        </p:nvSpPr>
        <p:spPr>
          <a:xfrm>
            <a:off x="10182605" y="2621280"/>
            <a:ext cx="147207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4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Constraint</a:t>
            </a:r>
          </a:p>
        </p:txBody>
      </p:sp>
      <p:sp>
        <p:nvSpPr>
          <p:cNvPr id="8" name="Arrow: Down 7">
            <a:extLst>
              <a:ext uri="{FF2B5EF4-FFF2-40B4-BE49-F238E27FC236}">
                <a16:creationId xmlns:a16="http://schemas.microsoft.com/office/drawing/2014/main" id="{9163E263-7F97-D9DE-62D1-879CB375B8CF}"/>
              </a:ext>
            </a:extLst>
          </p:cNvPr>
          <p:cNvSpPr/>
          <p:nvPr/>
        </p:nvSpPr>
        <p:spPr>
          <a:xfrm rot="5400000">
            <a:off x="9052660" y="495757"/>
            <a:ext cx="493676" cy="1168200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Arrow: Down 9">
            <a:extLst>
              <a:ext uri="{FF2B5EF4-FFF2-40B4-BE49-F238E27FC236}">
                <a16:creationId xmlns:a16="http://schemas.microsoft.com/office/drawing/2014/main" id="{93E6F67B-6A36-CDE1-22AB-5B1502F9864A}"/>
              </a:ext>
            </a:extLst>
          </p:cNvPr>
          <p:cNvSpPr/>
          <p:nvPr/>
        </p:nvSpPr>
        <p:spPr>
          <a:xfrm rot="5400000">
            <a:off x="9509809" y="1546804"/>
            <a:ext cx="493676" cy="603503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Arrow: Down 11">
            <a:extLst>
              <a:ext uri="{FF2B5EF4-FFF2-40B4-BE49-F238E27FC236}">
                <a16:creationId xmlns:a16="http://schemas.microsoft.com/office/drawing/2014/main" id="{5A4248CF-06A1-ABAE-A8A8-BE70E4C27703}"/>
              </a:ext>
            </a:extLst>
          </p:cNvPr>
          <p:cNvSpPr/>
          <p:nvPr/>
        </p:nvSpPr>
        <p:spPr>
          <a:xfrm rot="5400000">
            <a:off x="9052660" y="2285466"/>
            <a:ext cx="493676" cy="1168200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666462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011451-F794-F473-A75C-80746CEF1F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0EB0048D-9F3D-67F4-8182-50E8E57766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1694" y="1563625"/>
            <a:ext cx="5050924" cy="4830756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C50F9BC9-D656-3C5C-2847-A40FFC4648D5}"/>
              </a:ext>
            </a:extLst>
          </p:cNvPr>
          <p:cNvSpPr txBox="1"/>
          <p:nvPr/>
        </p:nvSpPr>
        <p:spPr>
          <a:xfrm>
            <a:off x="7040880" y="320040"/>
            <a:ext cx="308699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Response from  Gemini</a:t>
            </a:r>
          </a:p>
        </p:txBody>
      </p:sp>
    </p:spTree>
    <p:extLst>
      <p:ext uri="{BB962C8B-B14F-4D97-AF65-F5344CB8AC3E}">
        <p14:creationId xmlns:p14="http://schemas.microsoft.com/office/powerpoint/2010/main" val="17885532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EA8A90-4AA8-AF33-149B-F2DFC90485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41D900F-0DF7-1009-1970-58771B736580}"/>
              </a:ext>
            </a:extLst>
          </p:cNvPr>
          <p:cNvSpPr txBox="1"/>
          <p:nvPr/>
        </p:nvSpPr>
        <p:spPr>
          <a:xfrm>
            <a:off x="4946904" y="2468880"/>
            <a:ext cx="232018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4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Example 2</a:t>
            </a:r>
          </a:p>
        </p:txBody>
      </p:sp>
    </p:spTree>
    <p:extLst>
      <p:ext uri="{BB962C8B-B14F-4D97-AF65-F5344CB8AC3E}">
        <p14:creationId xmlns:p14="http://schemas.microsoft.com/office/powerpoint/2010/main" val="20169053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392270-812A-1805-F99D-7DA61BE7A1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F117DAB-1C1F-E9FB-9FF6-0717AC153D50}"/>
              </a:ext>
            </a:extLst>
          </p:cNvPr>
          <p:cNvSpPr txBox="1"/>
          <p:nvPr/>
        </p:nvSpPr>
        <p:spPr>
          <a:xfrm>
            <a:off x="86442" y="58846"/>
            <a:ext cx="9069445" cy="63709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u="sng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Prompt for returning highest number:</a:t>
            </a:r>
          </a:p>
          <a:p>
            <a:endParaRPr lang="en-IN" sz="2400" b="1" u="sng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IN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Act as an </a:t>
            </a:r>
            <a:r>
              <a:rPr lang="en-IN" sz="2400" b="1" i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expert software engineer</a:t>
            </a:r>
            <a:r>
              <a:rPr lang="en-IN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.</a:t>
            </a:r>
            <a:r>
              <a:rPr lang="en-IN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</a:t>
            </a:r>
          </a:p>
          <a:p>
            <a:endParaRPr lang="en-IN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IN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Convert the following step-by-step algorithm into clean, production-ready </a:t>
            </a:r>
            <a:r>
              <a:rPr lang="en-IN" sz="2400" b="1" i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Java</a:t>
            </a:r>
            <a:r>
              <a:rPr lang="en-IN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code.</a:t>
            </a:r>
          </a:p>
          <a:p>
            <a:r>
              <a:rPr lang="en-IN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</a:t>
            </a:r>
          </a:p>
          <a:p>
            <a:r>
              <a:rPr lang="en-IN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Provide </a:t>
            </a:r>
            <a:r>
              <a:rPr lang="en-IN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only</a:t>
            </a:r>
            <a:r>
              <a:rPr lang="en-IN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the executable code and a single usage example.</a:t>
            </a:r>
          </a:p>
          <a:p>
            <a:r>
              <a:rPr lang="en-IN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Do not include explanations.</a:t>
            </a:r>
          </a:p>
          <a:p>
            <a:endParaRPr lang="en-IN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IN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Algorithm:</a:t>
            </a:r>
            <a:endParaRPr lang="en-IN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342900" lvl="0" indent="-342900">
              <a:buFont typeface="+mj-lt"/>
              <a:buAutoNum type="arabicPeriod"/>
            </a:pPr>
            <a:r>
              <a:rPr lang="en-IN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Receive a list of numbers.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IN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Initialize a variable highest with the first number in the list.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IN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Loop through each remaining number in the list.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IN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If the current number is greater than highest, update highest to be this number.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IN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After checking all numbers, return highest.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5F322E3-CA6D-EBCA-6719-E79268AFE657}"/>
              </a:ext>
            </a:extLst>
          </p:cNvPr>
          <p:cNvSpPr txBox="1"/>
          <p:nvPr/>
        </p:nvSpPr>
        <p:spPr>
          <a:xfrm>
            <a:off x="10182606" y="896112"/>
            <a:ext cx="185012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4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Role/Persona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346CD7E-F82F-5B47-205B-30CED0BBE005}"/>
              </a:ext>
            </a:extLst>
          </p:cNvPr>
          <p:cNvSpPr txBox="1"/>
          <p:nvPr/>
        </p:nvSpPr>
        <p:spPr>
          <a:xfrm>
            <a:off x="10195559" y="1633728"/>
            <a:ext cx="71846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4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Task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F000DD8-B7FB-7D36-56EA-548D6B442430}"/>
              </a:ext>
            </a:extLst>
          </p:cNvPr>
          <p:cNvSpPr txBox="1"/>
          <p:nvPr/>
        </p:nvSpPr>
        <p:spPr>
          <a:xfrm>
            <a:off x="10182605" y="2621280"/>
            <a:ext cx="147207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4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Constraint</a:t>
            </a:r>
          </a:p>
        </p:txBody>
      </p:sp>
      <p:sp>
        <p:nvSpPr>
          <p:cNvPr id="8" name="Arrow: Down 7">
            <a:extLst>
              <a:ext uri="{FF2B5EF4-FFF2-40B4-BE49-F238E27FC236}">
                <a16:creationId xmlns:a16="http://schemas.microsoft.com/office/drawing/2014/main" id="{D2007516-86E7-B614-490F-1388A53BEE28}"/>
              </a:ext>
            </a:extLst>
          </p:cNvPr>
          <p:cNvSpPr/>
          <p:nvPr/>
        </p:nvSpPr>
        <p:spPr>
          <a:xfrm rot="5400000">
            <a:off x="9052660" y="495757"/>
            <a:ext cx="493676" cy="1168200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Arrow: Down 9">
            <a:extLst>
              <a:ext uri="{FF2B5EF4-FFF2-40B4-BE49-F238E27FC236}">
                <a16:creationId xmlns:a16="http://schemas.microsoft.com/office/drawing/2014/main" id="{A5DF7758-DB63-6295-102A-0B3C1AF2C520}"/>
              </a:ext>
            </a:extLst>
          </p:cNvPr>
          <p:cNvSpPr/>
          <p:nvPr/>
        </p:nvSpPr>
        <p:spPr>
          <a:xfrm rot="5400000">
            <a:off x="9509809" y="1546804"/>
            <a:ext cx="493676" cy="603503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Arrow: Down 11">
            <a:extLst>
              <a:ext uri="{FF2B5EF4-FFF2-40B4-BE49-F238E27FC236}">
                <a16:creationId xmlns:a16="http://schemas.microsoft.com/office/drawing/2014/main" id="{8AC1503E-8620-9E89-8203-DC5AFA08141B}"/>
              </a:ext>
            </a:extLst>
          </p:cNvPr>
          <p:cNvSpPr/>
          <p:nvPr/>
        </p:nvSpPr>
        <p:spPr>
          <a:xfrm rot="5400000">
            <a:off x="9052660" y="2285466"/>
            <a:ext cx="493676" cy="1168200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112005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3BA96A-3EFA-5A58-09E3-C29A7B4BBD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9622F420-E424-4804-CA5F-59AC8A2B15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6928" y="133328"/>
            <a:ext cx="5879072" cy="659134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C6C5D98-FD95-6D97-C5BF-15190FA7FE6A}"/>
              </a:ext>
            </a:extLst>
          </p:cNvPr>
          <p:cNvSpPr txBox="1"/>
          <p:nvPr/>
        </p:nvSpPr>
        <p:spPr>
          <a:xfrm>
            <a:off x="7040880" y="320040"/>
            <a:ext cx="308699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Response from  Gemini</a:t>
            </a:r>
          </a:p>
        </p:txBody>
      </p:sp>
    </p:spTree>
    <p:extLst>
      <p:ext uri="{BB962C8B-B14F-4D97-AF65-F5344CB8AC3E}">
        <p14:creationId xmlns:p14="http://schemas.microsoft.com/office/powerpoint/2010/main" val="100810041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BCFEF0-F632-0A57-1085-A24BB31E4C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C10E7E8-C19B-31D9-DD34-AD964F234908}"/>
              </a:ext>
            </a:extLst>
          </p:cNvPr>
          <p:cNvSpPr txBox="1"/>
          <p:nvPr/>
        </p:nvSpPr>
        <p:spPr>
          <a:xfrm>
            <a:off x="4946904" y="2468880"/>
            <a:ext cx="232018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4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Example 3</a:t>
            </a:r>
          </a:p>
        </p:txBody>
      </p:sp>
    </p:spTree>
    <p:extLst>
      <p:ext uri="{BB962C8B-B14F-4D97-AF65-F5344CB8AC3E}">
        <p14:creationId xmlns:p14="http://schemas.microsoft.com/office/powerpoint/2010/main" val="1738344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BEE12C-7454-5F67-BCC0-79B2926A3F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E9837690-1C1F-35BE-3617-D3E7B9A558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016" y="3429000"/>
            <a:ext cx="6894364" cy="3372243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60018E25-1BB4-A207-CC84-541927E7CEFA}"/>
              </a:ext>
            </a:extLst>
          </p:cNvPr>
          <p:cNvSpPr txBox="1"/>
          <p:nvPr/>
        </p:nvSpPr>
        <p:spPr>
          <a:xfrm>
            <a:off x="1476756" y="75045"/>
            <a:ext cx="8855964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Act as an </a:t>
            </a:r>
            <a:r>
              <a:rPr lang="en-IN" sz="2400" b="1" i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expert software engineer</a:t>
            </a:r>
            <a:r>
              <a:rPr lang="en-IN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.</a:t>
            </a:r>
            <a:r>
              <a:rPr lang="en-IN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</a:t>
            </a:r>
          </a:p>
          <a:p>
            <a:endParaRPr lang="en-IN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IN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Convert the attached algorithm into clean, production-ready </a:t>
            </a:r>
            <a:r>
              <a:rPr lang="en-IN" sz="2400" b="1" i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Python</a:t>
            </a:r>
            <a:r>
              <a:rPr lang="en-IN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code.</a:t>
            </a:r>
          </a:p>
          <a:p>
            <a:r>
              <a:rPr lang="en-IN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</a:t>
            </a:r>
          </a:p>
          <a:p>
            <a:r>
              <a:rPr lang="en-IN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Provide </a:t>
            </a:r>
            <a:r>
              <a:rPr lang="en-IN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only</a:t>
            </a:r>
            <a:r>
              <a:rPr lang="en-IN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the executable code and a single usage example.</a:t>
            </a:r>
          </a:p>
          <a:p>
            <a:r>
              <a:rPr lang="en-IN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Do not include explanations.</a:t>
            </a:r>
          </a:p>
        </p:txBody>
      </p:sp>
    </p:spTree>
    <p:extLst>
      <p:ext uri="{BB962C8B-B14F-4D97-AF65-F5344CB8AC3E}">
        <p14:creationId xmlns:p14="http://schemas.microsoft.com/office/powerpoint/2010/main" val="308874947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243921-B81E-87A2-835B-C80A30722F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B6FD1AA-7CE2-9952-F69F-E25926F89C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0313" y="15330"/>
            <a:ext cx="6320044" cy="68273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890524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213859-7401-5070-B7AD-5F2FBACDA8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6E8C6E0-7577-0388-8FEA-FBE83E1B41E9}"/>
              </a:ext>
            </a:extLst>
          </p:cNvPr>
          <p:cNvSpPr txBox="1"/>
          <p:nvPr/>
        </p:nvSpPr>
        <p:spPr>
          <a:xfrm>
            <a:off x="4946904" y="2468880"/>
            <a:ext cx="232018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4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Example 4</a:t>
            </a:r>
          </a:p>
        </p:txBody>
      </p:sp>
    </p:spTree>
    <p:extLst>
      <p:ext uri="{BB962C8B-B14F-4D97-AF65-F5344CB8AC3E}">
        <p14:creationId xmlns:p14="http://schemas.microsoft.com/office/powerpoint/2010/main" val="76130906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5B8586-E328-C45D-CB40-4EFDF997F9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B647180-0318-F7E3-7A9D-A8F8A6F160C7}"/>
              </a:ext>
            </a:extLst>
          </p:cNvPr>
          <p:cNvSpPr txBox="1"/>
          <p:nvPr/>
        </p:nvSpPr>
        <p:spPr>
          <a:xfrm>
            <a:off x="132588" y="92293"/>
            <a:ext cx="11347703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u="sng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Prompt 1: </a:t>
            </a:r>
          </a:p>
          <a:p>
            <a:endParaRPr lang="en-US" sz="2400" b="1" u="sng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 have bunch of points in 2 dimension. 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What are different algorithms for finding the </a:t>
            </a:r>
            <a:r>
              <a:rPr lang="en-US" sz="2400" b="1" i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closest pair 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of points. 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Give their space / time complexity. 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Do  not implement it.</a:t>
            </a:r>
            <a:endParaRPr lang="en-IN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9ABD290-8E06-C781-7BC0-66AE73AEBA01}"/>
              </a:ext>
            </a:extLst>
          </p:cNvPr>
          <p:cNvSpPr/>
          <p:nvPr/>
        </p:nvSpPr>
        <p:spPr>
          <a:xfrm>
            <a:off x="3081528" y="3231868"/>
            <a:ext cx="5852160" cy="350726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Star: 5 Points 5">
            <a:extLst>
              <a:ext uri="{FF2B5EF4-FFF2-40B4-BE49-F238E27FC236}">
                <a16:creationId xmlns:a16="http://schemas.microsoft.com/office/drawing/2014/main" id="{8B30CB07-C84E-B584-A5F9-FA66211474E0}"/>
              </a:ext>
            </a:extLst>
          </p:cNvPr>
          <p:cNvSpPr/>
          <p:nvPr/>
        </p:nvSpPr>
        <p:spPr>
          <a:xfrm>
            <a:off x="3465576" y="4123944"/>
            <a:ext cx="192024" cy="202134"/>
          </a:xfrm>
          <a:prstGeom prst="star5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Star: 5 Points 7">
            <a:extLst>
              <a:ext uri="{FF2B5EF4-FFF2-40B4-BE49-F238E27FC236}">
                <a16:creationId xmlns:a16="http://schemas.microsoft.com/office/drawing/2014/main" id="{8AA2ED05-89CE-943A-9A95-04B8BA142DFD}"/>
              </a:ext>
            </a:extLst>
          </p:cNvPr>
          <p:cNvSpPr/>
          <p:nvPr/>
        </p:nvSpPr>
        <p:spPr>
          <a:xfrm>
            <a:off x="6199632" y="3921810"/>
            <a:ext cx="192024" cy="202134"/>
          </a:xfrm>
          <a:prstGeom prst="star5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Star: 5 Points 9">
            <a:extLst>
              <a:ext uri="{FF2B5EF4-FFF2-40B4-BE49-F238E27FC236}">
                <a16:creationId xmlns:a16="http://schemas.microsoft.com/office/drawing/2014/main" id="{099D8E52-7A68-2FC7-59D8-7DDF0D991F86}"/>
              </a:ext>
            </a:extLst>
          </p:cNvPr>
          <p:cNvSpPr/>
          <p:nvPr/>
        </p:nvSpPr>
        <p:spPr>
          <a:xfrm>
            <a:off x="4943856" y="3636602"/>
            <a:ext cx="192024" cy="202134"/>
          </a:xfrm>
          <a:prstGeom prst="star5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Star: 5 Points 11">
            <a:extLst>
              <a:ext uri="{FF2B5EF4-FFF2-40B4-BE49-F238E27FC236}">
                <a16:creationId xmlns:a16="http://schemas.microsoft.com/office/drawing/2014/main" id="{BB837394-7262-448C-37E1-DF4F0A31D9CF}"/>
              </a:ext>
            </a:extLst>
          </p:cNvPr>
          <p:cNvSpPr/>
          <p:nvPr/>
        </p:nvSpPr>
        <p:spPr>
          <a:xfrm>
            <a:off x="3337560" y="5258810"/>
            <a:ext cx="192024" cy="202134"/>
          </a:xfrm>
          <a:prstGeom prst="star5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Star: 5 Points 13">
            <a:extLst>
              <a:ext uri="{FF2B5EF4-FFF2-40B4-BE49-F238E27FC236}">
                <a16:creationId xmlns:a16="http://schemas.microsoft.com/office/drawing/2014/main" id="{6C1FC67E-732B-04F0-BAA4-6D8A4674A6F3}"/>
              </a:ext>
            </a:extLst>
          </p:cNvPr>
          <p:cNvSpPr/>
          <p:nvPr/>
        </p:nvSpPr>
        <p:spPr>
          <a:xfrm>
            <a:off x="8066532" y="3502490"/>
            <a:ext cx="192024" cy="202134"/>
          </a:xfrm>
          <a:prstGeom prst="star5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6" name="Star: 5 Points 15">
            <a:extLst>
              <a:ext uri="{FF2B5EF4-FFF2-40B4-BE49-F238E27FC236}">
                <a16:creationId xmlns:a16="http://schemas.microsoft.com/office/drawing/2014/main" id="{6346BA3A-216E-CBA2-3F94-B355B0104B2A}"/>
              </a:ext>
            </a:extLst>
          </p:cNvPr>
          <p:cNvSpPr/>
          <p:nvPr/>
        </p:nvSpPr>
        <p:spPr>
          <a:xfrm>
            <a:off x="6103620" y="5491299"/>
            <a:ext cx="192024" cy="202134"/>
          </a:xfrm>
          <a:prstGeom prst="star5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8" name="Star: 5 Points 17">
            <a:extLst>
              <a:ext uri="{FF2B5EF4-FFF2-40B4-BE49-F238E27FC236}">
                <a16:creationId xmlns:a16="http://schemas.microsoft.com/office/drawing/2014/main" id="{E889E379-8243-E8FC-6162-F2C3580DF3B0}"/>
              </a:ext>
            </a:extLst>
          </p:cNvPr>
          <p:cNvSpPr/>
          <p:nvPr/>
        </p:nvSpPr>
        <p:spPr>
          <a:xfrm>
            <a:off x="4114800" y="5439125"/>
            <a:ext cx="192024" cy="202134"/>
          </a:xfrm>
          <a:prstGeom prst="star5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0" name="Star: 5 Points 19">
            <a:extLst>
              <a:ext uri="{FF2B5EF4-FFF2-40B4-BE49-F238E27FC236}">
                <a16:creationId xmlns:a16="http://schemas.microsoft.com/office/drawing/2014/main" id="{02DE96BD-EA8A-CC30-42CD-B7EA442F5DC3}"/>
              </a:ext>
            </a:extLst>
          </p:cNvPr>
          <p:cNvSpPr/>
          <p:nvPr/>
        </p:nvSpPr>
        <p:spPr>
          <a:xfrm>
            <a:off x="5135880" y="3942138"/>
            <a:ext cx="192024" cy="202134"/>
          </a:xfrm>
          <a:prstGeom prst="star5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2" name="Star: 5 Points 21">
            <a:extLst>
              <a:ext uri="{FF2B5EF4-FFF2-40B4-BE49-F238E27FC236}">
                <a16:creationId xmlns:a16="http://schemas.microsoft.com/office/drawing/2014/main" id="{107BB8B4-DDAE-1C46-C724-32BD55A77E8D}"/>
              </a:ext>
            </a:extLst>
          </p:cNvPr>
          <p:cNvSpPr/>
          <p:nvPr/>
        </p:nvSpPr>
        <p:spPr>
          <a:xfrm>
            <a:off x="6620256" y="4501413"/>
            <a:ext cx="192024" cy="202134"/>
          </a:xfrm>
          <a:prstGeom prst="star5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4" name="Star: 5 Points 23">
            <a:extLst>
              <a:ext uri="{FF2B5EF4-FFF2-40B4-BE49-F238E27FC236}">
                <a16:creationId xmlns:a16="http://schemas.microsoft.com/office/drawing/2014/main" id="{1E81B623-E2EA-E07A-E5D2-131613F492B5}"/>
              </a:ext>
            </a:extLst>
          </p:cNvPr>
          <p:cNvSpPr/>
          <p:nvPr/>
        </p:nvSpPr>
        <p:spPr>
          <a:xfrm>
            <a:off x="5039868" y="5074721"/>
            <a:ext cx="192024" cy="202134"/>
          </a:xfrm>
          <a:prstGeom prst="star5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6" name="Star: 5 Points 25">
            <a:extLst>
              <a:ext uri="{FF2B5EF4-FFF2-40B4-BE49-F238E27FC236}">
                <a16:creationId xmlns:a16="http://schemas.microsoft.com/office/drawing/2014/main" id="{7DE36131-2871-0564-92B6-2DF3B1832D54}"/>
              </a:ext>
            </a:extLst>
          </p:cNvPr>
          <p:cNvSpPr/>
          <p:nvPr/>
        </p:nvSpPr>
        <p:spPr>
          <a:xfrm>
            <a:off x="5614416" y="6345936"/>
            <a:ext cx="192024" cy="202134"/>
          </a:xfrm>
          <a:prstGeom prst="star5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8" name="Star: 5 Points 27">
            <a:extLst>
              <a:ext uri="{FF2B5EF4-FFF2-40B4-BE49-F238E27FC236}">
                <a16:creationId xmlns:a16="http://schemas.microsoft.com/office/drawing/2014/main" id="{55578AE3-950B-4266-4033-1E41EDEC75F2}"/>
              </a:ext>
            </a:extLst>
          </p:cNvPr>
          <p:cNvSpPr/>
          <p:nvPr/>
        </p:nvSpPr>
        <p:spPr>
          <a:xfrm>
            <a:off x="8162544" y="6068568"/>
            <a:ext cx="192024" cy="202134"/>
          </a:xfrm>
          <a:prstGeom prst="star5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0149444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9189EF-B5B7-F7D4-C613-9C2E05441B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9321FCF-4583-DA5E-3C13-C5D003D72C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9339" y="1581911"/>
            <a:ext cx="7053981" cy="38679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830687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63AD44-8752-4963-628F-72C4D2EEC3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BE3B09A-C4CE-2D21-0DFA-8A06530CDEAF}"/>
              </a:ext>
            </a:extLst>
          </p:cNvPr>
          <p:cNvSpPr txBox="1"/>
          <p:nvPr/>
        </p:nvSpPr>
        <p:spPr>
          <a:xfrm>
            <a:off x="132588" y="92293"/>
            <a:ext cx="11347703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u="sng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Prompt 2 (Follow up): </a:t>
            </a:r>
          </a:p>
          <a:p>
            <a:endParaRPr lang="en-US" sz="2400" b="1" u="sng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Now implement the Sweep line algorithm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Use python  code. 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Give me an example of its usage</a:t>
            </a:r>
            <a:endParaRPr lang="en-IN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CF302A2-8871-B880-7623-B796D99CB4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2137723"/>
            <a:ext cx="5563376" cy="46393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13344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What is Statistics</Template>
  <TotalTime>660</TotalTime>
  <Words>308</Words>
  <Application>Microsoft Office PowerPoint</Application>
  <PresentationFormat>Widescreen</PresentationFormat>
  <Paragraphs>62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Ashwani Kumar</dc:creator>
  <cp:lastModifiedBy>Ashwani Kumar</cp:lastModifiedBy>
  <cp:revision>197</cp:revision>
  <dcterms:created xsi:type="dcterms:W3CDTF">2025-09-22T02:44:38Z</dcterms:created>
  <dcterms:modified xsi:type="dcterms:W3CDTF">2026-09-15T12:41:24Z</dcterms:modified>
</cp:coreProperties>
</file>