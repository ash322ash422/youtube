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09CCC7-2D50-FB81-3957-7ADAEAFFEFAF}"/>
              </a:ext>
            </a:extLst>
          </p:cNvPr>
          <p:cNvSpPr txBox="1"/>
          <p:nvPr/>
        </p:nvSpPr>
        <p:spPr>
          <a:xfrm>
            <a:off x="1680400" y="2825496"/>
            <a:ext cx="86419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AI (like ChatGPT, etc.) to create POST for your LinkedIn profile.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and paste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SAMPLE_xxx.docs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template 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578</TotalTime>
  <Words>29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182</cp:revision>
  <dcterms:created xsi:type="dcterms:W3CDTF">2025-09-22T02:44:38Z</dcterms:created>
  <dcterms:modified xsi:type="dcterms:W3CDTF">2026-09-21T05:40:55Z</dcterms:modified>
</cp:coreProperties>
</file>