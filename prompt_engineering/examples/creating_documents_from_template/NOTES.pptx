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7" r:id="rId2"/>
    <p:sldId id="269" r:id="rId3"/>
    <p:sldId id="274" r:id="rId4"/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16293C-CCDF-3858-4367-92B1FBE8A382}"/>
              </a:ext>
            </a:extLst>
          </p:cNvPr>
          <p:cNvSpPr txBox="1"/>
          <p:nvPr/>
        </p:nvSpPr>
        <p:spPr>
          <a:xfrm>
            <a:off x="740664" y="573920"/>
            <a:ext cx="1019556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Problem Statement</a:t>
            </a:r>
          </a:p>
          <a:p>
            <a:pPr>
              <a:spcAft>
                <a:spcPts val="300"/>
              </a:spcAft>
            </a:pPr>
            <a:endParaRPr lang="en-US" sz="280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I have course content in  excel format. I have to transform that in MS Word format. I already have format template in  MS Word.</a:t>
            </a:r>
          </a:p>
        </p:txBody>
      </p:sp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375E-262A-F76D-AE4F-C20AEC63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E51072-F812-6B37-1F7D-113D1FF251AA}"/>
              </a:ext>
            </a:extLst>
          </p:cNvPr>
          <p:cNvSpPr txBox="1"/>
          <p:nvPr/>
        </p:nvSpPr>
        <p:spPr>
          <a:xfrm>
            <a:off x="740664" y="573920"/>
            <a:ext cx="1019556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4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</a:t>
            </a:r>
          </a:p>
          <a:p>
            <a:pPr>
              <a:spcAft>
                <a:spcPts val="300"/>
              </a:spcAft>
            </a:pPr>
            <a:endParaRPr lang="en-US" sz="240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 content of the attached file FDP_AI_Agent_5Day.xlsx and create me a word document that I will use to sent for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fdp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spcAft>
                <a:spcPts val="300"/>
              </a:spcAft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Aft>
                <a:spcPts val="300"/>
              </a:spcAft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am attaching a sample template in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 document and want that format in the output.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FC671-3C0B-B84A-15C2-07C5EC72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584" y="3382712"/>
            <a:ext cx="7842944" cy="299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89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403E-7A29-39E7-0494-AC31ECDF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B4952E-D8C0-04FE-46AB-ECCEDA033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955" y="146304"/>
            <a:ext cx="7338971" cy="624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2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584</TotalTime>
  <Words>79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Anthropic Sans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184</cp:revision>
  <dcterms:created xsi:type="dcterms:W3CDTF">2025-09-22T02:44:38Z</dcterms:created>
  <dcterms:modified xsi:type="dcterms:W3CDTF">2026-09-21T10:11:21Z</dcterms:modified>
</cp:coreProperties>
</file>