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6"/>
  </p:handoutMasterIdLst>
  <p:sldIdLst>
    <p:sldId id="257" r:id="rId2"/>
    <p:sldId id="269" r:id="rId3"/>
    <p:sldId id="284" r:id="rId4"/>
    <p:sldId id="286" r:id="rId5"/>
    <p:sldId id="283" r:id="rId6"/>
    <p:sldId id="288" r:id="rId7"/>
    <p:sldId id="289" r:id="rId8"/>
    <p:sldId id="287" r:id="rId9"/>
    <p:sldId id="282" r:id="rId10"/>
    <p:sldId id="281" r:id="rId11"/>
    <p:sldId id="285" r:id="rId12"/>
    <p:sldId id="290" r:id="rId13"/>
    <p:sldId id="273" r:id="rId14"/>
    <p:sldId id="29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63BF91-57B4-0EA4-90AA-92E2FC23559E}"/>
              </a:ext>
            </a:extLst>
          </p:cNvPr>
          <p:cNvSpPr txBox="1"/>
          <p:nvPr/>
        </p:nvSpPr>
        <p:spPr>
          <a:xfrm>
            <a:off x="4946904" y="2468880"/>
            <a:ext cx="2320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16293C-CCDF-3858-4367-92B1FBE8A382}"/>
              </a:ext>
            </a:extLst>
          </p:cNvPr>
          <p:cNvSpPr txBox="1"/>
          <p:nvPr/>
        </p:nvSpPr>
        <p:spPr>
          <a:xfrm>
            <a:off x="998220" y="156203"/>
            <a:ext cx="10195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Understanding equations: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AA4B9-AA62-3138-5918-20327DD00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05" y="1621255"/>
            <a:ext cx="3308422" cy="978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66B6C8-108E-7CBD-8038-E595133F3E42}"/>
              </a:ext>
            </a:extLst>
          </p:cNvPr>
          <p:cNvSpPr txBox="1"/>
          <p:nvPr/>
        </p:nvSpPr>
        <p:spPr>
          <a:xfrm>
            <a:off x="262128" y="3541909"/>
            <a:ext cx="66873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endParaRPr lang="en-IN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am attaching an equation. What is this equation 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C7AE7D-7A32-68DA-37C3-47E1FF36A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809" y="1399031"/>
            <a:ext cx="4405653" cy="157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5386-5804-1B9B-8FA3-3624691B0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A46D27-E557-229C-8826-05F165BD6C93}"/>
              </a:ext>
            </a:extLst>
          </p:cNvPr>
          <p:cNvSpPr txBox="1"/>
          <p:nvPr/>
        </p:nvSpPr>
        <p:spPr>
          <a:xfrm>
            <a:off x="998220" y="156203"/>
            <a:ext cx="10195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Response from Gemini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3BB6AD-13FE-E6FA-0F86-A0BBBF800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433"/>
            <a:ext cx="5763429" cy="1028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589CC3-0AEE-0275-E7AB-B72BF3CFD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76559"/>
            <a:ext cx="2576257" cy="21877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017C63-E255-91F1-B9FD-C768E1EE0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237" y="2113719"/>
            <a:ext cx="5782482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67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11451-F794-F473-A75C-80746CEF1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701C2D-9B15-F8D7-076E-7F90ED17A140}"/>
              </a:ext>
            </a:extLst>
          </p:cNvPr>
          <p:cNvSpPr txBox="1"/>
          <p:nvPr/>
        </p:nvSpPr>
        <p:spPr>
          <a:xfrm>
            <a:off x="4946904" y="2468880"/>
            <a:ext cx="2320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178855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B78D8-9A25-D56F-0C6C-2E240C365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73A4D1-A6DE-0CE0-97E5-61BB885DD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18335"/>
            <a:ext cx="3308422" cy="978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E0E325-196C-FF9F-CA63-D603D80FC334}"/>
              </a:ext>
            </a:extLst>
          </p:cNvPr>
          <p:cNvSpPr txBox="1"/>
          <p:nvPr/>
        </p:nvSpPr>
        <p:spPr>
          <a:xfrm>
            <a:off x="381000" y="3038989"/>
            <a:ext cx="100431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am a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university professor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teaching a diverse class. I am attaching an equation: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help me prepare my upcoming materials, please perform the following tasks: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HISTORICAL CONTEXT: Give a 2-sentence background on its origins.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REAL-WORLD APPLICATION: Provide one concrete application of this formula in three distinct fields: Architecture, Video Game Development, and Data Science.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INTERACTIVE PYTHON CODE: Write a clean, commented Python function that calculates 'c' given 'a' and 'b'. Include a sample run.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LATEX: Give me the latex format of this equation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61E21-3F74-274E-152D-69431544B8BD}"/>
              </a:ext>
            </a:extLst>
          </p:cNvPr>
          <p:cNvSpPr txBox="1"/>
          <p:nvPr/>
        </p:nvSpPr>
        <p:spPr>
          <a:xfrm>
            <a:off x="998220" y="156203"/>
            <a:ext cx="10195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Understanding equations: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04F684-E2E4-E6B1-9F9F-CA440C0FF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580" y="992124"/>
            <a:ext cx="4405653" cy="157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85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F660-884E-F92C-96A1-35165DB9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157D3E9-C957-79F9-7441-2EC33AD83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606" y="1005840"/>
            <a:ext cx="6990015" cy="57564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F60567-2C49-748C-B303-CD68ECC3FF91}"/>
              </a:ext>
            </a:extLst>
          </p:cNvPr>
          <p:cNvSpPr txBox="1"/>
          <p:nvPr/>
        </p:nvSpPr>
        <p:spPr>
          <a:xfrm>
            <a:off x="5833872" y="0"/>
            <a:ext cx="41803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Response from 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Gemini</a:t>
            </a:r>
            <a:endParaRPr lang="en-US" sz="2800" b="1" i="0" u="sng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2108721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08967-8332-7CD9-57FB-D74B67FE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EA9FBA-0A6F-D470-784C-7958B4BF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1" y="344907"/>
            <a:ext cx="6029149" cy="65130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08E686-69C8-4872-D2D3-2FE0D515EEFA}"/>
              </a:ext>
            </a:extLst>
          </p:cNvPr>
          <p:cNvSpPr txBox="1"/>
          <p:nvPr/>
        </p:nvSpPr>
        <p:spPr>
          <a:xfrm>
            <a:off x="5833872" y="0"/>
            <a:ext cx="41803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Response from 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Gemini</a:t>
            </a:r>
            <a:endParaRPr lang="en-US" sz="2800" b="1" i="0" u="sng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C135A3-72AD-06C6-AD31-CD4721071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657" y="3730752"/>
            <a:ext cx="6033343" cy="27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92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A96A-3EFA-5A58-09E3-C29A7B4BB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F32C7D-96AE-04D4-CA63-D23132E3E096}"/>
              </a:ext>
            </a:extLst>
          </p:cNvPr>
          <p:cNvSpPr txBox="1"/>
          <p:nvPr/>
        </p:nvSpPr>
        <p:spPr>
          <a:xfrm>
            <a:off x="4946904" y="2468880"/>
            <a:ext cx="2320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3</a:t>
            </a:r>
          </a:p>
        </p:txBody>
      </p:sp>
    </p:spTree>
    <p:extLst>
      <p:ext uri="{BB962C8B-B14F-4D97-AF65-F5344CB8AC3E}">
        <p14:creationId xmlns:p14="http://schemas.microsoft.com/office/powerpoint/2010/main" val="1008100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55A0C-4567-40CE-8E37-1F23A2C5E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B91C1A-C055-01C5-F403-8C05D6024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0" y="1366352"/>
            <a:ext cx="5188176" cy="1303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F8E363-577F-4C0D-CCC8-09DF8FC77FD5}"/>
              </a:ext>
            </a:extLst>
          </p:cNvPr>
          <p:cNvSpPr txBox="1"/>
          <p:nvPr/>
        </p:nvSpPr>
        <p:spPr>
          <a:xfrm>
            <a:off x="998220" y="156203"/>
            <a:ext cx="10195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Understanding equations: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C507B-CE1F-2B46-A069-F74A1372B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11552"/>
            <a:ext cx="5005396" cy="9152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BB7FEB-839E-06F3-465E-58E625AA9A88}"/>
              </a:ext>
            </a:extLst>
          </p:cNvPr>
          <p:cNvSpPr txBox="1"/>
          <p:nvPr/>
        </p:nvSpPr>
        <p:spPr>
          <a:xfrm>
            <a:off x="381000" y="3038989"/>
            <a:ext cx="10043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am attaching an equation: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EXPLAINATION: What is this equation ? What is the variable c, G, T ?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REAL-WORLD APPLICATION: Provide one concrete application of this formula.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INTERACTIVE PYTHON CODE: Write a clean, commented Python function that computes T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LATEX: Give me the latex format of this equation</a:t>
            </a:r>
          </a:p>
        </p:txBody>
      </p:sp>
    </p:spTree>
    <p:extLst>
      <p:ext uri="{BB962C8B-B14F-4D97-AF65-F5344CB8AC3E}">
        <p14:creationId xmlns:p14="http://schemas.microsoft.com/office/powerpoint/2010/main" val="82327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5C5B0-BE14-4E59-874A-A41BBD84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09F380-1EB6-03D2-8234-EDB59674A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466" y="749170"/>
            <a:ext cx="6080018" cy="4124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90823B-3B9E-07BC-B921-0D935A8FD72D}"/>
              </a:ext>
            </a:extLst>
          </p:cNvPr>
          <p:cNvSpPr txBox="1"/>
          <p:nvPr/>
        </p:nvSpPr>
        <p:spPr>
          <a:xfrm>
            <a:off x="3502152" y="92195"/>
            <a:ext cx="41803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Response from ChatGPT</a:t>
            </a:r>
          </a:p>
        </p:txBody>
      </p:sp>
    </p:spTree>
    <p:extLst>
      <p:ext uri="{BB962C8B-B14F-4D97-AF65-F5344CB8AC3E}">
        <p14:creationId xmlns:p14="http://schemas.microsoft.com/office/powerpoint/2010/main" val="310404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1B1C-1472-D111-1245-A34F2A17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F9CD38-0274-A8C0-C08D-45A10C61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0"/>
            <a:ext cx="7690104" cy="66699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933498-AC25-F254-F39A-07D357E8F92F}"/>
              </a:ext>
            </a:extLst>
          </p:cNvPr>
          <p:cNvSpPr txBox="1"/>
          <p:nvPr/>
        </p:nvSpPr>
        <p:spPr>
          <a:xfrm>
            <a:off x="7333488" y="0"/>
            <a:ext cx="3977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Response from ChatGPT</a:t>
            </a:r>
          </a:p>
        </p:txBody>
      </p:sp>
    </p:spTree>
    <p:extLst>
      <p:ext uri="{BB962C8B-B14F-4D97-AF65-F5344CB8AC3E}">
        <p14:creationId xmlns:p14="http://schemas.microsoft.com/office/powerpoint/2010/main" val="3397973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3EDA2-E933-3984-0CFF-0D7D37197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E923D2-C469-4614-EC34-5E48887BE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2" y="0"/>
            <a:ext cx="7855027" cy="6702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60512A-6C0A-1459-1F75-D85BC080E76C}"/>
              </a:ext>
            </a:extLst>
          </p:cNvPr>
          <p:cNvSpPr txBox="1"/>
          <p:nvPr/>
        </p:nvSpPr>
        <p:spPr>
          <a:xfrm>
            <a:off x="7333488" y="0"/>
            <a:ext cx="3977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Response from ChatGPT</a:t>
            </a:r>
          </a:p>
        </p:txBody>
      </p:sp>
    </p:spTree>
    <p:extLst>
      <p:ext uri="{BB962C8B-B14F-4D97-AF65-F5344CB8AC3E}">
        <p14:creationId xmlns:p14="http://schemas.microsoft.com/office/powerpoint/2010/main" val="3797419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403E-7A29-39E7-0494-AC31ECDF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3EB37-C528-F4E1-ABA6-4479DB327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66438" cy="6009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390BA1-BAAC-DFB9-1E0D-69A338067E15}"/>
              </a:ext>
            </a:extLst>
          </p:cNvPr>
          <p:cNvSpPr txBox="1"/>
          <p:nvPr/>
        </p:nvSpPr>
        <p:spPr>
          <a:xfrm>
            <a:off x="7333488" y="0"/>
            <a:ext cx="3977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Response from ChatGPT</a:t>
            </a:r>
          </a:p>
        </p:txBody>
      </p:sp>
    </p:spTree>
    <p:extLst>
      <p:ext uri="{BB962C8B-B14F-4D97-AF65-F5344CB8AC3E}">
        <p14:creationId xmlns:p14="http://schemas.microsoft.com/office/powerpoint/2010/main" val="4013726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FCE0-0492-53F7-07E7-2EF2B221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97B59D-DF1F-3F07-1DDA-0FAF0CF9BC29}"/>
              </a:ext>
            </a:extLst>
          </p:cNvPr>
          <p:cNvSpPr txBox="1"/>
          <p:nvPr/>
        </p:nvSpPr>
        <p:spPr>
          <a:xfrm>
            <a:off x="7333488" y="0"/>
            <a:ext cx="3977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Response from ChatGPT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6A361-9D2D-744C-8837-56153E56E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70" y="1451681"/>
            <a:ext cx="6335276" cy="424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70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627</TotalTime>
  <Words>228</Words>
  <Application>Microsoft Office PowerPoint</Application>
  <PresentationFormat>Widescreen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Anthropic Sans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187</cp:revision>
  <dcterms:created xsi:type="dcterms:W3CDTF">2025-09-22T02:44:38Z</dcterms:created>
  <dcterms:modified xsi:type="dcterms:W3CDTF">2026-09-15T11:12:57Z</dcterms:modified>
</cp:coreProperties>
</file>