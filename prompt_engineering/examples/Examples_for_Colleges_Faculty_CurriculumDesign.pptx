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57" r:id="rId2"/>
    <p:sldId id="292" r:id="rId3"/>
    <p:sldId id="291" r:id="rId4"/>
    <p:sldId id="293" r:id="rId5"/>
    <p:sldId id="296" r:id="rId6"/>
    <p:sldId id="297" r:id="rId7"/>
    <p:sldId id="295" r:id="rId8"/>
    <p:sldId id="29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63BF91-57B4-0EA4-90AA-92E2FC23559E}"/>
              </a:ext>
            </a:extLst>
          </p:cNvPr>
          <p:cNvSpPr txBox="1"/>
          <p:nvPr/>
        </p:nvSpPr>
        <p:spPr>
          <a:xfrm>
            <a:off x="4946904" y="2468880"/>
            <a:ext cx="23201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8FEEF-9931-F35D-3A75-9718B7815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825ACA-9D21-1EB9-72E7-A49D7A6093DA}"/>
              </a:ext>
            </a:extLst>
          </p:cNvPr>
          <p:cNvSpPr txBox="1"/>
          <p:nvPr/>
        </p:nvSpPr>
        <p:spPr>
          <a:xfrm>
            <a:off x="2455164" y="290822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1: 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Basic Prompt designed to create an Electronic Engineering curriculum.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A5E2EE-C90F-DB52-1CBD-0664442C4C8C}"/>
              </a:ext>
            </a:extLst>
          </p:cNvPr>
          <p:cNvSpPr txBox="1"/>
          <p:nvPr/>
        </p:nvSpPr>
        <p:spPr>
          <a:xfrm>
            <a:off x="662940" y="2644170"/>
            <a:ext cx="108127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curriculum for a university-level Electronic Engineering class. 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Include the course description, a list of main topics covered over a 15-week semester, and a few recommended textbooks.</a:t>
            </a:r>
          </a:p>
        </p:txBody>
      </p:sp>
    </p:spTree>
    <p:extLst>
      <p:ext uri="{BB962C8B-B14F-4D97-AF65-F5344CB8AC3E}">
        <p14:creationId xmlns:p14="http://schemas.microsoft.com/office/powerpoint/2010/main" val="163066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7FCE0-0492-53F7-07E7-2EF2B221F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5BCB8B-9C47-6625-E3F0-E96CA7A760B4}"/>
              </a:ext>
            </a:extLst>
          </p:cNvPr>
          <p:cNvSpPr txBox="1"/>
          <p:nvPr/>
        </p:nvSpPr>
        <p:spPr>
          <a:xfrm>
            <a:off x="2455164" y="290822"/>
            <a:ext cx="82798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2: 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Prompt designed for producing an detailed, highly structured, and pedagogy-backed curriculum.</a:t>
            </a:r>
          </a:p>
        </p:txBody>
      </p:sp>
    </p:spTree>
    <p:extLst>
      <p:ext uri="{BB962C8B-B14F-4D97-AF65-F5344CB8AC3E}">
        <p14:creationId xmlns:p14="http://schemas.microsoft.com/office/powerpoint/2010/main" val="4202770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2729C-F439-BC71-9556-6D0C12FF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C61AE3-7AB7-5DE0-CD8E-1FDE33106666}"/>
              </a:ext>
            </a:extLst>
          </p:cNvPr>
          <p:cNvSpPr txBox="1"/>
          <p:nvPr/>
        </p:nvSpPr>
        <p:spPr>
          <a:xfrm>
            <a:off x="392430" y="246888"/>
            <a:ext cx="114071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 Principal Academic Architect and Senior Curriculum Designer in Electronic Engineering.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need you to design a comprehensive, syllabus-ready course curriculum for a 2nd-Year Undergraduate course titled "Microelectronic Circuits &amp; Analog Design".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curriculum will be presented as a high-stakes demo to university faculty, so it must be highly professional, detailed, and pedagogically sound.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Please structure the curriculum using the following framework: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   COURSE OVERVIEW &amp; PREREQUISITES</a:t>
            </a:r>
          </a:p>
          <a:p>
            <a:pPr marL="457200" indent="-457200">
              <a:buAutoNum type="arabicPeriod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   15-WEEK DETAILED SEMESTER BREAKDOWN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   ASSESSMENT STRATEGY &amp; WEIGHTS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   MAJOR CAPSTONE DESIGN PROJECT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   TEXTBOOKS &amp; INDUSTRY-STANDARD RESOURCES</a:t>
            </a:r>
          </a:p>
        </p:txBody>
      </p:sp>
    </p:spTree>
    <p:extLst>
      <p:ext uri="{BB962C8B-B14F-4D97-AF65-F5344CB8AC3E}">
        <p14:creationId xmlns:p14="http://schemas.microsoft.com/office/powerpoint/2010/main" val="3582118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0C8C1-EE7B-C536-BCBE-2ADDEC70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5880B0-D96C-88A8-9E9E-FFF62EEF98D3}"/>
              </a:ext>
            </a:extLst>
          </p:cNvPr>
          <p:cNvSpPr txBox="1"/>
          <p:nvPr/>
        </p:nvSpPr>
        <p:spPr>
          <a:xfrm>
            <a:off x="3374137" y="2157984"/>
            <a:ext cx="58430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2:</a:t>
            </a:r>
          </a:p>
          <a:p>
            <a:r>
              <a:rPr lang="en-IN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Asking AI to generate a good quality prompt</a:t>
            </a:r>
          </a:p>
        </p:txBody>
      </p:sp>
    </p:spTree>
    <p:extLst>
      <p:ext uri="{BB962C8B-B14F-4D97-AF65-F5344CB8AC3E}">
        <p14:creationId xmlns:p14="http://schemas.microsoft.com/office/powerpoint/2010/main" val="2336047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45BD-8B9C-BFDB-4794-34A346796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DEF3C7-1BA8-B02F-EE4E-7B86FED252D9}"/>
              </a:ext>
            </a:extLst>
          </p:cNvPr>
          <p:cNvSpPr txBox="1"/>
          <p:nvPr/>
        </p:nvSpPr>
        <p:spPr>
          <a:xfrm>
            <a:off x="557784" y="2157984"/>
            <a:ext cx="106619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Copy and paste the previous prompt and ask AI to make the prompt better that you would use it as template to create other courses</a:t>
            </a:r>
          </a:p>
        </p:txBody>
      </p:sp>
    </p:spTree>
    <p:extLst>
      <p:ext uri="{BB962C8B-B14F-4D97-AF65-F5344CB8AC3E}">
        <p14:creationId xmlns:p14="http://schemas.microsoft.com/office/powerpoint/2010/main" val="979952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7EC80-0E1D-784E-C976-4597F9580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38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0BEC8-A731-4BFD-0118-789ABD5B2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263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640</TotalTime>
  <Words>204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189</cp:revision>
  <dcterms:created xsi:type="dcterms:W3CDTF">2025-09-22T02:44:38Z</dcterms:created>
  <dcterms:modified xsi:type="dcterms:W3CDTF">2026-09-15T13:03:13Z</dcterms:modified>
</cp:coreProperties>
</file>