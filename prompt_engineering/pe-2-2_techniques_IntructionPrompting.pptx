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8"/>
  </p:handoutMasterIdLst>
  <p:sldIdLst>
    <p:sldId id="257" r:id="rId2"/>
    <p:sldId id="269" r:id="rId3"/>
    <p:sldId id="270" r:id="rId4"/>
    <p:sldId id="272" r:id="rId5"/>
    <p:sldId id="273" r:id="rId6"/>
    <p:sldId id="27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CC5AA4-1E9C-99DC-AFA2-54F7AD62956A}"/>
              </a:ext>
            </a:extLst>
          </p:cNvPr>
          <p:cNvSpPr txBox="1"/>
          <p:nvPr/>
        </p:nvSpPr>
        <p:spPr>
          <a:xfrm>
            <a:off x="694944" y="789813"/>
            <a:ext cx="963777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Engineering</a:t>
            </a:r>
          </a:p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Techniques</a:t>
            </a:r>
          </a:p>
          <a:p>
            <a:pPr algn="ctr"/>
            <a:endParaRPr lang="en-US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Instruction Prompting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5ABB-866E-4103-D915-9B3C4FBD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E73557-50EF-A731-97C9-79D626722A5C}"/>
              </a:ext>
            </a:extLst>
          </p:cNvPr>
          <p:cNvSpPr txBox="1"/>
          <p:nvPr/>
        </p:nvSpPr>
        <p:spPr>
          <a:xfrm>
            <a:off x="1330452" y="1887004"/>
            <a:ext cx="102458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Instruction Prompting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Instruction prompting is a prompting technique where you give the AI clear instructions about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to do,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do it,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output format to follow.</a:t>
            </a:r>
          </a:p>
        </p:txBody>
      </p:sp>
    </p:spTree>
    <p:extLst>
      <p:ext uri="{BB962C8B-B14F-4D97-AF65-F5344CB8AC3E}">
        <p14:creationId xmlns:p14="http://schemas.microsoft.com/office/powerpoint/2010/main" val="3013544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17763-526B-976A-2DF6-7FB82E0F0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AAE581-FD4D-3BDD-5313-251DD9E16811}"/>
              </a:ext>
            </a:extLst>
          </p:cNvPr>
          <p:cNvSpPr txBox="1"/>
          <p:nvPr/>
        </p:nvSpPr>
        <p:spPr>
          <a:xfrm>
            <a:off x="384048" y="856357"/>
            <a:ext cx="1055217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Basic Example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</a:t>
            </a:r>
          </a:p>
          <a:p>
            <a:pPr>
              <a:buNone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Explain what a decision tree is. </a:t>
            </a:r>
            <a:r>
              <a:rPr lang="en-US" sz="2400" b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Use simple language. Keep the answer under 100 words.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decision tree is a machine learning model that makes decisions by asking a series of yes/no questions. It starts at a root node and splits data into branches based on features, eventually reaching a final prediction or decision at a leaf node. It is easy to understand and visualize, which makes it popular for classification and regression tasks.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Here, the prompt gives two instructions: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in simple language.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Keep the answer under 100 words.</a:t>
            </a:r>
          </a:p>
        </p:txBody>
      </p:sp>
    </p:spTree>
    <p:extLst>
      <p:ext uri="{BB962C8B-B14F-4D97-AF65-F5344CB8AC3E}">
        <p14:creationId xmlns:p14="http://schemas.microsoft.com/office/powerpoint/2010/main" val="405369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45AB4-B10D-D1B7-F90D-CF65CA930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C5BE52-6AF5-A25C-47DB-7981E5258AE7}"/>
              </a:ext>
            </a:extLst>
          </p:cNvPr>
          <p:cNvSpPr txBox="1"/>
          <p:nvPr/>
        </p:nvSpPr>
        <p:spPr>
          <a:xfrm>
            <a:off x="402336" y="1169521"/>
            <a:ext cx="1055217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: Summarization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Summarize the following paragraph in one sentence.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(Paragraph here)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b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Instruction: Summarize in one sentence.</a:t>
            </a:r>
          </a:p>
        </p:txBody>
      </p:sp>
    </p:spTree>
    <p:extLst>
      <p:ext uri="{BB962C8B-B14F-4D97-AF65-F5344CB8AC3E}">
        <p14:creationId xmlns:p14="http://schemas.microsoft.com/office/powerpoint/2010/main" val="1736249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57BD3-E1BF-B657-E6E6-A3B6C117C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DEF0D1-8B01-A6E4-EAA8-0ED082C11170}"/>
              </a:ext>
            </a:extLst>
          </p:cNvPr>
          <p:cNvSpPr txBox="1"/>
          <p:nvPr/>
        </p:nvSpPr>
        <p:spPr>
          <a:xfrm>
            <a:off x="393192" y="1720840"/>
            <a:ext cx="1055217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: Code Generation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Write Python code to read a CSV file using pandas. Include comments in the code.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Instructions: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Python code.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pandas.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Include comments.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(See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next page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for output)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724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73B21-E8EF-7D57-A4CC-59C2C50EF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B775B2-0787-B48B-3745-C9C35C1C6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284" y="256032"/>
            <a:ext cx="7051383" cy="629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73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307</TotalTime>
  <Words>211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83</cp:revision>
  <dcterms:created xsi:type="dcterms:W3CDTF">2025-09-22T02:44:38Z</dcterms:created>
  <dcterms:modified xsi:type="dcterms:W3CDTF">2026-06-16T05:41:00Z</dcterms:modified>
</cp:coreProperties>
</file>