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6"/>
  </p:handoutMasterIdLst>
  <p:sldIdLst>
    <p:sldId id="260" r:id="rId2"/>
    <p:sldId id="261" r:id="rId3"/>
    <p:sldId id="262" r:id="rId4"/>
    <p:sldId id="259" r:id="rId5"/>
    <p:sldId id="263" r:id="rId6"/>
    <p:sldId id="265" r:id="rId7"/>
    <p:sldId id="266" r:id="rId8"/>
    <p:sldId id="267" r:id="rId9"/>
    <p:sldId id="275" r:id="rId10"/>
    <p:sldId id="268" r:id="rId11"/>
    <p:sldId id="276" r:id="rId12"/>
    <p:sldId id="277" r:id="rId13"/>
    <p:sldId id="274" r:id="rId14"/>
    <p:sldId id="278" r:id="rId15"/>
    <p:sldId id="279" r:id="rId16"/>
    <p:sldId id="269" r:id="rId17"/>
    <p:sldId id="281" r:id="rId18"/>
    <p:sldId id="280" r:id="rId19"/>
    <p:sldId id="270" r:id="rId20"/>
    <p:sldId id="271" r:id="rId21"/>
    <p:sldId id="282" r:id="rId22"/>
    <p:sldId id="272" r:id="rId23"/>
    <p:sldId id="273" r:id="rId24"/>
    <p:sldId id="26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75C0EAF-0950-0760-9C6E-195DBA10CA9C}"/>
              </a:ext>
            </a:extLst>
          </p:cNvPr>
          <p:cNvSpPr txBox="1"/>
          <p:nvPr/>
        </p:nvSpPr>
        <p:spPr>
          <a:xfrm>
            <a:off x="502920" y="1883326"/>
            <a:ext cx="1117780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Today we will understand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AI actually processes language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how to design better prompts.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 and optimization involve designing, testing, and refining input text (prompts) to guide AI models like LLMs to produce accurate, relevant, and high-quality output</a:t>
            </a:r>
          </a:p>
        </p:txBody>
      </p:sp>
    </p:spTree>
    <p:extLst>
      <p:ext uri="{BB962C8B-B14F-4D97-AF65-F5344CB8AC3E}">
        <p14:creationId xmlns:p14="http://schemas.microsoft.com/office/powerpoint/2010/main" val="1783913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E4F6F-FF16-B480-353A-FD9A5B959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66140D9-FCDC-B3BB-C84D-13761381A495}"/>
              </a:ext>
            </a:extLst>
          </p:cNvPr>
          <p:cNvSpPr txBox="1"/>
          <p:nvPr/>
        </p:nvSpPr>
        <p:spPr>
          <a:xfrm>
            <a:off x="164592" y="1698209"/>
            <a:ext cx="114025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Tokenization – Why AI Sees Numbers, Not Words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models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understand language like humans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convert text into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which are basically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numbers representing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pieces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words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Humans see: I love machine learning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it-IT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sees:  [101, 1045, 2293, 3698, 4083, 102]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E3B0AF-F93F-C6A5-2CCD-85B96BE53AE3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</a:t>
            </a:r>
          </a:p>
        </p:txBody>
      </p:sp>
    </p:spTree>
    <p:extLst>
      <p:ext uri="{BB962C8B-B14F-4D97-AF65-F5344CB8AC3E}">
        <p14:creationId xmlns:p14="http://schemas.microsoft.com/office/powerpoint/2010/main" val="513358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82779-FCFB-257D-1625-518884704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17D412D5-F2E2-B9C2-6BAC-F6F233D04336}"/>
              </a:ext>
            </a:extLst>
          </p:cNvPr>
          <p:cNvSpPr txBox="1"/>
          <p:nvPr/>
        </p:nvSpPr>
        <p:spPr>
          <a:xfrm>
            <a:off x="693168" y="920969"/>
            <a:ext cx="1042711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Tokenization?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Tokenization = Breaking text into smaller units (tokens).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Tokens can be: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Parts of words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Symbols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Punctuation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Sentence:   Unbelievable performance!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Possible tokens: ["Un", "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believ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", "able", "performance", "!"]</a:t>
            </a:r>
          </a:p>
        </p:txBody>
      </p:sp>
    </p:spTree>
    <p:extLst>
      <p:ext uri="{BB962C8B-B14F-4D97-AF65-F5344CB8AC3E}">
        <p14:creationId xmlns:p14="http://schemas.microsoft.com/office/powerpoint/2010/main" val="1409961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238125" y="824115"/>
            <a:ext cx="985960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Tokenization Matters in Prompt Engineering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Token Limit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AI model has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 token capacity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GPT models have input + output token limits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prompt is too long → information gets cut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Cost Calculation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APIs charge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 token used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tokens = More cost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71784-DCE9-DCB5-0C31-7F2F4C208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BD94085-449A-2646-3ED7-B509E94B3A12}"/>
              </a:ext>
            </a:extLst>
          </p:cNvPr>
          <p:cNvSpPr txBox="1"/>
          <p:nvPr/>
        </p:nvSpPr>
        <p:spPr>
          <a:xfrm>
            <a:off x="238125" y="1244739"/>
            <a:ext cx="985960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Prompt Clarity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tokenization can change meaning.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eat grandma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eat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grandma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Comma changes tokens → meaning changes</a:t>
            </a:r>
          </a:p>
        </p:txBody>
      </p:sp>
    </p:spTree>
    <p:extLst>
      <p:ext uri="{BB962C8B-B14F-4D97-AF65-F5344CB8AC3E}">
        <p14:creationId xmlns:p14="http://schemas.microsoft.com/office/powerpoint/2010/main" val="21276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7646A-C09A-9147-0AE2-A7C2894BA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64FB20C-BEAB-7BCE-2467-E1A631605A9E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0FEAD-D15B-0BAB-D85D-50029C280FEE}"/>
              </a:ext>
            </a:extLst>
          </p:cNvPr>
          <p:cNvSpPr txBox="1"/>
          <p:nvPr/>
        </p:nvSpPr>
        <p:spPr>
          <a:xfrm>
            <a:off x="334297" y="1305597"/>
            <a:ext cx="88637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Hallucination?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Example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 Who won FIFA World Cup 2050?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may confidently give wrong answer.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 happens when AI: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Generates false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Sounds confident, but information is incorrect or invented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is predicting text, NOT verifying facts.</a:t>
            </a:r>
          </a:p>
        </p:txBody>
      </p:sp>
    </p:spTree>
    <p:extLst>
      <p:ext uri="{BB962C8B-B14F-4D97-AF65-F5344CB8AC3E}">
        <p14:creationId xmlns:p14="http://schemas.microsoft.com/office/powerpoint/2010/main" val="1297782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6605F-B7B7-01EA-6F91-2D463EBE2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504368B-2ECD-27F8-FF60-D39049CA2C15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0C5F40-6196-BAAF-9D14-D8C4A4CC6487}"/>
              </a:ext>
            </a:extLst>
          </p:cNvPr>
          <p:cNvSpPr txBox="1"/>
          <p:nvPr/>
        </p:nvSpPr>
        <p:spPr>
          <a:xfrm>
            <a:off x="334297" y="1305597"/>
            <a:ext cx="886378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Hallucination Happens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Prediction Based Model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predicts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probable next word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truth.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Missing Information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prompt lacks details → AI guesses.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Ambiguous Prompts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Vague instructions lead to creative (but wrong) answers.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540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0F4EE-EB17-42EE-3881-A7470ADF2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2C1745C-9086-2BCE-D857-A54E004A4A4C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1998F6-9734-7D0E-E5C3-B94558928266}"/>
              </a:ext>
            </a:extLst>
          </p:cNvPr>
          <p:cNvSpPr txBox="1"/>
          <p:nvPr/>
        </p:nvSpPr>
        <p:spPr>
          <a:xfrm>
            <a:off x="334296" y="1305597"/>
            <a:ext cx="112328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Context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Prompt: Explain diabetes.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Better Prompt: Explain Type 2 diabetes for class 10 students in 100 words.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321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4325F-72AF-C394-E6D8-E4C98D42F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1596D14-62E2-D55A-2A0A-1D76598CE28F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9223F-7261-59E1-C8E6-DD8A9DADA604}"/>
              </a:ext>
            </a:extLst>
          </p:cNvPr>
          <p:cNvSpPr txBox="1"/>
          <p:nvPr/>
        </p:nvSpPr>
        <p:spPr>
          <a:xfrm>
            <a:off x="334296" y="1305597"/>
            <a:ext cx="1123286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AI to Admit Uncertainty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What is the cure for Type 2 diabetes. If unsure, say "I don’t know".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Source Requirement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What is the cure for Type 2 diabetes. If unsure, say "I don’t know". Provide answer with references.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167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1F40F-4786-72BA-7DDF-19A844E15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E6B0D61-1992-C963-5A44-97132CF54A93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43C40-96BD-393C-A4D2-2DE6E52198D7}"/>
              </a:ext>
            </a:extLst>
          </p:cNvPr>
          <p:cNvSpPr txBox="1"/>
          <p:nvPr/>
        </p:nvSpPr>
        <p:spPr>
          <a:xfrm>
            <a:off x="334297" y="1305597"/>
            <a:ext cx="88637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 Tasks into Steps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research paper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Create outline 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Expand sections</a:t>
            </a:r>
          </a:p>
        </p:txBody>
      </p:sp>
    </p:spTree>
    <p:extLst>
      <p:ext uri="{BB962C8B-B14F-4D97-AF65-F5344CB8AC3E}">
        <p14:creationId xmlns:p14="http://schemas.microsoft.com/office/powerpoint/2010/main" val="1458740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4BFB2-46E8-B79D-9A58-BFC9CE55F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D43C62C-A737-D781-009F-90634BF23F14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0DACC5-CC78-019E-56C5-1FA40ED6A840}"/>
              </a:ext>
            </a:extLst>
          </p:cNvPr>
          <p:cNvSpPr txBox="1"/>
          <p:nvPr/>
        </p:nvSpPr>
        <p:spPr>
          <a:xfrm>
            <a:off x="334297" y="1305597"/>
            <a:ext cx="88637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 Tasks into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67D3FE-8439-7855-D83C-47A8F41BC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965" y="3044952"/>
            <a:ext cx="6926354" cy="264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11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D6E27-13F8-6CFD-6473-98DF024BC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F4C98F-9FE3-4601-AACB-F2E71EA21969}"/>
              </a:ext>
            </a:extLst>
          </p:cNvPr>
          <p:cNvSpPr txBox="1"/>
          <p:nvPr/>
        </p:nvSpPr>
        <p:spPr>
          <a:xfrm>
            <a:off x="334297" y="1305597"/>
            <a:ext cx="88637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 Tasks into Steps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559A4C-093F-5FED-E93E-C9CBB49B8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3" y="80491"/>
            <a:ext cx="6043544" cy="5005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FCEF6F-8159-71E9-216D-BCE62ABC8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745" y="5285232"/>
            <a:ext cx="6281678" cy="149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794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B92B-BAA8-64F1-6DD8-35B76DD4D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11140F2-2819-299B-9758-1E687AEBE8F3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50628B-1C64-58F0-7445-95AC2E5018B2}"/>
              </a:ext>
            </a:extLst>
          </p:cNvPr>
          <p:cNvSpPr txBox="1"/>
          <p:nvPr/>
        </p:nvSpPr>
        <p:spPr>
          <a:xfrm>
            <a:off x="334297" y="1305597"/>
            <a:ext cx="88637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Role Prompting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certified medical professional...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49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7EC01-868E-51D5-AFC2-04601CBF6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6DE7F71-4BCB-3293-30E2-B234F9E82116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41AFE8-D07E-2ABA-986F-EDCAE0FC3DA3}"/>
              </a:ext>
            </a:extLst>
          </p:cNvPr>
          <p:cNvSpPr txBox="1"/>
          <p:nvPr/>
        </p:nvSpPr>
        <p:spPr>
          <a:xfrm>
            <a:off x="334296" y="1305597"/>
            <a:ext cx="1033675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Role Prompting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"Generic" Prompt (High Hallucination Risk)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Prompt: "What should I do if my heart is racing?“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Risk: The AI might give overly cautious, irrelevant, or dangerously vague advice because it's pulling from its entire training set—which includes forums, blog posts, and fiction.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6885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6B357-E497-DF01-124A-B0781F1B1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415BF9-1F39-844F-1575-041EF59759EA}"/>
              </a:ext>
            </a:extLst>
          </p:cNvPr>
          <p:cNvSpPr txBox="1"/>
          <p:nvPr/>
        </p:nvSpPr>
        <p:spPr>
          <a:xfrm>
            <a:off x="334296" y="116877"/>
            <a:ext cx="1137916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Role Prompting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"Role-Prompted" Example (Lower Hallucination Risk)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Better Prompt: "You are a board-certified cardiologist with 20 years of experience. Based on clinical emergency protocols, what is the step-by-step procedure for a patient experiencing a sudden resting heart rate over 120 BPM? If you are unsure of specific diagnostic criteria, state that you cannot provide medical advice for that detail."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this works: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Domain Alignment: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By assuming the role, the model weights "medical journal" data more heavily than "internet forum" data.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Tone Shift: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shifts from a conversational buddy to a professional authority, which often suppresses the AI's tendency to "people please" with made-up answers.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Specific Constraints: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You’ve combined the role with an "uncertainty" clause, which is proven to reduce hallucinations by up to 30–50%.</a:t>
            </a:r>
          </a:p>
        </p:txBody>
      </p:sp>
    </p:spTree>
    <p:extLst>
      <p:ext uri="{BB962C8B-B14F-4D97-AF65-F5344CB8AC3E}">
        <p14:creationId xmlns:p14="http://schemas.microsoft.com/office/powerpoint/2010/main" val="1734586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62C5E-367C-D7D8-A5DB-EAFD2E61F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5A24F56-4986-6B09-716A-D2F09625D23C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EB8E0-9237-B4A6-C1B7-45971732F65D}"/>
              </a:ext>
            </a:extLst>
          </p:cNvPr>
          <p:cNvSpPr txBox="1"/>
          <p:nvPr/>
        </p:nvSpPr>
        <p:spPr>
          <a:xfrm>
            <a:off x="334296" y="830109"/>
            <a:ext cx="1033675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Context (Background Information)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Gives AI situation or environment.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context → AI guesses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"No Context" Prompt (The Guessing Game)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Prompt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"Write a plan to improve customer retention.“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Problem: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The AI doesn't know if you are a local coffee shop, a billion-dollar SaaS company, or a non-profit. It will likely give you a "generic list" (loyalty cards, email newsletters) that might be totally irrelevant to your business model.</a:t>
            </a:r>
          </a:p>
        </p:txBody>
      </p:sp>
    </p:spTree>
    <p:extLst>
      <p:ext uri="{BB962C8B-B14F-4D97-AF65-F5344CB8AC3E}">
        <p14:creationId xmlns:p14="http://schemas.microsoft.com/office/powerpoint/2010/main" val="813288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ED755-196A-D016-8E69-CCCD17E3B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CBDEF69-878C-AE3B-E950-6C1686609CE5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A18B4-25EE-0E35-77F7-5B0E974A326D}"/>
              </a:ext>
            </a:extLst>
          </p:cNvPr>
          <p:cNvSpPr txBox="1"/>
          <p:nvPr/>
        </p:nvSpPr>
        <p:spPr>
          <a:xfrm>
            <a:off x="334296" y="830109"/>
            <a:ext cx="1033675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"High Context" Example (The Grounded Response)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Better Prompt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[Background]: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We are a mid-sized B2B software company that sells a project management tool to construction firms. Our subscription is $500/month.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[The Situation]: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We’ve noticed that customers usually leave (churn) after the 3rd month because the software feels too complex for their field workers.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[Goal]: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Create a 30-day retention plan specifically focused on simplifying the 'onboarding' phase for non-technical users."</a:t>
            </a:r>
          </a:p>
        </p:txBody>
      </p:sp>
    </p:spTree>
    <p:extLst>
      <p:ext uri="{BB962C8B-B14F-4D97-AF65-F5344CB8AC3E}">
        <p14:creationId xmlns:p14="http://schemas.microsoft.com/office/powerpoint/2010/main" val="1629387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0D9C-6AA7-1B04-8873-C4C986117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8BF1571-0D70-554F-342C-AFB2107BB1DF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AA8BAF-41E1-6BBC-E16F-8D64B25EB437}"/>
              </a:ext>
            </a:extLst>
          </p:cNvPr>
          <p:cNvSpPr txBox="1"/>
          <p:nvPr/>
        </p:nvSpPr>
        <p:spPr>
          <a:xfrm>
            <a:off x="334297" y="884973"/>
            <a:ext cx="88637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Task (What AI Should Do)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Clear action instruction.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Analyze the dataset and find trends in sales from the column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monthly_sales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28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2AA41-F939-98FE-A90D-5341B5CE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F0ADDDA-F15C-4140-8576-8E9336785F8C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16668-708F-9B3A-9401-B6B4F4EA4E70}"/>
              </a:ext>
            </a:extLst>
          </p:cNvPr>
          <p:cNvSpPr txBox="1"/>
          <p:nvPr/>
        </p:nvSpPr>
        <p:spPr>
          <a:xfrm>
            <a:off x="334296" y="766101"/>
            <a:ext cx="985960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Constraint (Rules &amp; Limitations)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Controls AI output.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 limit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Audience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Style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Technology restriction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Explain in simple language under 150 words the concept of calculus. My audience is high school students with weak math background. Do not use complex math formulas.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849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670BF-11AC-D158-95CA-D69482D74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CC46AD-353B-E9B0-DBC3-9EE0EE447951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9E7542-8957-F3C2-DB3D-05ED1D5A72C9}"/>
              </a:ext>
            </a:extLst>
          </p:cNvPr>
          <p:cNvSpPr txBox="1"/>
          <p:nvPr/>
        </p:nvSpPr>
        <p:spPr>
          <a:xfrm>
            <a:off x="334297" y="811821"/>
            <a:ext cx="886378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Output Format (Structure)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dramatically improves results.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Bullet 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Step-by-step guide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Provide output in table format.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606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54629-A020-65DF-9DF3-A80D3E1EF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CB36B4-2BFD-4FF8-C4D6-52B6FCF10F43}"/>
              </a:ext>
            </a:extLst>
          </p:cNvPr>
          <p:cNvSpPr txBox="1"/>
          <p:nvPr/>
        </p:nvSpPr>
        <p:spPr>
          <a:xfrm>
            <a:off x="334297" y="1305597"/>
            <a:ext cx="88637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Weak 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neural networks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Strong Prompt Using Formula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Context: You are teaching beginners in AI.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 Explain neural networks.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Constraint: Use simple language and include real-life analogy.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Format: Provide explanation in bullet points.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80897C-3829-DE19-EC11-A952E81869E7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093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D9C13-7261-4EDE-8D72-129D9A0E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04A52E-FA6F-CC96-C2CD-1B5DC06F3903}"/>
              </a:ext>
            </a:extLst>
          </p:cNvPr>
          <p:cNvSpPr txBox="1"/>
          <p:nvPr/>
        </p:nvSpPr>
        <p:spPr>
          <a:xfrm>
            <a:off x="334297" y="766101"/>
            <a:ext cx="886378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[ROLE]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 ___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[TASK]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task is to ___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[CONTEXT]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is the context: ___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[CONSTRAINTS]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Follow these rules: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___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___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[OUTPUT FORMAT]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Return answer as: ___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2D52DE-DDE1-6112-954C-4CCF6C9626F7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(Add On) Prompt Template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17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8A72-F8D3-9203-795E-98C76B751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248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2E9D7-16AF-61C3-A56D-933DA14F1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997DE48-6EA1-1DA7-C6A0-000AD358FC46}"/>
              </a:ext>
            </a:extLst>
          </p:cNvPr>
          <p:cNvSpPr txBox="1"/>
          <p:nvPr/>
        </p:nvSpPr>
        <p:spPr>
          <a:xfrm>
            <a:off x="238125" y="1244739"/>
            <a:ext cx="98596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Practical Demo Idea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students: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Count tokens in: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"Machine learning is powerful.“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show them using tokenizer tools like: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OpenAI tokenizer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HuggingFace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tokenizer</a:t>
            </a:r>
          </a:p>
        </p:txBody>
      </p:sp>
    </p:spTree>
    <p:extLst>
      <p:ext uri="{BB962C8B-B14F-4D97-AF65-F5344CB8AC3E}">
        <p14:creationId xmlns:p14="http://schemas.microsoft.com/office/powerpoint/2010/main" val="1911654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245</TotalTime>
  <Words>1273</Words>
  <Application>Microsoft Office PowerPoint</Application>
  <PresentationFormat>Widescreen</PresentationFormat>
  <Paragraphs>230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49</cp:revision>
  <dcterms:created xsi:type="dcterms:W3CDTF">2025-09-22T02:44:38Z</dcterms:created>
  <dcterms:modified xsi:type="dcterms:W3CDTF">2026-03-26T12:18:12Z</dcterms:modified>
</cp:coreProperties>
</file>