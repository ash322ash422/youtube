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0"/>
  </p:handoutMasterIdLst>
  <p:sldIdLst>
    <p:sldId id="257" r:id="rId2"/>
    <p:sldId id="258" r:id="rId3"/>
    <p:sldId id="270" r:id="rId4"/>
    <p:sldId id="271" r:id="rId5"/>
    <p:sldId id="272" r:id="rId6"/>
    <p:sldId id="273" r:id="rId7"/>
    <p:sldId id="276" r:id="rId8"/>
    <p:sldId id="274" r:id="rId9"/>
    <p:sldId id="275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9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3028950" y="85725"/>
            <a:ext cx="640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4EE4-7CB9-DC2F-6583-CEFEBED4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9E2B6-28AD-DF63-1020-0A3F17443414}"/>
              </a:ext>
            </a:extLst>
          </p:cNvPr>
          <p:cNvSpPr txBox="1"/>
          <p:nvPr/>
        </p:nvSpPr>
        <p:spPr>
          <a:xfrm>
            <a:off x="594360" y="962098"/>
            <a:ext cx="107807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Delimiters – Separating Data Clearly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are Delimiters?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Delimiters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special symbols or characters used to separate different parts of a prompt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They help AI clearly distinguish between instructions, data, and examples.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delimiters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Triple quotes (""")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&lt;&lt;&lt;   &gt;&gt;&gt;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XML or JSON tags</a:t>
            </a:r>
          </a:p>
        </p:txBody>
      </p:sp>
    </p:spTree>
    <p:extLst>
      <p:ext uri="{BB962C8B-B14F-4D97-AF65-F5344CB8AC3E}">
        <p14:creationId xmlns:p14="http://schemas.microsoft.com/office/powerpoint/2010/main" val="322788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63244-62B9-7037-20B6-F32E936E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59D51B-EC6F-3D0E-AEA2-3DF01D469399}"/>
              </a:ext>
            </a:extLst>
          </p:cNvPr>
          <p:cNvSpPr txBox="1"/>
          <p:nvPr/>
        </p:nvSpPr>
        <p:spPr>
          <a:xfrm>
            <a:off x="594360" y="962098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Delimiters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following text Explain how climate change affects agriculture Climate change is causing unpredictable rainfall and crop damage.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prompt is confusing because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instructions and data are mixed.</a:t>
            </a:r>
          </a:p>
        </p:txBody>
      </p:sp>
    </p:spTree>
    <p:extLst>
      <p:ext uri="{BB962C8B-B14F-4D97-AF65-F5344CB8AC3E}">
        <p14:creationId xmlns:p14="http://schemas.microsoft.com/office/powerpoint/2010/main" val="2653284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EC872-59CE-A0E4-7B71-2C7F9672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57A1D8-D5CC-09D3-219A-C5F7DCD4FB5C}"/>
              </a:ext>
            </a:extLst>
          </p:cNvPr>
          <p:cNvSpPr txBox="1"/>
          <p:nvPr/>
        </p:nvSpPr>
        <p:spPr>
          <a:xfrm>
            <a:off x="594360" y="962098"/>
            <a:ext cx="10780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Delimiters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text below.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Climate change is causing unpredictable rainfall and crop damage.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AI clearly understands where the text starts and ends.</a:t>
            </a:r>
          </a:p>
        </p:txBody>
      </p:sp>
    </p:spTree>
    <p:extLst>
      <p:ext uri="{BB962C8B-B14F-4D97-AF65-F5344CB8AC3E}">
        <p14:creationId xmlns:p14="http://schemas.microsoft.com/office/powerpoint/2010/main" val="1277089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27BE3-926B-5900-7FB4-C0AD4A5F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7E4537-70CF-A8E2-BD5F-8909E4DD83C5}"/>
              </a:ext>
            </a:extLst>
          </p:cNvPr>
          <p:cNvSpPr txBox="1"/>
          <p:nvPr/>
        </p:nvSpPr>
        <p:spPr>
          <a:xfrm>
            <a:off x="594360" y="962098"/>
            <a:ext cx="10780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Triple Quotes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text inside triple quotes.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"""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Artificial Intelligence is transforming healthcare through automation and predictive analytics. It is shaping the world in a way that is making positive difference in people lives.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""“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triple quotes separates instructions from text</a:t>
            </a:r>
          </a:p>
        </p:txBody>
      </p:sp>
    </p:spTree>
    <p:extLst>
      <p:ext uri="{BB962C8B-B14F-4D97-AF65-F5344CB8AC3E}">
        <p14:creationId xmlns:p14="http://schemas.microsoft.com/office/powerpoint/2010/main" val="3290484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6CEE5-1A45-6307-5703-7A9F4B4B3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48E253-224B-10D5-B608-B93ADD57F914}"/>
              </a:ext>
            </a:extLst>
          </p:cNvPr>
          <p:cNvSpPr txBox="1"/>
          <p:nvPr/>
        </p:nvSpPr>
        <p:spPr>
          <a:xfrm>
            <a:off x="594360" y="962098"/>
            <a:ext cx="10780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Separator Lines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the data below and identify key trends.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increased by 20% in Q1.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dropped by 5% in Q2.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remained same in Q3.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52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AC8C6-B0FC-60C0-80C0-897386BC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A9A1AB-1A31-2ECB-010F-E1DCCC4BDA04}"/>
              </a:ext>
            </a:extLst>
          </p:cNvPr>
          <p:cNvSpPr txBox="1"/>
          <p:nvPr/>
        </p:nvSpPr>
        <p:spPr>
          <a:xfrm>
            <a:off x="594360" y="962098"/>
            <a:ext cx="107807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tags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the following code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&lt;python&gt;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a=2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b=3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print(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a+b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&lt;/python&gt;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928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2070F-529B-75E7-BC76-32472CC6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E9A5A-2054-DA3E-70E1-2C6DC7B578BC}"/>
              </a:ext>
            </a:extLst>
          </p:cNvPr>
          <p:cNvSpPr txBox="1"/>
          <p:nvPr/>
        </p:nvSpPr>
        <p:spPr>
          <a:xfrm>
            <a:off x="594360" y="962098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Delimiters are Important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delimiters, AI may get confused between: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data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delimiters improves clarity, accuracy and parsing reliability</a:t>
            </a:r>
          </a:p>
        </p:txBody>
      </p:sp>
    </p:spTree>
    <p:extLst>
      <p:ext uri="{BB962C8B-B14F-4D97-AF65-F5344CB8AC3E}">
        <p14:creationId xmlns:p14="http://schemas.microsoft.com/office/powerpoint/2010/main" val="313390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E7710-6E70-9107-DA21-E5E4D4F9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BABCEC-4C9F-CF95-52DD-87B0C24484D3}"/>
              </a:ext>
            </a:extLst>
          </p:cNvPr>
          <p:cNvSpPr txBox="1"/>
          <p:nvPr/>
        </p:nvSpPr>
        <p:spPr>
          <a:xfrm>
            <a:off x="594360" y="962098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Delimiters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Delimiters are especially useful when: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Working with long text inputs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Handling structured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Passing code snippets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Providing multiple examples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Preventing instruction mixing</a:t>
            </a:r>
          </a:p>
        </p:txBody>
      </p:sp>
    </p:spTree>
    <p:extLst>
      <p:ext uri="{BB962C8B-B14F-4D97-AF65-F5344CB8AC3E}">
        <p14:creationId xmlns:p14="http://schemas.microsoft.com/office/powerpoint/2010/main" val="2196425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D04B5-0536-12F2-9638-B13E8D36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6EB8C9-DA3C-F773-BF17-87EF647A08A9}"/>
              </a:ext>
            </a:extLst>
          </p:cNvPr>
          <p:cNvSpPr txBox="1"/>
          <p:nvPr/>
        </p:nvSpPr>
        <p:spPr>
          <a:xfrm>
            <a:off x="594360" y="962098"/>
            <a:ext cx="107807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Format Constraint – Forcing Structured Output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Format Constraint?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 Constraint is a prompting technique where we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force AI to provide output in a specific structure or format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formats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Markdown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 Points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XML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Blocks</a:t>
            </a:r>
          </a:p>
        </p:txBody>
      </p:sp>
    </p:spTree>
    <p:extLst>
      <p:ext uri="{BB962C8B-B14F-4D97-AF65-F5344CB8AC3E}">
        <p14:creationId xmlns:p14="http://schemas.microsoft.com/office/powerpoint/2010/main" val="1030655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7A4B-C4C2-2E4E-15AA-B70E3FE84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BF888-EAEA-B51B-73C6-FDECB4A8FF88}"/>
              </a:ext>
            </a:extLst>
          </p:cNvPr>
          <p:cNvSpPr txBox="1"/>
          <p:nvPr/>
        </p:nvSpPr>
        <p:spPr>
          <a:xfrm>
            <a:off x="594360" y="962098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Format Constraint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have uploaded a csv file. The file contains student data.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student information for John, Age 20, Course AI.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might respond in random format.</a:t>
            </a:r>
          </a:p>
        </p:txBody>
      </p:sp>
    </p:spTree>
    <p:extLst>
      <p:ext uri="{BB962C8B-B14F-4D97-AF65-F5344CB8AC3E}">
        <p14:creationId xmlns:p14="http://schemas.microsoft.com/office/powerpoint/2010/main" val="3774681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BC219-12FD-80C5-4106-F4C35F1D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69F05E-D260-0F91-A107-18CEE88C0C75}"/>
              </a:ext>
            </a:extLst>
          </p:cNvPr>
          <p:cNvSpPr txBox="1"/>
          <p:nvPr/>
        </p:nvSpPr>
        <p:spPr>
          <a:xfrm>
            <a:off x="594360" y="632914"/>
            <a:ext cx="1078077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JSON Format Constraint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have uploaded a csv file. The file contains student data.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student information in JSON format.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 Details: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Name: John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Age: 20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Course: AI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 Output From AI: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"name": "John",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"age": 20,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"course": "AI"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6349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D28B4-2152-14AB-05D9-F8A5B10C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12BBAE-C8AC-4852-6C0F-FFAA13098845}"/>
              </a:ext>
            </a:extLst>
          </p:cNvPr>
          <p:cNvSpPr txBox="1"/>
          <p:nvPr/>
        </p:nvSpPr>
        <p:spPr>
          <a:xfrm>
            <a:off x="594360" y="303730"/>
            <a:ext cx="1078077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Markdown Format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Machine Learning in markdown format using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headings and bullet points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Output: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Machine Learning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 What is Machine Learning?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Machine Learning (ML) is a branch of Artificial Intelligence (AI).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It allows computers to learn patterns from data.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ML models make predictions or decisions based on input data.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 Why is Machine Learning Important?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Helps automate complex decision-making.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Used in real-world applications such as: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Recommendation systems (Netflix, Amazon)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Fraud detection in banking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Speech recognition (Alexa, Siri)</a:t>
            </a:r>
          </a:p>
        </p:txBody>
      </p:sp>
    </p:spTree>
    <p:extLst>
      <p:ext uri="{BB962C8B-B14F-4D97-AF65-F5344CB8AC3E}">
        <p14:creationId xmlns:p14="http://schemas.microsoft.com/office/powerpoint/2010/main" val="3241877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45388-DCFC-42BF-E457-00E91E92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16E7D3-3CEE-5DE8-AC4D-EDDA2BABC7F4}"/>
              </a:ext>
            </a:extLst>
          </p:cNvPr>
          <p:cNvSpPr txBox="1"/>
          <p:nvPr/>
        </p:nvSpPr>
        <p:spPr>
          <a:xfrm>
            <a:off x="594360" y="632914"/>
            <a:ext cx="107807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Table Format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comparison of Python and Java in table format.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6CFEB9-0D34-DA0D-AEE6-29044C91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75" y="3072239"/>
            <a:ext cx="9436387" cy="297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72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883F-6C92-D751-40DE-3AEDC35D6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DB39EC-8AA3-FEC1-3673-092E412C8D82}"/>
              </a:ext>
            </a:extLst>
          </p:cNvPr>
          <p:cNvSpPr txBox="1"/>
          <p:nvPr/>
        </p:nvSpPr>
        <p:spPr>
          <a:xfrm>
            <a:off x="594360" y="632914"/>
            <a:ext cx="107807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Format Constraint is Important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Structured output helps: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Integrate AI output into applications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Automate workflows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data machine-readable</a:t>
            </a:r>
          </a:p>
        </p:txBody>
      </p:sp>
    </p:spTree>
    <p:extLst>
      <p:ext uri="{BB962C8B-B14F-4D97-AF65-F5344CB8AC3E}">
        <p14:creationId xmlns:p14="http://schemas.microsoft.com/office/powerpoint/2010/main" val="3082542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91792-46E2-08F6-4A34-F263B0D1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5F1A3B-CEDA-7908-4BD2-B59FC14CC957}"/>
              </a:ext>
            </a:extLst>
          </p:cNvPr>
          <p:cNvSpPr txBox="1"/>
          <p:nvPr/>
        </p:nvSpPr>
        <p:spPr>
          <a:xfrm>
            <a:off x="594360" y="632914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Format Constraint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this technique when: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Building APIs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Exporting structured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Automating reports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Developing AI applications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Generating code</a:t>
            </a:r>
          </a:p>
        </p:txBody>
      </p:sp>
    </p:spTree>
    <p:extLst>
      <p:ext uri="{BB962C8B-B14F-4D97-AF65-F5344CB8AC3E}">
        <p14:creationId xmlns:p14="http://schemas.microsoft.com/office/powerpoint/2010/main" val="1592637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8584-4EF9-BDC1-20DD-11C6F042A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084E19-8B71-7229-236F-C7F4FF7235A4}"/>
              </a:ext>
            </a:extLst>
          </p:cNvPr>
          <p:cNvSpPr txBox="1"/>
          <p:nvPr/>
        </p:nvSpPr>
        <p:spPr>
          <a:xfrm>
            <a:off x="594360" y="248866"/>
            <a:ext cx="1078077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above Techniques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work best when combined.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Combined Prompt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professional data analyst who explains concepts clearly and formally.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the dataset below.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increased by 15% in January.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decreased by 3% in February.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decreased by 1% in March.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output in JSON format with fields: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Trend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Insight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875739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255</TotalTime>
  <Words>686</Words>
  <Application>Microsoft Office PowerPoint</Application>
  <PresentationFormat>Widescreen</PresentationFormat>
  <Paragraphs>172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80</cp:revision>
  <dcterms:created xsi:type="dcterms:W3CDTF">2025-09-22T02:44:38Z</dcterms:created>
  <dcterms:modified xsi:type="dcterms:W3CDTF">2026-05-08T17:52:05Z</dcterms:modified>
</cp:coreProperties>
</file>