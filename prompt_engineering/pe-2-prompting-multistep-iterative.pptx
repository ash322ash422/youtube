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0"/>
  </p:handoutMasterIdLst>
  <p:sldIdLst>
    <p:sldId id="257" r:id="rId2"/>
    <p:sldId id="281" r:id="rId3"/>
    <p:sldId id="282" r:id="rId4"/>
    <p:sldId id="283" r:id="rId5"/>
    <p:sldId id="284" r:id="rId6"/>
    <p:sldId id="285" r:id="rId7"/>
    <p:sldId id="269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Advanced Prompting: 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&amp; Iterative Refinement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7326-3770-F0BF-A4DC-89F69DBF6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1F0C0A-3B4F-F885-3134-4DAB1B02C32E}"/>
              </a:ext>
            </a:extLst>
          </p:cNvPr>
          <p:cNvSpPr txBox="1"/>
          <p:nvPr/>
        </p:nvSpPr>
        <p:spPr>
          <a:xfrm>
            <a:off x="310896" y="632914"/>
            <a:ext cx="1151229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Multi-step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Breaking one task into smaller steps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Iterative refinement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Improving output step-by-step using feedback</a:t>
            </a:r>
          </a:p>
        </p:txBody>
      </p:sp>
    </p:spTree>
    <p:extLst>
      <p:ext uri="{BB962C8B-B14F-4D97-AF65-F5344CB8AC3E}">
        <p14:creationId xmlns:p14="http://schemas.microsoft.com/office/powerpoint/2010/main" val="912228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EFFB8-79AE-5D51-5E80-39EC2DF05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305594-1E6D-72CE-0890-7EBEFDD1F568}"/>
              </a:ext>
            </a:extLst>
          </p:cNvPr>
          <p:cNvSpPr txBox="1"/>
          <p:nvPr/>
        </p:nvSpPr>
        <p:spPr>
          <a:xfrm>
            <a:off x="201168" y="285442"/>
            <a:ext cx="53035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Multi-Step Prompting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Weak Prompt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construction report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Output: Generic, low quality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7389CC-E80E-7626-B379-7B43A1523F77}"/>
              </a:ext>
            </a:extLst>
          </p:cNvPr>
          <p:cNvSpPr txBox="1"/>
          <p:nvPr/>
        </p:nvSpPr>
        <p:spPr>
          <a:xfrm>
            <a:off x="64008" y="3200400"/>
            <a:ext cx="103875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Multi-Step Prompt (Structured Thinking)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1: Analyze the raw construction data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2: Identify key progress, issues, and resources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3: Generate a structured report with sections: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Summary, Progress, Issues, Next Steps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4: Ensure professional tone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6B0AE4-EFAB-E0B9-81BA-BA925FE937DA}"/>
              </a:ext>
            </a:extLst>
          </p:cNvPr>
          <p:cNvSpPr txBox="1"/>
          <p:nvPr/>
        </p:nvSpPr>
        <p:spPr>
          <a:xfrm>
            <a:off x="6707124" y="5515193"/>
            <a:ext cx="3954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forcing AI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in sequence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skip steps</a:t>
            </a:r>
          </a:p>
        </p:txBody>
      </p:sp>
    </p:spTree>
    <p:extLst>
      <p:ext uri="{BB962C8B-B14F-4D97-AF65-F5344CB8AC3E}">
        <p14:creationId xmlns:p14="http://schemas.microsoft.com/office/powerpoint/2010/main" val="2912113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7335-709E-37D7-A771-97B07775B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E24855-0C61-712C-94A4-A76B0859C9F2}"/>
              </a:ext>
            </a:extLst>
          </p:cNvPr>
          <p:cNvSpPr txBox="1"/>
          <p:nvPr/>
        </p:nvSpPr>
        <p:spPr>
          <a:xfrm>
            <a:off x="201168" y="285442"/>
            <a:ext cx="888796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Example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from construction: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foundation done, structure 70%, delay due to rain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E1B154-3267-653E-4197-D4914E4E2EAA}"/>
              </a:ext>
            </a:extLst>
          </p:cNvPr>
          <p:cNvSpPr txBox="1"/>
          <p:nvPr/>
        </p:nvSpPr>
        <p:spPr>
          <a:xfrm>
            <a:off x="139446" y="2860286"/>
            <a:ext cx="90114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First extract key information from the input.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organize it into categories: progress, issues.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Finally generate a professional construction report.</a:t>
            </a:r>
          </a:p>
        </p:txBody>
      </p:sp>
    </p:spTree>
    <p:extLst>
      <p:ext uri="{BB962C8B-B14F-4D97-AF65-F5344CB8AC3E}">
        <p14:creationId xmlns:p14="http://schemas.microsoft.com/office/powerpoint/2010/main" val="2627196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50E1-8CE2-2F8F-293A-50D223B2D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A4C7DC-31D1-0FAE-9F8C-6767D037A414}"/>
              </a:ext>
            </a:extLst>
          </p:cNvPr>
          <p:cNvSpPr txBox="1"/>
          <p:nvPr/>
        </p:nvSpPr>
        <p:spPr>
          <a:xfrm>
            <a:off x="201168" y="285442"/>
            <a:ext cx="88879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Iterative Refinement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Idea: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First output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draft, not final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BC63CA-9221-B8F4-ED75-F321FA21EC80}"/>
              </a:ext>
            </a:extLst>
          </p:cNvPr>
          <p:cNvSpPr txBox="1"/>
          <p:nvPr/>
        </p:nvSpPr>
        <p:spPr>
          <a:xfrm>
            <a:off x="201168" y="2274838"/>
            <a:ext cx="61904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🧾 Step-by-Step Example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Initial Prompt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Write an email for project delay</a:t>
            </a:r>
          </a:p>
          <a:p>
            <a:pPr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Output: Basic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DF084-6AF9-066A-846F-FA804B5A7859}"/>
              </a:ext>
            </a:extLst>
          </p:cNvPr>
          <p:cNvSpPr txBox="1"/>
          <p:nvPr/>
        </p:nvSpPr>
        <p:spPr>
          <a:xfrm>
            <a:off x="201168" y="5327827"/>
            <a:ext cx="91714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Improve Tone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Make the email more polite and reassuring</a:t>
            </a:r>
          </a:p>
        </p:txBody>
      </p:sp>
    </p:spTree>
    <p:extLst>
      <p:ext uri="{BB962C8B-B14F-4D97-AF65-F5344CB8AC3E}">
        <p14:creationId xmlns:p14="http://schemas.microsoft.com/office/powerpoint/2010/main" val="2996085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CED8C-EFBF-C5DC-A7C2-12E877B18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3E3A568-71AE-ABB9-AAE2-4436E2DDF950}"/>
              </a:ext>
            </a:extLst>
          </p:cNvPr>
          <p:cNvSpPr txBox="1"/>
          <p:nvPr/>
        </p:nvSpPr>
        <p:spPr>
          <a:xfrm>
            <a:off x="214884" y="361295"/>
            <a:ext cx="92948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3: Add Business Detail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Add reason: rain delay and material shortage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Keep it concise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E1917-5247-1FD4-56FA-3A137C1B3C1A}"/>
              </a:ext>
            </a:extLst>
          </p:cNvPr>
          <p:cNvSpPr txBox="1"/>
          <p:nvPr/>
        </p:nvSpPr>
        <p:spPr>
          <a:xfrm>
            <a:off x="214884" y="2484043"/>
            <a:ext cx="84261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4: Final Polish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Make it suitable for high-value investors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D84444-5047-7F16-ECCB-247883F85EC9}"/>
              </a:ext>
            </a:extLst>
          </p:cNvPr>
          <p:cNvSpPr txBox="1"/>
          <p:nvPr/>
        </p:nvSpPr>
        <p:spPr>
          <a:xfrm>
            <a:off x="214884" y="4135088"/>
            <a:ext cx="78775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What’s happening?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You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Guiding AI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Refining output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Moving toward business quality </a:t>
            </a:r>
          </a:p>
        </p:txBody>
      </p:sp>
    </p:spTree>
    <p:extLst>
      <p:ext uri="{BB962C8B-B14F-4D97-AF65-F5344CB8AC3E}">
        <p14:creationId xmlns:p14="http://schemas.microsoft.com/office/powerpoint/2010/main" val="3526626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5F30BCE-B918-8244-CD0F-4F408B07586F}"/>
              </a:ext>
            </a:extLst>
          </p:cNvPr>
          <p:cNvSpPr txBox="1"/>
          <p:nvPr/>
        </p:nvSpPr>
        <p:spPr>
          <a:xfrm>
            <a:off x="338328" y="511386"/>
            <a:ext cx="100035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Combined Example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this: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1: Extract key details from raw notes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2: Generate a structured report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3: Improve tone for client presentation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4: Make it concise and professional</a:t>
            </a:r>
          </a:p>
          <a:p>
            <a:pPr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This combines BOTH techniques</a:t>
            </a:r>
          </a:p>
        </p:txBody>
      </p:sp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F83F-CC0B-EBD0-83A9-B6B5C6F14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2959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288</TotalTime>
  <Words>283</Words>
  <Application>Microsoft Office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103</cp:revision>
  <dcterms:created xsi:type="dcterms:W3CDTF">2025-09-22T02:44:38Z</dcterms:created>
  <dcterms:modified xsi:type="dcterms:W3CDTF">2026-04-20T19:36:46Z</dcterms:modified>
</cp:coreProperties>
</file>