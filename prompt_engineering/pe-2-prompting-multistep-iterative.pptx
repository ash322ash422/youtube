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57" r:id="rId2"/>
    <p:sldId id="281" r:id="rId3"/>
    <p:sldId id="282" r:id="rId4"/>
    <p:sldId id="283" r:id="rId5"/>
    <p:sldId id="284" r:id="rId6"/>
    <p:sldId id="287" r:id="rId7"/>
    <p:sldId id="285" r:id="rId8"/>
    <p:sldId id="288" r:id="rId9"/>
    <p:sldId id="269" r:id="rId10"/>
    <p:sldId id="2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Prompting: 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&amp; Iterative Refinement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7326-3770-F0BF-A4DC-89F69DBF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F0C0A-3B4F-F885-3134-4DAB1B02C32E}"/>
              </a:ext>
            </a:extLst>
          </p:cNvPr>
          <p:cNvSpPr txBox="1"/>
          <p:nvPr/>
        </p:nvSpPr>
        <p:spPr>
          <a:xfrm>
            <a:off x="202692" y="696922"/>
            <a:ext cx="58933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Multi-step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Breaking one task into smaller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F7177-4004-C235-D1C9-199A51591286}"/>
              </a:ext>
            </a:extLst>
          </p:cNvPr>
          <p:cNvSpPr txBox="1"/>
          <p:nvPr/>
        </p:nvSpPr>
        <p:spPr>
          <a:xfrm>
            <a:off x="6204204" y="632914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Iterative refinement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Improving output step-by-step using feedback</a:t>
            </a:r>
          </a:p>
        </p:txBody>
      </p:sp>
    </p:spTree>
    <p:extLst>
      <p:ext uri="{BB962C8B-B14F-4D97-AF65-F5344CB8AC3E}">
        <p14:creationId xmlns:p14="http://schemas.microsoft.com/office/powerpoint/2010/main" val="91222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EFFB8-79AE-5D51-5E80-39EC2DF0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05594-1E6D-72CE-0890-7EBEFDD1F568}"/>
              </a:ext>
            </a:extLst>
          </p:cNvPr>
          <p:cNvSpPr txBox="1"/>
          <p:nvPr/>
        </p:nvSpPr>
        <p:spPr>
          <a:xfrm>
            <a:off x="201168" y="285442"/>
            <a:ext cx="5303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Multi-Step Prompting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❌ Weak Prompt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construction report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Output: Generic, low 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389CC-E80E-7626-B379-7B43A1523F77}"/>
              </a:ext>
            </a:extLst>
          </p:cNvPr>
          <p:cNvSpPr txBox="1"/>
          <p:nvPr/>
        </p:nvSpPr>
        <p:spPr>
          <a:xfrm>
            <a:off x="64008" y="3200400"/>
            <a:ext cx="103875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Multi-Step Prompt (Structured Thinking) – 1 giant prompt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1: Analyze the raw construction data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2: Identify key progress, issues, and resources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3: Generate a structured report with sections:</a:t>
            </a:r>
          </a:p>
          <a:p>
            <a:pPr lvl="2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Summary, Progress, Issues, Next Steps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4: Ensure professional tone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B0AE4-EFAB-E0B9-81BA-BA925FE937DA}"/>
              </a:ext>
            </a:extLst>
          </p:cNvPr>
          <p:cNvSpPr txBox="1"/>
          <p:nvPr/>
        </p:nvSpPr>
        <p:spPr>
          <a:xfrm>
            <a:off x="6707124" y="5515193"/>
            <a:ext cx="3954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forcing AI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in sequence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skip steps</a:t>
            </a:r>
          </a:p>
        </p:txBody>
      </p:sp>
    </p:spTree>
    <p:extLst>
      <p:ext uri="{BB962C8B-B14F-4D97-AF65-F5344CB8AC3E}">
        <p14:creationId xmlns:p14="http://schemas.microsoft.com/office/powerpoint/2010/main" val="291211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7335-709E-37D7-A771-97B07775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E24855-0C61-712C-94A4-A76B0859C9F2}"/>
              </a:ext>
            </a:extLst>
          </p:cNvPr>
          <p:cNvSpPr txBox="1"/>
          <p:nvPr/>
        </p:nvSpPr>
        <p:spPr>
          <a:xfrm>
            <a:off x="201168" y="285442"/>
            <a:ext cx="88879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from construction: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“foundation done, structure 70%, delay due to rain”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1B154-3267-653E-4197-D4914E4E2EAA}"/>
              </a:ext>
            </a:extLst>
          </p:cNvPr>
          <p:cNvSpPr txBox="1"/>
          <p:nvPr/>
        </p:nvSpPr>
        <p:spPr>
          <a:xfrm>
            <a:off x="139446" y="2860286"/>
            <a:ext cx="90114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extract key information from the input.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organize it into categories: progress, issues.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 generate a professional construction report.</a:t>
            </a:r>
          </a:p>
        </p:txBody>
      </p:sp>
    </p:spTree>
    <p:extLst>
      <p:ext uri="{BB962C8B-B14F-4D97-AF65-F5344CB8AC3E}">
        <p14:creationId xmlns:p14="http://schemas.microsoft.com/office/powerpoint/2010/main" val="2627196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50E1-8CE2-2F8F-293A-50D223B2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A4C7DC-31D1-0FAE-9F8C-6767D037A414}"/>
              </a:ext>
            </a:extLst>
          </p:cNvPr>
          <p:cNvSpPr txBox="1"/>
          <p:nvPr/>
        </p:nvSpPr>
        <p:spPr>
          <a:xfrm>
            <a:off x="201168" y="285442"/>
            <a:ext cx="48554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Iterative Refinement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First output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draft, not final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BC63CA-9221-B8F4-ED75-F321FA21EC80}"/>
              </a:ext>
            </a:extLst>
          </p:cNvPr>
          <p:cNvSpPr txBox="1"/>
          <p:nvPr/>
        </p:nvSpPr>
        <p:spPr>
          <a:xfrm>
            <a:off x="201168" y="2274838"/>
            <a:ext cx="4105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🧾 Step-by-Step Example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Initial Prompt1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Write an email for project delay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Output: Basic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07540-534B-6B9C-EEA4-011AAF501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200" y="143595"/>
            <a:ext cx="7525800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8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AC41-653D-8A6A-5C47-1A418301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BF95C55-6EC5-D65A-2CC0-D813BC06E60E}"/>
              </a:ext>
            </a:extLst>
          </p:cNvPr>
          <p:cNvSpPr txBox="1"/>
          <p:nvPr/>
        </p:nvSpPr>
        <p:spPr>
          <a:xfrm>
            <a:off x="64008" y="408355"/>
            <a:ext cx="4910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Improve Tone – Prompt2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Make the email more polite and reassuring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725ED-7B31-AEC5-4E8F-E4D73B0AA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560" y="108134"/>
            <a:ext cx="7573432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CED8C-EFBF-C5DC-A7C2-12E877B1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E3A568-71AE-ABB9-AAE2-4436E2DDF950}"/>
              </a:ext>
            </a:extLst>
          </p:cNvPr>
          <p:cNvSpPr txBox="1"/>
          <p:nvPr/>
        </p:nvSpPr>
        <p:spPr>
          <a:xfrm>
            <a:off x="214884" y="361295"/>
            <a:ext cx="52075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Add Business Detail – Prompt3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Add reason: rain delay and material shortage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Keep it concise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41E58C-0031-C187-08C3-094AFD0C3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413" y="1353312"/>
            <a:ext cx="8178704" cy="496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2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03B5-5A8C-36F4-4D63-67A7AE286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3AB8A41-99D8-23B1-D0A0-93BEC827D685}"/>
              </a:ext>
            </a:extLst>
          </p:cNvPr>
          <p:cNvSpPr txBox="1"/>
          <p:nvPr/>
        </p:nvSpPr>
        <p:spPr>
          <a:xfrm>
            <a:off x="214884" y="289483"/>
            <a:ext cx="4302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Final Polish – Prompt4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Make it suitable for high-value investors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FFB8F0-1620-08A7-8022-FC48A4BEFE0A}"/>
              </a:ext>
            </a:extLst>
          </p:cNvPr>
          <p:cNvSpPr txBox="1"/>
          <p:nvPr/>
        </p:nvSpPr>
        <p:spPr>
          <a:xfrm>
            <a:off x="141732" y="3065240"/>
            <a:ext cx="41010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What’s happening?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You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Guiding 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Refining output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Moving toward business quality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415E2-7452-48A0-0087-5394ED9F1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200" y="68770"/>
            <a:ext cx="7525800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0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F30BCE-B918-8244-CD0F-4F408B07586F}"/>
              </a:ext>
            </a:extLst>
          </p:cNvPr>
          <p:cNvSpPr txBox="1"/>
          <p:nvPr/>
        </p:nvSpPr>
        <p:spPr>
          <a:xfrm>
            <a:off x="338328" y="511386"/>
            <a:ext cx="100035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Combined Example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this: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1: Write an email for project delay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2: Make the email more polite and reassuring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3: Add reason: rain delay and material shortage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Keep it concise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4: Make it suitable for high-value investors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This combines BOTH techniques</a:t>
            </a:r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F83F-CC0B-EBD0-83A9-B6B5C6F1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95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301</TotalTime>
  <Words>305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105</cp:revision>
  <dcterms:created xsi:type="dcterms:W3CDTF">2025-09-22T02:44:38Z</dcterms:created>
  <dcterms:modified xsi:type="dcterms:W3CDTF">2026-05-27T14:19:18Z</dcterms:modified>
</cp:coreProperties>
</file>