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9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3028950" y="1247013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Optimization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B5C87-7FA4-6E9F-1682-F237EFBD5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32F8BA-CFE5-F7F9-E5BE-B3378DDE6B1B}"/>
              </a:ext>
            </a:extLst>
          </p:cNvPr>
          <p:cNvSpPr txBox="1"/>
          <p:nvPr/>
        </p:nvSpPr>
        <p:spPr>
          <a:xfrm>
            <a:off x="1458468" y="2618524"/>
            <a:ext cx="88102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</a:t>
            </a:r>
            <a:r>
              <a:rPr lang="en-IN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</a:t>
            </a:r>
            <a:r>
              <a:rPr lang="en-IN" sz="320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 prompt </a:t>
            </a:r>
            <a:r>
              <a:rPr lang="en-IN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65223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47CC9-2F07-77CB-7B66-F8557E1F0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AD6C0D-FCDC-FFB8-35AB-45C7D82C11C1}"/>
              </a:ext>
            </a:extLst>
          </p:cNvPr>
          <p:cNvSpPr txBox="1"/>
          <p:nvPr/>
        </p:nvSpPr>
        <p:spPr>
          <a:xfrm>
            <a:off x="312420" y="798868"/>
            <a:ext cx="115671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 with Clear Directives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Role Prompting: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Assign a specific persona to the AI. Tell it to act as an expert </a:t>
            </a:r>
          </a:p>
          <a:p>
            <a:pPr lvl="0"/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e.g.,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"Act as a senior software architect"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"You are a seasoned copywriter"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  <a:p>
            <a:pPr lvl="0"/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Lead with Action Verbs: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Start your instructions with clear commands like</a:t>
            </a:r>
          </a:p>
          <a:p>
            <a:pPr lvl="0"/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IN" sz="2400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," "Summarize," "Rewrite,"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"Generate.“</a:t>
            </a:r>
          </a:p>
          <a:p>
            <a:pPr lvl="0"/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Separate Context from Instructions: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 clear delimiters like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triple quotes ("""),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XML tags (&lt;context&gt;&lt;/context&gt;), or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markdown headers </a:t>
            </a:r>
          </a:p>
          <a:p>
            <a:pPr lvl="0"/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isolate background data from the actual task.</a:t>
            </a:r>
          </a:p>
        </p:txBody>
      </p:sp>
    </p:spTree>
    <p:extLst>
      <p:ext uri="{BB962C8B-B14F-4D97-AF65-F5344CB8AC3E}">
        <p14:creationId xmlns:p14="http://schemas.microsoft.com/office/powerpoint/2010/main" val="3360034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21CF-1ACE-E84A-0E78-2535C1039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4939AF-4887-EA66-C2CE-B0F7B694439B}"/>
              </a:ext>
            </a:extLst>
          </p:cNvPr>
          <p:cNvSpPr txBox="1"/>
          <p:nvPr/>
        </p:nvSpPr>
        <p:spPr>
          <a:xfrm>
            <a:off x="312420" y="798868"/>
            <a:ext cx="11567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Implement Few-Shot Prompting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Examples: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/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the AI exactly what a "good" output looks like. If you want a specific sentiment analysis format, provide 2–3 examples of inputs and their ideal outputs before asking it to process the new data.</a:t>
            </a:r>
          </a:p>
        </p:txBody>
      </p:sp>
    </p:spTree>
    <p:extLst>
      <p:ext uri="{BB962C8B-B14F-4D97-AF65-F5344CB8AC3E}">
        <p14:creationId xmlns:p14="http://schemas.microsoft.com/office/powerpoint/2010/main" val="2640579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28A3-8C50-BC28-F416-616AE9E7B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9036DA-6511-E323-5EE2-3EB545540E40}"/>
              </a:ext>
            </a:extLst>
          </p:cNvPr>
          <p:cNvSpPr txBox="1"/>
          <p:nvPr/>
        </p:nvSpPr>
        <p:spPr>
          <a:xfrm>
            <a:off x="312420" y="798868"/>
            <a:ext cx="1156716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Guide the Reasoning Process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Chain-of-Thought (</a:t>
            </a:r>
            <a:r>
              <a:rPr lang="en-IN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CoT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complex logic, math, or multi-step tasks, explicitly instruct the AI to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"Think step-by-step before arriving at the final answer."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/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reduces hallucinations and improves accuracy.</a:t>
            </a:r>
          </a:p>
          <a:p>
            <a:pPr lvl="0"/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Specify Negative Constraints: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Tell the AI what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do . EXAMPLE –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"Do not use technical jargon,"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"Do not include introductory or concluding remarks,"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"Avoid passive voice"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999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073B0-DED6-117F-C1C1-23D57A2A8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F19C9B-0632-71BD-C782-1E262FBC3FD5}"/>
              </a:ext>
            </a:extLst>
          </p:cNvPr>
          <p:cNvSpPr txBox="1"/>
          <p:nvPr/>
        </p:nvSpPr>
        <p:spPr>
          <a:xfrm>
            <a:off x="312420" y="798868"/>
            <a:ext cx="115671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Define the Output Format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Explicitly State the Layout: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Demand a specific structure, such as a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markdown table,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 object,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bulleted list, or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strict two-paragraph limit.</a:t>
            </a:r>
          </a:p>
          <a:p>
            <a:pPr lvl="1"/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Set Tone and Audience: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Define the parameters of the output. EXAMPLE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"Write in a casual tone suitable for a 10-year-old"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"Use a formal, data-driven tone for an executive board"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06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D962-E37A-64CB-B55C-17F8826C4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B792A8-EB4F-CB1F-01B7-4E1DA3EDE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920934"/>
              </p:ext>
            </p:extLst>
          </p:nvPr>
        </p:nvGraphicFramePr>
        <p:xfrm>
          <a:off x="609600" y="1492980"/>
          <a:ext cx="10701528" cy="44157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91968">
                  <a:extLst>
                    <a:ext uri="{9D8B030D-6E8A-4147-A177-3AD203B41FA5}">
                      <a16:colId xmlns:a16="http://schemas.microsoft.com/office/drawing/2014/main" val="681171754"/>
                    </a:ext>
                  </a:extLst>
                </a:gridCol>
                <a:gridCol w="4370832">
                  <a:extLst>
                    <a:ext uri="{9D8B030D-6E8A-4147-A177-3AD203B41FA5}">
                      <a16:colId xmlns:a16="http://schemas.microsoft.com/office/drawing/2014/main" val="2323526951"/>
                    </a:ext>
                  </a:extLst>
                </a:gridCol>
                <a:gridCol w="3538728">
                  <a:extLst>
                    <a:ext uri="{9D8B030D-6E8A-4147-A177-3AD203B41FA5}">
                      <a16:colId xmlns:a16="http://schemas.microsoft.com/office/drawing/2014/main" val="1490532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Unoptimized Prompt (Poor)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Optimized Prompt (Excellent)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Why it's better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868328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Tell me how to fix a leaky faucet.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Act as a master plumber.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Give me a step-by-step, bulleted guide for a beginner to fix a leaking compression kitchen faucet. List required tools first.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Do not use complex plumbing jargon.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Establishes a </a:t>
                      </a:r>
                      <a:r>
                        <a:rPr lang="en-IN" sz="1800" b="1" kern="100" dirty="0">
                          <a:effectLst/>
                        </a:rPr>
                        <a:t>persona</a:t>
                      </a:r>
                      <a:r>
                        <a:rPr lang="en-IN" sz="1800" kern="100" dirty="0">
                          <a:effectLst/>
                        </a:rPr>
                        <a:t>, sets a target </a:t>
                      </a:r>
                      <a:r>
                        <a:rPr lang="en-IN" sz="1800" b="1" kern="100" dirty="0">
                          <a:effectLst/>
                        </a:rPr>
                        <a:t>audience</a:t>
                      </a:r>
                      <a:r>
                        <a:rPr lang="en-IN" sz="1800" kern="100" dirty="0">
                          <a:effectLst/>
                        </a:rPr>
                        <a:t>, mandates a specific </a:t>
                      </a:r>
                      <a:r>
                        <a:rPr lang="en-IN" sz="1800" b="1" kern="100" dirty="0">
                          <a:effectLst/>
                        </a:rPr>
                        <a:t>structure</a:t>
                      </a:r>
                      <a:r>
                        <a:rPr lang="en-IN" sz="1800" kern="100" dirty="0">
                          <a:effectLst/>
                        </a:rPr>
                        <a:t>, and applies </a:t>
                      </a:r>
                      <a:r>
                        <a:rPr lang="en-IN" sz="1800" b="1" kern="100" dirty="0">
                          <a:effectLst/>
                        </a:rPr>
                        <a:t>negative constraints.</a:t>
                      </a:r>
                      <a:endParaRPr lang="en-IN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56620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Write an email about project delays.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Draft a professional email to a client explaining a 2-week delay on the website redesign due to unexpected server migration issues.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Tone should be apologetic yet reassuring. Keep it under 150 words.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Provides crucial </a:t>
                      </a:r>
                      <a:r>
                        <a:rPr lang="en-IN" sz="1800" b="1" kern="100" dirty="0">
                          <a:effectLst/>
                        </a:rPr>
                        <a:t>context</a:t>
                      </a:r>
                      <a:r>
                        <a:rPr lang="en-IN" sz="1800" kern="100" dirty="0">
                          <a:effectLst/>
                        </a:rPr>
                        <a:t>, defines the exact </a:t>
                      </a:r>
                      <a:r>
                        <a:rPr lang="en-IN" sz="1800" b="1" kern="100" dirty="0">
                          <a:effectLst/>
                        </a:rPr>
                        <a:t>tone</a:t>
                      </a:r>
                      <a:r>
                        <a:rPr lang="en-IN" sz="1800" kern="100" dirty="0">
                          <a:effectLst/>
                        </a:rPr>
                        <a:t>, and enforces a strict </a:t>
                      </a:r>
                      <a:r>
                        <a:rPr lang="en-IN" sz="1800" b="1" kern="100" dirty="0">
                          <a:effectLst/>
                        </a:rPr>
                        <a:t>length</a:t>
                      </a:r>
                      <a:r>
                        <a:rPr lang="en-IN" sz="1800" kern="100" dirty="0">
                          <a:effectLst/>
                        </a:rPr>
                        <a:t> </a:t>
                      </a:r>
                      <a:r>
                        <a:rPr lang="en-IN" sz="1800" b="1" kern="100" dirty="0">
                          <a:effectLst/>
                        </a:rPr>
                        <a:t>constraint</a:t>
                      </a:r>
                      <a:r>
                        <a:rPr lang="en-IN" sz="1800" kern="100" dirty="0">
                          <a:effectLst/>
                        </a:rPr>
                        <a:t>.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66440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651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417</TotalTime>
  <Words>440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129</cp:revision>
  <dcterms:created xsi:type="dcterms:W3CDTF">2025-09-22T02:44:38Z</dcterms:created>
  <dcterms:modified xsi:type="dcterms:W3CDTF">2026-09-22T12:14:15Z</dcterms:modified>
</cp:coreProperties>
</file>