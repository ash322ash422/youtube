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– Exploring Multiple Reasoning Paths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Tree of Thoughts?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 prompting technique where AI is encouraged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 multiple possible reasoning paths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choosing the best solution.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following only one thinking path, AI: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multiple ideas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Evaluates each idea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Selects the best possible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mimics human brainstorming.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F274-D95C-6E00-5D39-3E376707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FBC02-FAA0-59F1-6A02-1825378FDBF6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a business idea for a small town.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might give only one idea without exploring alternatives.</a:t>
            </a:r>
          </a:p>
        </p:txBody>
      </p:sp>
    </p:spTree>
    <p:extLst>
      <p:ext uri="{BB962C8B-B14F-4D97-AF65-F5344CB8AC3E}">
        <p14:creationId xmlns:p14="http://schemas.microsoft.com/office/powerpoint/2010/main" val="139945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00C3-1D24-EFD1-6D80-D2448EC0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ABDA12-51D0-1016-9094-F550B1BE8333}"/>
              </a:ext>
            </a:extLst>
          </p:cNvPr>
          <p:cNvSpPr txBox="1"/>
          <p:nvPr/>
        </p:nvSpPr>
        <p:spPr>
          <a:xfrm>
            <a:off x="594360" y="962098"/>
            <a:ext cx="107807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 three different business ideas for a small town.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 benefits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Explain risks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Suggest expected profitability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choose the best idea and justify your choice.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forces AI to explore multiple reasoning paths.</a:t>
            </a:r>
          </a:p>
        </p:txBody>
      </p:sp>
    </p:spTree>
    <p:extLst>
      <p:ext uri="{BB962C8B-B14F-4D97-AF65-F5344CB8AC3E}">
        <p14:creationId xmlns:p14="http://schemas.microsoft.com/office/powerpoint/2010/main" val="245719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D9EA-8F6E-DF89-64AE-DD750C7B9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3490B-1022-FB66-9F87-E5E7F0353D82}"/>
              </a:ext>
            </a:extLst>
          </p:cNvPr>
          <p:cNvSpPr txBox="1"/>
          <p:nvPr/>
        </p:nvSpPr>
        <p:spPr>
          <a:xfrm>
            <a:off x="594360" y="962098"/>
            <a:ext cx="107807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Tree of Thoughts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is useful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strategic decisions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Brainstorming creative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Solving complex business or technical problems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Evaluating multiple alternatives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Planning projects</a:t>
            </a:r>
          </a:p>
        </p:txBody>
      </p:sp>
    </p:spTree>
    <p:extLst>
      <p:ext uri="{BB962C8B-B14F-4D97-AF65-F5344CB8AC3E}">
        <p14:creationId xmlns:p14="http://schemas.microsoft.com/office/powerpoint/2010/main" val="243544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B52-7056-10DF-A6C3-BCC15C91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E613FD-060E-9BB1-9F8E-690F34778479}"/>
              </a:ext>
            </a:extLst>
          </p:cNvPr>
          <p:cNvSpPr txBox="1"/>
          <p:nvPr/>
        </p:nvSpPr>
        <p:spPr>
          <a:xfrm>
            <a:off x="594360" y="962098"/>
            <a:ext cx="107807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Asking AI to Critique and Improve Its Own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where AI is asked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an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Critically analyze its answer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or correct its response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technique helps AI simulate self-review and quality improvement.</a:t>
            </a:r>
          </a:p>
        </p:txBody>
      </p:sp>
    </p:spTree>
    <p:extLst>
      <p:ext uri="{BB962C8B-B14F-4D97-AF65-F5344CB8AC3E}">
        <p14:creationId xmlns:p14="http://schemas.microsoft.com/office/powerpoint/2010/main" val="3841657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56AD4-5FB2-D1D3-FCD5-4DF1BEF3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29781D-9EE0-DEB0-55AD-8492AA6D98B1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provides one response without quality review.</a:t>
            </a:r>
          </a:p>
        </p:txBody>
      </p:sp>
    </p:spTree>
    <p:extLst>
      <p:ext uri="{BB962C8B-B14F-4D97-AF65-F5344CB8AC3E}">
        <p14:creationId xmlns:p14="http://schemas.microsoft.com/office/powerpoint/2010/main" val="374212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63A9-2625-55E3-688F-2A075A04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34F403-E6E2-F064-D91B-F6920C2FA603}"/>
              </a:ext>
            </a:extLst>
          </p:cNvPr>
          <p:cNvSpPr txBox="1"/>
          <p:nvPr/>
        </p:nvSpPr>
        <p:spPr>
          <a:xfrm>
            <a:off x="594360" y="962098"/>
            <a:ext cx="10780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an email requesting leave.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writing the email: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Review the email for clarity and professionalism.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Suggest improvements.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Provide a revised version.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produces higher quality results.</a:t>
            </a:r>
          </a:p>
        </p:txBody>
      </p:sp>
    </p:spTree>
    <p:extLst>
      <p:ext uri="{BB962C8B-B14F-4D97-AF65-F5344CB8AC3E}">
        <p14:creationId xmlns:p14="http://schemas.microsoft.com/office/powerpoint/2010/main" val="192458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3FA-1786-D429-BA05-3558AC57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3FB27-8A7A-B0AC-D783-939BCC710AD6}"/>
              </a:ext>
            </a:extLst>
          </p:cNvPr>
          <p:cNvSpPr txBox="1"/>
          <p:nvPr/>
        </p:nvSpPr>
        <p:spPr>
          <a:xfrm>
            <a:off x="594360" y="962098"/>
            <a:ext cx="107807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particularly useful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improvement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summaries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Report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0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8637-34A4-5823-0295-B44C7D06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3231D9-4864-38C8-005A-92F70A4C42E9}"/>
              </a:ext>
            </a:extLst>
          </p:cNvPr>
          <p:cNvSpPr txBox="1"/>
          <p:nvPr/>
        </p:nvSpPr>
        <p:spPr>
          <a:xfrm>
            <a:off x="594360" y="962098"/>
            <a:ext cx="107807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Self-Consistency – Generating Multiple Answers and Choosing the Best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Self-Consistency?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a technique where AI is asked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multiple independent answers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the same question and then select the most reliable or common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 usually involves: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AI to generate multiple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solutions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the most logical or consistent answer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trusting one output, this method relies on repeated reasoning.</a:t>
            </a:r>
          </a:p>
        </p:txBody>
      </p:sp>
    </p:spTree>
    <p:extLst>
      <p:ext uri="{BB962C8B-B14F-4D97-AF65-F5344CB8AC3E}">
        <p14:creationId xmlns:p14="http://schemas.microsoft.com/office/powerpoint/2010/main" val="115273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BD0B6-B943-A5A3-DE01-60278E80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EF806-08E1-D525-BB87-813853BADFEC}"/>
              </a:ext>
            </a:extLst>
          </p:cNvPr>
          <p:cNvSpPr txBox="1"/>
          <p:nvPr/>
        </p:nvSpPr>
        <p:spPr>
          <a:xfrm>
            <a:off x="310896" y="962098"/>
            <a:ext cx="11064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this math problem: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shop sells 5 pens for 50 rupees. What is the price of one pen?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produce one answer without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309681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36EBE-FF25-3852-A129-5F721F67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7062CE-D549-AE2D-B7F3-0B0FC240089F}"/>
              </a:ext>
            </a:extLst>
          </p:cNvPr>
          <p:cNvSpPr txBox="1"/>
          <p:nvPr/>
        </p:nvSpPr>
        <p:spPr>
          <a:xfrm>
            <a:off x="310896" y="962098"/>
            <a:ext cx="11064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Self-Consistency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this math problem using three different reasoning methods.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 shop sells 5 pens for 50 rupees. What is the price of one pen?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solving: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the results and select the most consistent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12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C800-01A3-BADF-538F-DE177597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FC2873-24DB-890D-63C8-7175414A54D4}"/>
              </a:ext>
            </a:extLst>
          </p:cNvPr>
          <p:cNvSpPr txBox="1"/>
          <p:nvPr/>
        </p:nvSpPr>
        <p:spPr>
          <a:xfrm>
            <a:off x="310896" y="962098"/>
            <a:ext cx="11064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Self-Consistency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is useful for: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problems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reasoning tasks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Coding solutions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analysis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Scientific calculations</a:t>
            </a:r>
          </a:p>
        </p:txBody>
      </p:sp>
    </p:spTree>
    <p:extLst>
      <p:ext uri="{BB962C8B-B14F-4D97-AF65-F5344CB8AC3E}">
        <p14:creationId xmlns:p14="http://schemas.microsoft.com/office/powerpoint/2010/main" val="1725456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7326-3770-F0BF-A4DC-89F69DBF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F0C0A-3B4F-F885-3134-4DAB1B02C32E}"/>
              </a:ext>
            </a:extLst>
          </p:cNvPr>
          <p:cNvSpPr txBox="1"/>
          <p:nvPr/>
        </p:nvSpPr>
        <p:spPr>
          <a:xfrm>
            <a:off x="310896" y="632914"/>
            <a:ext cx="1151229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 three different marketing strategies for launching a new mobile app.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strategy: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Explain implementation steps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Evaluate advantages and disadvantages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review all strategies and identify weaknesses.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Finally, choose the most effective strategy and explain why.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prompt uses: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Tree of Thoughts (multiple strategies)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Reflexion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(review weaknesses)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Self-Consistency (choose best option)</a:t>
            </a:r>
          </a:p>
        </p:txBody>
      </p:sp>
    </p:spTree>
    <p:extLst>
      <p:ext uri="{BB962C8B-B14F-4D97-AF65-F5344CB8AC3E}">
        <p14:creationId xmlns:p14="http://schemas.microsoft.com/office/powerpoint/2010/main" val="91222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265</TotalTime>
  <Words>573</Words>
  <Application>Microsoft Office PowerPoint</Application>
  <PresentationFormat>Widescreen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91</cp:revision>
  <dcterms:created xsi:type="dcterms:W3CDTF">2025-09-22T02:44:38Z</dcterms:created>
  <dcterms:modified xsi:type="dcterms:W3CDTF">2026-02-12T04:49:56Z</dcterms:modified>
</cp:coreProperties>
</file>