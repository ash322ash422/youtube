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2"/>
    <p:sldId id="270" r:id="rId3"/>
    <p:sldId id="26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22" autoAdjust="0"/>
    <p:restoredTop sz="90194" autoAdjust="0"/>
  </p:normalViewPr>
  <p:slideViewPr>
    <p:cSldViewPr snapToGrid="0">
      <p:cViewPr varScale="1">
        <p:scale>
          <a:sx n="100" d="100"/>
          <a:sy n="100" d="100"/>
        </p:scale>
        <p:origin x="120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F4871E-3672-42BE-BBA1-0BAFEE555536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7EC57A-C70D-4C56-92FA-51F20B72E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093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DD8B97-585E-28E8-28DB-CB8063678657}"/>
              </a:ext>
            </a:extLst>
          </p:cNvPr>
          <p:cNvSpPr txBox="1"/>
          <p:nvPr/>
        </p:nvSpPr>
        <p:spPr>
          <a:xfrm>
            <a:off x="1062037" y="1744910"/>
            <a:ext cx="10067925" cy="3553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Module 1: Introduction to GitHub Copilot (15 min)</a:t>
            </a:r>
            <a:endParaRPr lang="en-US" sz="2400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is Copilot?</a:t>
            </a:r>
            <a:endParaRPr lang="en-US" sz="2400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AI-powered coding assistant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Developed by GitHub and OpenAI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Works inside VS Code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Generates code, explanations, tests, documentation, and refactoring suggestions</a:t>
            </a:r>
          </a:p>
        </p:txBody>
      </p:sp>
    </p:spTree>
    <p:extLst>
      <p:ext uri="{BB962C8B-B14F-4D97-AF65-F5344CB8AC3E}">
        <p14:creationId xmlns:p14="http://schemas.microsoft.com/office/powerpoint/2010/main" val="3839010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6C532-3BFA-3380-505E-ACCE10E96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0A72C5-4BB4-59A1-76E5-D37278A545DA}"/>
              </a:ext>
            </a:extLst>
          </p:cNvPr>
          <p:cNvSpPr txBox="1"/>
          <p:nvPr/>
        </p:nvSpPr>
        <p:spPr>
          <a:xfrm>
            <a:off x="1171575" y="1073643"/>
            <a:ext cx="6191250" cy="5238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Benefits</a:t>
            </a:r>
            <a:endParaRPr lang="en-US" sz="2400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Faster development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Reduced repetitive coding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Learning new APIs/frameworks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Documentation assistance</a:t>
            </a:r>
          </a:p>
          <a:p>
            <a:pPr marR="0"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sz="2400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Copilot Editions</a:t>
            </a:r>
            <a:endParaRPr lang="en-US" sz="2400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Copilot Individual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Copilot Business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Copilot Enterprise</a:t>
            </a:r>
          </a:p>
        </p:txBody>
      </p:sp>
    </p:spTree>
    <p:extLst>
      <p:ext uri="{BB962C8B-B14F-4D97-AF65-F5344CB8AC3E}">
        <p14:creationId xmlns:p14="http://schemas.microsoft.com/office/powerpoint/2010/main" val="1605400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4C0A1-4C72-98C9-2DC7-815FCD5E8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9866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291</TotalTime>
  <Words>60</Words>
  <Application>Microsoft Office PowerPoint</Application>
  <PresentationFormat>Widescreen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Symbol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76</cp:revision>
  <dcterms:created xsi:type="dcterms:W3CDTF">2025-09-22T02:44:38Z</dcterms:created>
  <dcterms:modified xsi:type="dcterms:W3CDTF">2026-06-25T17:20:02Z</dcterms:modified>
</cp:coreProperties>
</file>