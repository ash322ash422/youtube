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76" r:id="rId2"/>
    <p:sldId id="257" r:id="rId3"/>
    <p:sldId id="278" r:id="rId4"/>
    <p:sldId id="286" r:id="rId5"/>
    <p:sldId id="279" r:id="rId6"/>
    <p:sldId id="280" r:id="rId7"/>
    <p:sldId id="281" r:id="rId8"/>
    <p:sldId id="282" r:id="rId9"/>
    <p:sldId id="283" r:id="rId10"/>
    <p:sldId id="284" r:id="rId11"/>
    <p:sldId id="27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7.5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144 40 2184 0 0,'5'-3'199'0'0,"-4"3"-133"0"0,0-1 0 0 0,0 1-1 0 0,-1-1 1 0 0,1 1 0 0 0,0-1-1 0 0,0 1 1 0 0,0-1-1 0 0,-1 0 1 0 0,1 1 0 0 0,0-1-1 0 0,-1 0 1 0 0,1 0 0 0 0,0 1-1 0 0,-1-1 1 0 0,1 0 0 0 0,-1 0-1 0 0,1 0 1 0 0,-1 0-1 0 0,0 0 1 0 0,1 0 0 0 0,-1 0-1 0 0,0-2 618 0 0,-1 1-606 0 0,-1 0 1 0 0,1 0-1 0 0,-1 1 1 0 0,0-1-1 0 0,0 1 1 0 0,1 0-1 0 0,-1-1 1 0 0,0 1-1 0 0,-1 0 1 0 0,-1-1-1 0 0,-4 3-51 0 0,1 1 0 0 0,0 0 0 0 0,0 1 0 0 0,0 0 0 0 0,0 0 0 0 0,0 0 0 0 0,0 1 0 0 0,1 0 0 0 0,0 0-1 0 0,0 0 1 0 0,0 1 0 0 0,0 0 0 0 0,1 0 0 0 0,0 1 0 0 0,0 0 0 0 0,0-1 0 0 0,1 2 0 0 0,-1-1 0 0 0,2 0-1 0 0,-1 1 1 0 0,1 0 0 0 0,0 0 0 0 0,0 0 0 0 0,1 0 0 0 0,-3 12 0 0 0,5-16-23 0 0,-1 0 1 0 0,1 0-1 0 0,0 0 0 0 0,0 0 1 0 0,0 0-1 0 0,0 0 0 0 0,0 0 1 0 0,1 0-1 0 0,0 0 0 0 0,0 0 1 0 0,-1 0-1 0 0,1 0 0 0 0,1 0 1 0 0,-1 0-1 0 0,0 0 1 0 0,1 0-1 0 0,0-1 0 0 0,-1 1 1 0 0,1-1-1 0 0,0 1 0 0 0,0-1 1 0 0,1 0-1 0 0,-1 0 0 0 0,0 0 1 0 0,1 0-1 0 0,-1 0 0 0 0,1 0 1 0 0,0-1-1 0 0,-1 1 1 0 0,1-1-1 0 0,0 0 0 0 0,0 0 1 0 0,0 0-1 0 0,0 0 0 0 0,0 0 1 0 0,0-1-1 0 0,4 1 0 0 0,2 0 5 0 0,0 0-1 0 0,0 0 0 0 0,0-1 1 0 0,0-1-1 0 0,0 1 0 0 0,1-1 1 0 0,-1-1-1 0 0,-1 0 0 0 0,1 0 1 0 0,0-1-1 0 0,15-6 0 0 0,-17 4 19 0 0,1 1-1 0 0,-1-2 1 0 0,0 1-1 0 0,0-1 1 0 0,-1 0-1 0 0,0 0 1 0 0,0-1-1 0 0,0 0 1 0 0,-1 0-1 0 0,0 0 1 0 0,0-1-1 0 0,-1 1 1 0 0,0-1-1 0 0,6-16 1 0 0,-9 22 7 0 0,0 1-1 0 0,-1-1 1 0 0,1 0-1 0 0,0 0 1 0 0,-1 0-1 0 0,1 0 1 0 0,-1 0 0 0 0,1 0-1 0 0,-1 0 1 0 0,0 0-1 0 0,0 0 1 0 0,0-1-1 0 0,0 1 1 0 0,0 0 0 0 0,-1 0-1 0 0,1 0 1 0 0,-1 0-1 0 0,1 0 1 0 0,-1 0-1 0 0,0 0 1 0 0,1 1 0 0 0,-1-1-1 0 0,0 0 1 0 0,0 0-1 0 0,-1 0 1 0 0,1 1-1 0 0,0-1 1 0 0,0 1 0 0 0,-1-1-1 0 0,1 1 1 0 0,-1-1-1 0 0,1 1 1 0 0,-1 0-1 0 0,0 0 1 0 0,0 0 0 0 0,1 0-1 0 0,-3-1 1 0 0,0 0-5 0 0,0 1 0 0 0,0-1 0 0 0,0 1 0 0 0,0 1 0 0 0,0-1 1 0 0,0 0-1 0 0,0 1 0 0 0,0 0 0 0 0,0 0 0 0 0,0 0 0 0 0,0 0 0 0 0,0 1 0 0 0,0-1 1 0 0,0 1-1 0 0,0 0 0 0 0,0 1 0 0 0,-6 2 0 0 0,1 1-10 0 0,1 0 1 0 0,0 1-1 0 0,0 0 0 0 0,0 0 0 0 0,1 1 0 0 0,0 0 1 0 0,0 0-1 0 0,-8 12 0 0 0,12-14-37 0 0,0-1 0 0 0,0 1 0 0 0,0-1 0 0 0,0 1 0 0 0,1 0 0 0 0,0 0 0 0 0,0 0 0 0 0,0 0 0 0 0,1 0 0 0 0,0 0 0 0 0,0 1 0 0 0,0-1 0 0 0,1 0 0 0 0,-1 1 0 0 0,1-1 0 0 0,1 10 0 0 0,-1-13 4 0 0,1-1-1 0 0,-1 1 1 0 0,0-1 0 0 0,1 1 0 0 0,-1-1-1 0 0,1 1 1 0 0,-1-1 0 0 0,1 0 0 0 0,0 1-1 0 0,-1-1 1 0 0,1 0 0 0 0,0 1 0 0 0,0-1 0 0 0,0 0-1 0 0,0 0 1 0 0,0 0 0 0 0,0 0 0 0 0,0 0-1 0 0,0 0 1 0 0,1 0 0 0 0,-1 0 0 0 0,0-1-1 0 0,1 1 1 0 0,-1 0 0 0 0,3 0 0 0 0,-2 0-22 0 0,3-4 6 0 0,7-5 62 0 0,0-1-1 0 0,-1 0 0 0 0,0-1 1 0 0,0 0-1 0 0,-1-1 0 0 0,0 0 1 0 0,-1 0-1 0 0,0-1 0 0 0,-1 0 1 0 0,0 0-1 0 0,10-25 0 0 0,-18 36 229 0 0,-1 1-256 0 0,0 0 0 0 0,-1 1-1 0 0,1-1 1 0 0,0 0 0 0 0,-1 1 0 0 0,1-1-1 0 0,0 1 1 0 0,0-1 0 0 0,-1 1 0 0 0,1 0 0 0 0,0-1-1 0 0,0 1 1 0 0,0 0 0 0 0,0 0 0 0 0,0 0-1 0 0,0 0 1 0 0,0 0 0 0 0,0 0 0 0 0,0 0-1 0 0,1 0 1 0 0,-1 0 0 0 0,0 0 0 0 0,0 2-1 0 0,-13 35-44 0 0,8-18-431 0 0,7-22 468 0 0,1 0 0 0 0,-1 1 0 0 0,1 0 0 0 0,0-1 1 0 0,0 1-1 0 0,-1 0 0 0 0,1 0 0 0 0,0 0 0 0 0,0 0 0 0 0,0 0 1 0 0,0 0-1 0 0,4 0 0 0 0,-2-1-4 0 0,0 0 78 0 0,1 0 1 0 0,-1-1 0 0 0,0 0 0 0 0,1 0 0 0 0,-1 0-1 0 0,-1-1 1 0 0,1 1 0 0 0,0-1 0 0 0,-1 0-1 0 0,0 0 1 0 0,0 0 0 0 0,0 0 0 0 0,4-10 637 0 0,-12 17-679 0 0,-38 24-406 0 0,17 0-3811 0 0,21-19 1113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9.1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164 82 6593 0 0,'0'0'-325'0'0,"-34"3"-216"0"0,21 9 575 0 0,-40 40 136 0 0,50-49-159 0 0,1 1 0 0 0,-1 0 0 0 0,1 0 0 0 0,-1 0 0 0 0,1 0 0 0 0,0 0 0 0 0,0 0 0 0 0,1 0 0 0 0,-1 1 0 0 0,1-1 0 0 0,0 0 0 0 0,0 1 0 0 0,0 6 0 0 0,1-9-7 0 0,0-1 1 0 0,1 0-1 0 0,-1 1 1 0 0,1-1-1 0 0,-1 0 1 0 0,1 1 0 0 0,-1-1-1 0 0,1 0 1 0 0,0 0-1 0 0,0 1 1 0 0,-1-1 0 0 0,1 0-1 0 0,0 0 1 0 0,0 0-1 0 0,0 0 1 0 0,0 0-1 0 0,0 0 1 0 0,0 0 0 0 0,1-1-1 0 0,-1 1 1 0 0,0 0-1 0 0,0-1 1 0 0,1 1-1 0 0,-1-1 1 0 0,0 1 0 0 0,1-1-1 0 0,0 1 1 0 0,2 0 3 0 0,0 0 1 0 0,0 0 0 0 0,-1-1-1 0 0,1 1 1 0 0,0-1 0 0 0,0 0-1 0 0,-1 0 1 0 0,1 0 0 0 0,7-1-1 0 0,-2-2 23 0 0,0 0 1 0 0,0 0-1 0 0,-1-1 0 0 0,1 0 0 0 0,-1 0 0 0 0,0-1 0 0 0,0 0 1 0 0,0-1-1 0 0,-1 1 0 0 0,0-1 0 0 0,0-1 0 0 0,0 0 0 0 0,-1 0 1 0 0,0 0-1 0 0,0 0 0 0 0,-1-1 0 0 0,0 0 0 0 0,0 0 0 0 0,-1-1 1 0 0,0 1-1 0 0,0-1 0 0 0,-1 0 0 0 0,-1 0 0 0 0,1 0 0 0 0,-1 0 0 0 0,1-16 1 0 0,-3 23-15 0 0,0 0 1 0 0,1 0 0 0 0,-1 0 0 0 0,-1 0-1 0 0,1 0 1 0 0,0 0 0 0 0,0 0-1 0 0,-1 1 1 0 0,1-1 0 0 0,-1 0-1 0 0,1 0 1 0 0,-1 0 0 0 0,0 1 0 0 0,0-1-1 0 0,0 0 1 0 0,0 1 0 0 0,0-1-1 0 0,0 1 1 0 0,0-1 0 0 0,-1 1 0 0 0,1-1-1 0 0,0 1 1 0 0,-1 0 0 0 0,1 0-1 0 0,-1 0 1 0 0,-2-2 0 0 0,0 2-5 0 0,1 0 1 0 0,-1 1-1 0 0,0-1 1 0 0,1 1-1 0 0,-1 0 0 0 0,1-1 1 0 0,-1 2-1 0 0,0-1 1 0 0,1 0-1 0 0,-1 1 0 0 0,0 0 1 0 0,-6 2-1 0 0,-3 1-2 0 0,1 1-1 0 0,-1 1 1 0 0,1 0-1 0 0,0 0 1 0 0,0 2-1 0 0,-14 10 1 0 0,17-10-14 0 0,1-2-5 0 0,1 0 1 0 0,-1 1 0 0 0,1 0-1 0 0,0 0 1 0 0,1 0-1 0 0,0 1 1 0 0,0 0-1 0 0,0 0 1 0 0,1 1 0 0 0,1-1-1 0 0,-1 1 1 0 0,-2 10-1 0 0,6-18 6 0 0,1 0 1 0 0,0 1-1 0 0,-1-1 0 0 0,1 0 0 0 0,0 1 0 0 0,0-1 0 0 0,0 0 0 0 0,0 1 0 0 0,0-1 0 0 0,0 0 1 0 0,0 1-1 0 0,0-1 0 0 0,1 0 0 0 0,-1 1 0 0 0,0-1 0 0 0,1 0 0 0 0,-1 1 0 0 0,1-1 0 0 0,0 0 0 0 0,-1 0 1 0 0,1 0-1 0 0,0 0 0 0 0,0 0 0 0 0,0 0 0 0 0,-1 0 0 0 0,1 0 0 0 0,0 0 0 0 0,0 0 0 0 0,1 0 1 0 0,-1 0-1 0 0,0 0 0 0 0,0-1 0 0 0,0 1 0 0 0,0-1 0 0 0,1 1 0 0 0,-1-1 0 0 0,0 1 0 0 0,1-1 0 0 0,-1 0 1 0 0,0 1-1 0 0,1-1 0 0 0,-1 0 0 0 0,0 0 0 0 0,1 0 0 0 0,-1 0 0 0 0,3-1 0 0 0,3 1-1 0 0,0-1 0 0 0,-1 0 0 0 0,1 0 0 0 0,0-1 0 0 0,-1 0 0 0 0,0 0-1 0 0,11-5 1 0 0,-9 3 35 0 0,-1-1 0 0 0,1 1-1 0 0,-1-1 1 0 0,0 0 0 0 0,0-1-1 0 0,0 1 1 0 0,-1-1-1 0 0,0-1 1 0 0,0 1 0 0 0,6-11-1 0 0,-11 16-17 0 0,-1 1-1 0 0,0 0 1 0 0,1 0-1 0 0,-1 0 1 0 0,0 0-1 0 0,1-1 0 0 0,-1 1 1 0 0,0 0-1 0 0,0 0 1 0 0,1-1-1 0 0,-1 1 1 0 0,0 0-1 0 0,0-1 0 0 0,0 1 1 0 0,1 0-1 0 0,-1-1 1 0 0,0 1-1 0 0,0 0 1 0 0,0-1-1 0 0,0 1 0 0 0,0 0 1 0 0,1-1-1 0 0,-1 1 1 0 0,0 0-1 0 0,0-1 1 0 0,0 1-1 0 0,0 0 1 0 0,0-1-1 0 0,0 1 0 0 0,0 0 1 0 0,0-1-1 0 0,-1 1 1 0 0,1-1-1 0 0,0 1 1 0 0,0 0-1 0 0,0-1 0 0 0,0 1 1 0 0,0 0-1 0 0,0-1 1 0 0,-1 1-1 0 0,1 0 1 0 0,0 0-1 0 0,0-1 0 0 0,-1 1 1 0 0,1 0-1 0 0,0 0 1 0 0,0-1-1 0 0,-1 1 1 0 0,1 0-1 0 0,-1-1 0 0 0,-2-1-64 0 0,1 1 189 0 0,1 2-136 0 0,1-1 1 0 0,-1 1-1 0 0,1 0 1 0 0,-1 0-1 0 0,0 0 0 0 0,1-1 1 0 0,-1 1-1 0 0,0 0 1 0 0,0-1-1 0 0,0 1 1 0 0,1-1-1 0 0,-1 1 1 0 0,0-1-1 0 0,0 1 0 0 0,0-1 1 0 0,0 1-1 0 0,0-1 1 0 0,-1 1-1 0 0,-20 11 36 0 0,0 7-154 0 0,21-18 78 0 0,-7 4-210 0 0,-12 4-4287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0.4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31 116 5477 0 0,'0'-8'131'0'0,"0"1"1"0"0,-1-1-1 0 0,1 1 1 0 0,-2-1-1 0 0,1 1 1 0 0,-1-1-1 0 0,0 1 1 0 0,-5-11 0 0 0,3 6 498 0 0,3 11-412 0 0,-10-24 1505 0 0,18 132-1764 0 0,39 201 0 0 0,-32-227 33 0 0,-6-40 8 0 0,17 130 4 0 0,-15-108 11 0 0,-6-48 98 0 0,-1 0-1 0 0,1 30 1 0 0,-4-44-64 0 0,1 12 485 0 0,0-7-1169 0 0,8-40-6956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1.4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38 191 6841 0 0,'-25'-63'812'0'0,"25"62"-547"0"0,-5-3-47 0 0,-3-1 784 0 0,13 30-1026 0 0,1 0 1 0 0,1 0 0 0 0,1 0 0 0 0,1-1 0 0 0,1 0 0 0 0,1 0 0 0 0,1-2 0 0 0,1 1 0 0 0,1-2 0 0 0,20 24 0 0 0,-23-31 23 0 0,1-1 0 0 0,1 0 0 0 0,0-1 1 0 0,1 0-1 0 0,0-1 0 0 0,1-1 0 0 0,0 0 0 0 0,1-1 0 0 0,0 0 0 0 0,0-2 0 0 0,1 0 1 0 0,0-1-1 0 0,0 0 0 0 0,0-1 0 0 0,31 4 0 0 0,-28-7 11 0 0,0-1 1 0 0,0 0-1 0 0,0-1 0 0 0,0-1 1 0 0,0-1-1 0 0,0-1 0 0 0,0-1 1 0 0,-1-1-1 0 0,0 0 0 0 0,0-2 1 0 0,0 0-1 0 0,0-1 0 0 0,-1 0 1 0 0,-1-2-1 0 0,1 0 0 0 0,-2-1 1 0 0,1-1-1 0 0,-2 0 1 0 0,0-1-1 0 0,0-1 0 0 0,-1 0 1 0 0,-1-1-1 0 0,0-1 0 0 0,-1 0 1 0 0,-1-1-1 0 0,0 0 0 0 0,-1 0 1 0 0,-1-1-1 0 0,8-24 0 0 0,-7 16 354 0 0,-2 1 0 0 0,-1-1 0 0 0,-1-1 0 0 0,-1 1 0 0 0,-1-1 0 0 0,0-28 0 0 0,-4 53-370 0 0,-11-29-5194 0 0,9 23 2980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3.8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13 282 5749 0 0,'0'0'-299'0'0,"-12"8"2099"0"0,27-21-1775 0 0,0 1-1 0 0,2 0 1 0 0,-1 1-1 0 0,1 1 1 0 0,1 1-1 0 0,33-14 1 0 0,127-36-4 0 0,-152 51-17 0 0,102-29-9 0 0,1 5 1 0 0,2 6-1 0 0,167-11 1 0 0,-241 37-3 0 0,1 2-1 0 0,80 14 1 0 0,-23-3 13 0 0,602 51 6 0 0,-610-49 142 0 0,-104-14-102 0 0,33 8 88 0 0,-34-8-144 0 0,44 13-14 0 0,32 16 103 0 0,-76-30-67 0 0,10 6 135 0 0,6 2-142 0 0,-12 0-3201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4.7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40 6949 0 0,'-77'-40'2896'0'0,"82"44"-2903"0"0,-1-1 0 0 0,0 1 0 0 0,0 0 0 0 0,0 0-1 0 0,0 1 1 0 0,5 7 0 0 0,14 14-20 0 0,11-2 23 0 0,2-1-1 0 0,0-2 0 0 0,1-1 0 0 0,47 16 1 0 0,33 18 27 0 0,-85-40-21 0 0,-5 1 31 0 0,-26-14-24 0 0,-1-1-9 0 0,1 0 1 0 0,-1 1-1 0 0,1-1 1 0 0,-1 0-1 0 0,1 1 1 0 0,-1-1 0 0 0,0 1-1 0 0,1-1 1 0 0,-1 1-1 0 0,1-1 1 0 0,-1 1-1 0 0,0-1 1 0 0,0 1 0 0 0,1-1-1 0 0,-1 1 1 0 0,0-1-1 0 0,0 1 1 0 0,1-1-1 0 0,-1 1 1 0 0,0 0 0 0 0,0-1-1 0 0,0 1 1 0 0,0-1-1 0 0,0 1 1 0 0,0 0-1 0 0,0-1 1 0 0,0 1 0 0 0,0-1-1 0 0,-1 1 1 0 0,1 0-1 0 0,0-1 1 0 0,0 1-1 0 0,0-1 1 0 0,-1 1 0 0 0,1-1-1 0 0,0 1 1 0 0,0-1-1 0 0,-1 1 1 0 0,1-1-1 0 0,-1 1 1 0 0,1 0 0 0 0,-376 281-5 0 0,286-219-74 0 0,63-48-919 0 0,8-4-3464 0 0,12-7 2021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7.4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2982 3 5829 0 0,'0'0'-122'0'0,"7"-3"-141"0"0,-7 3 286 0 0,0 1 0 0 0,0-1 1 0 0,0 0-1 0 0,0 0 0 0 0,0 0 0 0 0,0 0 1 0 0,0 0-1 0 0,0 0 0 0 0,0 0 0 0 0,0 0 1 0 0,0 1-1 0 0,0-1 0 0 0,0 0 0 0 0,0 0 1 0 0,0 0-1 0 0,0 0 0 0 0,0 0 0 0 0,0 0 0 0 0,0 1 1 0 0,0-1-1 0 0,0 0 0 0 0,0 0 0 0 0,0 0 1 0 0,0 0-1 0 0,0 0 0 0 0,0 0 0 0 0,0 0 1 0 0,0 0-1 0 0,0 1 0 0 0,0-1 0 0 0,0 0 1 0 0,0 0-1 0 0,1 0 0 0 0,-1 0 0 0 0,0 0 1 0 0,0 0-1 0 0,0 0 0 0 0,0 0 0 0 0,0 0 1 0 0,0 0-1 0 0,0 0 0 0 0,0 1 0 0 0,0-1 1 0 0,1 0-1 0 0,-1 0 0 0 0,0 0 0 0 0,0 0 1 0 0,0 0-1 0 0,0 0 0 0 0,0 0 0 0 0,0 0 0 0 0,0 0 1 0 0,1 0-1 0 0,-1 0 0 0 0,0 0 0 0 0,0 0 1 0 0,0 0-1 0 0,0 0 0 0 0,0 0 0 0 0,0 0 1 0 0,0 0-1 0 0,1 0 0 0 0,-1-1 0 0 0,0 1 1 0 0,-9 12 78 0 0,0-1 0 0 0,-1-1 0 0 0,0 0 0 0 0,-1 0 0 0 0,-23 15 0 0 0,-72 42 193 0 0,78-50-225 0 0,-25 12 49 0 0,-2-1 0 0 0,-1-3 1 0 0,-75 23-1 0 0,-181 35 192 0 0,117-35-226 0 0,-341 78 230 0 0,432-106-144 0 0,0-3-1 0 0,-2-6 0 0 0,-208-4 1 0 0,251-13-32 0 0,0-2 1 0 0,1-3 0 0 0,-77-24 0 0 0,53 11-96 0 0,17 5 111 0 0,-92-38 0 0 0,159 56-135 0 0,-2 0 26 0 0,1 0-1 0 0,-1 0 1 0 0,0 0-1 0 0,1-1 1 0 0,-1 1-1 0 0,1-1 1 0 0,-1 0-1 0 0,1 0 1 0 0,0 0-1 0 0,-5-4 1 0 0,7 5 40 0 0,0 0-145 0 0,1 0 1 0 0,-1 0 0 0 0,0 1 0 0 0,0-1-1 0 0,0 0 1 0 0,0 1 0 0 0,0-1 0 0 0,-1 1-1 0 0,1-1 1 0 0,0 1 0 0 0,0-1 0 0 0,0 1-1 0 0,0 0 1 0 0,0 0 0 0 0,-1-1 0 0 0,1 1-1 0 0,0 0 1 0 0,-2 0 0 0 0,2 32-39 0 0,2 0 0 0 0,1 0 0 0 0,1-1 0 0 0,2 1-1 0 0,1-1 1 0 0,2 0 0 0 0,18 47 0 0 0,-15-48 69 0 0,-5-11 740 0 0,-7-26 322 0 0,-13-36-392 0 0,-76-174 357 0 0,49 131-729 0 0,41 85-235 0 0,-19-34-161 0 0,19 33 107 0 0,34-17-578 0 0,102-32 68 0 0,228-54 0 0 0,-278 88 244 0 0,-84 16 272 0 0,33-6-83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40.2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42 257 5701 0 0,'0'0'-256'0'0,"-4"-1"-23"0"0,2 1 436 0 0,0 0-23 0 0,0 1 0 0 0,1-1 0 0 0,-1 0 0 0 0,1 0 0 0 0,-1 0 0 0 0,0 0 0 0 0,1-1 0 0 0,-1 1 0 0 0,0 0 1 0 0,1-1-1 0 0,-1 1 0 0 0,1-1 0 0 0,-1 0 0 0 0,1 1 0 0 0,-1-1 0 0 0,1 0 0 0 0,-1 0 0 0 0,1 0 0 0 0,0 0 1 0 0,0 0-1 0 0,-2-2 0 0 0,3 0-123 0 0,1 0 1 0 0,-1 0 0 0 0,1 0 0 0 0,0 0-1 0 0,0 0 1 0 0,0 0 0 0 0,1 1 0 0 0,-1-1-1 0 0,1 0 1 0 0,-1 1 0 0 0,1-1 0 0 0,0 1-1 0 0,0-1 1 0 0,0 1 0 0 0,4-4-1 0 0,44-34-29 0 0,-22 19 15 0 0,-10 7-5 0 0,1 2 0 0 0,1 0 0 0 0,0 1 0 0 0,0 1 0 0 0,1 1 0 0 0,0 0 0 0 0,1 2-1 0 0,0 1 1 0 0,29-5 0 0 0,122-19-127 0 0,-170 30 123 0 0,0-3-10 0 0,3 1 29 0 0,24 5-114 0 0,-20-2 91 0 0,0 0-1 0 0,0 1 1 0 0,0 1-1 0 0,0-1 1 0 0,0 2-1 0 0,-1-1 0 0 0,0 1 1 0 0,1 1-1 0 0,-1-1 1 0 0,-1 2-1 0 0,1-1 1 0 0,-1 1-1 0 0,10 9 0 0 0,20 18-24 0 0,28 25 12 0 0,-38-26-13 0 0,-1 1-1 0 0,27 44 1 0 0,-48-66 41 0 0,0 0-1 0 0,-1 0 1 0 0,0 1 0 0 0,-1 0-1 0 0,0 0 1 0 0,-1 0-1 0 0,-1 0 1 0 0,3 18 0 0 0,1 7 5 0 0,-3 2-6 0 0,-5-11-5 0 0,1-24 12 0 0,0 3-1 0 0,-1 0 0 0 0,1 0 0 0 0,-1-1 0 0 0,-1 1 0 0 0,0-1 0 0 0,0 1 0 0 0,0-1 0 0 0,0 0 0 0 0,-1 0 0 0 0,0 0 1 0 0,0 0-1 0 0,-1-1 0 0 0,0 0 0 0 0,-10 10 0 0 0,5-9 25 0 0,0-1 1 0 0,-1 1-1 0 0,1-1 1 0 0,-1-1 0 0 0,0 0-1 0 0,-17 3 1 0 0,2 0 38 0 0,-226 78 84 0 0,226-76-152 0 0,16-6-9 0 0,0 1 0 0 0,0 0 0 0 0,0 1 0 0 0,-13 8 0 0 0,16-9-3 0 0,0 1 0 0 0,0 0 0 0 0,1 1 0 0 0,-1 0 0 0 0,2 0 0 0 0,-1 0 0 0 0,1 0-1 0 0,-1 1 1 0 0,2 0 0 0 0,-1 0 0 0 0,-5 14 0 0 0,3-4 3 0 0,0 0 0 0 0,2 0-1 0 0,0 1 1 0 0,-4 34 0 0 0,7-42 6 0 0,1-1 0 0 0,1 1 0 0 0,0 0 1 0 0,0-1-1 0 0,1 1 0 0 0,0-1 0 0 0,1 1 0 0 0,0-1 0 0 0,0 1 0 0 0,1-1 0 0 0,0 0 1 0 0,1 0-1 0 0,0 0 0 0 0,0-1 0 0 0,10 15 0 0 0,70 87-20 0 0,-81-107 19 0 0,16 17 9 0 0,-16-15 2 0 0,-2-4 30 0 0,1 5 52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41.27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 28 5016 0 0,'0'0'85'0'0,"0"-2"46"0"0,-1 1-1 0 0,1-1 1 0 0,-1 1-1 0 0,1-1 1 0 0,-1 1 0 0 0,0-1-1 0 0,0 1 1 0 0,1 0-1 0 0,-1-1 1 0 0,0 1-1 0 0,0 0 1 0 0,0 0 0 0 0,0 0-1 0 0,-1-1 1 0 0,1 1-1 0 0,0 0 1 0 0,0 1-1 0 0,-2-2 1 0 0,-9 8-633 0 0,42-12-1537 0 0,-21 4 1854 0 0,-9 2 188 0 0,0 0 1 0 0,0 0-1 0 0,0 0 0 0 0,0 1 0 0 0,0-1 0 0 0,0 0 1 0 0,0 0-1 0 0,0 0 0 0 0,0 0 0 0 0,0 0 0 0 0,0 0 1 0 0,0 0-1 0 0,0 1 0 0 0,0-1 0 0 0,0 0 1 0 0,0 0-1 0 0,0 0 0 0 0,0 0 0 0 0,0 0 0 0 0,0 0 1 0 0,0 1-1 0 0,0-1 0 0 0,0 0 0 0 0,0 0 0 0 0,0 0 1 0 0,0 0-1 0 0,0 0 0 0 0,0 0 0 0 0,0 0 1 0 0,0 0-1 0 0,0 1 0 0 0,1-1 0 0 0,-1 0 0 0 0,0 0 1 0 0,0 0-1 0 0,0 0 0 0 0,0 0 0 0 0,0 0 0 0 0,0 0 1 0 0,0 0-1 0 0,0 0 0 0 0,1 0 0 0 0,-1 0 1 0 0,0 0-1 0 0,0 0 0 0 0,0 0 0 0 0,0 0 0 0 0,0 0 1 0 0,0 0-1 0 0,1 0 0 0 0,-1 0 0 0 0,0 0 1 0 0,0 0-1 0 0,0 0 0 0 0,0 0 0 0 0,0 0 0 0 0,0 0 1 0 0,1 0-1 0 0,-38 44 29 0 0,36-43 7 0 0,4-1-50 0 0,-1 0 12 0 0,0-1-1 0 0,1 1 1 0 0,-1-1-1 0 0,0 1 1 0 0,0-1 0 0 0,1 0-1 0 0,-1 0 1 0 0,0 0-1 0 0,0 0 1 0 0,3-2-1 0 0,0 0 2 0 0,14-10 151 0 0,-19 13-142 0 0,0 0 0 0 0,0 0-1 0 0,0 0 1 0 0,0 0 0 0 0,0-1-1 0 0,1 1 1 0 0,-1 0 0 0 0,0 0 0 0 0,0 0-1 0 0,0-1 1 0 0,0 1 0 0 0,0 0-1 0 0,0 0 1 0 0,0 0 0 0 0,0-1-1 0 0,0 1 1 0 0,0 0 0 0 0,0 0-1 0 0,0 0 1 0 0,0-1 0 0 0,0 1 0 0 0,0 0-1 0 0,0 0 1 0 0,0-1 0 0 0,0 1-1 0 0,0 0 1 0 0,-1 0 0 0 0,1 0-1 0 0,0-1 1 0 0,0 1 0 0 0,0 0-1 0 0,0 0 1 0 0,0 0 0 0 0,0 0 0 0 0,-1-1-1 0 0,1 1 1 0 0,0 0 0 0 0,0 0-1 0 0,0 0 1 0 0,0 0 0 0 0,-1 0-1 0 0,1 0 1 0 0,-1-1-132 0 0,-1 1 0 0 0,1-1 1 0 0,-1 1-1 0 0,1 0 0 0 0,0 0 0 0 0,-1 0 0 0 0,1 0 0 0 0,-1 0 1 0 0,1 0-1 0 0,-1 0 0 0 0,1 0 0 0 0,0 0 0 0 0,-1 1 0 0 0,1-1 0 0 0,-1 1 1 0 0,1-1-1 0 0,0 1 0 0 0,-1 0 0 0 0,-1 1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48.5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0 462 3700 0 0,'3'-63'1319'0'0,"-3"62"-1133"0"0,0-14 1144 0 0,9 67-1348 0 0,2 0 0 0 0,19 56-1 0 0,-3-16 10 0 0,15 93 23 0 0,-31-133 836 0 0,-12-46 610 0 0,-10-29-1059 0 0,-2-12-533 0 0,2-2 1 0 0,1 0-1 0 0,-9-74 0 0 0,4-111-482 0 0,15 180 448 0 0,2 0 0 0 0,2 0-1 0 0,1 0 1 0 0,3 0 0 0 0,14-45-1 0 0,-4 20-254 0 0,-17 65 360 0 0,-1 2 51 0 0,0 0 0 0 0,0-1 0 0 0,0 1-1 0 0,0 0 1 0 0,0 0 0 0 0,0 0 0 0 0,0-1-1 0 0,0 1 1 0 0,0 0 0 0 0,0 0 0 0 0,0-1 0 0 0,0 1-1 0 0,0 0 1 0 0,0 0 0 0 0,0 0 0 0 0,0-1-1 0 0,0 1 1 0 0,0 0 0 0 0,1 0 0 0 0,-1 0 0 0 0,0 0-1 0 0,0-1 1 0 0,0 1 0 0 0,0 0 0 0 0,0 0-1 0 0,1 0 1 0 0,-1 0 0 0 0,0 0 0 0 0,0-1 0 0 0,0 1-1 0 0,1 0 1 0 0,-1 0 0 0 0,0 0 0 0 0,0 0-1 0 0,0 0 1 0 0,1 0 0 0 0,-1 0 0 0 0,0 0 0 0 0,0 0-1 0 0,0 0 1 0 0,1 0 0 0 0,-1 0 0 0 0,0 0-1 0 0,0 0 1 0 0,0 0 0 0 0,1 0 0 0 0,-1 0 0 0 0,0 0-1 0 0,0 0 1 0 0,1 0 0 0 0,-1 0 0 0 0,0 0-1 0 0,0 1 1 0 0,0-1 0 0 0,0 0 0 0 0,1 0 0 0 0,5 4-1 0 0,0 0 0 0 0,0 1 0 0 0,-1 0 0 0 0,1 0 0 0 0,-1 0 0 0 0,-1 1 0 0 0,1-1 0 0 0,-1 1 0 0 0,1 0 0 0 0,-2 0 0 0 0,1 1 0 0 0,4 11 0 0 0,202 436-121 0 0,-167-361 627 0 0,-42-92-56 0 0,-1-1-399 0 0,0 0-1 0 0,0 0 1 0 0,0 1 0 0 0,0-1-1 0 0,0 0 1 0 0,0 0 0 0 0,0 0-1 0 0,0 1 1 0 0,0-1 0 0 0,0 0 0 0 0,0 0-1 0 0,0 1 1 0 0,0-1 0 0 0,0 0-1 0 0,0 0 1 0 0,0 0 0 0 0,0 1-1 0 0,0-1 1 0 0,0 0 0 0 0,0 0 0 0 0,0 0-1 0 0,1 0 1 0 0,-1 1 0 0 0,0-1-1 0 0,0 0 1 0 0,0 0 0 0 0,0 0-1 0 0,1 0 1 0 0,-1 0 0 0 0,0 1-1 0 0,0-1 1 0 0,0 0 0 0 0,0 0 0 0 0,1 0-1 0 0,-1 0 1 0 0,0 0 0 0 0,0 0-1 0 0,0 0 1 0 0,1 0 0 0 0,-1 0-1 0 0,0 0 1 0 0,0 0 0 0 0,1 0-1 0 0,-1 0 1 0 0,0 0 0 0 0,0 0 0 0 0,0 0-1 0 0,1 0 1 0 0,-1 0 0 0 0,0 0-1 0 0,0 0 1 0 0,0 0 0 0 0,1 0-1 0 0,-1 0 1 0 0,0 0 0 0 0,7-21 129 0 0,-2-1-1 0 0,0 1 1 0 0,3-40 0 0 0,-1 4-187 0 0,12-46-88 0 0,5 0-1 0 0,40-110 1 0 0,-16 93-278 0 0,-47 119 338 0 0,-1-1-47 0 0,0 1 83 0 0,0 1 0 0 0,0 0 0 0 0,0 0 0 0 0,0 0 1 0 0,0 0-1 0 0,0-1 0 0 0,0 1 0 0 0,0 0 0 0 0,0 0 1 0 0,0 0-1 0 0,0 0 0 0 0,0 0 0 0 0,0-1 0 0 0,0 1 1 0 0,0 0-1 0 0,0 0 0 0 0,0 0 0 0 0,0 0 0 0 0,0-1 1 0 0,0 1-1 0 0,0 0 0 0 0,0 0 0 0 0,0 0 0 0 0,1 0 1 0 0,-1 0-1 0 0,0-1 0 0 0,0 1 0 0 0,0 0 0 0 0,0 0 1 0 0,0 0-1 0 0,0 0 0 0 0,0 0 0 0 0,1 0 0 0 0,-1 0 1 0 0,0 0-1 0 0,0-1 0 0 0,0 1 0 0 0,0 0 0 0 0,0 0 1 0 0,1 0-1 0 0,-1 0 0 0 0,0 0 0 0 0,0 0 0 0 0,0 0 1 0 0,0 0-1 0 0,1 0 0 0 0,-1 0 0 0 0,0 0 0 0 0,0 0 1 0 0,0 0-1 0 0,0 0 0 0 0,1 0 0 0 0,-1 0 0 0 0,0 0 1 0 0,0 0-1 0 0,0 0 0 0 0,0 1 0 0 0,0-1 0 0 0,1 0 1 0 0,-1 0-1 0 0,0 0 0 0 0,0 0 0 0 0,0 0 0 0 0,0 0 1 0 0,0 1-1 0 0,9 7-27 0 0,-2 1-1 0 0,1 1 1 0 0,-1-1 0 0 0,-1 1 0 0 0,0 0-1 0 0,0 1 1 0 0,6 17 0 0 0,30 95-60 0 0,-25-71 72 0 0,98 348-63 0 0,-102-327 84 0 0,-11-55 25 0 0,0 1 1 0 0,2-1-1 0 0,7 23 0 0 0,-10-40 37 0 0,7-33-5876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49.5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315 149 5444 0 0,'0'0'-262'0'0,"0"-4"104"0"0,0-2 181 0 0,-1 0-1 0 0,-1 1 0 0 0,1-1 0 0 0,-1 0 1 0 0,0 1-1 0 0,0-1 0 0 0,-1 1 1 0 0,0 0-1 0 0,0 0 0 0 0,0 0 0 0 0,0 0 1 0 0,-1 0-1 0 0,-7-7 0 0 0,2 2 155 0 0,0 1-1 0 0,-1 0 0 0 0,0 1 1 0 0,0 0-1 0 0,-17-9 1 0 0,24 16-114 0 0,-5 2-43 0 0,1 0 1 0 0,-1 0-1 0 0,0 1 0 0 0,0 0 1 0 0,1 1-1 0 0,-1-1 1 0 0,1 1-1 0 0,0 1 0 0 0,0 0 1 0 0,0 0-1 0 0,0 0 1 0 0,1 1-1 0 0,-1 0 0 0 0,1 0 1 0 0,0 0-1 0 0,1 1 0 0 0,-1 0 1 0 0,-7 12-1 0 0,6-9-21 0 0,0 1 0 0 0,1 0 0 0 0,0 0 0 0 0,0 1 0 0 0,2 0-1 0 0,-1 0 1 0 0,1 0 0 0 0,1 0 0 0 0,0 1 0 0 0,0-1 0 0 0,1 1 0 0 0,0 15 0 0 0,2-22 1 0 0,0 1 0 0 0,1-1 1 0 0,0 1-1 0 0,0 0 1 0 0,1-1-1 0 0,-1 0 0 0 0,1 1 1 0 0,0-1-1 0 0,0 0 0 0 0,1 0 1 0 0,0 0-1 0 0,0 0 1 0 0,0 0-1 0 0,0-1 0 0 0,1 1 1 0 0,0-1-1 0 0,0 0 0 0 0,0 0 1 0 0,0 0-1 0 0,0-1 1 0 0,1 0-1 0 0,0 0 0 0 0,0 0 1 0 0,0 0-1 0 0,0-1 0 0 0,0 1 1 0 0,6 1-1 0 0,-3-2 6 0 0,-1 1-1 0 0,1-1 1 0 0,-1-1-1 0 0,1 1 1 0 0,0-1-1 0 0,0-1 1 0 0,0 0 0 0 0,-1 0-1 0 0,1 0 1 0 0,0-1-1 0 0,0 0 1 0 0,-1 0-1 0 0,1-1 1 0 0,0 0-1 0 0,-1 0 1 0 0,0-1 0 0 0,1 0-1 0 0,11-7 1 0 0,-11 4-4 0 0,0-1 0 0 0,-1 1 0 0 0,1-1 0 0 0,-1-1 0 0 0,-1 1 0 0 0,0-1 0 0 0,0-1 0 0 0,0 1 0 0 0,-1-1 0 0 0,5-10 0 0 0,3-11 258 0 0,16-56-1 0 0,-28 84-229 0 0,3-13 329 0 0,-1 0-1 0 0,4-31 1 0 0,-7 45-326 0 0,-2 6-28 0 0,0 1 0 0 0,1-1-1 0 0,0 1 1 0 0,0 0 0 0 0,0-1-1 0 0,1 1 1 0 0,0 0 0 0 0,0-1-1 0 0,0 1 1 0 0,1 0-1 0 0,2 7 1 0 0,-1 4 6 0 0,0 0-1 0 0,2 0 0 0 0,9 27 1 0 0,-13-43-11 0 0,14 30-194 0 0,20 37 0 0 0,-28-59 129 0 0,0 0 0 0 0,0-1 1 0 0,0 0-1 0 0,1 0 0 0 0,0 0 1 0 0,1-1-1 0 0,0 0 0 0 0,12 9 1 0 0,-17-14-354 0 0,8 3 296 0 0,0-6-3507 0 0,11-7 1899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50.25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 37 5032 0 0,'0'-1'20'0'0,"0"0"0"0"0,-1-1 0 0 0,1 1 0 0 0,0 0 0 0 0,-1 0 0 0 0,1 0 0 0 0,-1 0 0 0 0,1-1 0 0 0,-1 1 0 0 0,1 0 0 0 0,-1 0 0 0 0,0 0 0 0 0,1 0 0 0 0,-1 0 0 0 0,0 0 0 0 0,0 1 0 0 0,0-1 0 0 0,0 0 0 0 0,-1-1 0 0 0,-2 22 227 0 0,7 42-161 0 0,1-17-79 0 0,3 0 0 0 0,2 0 0 0 0,17 54 0 0 0,-10-17 3912 0 0,-19-106-3799 0 0,3 7-57 0 0,1 0 1 0 0,0 0 0 0 0,1 0 0 0 0,1 1-1 0 0,1-1 1 0 0,10-30 0 0 0,47-89-136 0 0,-50 113 64 0 0,-8 17-53 0 0,1-1 1 0 0,-1 0 0 0 0,1 1 0 0 0,0 0-1 0 0,0 0 1 0 0,1 0 0 0 0,0 1 0 0 0,0-1-1 0 0,0 1 1 0 0,11-8 0 0 0,-13 12 34 0 0,0-1 1 0 0,0 1-1 0 0,0 0 0 0 0,0 0 1 0 0,1 1-1 0 0,-1-1 0 0 0,0 0 0 0 0,1 1 1 0 0,-1 0-1 0 0,0 0 0 0 0,0 0 1 0 0,1 0-1 0 0,-1 0 0 0 0,0 1 1 0 0,1 0-1 0 0,-1-1 0 0 0,0 1 1 0 0,0 0-1 0 0,0 1 0 0 0,0-1 1 0 0,0 0-1 0 0,0 1 0 0 0,0 0 1 0 0,0 0-1 0 0,-1 0 0 0 0,5 4 0 0 0,10 7-21 0 0,-1 1 0 0 0,-1 1 0 0 0,-1 1-1 0 0,0 0 1 0 0,-1 1 0 0 0,0 0 0 0 0,-2 1-1 0 0,0 1 1 0 0,-1 0 0 0 0,11 29-1 0 0,-18-41 58 0 0,-1 1 0 0 0,0 0 0 0 0,-1 1 0 0 0,0-1 0 0 0,0 0 0 0 0,-1 0 0 0 0,0 0 0 0 0,0 1 0 0 0,-2 11 0 0 0,-22 73-1442 0 0,14-59-1551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50.7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1191 27 5561 0 0,'29'-27'42'0'0,"-28"27"-10"0"0,-4 4-17 0 0,-93 104 45 0 0,6 5 1 0 0,-79 129 0 0 0,168-241-61 0 0,-102 151 41 0 0,-393 568 89 0 0,270-388-250 0 0,196-292-2523 0 0,24-33 1259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52.76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1 199 4224 0 0,'0'-2'19'0'0,"1"1"-1"0"0,-1 0 1 0 0,1-1-1 0 0,0 1 1 0 0,-1 0-1 0 0,1 0 1 0 0,0 0-1 0 0,0-1 1 0 0,0 1-1 0 0,0 0 1 0 0,0 0-1 0 0,0 0 1 0 0,0 1-1 0 0,0-1 1 0 0,2-1-1 0 0,5 26-3 0 0,-2 0 0 0 0,0 1-1 0 0,-2 0 1 0 0,2 40-1 0 0,8 42 27 0 0,67 249 28 0 0,-75-330-65 0 0,4 38 665 0 0,-10-62 5 0 0,0-2-641 0 0,1 0 0 0 0,-1 0 0 0 0,0 1 0 0 0,0-1 0 0 0,0 0 0 0 0,0 0 0 0 0,0 0 0 0 0,0 0 0 0 0,0 0 0 0 0,1 1 0 0 0,-1-1 0 0 0,0 0 0 0 0,0 0 0 0 0,0 0 0 0 0,0 0 0 0 0,0 1 0 0 0,0-1 0 0 0,0 0 0 0 0,0 0 0 0 0,0 0 0 0 0,0 0 0 0 0,0 1 0 0 0,0-1 0 0 0,0 0 0 0 0,0 0 0 0 0,0 0 0 0 0,0 1 0 0 0,0-1 0 0 0,0 0 0 0 0,0 0 0 0 0,0 0 0 0 0,0 0 0 0 0,0 1 0 0 0,-1-1 0 0 0,1 0 0 0 0,0 0 0 0 0,0 0 0 0 0,0 0 0 0 0,0 0 0 0 0,0 0 0 0 0,0 1 0 0 0,-1-1 0 0 0,1 0 0 0 0,0 0 0 0 0,0 0 0 0 0,0 0-1 0 0,0 0 1 0 0,0 0 0 0 0,-1 0 0 0 0,1 0 0 0 0,0 0 0 0 0,0 0 0 0 0,0 1 0 0 0,0-1 0 0 0,-1 0 0 0 0,1 0 0 0 0,0 0 0 0 0,0 0 0 0 0,0 0 0 0 0,-1 0 0 0 0,1 0 0 0 0,0 0 0 0 0,0-1 0 0 0,0 1 0 0 0,0 0 0 0 0,-1 0 0 0 0,-12-16-6 0 0,1-1 0 0 0,1-1 1 0 0,0 0-1 0 0,2 0 0 0 0,0-1 0 0 0,1 0 0 0 0,0 0 0 0 0,2-1 1 0 0,-5-24-1 0 0,-2-21-186 0 0,-8-109 0 0 0,9-123-138 0 0,18 240-165 0 0,-6 55 407 0 0,0 0-89 0 0,0 2 132 0 0,0-1-1 0 0,0 1 1 0 0,0-1-1 0 0,0 1 1 0 0,0-1-1 0 0,0 1 1 0 0,0 0 0 0 0,0-1-1 0 0,0 1 1 0 0,0-1-1 0 0,0 1 1 0 0,0 0-1 0 0,0-1 1 0 0,0 1-1 0 0,1-1 1 0 0,-1 1 0 0 0,0 0-1 0 0,0-1 1 0 0,0 1-1 0 0,1 0 1 0 0,-1-1-1 0 0,0 1 1 0 0,1 0 0 0 0,-1-1-1 0 0,0 1 1 0 0,1 0-1 0 0,-1-1 1 0 0,0 1-1 0 0,1 0 1 0 0,-1 0-1 0 0,0 0 1 0 0,1-1 0 0 0,-1 1-1 0 0,1 0 1 0 0,-1 0-1 0 0,0 0 1 0 0,1 0-1 0 0,-1 0 1 0 0,1 0 0 0 0,-1 0-1 0 0,0 0 1 0 0,1 0-1 0 0,-1 0 1 0 0,1 0-1 0 0,-1 0 1 0 0,1 0-1 0 0,-1 0 1 0 0,0 0 0 0 0,1 0-1 0 0,-1 0 1 0 0,1 1-1 0 0,-1-1 1 0 0,0 0-1 0 0,1 1 1 0 0,8 4-9 0 0,0 0-1 0 0,-1 1 1 0 0,1 0 0 0 0,-2 1 0 0 0,1 0-1 0 0,-1 0 1 0 0,0 0 0 0 0,0 1 0 0 0,-1 0-1 0 0,0 1 1 0 0,0-1 0 0 0,5 12 0 0 0,11 23-33 0 0,21 61 0 0 0,-23-55 27 0 0,65 180-57 0 0,-55-153 181 0 0,-30-75 169 0 0,-7-29 2390 0 0,-5-105-2763 0 0,11 84-6 0 0,2 0 0 0 0,11-77 0 0 0,-8 100 33 0 0,2 1 0 0 0,0 0 0 0 0,2 0 0 0 0,1 0 0 0 0,0 1 0 0 0,21-36-1 0 0,-24 51 14 0 0,1-1-1 0 0,0 1 0 0 0,0 1 0 0 0,0-1 0 0 0,1 1 0 0 0,0 1 0 0 0,1-1 0 0 0,0 1 0 0 0,0 1 1 0 0,20-11-1 0 0,-27 16 57 0 0,-1 1 0 0 0,1 0 0 0 0,1-1 0 0 0,-1 1 0 0 0,0 0 0 0 0,0 0 0 0 0,0 0 0 0 0,0 0 0 0 0,0 1 1 0 0,0-1-1 0 0,0 0 0 0 0,0 1 0 0 0,0 0 0 0 0,-1-1 0 0 0,1 1 0 0 0,0 0 0 0 0,0 0 0 0 0,0 0 0 0 0,-1 0 0 0 0,1 0 0 0 0,0 1 1 0 0,-1-1-1 0 0,1 0 0 0 0,-1 1 0 0 0,1-1 0 0 0,-1 1 0 0 0,0-1 0 0 0,0 1 0 0 0,0 0 0 0 0,0-1 0 0 0,2 4 0 0 0,3 7-2 0 0,0 0 0 0 0,-1 0 1 0 0,6 21-1 0 0,-9-26-4 0 0,19 73-29 0 0,-4 0 0 0 0,12 155 0 0 0,-21-159 36 0 0,14 142-44 0 0,-17-166 182 0 0,-5-50-87 0 0,-5-32-5077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53.7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194 77 4728 0 0,'0'0'-206'0'0,"-3"-27"500"0"0,1 23-195 0 0,-1 0-1 0 0,1 0 1 0 0,-1 1-1 0 0,0-1 1 0 0,0 0-1 0 0,0 1 1 0 0,0 0 0 0 0,0 0-1 0 0,-1 0 1 0 0,0 0-1 0 0,-5-3 1 0 0,8 5-7 0 0,0 1-85 0 0,1-1 0 0 0,-1 1 0 0 0,1 0 0 0 0,-1-1-1 0 0,1 1 1 0 0,-1-1 0 0 0,0 1 0 0 0,1 0 0 0 0,-1 0-1 0 0,0-1 1 0 0,1 1 0 0 0,-1 0 0 0 0,0 0 0 0 0,1 0 0 0 0,-1 0-1 0 0,0 0 1 0 0,1 0 0 0 0,-1 0 0 0 0,0 0 0 0 0,1 0 0 0 0,-1 0-1 0 0,1 0 1 0 0,-1 0 0 0 0,-1 1 0 0 0,-5 2-8 0 0,-1 0-1 0 0,1 1 1 0 0,0 0 0 0 0,0 0 0 0 0,0 1 0 0 0,1-1-1 0 0,-1 2 1 0 0,1-1 0 0 0,0 1 0 0 0,1-1 0 0 0,-1 2-1 0 0,1-1 1 0 0,1 1 0 0 0,-1-1 0 0 0,1 1 0 0 0,0 0-1 0 0,1 1 1 0 0,-4 8 0 0 0,3-6-9 0 0,0 0 0 0 0,1 0 0 0 0,1 0 0 0 0,0 1 0 0 0,0-1 1 0 0,1 0-1 0 0,0 1 0 0 0,1-1 0 0 0,0 1 0 0 0,0-1 0 0 0,2 1 0 0 0,-1-1 0 0 0,1 0 0 0 0,5 16 1 0 0,-6-21 9 0 0,1 0 1 0 0,0 0 0 0 0,0-1-1 0 0,0 1 1 0 0,1 0 0 0 0,-1-1-1 0 0,1 1 1 0 0,0-1 0 0 0,1 0-1 0 0,-1 0 1 0 0,1 0 0 0 0,0 0-1 0 0,-1-1 1 0 0,2 0 0 0 0,-1 0-1 0 0,0 0 1 0 0,9 5 0 0 0,-11-8 39 0 0,4-1-19 0 0,0-2-17 0 0,0 0 1 0 0,0-1-1 0 0,0 1 1 0 0,0-1-1 0 0,-1 0 1 0 0,1-1-1 0 0,-1 1 1 0 0,0-1-1 0 0,-1 0 1 0 0,1 0-1 0 0,-1-1 1 0 0,0 1-1 0 0,0-1 1 0 0,-1 0-1 0 0,1 0 1 0 0,-1 0-1 0 0,-1-1 0 0 0,1 1 1 0 0,2-13-1 0 0,6-18 181 0 0,-3 0-1 0 0,6-53 0 0 0,-11 68 99 0 0,3-30 276 0 0,-6 50-558 0 0,-2 7-49 0 0,-1 6 39 0 0,1 0 0 0 0,0 0 0 0 0,1 0 0 0 0,0 1 0 0 0,1-1 0 0 0,0 0 0 0 0,0 0 0 0 0,1 1 0 0 0,1-1 0 0 0,0 0 0 0 0,1 0 0 0 0,0 0 0 0 0,0 0 0 0 0,1-1 0 0 0,6 12 0 0 0,-5-11-41 0 0,0 0-1 0 0,1-1 0 0 0,0 0 0 0 0,1 0 1 0 0,0 0-1 0 0,0-1 0 0 0,1 0 0 0 0,0 0 1 0 0,0-1-1 0 0,1 0 0 0 0,1-1 0 0 0,-1 0 0 0 0,1 0 1 0 0,19 9-1 0 0,-26-15-223 0 0,-1 0 0 0 0,0-1-1 0 0,0 1 1 0 0,0-1 0 0 0,1 1 0 0 0,-1-1 0 0 0,0 0-1 0 0,1 0 1 0 0,-1 0 0 0 0,0 0 0 0 0,4-1 0 0 0,12-1-1276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54.52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194 1 4400 0 0,'0'0'-146'0'0,"10"-1"-140"0"0,-7 2 526 0 0,-8 0 1257 0 0,-8 3-1475 0 0,1 0 1 0 0,-1 1 0 0 0,1 0 0 0 0,-1 0 0 0 0,2 2 0 0 0,-1-1 0 0 0,1 2 0 0 0,0-1-1 0 0,0 2 1 0 0,-11 10 0 0 0,17-14-23 0 0,-1 1 1 0 0,1-1-1 0 0,0 1 0 0 0,0 0 0 0 0,1 0 0 0 0,0 0 1 0 0,0 1-1 0 0,1-1 0 0 0,-1 1 0 0 0,1 0 0 0 0,1 0 1 0 0,-1 0-1 0 0,1 1 0 0 0,1-1 0 0 0,-1 0 0 0 0,1 1 1 0 0,0-1-1 0 0,1 1 0 0 0,0-1 0 0 0,1 14 1 0 0,1-17 0 0 0,-1 0 1 0 0,1 0 0 0 0,0 0 0 0 0,0 0 0 0 0,0 0 0 0 0,0-1 0 0 0,1 1 0 0 0,-1-1 0 0 0,1 1 0 0 0,0-1 0 0 0,0 0-1 0 0,0 0 1 0 0,1 0 0 0 0,-1-1 0 0 0,1 1 0 0 0,-1-1 0 0 0,1 0 0 0 0,7 3 0 0 0,7 3 18 0 0,1 0 0 0 0,29 7 0 0 0,-44-14-16 0 0,45 10-7 0 0,1-3-1 0 0,0-2 0 0 0,0-2 1 0 0,60-3-1 0 0,-108-1-148 0 0,-1 0 0 0 0,1 0 0 0 0,-1 0 0 0 0,1 0 0 0 0,-1-1 0 0 0,1 1 0 0 0,-1-1 0 0 0,0 1 0 0 0,1-1 0 0 0,-1 1 0 0 0,1-1 0 0 0,-1 0 0 0 0,0 0 0 0 0,0 0 0 0 0,1 0-1 0 0,-1 0 1 0 0,0 0 0 0 0,0 0 0 0 0,0 0 0 0 0,1-1 0 0 0,2-8-842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55.49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42 3904 0 0,'1'-3'69'0'0,"-1"-1"-1"0"0,0 1 1 0 0,0 0 0 0 0,0-1-1 0 0,-1 1 1 0 0,1 0-1 0 0,-1-1 1 0 0,0 1-1 0 0,-1-5 1 0 0,1 6 69 0 0,1 0 256 0 0,7 23 345 0 0,2 16-718 0 0,6 56 0 0 0,0-2-17 0 0,-2-35-12 0 0,75 300-26 0 0,-78-315 62 0 0,-1 1 1 0 0,-3 0-1 0 0,-1 0 1 0 0,-1 64-1 0 0,-4-104 20 0 0,-1 11 3055 0 0,-1-29-3052 0 0,2 0 1 0 0,0 0 0 0 0,0 0 0 0 0,2 1 0 0 0,0-1 0 0 0,1 0 0 0 0,8-27 0 0 0,-1 11-327 0 0,2 1 0 0 0,31-57-1 0 0,-43 87 232 0 0,1 0 0 0 0,-1-1 0 0 0,1 1 0 0 0,0 0 0 0 0,0 0 0 0 0,0 0 0 0 0,-1 0 0 0 0,1 0 0 0 0,0 0 0 0 0,0 0 0 0 0,0 0 0 0 0,1 0 0 0 0,-1 0 0 0 0,0 1 0 0 0,0-1 0 0 0,0 0 0 0 0,1 1 0 0 0,-1-1 0 0 0,0 1 0 0 0,0-1 0 0 0,1 1 0 0 0,-1 0 0 0 0,0 0-1 0 0,1-1 1 0 0,1 1 0 0 0,-1 1 8 0 0,1-1-1 0 0,0 1 0 0 0,-1 0 0 0 0,1 0 1 0 0,-1 0-1 0 0,0 0 0 0 0,1 0 1 0 0,-1 0-1 0 0,0 1 0 0 0,1-1 0 0 0,-1 1 1 0 0,3 2-1 0 0,7 9-18 0 0,0-1 0 0 0,-1 2 1 0 0,13 19-1 0 0,-15-21-72 0 0,2 5 107 0 0,0 1 0 0 0,-1 0 0 0 0,-1 0 0 0 0,0 1 0 0 0,-2 1 0 0 0,0-1 0 0 0,-1 1 0 0 0,4 27 0 0 0,8 23-136 0 0,-17-69-63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55.79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 10 5128 0 0,'-5'-8'285'0'0,"5"8"-282"0"0,0 0 0 0 0,0 0 0 0 0,0 0 0 0 0,0 0 0 0 0,-1 1 0 0 0,1-1 0 0 0,0 0 0 0 0,0 0 0 0 0,0 0 0 0 0,0 0-1 0 0,0 0 1 0 0,0 0 0 0 0,0 0 0 0 0,0 0 0 0 0,-1 0 0 0 0,1 0 0 0 0,0 0 0 0 0,0 0 0 0 0,0 0 0 0 0,0 0 0 0 0,0 0 0 0 0,0 0 0 0 0,-1 0 0 0 0,1 0 0 0 0,0 0 0 0 0,0 0-1 0 0,0 0 1 0 0,0 0 0 0 0,0 0 0 0 0,0 0 0 0 0,-1 0 0 0 0,1 0 0 0 0,0 0 0 0 0,0 0 0 0 0,0 0 0 0 0,0 0 0 0 0,0 0 0 0 0,0 0 0 0 0,0 0 0 0 0,-1 0 0 0 0,1 0 0 0 0,0 0-1 0 0,0 0 1 0 0,0-1 0 0 0,0 1 0 0 0,0 0 0 0 0,0 0 0 0 0,0 0 0 0 0,0 0 0 0 0,0 0 0 0 0,0 0 0 0 0,0 0 0 0 0,0 0 0 0 0,0-1 0 0 0,-1 1 0 0 0,1 0 0 0 0,0 0 0 0 0,0 0-1 0 0,0 0 1 0 0,0 0 0 0 0,0 0 0 0 0,0-1 0 0 0,0 1 0 0 0,2 16-2 0 0,0 1 0 0 0,2-1 0 0 0,-1 0 1 0 0,2 0-1 0 0,0-1 0 0 0,1 1 0 0 0,10 18 0 0 0,-7-14-120 0 0,-1-1 0 0 0,-1 1-1 0 0,0 1 1 0 0,4 25 0 0 0,-11-30-1853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55.97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 40 5012 0 0,'0'0'457'0'0,"0"-12"315"0"0,-6 2 144 0 0,4 2-60 0 0,-4-2-916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56.7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 22 5432 0 0,'0'0'-187'0'0,"3"30"-72"0"0,-8-8 266 0 0,1 1 0 0 0,2-1 0 0 0,0 1 0 0 0,2-1 0 0 0,4 46 0 0 0,-3-23-3 0 0,-2-38-3 0 0,1 0 0 0 0,0 0 0 0 0,0 0 0 0 0,0 0 1 0 0,1 0-1 0 0,0 0 0 0 0,1 0 0 0 0,3 10 0 0 0,-5 12 3629 0 0,-1-54-3676 0 0,1-1-1 0 0,1 1 0 0 0,1-1 1 0 0,2 1-1 0 0,0 0 1 0 0,2 0-1 0 0,1 0 1 0 0,1 1-1 0 0,0 0 0 0 0,2 0 1 0 0,1 1-1 0 0,25-38 1 0 0,-35 59 8 0 0,0 0 0 0 0,1 1 0 0 0,-1-1 0 0 0,1 1 0 0 0,0-1 0 0 0,0 1 0 0 0,-1 0 0 0 0,1 0 0 0 0,0 0 1 0 0,0 0-1 0 0,0 0 0 0 0,0 0 0 0 0,0 0 0 0 0,0 0 0 0 0,0 1 0 0 0,1-1 0 0 0,-1 1 0 0 0,3 0 0 0 0,-5 0 36 0 0,3-1-105 0 0,29 18-151 0 0,-24-9 219 0 0,-1 0-1 0 0,0 1 1 0 0,-1-1-1 0 0,0 1 1 0 0,0 1-1 0 0,-1-1 1 0 0,0 1-1 0 0,0 0 0 0 0,-1 0 1 0 0,-1 1-1 0 0,3 11 1 0 0,14 32-57 0 0,-10-34 73 0 0,-2 0 0 0 0,0 1 0 0 0,-1-1-1 0 0,-1 1 1 0 0,5 37 0 0 0,-11-51-1414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57.2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38 149 3768 0 0,'-6'9'-901'0'0,"3"-5"757"0"0,6-5 621 0 0,7-7-332 0 0,0 0 0 0 0,0-1 0 0 0,-1 0 0 0 0,15-19 1 0 0,-20 23 69 0 0,0-1 0 0 0,0 1 0 0 0,-1-1 1 0 0,0 1-1 0 0,0-1 0 0 0,-1 0 0 0 0,1 0 1 0 0,-1-1-1 0 0,-1 1 0 0 0,1 0 0 0 0,-1-1 1 0 0,1-9-1 0 0,-2 15 122 0 0,0 1-325 0 0,0 0 0 0 0,0-1 0 0 0,0 1 1 0 0,0 0-1 0 0,0-1 0 0 0,0 1 0 0 0,0 0 1 0 0,0-1-1 0 0,0 1 0 0 0,0 0 0 0 0,0 0 1 0 0,0-1-1 0 0,0 1 0 0 0,0 0 0 0 0,0-1 1 0 0,0 1-1 0 0,0 0 0 0 0,0-1 0 0 0,0 1 1 0 0,0 0-1 0 0,0-1 0 0 0,0 1 0 0 0,-1 0 1 0 0,1 0-1 0 0,0-1 0 0 0,0 1 0 0 0,0 0 0 0 0,-1 0 1 0 0,1 0-1 0 0,0-1 0 0 0,0 1 0 0 0,-1 0 1 0 0,1 0-1 0 0,0 0 0 0 0,0-1 0 0 0,-1 1 1 0 0,1 0-1 0 0,0 0 0 0 0,-1 0 0 0 0,1 0 1 0 0,0 0-1 0 0,0 0 0 0 0,-1 0 0 0 0,1 0 1 0 0,0 0-1 0 0,-1 0 0 0 0,1 0 0 0 0,0 0 1 0 0,-1 0-1 0 0,1 0 0 0 0,-1 0 0 0 0,-7 3 10 0 0,0 1 0 0 0,0 0 0 0 0,1 1 0 0 0,-1 0 0 0 0,1 0 0 0 0,0 0 0 0 0,0 1 0 0 0,1 0 0 0 0,0 0 0 0 0,0 1 0 0 0,0 0-1 0 0,-7 10 1 0 0,10-12-23 0 0,0 1-1 0 0,0-1 0 0 0,1 0 1 0 0,0 1-1 0 0,0-1 0 0 0,0 1 0 0 0,0-1 1 0 0,1 1-1 0 0,0 0 0 0 0,0 0 1 0 0,1 0-1 0 0,-1 0 0 0 0,1 0 0 0 0,1-1 1 0 0,-1 1-1 0 0,1 0 0 0 0,0 0 1 0 0,0 0-1 0 0,1-1 0 0 0,-1 1 0 0 0,4 5 1 0 0,-1-4 3 0 0,0 0 0 0 0,1 0 1 0 0,0 0-1 0 0,0-1 0 0 0,1 0 0 0 0,0 0 1 0 0,0 0-1 0 0,0-1 0 0 0,1 0 1 0 0,0 0-1 0 0,0-1 0 0 0,0 1 0 0 0,12 4 1 0 0,3 1-6 0 0,0-2 0 0 0,0 0 0 0 0,36 7 0 0 0,-53-14-275 0 0,1-1 1 0 0,-1 1 0 0 0,0-1-1 0 0,1 0 1 0 0,-1 0 0 0 0,1 0 0 0 0,-1-1-1 0 0,1 0 1 0 0,-1 0 0 0 0,0 0-1 0 0,1-1 1 0 0,-1 1 0 0 0,7-5-1 0 0,2-3-1948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57.85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20 5428 0 0,'0'0'-234'0'0,"0"-1"20"0"0,0 0 192 0 0,0 1-1 0 0,0-1 0 0 0,0 0 0 0 0,0 0 1 0 0,0 1-1 0 0,0-1 0 0 0,0 0 0 0 0,1 1 0 0 0,-1-1 1 0 0,0 0-1 0 0,0 1 0 0 0,0-1 0 0 0,1 0 1 0 0,-1 1-1 0 0,0-1 0 0 0,1 1 0 0 0,-1-1 1 0 0,1 0-1 0 0,-1 1 0 0 0,0-1 0 0 0,1 1 0 0 0,-1-1 1 0 0,1 1-1 0 0,0-1 0 0 0,-1 1 0 0 0,1 0 1 0 0,-1-1-1 0 0,1 1 0 0 0,0 0 0 0 0,-1-1 1 0 0,1 1-1 0 0,0 0 0 0 0,46 7 7 0 0,-1 2-1 0 0,0 3 1 0 0,-1 1 0 0 0,0 2-1 0 0,-1 2 1 0 0,-1 2 0 0 0,0 2-1 0 0,-2 2 1 0 0,-1 2 0 0 0,0 1-1 0 0,-2 2 1 0 0,-2 1 0 0 0,45 47-1 0 0,-71-65 19 0 0,-1 0 0 0 0,0 0 0 0 0,-1 1 0 0 0,0 0 0 0 0,-1 1 0 0 0,-1-1 0 0 0,0 1 0 0 0,0 1-1 0 0,-1-1 1 0 0,-1 1 0 0 0,-1 0 0 0 0,4 26 0 0 0,-5-22 9 0 0,-2 0 0 0 0,0 0 0 0 0,-2 0 0 0 0,0 0 0 0 0,0 0-1 0 0,-2 0 1 0 0,0-1 0 0 0,-1 1 0 0 0,-9 19 0 0 0,-1-5 10 0 0,-1-1-1 0 0,-1-1 1 0 0,-1-1-1 0 0,-2 0 1 0 0,-1-2 0 0 0,-1 0-1 0 0,-2-1 1 0 0,0-2-1 0 0,-2 0 1 0 0,-30 22-1 0 0,-9 1 32 0 0,-1-2 0 0 0,-3-3-1 0 0,-98 44 1 0 0,163-85-214 0 0,1 1-1 0 0,0-1 1 0 0,-1 0-1 0 0,1 0 0 0 0,-1 0 1 0 0,0 0-1 0 0,1 0 1 0 0,-1-1-1 0 0,0 0 1 0 0,1 0-1 0 0,-1 0 1 0 0,0 0-1 0 0,1-1 1 0 0,-1 1-1 0 0,1-1 1 0 0,-6-1-1 0 0,3-5-485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1.45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2669 46 5781 0 0,'2'-2'-25'0'0,"1"0"0"0"0,0 0 0 0 0,-1-1 1 0 0,0 1-1 0 0,1-1 0 0 0,-1 1 0 0 0,0-1 1 0 0,-1 0-1 0 0,1 0 0 0 0,0 0 1 0 0,1-6 1564 0 0,-7 5-1399 0 0,4 4-121 0 0,0 0-1 0 0,0-1 1 0 0,0 1 0 0 0,-1 0-1 0 0,1 0 1 0 0,0-1 0 0 0,0 1-1 0 0,0 0 1 0 0,0 0 0 0 0,-1-1-1 0 0,1 1 1 0 0,0 0 0 0 0,0 0-1 0 0,-1-1 1 0 0,1 1 0 0 0,0 0-1 0 0,0 0 1 0 0,-1 0 0 0 0,1 0-1 0 0,0 0 1 0 0,-1-1 0 0 0,1 1-1 0 0,0 0 1 0 0,-1 0 0 0 0,1 0-1 0 0,0 0 1 0 0,0 0 0 0 0,-1 0-1 0 0,1 0 1 0 0,0 0 0 0 0,-1 0-1 0 0,1 0 1 0 0,0 0 0 0 0,-1 0-1 0 0,1 0 1 0 0,0 0 0 0 0,-1 1-1 0 0,1-1 1 0 0,0 0 0 0 0,0 0-1 0 0,-1 0 1 0 0,1 0 0 0 0,-1 1-1 0 0,-73 42 199 0 0,1 3 0 0 0,2 4 0 0 0,-64 59-1 0 0,17-16 43 0 0,-23 22 182 0 0,-114 81 346 0 0,41-41-390 0 0,-66 55-28 0 0,153-115-253 0 0,-121 82 62 0 0,7 6-73 0 0,189-139-86 0 0,-90 81 15 0 0,-35 26 16 0 0,155-132-42 0 0,16-13-3 0 0,-1 0 0 0 0,0 0-1 0 0,0-1 1 0 0,-13 7 0 0 0,10-3 16 0 0,0 1-71 0 0,10-10 68 0 0,0-1 0 0 0,0 1 0 0 0,0 0 0 0 0,1 0 0 0 0,-1 0 1 0 0,0 0-1 0 0,0 0 0 0 0,0 0 0 0 0,0 0 0 0 0,0 0 0 0 0,0-1 1 0 0,0 1-1 0 0,0 0 0 0 0,0 0 0 0 0,0 0 0 0 0,0 0 0 0 0,0 0 1 0 0,0 0-1 0 0,0-1 0 0 0,0 1 0 0 0,0 0 0 0 0,0 0 0 0 0,0 0 1 0 0,0 0-1 0 0,0 0 0 0 0,0 0 0 0 0,0-1 0 0 0,0 1 0 0 0,0 0 1 0 0,0 0-1 0 0,0 0 0 0 0,0 0 0 0 0,-1 0 0 0 0,1 0 0 0 0,0 0 1 0 0,0 0-1 0 0,0-1 0 0 0,0 1 0 0 0,0 0 0 0 0,0 0 0 0 0,0 0 0 0 0,0 0 1 0 0,0 0-1 0 0,-1 0 0 0 0,1 0 0 0 0,0 0 0 0 0,0 0 0 0 0,0 0 1 0 0,0 0-1 0 0,0 0 0 0 0,0 0 0 0 0,0 0 0 0 0,-1 0 0 0 0,1 0 1 0 0,0 0-1 0 0,0 0 0 0 0,0 0 0 0 0,0 0 0 0 0,0 0 0 0 0,0 0 1 0 0,-1 0-1 0 0,1 0 0 0 0,8-32 25 0 0,2 1 0 0 0,1 0 0 0 0,1 1 1 0 0,19-33-1 0 0,76-121-57 0 0,-69 123 37 0 0,-18 27-11 0 0,-6 10-68 0 0,26-36 0 0 0,-39 58 33 0 0,-6 9-19 0 0,-311 443 55 0 0,152-204 26 0 0,155-233-40 0 0,4-8-4 0 0,1 0-1 0 0,0 1 0 0 0,0 0 1 0 0,0 0-1 0 0,1 0 1 0 0,0 1-1 0 0,0-1 1 0 0,0 1-1 0 0,-2 11 1 0 0,11-18 28 0 0,27-3-20 0 0,0-2 1 0 0,0-1 0 0 0,-1-2 0 0 0,60-22 0 0 0,-7 3 35 0 0,-44 16-15 0 0,40-12-52 0 0,135-22 0 0 0,-212 45 4 0 0,40-13-4491 0 0,6-24 341 0 0,-10 8 1689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4.0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72 13 5933 0 0,'-42'-10'472'0'0,"40"10"201"0"0,-21-3 821 0 0,23 3-1484 0 0,0 0 0 0 0,-1 0 0 0 0,1 0-1 0 0,0 1 1 0 0,0-1 0 0 0,0 0 0 0 0,-1 0-1 0 0,1 0 1 0 0,0 0 0 0 0,0 0 0 0 0,0 0-1 0 0,0 0 1 0 0,-1 0 0 0 0,1 1 0 0 0,0-1-1 0 0,0 0 1 0 0,0 0 0 0 0,0 0 0 0 0,0 0 0 0 0,0 0-1 0 0,-1 1 1 0 0,1-1 0 0 0,0 0 0 0 0,0 0-1 0 0,0 0 1 0 0,0 0 0 0 0,0 1 0 0 0,0-1-1 0 0,0 0 1 0 0,0 0 0 0 0,0 0 0 0 0,0 1-1 0 0,0-1 1 0 0,0 0 0 0 0,0 0 0 0 0,0 0 0 0 0,0 1-1 0 0,0-1 1 0 0,0 0 0 0 0,0 0 0 0 0,0 0-1 0 0,0 1 1 0 0,0-1 0 0 0,0 0 0 0 0,1 0-1 0 0,-1 1 1 0 0,27 29-478 0 0,-4-5 599 0 0,25 42-119 0 0,4-2 1 0 0,2-3-1 0 0,2-2 0 0 0,105 86 0 0 0,44 21 54 0 0,224 219 66 0 0,-344-292-111 0 0,35 34 43 0 0,-73-82-21 0 0,66 86 0 0 0,-67-76-30 0 0,3-3 11 0 0,2-2 0 0 0,71 53-1 0 0,-13-10 2 0 0,-68-61-9 0 0,0-2 0 0 0,61 34 0 0 0,62 44 38 0 0,-91-57-25 0 0,-45-30-5 0 0,9 8 341 0 0,-37-30-341 0 0,0-1 0 0 0,0 1 0 0 0,0 0 0 0 0,0 0 0 0 0,0 0 0 0 0,0 0-1 0 0,0 0 1 0 0,0-1 0 0 0,0 1 0 0 0,0 0 0 0 0,0 0 0 0 0,0 0 0 0 0,0 0 0 0 0,0 0 0 0 0,0-1 0 0 0,0 1 0 0 0,1 0 0 0 0,-1 0 0 0 0,0 0 0 0 0,0 0 0 0 0,0 0 0 0 0,0 0 0 0 0,0 0 0 0 0,0-1 0 0 0,0 1 0 0 0,0 0 0 0 0,0 0 0 0 0,1 0 0 0 0,-1 0 0 0 0,0 0 0 0 0,0 0 0 0 0,0 0 0 0 0,0 0 0 0 0,0 0 0 0 0,1 0 0 0 0,-1 0 0 0 0,0 0 0 0 0,0 0 0 0 0,0 0 0 0 0,0 0 0 0 0,0 0 0 0 0,0 0 0 0 0,1 0 0 0 0,-1 0 0 0 0,0 0 0 0 0,0 0 0 0 0,0 0 0 0 0,0 0 0 0 0,0 0 0 0 0,1 0 0 0 0,-1 0 0 0 0,0 0 0 0 0,-30-45 1947 0 0,24 37-2385 0 0,-152-240 1197 0 0,88 157-504 0 0,69 90-271 0 0,-9-11-426 0 0,16 31 400 0 0,1 0 0 0 0,1-1 0 0 0,1 1 0 0 0,1-2 0 0 0,0 1 0 0 0,17 21 0 0 0,88 94 12 0 0,-21-26 48 0 0,-93-106-35 0 0,0 0 0 0 0,0 1 0 0 0,0-1 0 0 0,0 0 1 0 0,0 0-1 0 0,0 0 0 0 0,-1 1 0 0 0,1-1 1 0 0,0 0-1 0 0,-1 1 0 0 0,1-1 0 0 0,-1 0 1 0 0,0 1-1 0 0,1-1 0 0 0,-1 1 0 0 0,0-1 1 0 0,0 1-1 0 0,0-1 0 0 0,0 0 0 0 0,0 1 0 0 0,0-1 1 0 0,0 1-1 0 0,-1-1 0 0 0,1 1 0 0 0,-1 1 1 0 0,0-1-1 0 0,-1 0 1 0 0,1 0 0 0 0,-1 0 0 0 0,0-1-1 0 0,0 1 1 0 0,0 0 0 0 0,1-1 0 0 0,-1 1-1 0 0,-1-1 1 0 0,1 0 0 0 0,0 0 0 0 0,0 0-1 0 0,0 0 1 0 0,-3 1 0 0 0,-13 3 18 0 0,0 0 0 0 0,0-1 0 0 0,-26 2 0 0 0,26-4-8 0 0,-288 27 133 0 0,43-6 93 0 0,184-20-2467 0 0,76-3 901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5.6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1052 98 5733 0 0,'19'-32'-687'0'0,"-17"27"757"0"0,1 0 0 0 0,-1 0 0 0 0,1 1 0 0 0,0-1 0 0 0,0 1 0 0 0,5-7 0 0 0,-7 10 36 0 0,-1 0 1 0 0,1 0-1 0 0,-1 0 1 0 0,1 0-1 0 0,-1-1 1 0 0,0 1-1 0 0,0 0 1 0 0,0 0 0 0 0,0 0-1 0 0,0-1 1 0 0,0 1-1 0 0,0 0 1 0 0,0 0-1 0 0,0 0 1 0 0,0-1-1 0 0,-1 1 1 0 0,1 0-1 0 0,0 0 1 0 0,-1 0-1 0 0,-1-2 1 0 0,-31 34-38 0 0,1 3 1 0 0,1 0-1 0 0,-45 68 1 0 0,-26 31-16 0 0,-498 470 524 0 0,500-519 1469 0 0,84-98-1839 0 0,15 10-192 0 0,0 0 0 0 0,0 1 0 0 0,1-1-1 0 0,-1 0 1 0 0,1 1 0 0 0,0-1-1 0 0,0 0 1 0 0,0 0 0 0 0,1 1 0 0 0,-1-1-1 0 0,1 0 1 0 0,0 1 0 0 0,0-1-1 0 0,0 1 1 0 0,3-6 0 0 0,-3 7-8 0 0,22-61 39 0 0,2 1 0 0 0,43-73 0 0 0,-66 133-65 0 0,1-3 6 0 0,-25 59 22 0 0,12-28-13 0 0,-19 39 12 0 0,-40 63 0 0 0,-17 37 23 0 0,79-154-34 0 0,7-11 0 0 0,-1 1 0 0 0,0 0 0 0 0,0 0-1 0 0,1 0 1 0 0,-1 0 0 0 0,1 0 0 0 0,-1 0 0 0 0,1 0 0 0 0,-1 1 0 0 0,1-1-1 0 0,0 0 1 0 0,-1 0 0 0 0,1 0 0 0 0,0 0 0 0 0,0 1 0 0 0,0-1 0 0 0,0 0 0 0 0,0 0-1 0 0,0 0 1 0 0,0 0 0 0 0,1 2 0 0 0,27-5-2 0 0,180-44 18 0 0,24-3-16 0 0,-184 40-37 0 0,-32 5-148 0 0,1 1-1 0 0,-1 1 1 0 0,1 0 0 0 0,-1 1 0 0 0,1 1 0 0 0,33 3 0 0 0,-49-3 58 0 0,0 0-1 0 0,0 0 1 0 0,0 0-1 0 0,0 1 1 0 0,0-1-1 0 0,-1 0 1 0 0,1 0-1 0 0,0 0 1 0 0,0 1-1 0 0,0-1 0 0 0,0 1 1 0 0,0-1-1 0 0,0 1 1 0 0,0-1-1 0 0,-1 1 1 0 0,1-1-1 0 0,0 1 1 0 0,0 0-1 0 0,-1-1 1 0 0,1 1-1 0 0,0 0 1 0 0,-1 0-1 0 0,1-1 1 0 0,-1 1-1 0 0,1 0 1 0 0,-1 0-1 0 0,1 0 0 0 0,-1 0 1 0 0,1 0-1 0 0,-1 0 1 0 0,0 0-1 0 0,0-1 1 0 0,0 1-1 0 0,1 0 1 0 0,-1 0-1 0 0,0 0 1 0 0,0 0-1 0 0,0 0 1 0 0,0 0-1 0 0,-1 0 1 0 0,1 0-1 0 0,0 0 1 0 0,-1 1-1 0 0,-6 12-2291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6.71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30 159 5625 0 0,'-13'-135'74'0'0,"13"134"2"0"0,-5-13 132 0 0,-2 5-42 0 0,4 36-148 0 0,1 0-1 0 0,2 0 1 0 0,1 0 0 0 0,4 28 0 0 0,1 13 25 0 0,-6-53-25 0 0,16 457 662 0 0,-16-456-128 0 0,-1-1 1 0 0,0 0 0 0 0,0 1 0 0 0,-2-1-1 0 0,-5 19 1 0 0,8-33-140 0 0,-4 5-172 0 0,0-29-6618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7.3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25 216 6193 0 0,'-5'-11'21'0'0,"1"0"1"0"0,0-1 0 0 0,1 1-1 0 0,0-1 1 0 0,1 0 0 0 0,1 0-1 0 0,-1 0 1 0 0,2 0 0 0 0,0 0 0 0 0,0 0-1 0 0,3-16 1 0 0,-1-23 776 0 0,-2 49-752 0 0,-1-4-4 0 0,1 6-39 0 0,0 0 0 0 0,0 1 0 0 0,0-1 0 0 0,0 0 0 0 0,0 0-1 0 0,0 0 1 0 0,0 0 0 0 0,1 0 0 0 0,-1 0 0 0 0,0 0 0 0 0,0 0 0 0 0,0 0 0 0 0,0 1 0 0 0,0-1-1 0 0,0 0 1 0 0,0 0 0 0 0,0 0 0 0 0,0 0 0 0 0,0 0 0 0 0,0 0 0 0 0,0 0 0 0 0,1 0 0 0 0,-1 0-1 0 0,0 0 1 0 0,0 0 0 0 0,0 0 0 0 0,0 0 0 0 0,0 0 0 0 0,0 0 0 0 0,0 0 0 0 0,0 0 0 0 0,1 0-1 0 0,-1 0 1 0 0,0 0 0 0 0,0 0 0 0 0,0 0 0 0 0,0 0 0 0 0,0 0 0 0 0,0 0 0 0 0,0 0 0 0 0,0 0-1 0 0,1 0 1 0 0,-1 0 0 0 0,0 0 0 0 0,0 0 0 0 0,0 0 0 0 0,0 0 0 0 0,0 0 0 0 0,17 22 5 0 0,0 0 0 0 0,2-1 1 0 0,0-1-1 0 0,1-1 0 0 0,1 0 1 0 0,1-2-1 0 0,32 20 0 0 0,183 96 30 0 0,-168-98-14 0 0,-29-11-14 0 0,-29-17 222 0 0,0 0 0 0 0,0-1 1 0 0,24 9 1219 0 0,-34-15-1428 0 0,1 0 0 0 0,-1 0 0 0 0,0-1 0 0 0,0 1 0 0 0,1-1 0 0 0,-1 1 0 0 0,0-1 0 0 0,0 0 0 0 0,0 1 0 0 0,0-1 0 0 0,0 0 0 0 0,0 0 0 0 0,0 1 0 0 0,0-1 0 0 0,0 0 0 0 0,0 0 0 0 0,0 0 0 0 0,0-1 0 0 0,-1 1 0 0 0,1 0 0 0 0,0 0 0 0 0,-1 0 0 0 0,1 0 0 0 0,-1-1 0 0 0,1 1 0 0 0,-1 0 0 0 0,0 0 0 0 0,0-1 0 0 0,1 1 0 0 0,-1-2 0 0 0,4-52 403 0 0,-4 32-306 0 0,16-49 171 0 0,-11 54-337 0 0,-1-1 0 0 0,-1 0-1 0 0,2-25 1 0 0,-10 30-1455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8.96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45 6129 0 0,'0'0'-280'0'0,"0"-42"1297"0"0,0 40-404 0 0,17 25-619 0 0,-9-14 6 0 0,34 37 9 0 0,1-2 0 0 0,3-1 0 0 0,97 69 0 0 0,173 87 129 0 0,-232-149-124 0 0,39 20 59 0 0,3-5 0 0 0,171 62-1 0 0,128 60 30 0 0,-32-12 2 0 0,-224-115-74 0 0,-87-33-17 0 0,-2 3 1 0 0,111 58-1 0 0,-74-24 16 0 0,-115-63-31 0 0,2 1 4 0 0,1 1 0 0 0,-1 0 0 0 0,1 0 0 0 0,-1 0 0 0 0,0 0 0 0 0,-1 1-1 0 0,8 8 1 0 0,-4-4 11 0 0,1 0-1 0 0,1 0 1 0 0,-1-1-1 0 0,1 0 0 0 0,0-1 1 0 0,1 0-1 0 0,19 9 1 0 0,-3-1-20 0 0,-10-4 21 0 0,6 3 3 0 0,0 1 1 0 0,-2 0 0 0 0,23 21 0 0 0,-11-6 1172 0 0,-38-33-2671 0 0,1 1 1000 0 0,4 2 295 0 0,-1 0 0 0 0,0 0 0 0 0,0 0 1 0 0,1 0-1 0 0,-1 0 0 0 0,1-1 0 0 0,-1 1 1 0 0,1 0-1 0 0,-1-1 0 0 0,1 1 0 0 0,0-1 1 0 0,0 0-1 0 0,0 1 0 0 0,0-1 0 0 0,0 0 1 0 0,0 0-1 0 0,-1-2 0 0 0,-1-6-2217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9.6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542 157 5641 0 0,'-1'-10'105'0'0,"-1"1"1"0"0,0-1 0 0 0,-1 1 0 0 0,0-1-1 0 0,0 1 1 0 0,-1 0 0 0 0,0 0 0 0 0,-1 1-1 0 0,0-1 1 0 0,-8-9 0 0 0,-10-14 1154 0 0,23 31-1143 0 0,-1 0-78 0 0,1 0-1 0 0,-1 0 1 0 0,0 0-1 0 0,1 0 0 0 0,-1 0 1 0 0,0 0-1 0 0,0 1 1 0 0,1-1-1 0 0,-1 0 0 0 0,0 1 1 0 0,0-1-1 0 0,0 0 0 0 0,0 1 1 0 0,0-1-1 0 0,0 1 1 0 0,0-1-1 0 0,0 1 0 0 0,-1-1 1 0 0,0 20-27 0 0,1-1 1 0 0,1 1-1 0 0,1-1 0 0 0,0 0 1 0 0,2 1-1 0 0,0-1 1 0 0,1 0-1 0 0,9 26 1 0 0,1-9 10 0 0,1 0 1 0 0,2-1 0 0 0,25 39 0 0 0,-31-56-46 0 0,-6-10 61 0 0,0 0-1 0 0,0 0 1 0 0,-1 1 0 0 0,0 0-1 0 0,-1-1 1 0 0,4 13 0 0 0,-7-17 3 0 0,1 0 0 0 0,-1-1-1 0 0,0 1 1 0 0,0 0 0 0 0,0-1 0 0 0,0 1 0 0 0,-1 0 0 0 0,1 0 0 0 0,-1-1 0 0 0,1 1-1 0 0,-1 0 1 0 0,0-1 0 0 0,0 1 0 0 0,0-1 0 0 0,0 1 0 0 0,-1-1 0 0 0,1 0 0 0 0,-1 0-1 0 0,0 1 1 0 0,1-1 0 0 0,-1 0 0 0 0,0 0 0 0 0,0 0 0 0 0,0-1 0 0 0,-4 3 0 0 0,-16 12 129 0 0,0-1 0 0 0,-1-1 1 0 0,-1-1-1 0 0,0-2 1 0 0,-29 11-1 0 0,-137 37 380 0 0,141-46-402 0 0,-126 35-885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1.6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273 49 6209 0 0,'-8'-41'-310'0'0,"8"40"390"0"0,-1-5-5 0 0,1 6-68 0 0,0 0 0 0 0,0 0 1 0 0,0 0-1 0 0,0 0 0 0 0,0 0 0 0 0,-1 0 1 0 0,1 0-1 0 0,0 0 0 0 0,0 0 0 0 0,0 0 1 0 0,0 0-1 0 0,0 0 0 0 0,0 0 1 0 0,0 1-1 0 0,0-1 0 0 0,0 0 0 0 0,0 0 1 0 0,0 0-1 0 0,0 0 0 0 0,0 0 0 0 0,0 0 1 0 0,-1 0-1 0 0,1 0 0 0 0,0 0 1 0 0,0 0-1 0 0,0 0 0 0 0,0 0 0 0 0,0 0 1 0 0,0 0-1 0 0,0 0 0 0 0,-3 75 168 0 0,7 90-1 0 0,2-13-28 0 0,-9-32 24 0 0,0-49 40 0 0,8 96-1 0 0,-4-157-288 0 0,0-5 249 0 0,0 0 0 0 0,0-1-1 0 0,0 1 1 0 0,-1 0 0 0 0,0 0 0 0 0,0-1 0 0 0,-1 1-1 0 0,1 0 1 0 0,-1 0 0 0 0,0-1 0 0 0,0 1-1 0 0,0 0 1 0 0,-4 6 0 0 0,4-10 361 0 0,-4-2-307 0 0,-7-3-128 0 0,1 0-1 0 0,0-1 1 0 0,0 0 0 0 0,0-1 0 0 0,0-1 0 0 0,1 1 0 0 0,0-2 0 0 0,0 1 0 0 0,1-1 0 0 0,-13-15-1 0 0,-12-15 76 0 0,-36-52-1 0 0,53 67-107 0 0,10 15-149 0 0,6 10 37 0 0,12 26 29 0 0,26 40 21 0 0,-22-47-8 0 0,0-1 0 0 0,22 21-1 0 0,-31-35 10 0 0,0 0 0 0 0,1 0 0 0 0,0-1 0 0 0,0 0 0 0 0,0-1 0 0 0,0 0 0 0 0,1 0 0 0 0,-1 0 0 0 0,17 5 0 0 0,-19-9 4 0 0,0 0 0 0 0,0 0-1 0 0,0 0 1 0 0,-1 0 0 0 0,1-1-1 0 0,0 0 1 0 0,0 0 0 0 0,-1 0-1 0 0,1-1 1 0 0,-1 1 0 0 0,1-1-1 0 0,4-3 1 0 0,-2 2-10 0 0,66-35 1 0 0,-49 24-5 0 0,1 1-1 0 0,34-12 0 0 0,-26 5-797 0 0,-16 5-3108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3.0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337 141 5593 0 0,'-3'-39'-839'0'0,"-9"-28"2213"0"0,11 65-1164 0 0,-17-29 1380 0 0,17 30-1515 0 0,-3 24-48 0 0,2 0 0 0 0,1 0-1 0 0,0 1 1 0 0,6 42 0 0 0,-2-23-6 0 0,3 89-3 0 0,10 141 85 0 0,-5-186 1268 0 0,-11-85-811 0 0,-24-4 80 0 0,2-8-472 0 0,0 0-1 0 0,1-2 1 0 0,1-1 0 0 0,-26-20 0 0 0,-74-71 179 0 0,79 66-235 0 0,22 21-199 0 0,30 25 6 0 0,39 28 37 0 0,14-8 40 0 0,1-3-1 0 0,1-3 0 0 0,89 18 1 0 0,-76-20 105 0 0,-75-19-52 0 0,3-5-15 0 0,-6 5-34 0 0,-1-1 1 0 0,1 0-1 0 0,-1 0 1 0 0,1 0 0 0 0,-1 0-1 0 0,1-1 1 0 0,-1 1-1 0 0,1 0 1 0 0,-1 0 0 0 0,1 0-1 0 0,-1 0 1 0 0,1 0-1 0 0,-1-1 1 0 0,1 1 0 0 0,-1 0-1 0 0,0 0 1 0 0,1-1-1 0 0,-1 1 1 0 0,1 0 0 0 0,-1-1-1 0 0,0 1 1 0 0,1 0-1 0 0,-1-1 1 0 0,0 1 0 0 0,1-1-1 0 0,-1 0 1 0 0,5-22-47 0 0,-4 13-29 0 0,1 1 0 0 0,0-1-1 0 0,0 1 1 0 0,1-1-1 0 0,0 1 1 0 0,0 0-1 0 0,1 0 1 0 0,1 0-1 0 0,-1 1 1 0 0,1 0 0 0 0,1-1-1 0 0,8-9 1 0 0,-6 13-359 0 0,24 12-8368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4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236 82 6097 0 0,'-6'-28'-679'0'0,"5"24"709"0"0,1 0 0 0 0,-1 0 0 0 0,0 0 0 0 0,0 0 0 0 0,0 0 0 0 0,0 1 0 0 0,-1-1 0 0 0,1 0 0 0 0,-1 1 0 0 0,0-1 0 0 0,0 1 0 0 0,-3-4 0 0 0,4 6 0 0 0,-9 23-61 0 0,4-6 48 0 0,0 1 0 0 0,2 0 0 0 0,0 0 0 0 0,1 1 0 0 0,1-1 0 0 0,1 0-1 0 0,0 1 1 0 0,2 20 0 0 0,-1-27-5 0 0,17 287 383 0 0,-11-261-375 0 0,2 0-1 0 0,21 61 1 0 0,-17-62 35 0 0,-2 1 0 0 0,10 59 0 0 0,-17-76 14 0 0,-2-16 55 0 0,0-1 1 0 0,0 1-1 0 0,0 0 0 0 0,-1 0 1 0 0,0-1-1 0 0,0 1 0 0 0,0 0 1 0 0,0 0-1 0 0,0 0 1 0 0,-1-1-1 0 0,1 1 0 0 0,-1 0 1 0 0,0 0-1 0 0,0-1 1 0 0,-1 1-1 0 0,-1 4 0 0 0,2-7 149 0 0,-4-1-78 0 0,-1-1-1 0 0,1 1 1 0 0,0-1-1 0 0,0 0 1 0 0,0-1 0 0 0,-7-2-1 0 0,8 3-208 0 0,-4-2 106 0 0,0-2 1 0 0,1 1 0 0 0,0-1 0 0 0,-1 0-1 0 0,1 0 1 0 0,1-1 0 0 0,-1 0 0 0 0,1 0-1 0 0,-8-10 1 0 0,-43-68 281 0 0,44 63-271 0 0,-6-11 18 0 0,10 16-72 0 0,0 1 1 0 0,-1-1-1 0 0,-18-19 0 0 0,26 33-50 0 0,4 7-13 0 0,2 9 12 0 0,2-1 0 0 0,-1 0 1 0 0,2 0-1 0 0,0-1 0 0 0,0 1 0 0 0,1-2 0 0 0,1 1 0 0 0,0-1 0 0 0,0 0 1 0 0,1-1-1 0 0,1 0 0 0 0,0-1 0 0 0,0 0 0 0 0,0-1 0 0 0,1 0 0 0 0,1-1 1 0 0,-1 0-1 0 0,1-1 0 0 0,0 0 0 0 0,21 6 0 0 0,-19-7 9 0 0,1-1 1 0 0,-1 0-1 0 0,1-1 0 0 0,-1-1 1 0 0,1-1-1 0 0,0 0 0 0 0,0-1 1 0 0,0 0-1 0 0,0-1 0 0 0,0-1 1 0 0,-1-1-1 0 0,1 0 0 0 0,-1-1 1 0 0,1-1-1 0 0,-1 0 0 0 0,-1-1 0 0 0,1 0 1 0 0,20-13-1 0 0,-23 10 11 0 0,-1 0-1 0 0,0-1 1 0 0,0 0-1 0 0,-1-1 1 0 0,0 0-1 0 0,-1 0 1 0 0,0-1-1 0 0,8-15 0 0 0,-15 23 17 0 0,11-31-995 0 0,-13 33 299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6.9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479 0 5825 0 0,'0'0'176'0'0,"-4"3"-160"0"0,0-1-12 0 0,1 1 0 0 0,0 0 1 0 0,0 0-1 0 0,0 0 0 0 0,0 1 1 0 0,0-1-1 0 0,1 1 1 0 0,0-1-1 0 0,-1 1 0 0 0,1 0 1 0 0,1 0-1 0 0,-3 6 0 0 0,-21 66 120 0 0,9-27-30 0 0,12-37-75 0 0,-95 295 484 0 0,6 97 1168 0 0,85-371-1428 0 0,-3-1 0 0 0,0 0 1 0 0,-18 34-1 0 0,-1 19 369 0 0,28-83-588 0 0,1 1 1 0 0,0-1-1 0 0,0 1 1 0 0,0-1-1 0 0,0 1 0 0 0,0-1 1 0 0,1 1-1 0 0,-1 0 1 0 0,1 4-1 0 0,0-6 11 0 0,-17 31 429 0 0,0 7-267 0 0,-25 114-118 0 0,33-115-56 0 0,-5 7 90 0 0,14-43-23 0 0,-4 8 309 0 0,3-5-578 0 0,5-14-2135 0 0,0 0 1296 0 0,0 0-1 0 0,1 0 0 0 0,0 0 0 0 0,6-8 0 0 0,2 2-1251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7.4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47 233 5525 0 0,'-6'-17'2'0'0,"1"1"1"0"0,0-1-1 0 0,2 0 1 0 0,0 0 0 0 0,1-1-1 0 0,0-18 1 0 0,-2-16 1121 0 0,-2 11-20 0 0,6 40-580 0 0,-2 6-466 0 0,-1 13-20 0 0,0-1 0 0 0,1 1 0 0 0,1 0 0 0 0,1 0 0 0 0,1 0 0 0 0,0 0 0 0 0,7 30 0 0 0,1 33 37 0 0,-8-57-62 0 0,2 0-1 0 0,6 26 1 0 0,-7-42-8 0 0,0 0 1 0 0,0 0-1 0 0,1 0 1 0 0,0 0-1 0 0,0 0 1 0 0,1-1-1 0 0,0 1 1 0 0,1-1-1 0 0,7 10 1 0 0,-10-15 2 0 0,1 0-1 0 0,-1-1 1 0 0,0 1 0 0 0,1-1 0 0 0,-1 1 0 0 0,1-1-1 0 0,-1 0 1 0 0,1 0 0 0 0,0 0 0 0 0,0 0 0 0 0,-1 0-1 0 0,1-1 1 0 0,0 1 0 0 0,0-1 0 0 0,0 0 0 0 0,0 1-1 0 0,-1-2 1 0 0,1 1 0 0 0,5-1 0 0 0,57-16 79 0 0,-45 11-68 0 0,182-72 189 0 0,-1 1 49 0 0,-186 69-2456 0 0,-8 4-714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0.8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247 114 6473 0 0,'3'-37'-612'0'0,"-14"-37"2176"0"0,11 71-1303 0 0,2 8-250 0 0,5 11-2 0 0,-1 1-1 0 0,7 29 0 0 0,12 34 9 0 0,-22-73-19 0 0,0-1 1 0 0,0 0 0 0 0,0 0 0 0 0,1 0-1 0 0,0-1 1 0 0,0 1 0 0 0,0-1-1 0 0,1 0 1 0 0,0 0 0 0 0,5 4 0 0 0,-4-6 9 0 0,0 0 0 0 0,-1-1 0 0 0,1 1 0 0 0,0-1 0 0 0,0 0 0 0 0,1-1 0 0 0,-1 0 0 0 0,0 1 0 0 0,0-2 0 0 0,1 1 0 0 0,-1-1 0 0 0,0 0 1 0 0,1 0-1 0 0,-1-1 0 0 0,0 0 0 0 0,1 0 0 0 0,-1-1 0 0 0,0 1 0 0 0,9-5 0 0 0,9-2 20 0 0,-1-2 0 0 0,0-1 0 0 0,33-20-1 0 0,-37 19 132 0 0,0 0 0 0 0,-1-2 0 0 0,-1 0 0 0 0,0 0 0 0 0,27-32 0 0 0,-43 45 354 0 0,-6 6-448 0 0,-158 166 216 0 0,7-9-175 0 0,-170 232 72 0 0,306-367-148 0 0,8-10 497 0 0,-2 1 0 0 0,-21 21 0 0 0,33-38-357 0 0,10-10-766 0 0,-1 0 1 0 0,1 0-1 0 0,1 1 0 0 0,-1 0 0 0 0,1 1 1 0 0,1 0-1 0 0,16-10 0 0 0,10-10-1853 0 0,0 0-355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1.4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54 159 6161 0 0,'0'0'-37'0'0,"-1"0"1"0"0,1 0 0 0 0,0 0 0 0 0,0 0 0 0 0,0 0 0 0 0,0 0 0 0 0,0 0 0 0 0,-1 1 0 0 0,1-1 0 0 0,0 0 0 0 0,0 0-1 0 0,0 0 1 0 0,0 0 0 0 0,0 0 0 0 0,0 1 0 0 0,0-1 0 0 0,0 0 0 0 0,0 0 0 0 0,0 0 0 0 0,-1 0 0 0 0,1 1 0 0 0,0-1-1 0 0,0 0 1 0 0,0 0 0 0 0,0 0 0 0 0,0 1 0 0 0,0-1 0 0 0,0 0 0 0 0,0 0 0 0 0,0 0 0 0 0,1 0 0 0 0,-1 1-1 0 0,0-1 1 0 0,0 0 0 0 0,0 0 0 0 0,0 0 0 0 0,0 0 0 0 0,0 1 0 0 0,0-1 0 0 0,0 0 0 0 0,0 0 0 0 0,0 0 0 0 0,1 0-1 0 0,-1 0 1 0 0,0 1 0 0 0,0-1 0 0 0,0 0 0 0 0,0 0 0 0 0,0 0 0 0 0,1 0 0 0 0,-1 0 0 0 0,0 0 0 0 0,0 0 0 0 0,0 0-1 0 0,0 0 1 0 0,1 0 0 0 0,-1 0 0 0 0,0 0 0 0 0,10 1 70 0 0,-1-2 1 0 0,0 0-1 0 0,1 0 1 0 0,-1 0-1 0 0,0-1 0 0 0,0-1 1 0 0,0 1-1 0 0,0-2 0 0 0,16-7 1 0 0,-19 8 42 0 0,0 0 0 0 0,-1 0 0 0 0,1 0 0 0 0,-1-1 0 0 0,0 1 0 0 0,0-1 1 0 0,0-1-1 0 0,-1 1 0 0 0,1-1 0 0 0,-1 0 0 0 0,0 0 0 0 0,0 0 0 0 0,-1 0 0 0 0,0-1 1 0 0,0 1-1 0 0,4-9 0 0 0,-7 12-34 0 0,1 0 0 0 0,-1 1 0 0 0,1-1 1 0 0,-1 0-1 0 0,0 0 0 0 0,0 0 0 0 0,1 0 0 0 0,-1 0 0 0 0,-1 0 1 0 0,1 1-1 0 0,0-1 0 0 0,0 0 0 0 0,-1 0 0 0 0,1 0 1 0 0,-1 0-1 0 0,1 1 0 0 0,-1-1 0 0 0,0 0 0 0 0,0 0 0 0 0,0 1 1 0 0,0-1-1 0 0,0 1 0 0 0,0-1 0 0 0,0 1 0 0 0,0-1 1 0 0,-1 1-1 0 0,1 0 0 0 0,-1-1 0 0 0,1 1 0 0 0,-1 0 0 0 0,1 0 1 0 0,-1 0-1 0 0,0 0 0 0 0,1 1 0 0 0,-1-1 0 0 0,0 0 0 0 0,-2 0 1 0 0,2 1 24 0 0,2 0-64 0 0,-1 0 1 0 0,1 1-1 0 0,-1-1 1 0 0,1 0 0 0 0,-1 0-1 0 0,0 1 1 0 0,1-1-1 0 0,-1 0 1 0 0,1 0-1 0 0,-1 0 1 0 0,1 0 0 0 0,-1 0-1 0 0,0 0 1 0 0,1 0-1 0 0,-1 0 1 0 0,1 0 0 0 0,-1 0-1 0 0,0 0 1 0 0,1 0-1 0 0,-1 0 1 0 0,1 0-1 0 0,-1 0 1 0 0,0-1 0 0 0,-18 0 73 0 0,3 6-29 0 0,1 0 0 0 0,0 0-1 0 0,0 1 1 0 0,-25 15 0 0 0,34-17-49 0 0,1-1 0 0 0,-1 1-1 0 0,0 1 1 0 0,1-1 0 0 0,0 1 0 0 0,0 0 0 0 0,0 0 0 0 0,1 1 0 0 0,0-1 0 0 0,0 1 0 0 0,0 0 0 0 0,1 0 0 0 0,-1 0-1 0 0,-2 8 1 0 0,6-12-4 0 0,-1 1-1 0 0,0-1 0 0 0,1 1 0 0 0,-1-1 0 0 0,1 1 1 0 0,0-1-1 0 0,0 1 0 0 0,0 0 0 0 0,0-1 0 0 0,0 1 1 0 0,0-1-1 0 0,1 1 0 0 0,-1-1 0 0 0,1 1 1 0 0,0-1-1 0 0,0 1 0 0 0,0-1 0 0 0,0 0 0 0 0,0 1 1 0 0,0-1-1 0 0,4 4 0 0 0,-2-2 4 0 0,1-1 0 0 0,0 1 0 0 0,1 0 1 0 0,-1-1-1 0 0,0 0 0 0 0,1 0 0 0 0,0-1 0 0 0,0 1 0 0 0,9 3 1 0 0,7 0 14 0 0,0 0 0 0 0,0-2-1 0 0,0 0 1 0 0,27 1 0 0 0,-31-4-150 0 0,51 0 323 0 0,-63-1-531 0 0,-1-1-1 0 0,1 1 1 0 0,-1-1 0 0 0,1-1-1 0 0,-1 1 1 0 0,0 0-1 0 0,0-1 1 0 0,0 0-1 0 0,0 0 1 0 0,0 0-1 0 0,0-1 1 0 0,6-4-1 0 0,0-3-1153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2.33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290 0 4296 0 0,'0'0'107'0'0,"-5"1"-42"0"0,-15 2 4 0 0,15-2-8 0 0,-17 7 106 0 0,7-3-135 0 0,-1 1 0 0 0,1 1 0 0 0,0 0 0 0 0,1 0 0 0 0,0 2 0 0 0,0 0 0 0 0,1 0 0 0 0,-20 19 0 0 0,31-27-41 0 0,0 6-2 0 0,0 6-70 0 0,2-11 80 0 0,1-1-1 0 0,0 0 1 0 0,-1 0-1 0 0,1 0 0 0 0,0 0 1 0 0,0 0-1 0 0,0 0 1 0 0,0 0-1 0 0,0 0 0 0 0,0 0 1 0 0,0 0-1 0 0,1-1 1 0 0,-1 1-1 0 0,0 0 0 0 0,0-1 1 0 0,3 2-1 0 0,14 4 8 0 0,1-1-1 0 0,-1 0 1 0 0,1-1-1 0 0,21 1 0 0 0,-23-3-3 0 0,0 0-1 0 0,0 2 0 0 0,32 10 1 0 0,-25-5 39 0 0,-17-7 15 0 0,0 1 1 0 0,-1 0 0 0 0,1 0 0 0 0,-1 0-1 0 0,1 1 1 0 0,7 6 0 0 0,-13-10 65 0 0,-1 1-89 0 0,0 0 0 0 0,0-1 1 0 0,0 1-1 0 0,1-1 0 0 0,-1 1 0 0 0,0 0 1 0 0,0-1-1 0 0,0 1 0 0 0,0-1 0 0 0,0 1 1 0 0,0 0-1 0 0,0-1 0 0 0,0 1 0 0 0,-1-1 1 0 0,1 1-1 0 0,0 0 0 0 0,0-1 0 0 0,0 1 1 0 0,-1-1-1 0 0,1 1 0 0 0,0-1 0 0 0,-1 1 1 0 0,1-1-1 0 0,0 1 0 0 0,-1-1 0 0 0,1 1 1 0 0,-1-1-1 0 0,1 1 0 0 0,-1 0 0 0 0,-24 13 528 0 0,-34 4 38 0 0,54-16-484 0 0,-48 9 860 0 0,-82 7 0 0 0,63-10-303 0 0,69-8-636 0 0,-10-1-97 0 0,12 1-126 0 0,0 0-1 0 0,-1 0 1 0 0,1 0 0 0 0,0 0 0 0 0,0 0-1 0 0,0 0 1 0 0,0 0 0 0 0,0 0-1 0 0,0 0 1 0 0,0 0 0 0 0,0 0 0 0 0,0-1-1 0 0,0 1 1 0 0,0 0 0 0 0,0-1-1 0 0,0 1 1 0 0,0-1 0 0 0,0 1-1 0 0,0-1 1 0 0,-1-1 0 0 0,0-6-1982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8.8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 40 5749 0 0,'0'0'-250'0'0,"-11"-40"4599"0"0,13 42-4348 0 0,0-1 0 0 0,0 0 0 0 0,0 1 0 0 0,0-1 0 0 0,0 1 0 0 0,-1 0 1 0 0,1-1-1 0 0,0 1 0 0 0,-1 0 0 0 0,2 3 0 0 0,-2-3 1 0 0,191 222 66 0 0,-148-179-56 0 0,3-1 0 0 0,64 46-1 0 0,111 61 36 0 0,-10-9-21 0 0,-207-138-25 0 0,373 259 72 0 0,-129-87-141 0 0,-86-56 156 0 0,235 144-16 0 0,-236-131 84 0 0,-162-133-108 0 0,12 11-1269 0 0,-15-16 688 0 0,2 3 225 0 0,0 1 0 0 0,0-1 0 0 0,0 0 0 0 0,0 0 0 0 0,0 0 0 0 0,1 0 0 0 0,-1 0 0 0 0,1 1 0 0 0,-1-1 0 0 0,1 0 0 0 0,-1-4 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9.4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763 172 6493 0 0,'-8'-19'126'0'0,"0"1"0"0"0,-1 0 0 0 0,-1 0 0 0 0,-1 1 0 0 0,-23-29 0 0 0,24 33 612 0 0,9 12-467 0 0,-9-13 517 0 0,4 7-258 0 0,4 8 152 0 0,6 15-669 0 0,2 1-1 0 0,0-1 1 0 0,1-1-1 0 0,0 1 1 0 0,1-1-1 0 0,1 0 1 0 0,0-1-1 0 0,15 18 1 0 0,23 36 38 0 0,-46-66-40 0 0,1 1 1 0 0,-1-1 0 0 0,0 1 0 0 0,0 0 0 0 0,0-1 0 0 0,0 1-1 0 0,0 0 1 0 0,0 0 0 0 0,-1 0 0 0 0,1-1 0 0 0,-1 1-1 0 0,0 0 1 0 0,0 0 0 0 0,0 0 0 0 0,0 0 0 0 0,-1 0-1 0 0,1-1 1 0 0,-1 1 0 0 0,-1 3 0 0 0,0-1 12 0 0,0 0-1 0 0,-1-1 1 0 0,1 1 0 0 0,-1-1-1 0 0,0 1 1 0 0,-1-1 0 0 0,1 0 0 0 0,-1 0-1 0 0,-7 6 1 0 0,-8 4 62 0 0,-1 0 0 0 0,0-2 1 0 0,-38 18-1 0 0,38-20-54 0 0,-45 20 110 0 0,-1-2 0 0 0,-83 23 0 0 0,-143 22 370 0 0,290-72-562 0 0,1-1 0 0 0,-1 1 0 0 0,0-1 0 0 0,1 0 0 0 0,-1 1 0 0 0,0-1 0 0 0,0 0 0 0 0,1 0-1 0 0,-1 0 1 0 0,0 0 0 0 0,0 0 0 0 0,1-1 0 0 0,-1 1 0 0 0,0 0 0 0 0,0-1 0 0 0,1 1 0 0 0,-1-1-1 0 0,0 0 1 0 0,1 0 0 0 0,-1 0 0 0 0,-2-1 0 0 0,4 0-63 0 0,-1 1 1 0 0,1 0-1 0 0,0 0 1 0 0,0 0-1 0 0,0 0 0 0 0,0-1 1 0 0,0 1-1 0 0,0 0 1 0 0,0 0-1 0 0,0 0 0 0 0,0-1 1 0 0,1 1-1 0 0,-1 0 0 0 0,0 0 1 0 0,1 0-1 0 0,-1 0 1 0 0,1 0-1 0 0,-1 0 0 0 0,1 0 1 0 0,0 0-1 0 0,-1 0 1 0 0,1 0-1 0 0,0 0 0 0 0,0 0 1 0 0,-1 0-1 0 0,1 0 1 0 0,0 1-1 0 0,0-1 0 0 0,0 0 1 0 0,0 1-1 0 0,0-1 1 0 0,1 0-1 0 0,19-16-2417 0 0,1 0-476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5.05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55 136 5809 0 0,'-18'-28'-94'0'0,"11"9"821"0"0,-3 13-240 0 0,9 6-484 0 0,0 0 0 0 0,0 1 0 0 0,0-1 0 0 0,1 1-1 0 0,-1-1 1 0 0,0 1 0 0 0,0 0 0 0 0,1-1 0 0 0,-1 1-1 0 0,1 0 1 0 0,-1-1 0 0 0,0 1 0 0 0,1 0 0 0 0,-1 0-1 0 0,1 0 1 0 0,0-1 0 0 0,-1 1 0 0 0,1 0 0 0 0,-1 1-1 0 0,-1 7 18 0 0,0-1-1 0 0,1 1 0 0 0,0 0 1 0 0,1 0-1 0 0,0-1 0 0 0,0 1 1 0 0,1 0-1 0 0,0-1 0 0 0,0 1 1 0 0,1 0-1 0 0,3 11 0 0 0,63 197 3268 0 0,-70-243-2890 0 0,-5-33-26 0 0,-2 0 0 0 0,-21-69-1 0 0,18 82-243 0 0,-2-17-34 0 0,14 62-89 0 0,0-1-1 0 0,-1 1-15 0 0,1 0 0 0 0,0 0-1 0 0,0 0 1 0 0,-1 0 0 0 0,1 0-1 0 0,0 0 1 0 0,0 0 0 0 0,0 0-1 0 0,0 0 1 0 0,0 0 0 0 0,0 0-1 0 0,0 0 1 0 0,0 0 0 0 0,0 0-1 0 0,1 0 1 0 0,-1 1-1 0 0,0-1 1 0 0,1 0 0 0 0,0-2-1 0 0,13 6-59 0 0,25 32 107 0 0,-30-26-68 0 0,189 155 13 0 0,-168-142 34 0 0,1-2 1 0 0,1-1 0 0 0,1-2 0 0 0,65 25 0 0 0,37 4 208 0 0,-132-45 66 0 0,0-3-198 0 0,-2 1-78 0 0,0 0-1 0 0,1 0 1 0 0,-1 0-1 0 0,0 0 1 0 0,-1 0-1 0 0,1 0 1 0 0,0-1-1 0 0,0 1 1 0 0,0 0-1 0 0,-1-1 1 0 0,1 1-1 0 0,-1-1 0 0 0,1 1 1 0 0,-1-1-1 0 0,1 1 1 0 0,-1-1-1 0 0,0 1 1 0 0,0-1-1 0 0,0 1 1 0 0,0-1-1 0 0,0 1 1 0 0,0-1-1 0 0,0 1 1 0 0,0-1-1 0 0,-1 1 0 0 0,1-1 1 0 0,-1 1-1 0 0,1-1 1 0 0,-2-1-1 0 0,-23-61 132 0 0,11 32-94 0 0,-45-152 101 0 0,56 173-185 0 0,-1 1-1 0 0,0 0 0 0 0,-1 0 1 0 0,0 0-1 0 0,-11-15 0 0 0,16 24 26 0 0,-10 8-2281 0 0,5-2 484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5.6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100 45 5689 0 0,'-7'-14'142'0'0,"6"13"-111"0"0,-1 0-1 0 0,1 0 0 0 0,0 0 1 0 0,-1 0-1 0 0,1 0 0 0 0,-1 0 1 0 0,1 0-1 0 0,-1 1 1 0 0,1-1-1 0 0,-1 1 0 0 0,1-1 1 0 0,-1 1-1 0 0,0 0 0 0 0,1-1 1 0 0,-1 1-1 0 0,0 0 1 0 0,1 0-1 0 0,-1 0 0 0 0,0 0 1 0 0,1 0-1 0 0,-1 1 0 0 0,0-1 1 0 0,1 1-1 0 0,-1-1 1 0 0,1 1-1 0 0,-1-1 0 0 0,1 1 1 0 0,-1 0-1 0 0,1-1 0 0 0,-1 1 1 0 0,1 0-1 0 0,0 0 1 0 0,-2 2-1 0 0,-1 0-27 0 0,0 1 1 0 0,0 0-1 0 0,1 0 0 0 0,0 0 1 0 0,0 0-1 0 0,0 0 0 0 0,0 1 1 0 0,1-1-1 0 0,-4 10 0 0 0,5-12-6 0 0,1 0-1 0 0,0 0 0 0 0,-1 0 1 0 0,1 0-1 0 0,0 0 0 0 0,1 0 0 0 0,-1 0 1 0 0,0 0-1 0 0,0 0 0 0 0,1 0 1 0 0,-1 0-1 0 0,1 0 0 0 0,0 0 1 0 0,0 0-1 0 0,0 0 0 0 0,0-1 1 0 0,0 1-1 0 0,0 0 0 0 0,0 0 0 0 0,0-1 1 0 0,1 1-1 0 0,-1-1 0 0 0,3 3 1 0 0,1 1 3 0 0,0-1-1 0 0,0 1 1 0 0,1-1 0 0 0,-1 0 0 0 0,10 4 0 0 0,-2-3 46 0 0,-1 0 0 0 0,1-1 1 0 0,0-1-1 0 0,0 0 0 0 0,0-1 0 0 0,0-1 0 0 0,0 0 1 0 0,25-1-1 0 0,-31 0 19 0 0,-1-1 1 0 0,1 0 0 0 0,-1 0-1 0 0,0-1 1 0 0,0 1-1 0 0,0-1 1 0 0,0-1-1 0 0,0 1 1 0 0,7-5 0 0 0,-10 5-21 0 0,-1 0 1 0 0,1 1 0 0 0,-1-1-1 0 0,0-1 1 0 0,0 1 0 0 0,0 0-1 0 0,0-1 1 0 0,0 1 0 0 0,0-1 0 0 0,0 1-1 0 0,-1-1 1 0 0,1 0 0 0 0,-1 0-1 0 0,0 0 1 0 0,0 0 0 0 0,0 0-1 0 0,0 0 1 0 0,-1 0 0 0 0,1-4-1 0 0,0 4-5 0 0,-1 0 0 0 0,0-1 0 0 0,0 1 0 0 0,0 0 0 0 0,-1 0-1 0 0,1 0 1 0 0,-1 0 0 0 0,1 0 0 0 0,-1-1 0 0 0,0 1-1 0 0,0 0 1 0 0,-1 1 0 0 0,1-1 0 0 0,-1 0 0 0 0,1 0-1 0 0,-1 1 1 0 0,0-1 0 0 0,0 0 0 0 0,-3-2 0 0 0,0 1 6 0 0,1 0 0 0 0,-1 0 0 0 0,-1 1-1 0 0,1 0 1 0 0,0 0 0 0 0,-1 0 0 0 0,0 1 0 0 0,1 0 0 0 0,-10-3 0 0 0,-2 1 18 0 0,0 1-1 0 0,0 1 1 0 0,0 0-1 0 0,-1 1 1 0 0,1 1-1 0 0,-21 3 1 0 0,-43 14-2405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7.png"/><Relationship Id="rId18" Type="http://schemas.openxmlformats.org/officeDocument/2006/relationships/customXml" Target="../ink/ink9.xml"/><Relationship Id="rId26" Type="http://schemas.openxmlformats.org/officeDocument/2006/relationships/customXml" Target="../ink/ink12.xml"/><Relationship Id="rId39" Type="http://schemas.openxmlformats.org/officeDocument/2006/relationships/image" Target="../media/image20.png"/><Relationship Id="rId3" Type="http://schemas.openxmlformats.org/officeDocument/2006/relationships/image" Target="../media/image2.png"/><Relationship Id="rId34" Type="http://schemas.openxmlformats.org/officeDocument/2006/relationships/customXml" Target="../ink/ink16.xml"/><Relationship Id="rId42" Type="http://schemas.openxmlformats.org/officeDocument/2006/relationships/customXml" Target="../ink/ink20.xml"/><Relationship Id="rId47" Type="http://schemas.openxmlformats.org/officeDocument/2006/relationships/image" Target="../media/image24.png"/><Relationship Id="rId7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25" Type="http://schemas.openxmlformats.org/officeDocument/2006/relationships/image" Target="../media/image13.png"/><Relationship Id="rId33" Type="http://schemas.openxmlformats.org/officeDocument/2006/relationships/image" Target="../media/image17.png"/><Relationship Id="rId38" Type="http://schemas.openxmlformats.org/officeDocument/2006/relationships/customXml" Target="../ink/ink18.xml"/><Relationship Id="rId46" Type="http://schemas.openxmlformats.org/officeDocument/2006/relationships/customXml" Target="../ink/ink22.xml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5.png"/><Relationship Id="rId41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24" Type="http://schemas.openxmlformats.org/officeDocument/2006/relationships/customXml" Target="../ink/ink11.xml"/><Relationship Id="rId32" Type="http://schemas.openxmlformats.org/officeDocument/2006/relationships/customXml" Target="../ink/ink15.xml"/><Relationship Id="rId37" Type="http://schemas.openxmlformats.org/officeDocument/2006/relationships/image" Target="../media/image19.png"/><Relationship Id="rId40" Type="http://schemas.openxmlformats.org/officeDocument/2006/relationships/customXml" Target="../ink/ink19.xml"/><Relationship Id="rId45" Type="http://schemas.openxmlformats.org/officeDocument/2006/relationships/image" Target="../media/image23.png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28" Type="http://schemas.openxmlformats.org/officeDocument/2006/relationships/customXml" Target="../ink/ink13.xml"/><Relationship Id="rId36" Type="http://schemas.openxmlformats.org/officeDocument/2006/relationships/customXml" Target="../ink/ink17.xml"/><Relationship Id="rId10" Type="http://schemas.openxmlformats.org/officeDocument/2006/relationships/customXml" Target="../ink/ink5.xml"/><Relationship Id="rId19" Type="http://schemas.openxmlformats.org/officeDocument/2006/relationships/image" Target="../media/image10.png"/><Relationship Id="rId31" Type="http://schemas.openxmlformats.org/officeDocument/2006/relationships/image" Target="../media/image16.png"/><Relationship Id="rId44" Type="http://schemas.openxmlformats.org/officeDocument/2006/relationships/customXml" Target="../ink/ink21.xml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4" Type="http://schemas.openxmlformats.org/officeDocument/2006/relationships/customXml" Target="../ink/ink7.xml"/><Relationship Id="rId27" Type="http://schemas.openxmlformats.org/officeDocument/2006/relationships/image" Target="../media/image14.png"/><Relationship Id="rId30" Type="http://schemas.openxmlformats.org/officeDocument/2006/relationships/customXml" Target="../ink/ink14.xml"/><Relationship Id="rId35" Type="http://schemas.openxmlformats.org/officeDocument/2006/relationships/image" Target="../media/image18.png"/><Relationship Id="rId43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26.xml"/><Relationship Id="rId13" Type="http://schemas.openxmlformats.org/officeDocument/2006/relationships/image" Target="../media/image29.png"/><Relationship Id="rId18" Type="http://schemas.openxmlformats.org/officeDocument/2006/relationships/customXml" Target="../ink/ink31.xml"/><Relationship Id="rId26" Type="http://schemas.openxmlformats.org/officeDocument/2006/relationships/customXml" Target="../ink/ink35.xml"/><Relationship Id="rId39" Type="http://schemas.openxmlformats.org/officeDocument/2006/relationships/image" Target="../media/image42.png"/><Relationship Id="rId3" Type="http://schemas.openxmlformats.org/officeDocument/2006/relationships/image" Target="../media/image11.png"/><Relationship Id="rId21" Type="http://schemas.openxmlformats.org/officeDocument/2006/relationships/image" Target="../media/image33.png"/><Relationship Id="rId34" Type="http://schemas.openxmlformats.org/officeDocument/2006/relationships/customXml" Target="../ink/ink39.xml"/><Relationship Id="rId7" Type="http://schemas.openxmlformats.org/officeDocument/2006/relationships/image" Target="../media/image26.png"/><Relationship Id="rId12" Type="http://schemas.openxmlformats.org/officeDocument/2006/relationships/customXml" Target="../ink/ink28.xml"/><Relationship Id="rId17" Type="http://schemas.openxmlformats.org/officeDocument/2006/relationships/image" Target="../media/image31.png"/><Relationship Id="rId25" Type="http://schemas.openxmlformats.org/officeDocument/2006/relationships/image" Target="../media/image35.png"/><Relationship Id="rId33" Type="http://schemas.openxmlformats.org/officeDocument/2006/relationships/image" Target="../media/image39.png"/><Relationship Id="rId38" Type="http://schemas.openxmlformats.org/officeDocument/2006/relationships/customXml" Target="../ink/ink41.xml"/><Relationship Id="rId2" Type="http://schemas.openxmlformats.org/officeDocument/2006/relationships/customXml" Target="../ink/ink23.xml"/><Relationship Id="rId16" Type="http://schemas.openxmlformats.org/officeDocument/2006/relationships/customXml" Target="../ink/ink30.xml"/><Relationship Id="rId20" Type="http://schemas.openxmlformats.org/officeDocument/2006/relationships/customXml" Target="../ink/ink32.xml"/><Relationship Id="rId29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5.xml"/><Relationship Id="rId11" Type="http://schemas.openxmlformats.org/officeDocument/2006/relationships/image" Target="../media/image28.png"/><Relationship Id="rId24" Type="http://schemas.openxmlformats.org/officeDocument/2006/relationships/customXml" Target="../ink/ink34.xml"/><Relationship Id="rId32" Type="http://schemas.openxmlformats.org/officeDocument/2006/relationships/customXml" Target="../ink/ink38.xml"/><Relationship Id="rId37" Type="http://schemas.openxmlformats.org/officeDocument/2006/relationships/image" Target="../media/image41.png"/><Relationship Id="rId5" Type="http://schemas.openxmlformats.org/officeDocument/2006/relationships/image" Target="../media/image25.png"/><Relationship Id="rId15" Type="http://schemas.openxmlformats.org/officeDocument/2006/relationships/image" Target="../media/image30.png"/><Relationship Id="rId23" Type="http://schemas.openxmlformats.org/officeDocument/2006/relationships/image" Target="../media/image34.png"/><Relationship Id="rId28" Type="http://schemas.openxmlformats.org/officeDocument/2006/relationships/customXml" Target="../ink/ink36.xml"/><Relationship Id="rId36" Type="http://schemas.openxmlformats.org/officeDocument/2006/relationships/customXml" Target="../ink/ink40.xml"/><Relationship Id="rId10" Type="http://schemas.openxmlformats.org/officeDocument/2006/relationships/customXml" Target="../ink/ink27.xml"/><Relationship Id="rId19" Type="http://schemas.openxmlformats.org/officeDocument/2006/relationships/image" Target="../media/image32.png"/><Relationship Id="rId31" Type="http://schemas.openxmlformats.org/officeDocument/2006/relationships/image" Target="../media/image38.png"/><Relationship Id="rId4" Type="http://schemas.openxmlformats.org/officeDocument/2006/relationships/customXml" Target="../ink/ink24.xml"/><Relationship Id="rId9" Type="http://schemas.openxmlformats.org/officeDocument/2006/relationships/image" Target="../media/image27.png"/><Relationship Id="rId14" Type="http://schemas.openxmlformats.org/officeDocument/2006/relationships/customXml" Target="../ink/ink29.xml"/><Relationship Id="rId22" Type="http://schemas.openxmlformats.org/officeDocument/2006/relationships/customXml" Target="../ink/ink33.xml"/><Relationship Id="rId27" Type="http://schemas.openxmlformats.org/officeDocument/2006/relationships/image" Target="../media/image36.png"/><Relationship Id="rId30" Type="http://schemas.openxmlformats.org/officeDocument/2006/relationships/customXml" Target="../ink/ink37.xml"/><Relationship Id="rId35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CFCDAA-7E66-CB0C-153A-EF2A3F22CDD3}"/>
              </a:ext>
            </a:extLst>
          </p:cNvPr>
          <p:cNvSpPr txBox="1"/>
          <p:nvPr/>
        </p:nvSpPr>
        <p:spPr>
          <a:xfrm>
            <a:off x="1563624" y="3241224"/>
            <a:ext cx="9025128" cy="532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1">
              <a:lnSpc>
                <a:spcPct val="107000"/>
              </a:lnSpc>
              <a:spcBef>
                <a:spcPts val="200"/>
              </a:spcBef>
            </a:pPr>
            <a:r>
              <a:rPr lang="en-US" sz="2800" b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Evolution of AI: From Rules to Imagination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766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84C0BE-80DD-3EF8-D301-CBC35FD2B24F}"/>
              </a:ext>
            </a:extLst>
          </p:cNvPr>
          <p:cNvSpPr txBox="1"/>
          <p:nvPr/>
        </p:nvSpPr>
        <p:spPr>
          <a:xfrm>
            <a:off x="73152" y="199021"/>
            <a:ext cx="11228832" cy="3981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Bef>
                <a:spcPts val="200"/>
              </a:spcBef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AI Is Not New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7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AI was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formally coined in 1956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at the Dartmouth Conference. We have been building AI for last 70 years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Aft>
                <a:spcPts val="1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Early pioneers like Alan Turing laid the groundwork (Turing Test).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marR="0">
              <a:spcAft>
                <a:spcPts val="1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The test involves a human judge who interacts with both a machine and another human, without knowing which is which. Communication occurs through text, allowing the judge to ask questions and receive responses from each participant.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>
              <a:spcAft>
                <a:spcPts val="1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The test’s goal is simple: if the judge cannot consistently identify which respondent is the machine, the machine is considered to have “passed” the Turing Test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DB5EA2E-5F41-B3D0-9E85-6D92BA25629C}"/>
              </a:ext>
            </a:extLst>
          </p:cNvPr>
          <p:cNvSpPr/>
          <p:nvPr/>
        </p:nvSpPr>
        <p:spPr>
          <a:xfrm>
            <a:off x="1335024" y="4654296"/>
            <a:ext cx="1051560" cy="102412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8E371F-404A-EFA1-DC5D-2BE19CCEA1FD}"/>
              </a:ext>
            </a:extLst>
          </p:cNvPr>
          <p:cNvSpPr/>
          <p:nvPr/>
        </p:nvSpPr>
        <p:spPr>
          <a:xfrm>
            <a:off x="4634892" y="4243752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B6AB892-D53C-AAE2-67D5-F2B0165BF0F7}"/>
              </a:ext>
            </a:extLst>
          </p:cNvPr>
          <p:cNvGrpSpPr/>
          <p:nvPr/>
        </p:nvGrpSpPr>
        <p:grpSpPr>
          <a:xfrm>
            <a:off x="1587384" y="4932576"/>
            <a:ext cx="582480" cy="573120"/>
            <a:chOff x="1587384" y="4932576"/>
            <a:chExt cx="58248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8D54842-8003-C21C-756D-BCCEA632F9E3}"/>
                    </a:ext>
                  </a:extLst>
                </p14:cNvPr>
                <p14:cNvContentPartPr/>
                <p14:nvPr/>
              </p14:nvContentPartPr>
              <p14:xfrm>
                <a:off x="1587384" y="4932576"/>
                <a:ext cx="104400" cy="81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8D54842-8003-C21C-756D-BCCEA632F9E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69744" y="4914936"/>
                  <a:ext cx="140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82C9E94-E79B-4478-969D-A03AB23B2B3D}"/>
                    </a:ext>
                  </a:extLst>
                </p14:cNvPr>
                <p14:cNvContentPartPr/>
                <p14:nvPr/>
              </p14:nvContentPartPr>
              <p14:xfrm>
                <a:off x="2071944" y="4970736"/>
                <a:ext cx="97920" cy="88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82C9E94-E79B-4478-969D-A03AB23B2B3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054304" y="4952736"/>
                  <a:ext cx="133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8E4194D-26EE-1675-AF2E-A8921AF4F0A5}"/>
                    </a:ext>
                  </a:extLst>
                </p14:cNvPr>
                <p14:cNvContentPartPr/>
                <p14:nvPr/>
              </p14:nvContentPartPr>
              <p14:xfrm>
                <a:off x="1841544" y="5013576"/>
                <a:ext cx="47880" cy="311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8E4194D-26EE-1675-AF2E-A8921AF4F0A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23544" y="4995576"/>
                  <a:ext cx="8352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8F66701-4661-5190-1263-8256BD6ADF82}"/>
                    </a:ext>
                  </a:extLst>
                </p14:cNvPr>
                <p14:cNvContentPartPr/>
                <p14:nvPr/>
              </p14:nvContentPartPr>
              <p14:xfrm>
                <a:off x="1670184" y="5304816"/>
                <a:ext cx="338760" cy="200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8F66701-4661-5190-1263-8256BD6ADF8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52184" y="5287176"/>
                  <a:ext cx="374400" cy="23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5053751-FD13-C032-463E-72FB0B48716C}"/>
              </a:ext>
            </a:extLst>
          </p:cNvPr>
          <p:cNvGrpSpPr/>
          <p:nvPr/>
        </p:nvGrpSpPr>
        <p:grpSpPr>
          <a:xfrm>
            <a:off x="2502504" y="4784976"/>
            <a:ext cx="929880" cy="240480"/>
            <a:chOff x="2502504" y="4784976"/>
            <a:chExt cx="92988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CC26572-D2D6-1FA8-72E0-B22215552841}"/>
                    </a:ext>
                  </a:extLst>
                </p14:cNvPr>
                <p14:cNvContentPartPr/>
                <p14:nvPr/>
              </p14:nvContentPartPr>
              <p14:xfrm>
                <a:off x="2502504" y="4853376"/>
                <a:ext cx="876600" cy="104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CC26572-D2D6-1FA8-72E0-B2221555284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84864" y="4835736"/>
                  <a:ext cx="912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9AB59B1-728F-71CB-B8FE-1DD7B1ED8CFC}"/>
                    </a:ext>
                  </a:extLst>
                </p14:cNvPr>
                <p14:cNvContentPartPr/>
                <p14:nvPr/>
              </p14:nvContentPartPr>
              <p14:xfrm>
                <a:off x="3243744" y="4784976"/>
                <a:ext cx="188640" cy="240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9AB59B1-728F-71CB-B8FE-1DD7B1ED8CF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5744" y="4766976"/>
                  <a:ext cx="224280" cy="27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A19A8D65-1096-06A9-9744-1CD806F24335}"/>
                  </a:ext>
                </a:extLst>
              </p14:cNvPr>
              <p14:cNvContentPartPr/>
              <p14:nvPr/>
            </p14:nvContentPartPr>
            <p14:xfrm>
              <a:off x="2397384" y="5498856"/>
              <a:ext cx="1077480" cy="2754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A19A8D65-1096-06A9-9744-1CD806F2433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379744" y="5480856"/>
                <a:ext cx="1113120" cy="311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645C4404-DF43-BD5F-D5D7-68AAEAB08067}"/>
              </a:ext>
            </a:extLst>
          </p:cNvPr>
          <p:cNvGrpSpPr/>
          <p:nvPr/>
        </p:nvGrpSpPr>
        <p:grpSpPr>
          <a:xfrm>
            <a:off x="6272550" y="4833756"/>
            <a:ext cx="343800" cy="712800"/>
            <a:chOff x="5953824" y="4657176"/>
            <a:chExt cx="343800" cy="71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B719119-0167-3538-35FB-F62A0CE024BB}"/>
                    </a:ext>
                  </a:extLst>
                </p14:cNvPr>
                <p14:cNvContentPartPr/>
                <p14:nvPr/>
              </p14:nvContentPartPr>
              <p14:xfrm>
                <a:off x="5953824" y="4657176"/>
                <a:ext cx="343800" cy="472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B719119-0167-3538-35FB-F62A0CE024B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936184" y="4639176"/>
                  <a:ext cx="379440" cy="5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337DE0C-F75A-8E40-6F5E-AFA11DC2CDEC}"/>
                    </a:ext>
                  </a:extLst>
                </p14:cNvPr>
                <p14:cNvContentPartPr/>
                <p14:nvPr/>
              </p14:nvContentPartPr>
              <p14:xfrm>
                <a:off x="6146424" y="5351976"/>
                <a:ext cx="21960" cy="18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337DE0C-F75A-8E40-6F5E-AFA11DC2CD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128784" y="5334336"/>
                  <a:ext cx="5760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D8193DC-D13E-0E3B-9F84-E7E66E56B814}"/>
              </a:ext>
            </a:extLst>
          </p:cNvPr>
          <p:cNvGrpSpPr/>
          <p:nvPr/>
        </p:nvGrpSpPr>
        <p:grpSpPr>
          <a:xfrm>
            <a:off x="6976944" y="4602816"/>
            <a:ext cx="1492920" cy="1028160"/>
            <a:chOff x="6976944" y="4602816"/>
            <a:chExt cx="1492920" cy="102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DE5F9D8-9E46-2A89-B14A-6A38FC528E2D}"/>
                    </a:ext>
                  </a:extLst>
                </p14:cNvPr>
                <p14:cNvContentPartPr/>
                <p14:nvPr/>
              </p14:nvContentPartPr>
              <p14:xfrm>
                <a:off x="6976944" y="4602816"/>
                <a:ext cx="331200" cy="335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DE5F9D8-9E46-2A89-B14A-6A38FC528E2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58944" y="4584816"/>
                  <a:ext cx="366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1A66836-26F5-5D9E-1C95-D8C89E808594}"/>
                    </a:ext>
                  </a:extLst>
                </p14:cNvPr>
                <p14:cNvContentPartPr/>
                <p14:nvPr/>
              </p14:nvContentPartPr>
              <p14:xfrm>
                <a:off x="7362144" y="4759056"/>
                <a:ext cx="205560" cy="149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1A66836-26F5-5D9E-1C95-D8C89E80859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344504" y="4741416"/>
                  <a:ext cx="2412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0DD010B-B495-CB93-96EE-8563BE3F0E83}"/>
                    </a:ext>
                  </a:extLst>
                </p14:cNvPr>
                <p14:cNvContentPartPr/>
                <p14:nvPr/>
              </p14:nvContentPartPr>
              <p14:xfrm>
                <a:off x="7609464" y="4755816"/>
                <a:ext cx="169920" cy="163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0DD010B-B495-CB93-96EE-8563BE3F0E8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591824" y="4738176"/>
                  <a:ext cx="2055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F56EEDD-FA2F-EEDB-D4FB-25687127277C}"/>
                    </a:ext>
                  </a:extLst>
                </p14:cNvPr>
                <p14:cNvContentPartPr/>
                <p14:nvPr/>
              </p14:nvContentPartPr>
              <p14:xfrm>
                <a:off x="7615584" y="4610016"/>
                <a:ext cx="439920" cy="619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F56EEDD-FA2F-EEDB-D4FB-25687127277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597944" y="4592016"/>
                  <a:ext cx="475560" cy="65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B79E37D-F498-19F0-9035-C7AD06E53664}"/>
                    </a:ext>
                  </a:extLst>
                </p14:cNvPr>
                <p14:cNvContentPartPr/>
                <p14:nvPr/>
              </p14:nvContentPartPr>
              <p14:xfrm>
                <a:off x="7062624" y="5157216"/>
                <a:ext cx="248040" cy="326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B79E37D-F498-19F0-9035-C7AD06E5366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044984" y="5139216"/>
                  <a:ext cx="2836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5E8FAF8-9871-7E15-AF1D-65305EAE5579}"/>
                    </a:ext>
                  </a:extLst>
                </p14:cNvPr>
                <p14:cNvContentPartPr/>
                <p14:nvPr/>
              </p14:nvContentPartPr>
              <p14:xfrm>
                <a:off x="7371144" y="5337936"/>
                <a:ext cx="151200" cy="130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5E8FAF8-9871-7E15-AF1D-65305EAE557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353504" y="5320296"/>
                  <a:ext cx="1868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1AE4229-B82D-5D59-9A53-CA68A55FE81C}"/>
                    </a:ext>
                  </a:extLst>
                </p14:cNvPr>
                <p14:cNvContentPartPr/>
                <p14:nvPr/>
              </p14:nvContentPartPr>
              <p14:xfrm>
                <a:off x="7589664" y="5338656"/>
                <a:ext cx="177480" cy="1303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1AE4229-B82D-5D59-9A53-CA68A55FE81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572024" y="5320656"/>
                  <a:ext cx="2131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9587DBB-6294-091C-3723-925E62A20227}"/>
                    </a:ext>
                  </a:extLst>
                </p14:cNvPr>
                <p14:cNvContentPartPr/>
                <p14:nvPr/>
              </p14:nvContentPartPr>
              <p14:xfrm>
                <a:off x="7735104" y="5153976"/>
                <a:ext cx="177120" cy="3549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9587DBB-6294-091C-3723-925E62A2022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717464" y="5135976"/>
                  <a:ext cx="21276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2A1EEE9-4B61-634A-9BD6-806F014C5D97}"/>
                    </a:ext>
                  </a:extLst>
                </p14:cNvPr>
                <p14:cNvContentPartPr/>
                <p14:nvPr/>
              </p14:nvContentPartPr>
              <p14:xfrm>
                <a:off x="7974144" y="5330736"/>
                <a:ext cx="30960" cy="104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2A1EEE9-4B61-634A-9BD6-806F014C5D9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956144" y="5312736"/>
                  <a:ext cx="666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7C70401-CADD-7B25-C72D-7BD721382600}"/>
                    </a:ext>
                  </a:extLst>
                </p14:cNvPr>
                <p14:cNvContentPartPr/>
                <p14:nvPr/>
              </p14:nvContentPartPr>
              <p14:xfrm>
                <a:off x="7956504" y="5232096"/>
                <a:ext cx="5400" cy="14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7C70401-CADD-7B25-C72D-7BD72138260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938504" y="5214096"/>
                  <a:ext cx="410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7C1FF8F-A8BF-731E-5B36-57642CA47E4C}"/>
                    </a:ext>
                  </a:extLst>
                </p14:cNvPr>
                <p14:cNvContentPartPr/>
                <p14:nvPr/>
              </p14:nvContentPartPr>
              <p14:xfrm>
                <a:off x="8063064" y="5326416"/>
                <a:ext cx="115560" cy="136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7C1FF8F-A8BF-731E-5B36-57642CA47E4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045424" y="5308416"/>
                  <a:ext cx="1512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8A38D28-0F40-6A97-5ACC-ADD71684F50D}"/>
                    </a:ext>
                  </a:extLst>
                </p14:cNvPr>
                <p14:cNvContentPartPr/>
                <p14:nvPr/>
              </p14:nvContentPartPr>
              <p14:xfrm>
                <a:off x="8199504" y="5352696"/>
                <a:ext cx="117720" cy="122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8A38D28-0F40-6A97-5ACC-ADD71684F50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181504" y="5335056"/>
                  <a:ext cx="1533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2A00592-8BF7-566B-195E-410A7CB41FE9}"/>
                    </a:ext>
                  </a:extLst>
                </p14:cNvPr>
                <p14:cNvContentPartPr/>
                <p14:nvPr/>
              </p14:nvContentPartPr>
              <p14:xfrm>
                <a:off x="8204184" y="5176296"/>
                <a:ext cx="265680" cy="454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2A00592-8BF7-566B-195E-410A7CB41FE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186184" y="5158656"/>
                  <a:ext cx="301320" cy="490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F0B0CA1-5FF0-530E-BD48-C2EB8E9A82CE}"/>
              </a:ext>
            </a:extLst>
          </p:cNvPr>
          <p:cNvSpPr/>
          <p:nvPr/>
        </p:nvSpPr>
        <p:spPr>
          <a:xfrm>
            <a:off x="4673736" y="5382756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9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30B62-E7FC-0811-4749-71DE810CE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1F0064-38F5-7446-C942-F7F6D4A06290}"/>
              </a:ext>
            </a:extLst>
          </p:cNvPr>
          <p:cNvSpPr txBox="1"/>
          <p:nvPr/>
        </p:nvSpPr>
        <p:spPr>
          <a:xfrm>
            <a:off x="137160" y="386419"/>
            <a:ext cx="799645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1️. Initially were Rule-Based Systems or used symbolic reasoning (1950s–1980s)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Rule-based: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X, then Y.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Else Z.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were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expert systems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Think of them 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giant flowcharts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built by humans with hand-coded rules.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FBB58-24C3-9746-4505-D5EDF6AA1DE3}"/>
              </a:ext>
            </a:extLst>
          </p:cNvPr>
          <p:cNvSpPr txBox="1"/>
          <p:nvPr/>
        </p:nvSpPr>
        <p:spPr>
          <a:xfrm>
            <a:off x="137160" y="4599432"/>
            <a:ext cx="929030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E.g.1: In healthcare sector, rule based system helps diagnose diseases by checking if symptoms match a list.</a:t>
            </a:r>
          </a:p>
          <a:p>
            <a:pPr lvl="0"/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( fever=True,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blood_marker_number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&gt; 40,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rash_size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&gt; 20 mm):  then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skin_cancer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else:  no skin cancer</a:t>
            </a:r>
          </a:p>
        </p:txBody>
      </p:sp>
    </p:spTree>
    <p:extLst>
      <p:ext uri="{BB962C8B-B14F-4D97-AF65-F5344CB8AC3E}">
        <p14:creationId xmlns:p14="http://schemas.microsoft.com/office/powerpoint/2010/main" val="2306991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E999C-5BE9-ED96-1740-70C593B12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B250222-9479-836C-D2AE-ECB8A555B43B}"/>
              </a:ext>
            </a:extLst>
          </p:cNvPr>
          <p:cNvSpPr/>
          <p:nvPr/>
        </p:nvSpPr>
        <p:spPr>
          <a:xfrm>
            <a:off x="3828668" y="329184"/>
            <a:ext cx="1280160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Age&gt;50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02435D-9406-D5B6-0805-E0D1F4811C8B}"/>
              </a:ext>
            </a:extLst>
          </p:cNvPr>
          <p:cNvSpPr/>
          <p:nvPr/>
        </p:nvSpPr>
        <p:spPr>
          <a:xfrm>
            <a:off x="1293549" y="1841485"/>
            <a:ext cx="1919827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Steps walk ?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A4DBE89-2155-DA59-C8A0-2A85E86E5A9D}"/>
              </a:ext>
            </a:extLst>
          </p:cNvPr>
          <p:cNvSpPr/>
          <p:nvPr/>
        </p:nvSpPr>
        <p:spPr>
          <a:xfrm>
            <a:off x="5878122" y="1898035"/>
            <a:ext cx="1473653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Obsese</a:t>
            </a:r>
            <a:r>
              <a:rPr lang="en-US" dirty="0"/>
              <a:t> 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27DAE89-1431-12A2-E4FD-40EEAC61CD08}"/>
              </a:ext>
            </a:extLst>
          </p:cNvPr>
          <p:cNvSpPr/>
          <p:nvPr/>
        </p:nvSpPr>
        <p:spPr>
          <a:xfrm>
            <a:off x="2025030" y="2966854"/>
            <a:ext cx="1696577" cy="85953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100-200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DF07D9-CB50-72BB-C501-8A48B69E95EB}"/>
              </a:ext>
            </a:extLst>
          </p:cNvPr>
          <p:cNvSpPr/>
          <p:nvPr/>
        </p:nvSpPr>
        <p:spPr>
          <a:xfrm>
            <a:off x="528839" y="3046863"/>
            <a:ext cx="1124712" cy="5610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&lt;100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29796E0-E522-78F2-70CB-BC54B1A3B8FE}"/>
              </a:ext>
            </a:extLst>
          </p:cNvPr>
          <p:cNvSpPr/>
          <p:nvPr/>
        </p:nvSpPr>
        <p:spPr>
          <a:xfrm>
            <a:off x="4014596" y="3148458"/>
            <a:ext cx="1094232" cy="5610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&gt;200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3631470-3C50-1BD0-B524-4FAEF136499C}"/>
              </a:ext>
            </a:extLst>
          </p:cNvPr>
          <p:cNvSpPr/>
          <p:nvPr/>
        </p:nvSpPr>
        <p:spPr>
          <a:xfrm>
            <a:off x="4150735" y="4136668"/>
            <a:ext cx="1373853" cy="59564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Healthy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2A226DA-F3F6-5F98-5AF5-4126750F9F1A}"/>
              </a:ext>
            </a:extLst>
          </p:cNvPr>
          <p:cNvSpPr/>
          <p:nvPr/>
        </p:nvSpPr>
        <p:spPr>
          <a:xfrm>
            <a:off x="2147774" y="4137718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D374144-CFE5-2353-5E6D-4FC70B711ADE}"/>
              </a:ext>
            </a:extLst>
          </p:cNvPr>
          <p:cNvSpPr/>
          <p:nvPr/>
        </p:nvSpPr>
        <p:spPr>
          <a:xfrm>
            <a:off x="280416" y="4136668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B020F-2924-5490-F190-ED091341ED0D}"/>
              </a:ext>
            </a:extLst>
          </p:cNvPr>
          <p:cNvSpPr txBox="1"/>
          <p:nvPr/>
        </p:nvSpPr>
        <p:spPr>
          <a:xfrm>
            <a:off x="2371257" y="884650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76F739-93CD-F4CC-AD59-CA8DF940CC8D}"/>
              </a:ext>
            </a:extLst>
          </p:cNvPr>
          <p:cNvSpPr txBox="1"/>
          <p:nvPr/>
        </p:nvSpPr>
        <p:spPr>
          <a:xfrm>
            <a:off x="5979865" y="1104028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1328B10-4474-6120-825D-2D2690539D9D}"/>
              </a:ext>
            </a:extLst>
          </p:cNvPr>
          <p:cNvSpPr/>
          <p:nvPr/>
        </p:nvSpPr>
        <p:spPr>
          <a:xfrm>
            <a:off x="5932632" y="3310122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4324C6C-F879-FAD7-CF84-FCFB765F0DF1}"/>
              </a:ext>
            </a:extLst>
          </p:cNvPr>
          <p:cNvSpPr/>
          <p:nvPr/>
        </p:nvSpPr>
        <p:spPr>
          <a:xfrm>
            <a:off x="8143615" y="3310122"/>
            <a:ext cx="1373853" cy="59564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Healthy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B7B0845-75C2-3493-944D-49EBD0849295}"/>
                  </a:ext>
                </a:extLst>
              </p14:cNvPr>
              <p14:cNvContentPartPr/>
              <p14:nvPr/>
            </p14:nvContentPartPr>
            <p14:xfrm>
              <a:off x="2802384" y="974736"/>
              <a:ext cx="970920" cy="755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B7B0845-75C2-3493-944D-49EBD084929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84384" y="956736"/>
                <a:ext cx="1006560" cy="79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A09C378-D498-E15E-65D0-89BE99A5FC13}"/>
                  </a:ext>
                </a:extLst>
              </p14:cNvPr>
              <p14:cNvContentPartPr/>
              <p14:nvPr/>
            </p14:nvContentPartPr>
            <p14:xfrm>
              <a:off x="5137344" y="1054296"/>
              <a:ext cx="832320" cy="8038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A09C378-D498-E15E-65D0-89BE99A5FC1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19704" y="1036296"/>
                <a:ext cx="867960" cy="83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CC556735-2186-305E-13D6-0D7AC94B340E}"/>
                  </a:ext>
                </a:extLst>
              </p14:cNvPr>
              <p14:cNvContentPartPr/>
              <p14:nvPr/>
            </p14:nvContentPartPr>
            <p14:xfrm>
              <a:off x="1236744" y="2528496"/>
              <a:ext cx="395640" cy="4136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CC556735-2186-305E-13D6-0D7AC94B340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19104" y="2510856"/>
                <a:ext cx="431280" cy="44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1FA9B7AB-F2BB-5F78-C078-1E3BB4B8F39A}"/>
              </a:ext>
            </a:extLst>
          </p:cNvPr>
          <p:cNvGrpSpPr/>
          <p:nvPr/>
        </p:nvGrpSpPr>
        <p:grpSpPr>
          <a:xfrm>
            <a:off x="2482344" y="2426616"/>
            <a:ext cx="1718280" cy="675000"/>
            <a:chOff x="2482344" y="2426616"/>
            <a:chExt cx="1718280" cy="67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EAB1C5F-1D24-FA59-1544-36E49C8E0C6B}"/>
                    </a:ext>
                  </a:extLst>
                </p14:cNvPr>
                <p14:cNvContentPartPr/>
                <p14:nvPr/>
              </p14:nvContentPartPr>
              <p14:xfrm>
                <a:off x="2602944" y="2568096"/>
                <a:ext cx="11160" cy="301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EAB1C5F-1D24-FA59-1544-36E49C8E0C6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584944" y="2550096"/>
                  <a:ext cx="4680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945C77B-C072-2704-F0F3-BDD56585ED3C}"/>
                    </a:ext>
                  </a:extLst>
                </p14:cNvPr>
                <p14:cNvContentPartPr/>
                <p14:nvPr/>
              </p14:nvContentPartPr>
              <p14:xfrm>
                <a:off x="2482344" y="2768616"/>
                <a:ext cx="243360" cy="146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945C77B-C072-2704-F0F3-BDD56585ED3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64704" y="2750616"/>
                  <a:ext cx="2790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52082F7-04FF-B596-1E60-553B74D89D17}"/>
                    </a:ext>
                  </a:extLst>
                </p14:cNvPr>
                <p14:cNvContentPartPr/>
                <p14:nvPr/>
              </p14:nvContentPartPr>
              <p14:xfrm>
                <a:off x="3115224" y="2426616"/>
                <a:ext cx="1085400" cy="593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52082F7-04FF-B596-1E60-553B74D89D1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97584" y="2408976"/>
                  <a:ext cx="1121040" cy="62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A490B82-E15C-1AB7-BB98-4A5685D6E9E0}"/>
                    </a:ext>
                  </a:extLst>
                </p14:cNvPr>
                <p14:cNvContentPartPr/>
                <p14:nvPr/>
              </p14:nvContentPartPr>
              <p14:xfrm>
                <a:off x="3950064" y="2840616"/>
                <a:ext cx="220680" cy="261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A490B82-E15C-1AB7-BB98-4A5685D6E9E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32424" y="2822616"/>
                  <a:ext cx="256320" cy="29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004DEC2-8037-B9B1-BAD9-18781D58D7A6}"/>
                  </a:ext>
                </a:extLst>
              </p14:cNvPr>
              <p14:cNvContentPartPr/>
              <p14:nvPr/>
            </p14:nvContentPartPr>
            <p14:xfrm>
              <a:off x="973224" y="3652056"/>
              <a:ext cx="182160" cy="3013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004DEC2-8037-B9B1-BAD9-18781D58D7A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55224" y="3634416"/>
                <a:ext cx="217800" cy="33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A41CA29B-FDEE-B401-776B-CDC48DE949D2}"/>
                  </a:ext>
                </a:extLst>
              </p14:cNvPr>
              <p14:cNvContentPartPr/>
              <p14:nvPr/>
            </p14:nvContentPartPr>
            <p14:xfrm>
              <a:off x="2830104" y="3856896"/>
              <a:ext cx="220320" cy="2509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A41CA29B-FDEE-B401-776B-CDC48DE949D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12104" y="3839256"/>
                <a:ext cx="255960" cy="28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95BAF4D-A762-15BE-6903-CAACFDCF12D0}"/>
                  </a:ext>
                </a:extLst>
              </p14:cNvPr>
              <p14:cNvContentPartPr/>
              <p14:nvPr/>
            </p14:nvContentPartPr>
            <p14:xfrm>
              <a:off x="4613184" y="3734136"/>
              <a:ext cx="235440" cy="3373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95BAF4D-A762-15BE-6903-CAACFDCF12D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595184" y="3716496"/>
                <a:ext cx="271080" cy="37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555D4BA8-4401-B937-6F3F-DD181337AF11}"/>
              </a:ext>
            </a:extLst>
          </p:cNvPr>
          <p:cNvGrpSpPr/>
          <p:nvPr/>
        </p:nvGrpSpPr>
        <p:grpSpPr>
          <a:xfrm>
            <a:off x="5813784" y="2652696"/>
            <a:ext cx="869760" cy="541440"/>
            <a:chOff x="5813784" y="2652696"/>
            <a:chExt cx="869760" cy="54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70BD354-A531-0EC8-67BA-AD338185504A}"/>
                    </a:ext>
                  </a:extLst>
                </p14:cNvPr>
                <p14:cNvContentPartPr/>
                <p14:nvPr/>
              </p14:nvContentPartPr>
              <p14:xfrm>
                <a:off x="6497424" y="2652696"/>
                <a:ext cx="172800" cy="541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70BD354-A531-0EC8-67BA-AD338185504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79424" y="2634696"/>
                  <a:ext cx="208440" cy="57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966B1D6-36F5-2747-7C6A-DF5EFA3339E1}"/>
                    </a:ext>
                  </a:extLst>
                </p14:cNvPr>
                <p14:cNvContentPartPr/>
                <p14:nvPr/>
              </p14:nvContentPartPr>
              <p14:xfrm>
                <a:off x="6452784" y="3004416"/>
                <a:ext cx="230760" cy="166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966B1D6-36F5-2747-7C6A-DF5EFA3339E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434784" y="2986776"/>
                  <a:ext cx="2664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3A2A4B5-ACC9-ACCA-EF25-C0A266247ABA}"/>
                    </a:ext>
                  </a:extLst>
                </p14:cNvPr>
                <p14:cNvContentPartPr/>
                <p14:nvPr/>
              </p14:nvContentPartPr>
              <p14:xfrm>
                <a:off x="5813784" y="2683656"/>
                <a:ext cx="263880" cy="324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3A2A4B5-ACC9-ACCA-EF25-C0A266247AB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795784" y="2665656"/>
                  <a:ext cx="29952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F861C5B-3359-EEC7-CA7B-30CDDDB84FD1}"/>
                    </a:ext>
                  </a:extLst>
                </p14:cNvPr>
                <p14:cNvContentPartPr/>
                <p14:nvPr/>
              </p14:nvContentPartPr>
              <p14:xfrm>
                <a:off x="6011784" y="2865816"/>
                <a:ext cx="128160" cy="89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F861C5B-3359-EEC7-CA7B-30CDDDB84FD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94144" y="2848176"/>
                  <a:ext cx="1638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6B019E-349A-840E-2CA1-6C5881070D34}"/>
                    </a:ext>
                  </a:extLst>
                </p14:cNvPr>
                <p14:cNvContentPartPr/>
                <p14:nvPr/>
              </p14:nvContentPartPr>
              <p14:xfrm>
                <a:off x="6146784" y="2836656"/>
                <a:ext cx="142920" cy="112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6B019E-349A-840E-2CA1-6C5881070D3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28784" y="2818656"/>
                  <a:ext cx="17856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3B2B95E-F39A-40C5-5D79-6821168CAA48}"/>
              </a:ext>
            </a:extLst>
          </p:cNvPr>
          <p:cNvGrpSpPr/>
          <p:nvPr/>
        </p:nvGrpSpPr>
        <p:grpSpPr>
          <a:xfrm>
            <a:off x="7249464" y="2556576"/>
            <a:ext cx="973080" cy="636480"/>
            <a:chOff x="7249464" y="2556576"/>
            <a:chExt cx="973080" cy="63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2562187-675F-638C-5EC0-2B31C97E8449}"/>
                    </a:ext>
                  </a:extLst>
                </p14:cNvPr>
                <p14:cNvContentPartPr/>
                <p14:nvPr/>
              </p14:nvContentPartPr>
              <p14:xfrm>
                <a:off x="7249464" y="2556576"/>
                <a:ext cx="798480" cy="608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2562187-675F-638C-5EC0-2B31C97E844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231464" y="2538576"/>
                  <a:ext cx="834120" cy="64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280E87A-15BA-E290-43A7-2FB6B218E495}"/>
                    </a:ext>
                  </a:extLst>
                </p14:cNvPr>
                <p14:cNvContentPartPr/>
                <p14:nvPr/>
              </p14:nvContentPartPr>
              <p14:xfrm>
                <a:off x="7749144" y="2977416"/>
                <a:ext cx="285120" cy="215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280E87A-15BA-E290-43A7-2FB6B218E49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31504" y="2959776"/>
                  <a:ext cx="3207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4645E99-1224-86CE-B92C-D1E406AAE1A0}"/>
                    </a:ext>
                  </a:extLst>
                </p14:cNvPr>
                <p14:cNvContentPartPr/>
                <p14:nvPr/>
              </p14:nvContentPartPr>
              <p14:xfrm>
                <a:off x="7815384" y="2678256"/>
                <a:ext cx="232200" cy="155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4645E99-1224-86CE-B92C-D1E406AAE1A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797744" y="2660616"/>
                  <a:ext cx="2678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81FD850-9249-463C-2F03-D84B07C20461}"/>
                    </a:ext>
                  </a:extLst>
                </p14:cNvPr>
                <p14:cNvContentPartPr/>
                <p14:nvPr/>
              </p14:nvContentPartPr>
              <p14:xfrm>
                <a:off x="8112024" y="2761056"/>
                <a:ext cx="110520" cy="65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81FD850-9249-463C-2F03-D84B07C2046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094024" y="2743056"/>
                  <a:ext cx="146160" cy="1015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A011C16F-4443-E81B-7859-1C708CF44002}"/>
              </a:ext>
            </a:extLst>
          </p:cNvPr>
          <p:cNvSpPr txBox="1"/>
          <p:nvPr/>
        </p:nvSpPr>
        <p:spPr>
          <a:xfrm>
            <a:off x="776917" y="266658"/>
            <a:ext cx="27417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Is a person healthy ?</a:t>
            </a:r>
          </a:p>
        </p:txBody>
      </p:sp>
    </p:spTree>
    <p:extLst>
      <p:ext uri="{BB962C8B-B14F-4D97-AF65-F5344CB8AC3E}">
        <p14:creationId xmlns:p14="http://schemas.microsoft.com/office/powerpoint/2010/main" val="3368184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DDD6-2421-8E85-9AC3-BFEB8025E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2016A5-E122-1212-0479-03906860B24D}"/>
              </a:ext>
            </a:extLst>
          </p:cNvPr>
          <p:cNvSpPr txBox="1"/>
          <p:nvPr/>
        </p:nvSpPr>
        <p:spPr>
          <a:xfrm>
            <a:off x="128016" y="230971"/>
            <a:ext cx="1196035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can represent knowledge in the form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if–then rules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1: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cough THEN patient might have flu.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2: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body ache AND sore throat THEN patient might have flu.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3: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cough AND loss of smell THEN patient might have COVID-19.</a:t>
            </a: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Symbolic Reasoning Works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(facts): Patient has fever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Patient has cough.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1 matches → Conclusion: "Patient might have flu."</a:t>
            </a:r>
          </a:p>
        </p:txBody>
      </p:sp>
    </p:spTree>
    <p:extLst>
      <p:ext uri="{BB962C8B-B14F-4D97-AF65-F5344CB8AC3E}">
        <p14:creationId xmlns:p14="http://schemas.microsoft.com/office/powerpoint/2010/main" val="2360999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DB841-27E6-7C1A-9A0B-DAFC2A743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983292-DE7B-F32F-16E5-AE8096216A03}"/>
              </a:ext>
            </a:extLst>
          </p:cNvPr>
          <p:cNvSpPr txBox="1"/>
          <p:nvPr/>
        </p:nvSpPr>
        <p:spPr>
          <a:xfrm>
            <a:off x="128016" y="230971"/>
            <a:ext cx="1196035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E.g.2: In the financial sector, rule-based system might flag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transaction as suspicious: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( transaction &gt; 30000,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transaction &gt;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max_amt_spent_till_today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transcation_time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=1AM, 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location=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DarkAlley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,):   then suspicious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else: not suspicious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systems apply predefined rules to transaction data to identify anomalies.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learning. No adaptation. Just rules.</a:t>
            </a:r>
          </a:p>
        </p:txBody>
      </p:sp>
    </p:spTree>
    <p:extLst>
      <p:ext uri="{BB962C8B-B14F-4D97-AF65-F5344CB8AC3E}">
        <p14:creationId xmlns:p14="http://schemas.microsoft.com/office/powerpoint/2010/main" val="1889114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8BE80-9476-E2FB-0106-EA6B085C3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2D1F7A-7301-CD05-3A13-79F991920878}"/>
              </a:ext>
            </a:extLst>
          </p:cNvPr>
          <p:cNvSpPr txBox="1"/>
          <p:nvPr/>
        </p:nvSpPr>
        <p:spPr>
          <a:xfrm>
            <a:off x="128016" y="230971"/>
            <a:ext cx="1196035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2️. Machine Learning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(1990s–2010s)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“Don’t tell me the rules—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show me the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I’ll figure it out.”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Algorithms began learning from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patterns in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This was aka 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statistical learning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Milestones: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1990s-2000s: 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development of more advanced ML algorithms, including support vector machines and decision trees.</a:t>
            </a:r>
          </a:p>
          <a:p>
            <a:pPr lvl="0"/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Spam filters that learn to block new types of spam based on examples.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Recommendation systems (like Amazon and Netflix)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8626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5857E-2450-E021-43B9-77C1E9A32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56D49F-5F78-5264-AB40-8F0FA94ED575}"/>
              </a:ext>
            </a:extLst>
          </p:cNvPr>
          <p:cNvSpPr txBox="1"/>
          <p:nvPr/>
        </p:nvSpPr>
        <p:spPr>
          <a:xfrm>
            <a:off x="128016" y="230971"/>
            <a:ext cx="1196035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3️. Deep Learning  (2012–Now)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neural networks started outperforming humans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image recognition, speech,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more. Inspired by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neurons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the brain, with multiple layers (hence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learning).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Breakthroughs in convolutional neural networks (CNNs) and recurrent neural networks (RNNs) led to major advancements in image and speech recognition.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Self-driving cars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Facial recognition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Real-time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languag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6499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7987C-E997-B003-4F1A-0C0C8FBA1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BC7108-C77B-96A6-B0A4-665394E2C08F}"/>
              </a:ext>
            </a:extLst>
          </p:cNvPr>
          <p:cNvSpPr txBox="1"/>
          <p:nvPr/>
        </p:nvSpPr>
        <p:spPr>
          <a:xfrm>
            <a:off x="128016" y="230971"/>
            <a:ext cx="1196035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4️. Generative AI  (2020s–Future)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“Now I can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learn, imagine, write, and make up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things.”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models generate brand new content: text, art, code, music—even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deepfakes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ChatGPT writing stories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DALL·E creating images from words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MusicLM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generating songs in custom styles</a:t>
            </a:r>
          </a:p>
        </p:txBody>
      </p:sp>
    </p:spTree>
    <p:extLst>
      <p:ext uri="{BB962C8B-B14F-4D97-AF65-F5344CB8AC3E}">
        <p14:creationId xmlns:p14="http://schemas.microsoft.com/office/powerpoint/2010/main" val="2833844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E6E38-B71C-FD1A-02B5-63950E2BF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895955-BBFE-A62C-E1BB-FF43B53C7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623198"/>
              </p:ext>
            </p:extLst>
          </p:nvPr>
        </p:nvGraphicFramePr>
        <p:xfrm>
          <a:off x="490728" y="1266760"/>
          <a:ext cx="11286744" cy="42430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25040">
                  <a:extLst>
                    <a:ext uri="{9D8B030D-6E8A-4147-A177-3AD203B41FA5}">
                      <a16:colId xmlns:a16="http://schemas.microsoft.com/office/drawing/2014/main" val="3127728703"/>
                    </a:ext>
                  </a:extLst>
                </a:gridCol>
                <a:gridCol w="4785360">
                  <a:extLst>
                    <a:ext uri="{9D8B030D-6E8A-4147-A177-3AD203B41FA5}">
                      <a16:colId xmlns:a16="http://schemas.microsoft.com/office/drawing/2014/main" val="3278684195"/>
                    </a:ext>
                  </a:extLst>
                </a:gridCol>
                <a:gridCol w="4276344">
                  <a:extLst>
                    <a:ext uri="{9D8B030D-6E8A-4147-A177-3AD203B41FA5}">
                      <a16:colId xmlns:a16="http://schemas.microsoft.com/office/drawing/2014/main" val="471478567"/>
                    </a:ext>
                  </a:extLst>
                </a:gridCol>
              </a:tblGrid>
              <a:tr h="53251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Feature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Traditional AI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Generative AI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5862364"/>
                  </a:ext>
                </a:extLst>
              </a:tr>
              <a:tr h="4713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Main Role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Predicts or classifies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Creates new content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04583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Learns From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structured data: tables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Massive unstructured data</a:t>
                      </a:r>
                    </a:p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 (text, images, audio)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82258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Output Type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Decisions, labels, scores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Text, images, code, music, videos, 3D models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67890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>
                          <a:effectLst/>
                        </a:rPr>
                        <a:t>Examples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Spam filters, fraud detection, recommendation systems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ChatGPT, DALL·E, </a:t>
                      </a:r>
                      <a:r>
                        <a:rPr lang="en-US" sz="2400" dirty="0" err="1">
                          <a:effectLst/>
                        </a:rPr>
                        <a:t>MidJourney</a:t>
                      </a:r>
                      <a:r>
                        <a:rPr lang="en-US" sz="2400" dirty="0">
                          <a:effectLst/>
                        </a:rPr>
                        <a:t>, Sora, Gemini, </a:t>
                      </a:r>
                      <a:r>
                        <a:rPr lang="en-US" sz="2400" dirty="0" err="1">
                          <a:effectLst/>
                        </a:rPr>
                        <a:t>MusicLM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37664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Can't Do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Write a novel or paint a picture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Make a critical business decision based only on rules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80771394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13D94DE2-1C30-188E-B266-24D139D4E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728" y="295328"/>
            <a:ext cx="419153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Traditional AI vs. Generative AI 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638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DBC76-F074-4D6A-9D12-4A6E235E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4921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1130</TotalTime>
  <Words>728</Words>
  <Application>Microsoft Office PowerPoint</Application>
  <PresentationFormat>Widescreen</PresentationFormat>
  <Paragraphs>107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184</cp:revision>
  <dcterms:created xsi:type="dcterms:W3CDTF">2025-09-22T02:44:38Z</dcterms:created>
  <dcterms:modified xsi:type="dcterms:W3CDTF">2026-05-27T18:52:52Z</dcterms:modified>
</cp:coreProperties>
</file>