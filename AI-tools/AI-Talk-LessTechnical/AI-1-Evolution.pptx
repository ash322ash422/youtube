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76" r:id="rId2"/>
    <p:sldId id="257" r:id="rId3"/>
    <p:sldId id="275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7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27.5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144 40 2184 0 0,'5'-3'199'0'0,"-4"3"-133"0"0,0-1 0 0 0,0 1-1 0 0,-1-1 1 0 0,1 1 0 0 0,0-1-1 0 0,0 1 1 0 0,0-1-1 0 0,-1 0 1 0 0,1 1 0 0 0,0-1-1 0 0,-1 0 1 0 0,1 0 0 0 0,0 1-1 0 0,-1-1 1 0 0,1 0 0 0 0,-1 0-1 0 0,1 0 1 0 0,-1 0-1 0 0,0 0 1 0 0,1 0 0 0 0,-1 0-1 0 0,0-2 618 0 0,-1 1-606 0 0,-1 0 1 0 0,1 0-1 0 0,-1 1 1 0 0,0-1-1 0 0,0 1 1 0 0,1 0-1 0 0,-1-1 1 0 0,0 1-1 0 0,-1 0 1 0 0,-1-1-1 0 0,-4 3-51 0 0,1 1 0 0 0,0 0 0 0 0,0 1 0 0 0,0 0 0 0 0,0 0 0 0 0,0 0 0 0 0,0 1 0 0 0,1 0 0 0 0,0 0-1 0 0,0 0 1 0 0,0 1 0 0 0,0 0 0 0 0,1 0 0 0 0,0 1 0 0 0,0 0 0 0 0,0-1 0 0 0,1 2 0 0 0,-1-1 0 0 0,2 0-1 0 0,-1 1 1 0 0,1 0 0 0 0,0 0 0 0 0,0 0 0 0 0,1 0 0 0 0,-3 12 0 0 0,5-16-23 0 0,-1 0 1 0 0,1 0-1 0 0,0 0 0 0 0,0 0 1 0 0,0 0-1 0 0,0 0 0 0 0,0 0 1 0 0,1 0-1 0 0,0 0 0 0 0,0 0 1 0 0,-1 0-1 0 0,1 0 0 0 0,1 0 1 0 0,-1 0-1 0 0,0 0 1 0 0,1 0-1 0 0,0-1 0 0 0,-1 1 1 0 0,1-1-1 0 0,0 1 0 0 0,0-1 1 0 0,1 0-1 0 0,-1 0 0 0 0,0 0 1 0 0,1 0-1 0 0,-1 0 0 0 0,1 0 1 0 0,0-1-1 0 0,-1 1 1 0 0,1-1-1 0 0,0 0 0 0 0,0 0 1 0 0,0 0-1 0 0,0 0 0 0 0,0 0 1 0 0,0-1-1 0 0,4 1 0 0 0,2 0 5 0 0,0 0-1 0 0,0 0 0 0 0,0-1 1 0 0,0-1-1 0 0,0 1 0 0 0,1-1 1 0 0,-1-1-1 0 0,-1 0 0 0 0,1 0 1 0 0,0-1-1 0 0,15-6 0 0 0,-17 4 19 0 0,1 1-1 0 0,-1-2 1 0 0,0 1-1 0 0,0-1 1 0 0,-1 0-1 0 0,0 0 1 0 0,0-1-1 0 0,0 0 1 0 0,-1 0-1 0 0,0 0 1 0 0,0-1-1 0 0,-1 1 1 0 0,0-1-1 0 0,6-16 1 0 0,-9 22 7 0 0,0 1-1 0 0,-1-1 1 0 0,1 0-1 0 0,0 0 1 0 0,-1 0-1 0 0,1 0 1 0 0,-1 0 0 0 0,1 0-1 0 0,-1 0 1 0 0,0 0-1 0 0,0 0 1 0 0,0-1-1 0 0,0 1 1 0 0,0 0 0 0 0,-1 0-1 0 0,1 0 1 0 0,-1 0-1 0 0,1 0 1 0 0,-1 0-1 0 0,0 0 1 0 0,1 1 0 0 0,-1-1-1 0 0,0 0 1 0 0,0 0-1 0 0,-1 0 1 0 0,1 1-1 0 0,0-1 1 0 0,0 1 0 0 0,-1-1-1 0 0,1 1 1 0 0,-1-1-1 0 0,1 1 1 0 0,-1 0-1 0 0,0 0 1 0 0,0 0 0 0 0,1 0-1 0 0,-3-1 1 0 0,0 0-5 0 0,0 1 0 0 0,0-1 0 0 0,0 1 0 0 0,0 1 0 0 0,0-1 1 0 0,0 0-1 0 0,0 1 0 0 0,0 0 0 0 0,0 0 0 0 0,0 0 0 0 0,0 0 0 0 0,0 1 0 0 0,0-1 1 0 0,0 1-1 0 0,0 0 0 0 0,0 1 0 0 0,-6 2 0 0 0,1 1-10 0 0,1 0 1 0 0,0 1-1 0 0,0 0 0 0 0,0 0 0 0 0,1 1 0 0 0,0 0 1 0 0,0 0-1 0 0,-8 12 0 0 0,12-14-37 0 0,0-1 0 0 0,0 1 0 0 0,0-1 0 0 0,0 1 0 0 0,1 0 0 0 0,0 0 0 0 0,0 0 0 0 0,0 0 0 0 0,1 0 0 0 0,0 0 0 0 0,0 1 0 0 0,0-1 0 0 0,1 0 0 0 0,-1 1 0 0 0,1-1 0 0 0,1 10 0 0 0,-1-13 4 0 0,1-1-1 0 0,-1 1 1 0 0,0-1 0 0 0,1 1 0 0 0,-1-1-1 0 0,1 1 1 0 0,-1-1 0 0 0,1 0 0 0 0,0 1-1 0 0,-1-1 1 0 0,1 0 0 0 0,0 1 0 0 0,0-1 0 0 0,0 0-1 0 0,0 0 1 0 0,0 0 0 0 0,0 0 0 0 0,0 0-1 0 0,0 0 1 0 0,1 0 0 0 0,-1 0 0 0 0,0-1-1 0 0,1 1 1 0 0,-1 0 0 0 0,3 0 0 0 0,-2 0-22 0 0,3-4 6 0 0,7-5 62 0 0,0-1-1 0 0,-1 0 0 0 0,0-1 1 0 0,0 0-1 0 0,-1-1 0 0 0,0 0 1 0 0,-1 0-1 0 0,0-1 0 0 0,-1 0 1 0 0,0 0-1 0 0,10-25 0 0 0,-18 36 229 0 0,-1 1-256 0 0,0 0 0 0 0,-1 1-1 0 0,1-1 1 0 0,0 0 0 0 0,-1 1 0 0 0,1-1-1 0 0,0 1 1 0 0,0-1 0 0 0,-1 1 0 0 0,1 0 0 0 0,0-1-1 0 0,0 1 1 0 0,0 0 0 0 0,0 0 0 0 0,0 0-1 0 0,0 0 1 0 0,0 0 0 0 0,0 0 0 0 0,0 0-1 0 0,1 0 1 0 0,-1 0 0 0 0,0 0 0 0 0,0 2-1 0 0,-13 35-44 0 0,8-18-431 0 0,7-22 468 0 0,1 0 0 0 0,-1 1 0 0 0,1 0 0 0 0,0-1 1 0 0,0 1-1 0 0,-1 0 0 0 0,1 0 0 0 0,0 0 0 0 0,0 0 0 0 0,0 0 1 0 0,0 0-1 0 0,4 0 0 0 0,-2-1-4 0 0,0 0 78 0 0,1 0 1 0 0,-1-1 0 0 0,0 0 0 0 0,1 0 0 0 0,-1 0-1 0 0,-1-1 1 0 0,1 1 0 0 0,0-1 0 0 0,-1 0-1 0 0,0 0 1 0 0,0 0 0 0 0,0 0 0 0 0,4-10 637 0 0,-12 17-679 0 0,-38 24-406 0 0,17 0-3811 0 0,21-19 1113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29.1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164 82 6593 0 0,'0'0'-325'0'0,"-34"3"-216"0"0,21 9 575 0 0,-40 40 136 0 0,50-49-159 0 0,1 1 0 0 0,-1 0 0 0 0,1 0 0 0 0,-1 0 0 0 0,1 0 0 0 0,0 0 0 0 0,0 0 0 0 0,1 0 0 0 0,-1 1 0 0 0,1-1 0 0 0,0 0 0 0 0,0 1 0 0 0,0 6 0 0 0,1-9-7 0 0,0-1 1 0 0,1 0-1 0 0,-1 1 1 0 0,1-1-1 0 0,-1 0 1 0 0,1 1 0 0 0,-1-1-1 0 0,1 0 1 0 0,0 0-1 0 0,0 1 1 0 0,-1-1 0 0 0,1 0-1 0 0,0 0 1 0 0,0 0-1 0 0,0 0 1 0 0,0 0-1 0 0,0 0 1 0 0,0 0 0 0 0,1-1-1 0 0,-1 1 1 0 0,0 0-1 0 0,0-1 1 0 0,1 1-1 0 0,-1-1 1 0 0,0 1 0 0 0,1-1-1 0 0,0 1 1 0 0,2 0 3 0 0,0 0 1 0 0,0 0 0 0 0,-1-1-1 0 0,1 1 1 0 0,0-1 0 0 0,0 0-1 0 0,-1 0 1 0 0,1 0 0 0 0,7-1-1 0 0,-2-2 23 0 0,0 0 1 0 0,0 0-1 0 0,-1-1 0 0 0,1 0 0 0 0,-1 0 0 0 0,0-1 0 0 0,0 0 1 0 0,0-1-1 0 0,-1 1 0 0 0,0-1 0 0 0,0-1 0 0 0,0 0 0 0 0,-1 0 1 0 0,0 0-1 0 0,0 0 0 0 0,-1-1 0 0 0,0 0 0 0 0,0 0 0 0 0,-1-1 1 0 0,0 1-1 0 0,0-1 0 0 0,-1 0 0 0 0,-1 0 0 0 0,1 0 0 0 0,-1 0 0 0 0,1-16 1 0 0,-3 23-15 0 0,0 0 1 0 0,1 0 0 0 0,-1 0 0 0 0,-1 0-1 0 0,1 0 1 0 0,0 0 0 0 0,0 0-1 0 0,-1 1 1 0 0,1-1 0 0 0,-1 0-1 0 0,1 0 1 0 0,-1 0 0 0 0,0 1 0 0 0,0-1-1 0 0,0 0 1 0 0,0 1 0 0 0,0-1-1 0 0,0 1 1 0 0,0-1 0 0 0,-1 1 0 0 0,1-1-1 0 0,0 1 1 0 0,-1 0 0 0 0,1 0-1 0 0,-1 0 1 0 0,-2-2 0 0 0,0 2-5 0 0,1 0 1 0 0,-1 1-1 0 0,0-1 1 0 0,1 1-1 0 0,-1 0 0 0 0,1-1 1 0 0,-1 2-1 0 0,0-1 1 0 0,1 0-1 0 0,-1 1 0 0 0,0 0 1 0 0,-6 2-1 0 0,-3 1-2 0 0,1 1-1 0 0,-1 1 1 0 0,1 0-1 0 0,0 0 1 0 0,0 2-1 0 0,-14 10 1 0 0,17-10-14 0 0,1-2-5 0 0,1 0 1 0 0,-1 1 0 0 0,1 0-1 0 0,0 0 1 0 0,1 0-1 0 0,0 1 1 0 0,0 0-1 0 0,0 0 1 0 0,1 1 0 0 0,1-1-1 0 0,-1 1 1 0 0,-2 10-1 0 0,6-18 6 0 0,1 0 1 0 0,0 1-1 0 0,-1-1 0 0 0,1 0 0 0 0,0 1 0 0 0,0-1 0 0 0,0 0 0 0 0,0 1 0 0 0,0-1 0 0 0,0 0 1 0 0,0 1-1 0 0,0-1 0 0 0,1 0 0 0 0,-1 1 0 0 0,0-1 0 0 0,1 0 0 0 0,-1 1 0 0 0,1-1 0 0 0,0 0 0 0 0,-1 0 1 0 0,1 0-1 0 0,0 0 0 0 0,0 0 0 0 0,0 0 0 0 0,-1 0 0 0 0,1 0 0 0 0,0 0 0 0 0,0 0 0 0 0,1 0 1 0 0,-1 0-1 0 0,0 0 0 0 0,0-1 0 0 0,0 1 0 0 0,0-1 0 0 0,1 1 0 0 0,-1-1 0 0 0,0 1 0 0 0,1-1 0 0 0,-1 0 1 0 0,0 1-1 0 0,1-1 0 0 0,-1 0 0 0 0,0 0 0 0 0,1 0 0 0 0,-1 0 0 0 0,3-1 0 0 0,3 1-1 0 0,0-1 0 0 0,-1 0 0 0 0,1 0 0 0 0,0-1 0 0 0,-1 0 0 0 0,0 0-1 0 0,11-5 1 0 0,-9 3 35 0 0,-1-1 0 0 0,1 1-1 0 0,-1-1 1 0 0,0 0 0 0 0,0-1-1 0 0,0 1 1 0 0,-1-1-1 0 0,0-1 1 0 0,0 1 0 0 0,6-11-1 0 0,-11 16-17 0 0,-1 1-1 0 0,0 0 1 0 0,1 0-1 0 0,-1 0 1 0 0,0 0-1 0 0,1-1 0 0 0,-1 1 1 0 0,0 0-1 0 0,0 0 1 0 0,1-1-1 0 0,-1 1 1 0 0,0 0-1 0 0,0-1 0 0 0,0 1 1 0 0,1 0-1 0 0,-1-1 1 0 0,0 1-1 0 0,0 0 1 0 0,0-1-1 0 0,0 1 0 0 0,0 0 1 0 0,1-1-1 0 0,-1 1 1 0 0,0 0-1 0 0,0-1 1 0 0,0 1-1 0 0,0 0 1 0 0,0-1-1 0 0,0 1 0 0 0,0 0 1 0 0,0-1-1 0 0,-1 1 1 0 0,1-1-1 0 0,0 1 1 0 0,0 0-1 0 0,0-1 0 0 0,0 1 1 0 0,0 0-1 0 0,0-1 1 0 0,-1 1-1 0 0,1 0 1 0 0,0 0-1 0 0,0-1 0 0 0,-1 1 1 0 0,1 0-1 0 0,0 0 1 0 0,0-1-1 0 0,-1 1 1 0 0,1 0-1 0 0,-1-1 0 0 0,-2-1-64 0 0,1 1 189 0 0,1 2-136 0 0,1-1 1 0 0,-1 1-1 0 0,1 0 1 0 0,-1 0-1 0 0,0 0 0 0 0,1-1 1 0 0,-1 1-1 0 0,0 0 1 0 0,0-1-1 0 0,0 1 1 0 0,1-1-1 0 0,-1 1 1 0 0,0-1-1 0 0,0 1 0 0 0,0-1 1 0 0,0 1-1 0 0,0-1 1 0 0,-1 1-1 0 0,-20 11 36 0 0,0 7-154 0 0,21-18 78 0 0,-7 4-210 0 0,-12 4-4287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30.4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31 116 5477 0 0,'0'-8'131'0'0,"0"1"1"0"0,-1-1-1 0 0,1 1 1 0 0,-2-1-1 0 0,1 1 1 0 0,-1-1-1 0 0,0 1 1 0 0,-5-11 0 0 0,3 6 498 0 0,3 11-412 0 0,-10-24 1505 0 0,18 132-1764 0 0,39 201 0 0 0,-32-227 33 0 0,-6-40 8 0 0,17 130 4 0 0,-15-108 11 0 0,-6-48 98 0 0,-1 0-1 0 0,1 30 1 0 0,-4-44-64 0 0,1 12 485 0 0,0-7-1169 0 0,8-40-6956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31.4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38 191 6841 0 0,'-25'-63'812'0'0,"25"62"-547"0"0,-5-3-47 0 0,-3-1 784 0 0,13 30-1026 0 0,1 0 1 0 0,1 0 0 0 0,1 0 0 0 0,1-1 0 0 0,1 0 0 0 0,1 0 0 0 0,1-2 0 0 0,1 1 0 0 0,1-2 0 0 0,20 24 0 0 0,-23-31 23 0 0,1-1 0 0 0,1 0 0 0 0,0-1 1 0 0,1 0-1 0 0,0-1 0 0 0,1-1 0 0 0,0 0 0 0 0,1-1 0 0 0,0 0 0 0 0,0-2 0 0 0,1 0 1 0 0,0-1-1 0 0,0 0 0 0 0,0-1 0 0 0,31 4 0 0 0,-28-7 11 0 0,0-1 1 0 0,0 0-1 0 0,0-1 0 0 0,0-1 1 0 0,0-1-1 0 0,0-1 0 0 0,0-1 1 0 0,-1-1-1 0 0,0 0 0 0 0,0-2 1 0 0,0 0-1 0 0,0-1 0 0 0,-1 0 1 0 0,-1-2-1 0 0,1 0 0 0 0,-2-1 1 0 0,1-1-1 0 0,-2 0 1 0 0,0-1-1 0 0,0-1 0 0 0,-1 0 1 0 0,-1-1-1 0 0,0-1 0 0 0,-1 0 1 0 0,-1-1-1 0 0,0 0 0 0 0,-1 0 1 0 0,-1-1-1 0 0,8-24 0 0 0,-7 16 354 0 0,-2 1 0 0 0,-1-1 0 0 0,-1-1 0 0 0,-1 1 0 0 0,-1-1 0 0 0,0-28 0 0 0,-4 53-370 0 0,-11-29-5194 0 0,9 23 2980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33.8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13 282 5749 0 0,'0'0'-299'0'0,"-12"8"2099"0"0,27-21-1775 0 0,0 1-1 0 0,2 0 1 0 0,-1 1-1 0 0,1 1 1 0 0,1 1-1 0 0,33-14 1 0 0,127-36-4 0 0,-152 51-17 0 0,102-29-9 0 0,1 5 1 0 0,2 6-1 0 0,167-11 1 0 0,-241 37-3 0 0,1 2-1 0 0,80 14 1 0 0,-23-3 13 0 0,602 51 6 0 0,-610-49 142 0 0,-104-14-102 0 0,33 8 88 0 0,-34-8-144 0 0,44 13-14 0 0,32 16 103 0 0,-76-30-67 0 0,10 6 135 0 0,6 2-142 0 0,-12 0-3201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34.7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132 40 6949 0 0,'-77'-40'2896'0'0,"82"44"-2903"0"0,-1-1 0 0 0,0 1 0 0 0,0 0 0 0 0,0 0-1 0 0,0 1 1 0 0,5 7 0 0 0,14 14-20 0 0,11-2 23 0 0,2-1-1 0 0,0-2 0 0 0,1-1 0 0 0,47 16 1 0 0,33 18 27 0 0,-85-40-21 0 0,-5 1 31 0 0,-26-14-24 0 0,-1-1-9 0 0,1 0 1 0 0,-1 1-1 0 0,1-1 1 0 0,-1 0-1 0 0,1 1 1 0 0,-1-1 0 0 0,0 1-1 0 0,1-1 1 0 0,-1 1-1 0 0,1-1 1 0 0,-1 1-1 0 0,0-1 1 0 0,0 1 0 0 0,1-1-1 0 0,-1 1 1 0 0,0-1-1 0 0,0 1 1 0 0,1-1-1 0 0,-1 1 1 0 0,0 0 0 0 0,0-1-1 0 0,0 1 1 0 0,0-1-1 0 0,0 1 1 0 0,0 0-1 0 0,0-1 1 0 0,0 1 0 0 0,0-1-1 0 0,-1 1 1 0 0,1 0-1 0 0,0-1 1 0 0,0 1-1 0 0,0-1 1 0 0,-1 1 0 0 0,1-1-1 0 0,0 1 1 0 0,0-1-1 0 0,-1 1 1 0 0,1-1-1 0 0,-1 1 1 0 0,1 0 0 0 0,-376 281-5 0 0,286-219-74 0 0,63-48-919 0 0,8-4-3464 0 0,12-7 2021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37.4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2982 3 5829 0 0,'0'0'-122'0'0,"7"-3"-141"0"0,-7 3 286 0 0,0 1 0 0 0,0-1 1 0 0,0 0-1 0 0,0 0 0 0 0,0 0 0 0 0,0 0 1 0 0,0 0-1 0 0,0 0 0 0 0,0 0 0 0 0,0 0 1 0 0,0 1-1 0 0,0-1 0 0 0,0 0 0 0 0,0 0 1 0 0,0 0-1 0 0,0 0 0 0 0,0 0 0 0 0,0 0 0 0 0,0 1 1 0 0,0-1-1 0 0,0 0 0 0 0,0 0 0 0 0,0 0 1 0 0,0 0-1 0 0,0 0 0 0 0,0 0 0 0 0,0 0 1 0 0,0 0-1 0 0,0 1 0 0 0,0-1 0 0 0,0 0 1 0 0,0 0-1 0 0,1 0 0 0 0,-1 0 0 0 0,0 0 1 0 0,0 0-1 0 0,0 0 0 0 0,0 0 0 0 0,0 0 1 0 0,0 0-1 0 0,0 0 0 0 0,0 1 0 0 0,0-1 1 0 0,1 0-1 0 0,-1 0 0 0 0,0 0 0 0 0,0 0 1 0 0,0 0-1 0 0,0 0 0 0 0,0 0 0 0 0,0 0 0 0 0,0 0 1 0 0,1 0-1 0 0,-1 0 0 0 0,0 0 0 0 0,0 0 1 0 0,0 0-1 0 0,0 0 0 0 0,0 0 0 0 0,0 0 1 0 0,0 0-1 0 0,1 0 0 0 0,-1-1 0 0 0,0 1 1 0 0,-9 12 78 0 0,0-1 0 0 0,-1-1 0 0 0,0 0 0 0 0,-1 0 0 0 0,-23 15 0 0 0,-72 42 193 0 0,78-50-225 0 0,-25 12 49 0 0,-2-1 0 0 0,-1-3 1 0 0,-75 23-1 0 0,-181 35 192 0 0,117-35-226 0 0,-341 78 230 0 0,432-106-144 0 0,0-3-1 0 0,-2-6 0 0 0,-208-4 1 0 0,251-13-32 0 0,0-2 1 0 0,1-3 0 0 0,-77-24 0 0 0,53 11-96 0 0,17 5 111 0 0,-92-38 0 0 0,159 56-135 0 0,-2 0 26 0 0,1 0-1 0 0,-1 0 1 0 0,0 0-1 0 0,1-1 1 0 0,-1 1-1 0 0,1-1 1 0 0,-1 0-1 0 0,1 0 1 0 0,0 0-1 0 0,-5-4 1 0 0,7 5 40 0 0,0 0-145 0 0,1 0 1 0 0,-1 0 0 0 0,0 1 0 0 0,0-1-1 0 0,0 0 1 0 0,0 1 0 0 0,0-1 0 0 0,-1 1-1 0 0,1-1 1 0 0,0 1 0 0 0,0-1 0 0 0,0 1-1 0 0,0 0 1 0 0,0 0 0 0 0,-1-1 0 0 0,1 1-1 0 0,0 0 1 0 0,-2 0 0 0 0,2 32-39 0 0,2 0 0 0 0,1 0 0 0 0,1-1 0 0 0,2 1-1 0 0,1-1 1 0 0,2 0 0 0 0,18 47 0 0 0,-15-48 69 0 0,-5-11 740 0 0,-7-26 322 0 0,-13-36-392 0 0,-76-174 357 0 0,49 131-729 0 0,41 85-235 0 0,-19-34-161 0 0,19 33 107 0 0,34-17-578 0 0,102-32 68 0 0,228-54 0 0 0,-278 88 244 0 0,-84 16 272 0 0,33-6-83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40.2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42 257 5701 0 0,'0'0'-256'0'0,"-4"-1"-23"0"0,2 1 436 0 0,0 0-23 0 0,0 1 0 0 0,1-1 0 0 0,-1 0 0 0 0,1 0 0 0 0,-1 0 0 0 0,0 0 0 0 0,1-1 0 0 0,-1 1 0 0 0,0 0 1 0 0,1-1-1 0 0,-1 1 0 0 0,1-1 0 0 0,-1 0 0 0 0,1 1 0 0 0,-1-1 0 0 0,1 0 0 0 0,-1 0 0 0 0,1 0 0 0 0,0 0 1 0 0,0 0-1 0 0,-2-2 0 0 0,3 0-123 0 0,1 0 1 0 0,-1 0 0 0 0,1 0 0 0 0,0 0-1 0 0,0 0 1 0 0,0 0 0 0 0,1 1 0 0 0,-1-1-1 0 0,1 0 1 0 0,-1 1 0 0 0,1-1 0 0 0,0 1-1 0 0,0-1 1 0 0,0 1 0 0 0,4-4-1 0 0,44-34-29 0 0,-22 19 15 0 0,-10 7-5 0 0,1 2 0 0 0,1 0 0 0 0,0 1 0 0 0,0 1 0 0 0,1 1 0 0 0,0 0 0 0 0,1 2-1 0 0,0 1 1 0 0,29-5 0 0 0,122-19-127 0 0,-170 30 123 0 0,0-3-10 0 0,3 1 29 0 0,24 5-114 0 0,-20-2 91 0 0,0 0-1 0 0,0 1 1 0 0,0 1-1 0 0,0-1 1 0 0,0 2-1 0 0,-1-1 0 0 0,0 1 1 0 0,1 1-1 0 0,-1-1 1 0 0,-1 2-1 0 0,1-1 1 0 0,-1 1-1 0 0,10 9 0 0 0,20 18-24 0 0,28 25 12 0 0,-38-26-13 0 0,-1 1-1 0 0,27 44 1 0 0,-48-66 41 0 0,0 0-1 0 0,-1 0 1 0 0,0 1 0 0 0,-1 0-1 0 0,0 0 1 0 0,-1 0-1 0 0,-1 0 1 0 0,3 18 0 0 0,1 7 5 0 0,-3 2-6 0 0,-5-11-5 0 0,1-24 12 0 0,0 3-1 0 0,-1 0 0 0 0,1 0 0 0 0,-1-1 0 0 0,-1 1 0 0 0,0-1 0 0 0,0 1 0 0 0,0-1 0 0 0,0 0 0 0 0,-1 0 0 0 0,0 0 1 0 0,0 0-1 0 0,-1-1 0 0 0,0 0 0 0 0,-10 10 0 0 0,5-9 25 0 0,0-1 1 0 0,-1 1-1 0 0,1-1 1 0 0,-1-1 0 0 0,0 0-1 0 0,-17 3 1 0 0,2 0 38 0 0,-226 78 84 0 0,226-76-152 0 0,16-6-9 0 0,0 1 0 0 0,0 0 0 0 0,0 1 0 0 0,-13 8 0 0 0,16-9-3 0 0,0 1 0 0 0,0 0 0 0 0,1 1 0 0 0,-1 0 0 0 0,2 0 0 0 0,-1 0 0 0 0,1 0-1 0 0,-1 1 1 0 0,2 0 0 0 0,-1 0 0 0 0,-5 14 0 0 0,3-4 3 0 0,0 0 0 0 0,2 0-1 0 0,0 1 1 0 0,-4 34 0 0 0,7-42 6 0 0,1-1 0 0 0,1 1 0 0 0,0 0 1 0 0,0-1-1 0 0,1 1 0 0 0,0-1 0 0 0,1 1 0 0 0,0-1 0 0 0,0 1 0 0 0,1-1 0 0 0,0 0 1 0 0,1 0-1 0 0,0 0 0 0 0,0-1 0 0 0,10 15 0 0 0,70 87-20 0 0,-81-107 19 0 0,16 17 9 0 0,-16-15 2 0 0,-2-4 30 0 0,1 5 52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41.2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 28 5016 0 0,'0'0'85'0'0,"0"-2"46"0"0,-1 1-1 0 0,1-1 1 0 0,-1 1-1 0 0,1-1 1 0 0,-1 1 0 0 0,0-1-1 0 0,0 1 1 0 0,1 0-1 0 0,-1-1 1 0 0,0 1-1 0 0,0 0 1 0 0,0 0 0 0 0,0 0-1 0 0,-1-1 1 0 0,1 1-1 0 0,0 0 1 0 0,0 1-1 0 0,-2-2 1 0 0,-9 8-633 0 0,42-12-1537 0 0,-21 4 1854 0 0,-9 2 188 0 0,0 0 1 0 0,0 0-1 0 0,0 0 0 0 0,0 1 0 0 0,0-1 0 0 0,0 0 1 0 0,0 0-1 0 0,0 0 0 0 0,0 0 0 0 0,0 0 0 0 0,0 0 1 0 0,0 0-1 0 0,0 1 0 0 0,0-1 0 0 0,0 0 1 0 0,0 0-1 0 0,0 0 0 0 0,0 0 0 0 0,0 0 0 0 0,0 0 1 0 0,0 1-1 0 0,0-1 0 0 0,0 0 0 0 0,0 0 0 0 0,0 0 1 0 0,0 0-1 0 0,0 0 0 0 0,0 0 0 0 0,0 0 1 0 0,0 0-1 0 0,0 1 0 0 0,1-1 0 0 0,-1 0 0 0 0,0 0 1 0 0,0 0-1 0 0,0 0 0 0 0,0 0 0 0 0,0 0 0 0 0,0 0 1 0 0,0 0-1 0 0,0 0 0 0 0,1 0 0 0 0,-1 0 1 0 0,0 0-1 0 0,0 0 0 0 0,0 0 0 0 0,0 0 0 0 0,0 0 1 0 0,0 0-1 0 0,1 0 0 0 0,-1 0 0 0 0,0 0 1 0 0,0 0-1 0 0,0 0 0 0 0,0 0 0 0 0,0 0 0 0 0,0 0 1 0 0,1 0-1 0 0,-38 44 29 0 0,36-43 7 0 0,4-1-50 0 0,-1 0 12 0 0,0-1-1 0 0,1 1 1 0 0,-1-1-1 0 0,0 1 1 0 0,0-1 0 0 0,1 0-1 0 0,-1 0 1 0 0,0 0-1 0 0,0 0 1 0 0,3-2-1 0 0,0 0 2 0 0,14-10 151 0 0,-19 13-142 0 0,0 0 0 0 0,0 0-1 0 0,0 0 1 0 0,0 0 0 0 0,0-1-1 0 0,1 1 1 0 0,-1 0 0 0 0,0 0 0 0 0,0 0-1 0 0,0-1 1 0 0,0 1 0 0 0,0 0-1 0 0,0 0 1 0 0,0 0 0 0 0,0-1-1 0 0,0 1 1 0 0,0 0 0 0 0,0 0-1 0 0,0 0 1 0 0,0-1 0 0 0,0 1 0 0 0,0 0-1 0 0,0 0 1 0 0,0-1 0 0 0,0 1-1 0 0,0 0 1 0 0,-1 0 0 0 0,1 0-1 0 0,0-1 1 0 0,0 1 0 0 0,0 0-1 0 0,0 0 1 0 0,0 0 0 0 0,0 0 0 0 0,-1-1-1 0 0,1 1 1 0 0,0 0 0 0 0,0 0-1 0 0,0 0 1 0 0,0 0 0 0 0,-1 0-1 0 0,1 0 1 0 0,-1-1-132 0 0,-1 1 0 0 0,1-1 1 0 0,-1 1-1 0 0,1 0 0 0 0,0 0 0 0 0,-1 0 0 0 0,1 0 0 0 0,-1 0 1 0 0,1 0-1 0 0,-1 0 0 0 0,1 0 0 0 0,0 0 0 0 0,-1 1 0 0 0,1-1 0 0 0,-1 1 1 0 0,1-1-1 0 0,0 1 0 0 0,-1 0 0 0 0,-1 1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48.5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0 462 3700 0 0,'3'-63'1319'0'0,"-3"62"-1133"0"0,0-14 1144 0 0,9 67-1348 0 0,2 0 0 0 0,19 56-1 0 0,-3-16 10 0 0,15 93 23 0 0,-31-133 836 0 0,-12-46 610 0 0,-10-29-1059 0 0,-2-12-533 0 0,2-2 1 0 0,1 0-1 0 0,-9-74 0 0 0,4-111-482 0 0,15 180 448 0 0,2 0 0 0 0,2 0-1 0 0,1 0 1 0 0,3 0 0 0 0,14-45-1 0 0,-4 20-254 0 0,-17 65 360 0 0,-1 2 51 0 0,0 0 0 0 0,0-1 0 0 0,0 1-1 0 0,0 0 1 0 0,0 0 0 0 0,0 0 0 0 0,0-1-1 0 0,0 1 1 0 0,0 0 0 0 0,0 0 0 0 0,0-1 0 0 0,0 1-1 0 0,0 0 1 0 0,0 0 0 0 0,0 0 0 0 0,0-1-1 0 0,0 1 1 0 0,0 0 0 0 0,1 0 0 0 0,-1 0 0 0 0,0 0-1 0 0,0-1 1 0 0,0 1 0 0 0,0 0 0 0 0,0 0-1 0 0,1 0 1 0 0,-1 0 0 0 0,0 0 0 0 0,0-1 0 0 0,0 1-1 0 0,1 0 1 0 0,-1 0 0 0 0,0 0 0 0 0,0 0-1 0 0,0 0 1 0 0,1 0 0 0 0,-1 0 0 0 0,0 0 0 0 0,0 0-1 0 0,0 0 1 0 0,1 0 0 0 0,-1 0 0 0 0,0 0-1 0 0,0 0 1 0 0,0 0 0 0 0,1 0 0 0 0,-1 0 0 0 0,0 0-1 0 0,0 0 1 0 0,1 0 0 0 0,-1 0 0 0 0,0 0-1 0 0,0 1 1 0 0,0-1 0 0 0,0 0 0 0 0,1 0 0 0 0,5 4-1 0 0,0 0 0 0 0,0 1 0 0 0,-1 0 0 0 0,1 0 0 0 0,-1 0 0 0 0,-1 1 0 0 0,1-1 0 0 0,-1 1 0 0 0,1 0 0 0 0,-2 0 0 0 0,1 1 0 0 0,4 11 0 0 0,202 436-121 0 0,-167-361 627 0 0,-42-92-56 0 0,-1-1-399 0 0,0 0-1 0 0,0 0 1 0 0,0 1 0 0 0,0-1-1 0 0,0 0 1 0 0,0 0 0 0 0,0 0-1 0 0,0 1 1 0 0,0-1 0 0 0,0 0 0 0 0,0 0-1 0 0,0 1 1 0 0,0-1 0 0 0,0 0-1 0 0,0 0 1 0 0,0 0 0 0 0,0 1-1 0 0,0-1 1 0 0,0 0 0 0 0,0 0 0 0 0,0 0-1 0 0,1 0 1 0 0,-1 1 0 0 0,0-1-1 0 0,0 0 1 0 0,0 0 0 0 0,0 0-1 0 0,1 0 1 0 0,-1 0 0 0 0,0 1-1 0 0,0-1 1 0 0,0 0 0 0 0,0 0 0 0 0,1 0-1 0 0,-1 0 1 0 0,0 0 0 0 0,0 0-1 0 0,0 0 1 0 0,1 0 0 0 0,-1 0-1 0 0,0 0 1 0 0,0 0 0 0 0,1 0-1 0 0,-1 0 1 0 0,0 0 0 0 0,0 0 0 0 0,0 0-1 0 0,1 0 1 0 0,-1 0 0 0 0,0 0-1 0 0,0 0 1 0 0,0 0 0 0 0,1 0-1 0 0,-1 0 1 0 0,0 0 0 0 0,7-21 129 0 0,-2-1-1 0 0,0 1 1 0 0,3-40 0 0 0,-1 4-187 0 0,12-46-88 0 0,5 0-1 0 0,40-110 1 0 0,-16 93-278 0 0,-47 119 338 0 0,-1-1-47 0 0,0 1 83 0 0,0 1 0 0 0,0 0 0 0 0,0 0 0 0 0,0 0 1 0 0,0 0-1 0 0,0-1 0 0 0,0 1 0 0 0,0 0 0 0 0,0 0 1 0 0,0 0-1 0 0,0 0 0 0 0,0 0 0 0 0,0-1 0 0 0,0 1 1 0 0,0 0-1 0 0,0 0 0 0 0,0 0 0 0 0,0 0 0 0 0,0-1 1 0 0,0 1-1 0 0,0 0 0 0 0,0 0 0 0 0,0 0 0 0 0,1 0 1 0 0,-1 0-1 0 0,0-1 0 0 0,0 1 0 0 0,0 0 0 0 0,0 0 1 0 0,0 0-1 0 0,0 0 0 0 0,0 0 0 0 0,1 0 0 0 0,-1 0 1 0 0,0 0-1 0 0,0-1 0 0 0,0 1 0 0 0,0 0 0 0 0,0 0 1 0 0,1 0-1 0 0,-1 0 0 0 0,0 0 0 0 0,0 0 0 0 0,0 0 1 0 0,0 0-1 0 0,1 0 0 0 0,-1 0 0 0 0,0 0 0 0 0,0 0 1 0 0,0 0-1 0 0,0 0 0 0 0,1 0 0 0 0,-1 0 0 0 0,0 0 1 0 0,0 0-1 0 0,0 0 0 0 0,0 1 0 0 0,0-1 0 0 0,1 0 1 0 0,-1 0-1 0 0,0 0 0 0 0,0 0 0 0 0,0 0 0 0 0,0 0 1 0 0,0 1-1 0 0,9 7-27 0 0,-2 1-1 0 0,1 1 1 0 0,-1-1 0 0 0,-1 1 0 0 0,0 0-1 0 0,0 1 1 0 0,6 17 0 0 0,30 95-60 0 0,-25-71 72 0 0,98 348-63 0 0,-102-327 84 0 0,-11-55 25 0 0,0 1 1 0 0,2-1-1 0 0,7 23 0 0 0,-10-40 37 0 0,7-33-5876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49.5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315 149 5444 0 0,'0'0'-262'0'0,"0"-4"104"0"0,0-2 181 0 0,-1 0-1 0 0,-1 1 0 0 0,1-1 0 0 0,-1 0 1 0 0,0 1-1 0 0,0-1 0 0 0,-1 1 1 0 0,0 0-1 0 0,0 0 0 0 0,0 0 0 0 0,0 0 1 0 0,-1 0-1 0 0,-7-7 0 0 0,2 2 155 0 0,0 1-1 0 0,-1 0 0 0 0,0 1 1 0 0,0 0-1 0 0,-17-9 1 0 0,24 16-114 0 0,-5 2-43 0 0,1 0 1 0 0,-1 0-1 0 0,0 1 0 0 0,0 0 1 0 0,1 1-1 0 0,-1-1 1 0 0,1 1-1 0 0,0 1 0 0 0,0 0 1 0 0,0 0-1 0 0,0 0 1 0 0,1 1-1 0 0,-1 0 0 0 0,1 0 1 0 0,0 0-1 0 0,1 1 0 0 0,-1 0 1 0 0,-7 12-1 0 0,6-9-21 0 0,0 1 0 0 0,1 0 0 0 0,0 0 0 0 0,0 1 0 0 0,2 0-1 0 0,-1 0 1 0 0,1 0 0 0 0,1 0 0 0 0,0 1 0 0 0,0-1 0 0 0,1 1 0 0 0,0 15 0 0 0,2-22 1 0 0,0 1 0 0 0,1-1 1 0 0,0 1-1 0 0,0 0 1 0 0,1-1-1 0 0,-1 0 0 0 0,1 1 1 0 0,0-1-1 0 0,0 0 0 0 0,1 0 1 0 0,0 0-1 0 0,0 0 1 0 0,0 0-1 0 0,0-1 0 0 0,1 1 1 0 0,0-1-1 0 0,0 0 0 0 0,0 0 1 0 0,0 0-1 0 0,0-1 1 0 0,1 0-1 0 0,0 0 0 0 0,0 0 1 0 0,0 0-1 0 0,0-1 0 0 0,0 1 1 0 0,6 1-1 0 0,-3-2 6 0 0,-1 1-1 0 0,1-1 1 0 0,-1-1-1 0 0,1 1 1 0 0,0-1-1 0 0,0-1 1 0 0,0 0 0 0 0,-1 0-1 0 0,1 0 1 0 0,0-1-1 0 0,0 0 1 0 0,-1 0-1 0 0,1-1 1 0 0,0 0-1 0 0,-1 0 1 0 0,0-1 0 0 0,1 0-1 0 0,11-7 1 0 0,-11 4-4 0 0,0-1 0 0 0,-1 1 0 0 0,1-1 0 0 0,-1-1 0 0 0,-1 1 0 0 0,0-1 0 0 0,0-1 0 0 0,0 1 0 0 0,-1-1 0 0 0,5-10 0 0 0,3-11 258 0 0,16-56-1 0 0,-28 84-229 0 0,3-13 329 0 0,-1 0-1 0 0,4-31 1 0 0,-7 45-326 0 0,-2 6-28 0 0,0 1 0 0 0,1-1-1 0 0,0 1 1 0 0,0 0 0 0 0,0-1-1 0 0,1 1 1 0 0,0 0 0 0 0,0-1-1 0 0,0 1 1 0 0,1 0-1 0 0,2 7 1 0 0,-1 4 6 0 0,0 0-1 0 0,2 0 0 0 0,9 27 1 0 0,-13-43-11 0 0,14 30-194 0 0,20 37 0 0 0,-28-59 129 0 0,0 0 0 0 0,0-1 1 0 0,0 0-1 0 0,1 0 0 0 0,0 0 1 0 0,1-1-1 0 0,0 0 0 0 0,12 9 1 0 0,-17-14-354 0 0,8 3 296 0 0,0-6-3507 0 0,11-7 1899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50.2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 37 5032 0 0,'0'-1'20'0'0,"0"0"0"0"0,-1-1 0 0 0,1 1 0 0 0,0 0 0 0 0,-1 0 0 0 0,1 0 0 0 0,-1 0 0 0 0,1-1 0 0 0,-1 1 0 0 0,1 0 0 0 0,-1 0 0 0 0,0 0 0 0 0,1 0 0 0 0,-1 0 0 0 0,0 0 0 0 0,0 1 0 0 0,0-1 0 0 0,0 0 0 0 0,-1-1 0 0 0,-2 22 227 0 0,7 42-161 0 0,1-17-79 0 0,3 0 0 0 0,2 0 0 0 0,17 54 0 0 0,-10-17 3912 0 0,-19-106-3799 0 0,3 7-57 0 0,1 0 1 0 0,0 0 0 0 0,1 0 0 0 0,1 1-1 0 0,1-1 1 0 0,10-30 0 0 0,47-89-136 0 0,-50 113 64 0 0,-8 17-53 0 0,1-1 1 0 0,-1 0 0 0 0,1 1 0 0 0,0 0-1 0 0,0 0 1 0 0,1 0 0 0 0,0 1 0 0 0,0-1-1 0 0,0 1 1 0 0,11-8 0 0 0,-13 12 34 0 0,0-1 1 0 0,0 1-1 0 0,0 0 0 0 0,0 0 1 0 0,1 1-1 0 0,-1-1 0 0 0,0 0 0 0 0,1 1 1 0 0,-1 0-1 0 0,0 0 0 0 0,0 0 1 0 0,1 0-1 0 0,-1 0 0 0 0,0 1 1 0 0,1 0-1 0 0,-1-1 0 0 0,0 1 1 0 0,0 0-1 0 0,0 1 0 0 0,0-1 1 0 0,0 0-1 0 0,0 1 0 0 0,0 0 1 0 0,0 0-1 0 0,-1 0 0 0 0,5 4 0 0 0,10 7-21 0 0,-1 1 0 0 0,-1 1 0 0 0,-1 1-1 0 0,0 0 1 0 0,-1 1 0 0 0,0 0 0 0 0,-2 1-1 0 0,0 1 1 0 0,-1 0 0 0 0,11 29-1 0 0,-18-41 58 0 0,-1 1 0 0 0,0 0 0 0 0,-1 1 0 0 0,0-1 0 0 0,0 0 0 0 0,-1 0 0 0 0,0 0 0 0 0,0 1 0 0 0,-2 11 0 0 0,-22 73-1442 0 0,14-59-1551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50.7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1191 27 5561 0 0,'29'-27'42'0'0,"-28"27"-10"0"0,-4 4-17 0 0,-93 104 45 0 0,6 5 1 0 0,-79 129 0 0 0,168-241-61 0 0,-102 151 41 0 0,-393 568 89 0 0,270-388-250 0 0,196-292-2523 0 0,24-33 1259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52.7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1 199 4224 0 0,'0'-2'19'0'0,"1"1"-1"0"0,-1 0 1 0 0,1-1-1 0 0,0 1 1 0 0,-1 0-1 0 0,1 0 1 0 0,0 0-1 0 0,0-1 1 0 0,0 1-1 0 0,0 0 1 0 0,0 0-1 0 0,0 0 1 0 0,0 1-1 0 0,0-1 1 0 0,2-1-1 0 0,5 26-3 0 0,-2 0 0 0 0,0 1-1 0 0,-2 0 1 0 0,2 40-1 0 0,8 42 27 0 0,67 249 28 0 0,-75-330-65 0 0,4 38 665 0 0,-10-62 5 0 0,0-2-641 0 0,1 0 0 0 0,-1 0 0 0 0,0 1 0 0 0,0-1 0 0 0,0 0 0 0 0,0 0 0 0 0,0 0 0 0 0,0 0 0 0 0,0 0 0 0 0,1 1 0 0 0,-1-1 0 0 0,0 0 0 0 0,0 0 0 0 0,0 0 0 0 0,0 0 0 0 0,0 1 0 0 0,0-1 0 0 0,0 0 0 0 0,0 0 0 0 0,0 0 0 0 0,0 0 0 0 0,0 1 0 0 0,0-1 0 0 0,0 0 0 0 0,0 0 0 0 0,0 0 0 0 0,0 1 0 0 0,0-1 0 0 0,0 0 0 0 0,0 0 0 0 0,0 0 0 0 0,0 0 0 0 0,0 1 0 0 0,-1-1 0 0 0,1 0 0 0 0,0 0 0 0 0,0 0 0 0 0,0 0 0 0 0,0 0 0 0 0,0 0 0 0 0,0 1 0 0 0,-1-1 0 0 0,1 0 0 0 0,0 0 0 0 0,0 0 0 0 0,0 0-1 0 0,0 0 1 0 0,0 0 0 0 0,-1 0 0 0 0,1 0 0 0 0,0 0 0 0 0,0 0 0 0 0,0 1 0 0 0,0-1 0 0 0,-1 0 0 0 0,1 0 0 0 0,0 0 0 0 0,0 0 0 0 0,0 0 0 0 0,-1 0 0 0 0,1 0 0 0 0,0 0 0 0 0,0-1 0 0 0,0 1 0 0 0,0 0 0 0 0,-1 0 0 0 0,-12-16-6 0 0,1-1 0 0 0,1-1 1 0 0,0 0-1 0 0,2 0 0 0 0,0-1 0 0 0,1 0 0 0 0,0 0 0 0 0,2-1 1 0 0,-5-24-1 0 0,-2-21-186 0 0,-8-109 0 0 0,9-123-138 0 0,18 240-165 0 0,-6 55 407 0 0,0 0-89 0 0,0 2 132 0 0,0-1-1 0 0,0 1 1 0 0,0-1-1 0 0,0 1 1 0 0,0-1-1 0 0,0 1 1 0 0,0 0 0 0 0,0-1-1 0 0,0 1 1 0 0,0-1-1 0 0,0 1 1 0 0,0 0-1 0 0,0-1 1 0 0,0 1-1 0 0,1-1 1 0 0,-1 1 0 0 0,0 0-1 0 0,0-1 1 0 0,0 1-1 0 0,1 0 1 0 0,-1-1-1 0 0,0 1 1 0 0,1 0 0 0 0,-1-1-1 0 0,0 1 1 0 0,1 0-1 0 0,-1-1 1 0 0,0 1-1 0 0,1 0 1 0 0,-1 0-1 0 0,0 0 1 0 0,1-1 0 0 0,-1 1-1 0 0,1 0 1 0 0,-1 0-1 0 0,0 0 1 0 0,1 0-1 0 0,-1 0 1 0 0,1 0 0 0 0,-1 0-1 0 0,0 0 1 0 0,1 0-1 0 0,-1 0 1 0 0,1 0-1 0 0,-1 0 1 0 0,1 0-1 0 0,-1 0 1 0 0,0 0 0 0 0,1 0-1 0 0,-1 0 1 0 0,1 1-1 0 0,-1-1 1 0 0,0 0-1 0 0,1 1 1 0 0,8 4-9 0 0,0 0-1 0 0,-1 1 1 0 0,1 0 0 0 0,-2 1 0 0 0,1 0-1 0 0,-1 0 1 0 0,0 0 0 0 0,0 1 0 0 0,-1 0-1 0 0,0 1 1 0 0,0-1 0 0 0,5 12 0 0 0,11 23-33 0 0,21 61 0 0 0,-23-55 27 0 0,65 180-57 0 0,-55-153 181 0 0,-30-75 169 0 0,-7-29 2390 0 0,-5-105-2763 0 0,11 84-6 0 0,2 0 0 0 0,11-77 0 0 0,-8 100 33 0 0,2 1 0 0 0,0 0 0 0 0,2 0 0 0 0,1 0 0 0 0,0 1 0 0 0,21-36-1 0 0,-24 51 14 0 0,1-1-1 0 0,0 1 0 0 0,0 1 0 0 0,0-1 0 0 0,1 1 0 0 0,0 1 0 0 0,1-1 0 0 0,0 1 0 0 0,0 1 1 0 0,20-11-1 0 0,-27 16 57 0 0,-1 1 0 0 0,1 0 0 0 0,1-1 0 0 0,-1 1 0 0 0,0 0 0 0 0,0 0 0 0 0,0 0 0 0 0,0 0 0 0 0,0 1 1 0 0,0-1-1 0 0,0 0 0 0 0,0 1 0 0 0,0 0 0 0 0,-1-1 0 0 0,1 1 0 0 0,0 0 0 0 0,0 0 0 0 0,0 0 0 0 0,-1 0 0 0 0,1 0 0 0 0,0 1 1 0 0,-1-1-1 0 0,1 0 0 0 0,-1 1 0 0 0,1-1 0 0 0,-1 1 0 0 0,0-1 0 0 0,0 1 0 0 0,0 0 0 0 0,0-1 0 0 0,2 4 0 0 0,3 7-2 0 0,0 0 0 0 0,-1 0 1 0 0,6 21-1 0 0,-9-26-4 0 0,19 73-29 0 0,-4 0 0 0 0,12 155 0 0 0,-21-159 36 0 0,14 142-44 0 0,-17-166 182 0 0,-5-50-87 0 0,-5-32-5077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53.7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194 77 4728 0 0,'0'0'-206'0'0,"-3"-27"500"0"0,1 23-195 0 0,-1 0-1 0 0,1 0 1 0 0,-1 1-1 0 0,0-1 1 0 0,0 0-1 0 0,0 1 1 0 0,0 0 0 0 0,0 0-1 0 0,-1 0 1 0 0,0 0-1 0 0,-5-3 1 0 0,8 5-7 0 0,0 1-85 0 0,1-1 0 0 0,-1 1 0 0 0,1 0 0 0 0,-1-1-1 0 0,1 1 1 0 0,-1-1 0 0 0,0 1 0 0 0,1 0 0 0 0,-1 0-1 0 0,0-1 1 0 0,1 1 0 0 0,-1 0 0 0 0,0 0 0 0 0,1 0 0 0 0,-1 0-1 0 0,0 0 1 0 0,1 0 0 0 0,-1 0 0 0 0,0 0 0 0 0,1 0 0 0 0,-1 0-1 0 0,1 0 1 0 0,-1 0 0 0 0,-1 1 0 0 0,-5 2-8 0 0,-1 0-1 0 0,1 1 1 0 0,0 0 0 0 0,0 0 0 0 0,0 1 0 0 0,1-1-1 0 0,-1 2 1 0 0,1-1 0 0 0,0 1 0 0 0,1-1 0 0 0,-1 2-1 0 0,1-1 1 0 0,1 1 0 0 0,-1-1 0 0 0,1 1 0 0 0,0 0-1 0 0,1 1 1 0 0,-4 8 0 0 0,3-6-9 0 0,0 0 0 0 0,1 0 0 0 0,1 0 0 0 0,0 1 0 0 0,0-1 1 0 0,1 0-1 0 0,0 1 0 0 0,1-1 0 0 0,0 1 0 0 0,0-1 0 0 0,2 1 0 0 0,-1-1 0 0 0,1 0 0 0 0,5 16 1 0 0,-6-21 9 0 0,1 0 1 0 0,0 0 0 0 0,0-1-1 0 0,0 1 1 0 0,1 0 0 0 0,-1-1-1 0 0,1 1 1 0 0,0-1 0 0 0,1 0-1 0 0,-1 0 1 0 0,1 0 0 0 0,0 0-1 0 0,-1-1 1 0 0,2 0 0 0 0,-1 0-1 0 0,0 0 1 0 0,9 5 0 0 0,-11-8 39 0 0,4-1-19 0 0,0-2-17 0 0,0 0 1 0 0,0-1-1 0 0,0 1 1 0 0,0-1-1 0 0,-1 0 1 0 0,1-1-1 0 0,-1 1 1 0 0,0-1-1 0 0,-1 0 1 0 0,1 0-1 0 0,-1-1 1 0 0,0 1-1 0 0,0-1 1 0 0,-1 0-1 0 0,1 0 1 0 0,-1 0-1 0 0,-1-1 0 0 0,1 1 1 0 0,2-13-1 0 0,6-18 181 0 0,-3 0-1 0 0,6-53 0 0 0,-11 68 99 0 0,3-30 276 0 0,-6 50-558 0 0,-2 7-49 0 0,-1 6 39 0 0,1 0 0 0 0,0 0 0 0 0,1 0 0 0 0,0 1 0 0 0,1-1 0 0 0,0 0 0 0 0,0 0 0 0 0,1 1 0 0 0,1-1 0 0 0,0 0 0 0 0,1 0 0 0 0,0 0 0 0 0,0 0 0 0 0,1-1 0 0 0,6 12 0 0 0,-5-11-41 0 0,0 0-1 0 0,1-1 0 0 0,0 0 0 0 0,1 0 1 0 0,0 0-1 0 0,0-1 0 0 0,1 0 0 0 0,0 0 1 0 0,0-1-1 0 0,1 0 0 0 0,1-1 0 0 0,-1 0 0 0 0,1 0 1 0 0,19 9-1 0 0,-26-15-223 0 0,-1 0 0 0 0,0-1-1 0 0,0 1 1 0 0,0-1 0 0 0,1 1 0 0 0,-1-1 0 0 0,0 0-1 0 0,1 0 1 0 0,-1 0 0 0 0,0 0 0 0 0,4-1 0 0 0,12-1-1276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54.5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194 1 4400 0 0,'0'0'-146'0'0,"10"-1"-140"0"0,-7 2 526 0 0,-8 0 1257 0 0,-8 3-1475 0 0,1 0 1 0 0,-1 1 0 0 0,1 0 0 0 0,-1 0 0 0 0,2 2 0 0 0,-1-1 0 0 0,1 2 0 0 0,0-1-1 0 0,0 2 1 0 0,-11 10 0 0 0,17-14-23 0 0,-1 1 1 0 0,1-1-1 0 0,0 1 0 0 0,0 0 0 0 0,1 0 0 0 0,0 0 1 0 0,0 1-1 0 0,1-1 0 0 0,-1 1 0 0 0,1 0 0 0 0,1 0 1 0 0,-1 0-1 0 0,1 1 0 0 0,1-1 0 0 0,-1 0 0 0 0,1 1 1 0 0,0-1-1 0 0,1 1 0 0 0,0-1 0 0 0,1 14 1 0 0,1-17 0 0 0,-1 0 1 0 0,1 0 0 0 0,0 0 0 0 0,0 0 0 0 0,0 0 0 0 0,0-1 0 0 0,1 1 0 0 0,-1-1 0 0 0,1 1 0 0 0,0-1 0 0 0,0 0-1 0 0,0 0 1 0 0,1 0 0 0 0,-1-1 0 0 0,1 1 0 0 0,-1-1 0 0 0,1 0 0 0 0,7 3 0 0 0,7 3 18 0 0,1 0 0 0 0,29 7 0 0 0,-44-14-16 0 0,45 10-7 0 0,1-3-1 0 0,0-2 0 0 0,0-2 1 0 0,60-3-1 0 0,-108-1-148 0 0,-1 0 0 0 0,1 0 0 0 0,-1 0 0 0 0,1 0 0 0 0,-1-1 0 0 0,1 1 0 0 0,-1-1 0 0 0,0 1 0 0 0,1-1 0 0 0,-1 1 0 0 0,1-1 0 0 0,-1 0 0 0 0,0 0 0 0 0,0 0 0 0 0,1 0-1 0 0,-1 0 1 0 0,0 0 0 0 0,0 0 0 0 0,0 0 0 0 0,1-1 0 0 0,2-8-842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55.4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42 3904 0 0,'1'-3'69'0'0,"-1"-1"-1"0"0,0 1 1 0 0,0 0 0 0 0,0-1-1 0 0,-1 1 1 0 0,1 0-1 0 0,-1-1 1 0 0,0 1-1 0 0,-1-5 1 0 0,1 6 69 0 0,1 0 256 0 0,7 23 345 0 0,2 16-718 0 0,6 56 0 0 0,0-2-17 0 0,-2-35-12 0 0,75 300-26 0 0,-78-315 62 0 0,-1 1 1 0 0,-3 0-1 0 0,-1 0 1 0 0,-1 64-1 0 0,-4-104 20 0 0,-1 11 3055 0 0,-1-29-3052 0 0,2 0 1 0 0,0 0 0 0 0,0 0 0 0 0,2 1 0 0 0,0-1 0 0 0,1 0 0 0 0,8-27 0 0 0,-1 11-327 0 0,2 1 0 0 0,31-57-1 0 0,-43 87 232 0 0,1 0 0 0 0,-1-1 0 0 0,1 1 0 0 0,0 0 0 0 0,0 0 0 0 0,0 0 0 0 0,-1 0 0 0 0,1 0 0 0 0,0 0 0 0 0,0 0 0 0 0,0 0 0 0 0,1 0 0 0 0,-1 0 0 0 0,0 1 0 0 0,0-1 0 0 0,0 0 0 0 0,1 1 0 0 0,-1-1 0 0 0,0 1 0 0 0,0-1 0 0 0,1 1 0 0 0,-1 0 0 0 0,0 0-1 0 0,1-1 1 0 0,1 1 0 0 0,-1 1 8 0 0,1-1-1 0 0,0 1 0 0 0,-1 0 0 0 0,1 0 1 0 0,-1 0-1 0 0,0 0 0 0 0,1 0 1 0 0,-1 0-1 0 0,0 1 0 0 0,1-1 0 0 0,-1 1 1 0 0,3 2-1 0 0,7 9-18 0 0,0-1 0 0 0,-1 2 1 0 0,13 19-1 0 0,-15-21-72 0 0,2 5 107 0 0,0 1 0 0 0,-1 0 0 0 0,-1 0 0 0 0,0 1 0 0 0,-2 1 0 0 0,0-1 0 0 0,-1 1 0 0 0,4 27 0 0 0,8 23-136 0 0,-17-69-63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55.7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 10 5128 0 0,'-5'-8'285'0'0,"5"8"-282"0"0,0 0 0 0 0,0 0 0 0 0,0 0 0 0 0,0 0 0 0 0,-1 1 0 0 0,1-1 0 0 0,0 0 0 0 0,0 0 0 0 0,0 0 0 0 0,0 0-1 0 0,0 0 1 0 0,0 0 0 0 0,0 0 0 0 0,0 0 0 0 0,-1 0 0 0 0,1 0 0 0 0,0 0 0 0 0,0 0 0 0 0,0 0 0 0 0,0 0 0 0 0,0 0 0 0 0,0 0 0 0 0,-1 0 0 0 0,1 0 0 0 0,0 0 0 0 0,0 0-1 0 0,0 0 1 0 0,0 0 0 0 0,0 0 0 0 0,0 0 0 0 0,-1 0 0 0 0,1 0 0 0 0,0 0 0 0 0,0 0 0 0 0,0 0 0 0 0,0 0 0 0 0,0 0 0 0 0,0 0 0 0 0,0 0 0 0 0,-1 0 0 0 0,1 0 0 0 0,0 0-1 0 0,0 0 1 0 0,0-1 0 0 0,0 1 0 0 0,0 0 0 0 0,0 0 0 0 0,0 0 0 0 0,0 0 0 0 0,0 0 0 0 0,0 0 0 0 0,0 0 0 0 0,0 0 0 0 0,0-1 0 0 0,-1 1 0 0 0,1 0 0 0 0,0 0 0 0 0,0 0-1 0 0,0 0 1 0 0,0 0 0 0 0,0 0 0 0 0,0-1 0 0 0,0 1 0 0 0,2 16-2 0 0,0 1 0 0 0,2-1 0 0 0,-1 0 1 0 0,2 0-1 0 0,0-1 0 0 0,1 1 0 0 0,10 18 0 0 0,-7-14-120 0 0,-1-1 0 0 0,-1 1-1 0 0,0 1 1 0 0,4 25 0 0 0,-11-30-1853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55.97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 40 5012 0 0,'0'0'457'0'0,"0"-12"315"0"0,-6 2 144 0 0,4 2-60 0 0,-4-2-916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56.7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 22 5432 0 0,'0'0'-187'0'0,"3"30"-72"0"0,-8-8 266 0 0,1 1 0 0 0,2-1 0 0 0,0 1 0 0 0,2-1 0 0 0,4 46 0 0 0,-3-23-3 0 0,-2-38-3 0 0,1 0 0 0 0,0 0 0 0 0,0 0 0 0 0,0 0 1 0 0,1 0-1 0 0,0 0 0 0 0,1 0 0 0 0,3 10 0 0 0,-5 12 3629 0 0,-1-54-3676 0 0,1-1-1 0 0,1 1 0 0 0,1-1 1 0 0,2 1-1 0 0,0 0 1 0 0,2 0-1 0 0,1 0 1 0 0,1 1-1 0 0,0 0 0 0 0,2 0 1 0 0,1 1-1 0 0,25-38 1 0 0,-35 59 8 0 0,0 0 0 0 0,1 1 0 0 0,-1-1 0 0 0,1 1 0 0 0,0-1 0 0 0,0 1 0 0 0,-1 0 0 0 0,1 0 0 0 0,0 0 1 0 0,0 0-1 0 0,0 0 0 0 0,0 0 0 0 0,0 0 0 0 0,0 0 0 0 0,0 1 0 0 0,1-1 0 0 0,-1 1 0 0 0,3 0 0 0 0,-5 0 36 0 0,3-1-105 0 0,29 18-151 0 0,-24-9 219 0 0,-1 0-1 0 0,0 1 1 0 0,-1-1-1 0 0,0 1 1 0 0,0 1-1 0 0,-1-1 1 0 0,0 1-1 0 0,0 0 0 0 0,-1 0 1 0 0,-1 1-1 0 0,3 11 1 0 0,14 32-57 0 0,-10-34 73 0 0,-2 0 0 0 0,0 1 0 0 0,-1-1-1 0 0,-1 1 1 0 0,5 37 0 0 0,-11-51-1414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57.2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38 149 3768 0 0,'-6'9'-901'0'0,"3"-5"757"0"0,6-5 621 0 0,7-7-332 0 0,0 0 0 0 0,0-1 0 0 0,-1 0 0 0 0,15-19 1 0 0,-20 23 69 0 0,0-1 0 0 0,0 1 0 0 0,-1-1 1 0 0,0 1-1 0 0,0-1 0 0 0,-1 0 0 0 0,1 0 1 0 0,-1-1-1 0 0,-1 1 0 0 0,1 0 0 0 0,-1-1 1 0 0,1-9-1 0 0,-2 15 122 0 0,0 1-325 0 0,0 0 0 0 0,0-1 0 0 0,0 1 1 0 0,0 0-1 0 0,0-1 0 0 0,0 1 0 0 0,0 0 1 0 0,0-1-1 0 0,0 1 0 0 0,0 0 0 0 0,0 0 1 0 0,0-1-1 0 0,0 1 0 0 0,0 0 0 0 0,0-1 1 0 0,0 1-1 0 0,0 0 0 0 0,0-1 0 0 0,0 1 1 0 0,0 0-1 0 0,0-1 0 0 0,0 1 0 0 0,-1 0 1 0 0,1 0-1 0 0,0-1 0 0 0,0 1 0 0 0,0 0 0 0 0,-1 0 1 0 0,1 0-1 0 0,0-1 0 0 0,0 1 0 0 0,-1 0 1 0 0,1 0-1 0 0,0 0 0 0 0,0-1 0 0 0,-1 1 1 0 0,1 0-1 0 0,0 0 0 0 0,-1 0 0 0 0,1 0 1 0 0,0 0-1 0 0,0 0 0 0 0,-1 0 0 0 0,1 0 1 0 0,0 0-1 0 0,-1 0 0 0 0,1 0 0 0 0,0 0 1 0 0,-1 0-1 0 0,1 0 0 0 0,-1 0 0 0 0,-7 3 10 0 0,0 1 0 0 0,0 0 0 0 0,1 1 0 0 0,-1 0 0 0 0,1 0 0 0 0,0 0 0 0 0,0 1 0 0 0,1 0 0 0 0,0 0 0 0 0,0 1 0 0 0,0 0-1 0 0,-7 10 1 0 0,10-12-23 0 0,0 1-1 0 0,0-1 0 0 0,1 0 1 0 0,0 1-1 0 0,0-1 0 0 0,0 1 0 0 0,0-1 1 0 0,1 1-1 0 0,0 0 0 0 0,0 0 1 0 0,1 0-1 0 0,-1 0 0 0 0,1 0 0 0 0,1-1 1 0 0,-1 1-1 0 0,1 0 0 0 0,0 0 1 0 0,0 0-1 0 0,1-1 0 0 0,-1 1 0 0 0,4 5 1 0 0,-1-4 3 0 0,0 0 0 0 0,1 0 1 0 0,0 0-1 0 0,0-1 0 0 0,1 0 0 0 0,0 0 1 0 0,0 0-1 0 0,0-1 0 0 0,1 0 1 0 0,0 0-1 0 0,0-1 0 0 0,0 1 0 0 0,12 4 1 0 0,3 1-6 0 0,0-2 0 0 0,0 0 0 0 0,36 7 0 0 0,-53-14-275 0 0,1-1 1 0 0,-1 1 0 0 0,0-1-1 0 0,1 0 1 0 0,-1 0 0 0 0,1 0 0 0 0,-1-1-1 0 0,1 0 1 0 0,-1 0 0 0 0,0 0-1 0 0,1-1 1 0 0,-1 1 0 0 0,7-5-1 0 0,2-3-1948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57.8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20 5428 0 0,'0'0'-234'0'0,"0"-1"20"0"0,0 0 192 0 0,0 1-1 0 0,0-1 0 0 0,0 0 0 0 0,0 0 1 0 0,0 1-1 0 0,0-1 0 0 0,0 0 0 0 0,1 1 0 0 0,-1-1 1 0 0,0 0-1 0 0,0 1 0 0 0,0-1 0 0 0,1 0 1 0 0,-1 1-1 0 0,0-1 0 0 0,1 1 0 0 0,-1-1 1 0 0,1 0-1 0 0,-1 1 0 0 0,0-1 0 0 0,1 1 0 0 0,-1-1 1 0 0,1 1-1 0 0,0-1 0 0 0,-1 1 0 0 0,1 0 1 0 0,-1-1-1 0 0,1 1 0 0 0,0 0 0 0 0,-1-1 1 0 0,1 1-1 0 0,0 0 0 0 0,46 7 7 0 0,-1 2-1 0 0,0 3 1 0 0,-1 1 0 0 0,0 2-1 0 0,-1 2 1 0 0,-1 2 0 0 0,0 2-1 0 0,-2 2 1 0 0,-1 2 0 0 0,0 1-1 0 0,-2 2 1 0 0,-2 1 0 0 0,45 47-1 0 0,-71-65 19 0 0,-1 0 0 0 0,0 0 0 0 0,-1 1 0 0 0,0 0 0 0 0,-1 1 0 0 0,-1-1 0 0 0,0 1 0 0 0,0 1-1 0 0,-1-1 1 0 0,-1 1 0 0 0,-1 0 0 0 0,4 26 0 0 0,-5-22 9 0 0,-2 0 0 0 0,0 0 0 0 0,-2 0 0 0 0,0 0 0 0 0,0 0-1 0 0,-2 0 1 0 0,0-1 0 0 0,-1 1 0 0 0,-9 19 0 0 0,-1-5 10 0 0,-1-1-1 0 0,-1-1 1 0 0,-1-1-1 0 0,-2 0 1 0 0,-1-2 0 0 0,-1 0-1 0 0,-2-1 1 0 0,0-2-1 0 0,-2 0 1 0 0,-30 22-1 0 0,-9 1 32 0 0,-1-2 0 0 0,-3-3-1 0 0,-98 44 1 0 0,163-85-214 0 0,1 1-1 0 0,0-1 1 0 0,-1 0-1 0 0,1 0 0 0 0,-1 0 1 0 0,0 0-1 0 0,1 0 1 0 0,-1-1-1 0 0,0 0 1 0 0,1 0-1 0 0,-1 0 1 0 0,0 0-1 0 0,1-1 1 0 0,-1 1-1 0 0,1-1 1 0 0,-6-1-1 0 0,3-5-485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26" Type="http://schemas.openxmlformats.org/officeDocument/2006/relationships/customXml" Target="../ink/ink12.xml"/><Relationship Id="rId39" Type="http://schemas.openxmlformats.org/officeDocument/2006/relationships/image" Target="../media/image20.png"/><Relationship Id="rId3" Type="http://schemas.openxmlformats.org/officeDocument/2006/relationships/image" Target="../media/image2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4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5.png"/><Relationship Id="rId41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19.png"/><Relationship Id="rId40" Type="http://schemas.openxmlformats.org/officeDocument/2006/relationships/customXml" Target="../ink/ink19.xml"/><Relationship Id="rId45" Type="http://schemas.openxmlformats.org/officeDocument/2006/relationships/image" Target="../media/image23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10" Type="http://schemas.openxmlformats.org/officeDocument/2006/relationships/customXml" Target="../ink/ink5.xml"/><Relationship Id="rId19" Type="http://schemas.openxmlformats.org/officeDocument/2006/relationships/image" Target="../media/image10.png"/><Relationship Id="rId31" Type="http://schemas.openxmlformats.org/officeDocument/2006/relationships/image" Target="../media/image16.png"/><Relationship Id="rId44" Type="http://schemas.openxmlformats.org/officeDocument/2006/relationships/customXml" Target="../ink/ink21.xml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4" Type="http://schemas.openxmlformats.org/officeDocument/2006/relationships/customXml" Target="../ink/ink7.xml"/><Relationship Id="rId27" Type="http://schemas.openxmlformats.org/officeDocument/2006/relationships/image" Target="../media/image14.png"/><Relationship Id="rId30" Type="http://schemas.openxmlformats.org/officeDocument/2006/relationships/customXml" Target="../ink/ink14.xml"/><Relationship Id="rId35" Type="http://schemas.openxmlformats.org/officeDocument/2006/relationships/image" Target="../media/image18.png"/><Relationship Id="rId43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CFCDAA-7E66-CB0C-153A-EF2A3F22CDD3}"/>
              </a:ext>
            </a:extLst>
          </p:cNvPr>
          <p:cNvSpPr txBox="1"/>
          <p:nvPr/>
        </p:nvSpPr>
        <p:spPr>
          <a:xfrm>
            <a:off x="1563624" y="3241224"/>
            <a:ext cx="9025128" cy="53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1">
              <a:lnSpc>
                <a:spcPct val="107000"/>
              </a:lnSpc>
              <a:spcBef>
                <a:spcPts val="200"/>
              </a:spcBef>
            </a:pPr>
            <a:r>
              <a:rPr lang="en-US" sz="2800" b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Evolution of AI: From Rules to Imagination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84C0BE-80DD-3EF8-D301-CBC35FD2B24F}"/>
              </a:ext>
            </a:extLst>
          </p:cNvPr>
          <p:cNvSpPr txBox="1"/>
          <p:nvPr/>
        </p:nvSpPr>
        <p:spPr>
          <a:xfrm>
            <a:off x="73152" y="199021"/>
            <a:ext cx="11228832" cy="3981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 Is Not New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AI was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formally coined in 1956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at the Dartmouth Conference. We have been building AI for last 70 years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1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Early pioneers like Alan Turing laid the groundwork (Turing Test). 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0">
              <a:spcAft>
                <a:spcPts val="1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test involves a human judge who interacts with both a machine and another human, without knowing which is which. Communication occurs through text, allowing the judge to ask questions and receive responses from each participant.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Aft>
                <a:spcPts val="1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test’s goal is simple: if the judge cannot consistently identify which respondent is the machine, the machine is considered to have “passed” the Turing Test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DB5EA2E-5F41-B3D0-9E85-6D92BA25629C}"/>
              </a:ext>
            </a:extLst>
          </p:cNvPr>
          <p:cNvSpPr/>
          <p:nvPr/>
        </p:nvSpPr>
        <p:spPr>
          <a:xfrm>
            <a:off x="1335024" y="4654296"/>
            <a:ext cx="1051560" cy="10241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8E371F-404A-EFA1-DC5D-2BE19CCEA1FD}"/>
              </a:ext>
            </a:extLst>
          </p:cNvPr>
          <p:cNvSpPr/>
          <p:nvPr/>
        </p:nvSpPr>
        <p:spPr>
          <a:xfrm>
            <a:off x="4634892" y="4243752"/>
            <a:ext cx="1471104" cy="10241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B6AB892-D53C-AAE2-67D5-F2B0165BF0F7}"/>
              </a:ext>
            </a:extLst>
          </p:cNvPr>
          <p:cNvGrpSpPr/>
          <p:nvPr/>
        </p:nvGrpSpPr>
        <p:grpSpPr>
          <a:xfrm>
            <a:off x="1587384" y="4932576"/>
            <a:ext cx="582480" cy="573120"/>
            <a:chOff x="1587384" y="4932576"/>
            <a:chExt cx="582480" cy="57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8D54842-8003-C21C-756D-BCCEA632F9E3}"/>
                    </a:ext>
                  </a:extLst>
                </p14:cNvPr>
                <p14:cNvContentPartPr/>
                <p14:nvPr/>
              </p14:nvContentPartPr>
              <p14:xfrm>
                <a:off x="1587384" y="4932576"/>
                <a:ext cx="104400" cy="81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8D54842-8003-C21C-756D-BCCEA632F9E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69744" y="4914936"/>
                  <a:ext cx="140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82C9E94-E79B-4478-969D-A03AB23B2B3D}"/>
                    </a:ext>
                  </a:extLst>
                </p14:cNvPr>
                <p14:cNvContentPartPr/>
                <p14:nvPr/>
              </p14:nvContentPartPr>
              <p14:xfrm>
                <a:off x="2071944" y="4970736"/>
                <a:ext cx="97920" cy="88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82C9E94-E79B-4478-969D-A03AB23B2B3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54304" y="4952736"/>
                  <a:ext cx="1335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8E4194D-26EE-1675-AF2E-A8921AF4F0A5}"/>
                    </a:ext>
                  </a:extLst>
                </p14:cNvPr>
                <p14:cNvContentPartPr/>
                <p14:nvPr/>
              </p14:nvContentPartPr>
              <p14:xfrm>
                <a:off x="1841544" y="5013576"/>
                <a:ext cx="47880" cy="311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8E4194D-26EE-1675-AF2E-A8921AF4F0A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23544" y="4995576"/>
                  <a:ext cx="8352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8F66701-4661-5190-1263-8256BD6ADF82}"/>
                    </a:ext>
                  </a:extLst>
                </p14:cNvPr>
                <p14:cNvContentPartPr/>
                <p14:nvPr/>
              </p14:nvContentPartPr>
              <p14:xfrm>
                <a:off x="1670184" y="5304816"/>
                <a:ext cx="338760" cy="200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8F66701-4661-5190-1263-8256BD6ADF8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52184" y="5287176"/>
                  <a:ext cx="374400" cy="23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5053751-FD13-C032-463E-72FB0B48716C}"/>
              </a:ext>
            </a:extLst>
          </p:cNvPr>
          <p:cNvGrpSpPr/>
          <p:nvPr/>
        </p:nvGrpSpPr>
        <p:grpSpPr>
          <a:xfrm>
            <a:off x="2502504" y="4784976"/>
            <a:ext cx="929880" cy="240480"/>
            <a:chOff x="2502504" y="4784976"/>
            <a:chExt cx="92988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CC26572-D2D6-1FA8-72E0-B22215552841}"/>
                    </a:ext>
                  </a:extLst>
                </p14:cNvPr>
                <p14:cNvContentPartPr/>
                <p14:nvPr/>
              </p14:nvContentPartPr>
              <p14:xfrm>
                <a:off x="2502504" y="4853376"/>
                <a:ext cx="876600" cy="104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CC26572-D2D6-1FA8-72E0-B2221555284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84864" y="4835736"/>
                  <a:ext cx="9122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9AB59B1-728F-71CB-B8FE-1DD7B1ED8CFC}"/>
                    </a:ext>
                  </a:extLst>
                </p14:cNvPr>
                <p14:cNvContentPartPr/>
                <p14:nvPr/>
              </p14:nvContentPartPr>
              <p14:xfrm>
                <a:off x="3243744" y="4784976"/>
                <a:ext cx="188640" cy="240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9AB59B1-728F-71CB-B8FE-1DD7B1ED8CF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25744" y="4766976"/>
                  <a:ext cx="224280" cy="27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19A8D65-1096-06A9-9744-1CD806F24335}"/>
                  </a:ext>
                </a:extLst>
              </p14:cNvPr>
              <p14:cNvContentPartPr/>
              <p14:nvPr/>
            </p14:nvContentPartPr>
            <p14:xfrm>
              <a:off x="2397384" y="5498856"/>
              <a:ext cx="1077480" cy="2754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19A8D65-1096-06A9-9744-1CD806F2433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379744" y="5480856"/>
                <a:ext cx="1113120" cy="31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645C4404-DF43-BD5F-D5D7-68AAEAB08067}"/>
              </a:ext>
            </a:extLst>
          </p:cNvPr>
          <p:cNvGrpSpPr/>
          <p:nvPr/>
        </p:nvGrpSpPr>
        <p:grpSpPr>
          <a:xfrm>
            <a:off x="6272550" y="4833756"/>
            <a:ext cx="343800" cy="712800"/>
            <a:chOff x="5953824" y="4657176"/>
            <a:chExt cx="343800" cy="71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B719119-0167-3538-35FB-F62A0CE024BB}"/>
                    </a:ext>
                  </a:extLst>
                </p14:cNvPr>
                <p14:cNvContentPartPr/>
                <p14:nvPr/>
              </p14:nvContentPartPr>
              <p14:xfrm>
                <a:off x="5953824" y="4657176"/>
                <a:ext cx="343800" cy="472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B719119-0167-3538-35FB-F62A0CE024B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936184" y="4639176"/>
                  <a:ext cx="37944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337DE0C-F75A-8E40-6F5E-AFA11DC2CDEC}"/>
                    </a:ext>
                  </a:extLst>
                </p14:cNvPr>
                <p14:cNvContentPartPr/>
                <p14:nvPr/>
              </p14:nvContentPartPr>
              <p14:xfrm>
                <a:off x="6146424" y="5351976"/>
                <a:ext cx="21960" cy="18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337DE0C-F75A-8E40-6F5E-AFA11DC2CDE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128784" y="5334336"/>
                  <a:ext cx="5760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D8193DC-D13E-0E3B-9F84-E7E66E56B814}"/>
              </a:ext>
            </a:extLst>
          </p:cNvPr>
          <p:cNvGrpSpPr/>
          <p:nvPr/>
        </p:nvGrpSpPr>
        <p:grpSpPr>
          <a:xfrm>
            <a:off x="6976944" y="4602816"/>
            <a:ext cx="1492920" cy="1028160"/>
            <a:chOff x="6976944" y="4602816"/>
            <a:chExt cx="1492920" cy="102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DE5F9D8-9E46-2A89-B14A-6A38FC528E2D}"/>
                    </a:ext>
                  </a:extLst>
                </p14:cNvPr>
                <p14:cNvContentPartPr/>
                <p14:nvPr/>
              </p14:nvContentPartPr>
              <p14:xfrm>
                <a:off x="6976944" y="4602816"/>
                <a:ext cx="331200" cy="335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DE5F9D8-9E46-2A89-B14A-6A38FC528E2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58944" y="4584816"/>
                  <a:ext cx="366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1A66836-26F5-5D9E-1C95-D8C89E808594}"/>
                    </a:ext>
                  </a:extLst>
                </p14:cNvPr>
                <p14:cNvContentPartPr/>
                <p14:nvPr/>
              </p14:nvContentPartPr>
              <p14:xfrm>
                <a:off x="7362144" y="4759056"/>
                <a:ext cx="205560" cy="149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1A66836-26F5-5D9E-1C95-D8C89E80859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44504" y="4741416"/>
                  <a:ext cx="2412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0DD010B-B495-CB93-96EE-8563BE3F0E83}"/>
                    </a:ext>
                  </a:extLst>
                </p14:cNvPr>
                <p14:cNvContentPartPr/>
                <p14:nvPr/>
              </p14:nvContentPartPr>
              <p14:xfrm>
                <a:off x="7609464" y="4755816"/>
                <a:ext cx="169920" cy="163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0DD010B-B495-CB93-96EE-8563BE3F0E8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591824" y="4738176"/>
                  <a:ext cx="2055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F56EEDD-FA2F-EEDB-D4FB-25687127277C}"/>
                    </a:ext>
                  </a:extLst>
                </p14:cNvPr>
                <p14:cNvContentPartPr/>
                <p14:nvPr/>
              </p14:nvContentPartPr>
              <p14:xfrm>
                <a:off x="7615584" y="4610016"/>
                <a:ext cx="439920" cy="619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F56EEDD-FA2F-EEDB-D4FB-25687127277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97944" y="4592016"/>
                  <a:ext cx="475560" cy="65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B79E37D-F498-19F0-9035-C7AD06E53664}"/>
                    </a:ext>
                  </a:extLst>
                </p14:cNvPr>
                <p14:cNvContentPartPr/>
                <p14:nvPr/>
              </p14:nvContentPartPr>
              <p14:xfrm>
                <a:off x="7062624" y="5157216"/>
                <a:ext cx="248040" cy="326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B79E37D-F498-19F0-9035-C7AD06E5366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44984" y="5139216"/>
                  <a:ext cx="2836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5E8FAF8-9871-7E15-AF1D-65305EAE5579}"/>
                    </a:ext>
                  </a:extLst>
                </p14:cNvPr>
                <p14:cNvContentPartPr/>
                <p14:nvPr/>
              </p14:nvContentPartPr>
              <p14:xfrm>
                <a:off x="7371144" y="5337936"/>
                <a:ext cx="151200" cy="130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5E8FAF8-9871-7E15-AF1D-65305EAE557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353504" y="5320296"/>
                  <a:ext cx="1868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1AE4229-B82D-5D59-9A53-CA68A55FE81C}"/>
                    </a:ext>
                  </a:extLst>
                </p14:cNvPr>
                <p14:cNvContentPartPr/>
                <p14:nvPr/>
              </p14:nvContentPartPr>
              <p14:xfrm>
                <a:off x="7589664" y="5338656"/>
                <a:ext cx="177480" cy="130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1AE4229-B82D-5D59-9A53-CA68A55FE81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572024" y="5320656"/>
                  <a:ext cx="2131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9587DBB-6294-091C-3723-925E62A20227}"/>
                    </a:ext>
                  </a:extLst>
                </p14:cNvPr>
                <p14:cNvContentPartPr/>
                <p14:nvPr/>
              </p14:nvContentPartPr>
              <p14:xfrm>
                <a:off x="7735104" y="5153976"/>
                <a:ext cx="177120" cy="354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9587DBB-6294-091C-3723-925E62A2022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717464" y="5135976"/>
                  <a:ext cx="21276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2A1EEE9-4B61-634A-9BD6-806F014C5D97}"/>
                    </a:ext>
                  </a:extLst>
                </p14:cNvPr>
                <p14:cNvContentPartPr/>
                <p14:nvPr/>
              </p14:nvContentPartPr>
              <p14:xfrm>
                <a:off x="7974144" y="5330736"/>
                <a:ext cx="30960" cy="104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2A1EEE9-4B61-634A-9BD6-806F014C5D9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56144" y="5312736"/>
                  <a:ext cx="666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7C70401-CADD-7B25-C72D-7BD721382600}"/>
                    </a:ext>
                  </a:extLst>
                </p14:cNvPr>
                <p14:cNvContentPartPr/>
                <p14:nvPr/>
              </p14:nvContentPartPr>
              <p14:xfrm>
                <a:off x="7956504" y="5232096"/>
                <a:ext cx="5400" cy="14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7C70401-CADD-7B25-C72D-7BD72138260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938504" y="5214096"/>
                  <a:ext cx="410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7C1FF8F-A8BF-731E-5B36-57642CA47E4C}"/>
                    </a:ext>
                  </a:extLst>
                </p14:cNvPr>
                <p14:cNvContentPartPr/>
                <p14:nvPr/>
              </p14:nvContentPartPr>
              <p14:xfrm>
                <a:off x="8063064" y="5326416"/>
                <a:ext cx="115560" cy="136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7C1FF8F-A8BF-731E-5B36-57642CA47E4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045424" y="5308416"/>
                  <a:ext cx="1512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8A38D28-0F40-6A97-5ACC-ADD71684F50D}"/>
                    </a:ext>
                  </a:extLst>
                </p14:cNvPr>
                <p14:cNvContentPartPr/>
                <p14:nvPr/>
              </p14:nvContentPartPr>
              <p14:xfrm>
                <a:off x="8199504" y="5352696"/>
                <a:ext cx="117720" cy="122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8A38D28-0F40-6A97-5ACC-ADD71684F50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181504" y="5335056"/>
                  <a:ext cx="1533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2A00592-8BF7-566B-195E-410A7CB41FE9}"/>
                    </a:ext>
                  </a:extLst>
                </p14:cNvPr>
                <p14:cNvContentPartPr/>
                <p14:nvPr/>
              </p14:nvContentPartPr>
              <p14:xfrm>
                <a:off x="8204184" y="5176296"/>
                <a:ext cx="265680" cy="454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2A00592-8BF7-566B-195E-410A7CB41FE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186184" y="5158656"/>
                  <a:ext cx="301320" cy="490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F0B0CA1-5FF0-530E-BD48-C2EB8E9A82CE}"/>
              </a:ext>
            </a:extLst>
          </p:cNvPr>
          <p:cNvSpPr/>
          <p:nvPr/>
        </p:nvSpPr>
        <p:spPr>
          <a:xfrm>
            <a:off x="4673736" y="5382756"/>
            <a:ext cx="1471104" cy="10241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8FE74C-D6E6-A429-3A3E-88F200CB7208}"/>
              </a:ext>
            </a:extLst>
          </p:cNvPr>
          <p:cNvSpPr txBox="1"/>
          <p:nvPr/>
        </p:nvSpPr>
        <p:spPr>
          <a:xfrm>
            <a:off x="192024" y="925915"/>
            <a:ext cx="10213848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750"/>
              </a:spcBef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1950s-1970s: Early AI programs, such as chess-playing programs, emerged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30B62-E7FC-0811-4749-71DE810CE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1F0064-38F5-7446-C942-F7F6D4A06290}"/>
              </a:ext>
            </a:extLst>
          </p:cNvPr>
          <p:cNvSpPr txBox="1"/>
          <p:nvPr/>
        </p:nvSpPr>
        <p:spPr>
          <a:xfrm>
            <a:off x="137160" y="386419"/>
            <a:ext cx="1046073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1️. Initially were Rule-Based Systems or used symbolic reasoning (1950s–1980s)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Rule-based: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X, then Y.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Else Z.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were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expert systems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Think of them 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giant flowcharts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built by humans with hand-coded rules.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E.g.1: In healthcare sector, rule based system helps diagnose diseases by checking if symptoms match a list.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( fever,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blood_marker_number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&gt; 40,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rash_size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&gt; 20 mm):  then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skin_cancer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else:  no skin cancer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0EBAD3F-CE3C-1942-3C5A-ECECA185272A}"/>
              </a:ext>
            </a:extLst>
          </p:cNvPr>
          <p:cNvSpPr/>
          <p:nvPr/>
        </p:nvSpPr>
        <p:spPr>
          <a:xfrm>
            <a:off x="9601200" y="850392"/>
            <a:ext cx="1280160" cy="6766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Age&gt;50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9EC95A8-CA98-3196-5273-D714249FB580}"/>
              </a:ext>
            </a:extLst>
          </p:cNvPr>
          <p:cNvSpPr/>
          <p:nvPr/>
        </p:nvSpPr>
        <p:spPr>
          <a:xfrm>
            <a:off x="9029700" y="1743456"/>
            <a:ext cx="1124712" cy="6766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steps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97A8ED8-D851-C80D-7D2A-EE060DCEC25D}"/>
              </a:ext>
            </a:extLst>
          </p:cNvPr>
          <p:cNvSpPr/>
          <p:nvPr/>
        </p:nvSpPr>
        <p:spPr>
          <a:xfrm>
            <a:off x="10475976" y="1853184"/>
            <a:ext cx="1280160" cy="6766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Obsese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76B90C2-F1A7-0300-05F6-0511CA3FCBDC}"/>
              </a:ext>
            </a:extLst>
          </p:cNvPr>
          <p:cNvSpPr/>
          <p:nvPr/>
        </p:nvSpPr>
        <p:spPr>
          <a:xfrm>
            <a:off x="10124694" y="3319269"/>
            <a:ext cx="847344" cy="8595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100-200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A3945E-64B4-5A28-8B87-F7681BF810B5}"/>
              </a:ext>
            </a:extLst>
          </p:cNvPr>
          <p:cNvSpPr/>
          <p:nvPr/>
        </p:nvSpPr>
        <p:spPr>
          <a:xfrm>
            <a:off x="8915400" y="3319270"/>
            <a:ext cx="1124712" cy="5610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&lt;100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28FB72F-EDDD-6AA9-70ED-51E29F91FEC5}"/>
              </a:ext>
            </a:extLst>
          </p:cNvPr>
          <p:cNvSpPr/>
          <p:nvPr/>
        </p:nvSpPr>
        <p:spPr>
          <a:xfrm>
            <a:off x="11055096" y="3319269"/>
            <a:ext cx="1094232" cy="5610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&gt;200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1CFA32-0AF1-1F38-75A5-B022E70E42CF}"/>
              </a:ext>
            </a:extLst>
          </p:cNvPr>
          <p:cNvCxnSpPr>
            <a:cxnSpLocks/>
            <a:stCxn id="2" idx="3"/>
          </p:cNvCxnSpPr>
          <p:nvPr/>
        </p:nvCxnSpPr>
        <p:spPr>
          <a:xfrm flipH="1">
            <a:off x="9601200" y="1427954"/>
            <a:ext cx="187475" cy="2789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01DB83A-76FE-5AD2-6DAD-02D35A57FA13}"/>
              </a:ext>
            </a:extLst>
          </p:cNvPr>
          <p:cNvCxnSpPr>
            <a:cxnSpLocks/>
          </p:cNvCxnSpPr>
          <p:nvPr/>
        </p:nvCxnSpPr>
        <p:spPr>
          <a:xfrm>
            <a:off x="10867667" y="1477501"/>
            <a:ext cx="187429" cy="2293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3D33047-94CF-08C3-CA8C-099A6C38023C}"/>
              </a:ext>
            </a:extLst>
          </p:cNvPr>
          <p:cNvCxnSpPr>
            <a:cxnSpLocks/>
          </p:cNvCxnSpPr>
          <p:nvPr/>
        </p:nvCxnSpPr>
        <p:spPr>
          <a:xfrm flipH="1">
            <a:off x="9226296" y="2529840"/>
            <a:ext cx="201168" cy="6705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8BB8244-94BF-435F-F6AC-22E6DCA09FD4}"/>
              </a:ext>
            </a:extLst>
          </p:cNvPr>
          <p:cNvCxnSpPr>
            <a:cxnSpLocks/>
          </p:cNvCxnSpPr>
          <p:nvPr/>
        </p:nvCxnSpPr>
        <p:spPr>
          <a:xfrm>
            <a:off x="9967722" y="2429253"/>
            <a:ext cx="508254" cy="7802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991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1DDD6-2421-8E85-9AC3-BFEB8025E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2016A5-E122-1212-0479-03906860B24D}"/>
              </a:ext>
            </a:extLst>
          </p:cNvPr>
          <p:cNvSpPr txBox="1"/>
          <p:nvPr/>
        </p:nvSpPr>
        <p:spPr>
          <a:xfrm>
            <a:off x="128016" y="230971"/>
            <a:ext cx="1196035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can represent knowledge in the form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if–then rules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 1: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patient has fever AND cough THEN patient might have flu.</a:t>
            </a:r>
          </a:p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 2: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patient has fever AND body ache AND sore throat THEN patient might have flu.</a:t>
            </a:r>
          </a:p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 3: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patient has fever AND cough AND loss of smell THEN patient might have COVID-19.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Symbolic Reasoning Works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(facts): 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atient has fever and Patient has cough.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 1 matches → conclusion: "Patient might have flu."</a:t>
            </a:r>
          </a:p>
        </p:txBody>
      </p:sp>
    </p:spTree>
    <p:extLst>
      <p:ext uri="{BB962C8B-B14F-4D97-AF65-F5344CB8AC3E}">
        <p14:creationId xmlns:p14="http://schemas.microsoft.com/office/powerpoint/2010/main" val="2360999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DB841-27E6-7C1A-9A0B-DAFC2A743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983292-DE7B-F32F-16E5-AE8096216A03}"/>
              </a:ext>
            </a:extLst>
          </p:cNvPr>
          <p:cNvSpPr txBox="1"/>
          <p:nvPr/>
        </p:nvSpPr>
        <p:spPr>
          <a:xfrm>
            <a:off x="128016" y="230971"/>
            <a:ext cx="1196035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E.g.2: In the financial sector, rule-based system might flag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transaction as suspicious: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( transaction &gt; 30000,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transaction &gt;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max_amt_spent_till_today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transcation_time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=1AM, 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location=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DarkAlley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,):   then suspicious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else: not suspicious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systems apply predefined rules to transaction data to identify anomalies.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learning. No adaptation. Just rules.</a:t>
            </a:r>
          </a:p>
        </p:txBody>
      </p:sp>
    </p:spTree>
    <p:extLst>
      <p:ext uri="{BB962C8B-B14F-4D97-AF65-F5344CB8AC3E}">
        <p14:creationId xmlns:p14="http://schemas.microsoft.com/office/powerpoint/2010/main" val="1889114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BE80-9476-E2FB-0106-EA6B085C3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2D1F7A-7301-CD05-3A13-79F991920878}"/>
              </a:ext>
            </a:extLst>
          </p:cNvPr>
          <p:cNvSpPr txBox="1"/>
          <p:nvPr/>
        </p:nvSpPr>
        <p:spPr>
          <a:xfrm>
            <a:off x="128016" y="230971"/>
            <a:ext cx="1196035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2️. Machine Learning 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(1990s–2010s) 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“Don’t tell me the rules—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show me the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I’ll figure it out.”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Algorithms began learning from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patterns in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This was aka 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statistical learning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Milestones: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1990s-2000s: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development of more advanced ML algorithms, including support vector machines and decision trees.</a:t>
            </a:r>
          </a:p>
          <a:p>
            <a:pPr lvl="0"/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Spam filters that learn to block new types of spam based on examples.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Recommendation systems (like Amazon and Netflix)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626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5857E-2450-E021-43B9-77C1E9A32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56D49F-5F78-5264-AB40-8F0FA94ED575}"/>
              </a:ext>
            </a:extLst>
          </p:cNvPr>
          <p:cNvSpPr txBox="1"/>
          <p:nvPr/>
        </p:nvSpPr>
        <p:spPr>
          <a:xfrm>
            <a:off x="128016" y="230971"/>
            <a:ext cx="1196035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3️. Deep Learning  (2012–Now)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neural networks started outperforming humans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 recognition, speech,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more. Inspired by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neurons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 brain, with multiple layers (hence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learning).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Breakthroughs in convolutional neural networks (CNNs) and recurrent neural networks (RNNs) led to major advancements in image and speech recognition.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Self-driving cars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Facial recognition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Real-time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languag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499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7987C-E997-B003-4F1A-0C0C8FBA1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BC7108-C77B-96A6-B0A4-665394E2C08F}"/>
              </a:ext>
            </a:extLst>
          </p:cNvPr>
          <p:cNvSpPr txBox="1"/>
          <p:nvPr/>
        </p:nvSpPr>
        <p:spPr>
          <a:xfrm>
            <a:off x="128016" y="230971"/>
            <a:ext cx="1196035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4️. Generative AI  (2020s–Future)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“Now I can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learn, imagine, write, and make up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 things.”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models generate brand new content: text, art, code, music—even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deepfakes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ChatGPT writing stories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DALL·E creating images from words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MusicLM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generating songs in custom styles</a:t>
            </a:r>
          </a:p>
        </p:txBody>
      </p:sp>
    </p:spTree>
    <p:extLst>
      <p:ext uri="{BB962C8B-B14F-4D97-AF65-F5344CB8AC3E}">
        <p14:creationId xmlns:p14="http://schemas.microsoft.com/office/powerpoint/2010/main" val="2833844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E6E38-B71C-FD1A-02B5-63950E2BF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895955-BBFE-A62C-E1BB-FF43B53C7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623198"/>
              </p:ext>
            </p:extLst>
          </p:nvPr>
        </p:nvGraphicFramePr>
        <p:xfrm>
          <a:off x="490728" y="1266760"/>
          <a:ext cx="11286744" cy="42430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25040">
                  <a:extLst>
                    <a:ext uri="{9D8B030D-6E8A-4147-A177-3AD203B41FA5}">
                      <a16:colId xmlns:a16="http://schemas.microsoft.com/office/drawing/2014/main" val="3127728703"/>
                    </a:ext>
                  </a:extLst>
                </a:gridCol>
                <a:gridCol w="4785360">
                  <a:extLst>
                    <a:ext uri="{9D8B030D-6E8A-4147-A177-3AD203B41FA5}">
                      <a16:colId xmlns:a16="http://schemas.microsoft.com/office/drawing/2014/main" val="3278684195"/>
                    </a:ext>
                  </a:extLst>
                </a:gridCol>
                <a:gridCol w="4276344">
                  <a:extLst>
                    <a:ext uri="{9D8B030D-6E8A-4147-A177-3AD203B41FA5}">
                      <a16:colId xmlns:a16="http://schemas.microsoft.com/office/drawing/2014/main" val="471478567"/>
                    </a:ext>
                  </a:extLst>
                </a:gridCol>
              </a:tblGrid>
              <a:tr h="5325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Feature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Traditional AI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Generative AI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5862364"/>
                  </a:ext>
                </a:extLst>
              </a:tr>
              <a:tr h="471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Main Role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Predicts or classifies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Creates new content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04583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Learns From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structured data: tables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Massive unstructured data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 (text, images, audio)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82258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Output Type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Decisions, labels, scores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Text, images, code, music, videos, 3D models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67890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Examples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Spam filters, fraud detection, recommendation systems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ChatGPT, DALL·E, </a:t>
                      </a:r>
                      <a:r>
                        <a:rPr lang="en-US" sz="2400" dirty="0" err="1">
                          <a:effectLst/>
                        </a:rPr>
                        <a:t>MidJourney</a:t>
                      </a:r>
                      <a:r>
                        <a:rPr lang="en-US" sz="2400" dirty="0">
                          <a:effectLst/>
                        </a:rPr>
                        <a:t>, Sora, Gemini, </a:t>
                      </a:r>
                      <a:r>
                        <a:rPr lang="en-US" sz="2400" dirty="0" err="1">
                          <a:effectLst/>
                        </a:rPr>
                        <a:t>MusicLM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37664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Can't Do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Write a novel or paint a picture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Make a critical business decision based only on rules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80771394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13D94DE2-1C30-188E-B266-24D139D4E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28" y="295328"/>
            <a:ext cx="41915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Traditional AI vs. Generative AI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638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DBC76-F074-4D6A-9D12-4A6E235EF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4921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1122</TotalTime>
  <Words>724</Words>
  <Application>Microsoft Office PowerPoint</Application>
  <PresentationFormat>Widescreen</PresentationFormat>
  <Paragraphs>101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181</cp:revision>
  <dcterms:created xsi:type="dcterms:W3CDTF">2025-09-22T02:44:38Z</dcterms:created>
  <dcterms:modified xsi:type="dcterms:W3CDTF">2026-04-30T16:33:21Z</dcterms:modified>
</cp:coreProperties>
</file>