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handoutMasterIdLst>
    <p:handoutMasterId r:id="rId6"/>
  </p:handoutMasterIdLst>
  <p:sldIdLst>
    <p:sldId id="257" r:id="rId2"/>
    <p:sldId id="265" r:id="rId3"/>
    <p:sldId id="264" r:id="rId4"/>
    <p:sldId id="263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3/17/2026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AC39330-D607-1DCB-2ED2-6072CB347679}"/>
              </a:ext>
            </a:extLst>
          </p:cNvPr>
          <p:cNvSpPr txBox="1"/>
          <p:nvPr/>
        </p:nvSpPr>
        <p:spPr>
          <a:xfrm>
            <a:off x="420624" y="456522"/>
            <a:ext cx="105978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step1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9A308A-4E23-193E-3136-BCA0DCD35B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123" y="1617818"/>
            <a:ext cx="11307753" cy="413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29F29-B96A-6652-CA55-A253C8DAC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1C5E4C9C-8C58-97FD-89F4-C1033D501F05}"/>
              </a:ext>
            </a:extLst>
          </p:cNvPr>
          <p:cNvSpPr txBox="1"/>
          <p:nvPr/>
        </p:nvSpPr>
        <p:spPr>
          <a:xfrm>
            <a:off x="420624" y="456522"/>
            <a:ext cx="105978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step2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6B5BFFA-CB91-462F-4BAA-0439E5B238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74" y="1382607"/>
            <a:ext cx="8278380" cy="33246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5895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890D0-D9A8-9874-16A0-CBD4393B76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622968D3-FB45-7E40-C80B-3E5C7A484D50}"/>
              </a:ext>
            </a:extLst>
          </p:cNvPr>
          <p:cNvSpPr txBox="1"/>
          <p:nvPr/>
        </p:nvSpPr>
        <p:spPr>
          <a:xfrm>
            <a:off x="210312" y="456522"/>
            <a:ext cx="3913632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Output: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Slides have html code.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You can copy and paste them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FD47D6F-2468-9323-23BC-3C13DB6ECD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3306" y="132588"/>
            <a:ext cx="7214260" cy="6135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13333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DD08D1-3B49-04AF-5A08-D8A0AC409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5772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240</TotalTime>
  <Words>15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35</cp:revision>
  <dcterms:created xsi:type="dcterms:W3CDTF">2025-09-22T02:44:38Z</dcterms:created>
  <dcterms:modified xsi:type="dcterms:W3CDTF">2026-03-16T19:12:38Z</dcterms:modified>
</cp:coreProperties>
</file>