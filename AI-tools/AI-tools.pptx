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2"/>
    <p:sldId id="276" r:id="rId3"/>
    <p:sldId id="277" r:id="rId4"/>
    <p:sldId id="27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C6D4CE-250C-3D49-C538-E88BE14FE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757376"/>
            <a:ext cx="5460859" cy="56982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89D4C6-8124-4E09-8F77-E3E00F6B3945}"/>
              </a:ext>
            </a:extLst>
          </p:cNvPr>
          <p:cNvSpPr txBox="1"/>
          <p:nvPr/>
        </p:nvSpPr>
        <p:spPr>
          <a:xfrm>
            <a:off x="8732520" y="1929384"/>
            <a:ext cx="1747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internet</a:t>
            </a: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6D3DC-69C8-4D9E-6A83-9A16CFFC3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3AF873-0C42-E444-7A98-17B03F138986}"/>
              </a:ext>
            </a:extLst>
          </p:cNvPr>
          <p:cNvSpPr txBox="1"/>
          <p:nvPr/>
        </p:nvSpPr>
        <p:spPr>
          <a:xfrm>
            <a:off x="8732520" y="1929384"/>
            <a:ext cx="1747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Source : internet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01229-765B-3D64-AE3B-D372CD32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82863"/>
            <a:ext cx="5379885" cy="6204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7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1431</TotalTime>
  <Words>14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200</cp:revision>
  <dcterms:created xsi:type="dcterms:W3CDTF">2025-09-22T02:44:38Z</dcterms:created>
  <dcterms:modified xsi:type="dcterms:W3CDTF">2026-04-07T05:30:06Z</dcterms:modified>
</cp:coreProperties>
</file>