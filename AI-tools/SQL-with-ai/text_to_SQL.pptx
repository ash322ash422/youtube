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75" r:id="rId4"/>
    <p:sldId id="278" r:id="rId5"/>
    <p:sldId id="279" r:id="rId6"/>
    <p:sldId id="280" r:id="rId7"/>
    <p:sldId id="277" r:id="rId8"/>
    <p:sldId id="282" r:id="rId9"/>
    <p:sldId id="281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Paste the schema (table creating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DDl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624BF-094B-ECBF-0BE5-BDF43360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91" y="1214335"/>
            <a:ext cx="7792537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D96F52-B7B5-7C8C-0AE4-12BC3CDB1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44" y="1444752"/>
            <a:ext cx="9379840" cy="331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1CB1-0DFC-83B3-63C1-C35BBE42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CE628-75D2-12D3-F8E1-5AF423E4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284" y="1417320"/>
            <a:ext cx="8766952" cy="31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74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5D2B-4DCB-AA27-2BD9-5A87C9672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99B668-7CE4-F8D4-279C-FDA83D136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11" y="1453896"/>
            <a:ext cx="8775645" cy="332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581C-5818-575B-A77C-2B698853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9FA624-65BC-7778-4AC4-E55D1EE4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13" y="1591056"/>
            <a:ext cx="9709919" cy="327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8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28BF-0D5A-DAE1-75D5-87341D0F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77250B-D064-67CD-83B2-CE7D6B8B8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98" y="1133856"/>
            <a:ext cx="9989719" cy="400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46C1-2FC3-FA67-56D1-E41CBD76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603026-0F85-B076-1B19-87FCE16BC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72" y="896112"/>
            <a:ext cx="9344351" cy="419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92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95DE-B1E4-1010-D508-B55A82198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6BABD6-7514-A3AC-FF93-B6514E1E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08" y="173737"/>
            <a:ext cx="9954650" cy="3039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42953C-6A38-36D6-A0D0-CD2CCBF8C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703" y="2683110"/>
            <a:ext cx="8695189" cy="400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9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3A119-92B7-9E9E-65B5-8ABBEEB5E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A939F6-1E19-AC0A-EE92-9CB8010F55EF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09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1141</TotalTime>
  <Words>15</Words>
  <Application>Microsoft Office PowerPoint</Application>
  <PresentationFormat>Widescreen</PresentationFormat>
  <Paragraphs>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200</cp:revision>
  <dcterms:created xsi:type="dcterms:W3CDTF">2025-09-22T02:44:38Z</dcterms:created>
  <dcterms:modified xsi:type="dcterms:W3CDTF">2026-05-05T17:36:06Z</dcterms:modified>
</cp:coreProperties>
</file>