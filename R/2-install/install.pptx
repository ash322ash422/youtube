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4"/>
  </p:handoutMasterIdLst>
  <p:sldIdLst>
    <p:sldId id="257" r:id="rId2"/>
    <p:sldId id="28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D52A91-7272-506D-A00C-BA1E3DEAFE2B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Install R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98C2D-73AC-89B5-81CF-EA3F6CE84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7F39AB-6789-1CE8-2F1B-BF6139C434B4}"/>
              </a:ext>
            </a:extLst>
          </p:cNvPr>
          <p:cNvSpPr txBox="1"/>
          <p:nvPr/>
        </p:nvSpPr>
        <p:spPr>
          <a:xfrm>
            <a:off x="704088" y="740664"/>
            <a:ext cx="10780776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Install R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 CRAN -&gt; Download R for Windows -&gt; Base -&gt; Download Windows Version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download, perform installation and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keep default options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Install RStudio 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Install RStudio -&gt; Download RStudio Desktop 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default options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Start -&gt; RStudio -&gt; Please select version of R that is installed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525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1574</TotalTime>
  <Words>55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141</cp:revision>
  <dcterms:created xsi:type="dcterms:W3CDTF">2025-09-22T02:44:38Z</dcterms:created>
  <dcterms:modified xsi:type="dcterms:W3CDTF">2026-02-13T18:00:44Z</dcterms:modified>
</cp:coreProperties>
</file>