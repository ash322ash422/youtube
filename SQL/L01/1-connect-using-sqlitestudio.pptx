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2" r:id="rId3"/>
    <p:sldId id="270" r:id="rId4"/>
    <p:sldId id="273" r:id="rId5"/>
    <p:sldId id="274" r:id="rId6"/>
    <p:sldId id="271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>
        <p:scale>
          <a:sx n="110" d="100"/>
          <a:sy n="110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studio.pl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91B81-F093-8D97-50DB-968B402FEA28}"/>
              </a:ext>
            </a:extLst>
          </p:cNvPr>
          <p:cNvSpPr txBox="1"/>
          <p:nvPr/>
        </p:nvSpPr>
        <p:spPr>
          <a:xfrm>
            <a:off x="1123950" y="1495425"/>
            <a:ext cx="10229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Database using SQLite studio 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DC36-C285-6760-B9BE-E20C41A0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52E200-BA10-AFC7-2095-02A1D7109493}"/>
              </a:ext>
            </a:extLst>
          </p:cNvPr>
          <p:cNvSpPr txBox="1"/>
          <p:nvPr/>
        </p:nvSpPr>
        <p:spPr>
          <a:xfrm>
            <a:off x="217713" y="1303836"/>
            <a:ext cx="1183494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Through SQLite Studio GUI. This can be downloaded from  </a:t>
            </a:r>
            <a:r>
              <a:rPr lang="en-US" sz="2800" u="sng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https://sqlitestudio.pl/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tool allows us to add a DB, connect to DB, create tables, add records and many other SQL related operations.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add DB via GUI: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 -&gt; Click Browse on File -&gt; Choose a folder -&gt; Type the name of DB there, say 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market. 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right click on 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DB and 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connect to the Database. 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create table in 2 ways:</a:t>
            </a:r>
          </a:p>
        </p:txBody>
      </p:sp>
    </p:spTree>
    <p:extLst>
      <p:ext uri="{BB962C8B-B14F-4D97-AF65-F5344CB8AC3E}">
        <p14:creationId xmlns:p14="http://schemas.microsoft.com/office/powerpoint/2010/main" val="246551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6F43-6030-CA79-8E78-6CABFB2AD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5F4617-F142-1A9A-F1F4-BABEECF1930B}"/>
              </a:ext>
            </a:extLst>
          </p:cNvPr>
          <p:cNvSpPr txBox="1"/>
          <p:nvPr/>
        </p:nvSpPr>
        <p:spPr>
          <a:xfrm>
            <a:off x="1123950" y="1190079"/>
            <a:ext cx="1022984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1.1) Right click on table and 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table.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Enter following: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 name: Fruits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 name: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FruitID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; Data type: Integer;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Contraint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Primary Key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 name: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FruitName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; Data Type: Text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Commit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AC3E-CAF7-5684-41EA-7D0434E1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6ED1CB-9238-B1EB-1BB1-598B355E9CFC}"/>
              </a:ext>
            </a:extLst>
          </p:cNvPr>
          <p:cNvSpPr txBox="1"/>
          <p:nvPr/>
        </p:nvSpPr>
        <p:spPr>
          <a:xfrm>
            <a:off x="1123950" y="1190079"/>
            <a:ext cx="102298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 Following 2 fruits: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(1, ‘Grapes’)</a:t>
            </a:r>
          </a:p>
          <a:p>
            <a:b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(2, ‘Orange’)</a:t>
            </a:r>
          </a:p>
          <a:p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 Commit.</a:t>
            </a:r>
            <a:b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913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8141-31CB-C7B9-ED15-BF29DF0B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E0AC7F-D637-C58F-E709-429356407A15}"/>
              </a:ext>
            </a:extLst>
          </p:cNvPr>
          <p:cNvSpPr txBox="1"/>
          <p:nvPr/>
        </p:nvSpPr>
        <p:spPr>
          <a:xfrm>
            <a:off x="1123950" y="1190079"/>
            <a:ext cx="102298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Delete the table: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Right click on table and select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Delete the table</a:t>
            </a:r>
          </a:p>
        </p:txBody>
      </p:sp>
    </p:spTree>
    <p:extLst>
      <p:ext uri="{BB962C8B-B14F-4D97-AF65-F5344CB8AC3E}">
        <p14:creationId xmlns:p14="http://schemas.microsoft.com/office/powerpoint/2010/main" val="423664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24EB-488C-CACF-A2C1-0E90E13A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2DAACA-DBBE-F2F8-DA19-1F7F19757E37}"/>
              </a:ext>
            </a:extLst>
          </p:cNvPr>
          <p:cNvSpPr txBox="1"/>
          <p:nvPr/>
        </p:nvSpPr>
        <p:spPr>
          <a:xfrm>
            <a:off x="435429" y="446856"/>
            <a:ext cx="114169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1.2) In SQLite Studio, go to Tools -&gt; Open SQL editor. This opens the SQL editor where you can enter following SQL command: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CREATE TABLE Fruits (</a:t>
            </a: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FruitID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INTEGER PRIMARY KEY,</a:t>
            </a: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FruitName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TEXT );</a:t>
            </a: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INSERT INTO Fruits (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FruitID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FruitName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 VALUES</a:t>
            </a: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(1, 'Grapes'),</a:t>
            </a: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(2, 'Orange’);</a:t>
            </a:r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 * FROM Fruits;</a:t>
            </a:r>
          </a:p>
        </p:txBody>
      </p:sp>
    </p:spTree>
    <p:extLst>
      <p:ext uri="{BB962C8B-B14F-4D97-AF65-F5344CB8AC3E}">
        <p14:creationId xmlns:p14="http://schemas.microsoft.com/office/powerpoint/2010/main" val="349790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33C28A-BA9E-5FE4-F6F2-7ED59DDE7E9A}"/>
              </a:ext>
            </a:extLst>
          </p:cNvPr>
          <p:cNvSpPr txBox="1"/>
          <p:nvPr/>
        </p:nvSpPr>
        <p:spPr>
          <a:xfrm>
            <a:off x="3371850" y="406308"/>
            <a:ext cx="13655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290</TotalTime>
  <Words>244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75</cp:revision>
  <dcterms:created xsi:type="dcterms:W3CDTF">2025-09-22T02:44:38Z</dcterms:created>
  <dcterms:modified xsi:type="dcterms:W3CDTF">2026-01-10T19:30:05Z</dcterms:modified>
</cp:coreProperties>
</file>