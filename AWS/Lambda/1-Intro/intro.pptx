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7" r:id="rId2"/>
    <p:sldId id="260" r:id="rId3"/>
    <p:sldId id="266" r:id="rId4"/>
    <p:sldId id="261" r:id="rId5"/>
    <p:sldId id="262" r:id="rId6"/>
    <p:sldId id="263" r:id="rId7"/>
    <p:sldId id="264" r:id="rId8"/>
    <p:sldId id="265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8F56-9D65-2B99-811C-89C16455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70CD5-D618-593B-0633-3833D7D60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30" y="1423035"/>
            <a:ext cx="9686837" cy="5349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83D54C-DD1F-CF6D-A149-4B1C293A8714}"/>
              </a:ext>
            </a:extLst>
          </p:cNvPr>
          <p:cNvSpPr txBox="1"/>
          <p:nvPr/>
        </p:nvSpPr>
        <p:spPr>
          <a:xfrm>
            <a:off x="356616" y="85725"/>
            <a:ext cx="10579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 is a secure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on-demand event-driven compute service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scales as needed and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billed only for  what is used</a:t>
            </a:r>
          </a:p>
        </p:txBody>
      </p:sp>
    </p:spTree>
    <p:extLst>
      <p:ext uri="{BB962C8B-B14F-4D97-AF65-F5344CB8AC3E}">
        <p14:creationId xmlns:p14="http://schemas.microsoft.com/office/powerpoint/2010/main" val="296625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A786-665B-FC46-FC39-5966C90A3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4163C1-45D5-4F19-3CE4-D297255CD4D5}"/>
              </a:ext>
            </a:extLst>
          </p:cNvPr>
          <p:cNvSpPr txBox="1"/>
          <p:nvPr/>
        </p:nvSpPr>
        <p:spPr>
          <a:xfrm>
            <a:off x="356616" y="85725"/>
            <a:ext cx="776325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manage servers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only upload code, and AWS runs it when needed.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Idea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Event → Lambda Function → Response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events: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 request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 uploaded to S3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Scheduled job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Lambda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event-driven computing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46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21B9-9505-7B8D-ACDB-EF6E71B2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CE9AD7-DEFB-2517-9E1A-4180551D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35" y="1733931"/>
            <a:ext cx="10922347" cy="5038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1A6B9E-AB74-9BD6-914F-E362515BE358}"/>
              </a:ext>
            </a:extLst>
          </p:cNvPr>
          <p:cNvSpPr txBox="1"/>
          <p:nvPr/>
        </p:nvSpPr>
        <p:spPr>
          <a:xfrm>
            <a:off x="3028950" y="8572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</a:p>
        </p:txBody>
      </p:sp>
    </p:spTree>
    <p:extLst>
      <p:ext uri="{BB962C8B-B14F-4D97-AF65-F5344CB8AC3E}">
        <p14:creationId xmlns:p14="http://schemas.microsoft.com/office/powerpoint/2010/main" val="4034258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129F-CFA4-289D-8DBE-6C49E6F6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0EE5D-D4DE-6A22-9920-FAB1FCF37065}"/>
              </a:ext>
            </a:extLst>
          </p:cNvPr>
          <p:cNvSpPr txBox="1"/>
          <p:nvPr/>
        </p:nvSpPr>
        <p:spPr>
          <a:xfrm>
            <a:off x="3028950" y="8572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4A617C-A8BC-5C95-AABD-4DA32D058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481" y="1604665"/>
            <a:ext cx="10316046" cy="519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1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F0462-A60E-67F1-708D-1778EC7E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754F31-98B1-81A1-2BD2-38C404A51671}"/>
              </a:ext>
            </a:extLst>
          </p:cNvPr>
          <p:cNvSpPr txBox="1"/>
          <p:nvPr/>
        </p:nvSpPr>
        <p:spPr>
          <a:xfrm>
            <a:off x="3028950" y="8572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A5352-DB8C-21A1-B52D-25F630AD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351" y="2724912"/>
            <a:ext cx="10384323" cy="394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61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D8079-BD12-2DFB-A7DC-9166987E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B9AC1B-1C7A-C85B-012C-6C5CFC2EF357}"/>
              </a:ext>
            </a:extLst>
          </p:cNvPr>
          <p:cNvSpPr txBox="1"/>
          <p:nvPr/>
        </p:nvSpPr>
        <p:spPr>
          <a:xfrm>
            <a:off x="3028950" y="8572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1BD58D-214C-36E5-249B-A6C65214C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69" y="3180308"/>
            <a:ext cx="10265195" cy="359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3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E9FE-C539-2258-54B6-B9685458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0A5723-79C4-20DB-AF9E-E88F7E07BB71}"/>
              </a:ext>
            </a:extLst>
          </p:cNvPr>
          <p:cNvSpPr txBox="1"/>
          <p:nvPr/>
        </p:nvSpPr>
        <p:spPr>
          <a:xfrm>
            <a:off x="3028950" y="8572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Lambda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C1595-94EF-32E5-EB9E-4E7AE2D7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12" y="3232297"/>
            <a:ext cx="10042581" cy="33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4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67</TotalTime>
  <Words>92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</cp:revision>
  <dcterms:created xsi:type="dcterms:W3CDTF">2025-09-22T02:44:38Z</dcterms:created>
  <dcterms:modified xsi:type="dcterms:W3CDTF">2026-03-17T02:37:34Z</dcterms:modified>
</cp:coreProperties>
</file>