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4"/>
  </p:handoutMasterIdLst>
  <p:sldIdLst>
    <p:sldId id="257" r:id="rId2"/>
    <p:sldId id="266" r:id="rId3"/>
    <p:sldId id="267" r:id="rId4"/>
    <p:sldId id="268" r:id="rId5"/>
    <p:sldId id="269" r:id="rId6"/>
    <p:sldId id="284" r:id="rId7"/>
    <p:sldId id="280" r:id="rId8"/>
    <p:sldId id="279" r:id="rId9"/>
    <p:sldId id="270" r:id="rId10"/>
    <p:sldId id="271" r:id="rId11"/>
    <p:sldId id="285" r:id="rId12"/>
    <p:sldId id="272" r:id="rId13"/>
    <p:sldId id="281" r:id="rId14"/>
    <p:sldId id="282" r:id="rId15"/>
    <p:sldId id="273" r:id="rId16"/>
    <p:sldId id="283" r:id="rId17"/>
    <p:sldId id="274" r:id="rId18"/>
    <p:sldId id="276" r:id="rId19"/>
    <p:sldId id="277" r:id="rId20"/>
    <p:sldId id="275" r:id="rId21"/>
    <p:sldId id="278" r:id="rId22"/>
    <p:sldId id="25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6:57:25.04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1 342 24575,'0'38'0,"6"138"0,-4-155 0,2 0 0,0 0 0,2 0 0,0 0 0,1-1 0,11 23 0,-17-41 0,0 0 0,0 0 0,0 0 0,0 0 0,0-1 0,0 1 0,1 0 0,-1-1 0,0 1 0,1-1 0,0 1 0,-1-1 0,1 0 0,0 0 0,-1 1 0,1-1 0,0 0 0,0-1 0,0 1 0,0 0 0,0-1 0,0 1 0,0-1 0,0 1 0,0-1 0,0 0 0,1 0 0,-1 0 0,0 0 0,4-1 0,3-2 0,1 0 0,0-1 0,-1 0 0,0 0 0,13-9 0,-9 5 0,571-398 0,-426 287 0,81-72-1365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7:00:18.3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1 370 24575,'4'0'0,"1"0"0,-1 0 0,1 0 0,-1 1 0,1 0 0,-1 0 0,0 0 0,1 0 0,-1 1 0,0 0 0,0 0 0,0 0 0,0 0 0,0 0 0,0 1 0,-1 0 0,5 4 0,-1 1 0,-1 1 0,0 0 0,0 0 0,-1 0 0,7 16 0,10 19 0,-21-41 0,0-1 0,1 0 0,-1 1 0,1-1 0,-1 0 0,1 0 0,0 0 0,0 0 0,0 0 0,0-1 0,0 1 0,0 0 0,0-1 0,1 0 0,-1 1 0,0-1 0,1 0 0,-1 0 0,1 0 0,0-1 0,-1 1 0,1-1 0,0 1 0,-1-1 0,1 0 0,0 0 0,-1 0 0,1 0 0,0 0 0,-1-1 0,1 0 0,0 1 0,-1-1 0,5-2 0,6-3 0,0-1 0,-1-1 0,1 0 0,-2 0 0,15-13 0,-17 13 0,65-53 0,313-249 0,-251 203-1365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7:00:19.9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1 305 24575,'3'1'0,"1"0"0,-1 0 0,0 1 0,1-1 0,-1 1 0,0-1 0,0 1 0,0 0 0,0 0 0,0 0 0,0 1 0,-1-1 0,1 1 0,-1-1 0,0 1 0,1 0 0,-1 0 0,0 0 0,-1 0 0,4 6 0,1 4 0,1 1 0,-1 0 0,6 24 0,-8-19 0,-2-9 0,0-1 0,0 0 0,1-1 0,7 18 0,-9-25 0,-1 1 0,1-1 0,0 1 0,0-1 0,0 0 0,0 1 0,0-1 0,1 0 0,-1 0 0,0 0 0,0 0 0,1 0 0,-1 0 0,1 0 0,-1-1 0,1 1 0,-1 0 0,1-1 0,-1 1 0,1-1 0,-1 0 0,1 1 0,0-1 0,-1 0 0,1 0 0,0 0 0,-1 0 0,1 0 0,0 0 0,-1-1 0,1 1 0,-1 0 0,3-2 0,6-2 0,0-1 0,-1 0 0,1 0 0,-2-1 0,1 0 0,0 0 0,13-14 0,54-65 0,-34 37 0,242-246-1365,-231 244-5461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7:00:21.33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0 166 24575,'2'0'0,"-1"1"0,0 0 0,1 0 0,-1 0 0,0 0 0,0 1 0,0-1 0,0 0 0,0 0 0,0 1 0,0-1 0,0 0 0,-1 1 0,1-1 0,0 1 0,-1-1 0,1 1 0,0 2 0,1 3 0,24 58 0,31 115 0,-48-146 0,-8-30 0,0 0 0,0 0 0,1-1 0,-1 1 0,1 0 0,-1 0 0,1-1 0,0 1 0,1-1 0,-1 0 0,1 0 0,-1 0 0,1 0 0,0 0 0,0 0 0,6 3 0,-5-4 0,0-1 0,-1 0 0,1 0 0,0 0 0,0-1 0,0 0 0,0 1 0,0-1 0,0-1 0,0 1 0,-1 0 0,1-1 0,0 0 0,0 0 0,0 0 0,-1 0 0,1-1 0,4-2 0,43-21 0,-1-1 0,72-53 0,-30 18 0,92-47-682,212-90-1,-315 161-6143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7:04:45.5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2 238 24575,'-1'65'0,"3"69"0,-3-133 0,1 0 0,0-1 0,0 1 0,0 0 0,0 0 0,0 0 0,0-1 0,0 1 0,0 0 0,0 0 0,0 0 0,0 0 0,1-1 0,-1 1 0,0 0 0,1 0 0,-1-1 0,0 1 0,1 0 0,-1-1 0,1 1 0,-1 0 0,1-1 0,-1 1 0,1-1 0,0 1 0,-1-1 0,1 1 0,0-1 0,-1 1 0,1-1 0,0 0 0,0 1 0,-1-1 0,1 0 0,0 1 0,0-1 0,0 0 0,-1 0 0,1 0 0,0 0 0,0 0 0,0 0 0,-1 0 0,1 0 0,0 0 0,0 0 0,0-1 0,-1 1 0,1 0 0,0 0 0,1-2 0,41-29 0,-34 24 0,378-288-153,-275 213-1059,-56 40-5614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7:04:47.18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1 596 24575,'2'1'0,"0"0"0,0-1 0,-1 1 0,1 0 0,0 0 0,0 0 0,-1 0 0,1 0 0,-1 0 0,1 0 0,-1 1 0,1-1 0,-1 0 0,0 1 0,0-1 0,1 1 0,0 1 0,18 31 0,10 35 0,-25-53 0,1-1 0,1 0 0,0 0 0,1-1 0,18 25 0,-25-37 0,1 0 0,0-1 0,-1 1 0,1-1 0,0 0 0,0 0 0,0 1 0,0-1 0,0 0 0,0-1 0,0 1 0,0 0 0,0-1 0,0 1 0,1-1 0,-1 1 0,0-1 0,0 0 0,0 0 0,1 0 0,-1 0 0,0-1 0,0 1 0,0 0 0,4-2 0,4-2 0,0 0 0,-1 0 0,0-1 0,12-8 0,-13 8 0,257-195 0,-132 93 0,213-146 132,-45 34-1629,-254 184-5329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7:14:11.1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0 271 24575,'4'5'0,"-1"0"0,1 1 0,-1-1 0,-1 1 0,1-1 0,-1 1 0,0 0 0,2 9 0,-2-7 0,0 0 0,1-1 0,0 1 0,0-1 0,7 10 0,-9-15 0,0-1 0,0 0 0,0 1 0,0-1 0,1 0 0,-1 0 0,1 0 0,-1 0 0,1 0 0,-1 0 0,1 0 0,-1 0 0,1-1 0,0 1 0,-1-1 0,1 1 0,0-1 0,0 1 0,-1-1 0,1 0 0,0 0 0,0 0 0,-1 0 0,1 0 0,0 0 0,0-1 0,0 1 0,2-1 0,13-6 0,-1-1 0,0 0 0,0-2 0,-1 1 0,0-2 0,0 0 0,18-19 0,6-2 0,311-222-1365,-318 234-5461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7:14:14.4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29 24575,'1'-1'0,"-1"0"0,1 0 0,0 1 0,0-1 0,0 0 0,-1 1 0,1-1 0,0 1 0,0-1 0,0 1 0,0-1 0,0 1 0,0-1 0,0 1 0,0 0 0,0 0 0,0-1 0,1 1 0,-1 0 0,0 0 0,0 0 0,0 0 0,0 1 0,0-1 0,0 0 0,1 1 0,0 0 0,1 0 0,-1 0 0,-1 0 0,1 1 0,0-1 0,0 1 0,0 0 0,-1-1 0,1 1 0,-1 0 0,3 3 0,3 8 0,0 0 0,-1 0 0,5 17 0,-7-21 0,16 57 0,-16-50 0,0 0 0,2-1 0,-1 1 0,2-1 0,0 0 0,1-1 0,10 16 0,-15-27 0,-1-1 0,1 0 0,-1 0 0,1 0 0,0 0 0,0 0 0,0-1 0,0 1 0,0-1 0,0 0 0,0 0 0,0 0 0,1 0 0,-1 0 0,0-1 0,1 0 0,-1 1 0,0-1 0,1 0 0,-1-1 0,0 1 0,1-1 0,-1 1 0,0-1 0,6-2 0,8-4 0,0 1 0,-1-2 0,26-16 0,-19 11 0,431-244-1365,-407 231-5461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7:14:17.1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1 446 24575,'2'2'0,"1"-1"0,0 1 0,-1 0 0,1 0 0,-1 0 0,1 0 0,-1 0 0,0 0 0,0 1 0,0-1 0,0 1 0,0 0 0,-1-1 0,1 1 0,-1 0 0,0 0 0,2 4 0,2 3 0,4 6 0,0 0 0,1 0 0,25 28 0,-32-41 0,-1 0 0,1 0 0,0 0 0,0-1 0,0 1 0,1-1 0,-1 1 0,1-1 0,-1 0 0,1-1 0,-1 1 0,1 0 0,0-1 0,0 0 0,0 0 0,0 0 0,0 0 0,0-1 0,0 0 0,0 0 0,0 0 0,0 0 0,0 0 0,8-3 0,3-3 0,0-1 0,0 0 0,0-1 0,-1-1 0,24-19 0,63-63 0,-51 44 0,229-176 0,-120 102 0,-89 62-1365,-46 39-5461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7:14:20.6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1 338 24575,'0'13'0,"0"0"0,1 0 0,1-1 0,0 1 0,0 0 0,1-1 0,1 0 0,9 21 0,-11-29 0,0 0 0,1 0 0,-1 0 0,1-1 0,0 1 0,0-1 0,0 0 0,0 0 0,1 0 0,-1 0 0,1 0 0,0-1 0,0 0 0,0 1 0,0-1 0,0-1 0,0 1 0,0-1 0,1 1 0,-1-1 0,1-1 0,-1 1 0,0-1 0,1 1 0,-1-1 0,1 0 0,8-2 0,1-1 0,1 0 0,-2 0 0,1-2 0,0 0 0,-1 0 0,21-13 0,74-52 0,-83 53 0,487-318 0,-453 298-1365,-18 9-5461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7:17:11.1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1 383 24575,'2'-1'0,"-1"0"0,1-1 0,0 1 0,0 0 0,0 0 0,1 0 0,-1 0 0,0 1 0,0-1 0,0 0 0,1 1 0,-1 0 0,0-1 0,0 1 0,1 0 0,-1 0 0,0 0 0,0 1 0,1-1 0,-1 1 0,0-1 0,0 1 0,1-1 0,-1 1 0,0 0 0,0 0 0,0 0 0,0 1 0,3 1 0,5 4 0,1 0 0,-1 1 0,16 15 0,13 19 0,-31-31 0,1-1 0,0-1 0,1 1 0,0-1 0,23 14 0,-29-20 0,1-1 0,0 0 0,-1-1 0,1 1 0,0-1 0,0 0 0,0 0 0,0-1 0,0 1 0,1-1 0,-1 0 0,0-1 0,0 1 0,0-1 0,0 0 0,0 0 0,0-1 0,0 1 0,-1-1 0,7-3 0,13-7 0,-1-2 0,-1 0 0,0-1 0,-1-1 0,0-1 0,26-29 0,102-129 0,-144 169 0,114-161-1365,-81 107-5461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7:17:12.1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1 765 24575,'0'-1'0,"0"1"0,0-1 0,0 1 0,1-1 0,-1 1 0,0 0 0,1-1 0,-1 1 0,0-1 0,1 1 0,-1 0 0,1-1 0,-1 1 0,1 0 0,-1 0 0,0-1 0,1 1 0,-1 0 0,1 0 0,-1-1 0,1 1 0,-1 0 0,1 0 0,0 0 0,-1 0 0,1 0 0,-1 0 0,1 0 0,-1 0 0,1 0 0,-1 0 0,1 0 0,-1 0 0,1 1 0,-1-1 0,1 0 0,-1 0 0,1 0 0,-1 1 0,1-1 0,-1 0 0,0 1 0,1-1 0,-1 0 0,1 1 0,24 13 0,6 26 0,-27-34 0,-1 0 0,1-1 0,0 0 0,1 0 0,9 9 0,-12-13 0,0 1 0,1-1 0,-1 1 0,1-1 0,-1 0 0,1 0 0,0 0 0,-1-1 0,1 1 0,0-1 0,0 1 0,-1-1 0,1 0 0,0 0 0,0 0 0,0 0 0,-1-1 0,5 0 0,9-3 0,-1 0 0,0-1 0,0-1 0,0 0 0,25-16 0,66-53 0,-80 56 0,564-461 25,-341 270-1415,-207 175-5436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7:17:13.6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0 346 24575,'4'1'0,"0"-1"0,-1 1 0,1 0 0,-1 0 0,1 1 0,-1-1 0,1 1 0,-1 0 0,0 0 0,0 0 0,0 0 0,0 0 0,0 1 0,0-1 0,-1 1 0,3 3 0,38 52 0,-38-50 0,27 53 0,-26-48 0,0 0 0,1-1 0,0 0 0,1 0 0,14 16 0,-19-25 0,0-1 0,0 1 0,1-1 0,-1 0 0,1 0 0,0-1 0,-1 1 0,1-1 0,0 0 0,0 0 0,0 0 0,0 0 0,0 0 0,0-1 0,0 0 0,0 0 0,0 0 0,0-1 0,0 1 0,0-1 0,0 0 0,0 0 0,7-3 0,10-4 0,-1-1 0,0 0 0,22-15 0,-24 14 0,469-328-53,-322 214-1259,-43 35-5514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7:22:06.36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0 256 24575,'2'27'0,"1"0"0,1-1 0,1 1 0,1-1 0,14 36 0,-20-59 0,1-1 0,-1 0 0,1 0 0,0 1 0,0-1 0,0 0 0,0 0 0,0 0 0,1 0 0,-1 0 0,1-1 0,-1 1 0,1 0 0,0 0 0,-1-1 0,1 1 0,0-1 0,0 0 0,4 2 0,-4-2 0,-1-1 0,1 0 0,0 0 0,0 0 0,0 0 0,0 0 0,0 0 0,0-1 0,0 1 0,0-1 0,0 1 0,0-1 0,0 0 0,0 0 0,-1 1 0,1-1 0,0-1 0,2 0 0,8-9 0,0 0 0,0 0 0,-1-1 0,15-21 0,-16 19 0,88-111 9,81-98-1383,-143 182-5452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7:22:07.6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0 224 24575,'5'0'0,"9"9"0,3 11 0,3 16 0,-2 5 0,-5 5 0,1-1 0,6-9 0,4-23 0,7-31 0,6-25 0,6-27 0,4-11 0,-1 1 0,-5 5 0,-4 14 0,-9 19-8191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7:22:08.8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1 467 24575,'22'60'0,"-19"-50"0,0 1 0,1-1 0,0 0 0,1 0 0,0-1 0,9 14 0,-13-21 0,0-1 0,0 0 0,1 1 0,-1-1 0,0 0 0,1 0 0,-1 0 0,1 0 0,-1 0 0,1 0 0,-1 0 0,1-1 0,0 1 0,-1 0 0,1-1 0,0 1 0,0-1 0,-1 0 0,1 0 0,0 0 0,0 0 0,2 0 0,0-1 0,0 1 0,0-2 0,0 1 0,0 0 0,0-1 0,0 0 0,-1 0 0,1 0 0,4-4 0,8-6 0,-2-1 0,1 0 0,14-20 0,-27 31 0,34-42 27,-2-2 0,43-75 0,43-112-658,-88 167-184,-20 42-6011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7:22:11.0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1 435 24575,'0'4'0,"0"6"0,0 15 0,0 6 0,4 3 0,6 0 0,5-6 0,14-16 0,23-37 0,20-30 0,19-24 0,8-15 0,-6-1 0,-13 3 0,-16 17 0,-19 17 0,-17 19-8191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7:22:13.2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0 379 24575,'5'0'0,"0"4"0,5 6 0,0 6 0,3 3 0,4 9 0,2 3 0,12-4 0,9-11 0,11-20 0,14-32 0,17-31 0,-1-13 0,3-10 0,-4 6 0,-11 13 0,-13 14 0,-16 17-8191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7:22:15.1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0 312 24575,'4'8'0,"11"8"0,2 9 0,7 10 0,3 7 0,-2 5 0,-1-6 0,8-18 0,20-34 0,28-42 0,25-29 0,13-13 0,-6 4 0,-17 15 0,-20 15 0,-23 13 0,-21 16-8191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23:51.6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1 408 24575,'0'33'0,"1"-1"0,2 0 0,2 0 0,0-1 0,3 1 0,0-1 0,2-1 0,22 48 0,-31-75 0,1 1 0,0-1 0,0 0 0,1 0 0,-1 0 0,0 0 0,1 0 0,0-1 0,0 1 0,0-1 0,0 0 0,0 0 0,0 0 0,0 0 0,1 0 0,-1-1 0,1 0 0,3 2 0,-1-2 0,-1-1 0,1 1 0,-1-1 0,1 0 0,-1-1 0,1 1 0,0-1 0,-1 0 0,0 0 0,1-1 0,5-2 0,13-7 0,-1-1 0,0-1 0,-1 0 0,26-22 0,-34 24 0,283-224 0,-250 191 0,-2-2 0,-3-1 0,74-106 0,-84 107-682,42-46-1,-57 72-6143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26:36.0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1 340 24575,'2'23'0,"1"0"0,1 0 0,11 38 0,-5-27 0,-5-11 0,-1-6 0,0-1 0,0 0 0,2 0 0,0 0 0,14 25 0,-19-40 0,0 0 0,0 1 0,1-1 0,-1 0 0,1 0 0,-1 0 0,1 0 0,0 0 0,-1 0 0,1-1 0,0 1 0,0-1 0,-1 1 0,1-1 0,0 1 0,0-1 0,0 0 0,0 0 0,-1 0 0,1 0 0,0 0 0,0 0 0,0-1 0,0 1 0,-1-1 0,1 1 0,0-1 0,0 0 0,-1 1 0,1-1 0,0 0 0,-1 0 0,1 0 0,1-2 0,11-6 0,0-1 0,22-21 0,-28 24 0,13-11-49,635-511-1267,-584 481-5510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26:39.6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1 410 24575,'3'84'0,"-2"-76"0,0 1 0,0-1 0,1 0 0,0 0 0,1 0 0,0 0 0,6 13 0,-8-20 0,0 0 0,0 0 0,-1 0 0,1 0 0,0 0 0,0 0 0,0 0 0,1 0 0,-1-1 0,0 1 0,0 0 0,0-1 0,0 1 0,1-1 0,-1 1 0,0-1 0,0 0 0,1 1 0,-1-1 0,0 0 0,1 0 0,-1 0 0,0 0 0,1 0 0,-1 0 0,0-1 0,1 1 0,-1 0 0,0-1 0,1 1 0,-1 0 0,0-1 0,0 0 0,2 0 0,43-30 0,-43 28 0,51-43 0,90-101 0,33-71 0,-147 181 0,9-16-1365,-9 8-5461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26:53.4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0 641 24575,'22'60'0,"-18"-46"0,1 0 0,0 1 0,1-2 0,0 1 0,11 16 0,-15-27 0,0-1 0,1 1 0,-1 0 0,0-1 0,1 0 0,0 0 0,-1 1 0,1-2 0,0 1 0,0 0 0,0 0 0,0-1 0,1 0 0,-1 0 0,0 0 0,0 0 0,1 0 0,-1 0 0,1-1 0,-1 0 0,1 0 0,-1 0 0,0 0 0,1 0 0,-1-1 0,1 1 0,5-3 0,19-7 0,-2-2 0,1-1 0,-1-1 0,-1-1 0,-1-1 0,35-29 0,-26 20 0,359-247 0,-96 69 0,-280 190 9,-1 0 0,-1 0 0,0-2 0,-1 0 0,-1 0 0,15-24 0,20-24-1437,-29 43-5398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7T12:19:05.9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742 1 6297 0 0,'0'0'-470'0'0,"-49"13"-2125"0"0,24-9 2539 0 0,0 1-1 0 0,1 2 0 0 0,0 0 1 0 0,0 2-1 0 0,0 0 0 0 0,2 2 1 0 0,-1 0-1 0 0,-29 22 0 0 0,17-9 79 0 0,1 3-1 0 0,1 1 0 0 0,1 1 0 0 0,-33 41 0 0 0,41-41 11 0 0,1 2 0 0 0,1 1 1 0 0,2 1-1 0 0,2 0 0 0 0,1 1 0 0 0,-20 57 0 0 0,20-42 5 0 0,3 0 1 0 0,-13 91-1 0 0,2 104 66 0 0,23-217-84 0 0,-2 47 17 0 0,3 1-1 0 0,11 83 1 0 0,-2-43 14 0 0,-5-51 27 0 0,15 80 0 0 0,-10-102-48 0 0,2-1 1 0 0,2 0 0 0 0,2 0 0 0 0,20 43-1 0 0,138 218 161 0 0,-96-175-99 0 0,89 136 92 0 0,-86-136-77 0 0,59 109 158 0 0,-58-93 126 0 0,164 222 0 0 0,-212-320-338 0 0,-3 1 0 0 0,-1 2 0 0 0,-3 1 0 0 0,-2 1 0 0 0,-2 0 0 0 0,26 99 0 0 0,-17-4 151 0 0,21 283-1 0 0,-37-301-72 0 0,-6-73-63 0 0,0 61 0 0 0,-6 23 34 0 0,-2 99 39 0 0,-22 139 52 0 0,16-264-68 0 0,4 0 1 0 0,5 1-1 0 0,21 132 1 0 0,-11-177-99 0 0,-2-15 168 0 0,-2 1 0 0 0,-2 0 1 0 0,-2 103-1 0 0,-8 6-12 0 0,-2-80-124 0 0,-12 103 65 0 0,10-115-30 0 0,3 0 1 0 0,3 0-1 0 0,3 0 0 0 0,18 111 0 0 0,-14-118-28 0 0,-3 0 0 0 0,-6 71-1 0 0,1-22 45 0 0,3-46-58 0 0,-4 100 1 0 0,3-66-34 0 0,2-36-11 0 0,0-43 33 0 0,-1-17 46 0 0,-1 0-1 0 0,1 0 0 0 0,-1 0 0 0 0,0 0 1 0 0,0 0-1 0 0,0 0 0 0 0,-1 0 1 0 0,1 0-1 0 0,-1 0 0 0 0,-3 7 1 0 0,3-10 104 0 0,-4-6-180 0 0,-27-19-54 0 0,2-1 0 0 0,0-2 0 0 0,-34-38 0 0 0,47 44 5 0 0,-34-32 0 0 0,50 50 23 0 0,-6-6 0 0 0,2 8-382 0 0,25 30 387 0 0,2-1 1 0 0,1-1-1 0 0,1-1 0 0 0,1-1 0 0 0,1-2 1 0 0,30 23-1 0 0,-9-11 176 0 0,-45-35-117 0 0,-2-1-46 0 0,0 1 0 0 0,1-1 0 0 0,-1 0 1 0 0,0 1-1 0 0,1-1 0 0 0,-1 0 0 0 0,1 1 0 0 0,-1-1 1 0 0,0 0-1 0 0,1 0 0 0 0,-1 1 0 0 0,1-1 1 0 0,-1 0-1 0 0,1 0 0 0 0,-1 0 0 0 0,1 0 0 0 0,-1 1 1 0 0,1-1-1 0 0,-1 0 0 0 0,1 0 0 0 0,-1 0 1 0 0,1 0-1 0 0,-1 0 0 0 0,1 0 0 0 0,-1 0 1 0 0,1 0-1 0 0,-1-1 0 0 0,1 1 0 0 0,-1 0 0 0 0,1 0 1 0 0,-1 0-1 0 0,0 0 0 0 0,1-1 0 0 0,-1 1 1 0 0,1 0-1 0 0,-1-1 0 0 0,1 1 0 0 0,-1 0 1 0 0,0-1-1 0 0,1 0 0 0 0,23-12 22 0 0,43-49-9 0 0,-12 9-43 0 0,3 3 1 0 0,105-70-1 0 0,-159 118 3 0 0,22-7-62 0 0,-24 8 79 0 0,1 1 1 0 0,-1-1-1 0 0,0 1 0 0 0,1-1 1 0 0,-1 0-1 0 0,0 0 0 0 0,0-1 0 0 0,0 1 1 0 0,0 0-1 0 0,0-1 0 0 0,3-2 1 0 0,2-2-234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47:06.07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0 788 24575,'4'4'0,"-1"1"0,0 0 0,-1 0 0,1 0 0,-1 0 0,0 1 0,0-1 0,0 1 0,-1-1 0,0 1 0,0-1 0,0 1 0,-1 0 0,0 8 0,-1-8 0,2 0 0,-1 1 0,0-1 0,1 0 0,1 0 0,-1 0 0,1 0 0,0 0 0,0-1 0,0 1 0,1 0 0,3 5 0,-5-10 0,-1-1 0,1 1 0,0 0 0,-1-1 0,1 1 0,0-1 0,-1 1 0,1 0 0,0-1 0,0 0 0,-1 1 0,1-1 0,0 0 0,0 1 0,0-1 0,-1 0 0,1 0 0,0 1 0,0-1 0,0 0 0,0 0 0,0 0 0,0 0 0,-1 0 0,1-1 0,0 1 0,0 0 0,0 0 0,1-1 0,26-19 0,158-183 0,-66 64 0,421-374-741,-487 464 117,-8 7-6202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47:07.8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0 910 24575,'0'4'0,"0"6"0,0 6 0,0 3 0,22-13 0,28-30 0,45-45 0,32-37 0,34-30 0,23-14 0,7 1 0,-12 9 0,-32 28 0,-41 33-8191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47:09.97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 54 24575,'0'0'0,"0"0"0,0 0 0,-1-1 0,1 1 0,0 0 0,0 0 0,-1-1 0,1 1 0,0 0 0,0-1 0,0 1 0,-1 0 0,1-1 0,0 1 0,0 0 0,0-1 0,0 1 0,0-1 0,0 1 0,0 0 0,0-1 0,0 1 0,0 0 0,0-1 0,0 1 0,0-1 0,0 1 0,0 0 0,0-1 0,1 1 0,-1 0 0,0-1 0,0 1 0,0 0 0,1-1 0,-1 1 0,17-10 0,24-1 0,-39 11 0,104-13 0,0 5 0,159 8 0,-125 2 0,400 0-1365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47:12.7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0 321 24575,'121'113'0,"-91"-74"0,-24-30 0,0 0 0,0-1 0,1 0 0,0 0 0,0-1 0,1 0 0,10 8 0,-15-14 0,-1 0 0,1 0 0,0 0 0,-1 0 0,1 0 0,0-1 0,0 1 0,0-1 0,0 0 0,-1 0 0,1 0 0,0 0 0,0 0 0,0-1 0,4 0 0,46-20 0,-29 10 0,148-64 0,428-177 0,-207 111-1365,-249 93-5461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ustomXml" Target="../ink/ink6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customXml" Target="../ink/ink8.xml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customXml" Target="../ink/ink1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ustomXml" Target="../ink/ink1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customXml" Target="../ink/ink19.xml"/><Relationship Id="rId3" Type="http://schemas.openxmlformats.org/officeDocument/2006/relationships/customXml" Target="../ink/ink14.xml"/><Relationship Id="rId7" Type="http://schemas.openxmlformats.org/officeDocument/2006/relationships/customXml" Target="../ink/ink16.xml"/><Relationship Id="rId12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customXml" Target="../ink/ink18.xml"/><Relationship Id="rId5" Type="http://schemas.openxmlformats.org/officeDocument/2006/relationships/customXml" Target="../ink/ink15.xml"/><Relationship Id="rId10" Type="http://schemas.openxmlformats.org/officeDocument/2006/relationships/image" Target="../media/image26.png"/><Relationship Id="rId4" Type="http://schemas.openxmlformats.org/officeDocument/2006/relationships/image" Target="../media/image23.png"/><Relationship Id="rId9" Type="http://schemas.openxmlformats.org/officeDocument/2006/relationships/customXml" Target="../ink/ink17.xml"/><Relationship Id="rId1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customXml" Target="../ink/ink21.xml"/><Relationship Id="rId7" Type="http://schemas.openxmlformats.org/officeDocument/2006/relationships/customXml" Target="../ink/ink23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customXml" Target="../ink/ink22.xml"/><Relationship Id="rId10" Type="http://schemas.openxmlformats.org/officeDocument/2006/relationships/image" Target="../media/image35.png"/><Relationship Id="rId4" Type="http://schemas.openxmlformats.org/officeDocument/2006/relationships/image" Target="../media/image32.png"/><Relationship Id="rId9" Type="http://schemas.openxmlformats.org/officeDocument/2006/relationships/customXml" Target="../ink/ink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customXml" Target="../ink/ink25.xml"/><Relationship Id="rId7" Type="http://schemas.openxmlformats.org/officeDocument/2006/relationships/customXml" Target="../ink/ink27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customXml" Target="../ink/ink26.xml"/><Relationship Id="rId10" Type="http://schemas.openxmlformats.org/officeDocument/2006/relationships/image" Target="../media/image41.png"/><Relationship Id="rId4" Type="http://schemas.openxmlformats.org/officeDocument/2006/relationships/image" Target="../media/image38.png"/><Relationship Id="rId9" Type="http://schemas.openxmlformats.org/officeDocument/2006/relationships/customXml" Target="../ink/ink2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D52A91-7272-506D-A00C-BA1E3DEAFE2B}"/>
              </a:ext>
            </a:extLst>
          </p:cNvPr>
          <p:cNvSpPr txBox="1"/>
          <p:nvPr/>
        </p:nvSpPr>
        <p:spPr>
          <a:xfrm>
            <a:off x="3028950" y="2152269"/>
            <a:ext cx="6400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AWS Lambda: </a:t>
            </a:r>
          </a:p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 API Gateway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42BAF-E83B-2A47-9600-2824763CD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3304B2-2463-4DD9-349D-DACE07DAE2D0}"/>
              </a:ext>
            </a:extLst>
          </p:cNvPr>
          <p:cNvSpPr txBox="1"/>
          <p:nvPr/>
        </p:nvSpPr>
        <p:spPr>
          <a:xfrm>
            <a:off x="3028950" y="8572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AWS Lambda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EDB865-CEAD-6874-1EF4-6D731B5989DF}"/>
              </a:ext>
            </a:extLst>
          </p:cNvPr>
          <p:cNvSpPr txBox="1"/>
          <p:nvPr/>
        </p:nvSpPr>
        <p:spPr>
          <a:xfrm>
            <a:off x="1344168" y="862876"/>
            <a:ext cx="78318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We’ll build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Serverless AI 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using: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AWS Lambda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runs Python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Amazon API Gateway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exposes HTTP endpoint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 using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→ simple AI logic (text processing)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POSTMAN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Online Tools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582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9ED0D-37FB-4129-ABE8-5FD9E469D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C6F3F3-DE36-5E1A-A87F-587A7C4576D4}"/>
              </a:ext>
            </a:extLst>
          </p:cNvPr>
          <p:cNvSpPr txBox="1"/>
          <p:nvPr/>
        </p:nvSpPr>
        <p:spPr>
          <a:xfrm>
            <a:off x="374904" y="378244"/>
            <a:ext cx="110733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Demo Goal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will call an API like:  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https://your-api-url/analyze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{ "text": "I love learning API. I like AWS Lambda because it is easy.“ }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{ "result": "Positive Sentiment“ }</a:t>
            </a:r>
          </a:p>
        </p:txBody>
      </p:sp>
    </p:spTree>
    <p:extLst>
      <p:ext uri="{BB962C8B-B14F-4D97-AF65-F5344CB8AC3E}">
        <p14:creationId xmlns:p14="http://schemas.microsoft.com/office/powerpoint/2010/main" val="335270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78A15-015B-0FE8-7E3E-1B36C0FCC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8B63CC-5E57-3BAE-80E0-1C7C1938221F}"/>
              </a:ext>
            </a:extLst>
          </p:cNvPr>
          <p:cNvSpPr txBox="1"/>
          <p:nvPr/>
        </p:nvSpPr>
        <p:spPr>
          <a:xfrm>
            <a:off x="374904" y="323380"/>
            <a:ext cx="88285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We’ll use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rule-based AI sentiment analyzer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(You can later replace it with real ML or OpenAI API)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0FB405-0615-3F33-BD02-A318C4A8D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2405330"/>
            <a:ext cx="11076432" cy="337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003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B6312-09F2-1DDF-6EAB-C0DBDA6A8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BBBA5A-CBB1-A3D1-7B58-B091836D713D}"/>
              </a:ext>
            </a:extLst>
          </p:cNvPr>
          <p:cNvSpPr txBox="1"/>
          <p:nvPr/>
        </p:nvSpPr>
        <p:spPr>
          <a:xfrm>
            <a:off x="3172968" y="2435644"/>
            <a:ext cx="5074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Lambda Function</a:t>
            </a:r>
          </a:p>
        </p:txBody>
      </p:sp>
    </p:spTree>
    <p:extLst>
      <p:ext uri="{BB962C8B-B14F-4D97-AF65-F5344CB8AC3E}">
        <p14:creationId xmlns:p14="http://schemas.microsoft.com/office/powerpoint/2010/main" val="1794415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ADC8B-5E51-287E-411E-21A78793D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D142E6-56B2-0943-DD6F-58C4CBA49F4C}"/>
              </a:ext>
            </a:extLst>
          </p:cNvPr>
          <p:cNvSpPr txBox="1"/>
          <p:nvPr/>
        </p:nvSpPr>
        <p:spPr>
          <a:xfrm>
            <a:off x="374904" y="186220"/>
            <a:ext cx="50749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Create Lambda Function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AWS → Search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Lambda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Click: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Create Function </a:t>
            </a:r>
          </a:p>
          <a:p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→ Author from Scratch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494BD-212F-6E18-8044-75B25421E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14" y="2381696"/>
            <a:ext cx="9487677" cy="44763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DC71AA-4487-EE9B-E156-C82F6C7016FF}"/>
              </a:ext>
            </a:extLst>
          </p:cNvPr>
          <p:cNvSpPr txBox="1"/>
          <p:nvPr/>
        </p:nvSpPr>
        <p:spPr>
          <a:xfrm>
            <a:off x="6533388" y="201829"/>
            <a:ext cx="61904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Fill: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Function name: ai-sentiment-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api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Runtime: Python 3.x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14CFC4D-6E86-AFC9-9129-9D06D9CD18CC}"/>
                  </a:ext>
                </a:extLst>
              </p14:cNvPr>
              <p14:cNvContentPartPr/>
              <p14:nvPr/>
            </p14:nvContentPartPr>
            <p14:xfrm>
              <a:off x="9015624" y="4668336"/>
              <a:ext cx="422280" cy="272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14CFC4D-6E86-AFC9-9129-9D06D9CD18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79624" y="4632336"/>
                <a:ext cx="493920" cy="34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2043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C2B31-81CF-B6E2-2C56-C9E3A5A6B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C2C46D-34CE-CB76-C13B-4841AC717A7A}"/>
              </a:ext>
            </a:extLst>
          </p:cNvPr>
          <p:cNvSpPr txBox="1"/>
          <p:nvPr/>
        </p:nvSpPr>
        <p:spPr>
          <a:xfrm>
            <a:off x="201168" y="186220"/>
            <a:ext cx="50749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Create Lambda Function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AWS → Search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Lambda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Function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Author from Scratch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3484E0-ADD1-F845-35FD-0B0C6078BF8A}"/>
              </a:ext>
            </a:extLst>
          </p:cNvPr>
          <p:cNvSpPr txBox="1"/>
          <p:nvPr/>
        </p:nvSpPr>
        <p:spPr>
          <a:xfrm>
            <a:off x="6533388" y="201829"/>
            <a:ext cx="6190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Fill: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Function name: ai-sentiment-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api</a:t>
            </a:r>
            <a:endParaRPr lang="en-US" sz="2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Runtime: Python 3.x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Architecture: x86_64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Create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EFEC37-1421-F85C-276B-6C0A02D7A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2843784"/>
            <a:ext cx="11799608" cy="38123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AB96544-9A40-2017-8F1F-95B22EC113E3}"/>
                  </a:ext>
                </a:extLst>
              </p14:cNvPr>
              <p14:cNvContentPartPr/>
              <p14:nvPr/>
            </p14:nvContentPartPr>
            <p14:xfrm>
              <a:off x="2349864" y="3881016"/>
              <a:ext cx="331920" cy="198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AB96544-9A40-2017-8F1F-95B22EC113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14224" y="3845016"/>
                <a:ext cx="40356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0581D7E-35F5-B645-B5A3-5970B4DC27FB}"/>
                  </a:ext>
                </a:extLst>
              </p14:cNvPr>
              <p14:cNvContentPartPr/>
              <p14:nvPr/>
            </p14:nvContentPartPr>
            <p14:xfrm>
              <a:off x="1855944" y="5385456"/>
              <a:ext cx="254160" cy="194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0581D7E-35F5-B645-B5A3-5970B4DC27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20304" y="5349816"/>
                <a:ext cx="32580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F846C63-9FE6-D595-98D8-EADB84D5CD04}"/>
                  </a:ext>
                </a:extLst>
              </p14:cNvPr>
              <p14:cNvContentPartPr/>
              <p14:nvPr/>
            </p14:nvContentPartPr>
            <p14:xfrm>
              <a:off x="1599984" y="6350256"/>
              <a:ext cx="434880" cy="196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F846C63-9FE6-D595-98D8-EADB84D5CD0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63984" y="6314256"/>
                <a:ext cx="506520" cy="26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0622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D7DCD-E01E-C087-91FA-4113BB8D3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ECB76C-5FF9-4C81-C0A0-22AB5C257CB2}"/>
              </a:ext>
            </a:extLst>
          </p:cNvPr>
          <p:cNvSpPr txBox="1"/>
          <p:nvPr/>
        </p:nvSpPr>
        <p:spPr>
          <a:xfrm>
            <a:off x="374904" y="186220"/>
            <a:ext cx="88285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Add AI Code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Replace with this: …. And click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Deploy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30605D-529D-7E49-75BC-8B403DF25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130" y="2560320"/>
            <a:ext cx="10961518" cy="39758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C40E0A6-EE21-B084-230E-B0C4C16ED681}"/>
                  </a:ext>
                </a:extLst>
              </p14:cNvPr>
              <p14:cNvContentPartPr/>
              <p14:nvPr/>
            </p14:nvContentPartPr>
            <p14:xfrm>
              <a:off x="3730104" y="5720616"/>
              <a:ext cx="229320" cy="165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C40E0A6-EE21-B084-230E-B0C4C16ED6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94464" y="5684976"/>
                <a:ext cx="30096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C683A8E-E9CD-8865-21DD-212CF4BDB6CB}"/>
                  </a:ext>
                </a:extLst>
              </p14:cNvPr>
              <p14:cNvContentPartPr/>
              <p14:nvPr/>
            </p14:nvContentPartPr>
            <p14:xfrm>
              <a:off x="7470144" y="4183416"/>
              <a:ext cx="487440" cy="307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C683A8E-E9CD-8865-21DD-212CF4BDB6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34504" y="4147776"/>
                <a:ext cx="559080" cy="37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5938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4AB59-8F85-BD51-C869-D6A29A406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783D341-C5B5-9050-DA5B-406349CDB723}"/>
              </a:ext>
            </a:extLst>
          </p:cNvPr>
          <p:cNvSpPr txBox="1"/>
          <p:nvPr/>
        </p:nvSpPr>
        <p:spPr>
          <a:xfrm>
            <a:off x="301752" y="101424"/>
            <a:ext cx="5294376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import 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json</a:t>
            </a:r>
            <a:endParaRPr lang="en-US" sz="1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1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 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lambda_handler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(event, context):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# Get input text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body = 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json.loads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event.get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("body", "{}"))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text = 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body.get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("text", "").lower()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# Simple AI logic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positive_words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["good", "great", "love", "excellent", "happy"]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negative_words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["bad", "hate", "worst", "sad", "angry"]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score = 0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for word in 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positive_words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if word in text: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score += 1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for word in 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negative_words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if word in text: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score -= 1</a:t>
            </a:r>
          </a:p>
          <a:p>
            <a:endParaRPr lang="en-US" sz="1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if score &gt; 0: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result = "Positive Sentiment "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elif score &lt; 0: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result = "Negative Sentiment "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else: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result = "Neutral Sentiment "</a:t>
            </a:r>
          </a:p>
          <a:p>
            <a:endParaRPr lang="en-US" sz="1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return {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"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statusCode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": 200,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"headers": { "Content-Type": "application/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json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    },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"body": 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json.dumps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({   "input": text,  "result": result  })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381968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761C2-FDB2-306F-924D-BBA47DA33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9322FBB-6FCD-6996-DBBB-3438041FD3B4}"/>
              </a:ext>
            </a:extLst>
          </p:cNvPr>
          <p:cNvSpPr txBox="1"/>
          <p:nvPr/>
        </p:nvSpPr>
        <p:spPr>
          <a:xfrm>
            <a:off x="1901952" y="1939368"/>
            <a:ext cx="81015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API Gateway</a:t>
            </a:r>
          </a:p>
        </p:txBody>
      </p:sp>
    </p:spTree>
    <p:extLst>
      <p:ext uri="{BB962C8B-B14F-4D97-AF65-F5344CB8AC3E}">
        <p14:creationId xmlns:p14="http://schemas.microsoft.com/office/powerpoint/2010/main" val="831622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096B9-EEBE-D958-5805-28D62B56C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0459937-85E2-290D-321B-83CFCC97B2D9}"/>
              </a:ext>
            </a:extLst>
          </p:cNvPr>
          <p:cNvSpPr txBox="1"/>
          <p:nvPr/>
        </p:nvSpPr>
        <p:spPr>
          <a:xfrm>
            <a:off x="301752" y="330024"/>
            <a:ext cx="81015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Create API Gateway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AWS → Search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Gateway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 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(simpler &amp; faster) and click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CCB500-A3EF-CD93-12AF-B4CD61CCD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26" y="3282696"/>
            <a:ext cx="11558834" cy="278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719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AD4A4-628C-6B64-B065-2D2075590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EDD89B-DE58-151F-C1C5-074ABA05CEFE}"/>
              </a:ext>
            </a:extLst>
          </p:cNvPr>
          <p:cNvSpPr txBox="1"/>
          <p:nvPr/>
        </p:nvSpPr>
        <p:spPr>
          <a:xfrm>
            <a:off x="301752" y="101424"/>
            <a:ext cx="95554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4: Configure API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API-Name: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ai-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api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Integration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Lambda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and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your function: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ai-sentiment-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api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9CF3FF-669C-5EE1-FEFC-13247159C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2995057"/>
            <a:ext cx="8211312" cy="38017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AA3FDDB-44D0-0114-CC29-35A9F7D2F0D3}"/>
                  </a:ext>
                </a:extLst>
              </p14:cNvPr>
              <p14:cNvContentPartPr/>
              <p14:nvPr/>
            </p14:nvContentPartPr>
            <p14:xfrm>
              <a:off x="1618344" y="3825216"/>
              <a:ext cx="238680" cy="145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AA3FDDB-44D0-0114-CC29-35A9F7D2F0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00344" y="3807576"/>
                <a:ext cx="27432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8A82A57-5BD0-EC82-4F88-F6EE4AC2607B}"/>
                  </a:ext>
                </a:extLst>
              </p14:cNvPr>
              <p14:cNvContentPartPr/>
              <p14:nvPr/>
            </p14:nvContentPartPr>
            <p14:xfrm>
              <a:off x="1819224" y="5412096"/>
              <a:ext cx="312480" cy="125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8A82A57-5BD0-EC82-4F88-F6EE4AC2607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01584" y="5394456"/>
                <a:ext cx="34812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11CE4F4-60C1-A2F5-744D-97422CABAFD1}"/>
                  </a:ext>
                </a:extLst>
              </p14:cNvPr>
              <p14:cNvContentPartPr/>
              <p14:nvPr/>
            </p14:nvContentPartPr>
            <p14:xfrm>
              <a:off x="3282624" y="5654736"/>
              <a:ext cx="360360" cy="226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11CE4F4-60C1-A2F5-744D-97422CABAFD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64984" y="5637096"/>
                <a:ext cx="39600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AB2FC38-EC8B-F9F2-ACCA-A156E6EB9F43}"/>
                  </a:ext>
                </a:extLst>
              </p14:cNvPr>
              <p14:cNvContentPartPr/>
              <p14:nvPr/>
            </p14:nvContentPartPr>
            <p14:xfrm>
              <a:off x="8722944" y="6379776"/>
              <a:ext cx="360720" cy="191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AB2FC38-EC8B-F9F2-ACCA-A156E6EB9F4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705304" y="6361776"/>
                <a:ext cx="396360" cy="22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3965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6A78D-BD12-5A32-27AE-FCCE8CFF3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007A344C-5FB9-B22A-76F7-84A71964AC7E}"/>
              </a:ext>
            </a:extLst>
          </p:cNvPr>
          <p:cNvSpPr txBox="1"/>
          <p:nvPr/>
        </p:nvSpPr>
        <p:spPr>
          <a:xfrm>
            <a:off x="214884" y="24307"/>
            <a:ext cx="61904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Route: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Method: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Resource path: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/analyze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Integration target: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ai-sentiment-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api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376DC83-6932-288E-5EDB-3D8491D64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476652"/>
            <a:ext cx="11341608" cy="203271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A8487D7-CA8E-DBC6-E6A4-77C6B9F85B48}"/>
                  </a:ext>
                </a:extLst>
              </p14:cNvPr>
              <p14:cNvContentPartPr/>
              <p14:nvPr/>
            </p14:nvContentPartPr>
            <p14:xfrm>
              <a:off x="1526904" y="3812256"/>
              <a:ext cx="303480" cy="200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A8487D7-CA8E-DBC6-E6A4-77C6B9F85B4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09264" y="3794256"/>
                <a:ext cx="33912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D63B99F-B7AD-BC97-60BE-3FD9B7F1A65D}"/>
                  </a:ext>
                </a:extLst>
              </p14:cNvPr>
              <p14:cNvContentPartPr/>
              <p14:nvPr/>
            </p14:nvContentPartPr>
            <p14:xfrm>
              <a:off x="3145464" y="3748176"/>
              <a:ext cx="465840" cy="3128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D63B99F-B7AD-BC97-60BE-3FD9B7F1A6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27824" y="3730176"/>
                <a:ext cx="50148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8939AAB-C981-401F-9B0D-8690429C8A36}"/>
                  </a:ext>
                </a:extLst>
              </p14:cNvPr>
              <p14:cNvContentPartPr/>
              <p14:nvPr/>
            </p14:nvContentPartPr>
            <p14:xfrm>
              <a:off x="8193024" y="3862296"/>
              <a:ext cx="427320" cy="2232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8939AAB-C981-401F-9B0D-8690429C8A3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75024" y="3844296"/>
                <a:ext cx="462960" cy="25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9773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BB015-8D4A-060C-022C-7791127BB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1951ED7-03CB-7380-8C56-17F29A7E9A06}"/>
              </a:ext>
            </a:extLst>
          </p:cNvPr>
          <p:cNvSpPr txBox="1"/>
          <p:nvPr/>
        </p:nvSpPr>
        <p:spPr>
          <a:xfrm>
            <a:off x="214884" y="24307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Review and Create  (Do Not press Deploy)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837BCC-59FA-7327-95EE-6E4D11E1A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68" y="1258452"/>
            <a:ext cx="11104264" cy="43410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17D41B9-3701-D14C-6059-568972F26BE7}"/>
                  </a:ext>
                </a:extLst>
              </p14:cNvPr>
              <p14:cNvContentPartPr/>
              <p14:nvPr/>
            </p14:nvContentPartPr>
            <p14:xfrm>
              <a:off x="3318984" y="2065896"/>
              <a:ext cx="181440" cy="177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17D41B9-3701-D14C-6059-568972F26B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00984" y="2047896"/>
                <a:ext cx="21708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41EA8E0-6774-59EF-8580-C21EE15FF92A}"/>
                  </a:ext>
                </a:extLst>
              </p14:cNvPr>
              <p14:cNvContentPartPr/>
              <p14:nvPr/>
            </p14:nvContentPartPr>
            <p14:xfrm>
              <a:off x="3977424" y="2461176"/>
              <a:ext cx="163800" cy="169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41EA8E0-6774-59EF-8580-C21EE15FF92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59424" y="2443176"/>
                <a:ext cx="19944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DBE0769-CAC5-9934-1786-FB364EAB4B69}"/>
                  </a:ext>
                </a:extLst>
              </p14:cNvPr>
              <p14:cNvContentPartPr/>
              <p14:nvPr/>
            </p14:nvContentPartPr>
            <p14:xfrm>
              <a:off x="8146944" y="2072016"/>
              <a:ext cx="190440" cy="226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DBE0769-CAC5-9934-1786-FB364EAB4B6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29304" y="2054376"/>
                <a:ext cx="22608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AA03747-37A8-0C02-1039-21A58F3A60AF}"/>
                  </a:ext>
                </a:extLst>
              </p14:cNvPr>
              <p14:cNvContentPartPr/>
              <p14:nvPr/>
            </p14:nvContentPartPr>
            <p14:xfrm>
              <a:off x="5001624" y="3564936"/>
              <a:ext cx="245880" cy="220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AA03747-37A8-0C02-1039-21A58F3A60A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83984" y="3547296"/>
                <a:ext cx="28152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0C9BA5E-BE72-8B77-0112-0678C8F31E72}"/>
                  </a:ext>
                </a:extLst>
              </p14:cNvPr>
              <p14:cNvContentPartPr/>
              <p14:nvPr/>
            </p14:nvContentPartPr>
            <p14:xfrm>
              <a:off x="4425624" y="4783176"/>
              <a:ext cx="272880" cy="191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0C9BA5E-BE72-8B77-0112-0678C8F31E7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07624" y="4765536"/>
                <a:ext cx="30852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F4C8A30-09CA-B638-5A1F-68B7137EF067}"/>
                  </a:ext>
                </a:extLst>
              </p14:cNvPr>
              <p14:cNvContentPartPr/>
              <p14:nvPr/>
            </p14:nvContentPartPr>
            <p14:xfrm>
              <a:off x="11192184" y="5008536"/>
              <a:ext cx="320040" cy="198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F4C8A30-09CA-B638-5A1F-68B7137EF06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174184" y="4990536"/>
                <a:ext cx="355680" cy="23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0905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535F4-0C12-6C41-F3DC-7CB364B22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1B6C1E-6488-D52D-FAB3-F82189B78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96" y="2880360"/>
            <a:ext cx="11674056" cy="369345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9EDBEFF-9F6D-1E8B-A04B-3785D5AAA401}"/>
                  </a:ext>
                </a:extLst>
              </p14:cNvPr>
              <p14:cNvContentPartPr/>
              <p14:nvPr/>
            </p14:nvContentPartPr>
            <p14:xfrm>
              <a:off x="1417104" y="4242096"/>
              <a:ext cx="369000" cy="283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9EDBEFF-9F6D-1E8B-A04B-3785D5AAA4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99464" y="4224096"/>
                <a:ext cx="404640" cy="31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9070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93D8E-DBA4-1252-1FA4-C71EAF896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DACCF0C-6702-AE04-CC1F-B92E14BF14EB}"/>
              </a:ext>
            </a:extLst>
          </p:cNvPr>
          <p:cNvSpPr txBox="1"/>
          <p:nvPr/>
        </p:nvSpPr>
        <p:spPr>
          <a:xfrm>
            <a:off x="301752" y="384888"/>
            <a:ext cx="95097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 the API (LHS) 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You’ll get 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endpoint URL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https://abc123.execute-api.region.amazonaws.com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211565-D76C-F926-E9E7-13B85126D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" y="2256945"/>
            <a:ext cx="12192000" cy="408147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D6B0005-3B78-7136-FDE2-11F106CB1995}"/>
                  </a:ext>
                </a:extLst>
              </p14:cNvPr>
              <p14:cNvContentPartPr/>
              <p14:nvPr/>
            </p14:nvContentPartPr>
            <p14:xfrm>
              <a:off x="1563264" y="3827736"/>
              <a:ext cx="347400" cy="239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D6B0005-3B78-7136-FDE2-11F106CB19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5624" y="3809736"/>
                <a:ext cx="38304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3CEB7C9-F885-A0EB-E0C0-30086113C697}"/>
                  </a:ext>
                </a:extLst>
              </p14:cNvPr>
              <p14:cNvContentPartPr/>
              <p14:nvPr/>
            </p14:nvContentPartPr>
            <p14:xfrm>
              <a:off x="8750664" y="3894336"/>
              <a:ext cx="213480" cy="210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3CEB7C9-F885-A0EB-E0C0-30086113C69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33024" y="3876696"/>
                <a:ext cx="24912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7930CAD-B488-A41D-C8E9-324716C46EA0}"/>
                  </a:ext>
                </a:extLst>
              </p14:cNvPr>
              <p14:cNvContentPartPr/>
              <p14:nvPr/>
            </p14:nvContentPartPr>
            <p14:xfrm>
              <a:off x="7141464" y="5804136"/>
              <a:ext cx="456840" cy="3009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7930CAD-B488-A41D-C8E9-324716C46EA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23464" y="5786136"/>
                <a:ext cx="49248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A1D29F9-CD6D-9020-BFCE-1A8556D84E80}"/>
                  </a:ext>
                </a:extLst>
              </p14:cNvPr>
              <p14:cNvContentPartPr/>
              <p14:nvPr/>
            </p14:nvContentPartPr>
            <p14:xfrm>
              <a:off x="139824" y="799056"/>
              <a:ext cx="673920" cy="30013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A1D29F9-CD6D-9020-BFCE-1A8556D84E8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3824" y="763416"/>
                <a:ext cx="745560" cy="307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6926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F8210-1F13-20D2-FBDE-89995E7FC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DE7D7A5-7D52-05D3-6374-522AC975E4DC}"/>
              </a:ext>
            </a:extLst>
          </p:cNvPr>
          <p:cNvSpPr txBox="1"/>
          <p:nvPr/>
        </p:nvSpPr>
        <p:spPr>
          <a:xfrm>
            <a:off x="301752" y="174576"/>
            <a:ext cx="9509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5: Test the API – Python Code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CD0868-34C3-5F73-2F38-EA3E80B22191}"/>
              </a:ext>
            </a:extLst>
          </p:cNvPr>
          <p:cNvSpPr txBox="1"/>
          <p:nvPr/>
        </p:nvSpPr>
        <p:spPr>
          <a:xfrm>
            <a:off x="310896" y="974586"/>
            <a:ext cx="1004011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 requests</a:t>
            </a:r>
          </a:p>
          <a:p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 </a:t>
            </a:r>
            <a:r>
              <a:rPr lang="en-US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json</a:t>
            </a:r>
            <a:endParaRPr lang="en-US" sz="2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sz="2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Replace with your actual API Gateway URL</a:t>
            </a:r>
          </a:p>
          <a:p>
            <a:r>
              <a:rPr lang="en-US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url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"https://your-</a:t>
            </a:r>
            <a:r>
              <a:rPr lang="en-US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api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-</a:t>
            </a:r>
            <a:r>
              <a:rPr lang="en-US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url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/analyze"</a:t>
            </a:r>
          </a:p>
          <a:p>
            <a:endParaRPr lang="en-US" sz="2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payload = { "text": "I love learning API. I like AWS Lambda because it is easy."}</a:t>
            </a:r>
          </a:p>
          <a:p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headers = { "Content-Type": "application/</a:t>
            </a:r>
            <a:r>
              <a:rPr lang="en-US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json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 }</a:t>
            </a:r>
          </a:p>
          <a:p>
            <a:endParaRPr lang="en-US" sz="2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Make POST request</a:t>
            </a:r>
          </a:p>
          <a:p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response = </a:t>
            </a:r>
            <a:r>
              <a:rPr lang="en-US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requests.post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url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headers=headers, data=</a:t>
            </a:r>
            <a:r>
              <a:rPr lang="en-US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json.dumps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(payload))</a:t>
            </a:r>
          </a:p>
          <a:p>
            <a:endParaRPr lang="en-US" sz="2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Print response</a:t>
            </a:r>
          </a:p>
          <a:p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print("Status Code:", </a:t>
            </a:r>
            <a:r>
              <a:rPr lang="en-US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response.status_code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print("Response JSON:", </a:t>
            </a:r>
            <a:r>
              <a:rPr lang="en-US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response.json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1495258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C038F-8862-A237-77AB-F8EF919C5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716B47-07A7-D2BA-F048-FC02F225C0BF}"/>
              </a:ext>
            </a:extLst>
          </p:cNvPr>
          <p:cNvSpPr txBox="1"/>
          <p:nvPr/>
        </p:nvSpPr>
        <p:spPr>
          <a:xfrm>
            <a:off x="301752" y="174576"/>
            <a:ext cx="9509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5: Test the API – POSTMAN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933D3F-C00D-ABB0-4289-A1C8F02DA055}"/>
              </a:ext>
            </a:extLst>
          </p:cNvPr>
          <p:cNvSpPr txBox="1"/>
          <p:nvPr/>
        </p:nvSpPr>
        <p:spPr>
          <a:xfrm>
            <a:off x="310896" y="727698"/>
            <a:ext cx="96560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POST request: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https://your-api-url/analyze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Body: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"text": "I love learning API. I like AWS Lambda because it is easy."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BEABC6-418E-35CE-D1F6-617061860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701" y="2386477"/>
            <a:ext cx="6577121" cy="447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660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327C5-BB35-EFDB-0652-F8861F455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D220C2B-9165-6B1F-3C34-8FB073677033}"/>
              </a:ext>
            </a:extLst>
          </p:cNvPr>
          <p:cNvSpPr txBox="1"/>
          <p:nvPr/>
        </p:nvSpPr>
        <p:spPr>
          <a:xfrm>
            <a:off x="301752" y="174576"/>
            <a:ext cx="9509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5: Test the API – www.reqbin.com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6B16FA-0F43-8974-5F37-D34E684316DC}"/>
              </a:ext>
            </a:extLst>
          </p:cNvPr>
          <p:cNvSpPr txBox="1"/>
          <p:nvPr/>
        </p:nvSpPr>
        <p:spPr>
          <a:xfrm>
            <a:off x="310896" y="700266"/>
            <a:ext cx="96560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POST request: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https://your-api-url/analyze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Body: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"text": "I love learning API. I like AWS Lambda because it is easy."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1213D7-22CD-67C7-5799-41811E1C5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69" y="2388620"/>
            <a:ext cx="10536861" cy="44693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83BBA64-446A-3E3B-94F0-4AFD61829902}"/>
                  </a:ext>
                </a:extLst>
              </p14:cNvPr>
              <p14:cNvContentPartPr/>
              <p14:nvPr/>
            </p14:nvContentPartPr>
            <p14:xfrm>
              <a:off x="4270104" y="2496096"/>
              <a:ext cx="377640" cy="348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83BBA64-446A-3E3B-94F0-4AFD618299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34104" y="2460096"/>
                <a:ext cx="449280" cy="42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CDB4148-556D-1B1D-4590-954A71519A79}"/>
                  </a:ext>
                </a:extLst>
              </p14:cNvPr>
              <p14:cNvContentPartPr/>
              <p14:nvPr/>
            </p14:nvContentPartPr>
            <p14:xfrm>
              <a:off x="5394744" y="3586176"/>
              <a:ext cx="454680" cy="3477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CDB4148-556D-1B1D-4590-954A71519A7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58744" y="3550176"/>
                <a:ext cx="52632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2C79047-1B08-ECBF-BAF7-51BE7A126D17}"/>
                  </a:ext>
                </a:extLst>
              </p14:cNvPr>
              <p14:cNvContentPartPr/>
              <p14:nvPr/>
            </p14:nvContentPartPr>
            <p14:xfrm>
              <a:off x="1434024" y="3583296"/>
              <a:ext cx="439200" cy="19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2C79047-1B08-ECBF-BAF7-51BE7A126D1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98384" y="3547296"/>
                <a:ext cx="51084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6361FB8-9ABD-C252-2D2C-1EC703A1BBFA}"/>
                  </a:ext>
                </a:extLst>
              </p14:cNvPr>
              <p14:cNvContentPartPr/>
              <p14:nvPr/>
            </p14:nvContentPartPr>
            <p14:xfrm>
              <a:off x="1966104" y="6111576"/>
              <a:ext cx="594720" cy="1987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6361FB8-9ABD-C252-2D2C-1EC703A1BBF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30104" y="6075936"/>
                <a:ext cx="666360" cy="27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5314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FD07D-FDFB-3274-2135-7477430DF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D0BAA5D-FF09-73CF-5494-566D32D99DA7}"/>
              </a:ext>
            </a:extLst>
          </p:cNvPr>
          <p:cNvSpPr txBox="1"/>
          <p:nvPr/>
        </p:nvSpPr>
        <p:spPr>
          <a:xfrm>
            <a:off x="301752" y="384888"/>
            <a:ext cx="1040587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Points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Event-driven execution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Lambda runs only when API is called.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Serverless architecture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AWS EC2. No deployment headache.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API creation in minutes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API Gateway.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AI integration is easy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Even simple logic works.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exactly how frontend, mobile app, or ML system talks to a cloud AI service.</a:t>
            </a:r>
          </a:p>
        </p:txBody>
      </p:sp>
    </p:spTree>
    <p:extLst>
      <p:ext uri="{BB962C8B-B14F-4D97-AF65-F5344CB8AC3E}">
        <p14:creationId xmlns:p14="http://schemas.microsoft.com/office/powerpoint/2010/main" val="2695677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ACA4D-D351-05F8-D6DF-B0CCE66DE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820D2FD-60DC-BF8B-F4B1-FB595C92F266}"/>
              </a:ext>
            </a:extLst>
          </p:cNvPr>
          <p:cNvSpPr txBox="1"/>
          <p:nvPr/>
        </p:nvSpPr>
        <p:spPr>
          <a:xfrm>
            <a:off x="301752" y="384888"/>
            <a:ext cx="104058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 SURE TO DELETE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GateWay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Lambda service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Otherwise, you may be charged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313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2EEE62-CF19-9EE0-E4D2-7F9C16B8046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Heading Goes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0ACD6-1EC9-227E-5DA1-EBD6C3DF7290}"/>
              </a:ext>
            </a:extLst>
          </p:cNvPr>
          <p:cNvSpPr txBox="1"/>
          <p:nvPr/>
        </p:nvSpPr>
        <p:spPr>
          <a:xfrm>
            <a:off x="238125" y="1244739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Fhdsklf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Fjskldf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437</TotalTime>
  <Words>790</Words>
  <Application>Microsoft Office PowerPoint</Application>
  <PresentationFormat>Widescreen</PresentationFormat>
  <Paragraphs>151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104</cp:revision>
  <dcterms:created xsi:type="dcterms:W3CDTF">2025-09-22T02:44:38Z</dcterms:created>
  <dcterms:modified xsi:type="dcterms:W3CDTF">2026-03-17T12:59:15Z</dcterms:modified>
</cp:coreProperties>
</file>