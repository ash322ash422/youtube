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85" r:id="rId3"/>
    <p:sldId id="280" r:id="rId4"/>
    <p:sldId id="281" r:id="rId5"/>
    <p:sldId id="282" r:id="rId6"/>
    <p:sldId id="283" r:id="rId7"/>
    <p:sldId id="284" r:id="rId8"/>
    <p:sldId id="286" r:id="rId9"/>
    <p:sldId id="2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/>
              <a:t>It is cloud-based service. It helps you build Gen AI application with minimal amount of code. Using API, you can access the top end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07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Bedrock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Converse API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 turn conversation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Assistant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48CA-44B3-4405-2FD3-3D2F11F9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F76A1F6-BD94-DC8F-CEAF-E549848D72F2}"/>
              </a:ext>
            </a:extLst>
          </p:cNvPr>
          <p:cNvSpPr txBox="1"/>
          <p:nvPr/>
        </p:nvSpPr>
        <p:spPr>
          <a:xfrm>
            <a:off x="284480" y="1534128"/>
            <a:ext cx="11623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Bedrock is a fully managed cloud service from Amazon Web Services (AWS) that lets you </a:t>
            </a:r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generative AI applications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top foundation models via a single API. </a:t>
            </a:r>
          </a:p>
          <a:p>
            <a:pPr>
              <a:buNone/>
            </a:pP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offers features like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Knowledge Bases,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Guardrails, and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</a:t>
            </a:r>
          </a:p>
          <a:p>
            <a:pPr>
              <a:buNone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requiring you to manage any servers or infrastructure</a:t>
            </a: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66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83885-9D0F-5455-69EE-ABCD9A4E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8E802C-CB83-9FEF-1A79-900F57D8A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905457"/>
            <a:ext cx="8469390" cy="59525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AE4E2-92D4-C072-BCB1-2EA321C76AF7}"/>
              </a:ext>
            </a:extLst>
          </p:cNvPr>
          <p:cNvSpPr txBox="1"/>
          <p:nvPr/>
        </p:nvSpPr>
        <p:spPr>
          <a:xfrm>
            <a:off x="623824" y="893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Make sure you are working in Mumbai region </a:t>
            </a:r>
          </a:p>
        </p:txBody>
      </p:sp>
    </p:spTree>
    <p:extLst>
      <p:ext uri="{BB962C8B-B14F-4D97-AF65-F5344CB8AC3E}">
        <p14:creationId xmlns:p14="http://schemas.microsoft.com/office/powerpoint/2010/main" val="373302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A4997-638D-6E8E-5589-7E0CF116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63B31-36C1-7BA0-AC0B-7010A739D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927062"/>
            <a:ext cx="10399776" cy="386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66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B85A9-E585-EBA4-EF9F-3FED97692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CFE844-6568-35FF-B59C-6E6D24960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7504"/>
            <a:ext cx="7632604" cy="611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5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8AE8-4189-4748-3587-CFE242EC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9670E8-E493-C650-041A-6C2311F0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16" y="1475148"/>
            <a:ext cx="10006584" cy="538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1EBB6-5957-72D0-10FD-D50DD24C1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C564AA-4D8C-93FD-300C-2D844ACFFAD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01_converse_api.py</a:t>
            </a:r>
          </a:p>
        </p:txBody>
      </p:sp>
    </p:spTree>
    <p:extLst>
      <p:ext uri="{BB962C8B-B14F-4D97-AF65-F5344CB8AC3E}">
        <p14:creationId xmlns:p14="http://schemas.microsoft.com/office/powerpoint/2010/main" val="371081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7890-8430-2F86-2721-D31AFD59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1FEA8-A966-3104-4BD8-C9AF75AE7168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02_multi_turn.py</a:t>
            </a:r>
          </a:p>
        </p:txBody>
      </p:sp>
    </p:spTree>
    <p:extLst>
      <p:ext uri="{BB962C8B-B14F-4D97-AF65-F5344CB8AC3E}">
        <p14:creationId xmlns:p14="http://schemas.microsoft.com/office/powerpoint/2010/main" val="221015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B439-A6CD-F777-9498-65DC783E7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D22A9F-3ECF-FE6F-67D9-167BFDB3B3C3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03_tool_using_assistant.py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135DCE-9301-F64B-3921-46DD4DB4C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440" y="2571185"/>
            <a:ext cx="3799649" cy="382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87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2229</TotalTime>
  <Words>123</Words>
  <Application>Microsoft Office PowerPoint</Application>
  <PresentationFormat>Widescreen</PresentationFormat>
  <Paragraphs>17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269</cp:revision>
  <dcterms:created xsi:type="dcterms:W3CDTF">2025-09-22T02:44:38Z</dcterms:created>
  <dcterms:modified xsi:type="dcterms:W3CDTF">2026-07-27T17:37:11Z</dcterms:modified>
</cp:coreProperties>
</file>