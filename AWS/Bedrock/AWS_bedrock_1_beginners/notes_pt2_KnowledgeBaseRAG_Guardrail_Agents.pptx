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2" r:id="rId12"/>
    <p:sldId id="27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allows you to use LLM to ask question and receive answers related to your personal domain or knowledge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04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consist of LLM and tools. LLM is used to decide which tool to select based on user input. It then executes that tool.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9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BED8B-0311-C821-E9A9-F7E42CA6F70F}"/>
              </a:ext>
            </a:extLst>
          </p:cNvPr>
          <p:cNvSpPr txBox="1"/>
          <p:nvPr/>
        </p:nvSpPr>
        <p:spPr>
          <a:xfrm>
            <a:off x="1342263" y="1752751"/>
            <a:ext cx="95074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– Retrieval Augmented Generation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Bedrock Knowledge Base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 rails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15C9-409E-9115-1284-98BDC826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972E6-C90D-2F80-00E9-4C595A9B67B5}"/>
              </a:ext>
            </a:extLst>
          </p:cNvPr>
          <p:cNvSpPr/>
          <p:nvPr/>
        </p:nvSpPr>
        <p:spPr>
          <a:xfrm>
            <a:off x="4800600" y="2889504"/>
            <a:ext cx="6464808" cy="2798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59D853-100D-43C1-3ADB-A595D3858B60}"/>
              </a:ext>
            </a:extLst>
          </p:cNvPr>
          <p:cNvSpPr/>
          <p:nvPr/>
        </p:nvSpPr>
        <p:spPr>
          <a:xfrm>
            <a:off x="5148072" y="4114800"/>
            <a:ext cx="1600200" cy="120700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3045AA-47AC-CCA9-180C-26C071E7EB59}"/>
              </a:ext>
            </a:extLst>
          </p:cNvPr>
          <p:cNvSpPr/>
          <p:nvPr/>
        </p:nvSpPr>
        <p:spPr>
          <a:xfrm>
            <a:off x="7726680" y="4114800"/>
            <a:ext cx="3127248" cy="120700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AWS Bedrock</a:t>
            </a:r>
          </a:p>
          <a:p>
            <a:pPr algn="ctr"/>
            <a:r>
              <a:rPr lang="en-US" sz="2400" dirty="0"/>
              <a:t>Knowledge Base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D104AF9-1ECC-5BF9-91FD-6D390F934791}"/>
              </a:ext>
            </a:extLst>
          </p:cNvPr>
          <p:cNvSpPr/>
          <p:nvPr/>
        </p:nvSpPr>
        <p:spPr>
          <a:xfrm>
            <a:off x="6821424" y="4434840"/>
            <a:ext cx="804672" cy="32918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3E233-1F13-CEDD-4BAE-61793D90CADE}"/>
              </a:ext>
            </a:extLst>
          </p:cNvPr>
          <p:cNvSpPr txBox="1"/>
          <p:nvPr/>
        </p:nvSpPr>
        <p:spPr>
          <a:xfrm>
            <a:off x="187308" y="1296883"/>
            <a:ext cx="88103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Create a S3 bucket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Create knowledge Base and sync with S3</a:t>
            </a:r>
          </a:p>
        </p:txBody>
      </p:sp>
    </p:spTree>
    <p:extLst>
      <p:ext uri="{BB962C8B-B14F-4D97-AF65-F5344CB8AC3E}">
        <p14:creationId xmlns:p14="http://schemas.microsoft.com/office/powerpoint/2010/main" val="398463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7EC3-7095-2DA8-10E6-39ACF90B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F03905-1970-EC70-9008-68238769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852" y="297180"/>
            <a:ext cx="7101840" cy="6263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D5099A-5311-DAE9-4BA1-C788C4289C87}"/>
              </a:ext>
            </a:extLst>
          </p:cNvPr>
          <p:cNvSpPr txBox="1"/>
          <p:nvPr/>
        </p:nvSpPr>
        <p:spPr>
          <a:xfrm>
            <a:off x="187308" y="1296883"/>
            <a:ext cx="47155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Create a S3 bucket: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 of bucket:</a:t>
            </a:r>
          </a:p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rag-bkt-demo123</a:t>
            </a:r>
          </a:p>
        </p:txBody>
      </p:sp>
    </p:spTree>
    <p:extLst>
      <p:ext uri="{BB962C8B-B14F-4D97-AF65-F5344CB8AC3E}">
        <p14:creationId xmlns:p14="http://schemas.microsoft.com/office/powerpoint/2010/main" val="231481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0676-29AA-D87F-A8CE-E3B85748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B79B5F-6774-8A73-83B2-8EFFFCB20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302786"/>
            <a:ext cx="10039632" cy="64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4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CA59-EBFB-FE08-E942-B1F461C3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15490-04A8-45EA-9048-2898C2471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54386"/>
            <a:ext cx="11542776" cy="423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3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1598-F766-17E9-5A56-E8B9D5E7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86EA84-C96B-882C-A348-91592C40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398529"/>
            <a:ext cx="11323320" cy="445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1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6D38-923E-65E9-137F-7EAD15EC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5C0E6-7FE6-DBDD-B3C3-5DB2B0FA90F9}"/>
              </a:ext>
            </a:extLst>
          </p:cNvPr>
          <p:cNvSpPr txBox="1"/>
          <p:nvPr/>
        </p:nvSpPr>
        <p:spPr>
          <a:xfrm>
            <a:off x="626220" y="2833075"/>
            <a:ext cx="111969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Now we create Managed Knowledge Base Using AWS Bedrock and sync with S3</a:t>
            </a:r>
          </a:p>
        </p:txBody>
      </p:sp>
    </p:spTree>
    <p:extLst>
      <p:ext uri="{BB962C8B-B14F-4D97-AF65-F5344CB8AC3E}">
        <p14:creationId xmlns:p14="http://schemas.microsoft.com/office/powerpoint/2010/main" val="357597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8487-E13B-E952-CE11-C2E054ED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D0086-D1B2-846C-7ADD-D6091BEA852E}"/>
              </a:ext>
            </a:extLst>
          </p:cNvPr>
          <p:cNvSpPr txBox="1"/>
          <p:nvPr/>
        </p:nvSpPr>
        <p:spPr>
          <a:xfrm>
            <a:off x="146304" y="2736502"/>
            <a:ext cx="10927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create Knowledge Base …takes few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sync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KB with our data 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copy knowledge Base ID which would be needed in  python code: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04_RAG_managed_knowledge_base_query.py</a:t>
            </a:r>
          </a:p>
        </p:txBody>
      </p:sp>
    </p:spTree>
    <p:extLst>
      <p:ext uri="{BB962C8B-B14F-4D97-AF65-F5344CB8AC3E}">
        <p14:creationId xmlns:p14="http://schemas.microsoft.com/office/powerpoint/2010/main" val="388398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3DA0-6EA2-5641-9972-E941DC74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7C93A4-A9EC-46AD-14B9-BF333AFCCC43}"/>
              </a:ext>
            </a:extLst>
          </p:cNvPr>
          <p:cNvSpPr txBox="1"/>
          <p:nvPr/>
        </p:nvSpPr>
        <p:spPr>
          <a:xfrm>
            <a:off x="146304" y="2736502"/>
            <a:ext cx="10927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</a:p>
        </p:txBody>
      </p:sp>
    </p:spTree>
    <p:extLst>
      <p:ext uri="{BB962C8B-B14F-4D97-AF65-F5344CB8AC3E}">
        <p14:creationId xmlns:p14="http://schemas.microsoft.com/office/powerpoint/2010/main" val="100653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9428-F657-59F9-B245-9C2B623D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8597B4-45D4-092B-9B48-7E21AAF0F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392846"/>
              </p:ext>
            </p:extLst>
          </p:nvPr>
        </p:nvGraphicFramePr>
        <p:xfrm>
          <a:off x="755904" y="1874520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848732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62702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Filter Type</a:t>
                      </a:r>
                      <a:endParaRPr lang="en-US" sz="2800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Description</a:t>
                      </a:r>
                      <a:endParaRPr lang="en-US" sz="2800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50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Content 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Detects harmful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Denied Topics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Blocks entire topics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649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Word 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Blocks exact words/phrases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645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Sensitive Information 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Detects/blocks PII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56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Contextual Grounding Checks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Reduces hallucinations in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673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10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BED8B-0311-C821-E9A9-F7E42CA6F70F}"/>
              </a:ext>
            </a:extLst>
          </p:cNvPr>
          <p:cNvSpPr txBox="1"/>
          <p:nvPr/>
        </p:nvSpPr>
        <p:spPr>
          <a:xfrm>
            <a:off x="2561859" y="2705725"/>
            <a:ext cx="6583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3842176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15C9-409E-9115-1284-98BDC826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8972E6-C90D-2F80-00E9-4C595A9B67B5}"/>
              </a:ext>
            </a:extLst>
          </p:cNvPr>
          <p:cNvSpPr/>
          <p:nvPr/>
        </p:nvSpPr>
        <p:spPr>
          <a:xfrm>
            <a:off x="777788" y="2221992"/>
            <a:ext cx="10835092" cy="2798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dirty="0"/>
              <a:t>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D5AD0-7619-C92D-DFA3-D50D4659CC50}"/>
              </a:ext>
            </a:extLst>
          </p:cNvPr>
          <p:cNvSpPr/>
          <p:nvPr/>
        </p:nvSpPr>
        <p:spPr>
          <a:xfrm>
            <a:off x="6559296" y="4091940"/>
            <a:ext cx="4953000" cy="7132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Tool</a:t>
            </a:r>
          </a:p>
          <a:p>
            <a:pPr algn="ctr"/>
            <a:r>
              <a:rPr lang="en-US" sz="2400" dirty="0"/>
              <a:t>search_managed_knowledge_base()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EF352E-F080-7183-7341-61AA794FFEAC}"/>
              </a:ext>
            </a:extLst>
          </p:cNvPr>
          <p:cNvSpPr/>
          <p:nvPr/>
        </p:nvSpPr>
        <p:spPr>
          <a:xfrm>
            <a:off x="6464808" y="3163824"/>
            <a:ext cx="5047488" cy="7132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Tool</a:t>
            </a:r>
          </a:p>
          <a:p>
            <a:pPr algn="ctr"/>
            <a:r>
              <a:rPr lang="en-US" sz="2400" dirty="0"/>
              <a:t>lookup_course()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6B10D-5946-5303-39B1-89D2480BFC55}"/>
              </a:ext>
            </a:extLst>
          </p:cNvPr>
          <p:cNvSpPr/>
          <p:nvPr/>
        </p:nvSpPr>
        <p:spPr>
          <a:xfrm>
            <a:off x="1194816" y="3520440"/>
            <a:ext cx="4020312" cy="7132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16812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91957-F187-B2FE-4967-372A42F41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02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3222</TotalTime>
  <Words>202</Words>
  <Application>Microsoft Office PowerPoint</Application>
  <PresentationFormat>Widescreen</PresentationFormat>
  <Paragraphs>42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290</cp:revision>
  <dcterms:created xsi:type="dcterms:W3CDTF">2025-09-22T02:44:38Z</dcterms:created>
  <dcterms:modified xsi:type="dcterms:W3CDTF">2026-07-28T14:12:40Z</dcterms:modified>
</cp:coreProperties>
</file>