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7" r:id="rId2"/>
    <p:sldId id="279" r:id="rId3"/>
    <p:sldId id="280" r:id="rId4"/>
    <p:sldId id="281" r:id="rId5"/>
    <p:sldId id="276" r:id="rId6"/>
    <p:sldId id="277" r:id="rId7"/>
    <p:sldId id="278" r:id="rId8"/>
    <p:sldId id="27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4003B-30B0-DC6C-85A9-C3617A51A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233ECB-A6BB-940B-3030-37EA7219D5A9}"/>
              </a:ext>
            </a:extLst>
          </p:cNvPr>
          <p:cNvSpPr txBox="1"/>
          <p:nvPr/>
        </p:nvSpPr>
        <p:spPr>
          <a:xfrm>
            <a:off x="219456" y="94816"/>
            <a:ext cx="60899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information needed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AutoNum type="arabicParenR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Tabular data  - DONE</a:t>
            </a:r>
          </a:p>
          <a:p>
            <a:pPr marL="342900" indent="-342900">
              <a:buAutoNum type="arabicParenR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List of Documents to be scanned and uploaded within the period of bid submission - DONE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A71CDF-7581-5CBF-2A5C-5B6FD3B77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7" y="186243"/>
            <a:ext cx="5047563" cy="16628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DA44D2-68C7-0416-DC95-005D52818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050" y="1775990"/>
            <a:ext cx="4960497" cy="500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064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369D7-7D69-B5DE-982F-795D5ED30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2BA02F-0859-4ECD-CE30-DD4F7E8ED117}"/>
              </a:ext>
            </a:extLst>
          </p:cNvPr>
          <p:cNvSpPr txBox="1"/>
          <p:nvPr/>
        </p:nvSpPr>
        <p:spPr>
          <a:xfrm>
            <a:off x="248332" y="274320"/>
            <a:ext cx="47534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information needed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Terms and Conditions </a:t>
            </a: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- DONE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List of acceptable make - TODO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0D3C23-7281-94F6-F502-53E8E3BBD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395" y="447259"/>
            <a:ext cx="6611273" cy="29817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FAED63-70C7-8CC7-51FA-DA9DF7991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395" y="4237304"/>
            <a:ext cx="6287377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92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4A19F-C286-121A-2524-2834D0FB9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F6D5DE-2350-351C-B58D-580B194CED4F}"/>
              </a:ext>
            </a:extLst>
          </p:cNvPr>
          <p:cNvSpPr txBox="1"/>
          <p:nvPr/>
        </p:nvSpPr>
        <p:spPr>
          <a:xfrm>
            <a:off x="467788" y="1764792"/>
            <a:ext cx="99197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small 10-page pdf documents from the original 60+ pages PDF documents. This saves tokens during development. Use this for testing + POC 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3 separate test PDF documents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for UI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TODO: Extract the red text</a:t>
            </a:r>
          </a:p>
        </p:txBody>
      </p:sp>
    </p:spTree>
    <p:extLst>
      <p:ext uri="{BB962C8B-B14F-4D97-AF65-F5344CB8AC3E}">
        <p14:creationId xmlns:p14="http://schemas.microsoft.com/office/powerpoint/2010/main" val="796727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0973B46-21BD-AD74-2A13-00A153FBE320}"/>
              </a:ext>
            </a:extLst>
          </p:cNvPr>
          <p:cNvSpPr/>
          <p:nvPr/>
        </p:nvSpPr>
        <p:spPr>
          <a:xfrm>
            <a:off x="1029462" y="1245870"/>
            <a:ext cx="3176778" cy="6492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Upload PDF Document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Storage – Azure BLOB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DEBDD308-6227-9AAA-1383-9F227FE0E41E}"/>
              </a:ext>
            </a:extLst>
          </p:cNvPr>
          <p:cNvSpPr/>
          <p:nvPr/>
        </p:nvSpPr>
        <p:spPr>
          <a:xfrm>
            <a:off x="2002536" y="2157984"/>
            <a:ext cx="310896" cy="4389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6EA51E-1C16-7AA2-2739-8584517BF37C}"/>
              </a:ext>
            </a:extLst>
          </p:cNvPr>
          <p:cNvSpPr/>
          <p:nvPr/>
        </p:nvSpPr>
        <p:spPr>
          <a:xfrm>
            <a:off x="560070" y="2583180"/>
            <a:ext cx="3506724" cy="6492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 if PDF is digital or scanned 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CF2697-355F-FDE9-06DE-ABA46C7ABE9E}"/>
              </a:ext>
            </a:extLst>
          </p:cNvPr>
          <p:cNvSpPr/>
          <p:nvPr/>
        </p:nvSpPr>
        <p:spPr>
          <a:xfrm>
            <a:off x="2313432" y="3950208"/>
            <a:ext cx="5248656" cy="20939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Extract Text from PDF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LLM is better than </a:t>
            </a:r>
            <a:r>
              <a:rPr lang="en-US" dirty="0" err="1"/>
              <a:t>PDFPlumber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Free version return only 2 page -&gt; use Paid 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Store text in Cache – Saves Token cost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67C81F-523A-63EF-B4C9-49F7E777A098}"/>
              </a:ext>
            </a:extLst>
          </p:cNvPr>
          <p:cNvSpPr txBox="1"/>
          <p:nvPr/>
        </p:nvSpPr>
        <p:spPr>
          <a:xfrm>
            <a:off x="3786192" y="3397996"/>
            <a:ext cx="779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Digital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680F77-83E7-4CBC-4FFB-87164ED5B9C6}"/>
              </a:ext>
            </a:extLst>
          </p:cNvPr>
          <p:cNvSpPr/>
          <p:nvPr/>
        </p:nvSpPr>
        <p:spPr>
          <a:xfrm>
            <a:off x="50868" y="3985784"/>
            <a:ext cx="1732788" cy="932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TODO</a:t>
            </a:r>
          </a:p>
          <a:p>
            <a:pPr algn="ctr"/>
            <a:r>
              <a:rPr lang="en-US" dirty="0"/>
              <a:t>(Run OCR to Extract Text)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E8EC5120-F09C-9527-40FB-9EFA79573CB7}"/>
              </a:ext>
            </a:extLst>
          </p:cNvPr>
          <p:cNvSpPr/>
          <p:nvPr/>
        </p:nvSpPr>
        <p:spPr>
          <a:xfrm>
            <a:off x="596460" y="3330202"/>
            <a:ext cx="641604" cy="557784"/>
          </a:xfrm>
          <a:prstGeom prst="down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8BE7A9-754A-42AB-9DFA-C5E89AB8FB25}"/>
              </a:ext>
            </a:extLst>
          </p:cNvPr>
          <p:cNvSpPr txBox="1"/>
          <p:nvPr/>
        </p:nvSpPr>
        <p:spPr>
          <a:xfrm>
            <a:off x="1161288" y="3447288"/>
            <a:ext cx="97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Scanned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5E2603-441A-1553-2AF7-E2C48F5818F3}"/>
              </a:ext>
            </a:extLst>
          </p:cNvPr>
          <p:cNvSpPr/>
          <p:nvPr/>
        </p:nvSpPr>
        <p:spPr>
          <a:xfrm>
            <a:off x="6962394" y="1110996"/>
            <a:ext cx="5170932" cy="20939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Extract Key Data from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 Prompt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Send 2 pages at time to LLM and extract key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Merge the all the key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Save the extract in JSON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C9519F4-23E8-CCE4-BC31-1EBFC4606174}"/>
              </a:ext>
            </a:extLst>
          </p:cNvPr>
          <p:cNvSpPr/>
          <p:nvPr/>
        </p:nvSpPr>
        <p:spPr>
          <a:xfrm>
            <a:off x="7677912" y="4197096"/>
            <a:ext cx="4364736" cy="1255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Perform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 validation on date and amount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Save the extract in JSON</a:t>
            </a:r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B05FD5F3-A2A0-0BB8-73F1-EB2CD373B079}"/>
              </a:ext>
            </a:extLst>
          </p:cNvPr>
          <p:cNvSpPr/>
          <p:nvPr/>
        </p:nvSpPr>
        <p:spPr>
          <a:xfrm>
            <a:off x="9547860" y="3419856"/>
            <a:ext cx="641604" cy="73152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E4E56243-D9E1-BD5B-95D0-64E163FDF29D}"/>
              </a:ext>
            </a:extLst>
          </p:cNvPr>
          <p:cNvSpPr/>
          <p:nvPr/>
        </p:nvSpPr>
        <p:spPr>
          <a:xfrm>
            <a:off x="9596628" y="5678424"/>
            <a:ext cx="641604" cy="73152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CC023F59-979C-DC0F-1217-AC062F9DE32C}"/>
              </a:ext>
            </a:extLst>
          </p:cNvPr>
          <p:cNvSpPr/>
          <p:nvPr/>
        </p:nvSpPr>
        <p:spPr>
          <a:xfrm>
            <a:off x="3168396" y="3232404"/>
            <a:ext cx="641604" cy="73152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Bent 39">
            <a:extLst>
              <a:ext uri="{FF2B5EF4-FFF2-40B4-BE49-F238E27FC236}">
                <a16:creationId xmlns:a16="http://schemas.microsoft.com/office/drawing/2014/main" id="{57390E41-7122-E614-F3C2-744396679270}"/>
              </a:ext>
            </a:extLst>
          </p:cNvPr>
          <p:cNvSpPr/>
          <p:nvPr/>
        </p:nvSpPr>
        <p:spPr>
          <a:xfrm>
            <a:off x="5509260" y="2039112"/>
            <a:ext cx="1406466" cy="1741932"/>
          </a:xfrm>
          <a:prstGeom prst="ben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CCBB6-E182-D278-5D20-62C45A2DC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DCDF314-A476-7D54-28C2-9301BEF3AE5E}"/>
              </a:ext>
            </a:extLst>
          </p:cNvPr>
          <p:cNvSpPr/>
          <p:nvPr/>
        </p:nvSpPr>
        <p:spPr>
          <a:xfrm>
            <a:off x="228600" y="1325880"/>
            <a:ext cx="5925312" cy="1255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 the validated file in excel in 2 format:</a:t>
            </a:r>
          </a:p>
          <a:p>
            <a:pPr marL="342900" indent="-342900">
              <a:buAutoNum type="arabicParenR"/>
            </a:pPr>
            <a:r>
              <a:rPr lang="en-US" dirty="0"/>
              <a:t>Auditable excel file that contains validated + clean data</a:t>
            </a:r>
          </a:p>
          <a:p>
            <a:pPr marL="342900" indent="-342900">
              <a:buAutoNum type="arabicParenR"/>
            </a:pPr>
            <a:r>
              <a:rPr lang="en-US" dirty="0"/>
              <a:t>Clean file that contains just the clean data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93622A80-3F84-F53B-1B3E-18ADD3E2DC5B}"/>
              </a:ext>
            </a:extLst>
          </p:cNvPr>
          <p:cNvSpPr/>
          <p:nvPr/>
        </p:nvSpPr>
        <p:spPr>
          <a:xfrm>
            <a:off x="2394204" y="201168"/>
            <a:ext cx="641604" cy="996696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AD93F3-2B0C-6275-98C7-369C05FC593B}"/>
              </a:ext>
            </a:extLst>
          </p:cNvPr>
          <p:cNvSpPr/>
          <p:nvPr/>
        </p:nvSpPr>
        <p:spPr>
          <a:xfrm>
            <a:off x="228600" y="3706369"/>
            <a:ext cx="5386578" cy="524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Upload the clean excel file to cloud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Move the original PDF to different container 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DDC24AC-D40A-0FBD-0855-10964B9508EE}"/>
              </a:ext>
            </a:extLst>
          </p:cNvPr>
          <p:cNvSpPr/>
          <p:nvPr/>
        </p:nvSpPr>
        <p:spPr>
          <a:xfrm>
            <a:off x="2519172" y="2694432"/>
            <a:ext cx="641604" cy="86868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BBE8B2-89FC-23F6-1DE6-5E05BD94057B}"/>
              </a:ext>
            </a:extLst>
          </p:cNvPr>
          <p:cNvSpPr/>
          <p:nvPr/>
        </p:nvSpPr>
        <p:spPr>
          <a:xfrm>
            <a:off x="141732" y="5035296"/>
            <a:ext cx="5788152" cy="524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Generate a downloadable URL link – valid for </a:t>
            </a:r>
            <a:r>
              <a:rPr lang="en-US"/>
              <a:t>24 hours</a:t>
            </a:r>
            <a:endParaRPr lang="en-US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D341F5E8-2C50-DD1C-9FC9-8D0590AA42A9}"/>
              </a:ext>
            </a:extLst>
          </p:cNvPr>
          <p:cNvSpPr/>
          <p:nvPr/>
        </p:nvSpPr>
        <p:spPr>
          <a:xfrm>
            <a:off x="2519172" y="4396741"/>
            <a:ext cx="641604" cy="611123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393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572E8-7024-99ED-790A-5C4945EA9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D77067-E55D-6400-A819-F534C9288741}"/>
              </a:ext>
            </a:extLst>
          </p:cNvPr>
          <p:cNvSpPr txBox="1"/>
          <p:nvPr/>
        </p:nvSpPr>
        <p:spPr>
          <a:xfrm>
            <a:off x="201168" y="877824"/>
            <a:ext cx="114391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OCR data is cached.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NIT data is only in first 4 pages. So, look for this in first 4 page only – saves tokens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Terms and Conditions have heading part. So, use this to find pages that has T&amp;C and extract  data from this page for accurate result.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078490-996B-9A20-B637-177E0FCFC791}"/>
              </a:ext>
            </a:extLst>
          </p:cNvPr>
          <p:cNvSpPr txBox="1"/>
          <p:nvPr/>
        </p:nvSpPr>
        <p:spPr>
          <a:xfrm>
            <a:off x="201168" y="4224296"/>
            <a:ext cx="114391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Challenges: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Documents to be scanned + uploaded, this is not in  heading. So used partial  match to find pages that has this and extract data from this page for accurate result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terms and conditions get spilled onto the subsequent pages and those pages do not contain heading T&amp;C .  The serial numbers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are preserved.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9680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3577</TotalTime>
  <Words>350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269</cp:revision>
  <dcterms:created xsi:type="dcterms:W3CDTF">2025-09-22T02:44:38Z</dcterms:created>
  <dcterms:modified xsi:type="dcterms:W3CDTF">2026-08-10T17:26:48Z</dcterms:modified>
</cp:coreProperties>
</file>