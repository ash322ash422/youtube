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81" r:id="rId3"/>
    <p:sldId id="282" r:id="rId4"/>
    <p:sldId id="283" r:id="rId5"/>
    <p:sldId id="277" r:id="rId6"/>
    <p:sldId id="278" r:id="rId7"/>
    <p:sldId id="279" r:id="rId8"/>
    <p:sldId id="276" r:id="rId9"/>
    <p:sldId id="280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4" d="100"/>
          <a:sy n="94" d="100"/>
        </p:scale>
        <p:origin x="5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5:55:33.1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1604 238 24575,'-1'-6'0,"0"0"0,0 0 0,0 0 0,-1 0 0,0 1 0,0-1 0,-1 0 0,0 1 0,0-1 0,0 1 0,0 0 0,-1 0 0,0 0 0,0 1 0,0-1 0,-1 1 0,1 0 0,-1 0 0,0 1 0,0-1 0,-9-4 0,-14-7 0,0 2 0,-57-20 0,77 30 0,-39-12 0,0 2 0,0 3 0,-1 1 0,-1 3 0,1 1 0,-1 3 0,0 2 0,-87 11 0,115-6 0,0 1 0,1 1 0,0 0 0,1 2 0,0 0 0,0 1 0,-20 15 0,13-9 0,0-2 0,-49 21 0,9-13 0,24-9 0,2 2 0,-65 32 0,78-32 0,1 2 0,0 0 0,1 2 0,-27 26 0,40-33 0,1 1 0,1 0 0,0 0 0,0 1 0,1 0 0,1 1 0,1 0 0,0 0 0,-8 26 0,3 3 0,2 1 0,2 0 0,2 0 0,2 1 0,1-1 0,6 66 0,-1-98 0,1 0 0,0 0 0,0 0 0,1-1 0,1 1 0,0-1 0,1 0 0,0-1 0,1 1 0,0-1 0,1 0 0,0-1 0,1 0 0,0 0 0,0-1 0,13 10 0,9 6 0,2-2 0,0-1 0,2-2 0,40 19 0,8-3 0,159 47 0,96 0 0,-131-35 0,-120-29 0,0-4 0,94 4 0,171-9 0,-109-7 0,-203 1 0,0 1 0,44 12 0,-46-8 0,1-2 0,59 3 0,255-12 0,75 3 0,-217 11 0,90 2 0,490-15 0,-734-3 0,1-2 0,-1-3 0,93-27 0,-118 28 0,-1-2 0,0-1 0,-1-2 0,56-31 0,-72 35 0,0 0 0,0-2 0,-1 1 0,-1-2 0,0 0 0,0 0 0,-1-1 0,-1 0 0,0-1 0,0 0 0,9-21 0,4-9 0,-18 35 0,1 0 0,-2 0 0,1-1 0,-1 0 0,0 0 0,-1 0 0,0 0 0,-1-1 0,1-12 0,-2-8 0,-1 0 0,-1 0 0,-2 0 0,-1 1 0,-2-1 0,-1 1 0,-1 0 0,-1 1 0,-2 0 0,-22-43 0,26 58 0,0 1 0,-1-1 0,-1 2 0,0-1 0,-1 1 0,0 1 0,0 0 0,-1 0 0,-1 1 0,-18-13 0,-5-1 0,-1 2 0,-1 2 0,-1 1 0,-1 2 0,-67-21 0,-2 14 0,0 4 0,-178-10 0,141 25 0,51 3 0,-125-19 0,105 7 0,0 5 0,-133 7 0,239 3 0,-18-3 0,-1-1 0,1-1 0,1-1 0,-1-1 0,-29-12 0,20 7 0,-60-11 0,-198-11 0,272 30 0,0 0 0,-37-13 0,36 9 0,1 1 0,-35-4 0,-466-19 0,151 29-1365,332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01:15.5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0 393 24575,'6'3'0,"-1"0"0,1 0 0,-1 1 0,0 0 0,0 0 0,0 0 0,-1 1 0,1-1 0,5 9 0,-8-10 0,57 78 0,-17-20 0,-42-59 0,1-1 0,0 0 0,0 0 0,0 0 0,0 0 0,0 0 0,0 0 0,0 0 0,0 0 0,1-1 0,-1 1 0,0 0 0,0-1 0,1 1 0,-1-1 0,1 1 0,-1-1 0,0 1 0,1-1 0,-1 0 0,1 0 0,-1 0 0,0 0 0,1 0 0,-1 0 0,1 0 0,-1 0 0,1-1 0,-1 1 0,0-1 0,1 1 0,-1-1 0,0 1 0,1-1 0,-1 0 0,0 1 0,0-1 0,2-1 0,4-5 0,1 1 0,-1-1 0,-1 0 0,11-14 0,-15 18 0,102-151 0,13-15 0,-72 115-682,84-77-1,-93 98-6143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01:17.3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0 191 24575,'8'9'0,"-1"1"0,0 0 0,0 0 0,-1 1 0,-1-1 0,0 1 0,6 19 0,13 26 0,-14-34 0,-7-15 0,0 0 0,0 1 0,1-1 0,0 0 0,8 10 0,-11-16 0,0 0 0,0 0 0,0 0 0,0 0 0,0-1 0,0 1 0,1 0 0,-1 0 0,0-1 0,0 1 0,1-1 0,-1 1 0,0-1 0,1 0 0,-1 1 0,0-1 0,1 0 0,-1 0 0,1 0 0,-1 0 0,0 0 0,1 0 0,-1 0 0,0 0 0,1-1 0,-1 1 0,0-1 0,1 1 0,-1-1 0,0 1 0,0-1 0,1 0 0,-1 1 0,0-1 0,0 0 0,0 0 0,2-2 0,13-12 0,-1-1 0,-1 0 0,0-1 0,-1-1 0,12-23 0,7-6 0,113-159-1365,-111 159-5461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01:18.7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0 461 24575,'2'0'0,"0"0"0,0 1 0,0 0 0,0-1 0,0 1 0,0 0 0,0 0 0,0 0 0,-1 0 0,1 0 0,0 0 0,-1 1 0,1-1 0,-1 0 0,1 1 0,-1-1 0,0 1 0,0 0 0,0-1 0,2 4 0,19 41 0,-21-41 0,4 6 0,-1 3 0,2 0 0,0 0 0,9 13 0,-15-26 0,1 1 0,0 0 0,0-1 0,0 1 0,0-1 0,0 1 0,0-1 0,0 0 0,0 1 0,0-1 0,1 0 0,-1 0 0,1 0 0,-1 0 0,1 0 0,-1 0 0,1 0 0,-1 0 0,1-1 0,0 1 0,-1-1 0,1 1 0,0-1 0,0 0 0,-1 1 0,1-1 0,0 0 0,0 0 0,-1 0 0,1 0 0,0-1 0,0 1 0,-1 0 0,4-2 0,7-6 0,0-1 0,-1-1 0,-1 1 0,0-1 0,0-1 0,-1 0 0,13-19 0,11-13 0,25-23 0,4 2 0,2 2 0,3 4 0,105-72 0,-36 40-1365,-89 59-5461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01:22.3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1 342 24575,'4'6'0,"-1"0"0,1 0 0,-1 0 0,0 0 0,0 0 0,-1 0 0,0 1 0,0-1 0,-1 1 0,2 11 0,-2-10 0,1 0 0,0 0 0,0 0 0,1 0 0,0 0 0,5 9 0,-7-16 0,-1 0 0,1 0 0,0 0 0,0 0 0,0-1 0,0 1 0,0 0 0,0-1 0,0 1 0,1 0 0,-1-1 0,0 1 0,0-1 0,0 0 0,1 1 0,-1-1 0,0 0 0,0 0 0,1 0 0,-1 0 0,0 0 0,0 0 0,1 0 0,-1 0 0,0 0 0,0-1 0,1 1 0,-1 0 0,0-1 0,0 1 0,0-1 0,0 0 0,0 1 0,0-1 0,0 0 0,0 0 0,0 1 0,0-1 0,0 0 0,1-2 0,46-46 0,-38 36 0,374-351 0,-346 330-1365,-11 9-5461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06:34.5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1 190 24575,'6'0'0,"0"1"0,0 0 0,1 1 0,-1-1 0,0 1 0,0 0 0,0 1 0,-1-1 0,1 1 0,-1 1 0,1-1 0,-1 1 0,0-1 0,7 9 0,1 0 0,-1 0 0,-1 2 0,0-1 0,9 16 0,-7-5 0,-10-16 0,1-1 0,0 0 0,1 0 0,7 11 0,-11-17 0,1 0 0,-1 0 0,0 0 0,0 0 0,1 0 0,-1 0 0,0 0 0,1 0 0,-1 0 0,1 0 0,-1-1 0,1 1 0,-1-1 0,1 1 0,0-1 0,-1 0 0,1 1 0,0-1 0,-1 0 0,1 0 0,0 0 0,-1-1 0,1 1 0,0 0 0,-1 0 0,1-1 0,2 0 0,52-27 0,-1-2 0,-2-2 0,70-55 0,102-88-1365,-172 133-5461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06:36.3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24575,'9'0'0,"7"0"0,4 0 0,9 0 0,12 0 0,11 0 0,19 0 0,24 0 0,16 0 0,7 0 0,-3 0 0,-13 0 0,-23 0-8191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06:37.8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1 173 24575,'0'0'0,"0"0"0,0-1 0,0 1 0,0-1 0,0 1 0,0 0 0,0-1 0,0 1 0,0 0 0,0-1 0,0 1 0,0-1 0,0 1 0,0 0 0,0-1 0,1 1 0,-1 0 0,0-1 0,0 1 0,0 0 0,1 0 0,-1-1 0,0 1 0,0 0 0,1-1 0,-1 1 0,0 0 0,0 0 0,1 0 0,-1-1 0,0 1 0,1 0 0,-1 0 0,0 0 0,1-1 0,14 7 0,10 17 0,-14-7 0,0 0 0,-1 1 0,10 23 0,9 18 0,-28-57 0,0 1 0,-1-1 0,1 1 0,0-1 0,0 0 0,0 0 0,0 0 0,0 1 0,0-1 0,0 0 0,0 0 0,0 0 0,0-1 0,0 1 0,1 0 0,-1 0 0,0-1 0,1 1 0,-1-1 0,1 1 0,-1-1 0,1 1 0,-1-1 0,1 0 0,-1 0 0,1 0 0,-1 0 0,1 0 0,-1 0 0,1 0 0,-1 0 0,1 0 0,-1-1 0,0 1 0,1-1 0,-1 1 0,1-1 0,-1 0 0,0 1 0,1-1 0,0-1 0,7-5 0,-1 0 0,-1 0 0,1 0 0,12-18 0,-9 13 0,206-241-1365,-189 219-5461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06:39.5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0 578 24575,'2'-11'0,"1"0"0,0 1 0,0-1 0,1 1 0,0 0 0,1 0 0,0 1 0,1 0 0,0-1 0,8-8 0,5-11 0,89-129 0,-47 71 0,-29 40-682,54-61-1,-57 79-6143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06:40.4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45 24575,'1'-1'0,"1"-1"0,-1 1 0,1-1 0,0 1 0,-1 0 0,1 0 0,0 0 0,0 0 0,0 0 0,0 1 0,0-1 0,0 0 0,0 1 0,0-1 0,0 1 0,0 0 0,0 0 0,4 0 0,1-1 0,8-2 0,31-6 0,1 2 0,0 1 0,91 3 0,-133 3 4,1 1-1,-1-1 1,0 1-1,0 0 1,0 1-1,0-1 1,0 1-1,0 0 1,-1 0-1,1 1 1,0-1-1,-1 1 1,0 0-1,0 0 1,0 0-1,0 1 1,0 0-1,-1 0 1,1 0-1,-1 0 1,0 0-1,0 0 1,-1 1-1,1 0 1,-1-1-1,0 1 1,3 10-1,-1 6-154,-1 0-1,-1 1 0,0-1 1,-2 0-1,-3 32 1,2-28-403,0 6-6272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07T16:07:50.1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34 6257 0 0,'4'-27'-21'0'0,"-2"20"953"0"0,-1 26-753 0 0,4 106-257 0 0,7 74 46 0 0,-3-45 140 0 0,-8-144-50 0 0,0-8-42 0 0,-1 0 0 0 0,1 0 0 0 0,-1-1 0 0 0,0 1 0 0 0,0 0 0 0 0,0 0 0 0 0,0 0 0 0 0,-1 0 0 0 0,1 0 0 0 0,0 0 0 0 0,-1 0 0 0 0,0 2 0 0 0,1-3 84 0 0,1 8 33 0 0,14-42-6121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07T16:07:50.9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45 428 5232 0 0,'0'0'-81'0'0,"-3"0"14"0"0,-10 0 27 0 0,10 0 140 0 0,-14 2 311 0 0,8 0 70 0 0,13-1-248 0 0,137 1-165 0 0,-54 2 32 0 0,0-4 1 0 0,0-4-1 0 0,89-16 1 0 0,-169 19-30 0 0,0 0 0 0 0,0-1 0 0 0,0 0 1 0 0,-1-1-1 0 0,1 1 0 0 0,0-1 1 0 0,-1 0-1 0 0,1-1 0 0 0,-1 0 0 0 0,0 0 1 0 0,-1 0-1 0 0,1-1 0 0 0,-1 0 1 0 0,1 0-1 0 0,-2 0 0 0 0,1 0 0 0 0,0-1 1 0 0,-1 0-1 0 0,4-7 0 0 0,-4 3 45 0 0,1-1-1 0 0,-2 1 0 0 0,1-1 1 0 0,-2 0-1 0 0,1-1 0 0 0,-2 1 1 0 0,1 0-1 0 0,-1-1 0 0 0,-1 1 1 0 0,0-1-1 0 0,-2-12 0 0 0,0-2 74 0 0,1 8-34 0 0,-1 0 1 0 0,0 1-1 0 0,-1-1 0 0 0,-7-20 0 0 0,4-3 378 0 0,6 39-513 0 0,-1-6-19 0 0,1 9-20 0 0,0-1-1 0 0,0 0 1 0 0,0 0-1 0 0,0 0 1 0 0,0 0-1 0 0,0 0 1 0 0,0 0-1 0 0,0 0 1 0 0,0 0-1 0 0,-1 0 1 0 0,1 0-1 0 0,0 0 1 0 0,0 0-1 0 0,0 0 1 0 0,0 0-1 0 0,0 0 1 0 0,0 0-1 0 0,0 0 1 0 0,0 0-1 0 0,0 0 1 0 0,0 0-1 0 0,0 0 1 0 0,-1 0-1 0 0,1 0 1 0 0,0 0-1 0 0,-4 106-176 0 0,13 135-1 0 0,0-13 278 0 0,-10-201-56 0 0,9-44-5686 0 0,-1 4 2905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07T16:07:51.3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46 6793 0 0,'24'-33'770'0'0,"-24"32"-729"0"0,1 0 0 0 0,-1 0 0 0 0,1 1 0 0 0,0-1 0 0 0,-1 0 0 0 0,1 0-1 0 0,0 0 1 0 0,0 1 0 0 0,-1-1 0 0 0,1 1 0 0 0,0-1 0 0 0,0 0 0 0 0,0 1-1 0 0,0-1 1 0 0,0 1 0 0 0,0 0 0 0 0,0-1 0 0 0,1 1 0 0 0,-1 0-31 0 0,-1 0 0 0 0,1 0 0 0 0,0 0 1 0 0,-1 1-1 0 0,1-1 0 0 0,-1 0 0 0 0,1 0 1 0 0,-1 1-1 0 0,1-1 0 0 0,-1 0 0 0 0,1 1 1 0 0,-1-1-1 0 0,0 1 0 0 0,1-1 0 0 0,-1 1 1 0 0,1-1-1 0 0,-1 1 0 0 0,0-1 0 0 0,1 1 0 0 0,-1-1 1 0 0,0 1-1 0 0,0-1 0 0 0,1 2 0 0 0,9 51-234 0 0,-5-21 242 0 0,27 92 6 0 0,-28-102-73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07T16:07:51.5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72 5541 0 0,'3'-21'1433'0'0,"4"-8"1543"0"0,-6 27-2317 0 0,2-17-6127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07T16:07:52.7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341 660 6873 0 0,'0'0'-161'0'0,"10"2"-190"0"0,-6-2 569 0 0,-10-1 1101 0 0,-21-2-1280 0 0,0 1-1 0 0,0 1 1 0 0,-49 5 0 0 0,64-2-46 0 0,-1-1-1 0 0,1 1 1 0 0,0 1 0 0 0,0 0-1 0 0,0 1 1 0 0,1 0-1 0 0,-1 1 1 0 0,1 0 0 0 0,0 1-1 0 0,0 0 1 0 0,-14 11 0 0 0,21-13-1 0 0,1 0 0 0 0,-1 0-1 0 0,1 0 1 0 0,0 0 0 0 0,0 0 0 0 0,1 1 0 0 0,-1-1 0 0 0,1 1 0 0 0,0 0 0 0 0,0 0 0 0 0,1-1 0 0 0,-1 1 0 0 0,1 0 0 0 0,0 0 0 0 0,1 1-1 0 0,-1-1 1 0 0,1 0 0 0 0,0 0 0 0 0,0 0 0 0 0,1 0 0 0 0,-1 0 0 0 0,1 0 0 0 0,0 0 0 0 0,1 0 0 0 0,-1 0 0 0 0,1 0 0 0 0,0 0-1 0 0,0 0 1 0 0,3 4 0 0 0,-1-2 16 0 0,0 1-1 0 0,0-1 0 0 0,1 0 0 0 0,0-1 1 0 0,0 1-1 0 0,0-1 0 0 0,1 0 1 0 0,0 0-1 0 0,0-1 0 0 0,1 1 0 0 0,0-1 1 0 0,-1-1-1 0 0,2 1 0 0 0,-1-2 1 0 0,0 1-1 0 0,1 0 0 0 0,10 2 0 0 0,-14-6 29 0 0,0 1-1 0 0,0-1 0 0 0,0-1 0 0 0,0 1 1 0 0,0 0-1 0 0,0-1 0 0 0,0 0 1 0 0,0 0-1 0 0,0 0 0 0 0,0 0 0 0 0,0-1 1 0 0,0 0-1 0 0,-1 1 0 0 0,1-1 0 0 0,-1-1 1 0 0,1 1-1 0 0,-1 0 0 0 0,0-1 1 0 0,0 0-1 0 0,0 1 0 0 0,0-1 0 0 0,-1-1 1 0 0,4-2-1 0 0,6-11 48 0 0,0 1 0 0 0,-1-1 0 0 0,10-21 1 0 0,-19 35-76 0 0,17-36 60 0 0,-2 0-1 0 0,-2-1 1 0 0,-1-1 0 0 0,10-55 0 0 0,20-174 245 0 0,-35 199-125 0 0,0-5 151 0 0,-1-84 0 0 0,-8 158-418 0 0,-3 8-463 0 0,-7 12 508 0 0,2 1-1 0 0,1-1 0 0 0,0 2 1 0 0,1-1-1 0 0,1 1 0 0 0,-3 25 1 0 0,-10 134-79 0 0,16-150 96 0 0,0 9 4 0 0,1 0 1 0 0,2-1-1 0 0,1 1 0 0 0,2-1 1 0 0,2 1-1 0 0,13 46 1 0 0,-14-67 11 0 0,1 1 0 0 0,1-2-1 0 0,0 1 1 0 0,1-1 0 0 0,1 0 0 0 0,0 0 0 0 0,1-1-1 0 0,1 0 1 0 0,0-1 0 0 0,1-1 0 0 0,1 1 0 0 0,0-2-1 0 0,1 0 1 0 0,0 0 0 0 0,17 9 0 0 0,-7-6 12 0 0,0-2 1 0 0,2-2 0 0 0,-1 0-1 0 0,1-1 1 0 0,0-1-1 0 0,1-2 1 0 0,0-1-1 0 0,1-1 1 0 0,-1-1 0 0 0,47 0-1 0 0,-54-4 1 0 0,-1-1 0 0 0,0-2 0 0 0,0 0 0 0 0,0 0 0 0 0,0-2 0 0 0,0-1 0 0 0,-1 0 0 0 0,0-1 0 0 0,0-1 0 0 0,-1-1 0 0 0,0 0 0 0 0,0-1 0 0 0,-1-1 0 0 0,-1-1 0 0 0,0 0 0 0 0,14-15 0 0 0,-18 17 11 0 0,0-1 1 0 0,-2-1-1 0 0,1 0 0 0 0,-1 0 0 0 0,-1 0 0 0 0,0-1 0 0 0,-1-1 1 0 0,0 1-1 0 0,-1-1 0 0 0,-1-1 0 0 0,0 1 0 0 0,-1-1 0 0 0,0 1 1 0 0,-1-1-1 0 0,0-17 0 0 0,-2 29-15 0 0,-1-1 1 0 0,-1 1-1 0 0,1-1 0 0 0,0 1 0 0 0,-1-1 1 0 0,0 0-1 0 0,0 1 0 0 0,0 0 1 0 0,0-1-1 0 0,0 1 0 0 0,-1 0 0 0 0,1-1 1 0 0,-1 1-1 0 0,0 0 0 0 0,0 0 1 0 0,0 0-1 0 0,-1 1 0 0 0,1-1 0 0 0,-5-3 1 0 0,3 3-5 0 0,-1 0 0 0 0,1 0 0 0 0,-1 1 0 0 0,0 0 0 0 0,0 0 0 0 0,0 0 0 0 0,0 1 0 0 0,0-1 0 0 0,-1 1 0 0 0,1 0 0 0 0,-10 0 0 0 0,-3 2-6 0 0,-1 0 0 0 0,1 0 0 0 0,0 2 0 0 0,0 0 0 0 0,0 1 0 0 0,-25 10 0 0 0,25-8-13 0 0,1 1 0 0 0,0 0-1 0 0,0 2 1 0 0,1 0 0 0 0,0 1 0 0 0,-19 15 0 0 0,31-22 8 0 0,1 0-1 0 0,0 0 1 0 0,0 0 0 0 0,0 0 0 0 0,0 0-1 0 0,1 1 1 0 0,-1-1 0 0 0,1 1 0 0 0,0-1 0 0 0,0 1-1 0 0,0 0 1 0 0,1 0 0 0 0,-1 0 0 0 0,1 0-1 0 0,0 0 1 0 0,0 1 0 0 0,0-1 0 0 0,1 0-1 0 0,-1 0 1 0 0,1 1 0 0 0,0-1 0 0 0,1 0-1 0 0,-1 0 1 0 0,1 1 0 0 0,-1-1 0 0 0,1 0 0 0 0,0 0-1 0 0,1 0 1 0 0,-1 0 0 0 0,1 0 0 0 0,0 0-1 0 0,0 0 1 0 0,3 4 0 0 0,4 5 1 0 0,1-1-1 0 0,0-1 1 0 0,0 0 0 0 0,1 0 0 0 0,1-1-1 0 0,-1 0 1 0 0,2-1 0 0 0,-1 0-1 0 0,1-1 1 0 0,1-1 0 0 0,16 7 0 0 0,27 10-2 0 0,82 23 0 0 0,-124-43 9 0 0,388 83-15 0 0,-142-37 226 0 0,-249-47 116 0 0,15 1-1149 0 0,-23-10-194 0 0,-12-7-126 0 0,-3 0-1359 0 0,0 1-612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07T16:07:58.8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679 70 6649 0 0,'17'-35'175'0'0,"-17"33"-36"0"0,-8-24 503 0 0,2 25-621 0 0,0-1-1 0 0,-1 1 0 0 0,1 0 0 0 0,-1 0 1 0 0,1 1-1 0 0,-1 0 0 0 0,1 0 0 0 0,-1 0 1 0 0,1 1-1 0 0,-1 0 0 0 0,1 0 0 0 0,-10 4 1 0 0,-83 30-18 0 0,82-28 10 0 0,-24 10-7 0 0,0 2 1 0 0,1 2-1 0 0,1 1 0 0 0,1 2 1 0 0,1 2-1 0 0,1 1 1 0 0,2 2-1 0 0,1 2 0 0 0,-54 63 1 0 0,81-87-11 0 0,0 1 0 0 0,0 0 0 0 0,1 0 0 0 0,0 1 0 0 0,0 0 0 0 0,1 0-1 0 0,0 0 1 0 0,1 0 0 0 0,-4 13 0 0 0,7-18 0 0 0,-1 0-1 0 0,1 0 0 0 0,0 0 0 0 0,0 0 0 0 0,0 0 1 0 0,0 0-1 0 0,1 0 0 0 0,0 0 0 0 0,0 0 1 0 0,0 0-1 0 0,0 0 0 0 0,0 0 0 0 0,1-1 0 0 0,0 1 1 0 0,0 0-1 0 0,0-1 0 0 0,0 1 0 0 0,0-1 0 0 0,1 0 1 0 0,-1 0-1 0 0,1 0 0 0 0,0 0 0 0 0,0 0 0 0 0,6 4 1 0 0,8 4 2 0 0,1 0 1 0 0,0-1 0 0 0,0-1 0 0 0,1-1-1 0 0,0 0 1 0 0,37 9 0 0 0,127 17 12 0 0,-134-27-15 0 0,-23-3 14 0 0,22 4 201 0 0,70 3-1 0 0,-116-11-129 0 0,1 1 6 0 0,2-1-209 0 0,-2 1 107 0 0,0-1-1 0 0,-1 0 1 0 0,1 1 0 0 0,0-1-1 0 0,-1 0 1 0 0,1 0 0 0 0,0-1-1 0 0,-1 1 1 0 0,1-1-1 0 0,0 1 1 0 0,2-2 0 0 0,-3 1-248 0 0,0 0 1 0 0,-1 0-1 0 0,1 0 1 0 0,-1 0 0 0 0,1-1-1 0 0,-1 1 1 0 0,0 0-1 0 0,0-1 1 0 0,1 1-1 0 0,-1-1 1 0 0,0 0 0 0 0,0 1-1 0 0,1-3 1 0 0,3-8-2288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07T16:07:59.6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55 70 6009 0 0,'3'-9'137'0'0,"-1"1"0"0"0,0-1 0 0 0,0 0 0 0 0,-1 0 0 0 0,0-15 0 0 0,-1 22 11 0 0,-4 23-127 0 0,-18 75-47 0 0,5 1 0 0 0,-5 114 1 0 0,21-195 27 0 0,2 1 0 0 0,-1-1 1 0 0,2 0-1 0 0,0 1 1 0 0,1-1-1 0 0,1 0 0 0 0,0 0 1 0 0,1-1-1 0 0,11 23 0 0 0,-14-33 11 0 0,1 1 0 0 0,0-1 0 0 0,1 1-1 0 0,-1-1 1 0 0,1 0 0 0 0,0 0 0 0 0,0-1-1 0 0,0 1 1 0 0,1-1 0 0 0,0 0 0 0 0,0 0-1 0 0,0 0 1 0 0,0-1 0 0 0,1 1 0 0 0,-1-1-1 0 0,1-1 1 0 0,0 1 0 0 0,-1-1 0 0 0,1 0-1 0 0,0 0 1 0 0,1-1 0 0 0,-1 0 0 0 0,0 0-1 0 0,0 0 1 0 0,0-1 0 0 0,1 0 0 0 0,7-1-1 0 0,-1 0 47 0 0,0-2 1 0 0,-1 1-1 0 0,1-2 0 0 0,-1 1 0 0 0,0-2 0 0 0,0 0 0 0 0,-1 0 0 0 0,1-1 0 0 0,-1 0 0 0 0,0-1 1 0 0,-1-1-1 0 0,15-12 0 0 0,3-7 402 0 0,0-2 1 0 0,38-54 0 0 0,-33 40 361 0 0,5-17 56 0 0,-37 59-882 0 0,1 4-383 0 0,2 11 322 0 0,0 1 0 0 0,-1 0 0 0 0,2 15 0 0 0,-2-11-11 0 0,0-1 1 0 0,9 26-1 0 0,-9-35 61 0 0,1-1 0 0 0,0 1-1 0 0,1-1 1 0 0,0 0-1 0 0,0 0 1 0 0,0-1 0 0 0,1 1-1 0 0,0-1 1 0 0,1 0 0 0 0,12 10-1 0 0,-16-15-188 0 0,0 0 0 0 0,0 0-1 0 0,1 0 1 0 0,-1 0-1 0 0,0 0 1 0 0,1-1 0 0 0,0 1-1 0 0,-1-1 1 0 0,1 0-1 0 0,0 0 1 0 0,-1 0 0 0 0,1-1-1 0 0,0 1 1 0 0,0-1-1 0 0,0 0 1 0 0,0 0 0 0 0,-1-1-1 0 0,1 1 1 0 0,0-1-1 0 0,0 1 1 0 0,0-1 0 0 0,-1 0-1 0 0,1-1 1 0 0,-1 1-1 0 0,1-1 1 0 0,-1 1 0 0 0,1-1-1 0 0,5-5 1 0 0,12-9-2175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07T16:07:59.8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58 66 6325 0 0,'-40'-36'1068'0'0,"38"35"-897"0"0,-13-16 472 0 0,14 11-3218 0 0,14 1 757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07T16:08:01.0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264 337 5152 0 0,'0'0'989'0'0,"-3"2"-935"0"0,-81 36 176 0 0,65-31-214 0 0,0 0 0 0 0,1 2 0 0 0,0 0 0 0 0,0 1 0 0 0,1 1 0 0 0,0 0 0 0 0,-16 16 0 0 0,31-26-16 0 0,1 1-1 0 0,-1 0 1 0 0,1 0-1 0 0,-1-1 1 0 0,1 1-1 0 0,0 0 1 0 0,0 0-1 0 0,-1 1 1 0 0,2-1-1 0 0,-1 0 1 0 0,0 0-1 0 0,0 0 1 0 0,1 1-1 0 0,-1-1 1 0 0,1 0 0 0 0,0 1-1 0 0,0-1 1 0 0,-1 0-1 0 0,2 1 1 0 0,-1-1-1 0 0,0 0 1 0 0,0 1-1 0 0,1-1 1 0 0,-1 0-1 0 0,1 1 1 0 0,0-1-1 0 0,0 0 1 0 0,0 0-1 0 0,0 0 1 0 0,0 0-1 0 0,0 0 1 0 0,0 0-1 0 0,1 0 1 0 0,-1 0-1 0 0,1 0 1 0 0,-1 0-1 0 0,1-1 1 0 0,0 1-1 0 0,0-1 1 0 0,2 3-1 0 0,9 5 12 0 0,0 1-1 0 0,0-1 0 0 0,1-1 0 0 0,20 9 0 0 0,5 1 9 0 0,0-2 0 0 0,50 13 0 0 0,-68-23 1 0 0,1-1 1 0 0,0-1-1 0 0,0-2 0 0 0,0 0 0 0 0,1-1 0 0 0,22-2 1 0 0,-35 0-11 0 0,-1-1 0 0 0,1 0 0 0 0,0 0 0 0 0,-1-1 0 0 0,1 0 0 0 0,-1-1 1 0 0,0 0-1 0 0,0 0 0 0 0,0-1 0 0 0,-1 0 0 0 0,1 0 0 0 0,-1-1 0 0 0,-1 0 1 0 0,1-1-1 0 0,-1 0 0 0 0,0 0 0 0 0,-1-1 0 0 0,1 1 0 0 0,-1-1 0 0 0,-1-1 1 0 0,0 1-1 0 0,6-13 0 0 0,-2 1 33 0 0,-2-1-1 0 0,0 0 1 0 0,-1 0 0 0 0,0 0 0 0 0,-2-1-1 0 0,-1 1 1 0 0,-1-1 0 0 0,-1 0 0 0 0,-1-25-1 0 0,-20-225 1437 0 0,12 230-1382 0 0,8 40-116 0 0,-3 27-165 0 0,1 0 0 0 0,4 48 0 0 0,-2-27 146 0 0,-2 412 1262 0 0,-2-464-1154 0 0,-1-5-53 0 0,0-1-1 0 0,0 0 1 0 0,1 0 0 0 0,1-1-1 0 0,0 1 1 0 0,1-1 0 0 0,0 1-1 0 0,1-1 1 0 0,0 0 0 0 0,1 0-1 0 0,0 1 1 0 0,1-1-1 0 0,1 0 1 0 0,0 0 0 0 0,0 1-1 0 0,7-17 1 0 0,-5 17-64 0 0,0 0-1 0 0,1 1 1 0 0,0-1 0 0 0,1 1 0 0 0,0 0 0 0 0,1 1-1 0 0,0 0 1 0 0,0 0 0 0 0,1 0 0 0 0,1 1-1 0 0,0 0 1 0 0,0 0 0 0 0,0 1 0 0 0,1 1 0 0 0,0 0-1 0 0,1 0 1 0 0,11-5 0 0 0,-17 10 19 0 0,0 0-1 0 0,0 1 1 0 0,0 0 0 0 0,0 0 0 0 0,0 1 0 0 0,0-1 0 0 0,0 1-1 0 0,0 0 1 0 0,0 1 0 0 0,1-1 0 0 0,-1 1 0 0 0,0 0-1 0 0,0 0 1 0 0,-1 0 0 0 0,1 1 0 0 0,0 0 0 0 0,0 0 0 0 0,-1 0-1 0 0,1 0 1 0 0,-1 1 0 0 0,0 0 0 0 0,1 0 0 0 0,-1 0-1 0 0,5 6 1 0 0,-7-7 20 0 0,1 0-1 0 0,-1 0 0 0 0,0 0 1 0 0,0 0-1 0 0,0 1 0 0 0,0-1 1 0 0,0 1-1 0 0,-1-1 0 0 0,1 1 1 0 0,-1 0-1 0 0,0 0 0 0 0,0-1 1 0 0,0 1-1 0 0,0 0 0 0 0,0 0 1 0 0,0 0-1 0 0,-1 0 0 0 0,0 0 1 0 0,1 0-1 0 0,-1 0 1 0 0,0 1-1 0 0,0-1 0 0 0,-1 0 1 0 0,1 0-1 0 0,-1 0 0 0 0,0 0 1 0 0,1 0-1 0 0,-1 0 0 0 0,0-1 1 0 0,-1 1-1 0 0,1 0 0 0 0,-1 0 1 0 0,1-1-1 0 0,-1 1 0 0 0,0-1 1 0 0,0 1-1 0 0,0-1 0 0 0,-4 4 1 0 0,-8 5 0 0 0,-1 0 1 0 0,0-1-1 0 0,-1-1 1 0 0,0-1-1 0 0,0 0 1 0 0,-1-1-1 0 0,-25 7 1 0 0,-124 26-13 0 0,75-26-7 0 0,57-10 5 0 0,-1 2 0 0 0,-56 17 0 0 0,89-23-1 0 0,33 11-60 0 0,-7-1 78 0 0,49 9-39 0 0,-2 3-1 0 0,0 4 0 0 0,-2 3 1 0 0,88 49-1 0 0,-127-57-9 0 0,-22-15-28 0 0,0-1-1 0 0,0 0 1 0 0,0 0-1 0 0,1-1 1 0 0,-1 1-1 0 0,16 3 1 0 0,-22-7-510 0 0,22-6-3917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07T16:08:07.9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49 4512 0 0,'17'-42'4628'0'0,"-17"42"-4627"0"0,0 0 1 0 0,0-1-1 0 0,0 1 0 0 0,-1 0 0 0 0,1 0 1 0 0,0 0-1 0 0,0-1 0 0 0,0 1 0 0 0,0 0 0 0 0,0 0 1 0 0,0 0-1 0 0,0 0 0 0 0,0-1 0 0 0,0 1 1 0 0,1 0-1 0 0,-1 0 0 0 0,0 0 0 0 0,0-1 0 0 0,0 1 1 0 0,0 0-1 0 0,0 0 0 0 0,0 0 0 0 0,0 0 1 0 0,0-1-1 0 0,0 1 0 0 0,1 0 0 0 0,-1 0 0 0 0,0 0 1 0 0,0 0-1 0 0,0 0 0 0 0,0-1 0 0 0,0 1 1 0 0,1 0-1 0 0,-1 0 0 0 0,0 0 0 0 0,0 0 0 0 0,0 0 1 0 0,0 0-1 0 0,1 0 0 0 0,-1 0 0 0 0,0 0 1 0 0,0 0-1 0 0,0 0 0 0 0,1 0 0 0 0,-1 0 1 0 0,0 0-1 0 0,0 0 0 0 0,0 0 0 0 0,1 0 0 0 0,-1 0 1 0 0,0 0-1 0 0,0 0 0 0 0,0 0 0 0 0,0 0 1 0 0,1 0-1 0 0,-1 0 0 0 0,0 0 0 0 0,0 0 0 0 0,0 0 1 0 0,1 1-1 0 0,6 28-4 0 0,5 55-1 0 0,5 20 46 0 0,13 50 325 0 0,-23-183-5266 0 0,1 6 2037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07T16:08:08.6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598 319 6501 0 0,'1'-3'39'0'0,"0"0"0"0"0,0 1 0 0 0,0-1 1 0 0,-1 0-1 0 0,1 0 0 0 0,-1 1 0 0 0,1-1 1 0 0,-1 0-1 0 0,0 0 0 0 0,0 0 0 0 0,0 0 1 0 0,-1 1-1 0 0,1-1 0 0 0,-1 0 0 0 0,0 0 1 0 0,1 1-1 0 0,-1-1 0 0 0,0 0 0 0 0,-1 1 1 0 0,1-1-1 0 0,0 1 0 0 0,-1-1 0 0 0,1 1 1 0 0,-1 0-1 0 0,0 0 0 0 0,0 0 0 0 0,0-1 1 0 0,0 2-1 0 0,0-1 0 0 0,0 0 0 0 0,-5-3 1 0 0,-2-1 61 0 0,0 0 0 0 0,0 0 0 0 0,0 1 1 0 0,-1 0-1 0 0,1 0 0 0 0,-1 1 1 0 0,-14-3-1 0 0,5 3-93 0 0,0 1 0 0 0,0 0 1 0 0,-1 2-1 0 0,1 1 0 0 0,0 0 0 0 0,-1 1 1 0 0,1 1-1 0 0,0 1 0 0 0,0 1 1 0 0,0 0-1 0 0,0 1 0 0 0,0 2 0 0 0,1 0 1 0 0,-19 10-1 0 0,25-11-4 0 0,0 1 1 0 0,0 0-1 0 0,1 1 0 0 0,0 0 1 0 0,0 0-1 0 0,1 2 0 0 0,0-1 1 0 0,0 1-1 0 0,1 1 0 0 0,1-1 1 0 0,0 2-1 0 0,0-1 0 0 0,1 1 1 0 0,1 0-1 0 0,0 0 0 0 0,0 1 1 0 0,1 0-1 0 0,1 0 0 0 0,0 0 1 0 0,-3 24-1 0 0,7-27-1 0 0,0-1 0 0 0,0 0 0 0 0,1 1 1 0 0,0-1-1 0 0,1 0 0 0 0,0 1 0 0 0,1-1 0 0 0,0 0 0 0 0,0 0 0 0 0,1-1 0 0 0,0 1 0 0 0,0-1 1 0 0,1 0-1 0 0,0 0 0 0 0,1 0 0 0 0,-1 0 0 0 0,2-1 0 0 0,-1 0 0 0 0,14 11 0 0 0,-1-2 7 0 0,1 0 0 0 0,1-1 0 0 0,0-1 0 0 0,1-2 0 0 0,0 0 0 0 0,29 11-1 0 0,-3-4 18 0 0,1-3-1 0 0,0-1 1 0 0,1-3-1 0 0,0-2 0 0 0,1-2 1 0 0,0-3-1 0 0,0-2 0 0 0,77-4 1 0 0,-109-2-1 0 0,0 0 1 0 0,-1-2 0 0 0,1 0-1 0 0,-1-1 1 0 0,0-1 0 0 0,0-1-1 0 0,0 0 1 0 0,-1-1-1 0 0,-1-1 1 0 0,0-1 0 0 0,0 0-1 0 0,-1-1 1 0 0,0-1-1 0 0,-1 0 1 0 0,24-30 0 0 0,-27 30 11 0 0,-1-1 1 0 0,-1-1-1 0 0,0 1 1 0 0,0-2-1 0 0,-2 1 1 0 0,0-1-1 0 0,-1 0 1 0 0,0 0 0 0 0,-1-1-1 0 0,-1 0 1 0 0,-1 0-1 0 0,0 0 1 0 0,-1 0-1 0 0,-1 0 1 0 0,-1-1-1 0 0,0 1 1 0 0,-2 0-1 0 0,-3-20 1 0 0,2 24 4 0 0,0-1 0 0 0,-1 1 1 0 0,-1 0-1 0 0,0 1 0 0 0,-1-1 0 0 0,0 1 1 0 0,-1 0-1 0 0,0 1 0 0 0,-1 0 0 0 0,-1 0 1 0 0,-14-16-1 0 0,8 14-10 0 0,-1 0 0 0 0,0 0 0 0 0,0 2 0 0 0,-1 0 0 0 0,-1 1-1 0 0,0 0 1 0 0,-21-7 0 0 0,-13 0 10 0 0,-1 1-1 0 0,-1 3 0 0 0,0 2 1 0 0,-98-6-1 0 0,-28 13 142 0 0,17 0-1881 0 0,162 4 1576 0 0,-18-3-969 0 0,8-2-2495 0 0,0-1 447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07T16:08:09.9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 64 6957 0 0,'-47'18'2169'0'0,"51"-21"-2128"0"0,17-9-38 0 0,0 1 1 0 0,1 1-1 0 0,1 1 0 0 0,-1 1 1 0 0,1 1-1 0 0,1 0 1 0 0,-1 2-1 0 0,1 1 0 0 0,0 1 1 0 0,0 1-1 0 0,0 1 0 0 0,38 4 1 0 0,-60-3-7 0 0,0 0 1 0 0,0 0-1 0 0,0 0 0 0 0,-1 0 1 0 0,1 0-1 0 0,0 1 0 0 0,0-1 1 0 0,-1 0-1 0 0,1 1 0 0 0,0 0 1 0 0,-1-1-1 0 0,1 1 0 0 0,0 0 1 0 0,-1 0-1 0 0,1 0 0 0 0,-1 0 1 0 0,1 0-1 0 0,-1 0 0 0 0,0 0 1 0 0,0 0-1 0 0,1 1 1 0 0,-1-1-1 0 0,0 0 0 0 0,0 1 1 0 0,1 1-1 0 0,-2 0 2 0 0,1-1 0 0 0,-1 0 0 0 0,0 1 0 0 0,0-1 1 0 0,0 1-1 0 0,0-1 0 0 0,-1 0 0 0 0,1 1 0 0 0,-1-1 0 0 0,1 0 0 0 0,-1 1 0 0 0,0-1 0 0 0,0 0 1 0 0,0 0-1 0 0,0 0 0 0 0,-1 2 0 0 0,-8 11 4 0 0,0-1 0 0 0,0 0 0 0 0,-22 21-1 0 0,30-33-2 0 0,-53 53-14 0 0,-104 81 0 0 0,145-123 41 0 0,19-10 35 0 0,28-11-1 0 0,-29 7-75 0 0,446-114 138 0 0,-437 112-319 0 0,-1 0-1 0 0,0-1 0 0 0,20-8 0 0 0,-30-4-4077 0 0,0 4 1815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07T16:08:10.6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938 213 6021 0 0,'-3'-7'-9'0'0,"-1"1"0"0"0,1 0 1 0 0,-1-1-1 0 0,-1 2 1 0 0,1-1-1 0 0,-1 0 1 0 0,0 1-1 0 0,-1 0 1 0 0,1 0-1 0 0,-1 1 0 0 0,-11-8 1 0 0,4 4 186 0 0,0 1 0 0 0,0 0 0 0 0,-1 1 0 0 0,-25-8 0 0 0,12 7-92 0 0,-1 2 0 0 0,1 1 0 0 0,-1 2 0 0 0,1 0 0 0 0,-1 2 0 0 0,0 1 0 0 0,0 1 0 0 0,1 1 0 0 0,-41 11 0 0 0,30-4-69 0 0,1 1 0 0 0,1 2 0 0 0,0 2 0 0 0,1 1-1 0 0,1 2 1 0 0,-43 30 0 0 0,59-36-14 0 0,2 1 0 0 0,-1 1 0 0 0,2 1 0 0 0,-27 32 0 0 0,34-38-1 0 0,1 2 0 0 0,0-1 0 0 0,1 1 0 0 0,0 0 0 0 0,0 0 0 0 0,2 0 0 0 0,-1 1 0 0 0,1 0 0 0 0,-4 23 0 0 0,8-28 0 0 0,0 0 1 0 0,0 0 0 0 0,1 0-1 0 0,0-1 1 0 0,0 1 0 0 0,0 0-1 0 0,1 0 1 0 0,0-1-1 0 0,0 1 1 0 0,1-1 0 0 0,0 0-1 0 0,0 0 1 0 0,1 0 0 0 0,-1 0-1 0 0,7 7 1 0 0,0 0 6 0 0,1 0-1 0 0,1 0 1 0 0,0-1 0 0 0,1-1 0 0 0,14 11-1 0 0,2-3 11 0 0,1-1 0 0 0,1-1 0 0 0,0-2-1 0 0,2-1 1 0 0,-1-2 0 0 0,2-1-1 0 0,-1-1 1 0 0,1-2 0 0 0,1-1-1 0 0,37 2 1 0 0,-26-6 37 0 0,1-1 0 0 0,-1-3 0 0 0,1-2-1 0 0,-1-1 1 0 0,0-3 0 0 0,-1-2 0 0 0,51-16-1 0 0,-65 14 19 0 0,-1-1 1 0 0,-1-1-1 0 0,0-2 0 0 0,-1-1 0 0 0,-1-2 0 0 0,0 0 0 0 0,-1-2 0 0 0,-1 0 0 0 0,-1-2 0 0 0,-1-1 0 0 0,-1-1 0 0 0,-1-1 0 0 0,-2 0 0 0 0,0-2 0 0 0,-1 0 0 0 0,-2-1 0 0 0,-1 0 0 0 0,-1-2 0 0 0,11-36 0 0 0,-22 58-15 0 0,-1 0 1 0 0,-1 0-1 0 0,1 0 0 0 0,-1 0 0 0 0,-1 0 0 0 0,1 0 1 0 0,-1 0-1 0 0,-1 0 0 0 0,0 0 0 0 0,0 0 0 0 0,0 0 1 0 0,-1 0-1 0 0,0 1 0 0 0,-1-1 0 0 0,0 0 0 0 0,0 1 0 0 0,0 0 1 0 0,-1 0-1 0 0,0 0 0 0 0,-1 0 0 0 0,-8-10 0 0 0,5 8-28 0 0,-1 0 0 0 0,-1 1-1 0 0,0 0 1 0 0,0 0-1 0 0,-1 1 1 0 0,1 1-1 0 0,-1 0 1 0 0,-1 0 0 0 0,1 1-1 0 0,-1 0 1 0 0,0 1-1 0 0,0 1 1 0 0,-14-3-1 0 0,-14-1 27 0 0,-1 3 0 0 0,1 1 0 0 0,-1 2 0 0 0,-66 6 0 0 0,-160 36-2284 0 0,209-34-3078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09:50.012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1 647 24575,'2'13'0,"1"-1"0,0 1 0,1-1 0,0 0 0,1 0 0,0 0 0,1-1 0,13 19 0,4 11 0,50 94 0,-73-133 0,1 0 0,0 0 0,1 0 0,-1-1 0,0 1 0,0 0 0,1 0 0,-1-1 0,1 1 0,0-1 0,-1 0 0,1 1 0,0-1 0,0 0 0,0 0 0,0 0 0,0 0 0,0 0 0,0-1 0,0 1 0,0-1 0,0 1 0,0-1 0,0 0 0,1 0 0,-1 0 0,0 0 0,0 0 0,0 0 0,0 0 0,1-1 0,-1 1 0,3-2 0,5-3 0,0 0 0,0-1 0,-1 0 0,0 0 0,13-13 0,-4 5 0,122-108 0,187-211 0,-103 99 0,-11 41-1365,-171 159-5461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15:35.452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1 647 24575,'2'13'0,"1"-1"0,0 1 0,1-1 0,0 0 0,1 0 0,0 0 0,1-1 0,13 19 0,4 11 0,50 94 0,-73-133 0,1 0 0,0 0 0,1 0 0,-1-1 0,0 1 0,0 0 0,1 0 0,-1-1 0,1 1 0,0-1 0,-1 0 0,1 1 0,0-1 0,0 0 0,0 0 0,0 0 0,0 0 0,0 0 0,0-1 0,0 1 0,0-1 0,0 1 0,0-1 0,0 0 0,1 0 0,-1 0 0,0 0 0,0 0 0,0 0 0,0 0 0,1-1 0,-1 1 0,3-2 0,5-3 0,0 0 0,0-1 0,-1 0 0,0 0 0,13-13 0,-4 5 0,122-108 0,187-211 0,-103 99 0,-11 41-1365,-171 159-5461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3.xm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customXml" Target="../ink/ink11.xml"/><Relationship Id="rId18" Type="http://schemas.openxmlformats.org/officeDocument/2006/relationships/image" Target="../media/image17.png"/><Relationship Id="rId26" Type="http://schemas.openxmlformats.org/officeDocument/2006/relationships/image" Target="../media/image21.png"/><Relationship Id="rId3" Type="http://schemas.openxmlformats.org/officeDocument/2006/relationships/customXml" Target="../ink/ink6.xml"/><Relationship Id="rId21" Type="http://schemas.openxmlformats.org/officeDocument/2006/relationships/customXml" Target="../ink/ink15.xml"/><Relationship Id="rId34" Type="http://schemas.openxmlformats.org/officeDocument/2006/relationships/image" Target="../media/image25.png"/><Relationship Id="rId7" Type="http://schemas.openxmlformats.org/officeDocument/2006/relationships/customXml" Target="../ink/ink8.xml"/><Relationship Id="rId12" Type="http://schemas.openxmlformats.org/officeDocument/2006/relationships/image" Target="../media/image14.png"/><Relationship Id="rId17" Type="http://schemas.openxmlformats.org/officeDocument/2006/relationships/customXml" Target="../ink/ink13.xml"/><Relationship Id="rId25" Type="http://schemas.openxmlformats.org/officeDocument/2006/relationships/customXml" Target="../ink/ink17.xml"/><Relationship Id="rId33" Type="http://schemas.openxmlformats.org/officeDocument/2006/relationships/customXml" Target="../ink/ink21.xml"/><Relationship Id="rId38" Type="http://schemas.openxmlformats.org/officeDocument/2006/relationships/image" Target="../media/image27.png"/><Relationship Id="rId2" Type="http://schemas.openxmlformats.org/officeDocument/2006/relationships/image" Target="../media/image9.png"/><Relationship Id="rId16" Type="http://schemas.openxmlformats.org/officeDocument/2006/relationships/image" Target="../media/image16.png"/><Relationship Id="rId20" Type="http://schemas.openxmlformats.org/officeDocument/2006/relationships/image" Target="../media/image18.png"/><Relationship Id="rId29" Type="http://schemas.openxmlformats.org/officeDocument/2006/relationships/customXml" Target="../ink/ink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customXml" Target="../ink/ink10.xml"/><Relationship Id="rId24" Type="http://schemas.openxmlformats.org/officeDocument/2006/relationships/image" Target="../media/image20.png"/><Relationship Id="rId32" Type="http://schemas.openxmlformats.org/officeDocument/2006/relationships/image" Target="../media/image24.png"/><Relationship Id="rId37" Type="http://schemas.openxmlformats.org/officeDocument/2006/relationships/customXml" Target="../ink/ink23.xml"/><Relationship Id="rId5" Type="http://schemas.openxmlformats.org/officeDocument/2006/relationships/customXml" Target="../ink/ink7.xml"/><Relationship Id="rId15" Type="http://schemas.openxmlformats.org/officeDocument/2006/relationships/customXml" Target="../ink/ink12.xml"/><Relationship Id="rId23" Type="http://schemas.openxmlformats.org/officeDocument/2006/relationships/customXml" Target="../ink/ink16.xml"/><Relationship Id="rId28" Type="http://schemas.openxmlformats.org/officeDocument/2006/relationships/image" Target="../media/image22.png"/><Relationship Id="rId36" Type="http://schemas.openxmlformats.org/officeDocument/2006/relationships/image" Target="../media/image26.png"/><Relationship Id="rId10" Type="http://schemas.openxmlformats.org/officeDocument/2006/relationships/image" Target="../media/image13.png"/><Relationship Id="rId19" Type="http://schemas.openxmlformats.org/officeDocument/2006/relationships/customXml" Target="../ink/ink14.xml"/><Relationship Id="rId31" Type="http://schemas.openxmlformats.org/officeDocument/2006/relationships/customXml" Target="../ink/ink20.xml"/><Relationship Id="rId4" Type="http://schemas.openxmlformats.org/officeDocument/2006/relationships/image" Target="../media/image10.png"/><Relationship Id="rId9" Type="http://schemas.openxmlformats.org/officeDocument/2006/relationships/customXml" Target="../ink/ink9.xml"/><Relationship Id="rId14" Type="http://schemas.openxmlformats.org/officeDocument/2006/relationships/image" Target="../media/image15.png"/><Relationship Id="rId22" Type="http://schemas.openxmlformats.org/officeDocument/2006/relationships/image" Target="../media/image19.png"/><Relationship Id="rId27" Type="http://schemas.openxmlformats.org/officeDocument/2006/relationships/customXml" Target="../ink/ink18.xml"/><Relationship Id="rId30" Type="http://schemas.openxmlformats.org/officeDocument/2006/relationships/image" Target="../media/image23.png"/><Relationship Id="rId35" Type="http://schemas.openxmlformats.org/officeDocument/2006/relationships/customXml" Target="../ink/ink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Claude Code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24164-B77F-9DB4-88ED-2DC3FB31C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5854F4-8E15-7E9E-5735-F86E22E66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310" y="1241049"/>
            <a:ext cx="7373379" cy="53919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C9C20B-0D06-47EA-B0E9-A8A5BC690D14}"/>
              </a:ext>
            </a:extLst>
          </p:cNvPr>
          <p:cNvSpPr txBox="1"/>
          <p:nvPr/>
        </p:nvSpPr>
        <p:spPr>
          <a:xfrm>
            <a:off x="619760" y="140176"/>
            <a:ext cx="10292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it can  do ?</a:t>
            </a:r>
          </a:p>
        </p:txBody>
      </p:sp>
    </p:spTree>
    <p:extLst>
      <p:ext uri="{BB962C8B-B14F-4D97-AF65-F5344CB8AC3E}">
        <p14:creationId xmlns:p14="http://schemas.microsoft.com/office/powerpoint/2010/main" val="4224056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195DF-2633-ED05-2AFE-B00B48848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B53024-91EB-85E5-DA27-767B6C7D4AD7}"/>
              </a:ext>
            </a:extLst>
          </p:cNvPr>
          <p:cNvSpPr txBox="1"/>
          <p:nvPr/>
        </p:nvSpPr>
        <p:spPr>
          <a:xfrm>
            <a:off x="386080" y="1095216"/>
            <a:ext cx="1029208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things:</a:t>
            </a:r>
          </a:p>
          <a:p>
            <a:pPr>
              <a:buNone/>
            </a:pPr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It can run directly on  your computer – It can read files, edit files, delete files and execute program.</a:t>
            </a:r>
          </a:p>
        </p:txBody>
      </p:sp>
    </p:spTree>
    <p:extLst>
      <p:ext uri="{BB962C8B-B14F-4D97-AF65-F5344CB8AC3E}">
        <p14:creationId xmlns:p14="http://schemas.microsoft.com/office/powerpoint/2010/main" val="3819764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99546-A703-F9B4-BB4C-E23DFFA55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C0058B-8498-99E3-9F2F-56EB7AE9D9A4}"/>
              </a:ext>
            </a:extLst>
          </p:cNvPr>
          <p:cNvSpPr txBox="1"/>
          <p:nvPr/>
        </p:nvSpPr>
        <p:spPr>
          <a:xfrm>
            <a:off x="386080" y="1095216"/>
            <a:ext cx="1029208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 main  ways to use </a:t>
            </a:r>
            <a:r>
              <a:rPr lang="en-US" sz="4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claude</a:t>
            </a:r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742950" indent="-742950">
              <a:buAutoNum type="arabicParenR"/>
            </a:pPr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Desktop App</a:t>
            </a:r>
          </a:p>
          <a:p>
            <a:pPr marL="742950" indent="-742950">
              <a:buAutoNum type="arabicParenR"/>
            </a:pPr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Terminal</a:t>
            </a:r>
          </a:p>
          <a:p>
            <a:pPr marL="742950" indent="-742950">
              <a:buAutoNum type="arabicParenR"/>
            </a:pPr>
            <a:r>
              <a:rPr lang="en-US" sz="4000">
                <a:solidFill>
                  <a:schemeClr val="accent6">
                    <a:lumMod val="60000"/>
                    <a:lumOff val="40000"/>
                  </a:schemeClr>
                </a:solidFill>
              </a:rPr>
              <a:t>IDE – Like VSCode</a:t>
            </a:r>
            <a:endParaRPr lang="en-US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31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AE2AC-B871-E910-F05F-74B440F21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8CDD443-4DA2-C291-CA2A-36FB3BFA7864}"/>
              </a:ext>
            </a:extLst>
          </p:cNvPr>
          <p:cNvSpPr txBox="1"/>
          <p:nvPr/>
        </p:nvSpPr>
        <p:spPr>
          <a:xfrm>
            <a:off x="495808" y="464280"/>
            <a:ext cx="39756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Install VS Code + Python</a:t>
            </a:r>
          </a:p>
          <a:p>
            <a:pPr marL="742950" indent="-74295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Install node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7464CD-4607-86C9-E78C-EABA55AB9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248" y="877824"/>
            <a:ext cx="6158104" cy="570585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2F7C729-F165-A8E7-D97A-FBF448D06F70}"/>
                  </a:ext>
                </a:extLst>
              </p14:cNvPr>
              <p14:cNvContentPartPr/>
              <p14:nvPr/>
            </p14:nvContentPartPr>
            <p14:xfrm>
              <a:off x="5631264" y="5272776"/>
              <a:ext cx="1913760" cy="589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2F7C729-F165-A8E7-D97A-FBF448D06F7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13264" y="5254776"/>
                <a:ext cx="1949400" cy="62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2933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21067-E282-4F26-4819-035DCEA64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34E384B-5594-4EF2-BE4E-D43147295FFA}"/>
              </a:ext>
            </a:extLst>
          </p:cNvPr>
          <p:cNvSpPr txBox="1"/>
          <p:nvPr/>
        </p:nvSpPr>
        <p:spPr>
          <a:xfrm>
            <a:off x="495808" y="464280"/>
            <a:ext cx="10010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VSCode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Extension, install Claude Code extension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5D508D-2973-4FD3-3F19-19D059E0D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844" y="1972825"/>
            <a:ext cx="5982535" cy="261974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2CDF90F-12FE-82C8-CA53-42972E295CF7}"/>
                  </a:ext>
                </a:extLst>
              </p14:cNvPr>
              <p14:cNvContentPartPr/>
              <p14:nvPr/>
            </p14:nvContentPartPr>
            <p14:xfrm>
              <a:off x="6656904" y="2354976"/>
              <a:ext cx="247680" cy="216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2CDF90F-12FE-82C8-CA53-42972E295CF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38904" y="2337336"/>
                <a:ext cx="28332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8F9A007-42BC-FB5D-FC5F-FB83F5FC0C13}"/>
                  </a:ext>
                </a:extLst>
              </p14:cNvPr>
              <p14:cNvContentPartPr/>
              <p14:nvPr/>
            </p14:nvContentPartPr>
            <p14:xfrm>
              <a:off x="8220384" y="2820816"/>
              <a:ext cx="171720" cy="156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8F9A007-42BC-FB5D-FC5F-FB83F5FC0C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02384" y="2802816"/>
                <a:ext cx="20736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3ACB0CF-A849-DB26-DA28-CDAB83D18305}"/>
                  </a:ext>
                </a:extLst>
              </p14:cNvPr>
              <p14:cNvContentPartPr/>
              <p14:nvPr/>
            </p14:nvContentPartPr>
            <p14:xfrm>
              <a:off x="7269264" y="3253896"/>
              <a:ext cx="318240" cy="2322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3ACB0CF-A849-DB26-DA28-CDAB83D1830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51264" y="3235896"/>
                <a:ext cx="35388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A25DC8D-5C66-46CB-4046-3D5545675779}"/>
                  </a:ext>
                </a:extLst>
              </p14:cNvPr>
              <p14:cNvContentPartPr/>
              <p14:nvPr/>
            </p14:nvContentPartPr>
            <p14:xfrm>
              <a:off x="10506384" y="3333096"/>
              <a:ext cx="217800" cy="1792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A25DC8D-5C66-46CB-4046-3D554567577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488744" y="3315456"/>
                <a:ext cx="253440" cy="21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8403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B626E-4566-8CF5-5B37-2831F073B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5F67B68-BFA2-8F38-6E00-75DB77F08350}"/>
              </a:ext>
            </a:extLst>
          </p:cNvPr>
          <p:cNvSpPr txBox="1"/>
          <p:nvPr/>
        </p:nvSpPr>
        <p:spPr>
          <a:xfrm>
            <a:off x="495808" y="464280"/>
            <a:ext cx="10010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VS Code,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other chat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79F153-F8ED-3CBC-8067-2B2BE0D72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97" y="1922039"/>
            <a:ext cx="10783805" cy="42392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BAC072C-03D8-DE55-FBEC-7BB2B1FC1537}"/>
                  </a:ext>
                </a:extLst>
              </p14:cNvPr>
              <p14:cNvContentPartPr/>
              <p14:nvPr/>
            </p14:nvContentPartPr>
            <p14:xfrm>
              <a:off x="3931704" y="1943496"/>
              <a:ext cx="292680" cy="143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BAC072C-03D8-DE55-FBEC-7BB2B1FC15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14064" y="1925856"/>
                <a:ext cx="32832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1CFD764-6356-6455-1351-A5E43940C323}"/>
                  </a:ext>
                </a:extLst>
              </p14:cNvPr>
              <p14:cNvContentPartPr/>
              <p14:nvPr/>
            </p14:nvContentPartPr>
            <p14:xfrm>
              <a:off x="9308664" y="2221776"/>
              <a:ext cx="30888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1CFD764-6356-6455-1351-A5E43940C32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90664" y="2203776"/>
                <a:ext cx="3445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D6FD813-0457-D8E4-0AA3-5C5FA376FBDD}"/>
                  </a:ext>
                </a:extLst>
              </p14:cNvPr>
              <p14:cNvContentPartPr/>
              <p14:nvPr/>
            </p14:nvContentPartPr>
            <p14:xfrm>
              <a:off x="10899144" y="2013336"/>
              <a:ext cx="176400" cy="1299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D6FD813-0457-D8E4-0AA3-5C5FA376FBD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881504" y="1995696"/>
                <a:ext cx="212040" cy="16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487A1BF8-1BA2-8F10-F509-C39504144303}"/>
              </a:ext>
            </a:extLst>
          </p:cNvPr>
          <p:cNvGrpSpPr/>
          <p:nvPr/>
        </p:nvGrpSpPr>
        <p:grpSpPr>
          <a:xfrm>
            <a:off x="9473184" y="1611576"/>
            <a:ext cx="203760" cy="253800"/>
            <a:chOff x="9473184" y="1611576"/>
            <a:chExt cx="203760" cy="25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09B80C2-4B90-C3E1-9A6B-95D555A90454}"/>
                    </a:ext>
                  </a:extLst>
                </p14:cNvPr>
                <p14:cNvContentPartPr/>
                <p14:nvPr/>
              </p14:nvContentPartPr>
              <p14:xfrm>
                <a:off x="9473184" y="1657296"/>
                <a:ext cx="140760" cy="208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09B80C2-4B90-C3E1-9A6B-95D555A9045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455184" y="1639656"/>
                  <a:ext cx="1764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C8723CD-C7AD-C374-0372-0DE37C70043B}"/>
                    </a:ext>
                  </a:extLst>
                </p14:cNvPr>
                <p14:cNvContentPartPr/>
                <p14:nvPr/>
              </p14:nvContentPartPr>
              <p14:xfrm>
                <a:off x="9509544" y="1611576"/>
                <a:ext cx="167400" cy="110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C8723CD-C7AD-C374-0372-0DE37C70043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491904" y="1593936"/>
                  <a:ext cx="20304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DB6808E-8FA0-B9B7-D73C-843B2B2F7561}"/>
              </a:ext>
            </a:extLst>
          </p:cNvPr>
          <p:cNvGrpSpPr/>
          <p:nvPr/>
        </p:nvGrpSpPr>
        <p:grpSpPr>
          <a:xfrm>
            <a:off x="10859184" y="1549296"/>
            <a:ext cx="1222560" cy="414360"/>
            <a:chOff x="10859184" y="1549296"/>
            <a:chExt cx="1222560" cy="41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CBF27DB-7A60-1DB9-EEC5-22B929E253BE}"/>
                    </a:ext>
                  </a:extLst>
                </p14:cNvPr>
                <p14:cNvContentPartPr/>
                <p14:nvPr/>
              </p14:nvContentPartPr>
              <p14:xfrm>
                <a:off x="10859184" y="1634256"/>
                <a:ext cx="18000" cy="195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CBF27DB-7A60-1DB9-EEC5-22B929E253B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841544" y="1616256"/>
                  <a:ext cx="536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0C13246-92C3-B584-D2CC-4B33372A9900}"/>
                    </a:ext>
                  </a:extLst>
                </p14:cNvPr>
                <p14:cNvContentPartPr/>
                <p14:nvPr/>
              </p14:nvContentPartPr>
              <p14:xfrm>
                <a:off x="10868904" y="1615176"/>
                <a:ext cx="262440" cy="217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0C13246-92C3-B584-D2CC-4B33372A990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850904" y="1597176"/>
                  <a:ext cx="2980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AAE1F30-952C-F823-4380-3827FE01109C}"/>
                    </a:ext>
                  </a:extLst>
                </p14:cNvPr>
                <p14:cNvContentPartPr/>
                <p14:nvPr/>
              </p14:nvContentPartPr>
              <p14:xfrm>
                <a:off x="11229624" y="1776456"/>
                <a:ext cx="36720" cy="87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AAE1F30-952C-F823-4380-3827FE01109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211624" y="1758816"/>
                  <a:ext cx="723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9A9B833-62A4-B0D2-1371-484D90A935E1}"/>
                    </a:ext>
                  </a:extLst>
                </p14:cNvPr>
                <p14:cNvContentPartPr/>
                <p14:nvPr/>
              </p14:nvContentPartPr>
              <p14:xfrm>
                <a:off x="11291544" y="1656936"/>
                <a:ext cx="5400" cy="26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9A9B833-62A4-B0D2-1371-484D90A935E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273904" y="1639296"/>
                  <a:ext cx="410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F316C0A-88C5-5B80-06C8-551091F57ACB}"/>
                    </a:ext>
                  </a:extLst>
                </p14:cNvPr>
                <p14:cNvContentPartPr/>
                <p14:nvPr/>
              </p14:nvContentPartPr>
              <p14:xfrm>
                <a:off x="11361744" y="1549296"/>
                <a:ext cx="720000" cy="414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F316C0A-88C5-5B80-06C8-551091F57AC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344104" y="1531656"/>
                  <a:ext cx="755640" cy="45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C215C6E-C33B-E0EB-BB40-2316CE5CAAA4}"/>
              </a:ext>
            </a:extLst>
          </p:cNvPr>
          <p:cNvGrpSpPr/>
          <p:nvPr/>
        </p:nvGrpSpPr>
        <p:grpSpPr>
          <a:xfrm>
            <a:off x="9307584" y="1217736"/>
            <a:ext cx="997200" cy="280440"/>
            <a:chOff x="9307584" y="1217736"/>
            <a:chExt cx="99720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421C060-8A57-F397-C352-210787EF083D}"/>
                    </a:ext>
                  </a:extLst>
                </p14:cNvPr>
                <p14:cNvContentPartPr/>
                <p14:nvPr/>
              </p14:nvContentPartPr>
              <p14:xfrm>
                <a:off x="9307584" y="1247976"/>
                <a:ext cx="252360" cy="250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421C060-8A57-F397-C352-210787EF083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289944" y="1230336"/>
                  <a:ext cx="28800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DF96469-63C2-AD0A-1B43-D90BBD62F4BB}"/>
                    </a:ext>
                  </a:extLst>
                </p14:cNvPr>
                <p14:cNvContentPartPr/>
                <p14:nvPr/>
              </p14:nvContentPartPr>
              <p14:xfrm>
                <a:off x="9654624" y="1230336"/>
                <a:ext cx="281880" cy="250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DF96469-63C2-AD0A-1B43-D90BBD62F4B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636624" y="1212336"/>
                  <a:ext cx="3175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304FC96-FBC6-FF77-EDB1-B94C9318D00F}"/>
                    </a:ext>
                  </a:extLst>
                </p14:cNvPr>
                <p14:cNvContentPartPr/>
                <p14:nvPr/>
              </p14:nvContentPartPr>
              <p14:xfrm>
                <a:off x="9894744" y="1247616"/>
                <a:ext cx="20880" cy="23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304FC96-FBC6-FF77-EDB1-B94C9318D00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876744" y="1229976"/>
                  <a:ext cx="565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A082A2E-62E5-1A87-5C3E-C808229A5932}"/>
                    </a:ext>
                  </a:extLst>
                </p14:cNvPr>
                <p14:cNvContentPartPr/>
                <p14:nvPr/>
              </p14:nvContentPartPr>
              <p14:xfrm>
                <a:off x="9955584" y="1217736"/>
                <a:ext cx="349200" cy="278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A082A2E-62E5-1A87-5C3E-C808229A593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937584" y="1200096"/>
                  <a:ext cx="384840" cy="31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3985522-7617-9C9A-8B0A-3B6F41152BBE}"/>
              </a:ext>
            </a:extLst>
          </p:cNvPr>
          <p:cNvGrpSpPr/>
          <p:nvPr/>
        </p:nvGrpSpPr>
        <p:grpSpPr>
          <a:xfrm>
            <a:off x="11632464" y="1371816"/>
            <a:ext cx="421560" cy="306360"/>
            <a:chOff x="11632464" y="1371816"/>
            <a:chExt cx="421560" cy="30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20F3C45-4BA5-A8F9-E63E-987443861719}"/>
                    </a:ext>
                  </a:extLst>
                </p14:cNvPr>
                <p14:cNvContentPartPr/>
                <p14:nvPr/>
              </p14:nvContentPartPr>
              <p14:xfrm>
                <a:off x="11739024" y="1515096"/>
                <a:ext cx="37800" cy="134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20F3C45-4BA5-A8F9-E63E-98744386171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721024" y="1497456"/>
                  <a:ext cx="734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EE885D8-F657-071E-E6E8-2E924F9B0701}"/>
                    </a:ext>
                  </a:extLst>
                </p14:cNvPr>
                <p14:cNvContentPartPr/>
                <p14:nvPr/>
              </p14:nvContentPartPr>
              <p14:xfrm>
                <a:off x="11632464" y="1371816"/>
                <a:ext cx="421560" cy="306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EE885D8-F657-071E-E6E8-2E924F9B070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614824" y="1353816"/>
                  <a:ext cx="457200" cy="34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F7D2058-0A5E-8D85-06A8-6E94EC59AA76}"/>
              </a:ext>
            </a:extLst>
          </p:cNvPr>
          <p:cNvGrpSpPr/>
          <p:nvPr/>
        </p:nvGrpSpPr>
        <p:grpSpPr>
          <a:xfrm>
            <a:off x="8823384" y="1161936"/>
            <a:ext cx="508680" cy="288720"/>
            <a:chOff x="8823384" y="1161936"/>
            <a:chExt cx="508680" cy="28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B56BB6B-C5A4-0480-89F8-C0D78EE8B28F}"/>
                    </a:ext>
                  </a:extLst>
                </p14:cNvPr>
                <p14:cNvContentPartPr/>
                <p14:nvPr/>
              </p14:nvContentPartPr>
              <p14:xfrm>
                <a:off x="8942904" y="1267776"/>
                <a:ext cx="233280" cy="127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B56BB6B-C5A4-0480-89F8-C0D78EE8B28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924904" y="1249776"/>
                  <a:ext cx="2689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D510901-4887-5B0A-2688-7080F36103E7}"/>
                    </a:ext>
                  </a:extLst>
                </p14:cNvPr>
                <p14:cNvContentPartPr/>
                <p14:nvPr/>
              </p14:nvContentPartPr>
              <p14:xfrm>
                <a:off x="8823384" y="1161936"/>
                <a:ext cx="508680" cy="288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D510901-4887-5B0A-2688-7080F36103E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805744" y="1144296"/>
                  <a:ext cx="544320" cy="324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2075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615E61-826B-A1A1-D0CE-A0FAEA15B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88" y="908489"/>
            <a:ext cx="3515216" cy="553479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2391B04-6BA8-29F7-4629-A761E478A9D0}"/>
                  </a:ext>
                </a:extLst>
              </p14:cNvPr>
              <p14:cNvContentPartPr/>
              <p14:nvPr/>
            </p14:nvContentPartPr>
            <p14:xfrm>
              <a:off x="4032000" y="3589416"/>
              <a:ext cx="448560" cy="353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2391B04-6BA8-29F7-4629-A761E478A9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96360" y="3553416"/>
                <a:ext cx="520200" cy="4248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2794E07-2AF4-3649-8D55-0D13ABAE73E8}"/>
              </a:ext>
            </a:extLst>
          </p:cNvPr>
          <p:cNvSpPr txBox="1"/>
          <p:nvPr/>
        </p:nvSpPr>
        <p:spPr>
          <a:xfrm>
            <a:off x="495808" y="464280"/>
            <a:ext cx="4652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Claude.ai subscription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B1E6D0-C4B1-AFA0-E413-935F6AD743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1442" y="1243584"/>
            <a:ext cx="4662307" cy="5614416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8E67CF6D-D84C-58B0-049A-D3D602FE87B5}"/>
              </a:ext>
            </a:extLst>
          </p:cNvPr>
          <p:cNvSpPr/>
          <p:nvPr/>
        </p:nvSpPr>
        <p:spPr>
          <a:xfrm>
            <a:off x="5148072" y="3343644"/>
            <a:ext cx="1801368" cy="11978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E341C17-7382-0567-229E-20367177EF3F}"/>
                  </a:ext>
                </a:extLst>
              </p14:cNvPr>
              <p14:cNvContentPartPr/>
              <p14:nvPr/>
            </p14:nvContentPartPr>
            <p14:xfrm>
              <a:off x="8189472" y="5744352"/>
              <a:ext cx="448560" cy="3531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E341C17-7382-0567-229E-20367177EF3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53832" y="5708352"/>
                <a:ext cx="520200" cy="42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EA893-0990-864A-6261-70864395C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86A50F8-0017-424F-87DB-57801FEF31A3}"/>
              </a:ext>
            </a:extLst>
          </p:cNvPr>
          <p:cNvSpPr txBox="1"/>
          <p:nvPr/>
        </p:nvSpPr>
        <p:spPr>
          <a:xfrm>
            <a:off x="495808" y="464280"/>
            <a:ext cx="4652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good to go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5E298A-B989-6422-6B6C-50F6ADEAD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693" y="0"/>
            <a:ext cx="27098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13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1202</TotalTime>
  <Words>83</Words>
  <Application>Microsoft Office PowerPoint</Application>
  <PresentationFormat>Widescreen</PresentationFormat>
  <Paragraphs>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211</cp:revision>
  <dcterms:created xsi:type="dcterms:W3CDTF">2025-09-22T02:44:38Z</dcterms:created>
  <dcterms:modified xsi:type="dcterms:W3CDTF">2026-08-10T06:32:28Z</dcterms:modified>
</cp:coreProperties>
</file>