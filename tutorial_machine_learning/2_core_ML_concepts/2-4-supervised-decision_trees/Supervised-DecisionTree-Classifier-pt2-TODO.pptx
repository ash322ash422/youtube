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5"/>
  </p:handoutMasterIdLst>
  <p:sldIdLst>
    <p:sldId id="405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0BBFF-B710-7836-ED34-C80B4435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09C569-9789-4E72-DE64-EDDA10D40B87}"/>
              </a:ext>
            </a:extLst>
          </p:cNvPr>
          <p:cNvSpPr txBox="1"/>
          <p:nvPr/>
        </p:nvSpPr>
        <p:spPr>
          <a:xfrm>
            <a:off x="210312" y="895241"/>
            <a:ext cx="86045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TODO:</a:t>
            </a:r>
            <a:b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how the threshold is determined when splitting based on a numerical feature.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Use Gini index, 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pruning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Do explain DT with code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7C4E57-3D5A-1214-E497-07B30A95CD39}"/>
              </a:ext>
            </a:extLst>
          </p:cNvPr>
          <p:cNvSpPr txBox="1"/>
          <p:nvPr/>
        </p:nvSpPr>
        <p:spPr>
          <a:xfrm>
            <a:off x="3012948" y="115747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3745462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AEF386B-0558-DE65-7873-1EB91A8212BB}"/>
              </a:ext>
            </a:extLst>
          </p:cNvPr>
          <p:cNvSpPr txBox="1"/>
          <p:nvPr/>
        </p:nvSpPr>
        <p:spPr>
          <a:xfrm>
            <a:off x="238124" y="1244739"/>
            <a:ext cx="10844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supervised machine learning algorithm used for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classification and regression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663991-E87B-ADF0-DFA3-41D48A00E85A}"/>
              </a:ext>
            </a:extLst>
          </p:cNvPr>
          <p:cNvSpPr txBox="1"/>
          <p:nvPr/>
        </p:nvSpPr>
        <p:spPr>
          <a:xfrm>
            <a:off x="3012948" y="115747"/>
            <a:ext cx="619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FE76-D580-9068-C451-7535C32C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2EEE62-CF19-9EE0-E4D2-7F9C16B8046B}"/>
              </a:ext>
            </a:extLst>
          </p:cNvPr>
          <p:cNvSpPr txBox="1"/>
          <p:nvPr/>
        </p:nvSpPr>
        <p:spPr>
          <a:xfrm>
            <a:off x="3028950" y="85725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Heading Goes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0ACD6-1EC9-227E-5DA1-EBD6C3DF7290}"/>
              </a:ext>
            </a:extLst>
          </p:cNvPr>
          <p:cNvSpPr txBox="1"/>
          <p:nvPr/>
        </p:nvSpPr>
        <p:spPr>
          <a:xfrm>
            <a:off x="238125" y="1244739"/>
            <a:ext cx="502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Fhdsklf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Fjdsklf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Fjskldf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2470</TotalTime>
  <Words>59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84</cp:revision>
  <dcterms:created xsi:type="dcterms:W3CDTF">2025-09-22T02:44:38Z</dcterms:created>
  <dcterms:modified xsi:type="dcterms:W3CDTF">2025-12-02T05:53:15Z</dcterms:modified>
</cp:coreProperties>
</file>