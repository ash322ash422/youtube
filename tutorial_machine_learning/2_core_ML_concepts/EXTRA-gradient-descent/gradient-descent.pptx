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0"/>
  </p:handoutMasterIdLst>
  <p:sldIdLst>
    <p:sldId id="259" r:id="rId2"/>
    <p:sldId id="262" r:id="rId3"/>
    <p:sldId id="260" r:id="rId4"/>
    <p:sldId id="265" r:id="rId5"/>
    <p:sldId id="263" r:id="rId6"/>
    <p:sldId id="264" r:id="rId7"/>
    <p:sldId id="261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2EEE62-CF19-9EE0-E4D2-7F9C16B8046B}"/>
              </a:ext>
            </a:extLst>
          </p:cNvPr>
          <p:cNvSpPr txBox="1"/>
          <p:nvPr/>
        </p:nvSpPr>
        <p:spPr>
          <a:xfrm>
            <a:off x="3028950" y="12573"/>
            <a:ext cx="64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Gradient Descent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0ACD6-1EC9-227E-5DA1-EBD6C3DF7290}"/>
              </a:ext>
            </a:extLst>
          </p:cNvPr>
          <p:cNvSpPr txBox="1"/>
          <p:nvPr/>
        </p:nvSpPr>
        <p:spPr>
          <a:xfrm>
            <a:off x="238124" y="915555"/>
            <a:ext cx="115576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Gradient Descent is an iterative optimization algorithm used to find the minimum of a function.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ML, this function is 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function or Cost function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function measures how wrong the model’s predictions are.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the difference between actual value and predicted value.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GD is well suited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large datasets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2CCADD-F626-BF86-87B5-FEEDE630B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441" y="3429000"/>
            <a:ext cx="5435245" cy="318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F1E6D-1BD4-7B6E-9DF4-60EBA20E8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B15E679-5A47-2CC7-4BD7-F8CA8DD302C8}"/>
              </a:ext>
            </a:extLst>
          </p:cNvPr>
          <p:cNvSpPr txBox="1"/>
          <p:nvPr/>
        </p:nvSpPr>
        <p:spPr>
          <a:xfrm>
            <a:off x="3028950" y="12573"/>
            <a:ext cx="64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Gradient Descent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36FF4C-E6F5-EE4C-7FBE-B212A1ED7640}"/>
              </a:ext>
            </a:extLst>
          </p:cNvPr>
          <p:cNvSpPr txBox="1"/>
          <p:nvPr/>
        </p:nvSpPr>
        <p:spPr>
          <a:xfrm>
            <a:off x="238124" y="1244739"/>
            <a:ext cx="115576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ML, there is difference between actual numerical value and predicted numerical value.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4D2942-B02C-BCDF-F9E0-05AB38D3D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441" y="3429000"/>
            <a:ext cx="5435245" cy="31878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C6864C-EF5C-6869-7BFC-8CCF573E9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67" y="2136435"/>
            <a:ext cx="4496427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418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FCD81-BDA3-51E9-BE9D-E36222B2D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268ECDA-659D-745F-3066-E84C91145FDC}"/>
              </a:ext>
            </a:extLst>
          </p:cNvPr>
          <p:cNvSpPr txBox="1"/>
          <p:nvPr/>
        </p:nvSpPr>
        <p:spPr>
          <a:xfrm>
            <a:off x="238124" y="595515"/>
            <a:ext cx="1155763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goal of gradient descent is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adjust model parameters so that the loss becomes as small as possible.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other words, find the parameters that makes the cost function minimum.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linear regression, the cost function is given by,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we have to find parameter m and b,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such that C is minimum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02A544-8FA1-ADDB-E587-A2D247A4E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4" y="2240280"/>
            <a:ext cx="7979601" cy="16839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C3FCAD-6149-F91D-04DA-566100A87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441" y="3639312"/>
            <a:ext cx="5435245" cy="31878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D2E0ED-8F23-34F0-CE70-BB16D6E9B2D1}"/>
              </a:ext>
            </a:extLst>
          </p:cNvPr>
          <p:cNvSpPr txBox="1"/>
          <p:nvPr/>
        </p:nvSpPr>
        <p:spPr>
          <a:xfrm>
            <a:off x="3028950" y="12573"/>
            <a:ext cx="64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301484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175C3-A1F6-44F6-5A7E-1C9AA2B91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9177B57-4B41-4BA9-D573-AF4A9A23E530}"/>
              </a:ext>
            </a:extLst>
          </p:cNvPr>
          <p:cNvSpPr txBox="1"/>
          <p:nvPr/>
        </p:nvSpPr>
        <p:spPr>
          <a:xfrm>
            <a:off x="238124" y="595515"/>
            <a:ext cx="1155763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we start with some parameter and then keep changing it constant amount until we find the minima.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 start with b = 5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Next b = 5 - 1 = 4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Next b = 4 - 1 = 3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Next b = 3 - 1 = 2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so 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is a problem with this approach: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we reduce parameter(say b), by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fixed size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we may overshoot our minimum point and miss it completely.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0F26B2-304A-CFCE-69FE-6449117CDB1E}"/>
              </a:ext>
            </a:extLst>
          </p:cNvPr>
          <p:cNvSpPr txBox="1"/>
          <p:nvPr/>
        </p:nvSpPr>
        <p:spPr>
          <a:xfrm>
            <a:off x="3028950" y="12573"/>
            <a:ext cx="64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Gradient Descent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5F72EB-6822-554F-E4CA-187B1A771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2661" y="1474357"/>
            <a:ext cx="7253099" cy="359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256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A5FB3-CAB7-EDF2-D1D5-46EED10E2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E0FAC08-428D-F9D9-968B-1665CB9ABDA1}"/>
              </a:ext>
            </a:extLst>
          </p:cNvPr>
          <p:cNvSpPr txBox="1"/>
          <p:nvPr/>
        </p:nvSpPr>
        <p:spPr>
          <a:xfrm>
            <a:off x="246888" y="877824"/>
            <a:ext cx="115397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solution is that we change the parameter not by a fixed value but by a variable rate that depends on the slope.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rate is also known 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 rate.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slope of C is given by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D6FD4B-A542-A889-155B-BE6A1D715118}"/>
              </a:ext>
            </a:extLst>
          </p:cNvPr>
          <p:cNvSpPr txBox="1"/>
          <p:nvPr/>
        </p:nvSpPr>
        <p:spPr>
          <a:xfrm>
            <a:off x="3028950" y="12573"/>
            <a:ext cx="64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Gradient Descent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0B1C92-D093-01F4-1CF9-97E16C741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4355336"/>
            <a:ext cx="6408813" cy="21857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40F13A-82EF-E603-616B-46243BD3D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2059320"/>
            <a:ext cx="7577265" cy="159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669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0E3C-0FCD-7848-98AF-4447F5768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A5B6A31-9186-F1F8-5070-F5B68E523D2C}"/>
              </a:ext>
            </a:extLst>
          </p:cNvPr>
          <p:cNvSpPr txBox="1"/>
          <p:nvPr/>
        </p:nvSpPr>
        <p:spPr>
          <a:xfrm>
            <a:off x="3028950" y="12573"/>
            <a:ext cx="64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Gradient Descent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530B9B-AFC9-C8CF-48F8-0ACE04E05C5D}"/>
              </a:ext>
            </a:extLst>
          </p:cNvPr>
          <p:cNvSpPr txBox="1"/>
          <p:nvPr/>
        </p:nvSpPr>
        <p:spPr>
          <a:xfrm>
            <a:off x="307030" y="709460"/>
            <a:ext cx="1153303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find m and b by repetitively updating its value that depends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 rate and slope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then calculating the cost function.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keep doing this until we find m and b where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cost is minimum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66D6F3-9461-2ADD-EB03-10FAD1CB0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828" y="2305810"/>
            <a:ext cx="6489790" cy="43812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5E6F0C-48B2-032D-EB58-41500678B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38" y="2811473"/>
            <a:ext cx="5251738" cy="282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93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4F756-CC9E-48B1-D17E-5B723EA56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7AF89D8-BAA2-0DA7-DE25-8B080B73F599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Gradient Descent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C0CAFF-F1D8-5A19-7568-087504C9AC6F}"/>
              </a:ext>
            </a:extLst>
          </p:cNvPr>
          <p:cNvSpPr txBox="1"/>
          <p:nvPr/>
        </p:nvSpPr>
        <p:spPr>
          <a:xfrm>
            <a:off x="238124" y="714387"/>
            <a:ext cx="115576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Gradient Descent Works (Step-by-Step)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Initialize parameters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(weights) randomly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Compute loss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using current parameters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Compute gradient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(how loss changes w.r.t parameters)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Update parameters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Repeat until convergence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7E1C6E-4272-2DC9-7B50-D15F6213A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007" y="3355955"/>
            <a:ext cx="6864869" cy="341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76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D52A91-7272-506D-A00C-BA1E3DEAFE2B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Heading Goes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EF386B-0558-DE65-7873-1EB91A8212BB}"/>
              </a:ext>
            </a:extLst>
          </p:cNvPr>
          <p:cNvSpPr txBox="1"/>
          <p:nvPr/>
        </p:nvSpPr>
        <p:spPr>
          <a:xfrm>
            <a:off x="238125" y="1244739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Fhdsklf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Fjskldf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268</TotalTime>
  <Words>356</Words>
  <Application>Microsoft Office PowerPoint</Application>
  <PresentationFormat>Widescreen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38</cp:revision>
  <dcterms:created xsi:type="dcterms:W3CDTF">2025-09-22T02:44:38Z</dcterms:created>
  <dcterms:modified xsi:type="dcterms:W3CDTF">2026-01-21T09:35:37Z</dcterms:modified>
</cp:coreProperties>
</file>