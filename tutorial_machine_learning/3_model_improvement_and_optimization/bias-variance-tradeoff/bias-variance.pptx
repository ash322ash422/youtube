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1"/>
  </p:handoutMasterIdLst>
  <p:sldIdLst>
    <p:sldId id="256" r:id="rId2"/>
    <p:sldId id="261" r:id="rId3"/>
    <p:sldId id="260" r:id="rId4"/>
    <p:sldId id="262" r:id="rId5"/>
    <p:sldId id="265" r:id="rId6"/>
    <p:sldId id="264" r:id="rId7"/>
    <p:sldId id="263" r:id="rId8"/>
    <p:sldId id="266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4T02:56:34.35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0 3092 0 0,'0'0'225'0'0,"-1"4"-72"0"0,0 8 238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Bias-Variance Tradeoff-overfitting</a:t>
            </a:r>
          </a:p>
        </p:txBody>
      </p:sp>
    </p:spTree>
    <p:extLst>
      <p:ext uri="{BB962C8B-B14F-4D97-AF65-F5344CB8AC3E}">
        <p14:creationId xmlns:p14="http://schemas.microsoft.com/office/powerpoint/2010/main" val="1277096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3914" y="449798"/>
            <a:ext cx="1098978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Bias: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an error or differences between actual values and the predicted values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 bias: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Model will not closely match the training dataset (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underfit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the model is too simple.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performs poorly on training data and also performs poorly on test data.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Low bias: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Model will closely match the training dataset (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overfit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the model is too complex.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performs well on training data and performs poorly on test data.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31CCF4D-D358-A0C5-E244-5EB0F4FD2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24" y="3936376"/>
            <a:ext cx="3905188" cy="285127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1B05716-686F-CE07-B29B-5E310A641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221" y="3936376"/>
            <a:ext cx="3531727" cy="292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200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F98F5DF-F5B7-A202-0719-F65310BC7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92" y="4004054"/>
            <a:ext cx="3784131" cy="27628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F9C6BCF-3E65-503D-46D2-72C0D2DA3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776" y="3845320"/>
            <a:ext cx="3531727" cy="292162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32A1DED-47F3-C079-8E79-B88D467C8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136" y="3945837"/>
            <a:ext cx="3531727" cy="27767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39266F-4ECA-1373-7DED-530AD0788475}"/>
              </a:ext>
            </a:extLst>
          </p:cNvPr>
          <p:cNvSpPr txBox="1"/>
          <p:nvPr/>
        </p:nvSpPr>
        <p:spPr>
          <a:xfrm>
            <a:off x="142821" y="133241"/>
            <a:ext cx="118941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Underfitting: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doesn’t learn enough.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is too simple (e.g., linear model for complex data)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has low accuracy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training data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low accuracy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test/unseen data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ML, this is also 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 bias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Overfitting: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memorizes training data instead of generalizing.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is overly complex (e.g., deep trees, too many parameters in model,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etc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has high accuracy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training data but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poor performance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test/unseen data.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ML, this is also 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 variance.</a:t>
            </a:r>
          </a:p>
        </p:txBody>
      </p:sp>
    </p:spTree>
    <p:extLst>
      <p:ext uri="{BB962C8B-B14F-4D97-AF65-F5344CB8AC3E}">
        <p14:creationId xmlns:p14="http://schemas.microsoft.com/office/powerpoint/2010/main" val="763595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A9EFA-1154-B4FE-9453-995A32438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B06EA2B-8BFF-B261-3014-6AE402B8732D}"/>
              </a:ext>
            </a:extLst>
          </p:cNvPr>
          <p:cNvSpPr txBox="1"/>
          <p:nvPr/>
        </p:nvSpPr>
        <p:spPr>
          <a:xfrm>
            <a:off x="142821" y="627017"/>
            <a:ext cx="118941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Variance: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Variance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the measure of spread in data from its mean position.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Below are 2 examples showing spread of data in 1D and 2D.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8CEC62-7211-8CA2-46BE-0CAC5468F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61" y="2617637"/>
            <a:ext cx="5306165" cy="30674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713479-9E71-7C3B-C957-D1BB1AC09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350" y="1602259"/>
            <a:ext cx="3253008" cy="509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056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48B39-C651-F159-D7A4-8325D54A8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4113DB4-F064-0072-4E41-5035048786D2}"/>
              </a:ext>
            </a:extLst>
          </p:cNvPr>
          <p:cNvSpPr txBox="1"/>
          <p:nvPr/>
        </p:nvSpPr>
        <p:spPr>
          <a:xfrm>
            <a:off x="142821" y="526433"/>
            <a:ext cx="118941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variance in the model is the measure of variation in test error when we change the training data.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Here, the test error varies by huge amount when we change the training data. This model has high variance.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test error in the model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varies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by great amount when we change the training data, then the model is said to have high variance.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1ACBB1-2C50-A6DC-F042-D9905866C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5" y="1513198"/>
            <a:ext cx="8340359" cy="313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852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B4AC0-F805-1B76-D8F3-A329E0553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C5538D7-EFB5-FFE5-1826-72721A922AC6}"/>
              </a:ext>
            </a:extLst>
          </p:cNvPr>
          <p:cNvSpPr txBox="1"/>
          <p:nvPr/>
        </p:nvSpPr>
        <p:spPr>
          <a:xfrm>
            <a:off x="142821" y="416705"/>
            <a:ext cx="118941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with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 variance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has a very complex fit to the training data and thus is not able to fit accurately on the test data, that it has not seen before. As a result, such models perform very well on training data but have high error rates on test data.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296FF5-B450-3EB2-8755-F0533AA8C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3" y="3058534"/>
            <a:ext cx="8340359" cy="313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16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1FB0D-326E-A4E9-FD47-7FEC3D929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E681BF-065C-BA6C-7FAE-50ED67E7F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632" y="1764792"/>
            <a:ext cx="5572571" cy="48505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9B5F69-6184-C5E7-CE40-9DD4F6DA8E69}"/>
              </a:ext>
            </a:extLst>
          </p:cNvPr>
          <p:cNvSpPr txBox="1"/>
          <p:nvPr/>
        </p:nvSpPr>
        <p:spPr>
          <a:xfrm>
            <a:off x="142821" y="416705"/>
            <a:ext cx="118941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the image below, the center circle represents the actual value of sample data points.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red color points are the predicted value of the data points.</a:t>
            </a:r>
          </a:p>
        </p:txBody>
      </p:sp>
    </p:spTree>
    <p:extLst>
      <p:ext uri="{BB962C8B-B14F-4D97-AF65-F5344CB8AC3E}">
        <p14:creationId xmlns:p14="http://schemas.microsoft.com/office/powerpoint/2010/main" val="2000843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75C16-C57E-5D73-FBF0-867C4E40B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6F502EE-91DE-0839-FEDB-E1F93A00D599}"/>
                  </a:ext>
                </a:extLst>
              </p14:cNvPr>
              <p14:cNvContentPartPr/>
              <p14:nvPr/>
            </p14:nvContentPartPr>
            <p14:xfrm>
              <a:off x="1163304" y="5199336"/>
              <a:ext cx="1080" cy="5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6F502EE-91DE-0839-FEDB-E1F93A00D59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7664" y="5163336"/>
                <a:ext cx="72720" cy="774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9232CDA-C14D-6316-E547-522E0522E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2040" y="2383199"/>
            <a:ext cx="4988759" cy="42367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8DF40C-F66D-3C5F-CA28-11F13672B829}"/>
              </a:ext>
            </a:extLst>
          </p:cNvPr>
          <p:cNvSpPr txBox="1"/>
          <p:nvPr/>
        </p:nvSpPr>
        <p:spPr>
          <a:xfrm>
            <a:off x="142821" y="-3919"/>
            <a:ext cx="1189418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Bias-variance trade-off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 model becomes complex, the bias error decreases and variance increases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the total error, it decreases up to a certain point, then increases. This point is the optimal solution.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Ideally, we want low bias and low variance.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this is not possible.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we pick a model that has acceptable amount of bias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variance, such that total error is minimum.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bias-variance trade-off.</a:t>
            </a:r>
          </a:p>
        </p:txBody>
      </p:sp>
    </p:spTree>
    <p:extLst>
      <p:ext uri="{BB962C8B-B14F-4D97-AF65-F5344CB8AC3E}">
        <p14:creationId xmlns:p14="http://schemas.microsoft.com/office/powerpoint/2010/main" val="2241352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2EEE62-CF19-9EE0-E4D2-7F9C16B8046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Heading Goes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0ACD6-1EC9-227E-5DA1-EBD6C3DF7290}"/>
              </a:ext>
            </a:extLst>
          </p:cNvPr>
          <p:cNvSpPr txBox="1"/>
          <p:nvPr/>
        </p:nvSpPr>
        <p:spPr>
          <a:xfrm>
            <a:off x="238125" y="1244739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Fhdsklf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Fjskldf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184</TotalTime>
  <Words>459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Bias-Variance Tradeoff-overfitting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38</cp:revision>
  <dcterms:created xsi:type="dcterms:W3CDTF">2025-09-22T02:44:38Z</dcterms:created>
  <dcterms:modified xsi:type="dcterms:W3CDTF">2026-01-24T03:14:40Z</dcterms:modified>
</cp:coreProperties>
</file>