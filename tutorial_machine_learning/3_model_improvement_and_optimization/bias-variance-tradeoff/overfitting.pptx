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"/>
  </p:handout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0E7643-5877-4925-ABAD-15F772D3A134}"/>
              </a:ext>
            </a:extLst>
          </p:cNvPr>
          <p:cNvSpPr txBox="1"/>
          <p:nvPr/>
        </p:nvSpPr>
        <p:spPr>
          <a:xfrm>
            <a:off x="713232" y="559088"/>
            <a:ext cx="1008583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Overfitting is a machine learning issue that occurs when a model learns too well from training data, resulting in poor performance on new data. To address overfitting, you can try these techniques: </a:t>
            </a:r>
          </a:p>
          <a:p>
            <a:pPr marL="0" indent="0" fontAlgn="ctr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Regularization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 Add a penalty term to the loss function to reduce the complexity of the model. This helps the model focus on patterns instead of memorizing data. </a:t>
            </a:r>
          </a:p>
          <a:p>
            <a:pPr font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augmentation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 Increase the size of the training data by creating slightly altered copies of existing data. This can help the model learn patterns and generalize better. </a:t>
            </a:r>
          </a:p>
          <a:p>
            <a:pPr font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Cross-validation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 Divide the training data into multiple subsets, train the model on some subsets, and evaluate its performance on the remaining subsets. This helps ensure the model generalizes well. </a:t>
            </a:r>
          </a:p>
          <a:p>
            <a:pPr font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Early stopping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 Monitor the model's performance on a validation dataset and stop training when the model's performance starts to decline. This helps prevent the model from memorizing noise. </a:t>
            </a:r>
          </a:p>
          <a:p>
            <a:pPr font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 selection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 Remove features that are not important or are contributing to overfitting. </a:t>
            </a:r>
          </a:p>
          <a:p>
            <a:pPr font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Simplifying the model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 Reduce the number of parameters or layers in the model. 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Ensemble methods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 Combine multiple models to make predictions </a:t>
            </a:r>
          </a:p>
        </p:txBody>
      </p:sp>
    </p:spTree>
    <p:extLst>
      <p:ext uri="{BB962C8B-B14F-4D97-AF65-F5344CB8AC3E}">
        <p14:creationId xmlns:p14="http://schemas.microsoft.com/office/powerpoint/2010/main" val="3056864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184</TotalTime>
  <Words>206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38</cp:revision>
  <dcterms:created xsi:type="dcterms:W3CDTF">2025-09-22T02:44:38Z</dcterms:created>
  <dcterms:modified xsi:type="dcterms:W3CDTF">2026-01-24T03:14:55Z</dcterms:modified>
</cp:coreProperties>
</file>