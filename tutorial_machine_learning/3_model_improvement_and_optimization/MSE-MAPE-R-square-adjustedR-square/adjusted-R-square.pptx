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7" r:id="rId2"/>
    <p:sldId id="260" r:id="rId3"/>
    <p:sldId id="266" r:id="rId4"/>
    <p:sldId id="262" r:id="rId5"/>
    <p:sldId id="263" r:id="rId6"/>
    <p:sldId id="264" r:id="rId7"/>
    <p:sldId id="265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Adjusted R-Square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8124" y="851547"/>
            <a:ext cx="988428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regression models, especially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Regression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we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 (R-squared)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measure how well the model explains the variability of the target variable.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R²: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 tells us “What percentage of the variance in the target variable is explained by the model?”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 = 0.80 → Model explains 80% of the variance.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D7416-785B-51D7-C7B5-87D84D615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10" y="1682065"/>
            <a:ext cx="4610743" cy="1295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60EF5B-C93A-132C-FF7C-C7818FDB7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82" y="1792589"/>
            <a:ext cx="4686954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EFAA-57D7-F317-A9AB-8A31A8EA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8CA390B-1350-E4F8-29A6-CFCA27387A56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Adjusted R-Square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D252E-F325-3E65-6182-424756DF791B}"/>
              </a:ext>
            </a:extLst>
          </p:cNvPr>
          <p:cNvSpPr txBox="1"/>
          <p:nvPr/>
        </p:nvSpPr>
        <p:spPr>
          <a:xfrm>
            <a:off x="238124" y="705243"/>
            <a:ext cx="98842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R²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keep adding more features (even useless ones):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never decreases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either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increases or stays the same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DDF217-CFC9-E2E5-B792-685F95F5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72" y="3505561"/>
            <a:ext cx="4285324" cy="12041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B91E31-79AC-65B1-9439-872EFB55A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72" y="4981436"/>
            <a:ext cx="4223216" cy="712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4E1295-43D6-10D8-733E-FECCD3921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20" y="2007247"/>
            <a:ext cx="4684513" cy="476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02AA-1EEF-92DB-36A1-B3049C6F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B2BF3F9-5458-3355-7B4D-760687ABBC17}"/>
              </a:ext>
            </a:extLst>
          </p:cNvPr>
          <p:cNvSpPr txBox="1"/>
          <p:nvPr/>
        </p:nvSpPr>
        <p:spPr>
          <a:xfrm>
            <a:off x="238125" y="851547"/>
            <a:ext cx="68393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by adding more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either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increases or stays the same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may encourage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overfitting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Adjusted R²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comes in.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B33FE6-8D08-589F-EE7C-776CEF808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57005"/>
            <a:ext cx="5792008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8F11-AB4F-42B9-44A3-D5E59340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094A43-8896-9318-594C-E41BC8FAE147}"/>
                  </a:ext>
                </a:extLst>
              </p:cNvPr>
              <p:cNvSpPr txBox="1"/>
              <p:nvPr/>
            </p:nvSpPr>
            <p:spPr>
              <a:xfrm>
                <a:off x="238124" y="851547"/>
                <a:ext cx="9884283" cy="3545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Adjusted R² corrects R² by penalizing unnecessary predictors.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Adjusted</m:t>
                      </m:r>
                      <m:r>
                        <m:rPr>
                          <m:nor/>
                        </m:rPr>
                        <a:rPr lang="en-US" sz="28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sSup>
                        <m:sSupPr>
                          <m:ctrlPr>
                            <a:rPr lang="ar-AE" sz="20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b="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0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00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ar-AE" sz="20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0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ar-AE" sz="2000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d>
                                <m:d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ar-AE" sz="200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00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200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ar-AE" sz="200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Where: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number of observations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number of predictors (features)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R²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regular R-squared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094A43-8896-9318-594C-E41BC8FAE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4" y="851547"/>
                <a:ext cx="9884283" cy="3545907"/>
              </a:xfrm>
              <a:prstGeom prst="rect">
                <a:avLst/>
              </a:prstGeom>
              <a:blipFill>
                <a:blip r:embed="rId2"/>
                <a:stretch>
                  <a:fillRect l="-925" t="-1377" b="-3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1471115-3B89-650D-BA0D-ADFF505AD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4" y="4572020"/>
            <a:ext cx="9656107" cy="202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55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9659-9D96-7368-4F1F-DEC55336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C80C56-D8B6-0481-F311-BE75EE61B697}"/>
              </a:ext>
            </a:extLst>
          </p:cNvPr>
          <p:cNvSpPr txBox="1"/>
          <p:nvPr/>
        </p:nvSpPr>
        <p:spPr>
          <a:xfrm>
            <a:off x="238124" y="851547"/>
            <a:ext cx="98842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points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adjusted R²: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Increases only if new feature improves model significantly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Decreases if new feature adds little or no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Rewards good features and penalizes unnecessary features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2AA7B0-9B7A-FFA7-0C96-21822B4B6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265" y="3364960"/>
            <a:ext cx="5792008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17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DDEF-8D9C-4FDC-F261-3A1713D3F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E5E794-21B2-7623-A9AA-8C36C9555AD1}"/>
              </a:ext>
            </a:extLst>
          </p:cNvPr>
          <p:cNvSpPr txBox="1"/>
          <p:nvPr/>
        </p:nvSpPr>
        <p:spPr>
          <a:xfrm>
            <a:off x="238125" y="851547"/>
            <a:ext cx="80097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though R² increased (0.80 → 0.85), but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adjusted R²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dropped (0.78 → 0.74).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means extra features are probably useless.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17DB77-D8AB-1373-5A51-29413FF0C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795400"/>
              </p:ext>
            </p:extLst>
          </p:nvPr>
        </p:nvGraphicFramePr>
        <p:xfrm>
          <a:off x="463296" y="1764792"/>
          <a:ext cx="7446264" cy="1371600"/>
        </p:xfrm>
        <a:graphic>
          <a:graphicData uri="http://schemas.openxmlformats.org/drawingml/2006/table">
            <a:tbl>
              <a:tblPr/>
              <a:tblGrid>
                <a:gridCol w="1703832">
                  <a:extLst>
                    <a:ext uri="{9D8B030D-6E8A-4147-A177-3AD203B41FA5}">
                      <a16:colId xmlns:a16="http://schemas.microsoft.com/office/drawing/2014/main" val="43744033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531449598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68723042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3368696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Adjusted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086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362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88356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CEC6F71-F943-2D9A-651C-10E4CD445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320" y="2187256"/>
            <a:ext cx="1476792" cy="489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0B8C98-3441-BB8D-AF3C-17CAB7728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676754"/>
            <a:ext cx="3938397" cy="5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4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8FF79-BB9D-1AA0-A429-2A68D7BD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FA7786E-C571-F0C5-85FA-5C45516F3049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Adjusted R-Square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D0630-98FE-66F7-F829-B8EE15C0DB47}"/>
              </a:ext>
            </a:extLst>
          </p:cNvPr>
          <p:cNvSpPr txBox="1"/>
          <p:nvPr/>
        </p:nvSpPr>
        <p:spPr>
          <a:xfrm>
            <a:off x="238124" y="851547"/>
            <a:ext cx="98842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Should You Use Adjusted R²?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Adjusted R²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regression models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58004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259</TotalTime>
  <Words>256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41</cp:revision>
  <dcterms:created xsi:type="dcterms:W3CDTF">2025-09-22T02:44:38Z</dcterms:created>
  <dcterms:modified xsi:type="dcterms:W3CDTF">2026-03-05T12:12:54Z</dcterms:modified>
</cp:coreProperties>
</file>