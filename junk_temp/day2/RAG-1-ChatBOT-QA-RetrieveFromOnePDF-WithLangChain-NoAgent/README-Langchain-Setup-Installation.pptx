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6" r:id="rId3"/>
    <p:sldId id="278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 Your 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Here without making changes to .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246888" y="226536"/>
            <a:ext cx="116311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Work with python3.10. Do not work with higher version.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1) Create virtual environment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2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C:\Users\hi\AppData\Local\Programs\Python\Python311\python.exe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2) Activate virtual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envir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\Scripts\Activate.ps1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577C-64FB-4E16-A671-2276307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D3F74FB-A744-A10F-FEE8-78E2EF082C5F}"/>
              </a:ext>
            </a:extLst>
          </p:cNvPr>
          <p:cNvSpPr txBox="1"/>
          <p:nvPr/>
        </p:nvSpPr>
        <p:spPr>
          <a:xfrm>
            <a:off x="477520" y="226536"/>
            <a:ext cx="102920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3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Run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5) Install packages inside requirements.txt file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943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1246</TotalTime>
  <Words>120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240</cp:revision>
  <dcterms:created xsi:type="dcterms:W3CDTF">2025-09-22T02:44:38Z</dcterms:created>
  <dcterms:modified xsi:type="dcterms:W3CDTF">2026-07-05T12:25:43Z</dcterms:modified>
</cp:coreProperties>
</file>