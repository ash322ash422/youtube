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69" r:id="rId3"/>
    <p:sldId id="270" r:id="rId4"/>
    <p:sldId id="272" r:id="rId5"/>
    <p:sldId id="273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694944" y="789813"/>
            <a:ext cx="96377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  <a:p>
            <a:pPr algn="ctr"/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Prompting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E73557-50EF-A731-97C9-79D626722A5C}"/>
              </a:ext>
            </a:extLst>
          </p:cNvPr>
          <p:cNvSpPr txBox="1"/>
          <p:nvPr/>
        </p:nvSpPr>
        <p:spPr>
          <a:xfrm>
            <a:off x="1449324" y="1120676"/>
            <a:ext cx="1024585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Prompting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prompting is a prompting technique where you give the AI clear instructions about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do it,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output format to follow.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parts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task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(what to compute, derive, or explain)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format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(equation, table, step-by-step derivation, code)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constraints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(assumptions, units, precision, notation conventions)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audience/level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(undergraduate vs. graduate, which changes rigor and vocabulary)</a:t>
            </a:r>
          </a:p>
        </p:txBody>
      </p:sp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17763-526B-976A-2DF6-7FB82E0F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AAE581-FD4D-3BDD-5313-251DD9E16811}"/>
              </a:ext>
            </a:extLst>
          </p:cNvPr>
          <p:cNvSpPr txBox="1"/>
          <p:nvPr/>
        </p:nvSpPr>
        <p:spPr>
          <a:xfrm>
            <a:off x="384048" y="856357"/>
            <a:ext cx="105521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Example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</a:t>
            </a:r>
          </a:p>
          <a:p>
            <a:pPr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Explain,  what a decision tree is in machine learning. </a:t>
            </a:r>
          </a:p>
          <a:p>
            <a:pPr>
              <a:buNone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Instructions: </a:t>
            </a:r>
          </a:p>
          <a:p>
            <a:pPr>
              <a:buNone/>
            </a:pP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simple language. </a:t>
            </a:r>
          </a:p>
          <a:p>
            <a:pPr>
              <a:buNone/>
            </a:pP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Keep the answer under 100 words. </a:t>
            </a:r>
          </a:p>
          <a:p>
            <a:pPr>
              <a:buNone/>
            </a:pP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Assume that audience  are fresh graduates.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the prompt gives instructions, like :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Explain in simple language.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Keep the answer under 100 words.</a:t>
            </a:r>
          </a:p>
        </p:txBody>
      </p:sp>
    </p:spTree>
    <p:extLst>
      <p:ext uri="{BB962C8B-B14F-4D97-AF65-F5344CB8AC3E}">
        <p14:creationId xmlns:p14="http://schemas.microsoft.com/office/powerpoint/2010/main" val="405369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45AB4-B10D-D1B7-F90D-CF65CA93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C5BE52-6AF5-A25C-47DB-7981E5258AE7}"/>
              </a:ext>
            </a:extLst>
          </p:cNvPr>
          <p:cNvSpPr txBox="1"/>
          <p:nvPr/>
        </p:nvSpPr>
        <p:spPr>
          <a:xfrm>
            <a:off x="402336" y="1169521"/>
            <a:ext cx="105521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Summarization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Summarize the following paragraph in one sentence.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(Paragraph here)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Instruction: Summarize in one sentence. The audience is &lt;</a:t>
            </a:r>
            <a:r>
              <a:rPr lang="en-US" sz="2400" b="1" u="sng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audience_here</a:t>
            </a:r>
            <a:r>
              <a:rPr lang="en-US" sz="2400" b="1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3624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7BD3-E1BF-B657-E6E6-A3B6C117C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DEF0D1-8B01-A6E4-EAA8-0ED082C11170}"/>
              </a:ext>
            </a:extLst>
          </p:cNvPr>
          <p:cNvSpPr txBox="1"/>
          <p:nvPr/>
        </p:nvSpPr>
        <p:spPr>
          <a:xfrm>
            <a:off x="393192" y="1720840"/>
            <a:ext cx="105521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: Code Generation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Write Python code to read a CSV file using pandas. Include comments in the code.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Python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pandas.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comments.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(See next page for output)</a:t>
            </a:r>
          </a:p>
        </p:txBody>
      </p:sp>
    </p:spTree>
    <p:extLst>
      <p:ext uri="{BB962C8B-B14F-4D97-AF65-F5344CB8AC3E}">
        <p14:creationId xmlns:p14="http://schemas.microsoft.com/office/powerpoint/2010/main" val="171372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73B21-E8EF-7D57-A4CC-59C2C50E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B775B2-0787-B48B-3745-C9C35C1C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284" y="256032"/>
            <a:ext cx="7051383" cy="629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3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313</TotalTime>
  <Words>225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90</cp:revision>
  <dcterms:created xsi:type="dcterms:W3CDTF">2025-09-22T02:44:38Z</dcterms:created>
  <dcterms:modified xsi:type="dcterms:W3CDTF">2026-07-07T15:30:21Z</dcterms:modified>
</cp:coreProperties>
</file>