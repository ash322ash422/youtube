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0"/>
  </p:handoutMasterIdLst>
  <p:sldIdLst>
    <p:sldId id="257" r:id="rId2"/>
    <p:sldId id="258" r:id="rId3"/>
    <p:sldId id="284" r:id="rId4"/>
    <p:sldId id="283" r:id="rId5"/>
    <p:sldId id="282" r:id="rId6"/>
    <p:sldId id="259" r:id="rId7"/>
    <p:sldId id="260" r:id="rId8"/>
    <p:sldId id="261" r:id="rId9"/>
    <p:sldId id="277" r:id="rId10"/>
    <p:sldId id="278" r:id="rId11"/>
    <p:sldId id="262" r:id="rId12"/>
    <p:sldId id="263" r:id="rId13"/>
    <p:sldId id="264" r:id="rId14"/>
    <p:sldId id="265" r:id="rId15"/>
    <p:sldId id="275" r:id="rId16"/>
    <p:sldId id="276" r:id="rId17"/>
    <p:sldId id="266" r:id="rId18"/>
    <p:sldId id="267" r:id="rId19"/>
    <p:sldId id="268" r:id="rId20"/>
    <p:sldId id="279" r:id="rId21"/>
    <p:sldId id="280" r:id="rId22"/>
    <p:sldId id="281" r:id="rId23"/>
    <p:sldId id="270" r:id="rId24"/>
    <p:sldId id="271" r:id="rId25"/>
    <p:sldId id="273" r:id="rId26"/>
    <p:sldId id="274" r:id="rId27"/>
    <p:sldId id="272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aheshkumarsg1/few-shot-prompting-and-chain-of-thought-prompting-462201ab60ff" TargetMode="External"/><Relationship Id="rId2" Type="http://schemas.openxmlformats.org/officeDocument/2006/relationships/hyperlink" Target="https://www.prompthub.us/blog/chain-of-thought-prompting-guid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694944" y="789813"/>
            <a:ext cx="96377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</a:t>
            </a:r>
          </a:p>
          <a:p>
            <a:pPr algn="ctr"/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 Shot Prompting</a:t>
            </a: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</a:t>
            </a:r>
            <a:r>
              <a:rPr lang="en-US" sz="40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Shot Prompting</a:t>
            </a:r>
            <a:endParaRPr lang="en-US" sz="4000" kern="100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Few-Shot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(</a:t>
            </a:r>
            <a:r>
              <a:rPr lang="en-US" sz="4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C9829-382A-0F6F-8B3B-24AFC3195283}"/>
              </a:ext>
            </a:extLst>
          </p:cNvPr>
          <p:cNvSpPr txBox="1"/>
          <p:nvPr/>
        </p:nvSpPr>
        <p:spPr>
          <a:xfrm>
            <a:off x="658368" y="1849088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Zero-Shot Prompting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prompting technique where you ask an AI model to perform a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providing any examples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how to do it.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relies entirely on its pre-trained knowledge and the instructions in your prompt.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ECF2-ACF4-E7A8-9BC1-36135A3D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E8FD8-5CB6-21EB-F899-B8C08E8B2C81}"/>
              </a:ext>
            </a:extLst>
          </p:cNvPr>
          <p:cNvSpPr txBox="1"/>
          <p:nvPr/>
        </p:nvSpPr>
        <p:spPr>
          <a:xfrm>
            <a:off x="393192" y="166592"/>
            <a:ext cx="4507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287A0-895D-9613-E92C-9F5C53A16290}"/>
              </a:ext>
            </a:extLst>
          </p:cNvPr>
          <p:cNvSpPr txBox="1"/>
          <p:nvPr/>
        </p:nvSpPr>
        <p:spPr>
          <a:xfrm>
            <a:off x="228600" y="1158609"/>
            <a:ext cx="106756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Classify the sentiment of the following review as Positive, Negative, or Neutral.</a:t>
            </a:r>
          </a:p>
          <a:p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Review: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"The food was delicious and the service was excellent."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ADF30-9968-0B0A-63EB-139621A1C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765" y="3429000"/>
            <a:ext cx="7234236" cy="338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B75D-3B28-6B06-5E6D-D625B707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BE96A-3383-D60F-7EDB-0F63529F0430}"/>
              </a:ext>
            </a:extLst>
          </p:cNvPr>
          <p:cNvSpPr txBox="1"/>
          <p:nvPr/>
        </p:nvSpPr>
        <p:spPr>
          <a:xfrm>
            <a:off x="274320" y="13916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One-Shot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example provided.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63EB-64AA-5A3B-92B3-8A0D140B0DBD}"/>
              </a:ext>
            </a:extLst>
          </p:cNvPr>
          <p:cNvSpPr txBox="1"/>
          <p:nvPr/>
        </p:nvSpPr>
        <p:spPr>
          <a:xfrm>
            <a:off x="274320" y="1190720"/>
            <a:ext cx="106756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Example: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Statement: "John lives in Tokyo."</a:t>
            </a:r>
          </a:p>
          <a:p>
            <a:r>
              <a:rPr lang="en-US" sz="2400" dirty="0">
                <a:solidFill>
                  <a:srgbClr val="FFC000"/>
                </a:solidFill>
              </a:rPr>
              <a:t>Question: "Where does John live?"</a:t>
            </a:r>
          </a:p>
          <a:p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Statement: "The meeting starts at 10 AM."</a:t>
            </a:r>
          </a:p>
          <a:p>
            <a:r>
              <a:rPr lang="en-US" sz="2400" dirty="0">
                <a:solidFill>
                  <a:srgbClr val="FFC000"/>
                </a:solidFill>
              </a:rPr>
              <a:t>Question: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662B86-F5C5-E47C-3384-4F8FF377E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833" y="3941900"/>
            <a:ext cx="7306823" cy="277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0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3E5B-B170-ECBE-7FB4-24309B46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7AD98B-2034-3D00-BCB8-55FB1593441A}"/>
              </a:ext>
            </a:extLst>
          </p:cNvPr>
          <p:cNvSpPr txBox="1"/>
          <p:nvPr/>
        </p:nvSpPr>
        <p:spPr>
          <a:xfrm>
            <a:off x="705612" y="1958794"/>
            <a:ext cx="10780776" cy="197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Few-Shot Prompting – Giving Examples to Set Patterns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technique we provide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few examples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the AI before asking it to perform a task. </a:t>
            </a:r>
          </a:p>
        </p:txBody>
      </p:sp>
    </p:spTree>
    <p:extLst>
      <p:ext uri="{BB962C8B-B14F-4D97-AF65-F5344CB8AC3E}">
        <p14:creationId xmlns:p14="http://schemas.microsoft.com/office/powerpoint/2010/main" val="364132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0A6F-D909-5B84-1C71-49704119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333E31-0DC4-A0DE-B446-20AB4F3518FC}"/>
              </a:ext>
            </a:extLst>
          </p:cNvPr>
          <p:cNvSpPr txBox="1"/>
          <p:nvPr/>
        </p:nvSpPr>
        <p:spPr>
          <a:xfrm>
            <a:off x="658368" y="1657042"/>
            <a:ext cx="47365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Few-Shot Prompting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prompt usually contains: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Input for AI to solve</a:t>
            </a:r>
          </a:p>
        </p:txBody>
      </p:sp>
    </p:spTree>
    <p:extLst>
      <p:ext uri="{BB962C8B-B14F-4D97-AF65-F5344CB8AC3E}">
        <p14:creationId xmlns:p14="http://schemas.microsoft.com/office/powerpoint/2010/main" val="207986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0C6E-6928-C400-D97B-BE433147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EE7EA1-24A8-21FF-74C3-7B1C9CE17E95}"/>
              </a:ext>
            </a:extLst>
          </p:cNvPr>
          <p:cNvSpPr txBox="1"/>
          <p:nvPr/>
        </p:nvSpPr>
        <p:spPr>
          <a:xfrm>
            <a:off x="365760" y="413458"/>
            <a:ext cx="11759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Without Few-Shot Prompting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the sentence into a positive sentiment.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 hate rainy days.“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run1 -&gt; "I enjoy the calm and refreshing atmosphere that rainy days bring”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run2 -&gt; "I love sunny days." (Alternatively: "I love rainy days.")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 may vary and may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follow consistent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structure.</a:t>
            </a:r>
          </a:p>
        </p:txBody>
      </p:sp>
    </p:spTree>
    <p:extLst>
      <p:ext uri="{BB962C8B-B14F-4D97-AF65-F5344CB8AC3E}">
        <p14:creationId xmlns:p14="http://schemas.microsoft.com/office/powerpoint/2010/main" val="341599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AE34-5ADF-406F-9263-FC242ED4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293096-147D-9C1F-22BB-D0A06255A9D0}"/>
              </a:ext>
            </a:extLst>
          </p:cNvPr>
          <p:cNvSpPr txBox="1"/>
          <p:nvPr/>
        </p:nvSpPr>
        <p:spPr>
          <a:xfrm>
            <a:off x="137234" y="0"/>
            <a:ext cx="7900416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sentences into positive sentiment.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waking up early.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Waking up early helps me stay productive.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dislike travelling.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Traveling gives me time to listen to music.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3: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dislike waking up early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Waking up early makes my day longer and exciting 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convert: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rainy days.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now more likely to follow the pattern.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9D6EE-B514-5C7D-4A39-F0A60F93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00" y="5769864"/>
            <a:ext cx="6602207" cy="450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4B484-5DC8-422F-916E-AE1891198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33" y="89681"/>
            <a:ext cx="5439534" cy="502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4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F787-DC16-D58B-A611-151645A7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E7996-6609-A283-5CAE-229A6D451206}"/>
              </a:ext>
            </a:extLst>
          </p:cNvPr>
          <p:cNvSpPr txBox="1"/>
          <p:nvPr/>
        </p:nvSpPr>
        <p:spPr>
          <a:xfrm>
            <a:off x="594360" y="312874"/>
            <a:ext cx="107807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Categorize the sentiment of customer reviews based on the examples below.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interface is confusing and slow.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 absolutely love the new design, it's so sleek!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It arrived on time and works as expected.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Neutral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battery life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</a:t>
            </a:r>
          </a:p>
        </p:txBody>
      </p:sp>
    </p:spTree>
    <p:extLst>
      <p:ext uri="{BB962C8B-B14F-4D97-AF65-F5344CB8AC3E}">
        <p14:creationId xmlns:p14="http://schemas.microsoft.com/office/powerpoint/2010/main" val="368747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4F60-1B89-663F-CB41-28A11058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BAB9E-DD48-63FD-FB9C-C9D3EDE2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249" y="173863"/>
            <a:ext cx="5220429" cy="3639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73980-98D5-4AC6-0139-D0BFC81A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37" y="4566647"/>
            <a:ext cx="92405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9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E8FD-19B3-8712-8149-24444547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49B8E-0FAD-4816-01A2-28222DCC5CB1}"/>
              </a:ext>
            </a:extLst>
          </p:cNvPr>
          <p:cNvSpPr txBox="1"/>
          <p:nvPr/>
        </p:nvSpPr>
        <p:spPr>
          <a:xfrm>
            <a:off x="493776" y="1785058"/>
            <a:ext cx="10780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Few-Shot Prompting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learn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patterns very effectively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When we provide examples: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understands formatting better: AI adapts to specific styles or formats or tones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produces more accurate responses</a:t>
            </a:r>
          </a:p>
        </p:txBody>
      </p:sp>
    </p:spTree>
    <p:extLst>
      <p:ext uri="{BB962C8B-B14F-4D97-AF65-F5344CB8AC3E}">
        <p14:creationId xmlns:p14="http://schemas.microsoft.com/office/powerpoint/2010/main" val="49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A02F-A3ED-C438-623D-4A48D2AF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06E6F-1F15-33BC-3C50-65F78C977C21}"/>
              </a:ext>
            </a:extLst>
          </p:cNvPr>
          <p:cNvSpPr txBox="1"/>
          <p:nvPr/>
        </p:nvSpPr>
        <p:spPr>
          <a:xfrm>
            <a:off x="182880" y="31287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Chain-of-Thought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Prompting – Making AI Show Its Reasoning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Chain-of-Thought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Prompting is a technique where we ask AI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its reasoning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giving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374489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E51F-2C4A-B8DB-AE64-5D165D93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B666D-C6E0-6E80-4912-C568D3ABC308}"/>
              </a:ext>
            </a:extLst>
          </p:cNvPr>
          <p:cNvSpPr txBox="1"/>
          <p:nvPr/>
        </p:nvSpPr>
        <p:spPr>
          <a:xfrm>
            <a:off x="182880" y="31287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If a train travels 60 km in 1 hour, how far will it travel in 3 hours?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directly give the answer: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180 km</a:t>
            </a:r>
          </a:p>
        </p:txBody>
      </p:sp>
    </p:spTree>
    <p:extLst>
      <p:ext uri="{BB962C8B-B14F-4D97-AF65-F5344CB8AC3E}">
        <p14:creationId xmlns:p14="http://schemas.microsoft.com/office/powerpoint/2010/main" val="159599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E8BC-FE13-8DBD-F6CA-A2F88B43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C16BFF-EDC8-05EB-8AE6-D8690745D06E}"/>
              </a:ext>
            </a:extLst>
          </p:cNvPr>
          <p:cNvSpPr txBox="1"/>
          <p:nvPr/>
        </p:nvSpPr>
        <p:spPr>
          <a:xfrm>
            <a:off x="182880" y="312874"/>
            <a:ext cx="117134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the problem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step-by-step.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If a train travels 60 km in 1 hour, how far will it travel in 3 hours?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Distance covered in 1 hour = 60 km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Total time = 3 hours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Total distance = 60 ×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 180 km</a:t>
            </a:r>
          </a:p>
        </p:txBody>
      </p:sp>
    </p:spTree>
    <p:extLst>
      <p:ext uri="{BB962C8B-B14F-4D97-AF65-F5344CB8AC3E}">
        <p14:creationId xmlns:p14="http://schemas.microsoft.com/office/powerpoint/2010/main" val="192428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D66E-4735-F0B2-FD16-5C2E583E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8A084-C1C2-60E7-9A69-234F3B4E8DF9}"/>
              </a:ext>
            </a:extLst>
          </p:cNvPr>
          <p:cNvSpPr txBox="1"/>
          <p:nvPr/>
        </p:nvSpPr>
        <p:spPr>
          <a:xfrm>
            <a:off x="182880" y="312874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 have 10 apples. I give 2 to a neighbor and 2 to a repairman. Then I buy 5 more and eat 1. How many do I have left?“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AI Response: "You have 11 apples." (Incorrect; often occurs when models skip steps)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9C88AE-DBB7-9BF1-4BAE-FF6C49FC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263" y="3959352"/>
            <a:ext cx="3633317" cy="222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6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28E2-B714-E3DC-B4B9-C5A276C3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F0E350-AE08-2071-0515-5F146B18A8FD}"/>
              </a:ext>
            </a:extLst>
          </p:cNvPr>
          <p:cNvSpPr txBox="1"/>
          <p:nvPr/>
        </p:nvSpPr>
        <p:spPr>
          <a:xfrm>
            <a:off x="182880" y="312874"/>
            <a:ext cx="49560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are math instructor.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following math problem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 by step. Show me the reasoning: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have 10 apples. I give 2 to a neighbor and 2 to a repairman. Then I buy 5 more and eat 1.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many do I have left?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17B84-9ED9-1E5E-521F-50C7D8F58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823" y="137160"/>
            <a:ext cx="5005935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01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DAB8-1196-1DFF-6862-48D6BE6C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6C9A4-7859-7A75-4849-6F8954B1F027}"/>
              </a:ext>
            </a:extLst>
          </p:cNvPr>
          <p:cNvSpPr txBox="1"/>
          <p:nvPr/>
        </p:nvSpPr>
        <p:spPr>
          <a:xfrm>
            <a:off x="182880" y="312874"/>
            <a:ext cx="117134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Powerful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force reasoning by adding phrases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“Show your reasoning”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“Break the solution into steps”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“Think through the problem logically”</a:t>
            </a:r>
          </a:p>
        </p:txBody>
      </p:sp>
    </p:spTree>
    <p:extLst>
      <p:ext uri="{BB962C8B-B14F-4D97-AF65-F5344CB8AC3E}">
        <p14:creationId xmlns:p14="http://schemas.microsoft.com/office/powerpoint/2010/main" val="3876379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783B-65B3-6866-9AF7-68A45701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F85767-73F3-0B96-45CC-9276F994B9A3}"/>
              </a:ext>
            </a:extLst>
          </p:cNvPr>
          <p:cNvSpPr txBox="1"/>
          <p:nvPr/>
        </p:nvSpPr>
        <p:spPr>
          <a:xfrm>
            <a:off x="182880" y="312874"/>
            <a:ext cx="117134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Chain-of-Thought Prompting is Important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Normally, AI may jump directly to an answer.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we ask AI to show steps: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Errors reduce significantly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becomes transparent and Output becomes more reliable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tasks become easier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method improves accuracy, especially 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problems: Coding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calculations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reasoning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 and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025050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431-DB2B-494E-CD62-A786A126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9FA9C-6DE1-4803-908E-DEA31C7422B5}"/>
              </a:ext>
            </a:extLst>
          </p:cNvPr>
          <p:cNvSpPr txBox="1"/>
          <p:nvPr/>
        </p:nvSpPr>
        <p:spPr>
          <a:xfrm>
            <a:off x="182880" y="31287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Role Prompting – Assigning AI a Professional Identity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Role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 is a technique where we assign AI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role, profession, or expertise 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asking it to perform a task.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E870A-C176-CB8A-4173-D6A251331DE8}"/>
              </a:ext>
            </a:extLst>
          </p:cNvPr>
          <p:cNvSpPr txBox="1"/>
          <p:nvPr/>
        </p:nvSpPr>
        <p:spPr>
          <a:xfrm>
            <a:off x="182880" y="2544474"/>
            <a:ext cx="5033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(Without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5B3B0-12E2-A7C6-643F-33C74193C3E2}"/>
              </a:ext>
            </a:extLst>
          </p:cNvPr>
          <p:cNvSpPr txBox="1"/>
          <p:nvPr/>
        </p:nvSpPr>
        <p:spPr>
          <a:xfrm>
            <a:off x="6443472" y="2544474"/>
            <a:ext cx="5033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Software Developer.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You are cautious and like to handle all types of unforeseen problems.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 </a:t>
            </a:r>
          </a:p>
        </p:txBody>
      </p:sp>
    </p:spTree>
    <p:extLst>
      <p:ext uri="{BB962C8B-B14F-4D97-AF65-F5344CB8AC3E}">
        <p14:creationId xmlns:p14="http://schemas.microsoft.com/office/powerpoint/2010/main" val="2878737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4328-619F-95AF-71BB-D1967A13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779894-EEED-9FFB-166E-A57AF7AA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967685"/>
            <a:ext cx="4178134" cy="4537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7854E-06A7-1CC4-376A-D2901C1C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9" y="1278184"/>
            <a:ext cx="411537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02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2B99-F0D2-69F8-5A22-9A1B892F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FD04-CD44-B989-E5A1-542AE33C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1" y="213784"/>
            <a:ext cx="4115374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BD846-B36C-D830-67F6-6579E803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8625"/>
            <a:ext cx="4810796" cy="4839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34774-BC14-C9B9-B910-8F1028D4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80" y="213784"/>
            <a:ext cx="725906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2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38A8F-DB85-F46E-ECB4-2299235E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C31BF0-9161-27D6-4D8F-26678A08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6" y="0"/>
            <a:ext cx="6820852" cy="4648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C9E14F-F130-AAD9-7464-C629376EB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710" y="1094045"/>
            <a:ext cx="5229955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99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E555-C010-2543-DFFC-F5D5D5BD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C5F2D7-4594-AE38-A9A4-72FEA6A3F207}"/>
              </a:ext>
            </a:extLst>
          </p:cNvPr>
          <p:cNvSpPr txBox="1"/>
          <p:nvPr/>
        </p:nvSpPr>
        <p:spPr>
          <a:xfrm>
            <a:off x="182880" y="312874"/>
            <a:ext cx="11713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Role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4B8A1-C3E8-C753-CBE0-AE3A30B1CDF2}"/>
              </a:ext>
            </a:extLst>
          </p:cNvPr>
          <p:cNvSpPr txBox="1"/>
          <p:nvPr/>
        </p:nvSpPr>
        <p:spPr>
          <a:xfrm>
            <a:off x="5705856" y="160732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(with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Cybersecurity Expert. Explain API security risks and best practices.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will be more professional and detailed.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8A184-7E84-E67B-52CA-5793956214C5}"/>
              </a:ext>
            </a:extLst>
          </p:cNvPr>
          <p:cNvSpPr txBox="1"/>
          <p:nvPr/>
        </p:nvSpPr>
        <p:spPr>
          <a:xfrm>
            <a:off x="295656" y="1607326"/>
            <a:ext cx="44028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(no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API security.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may be generic or basic.</a:t>
            </a:r>
          </a:p>
        </p:txBody>
      </p:sp>
    </p:spTree>
    <p:extLst>
      <p:ext uri="{BB962C8B-B14F-4D97-AF65-F5344CB8AC3E}">
        <p14:creationId xmlns:p14="http://schemas.microsoft.com/office/powerpoint/2010/main" val="2343117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8B20-43FC-E4DC-A0ED-2F8D986A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CBBB84-87FB-0D88-6817-2E89677B46BE}"/>
              </a:ext>
            </a:extLst>
          </p:cNvPr>
          <p:cNvSpPr txBox="1"/>
          <p:nvPr/>
        </p:nvSpPr>
        <p:spPr>
          <a:xfrm>
            <a:off x="182880" y="312874"/>
            <a:ext cx="62270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Roles Used in Prompt Engineering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Senior Software Developer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Scientist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Professional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Advisor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Teacher or Trainer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Consultant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Analyst</a:t>
            </a:r>
          </a:p>
        </p:txBody>
      </p:sp>
    </p:spTree>
    <p:extLst>
      <p:ext uri="{BB962C8B-B14F-4D97-AF65-F5344CB8AC3E}">
        <p14:creationId xmlns:p14="http://schemas.microsoft.com/office/powerpoint/2010/main" val="1771811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6AD8-5CB7-BC88-7211-D0A37025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CE0B1-AE9F-627B-53CE-964E44D738FF}"/>
              </a:ext>
            </a:extLst>
          </p:cNvPr>
          <p:cNvSpPr txBox="1"/>
          <p:nvPr/>
        </p:nvSpPr>
        <p:spPr>
          <a:xfrm>
            <a:off x="182880" y="22143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 customer buys a laptop for $1,200.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a 15% discount, but a 7% sales tax is applied to the final discounted price.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much is the final total?</a:t>
            </a:r>
          </a:p>
        </p:txBody>
      </p:sp>
    </p:spTree>
    <p:extLst>
      <p:ext uri="{BB962C8B-B14F-4D97-AF65-F5344CB8AC3E}">
        <p14:creationId xmlns:p14="http://schemas.microsoft.com/office/powerpoint/2010/main" val="1083813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26A62-6028-AA5B-2AD1-131C122F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1AE716-8E24-10C3-AB93-348C2533D191}"/>
              </a:ext>
            </a:extLst>
          </p:cNvPr>
          <p:cNvSpPr txBox="1"/>
          <p:nvPr/>
        </p:nvSpPr>
        <p:spPr>
          <a:xfrm>
            <a:off x="182880" y="221434"/>
            <a:ext cx="1154887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Tax Accountant with 20 years of experience in retail finance. 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Few-Shot Examples (Pattern Consistency):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A: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$100 shirt, 10% discount, 5%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$100 * 0.10 = $10. Subtotal is $90. Tax is $90 * 0.05 = $4.50. Total is $94.50.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1.2.7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B: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$50 book, 20% discount, 10%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$50 * 0.20 = $10. Subtotal is $40. Tax is $40 * 0.10 = $4. Total is $44.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1.1.4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Now, calculate the final total for a customer buying a laptop for $1,200 with a 15% discount and 7% sales tax.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Instruction: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Please 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think step-by-step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breaking down each calculation clearly before stating the final answer. </a:t>
            </a:r>
          </a:p>
        </p:txBody>
      </p:sp>
    </p:spTree>
    <p:extLst>
      <p:ext uri="{BB962C8B-B14F-4D97-AF65-F5344CB8AC3E}">
        <p14:creationId xmlns:p14="http://schemas.microsoft.com/office/powerpoint/2010/main" val="2370796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4D79-9005-9CB8-9582-FE1E8482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B3DECA-C761-7214-4C5B-83C792E570DA}"/>
              </a:ext>
            </a:extLst>
          </p:cNvPr>
          <p:cNvSpPr txBox="1"/>
          <p:nvPr/>
        </p:nvSpPr>
        <p:spPr>
          <a:xfrm>
            <a:off x="182880" y="312874"/>
            <a:ext cx="1171346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Data Scientist.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Below are examples of sentiment classification: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I love this product.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This service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classify the following text step-by-step: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Text: The experience was okay but could improve.</a:t>
            </a:r>
          </a:p>
        </p:txBody>
      </p:sp>
    </p:spTree>
    <p:extLst>
      <p:ext uri="{BB962C8B-B14F-4D97-AF65-F5344CB8AC3E}">
        <p14:creationId xmlns:p14="http://schemas.microsoft.com/office/powerpoint/2010/main" val="1985223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317</TotalTime>
  <Words>1313</Words>
  <Application>Microsoft Office PowerPoint</Application>
  <PresentationFormat>Widescreen</PresentationFormat>
  <Paragraphs>222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84</cp:revision>
  <dcterms:created xsi:type="dcterms:W3CDTF">2025-09-22T02:44:38Z</dcterms:created>
  <dcterms:modified xsi:type="dcterms:W3CDTF">2026-06-16T06:37:01Z</dcterms:modified>
</cp:coreProperties>
</file>