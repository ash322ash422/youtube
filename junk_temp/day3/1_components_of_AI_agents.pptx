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7" r:id="rId2"/>
    <p:sldId id="276" r:id="rId3"/>
    <p:sldId id="305" r:id="rId4"/>
    <p:sldId id="278" r:id="rId5"/>
    <p:sldId id="281" r:id="rId6"/>
    <p:sldId id="304" r:id="rId7"/>
    <p:sldId id="298" r:id="rId8"/>
    <p:sldId id="299" r:id="rId9"/>
    <p:sldId id="300" r:id="rId10"/>
    <p:sldId id="301" r:id="rId11"/>
    <p:sldId id="302" r:id="rId12"/>
    <p:sldId id="303" r:id="rId13"/>
    <p:sldId id="258" r:id="rId14"/>
    <p:sldId id="260" r:id="rId15"/>
    <p:sldId id="277" r:id="rId16"/>
    <p:sldId id="261" r:id="rId17"/>
    <p:sldId id="293" r:id="rId18"/>
    <p:sldId id="280" r:id="rId19"/>
    <p:sldId id="295" r:id="rId20"/>
    <p:sldId id="296" r:id="rId21"/>
    <p:sldId id="297" r:id="rId22"/>
    <p:sldId id="294" r:id="rId23"/>
    <p:sldId id="262" r:id="rId24"/>
    <p:sldId id="263" r:id="rId25"/>
    <p:sldId id="264"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7/9/2026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9:08:14.961"/>
    </inkml:context>
    <inkml:brush xml:id="br0">
      <inkml:brushProperty name="width" value="0.1" units="cm"/>
      <inkml:brushProperty name="height" value="0.1" units="cm"/>
      <inkml:brushProperty name="color" value="#33CCFF"/>
    </inkml:brush>
  </inkml:definitions>
  <inkml:trace contextRef="#ctx0" brushRef="#br0">17627 342 24575,'0'488'0,"-4"-444"0,-2-1 0,-3 1 0,-20 51 0,15-47 0,2-16 0,-25 47 0,-8 19 0,19-28 0,-3-1 0,-4-1 0,-4 0 0,-4-3 0,-76 92 0,-110 80 0,11-12 0,164-169 0,-3-3 0,-3-1 0,-4-2 0,-2-2 0,-2-3 0,-112 60 0,114-70 0,-1-1 0,-3-3 0,-1-2 0,-2-2 0,-1-3 0,-89 20 0,33-20 0,-1-5 0,-1-3 0,-133 1 0,-399-12 0,401-7 0,-1534 1 0,1539 14 0,14 1 0,-1863-13 0,1018-3 0,902-5 0,-305-41 0,132 9 0,262 31 0,-181-20 0,42-2 0,0 8 0,-352 0 0,410 17 0,-1-5 0,-217-35 0,-57-2 0,-105-15 0,375 35 0,23 5 0,-173-44 0,-368-92 0,573 121 0,1-4 0,-233-106 0,-584-269 0,901 401 0,32 12 0,-1-1 0,1 1 0,0-2 0,0 1 0,1-1 0,0 0 0,0-1 0,-10-7 0,-42-46 0,3-1 0,-69-98 0,60 72 0,15 24 0,25 33 0,2-1 0,2-1 0,-30-57 0,-64-114 0,19 41 0,47 58 0,19 35 0,-57-82 0,15 31 0,54 84 0,-1 0 0,-2 1 0,-2 1 0,-55-55 0,49 69 0,30 19 0,0-1 0,0 1 0,0 0 0,0 0 0,0-1 0,1 1 0,-1 0 0,0 0 0,0 0 0,0 0 0,0 0 0,0 0 0,0 0 0,0 0 0,0 0 0,0 1 0,0-1 0,0 0 0,0 0 0,1 0 0,-1 1 0,-2 0 0,0 2 0,0 0 0,-1 0 0,1 1 0,1-1 0,-1 1 0,1 0 0,0-1 0,0 1 0,0 0 0,1 0 0,-2 7 0,-81 366 0,83-370 0,4-22 0,24-86 0,5 36 0,3 1 0,62-81 0,-95 142 0,0 0 0,0-1 0,0 1 0,1 0 0,-1 0 0,1 1 0,0-1 0,0 0 0,0 1 0,1-1 0,-1 1 0,1 0 0,-1-1 0,1 2 0,0-1 0,0 0 0,1 0 0,-1 1 0,0 0 0,1 0 0,-1 0 0,1 0 0,-1 0 0,1 1 0,-1-1 0,1 1 0,0 0 0,-1 0 0,1 0 0,0 0 0,-1 1 0,1 0 0,-1 0 0,1 0 0,-1 0 0,1 0 0,-1 0 0,0 1 0,0 0 0,6 3 0,28 13 0,-2 2 0,-1 1 0,-1 2 0,34 28 0,-38-27 0,1-1 0,1-2 0,1 0 0,72 33 0,-57-36-1365,-6-2-5461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42:09.398"/>
    </inkml:context>
    <inkml:brush xml:id="br0">
      <inkml:brushProperty name="width" value="0.1" units="cm"/>
      <inkml:brushProperty name="height" value="0.1" units="cm"/>
      <inkml:brushProperty name="color" value="#33CCFF"/>
    </inkml:brush>
  </inkml:definitions>
  <inkml:trace contextRef="#ctx0" brushRef="#br0">31 179 6017 0 0,'0'0'1604'0'0,"-5"-2"-1471"0"0,-21-11 2250 0 0,32 13-2338 0 0,16-4-1 0 0,-17 4 36 0 0,23 2 32 0 0,87 0 231 0 0,107-4-168 0 0,97 6 218 0 0,-111 2-85 0 0,33-1 169 0 0,-184-5-366 0 0,0 1 55 0 0,1-3 0 0 0,61-9-1 0 0,-79 10-124 0 0,-36 1-32 0 0,40-4 92 0 0,-42 4-83 0 0,51-8 149 0 0,-40 7-396 0 0,8-3 1389 0 0,-21 3-1138 0 0,0 1-1 0 0,0-1 1 0 0,0 0 0 0 0,0 0 0 0 0,0 1-1 0 0,-1-1 1 0 0,1 0 0 0 0,0 0 0 0 0,0 1-1 0 0,-1-1 1 0 0,1 0 0 0 0,0 0 0 0 0,-1 1 0 0 0,1-1-1 0 0,-1 0 1 0 0,1 1 0 0 0,-1-1 0 0 0,1 1-1 0 0,-1-1 1 0 0,1 0 0 0 0,-1 1 0 0 0,1-1-1 0 0,-1 1 1 0 0,0 0 0 0 0,1-1 0 0 0,-1 1-1 0 0,0 0 1 0 0,0-1 0 0 0,1 1 0 0 0,-1 0 0 0 0,-1-1-1 0 0,-17-10 0 0 0,0 0-1 0 0,0 2 1 0 0,-1 0-1 0 0,0 1 1 0 0,-31-8-1 0 0,-111-22 7 0 0,88 22-8 0 0,71 15-16 0 0,1 1-12 0 0,-8-2 5 0 0,8 1 1 0 0,-11-3-12 0 0,8 2-7 0 0,8 2-87 0 0,47 11 129 0 0,52 5-39 0 0,-52-9 22 0 0,-1 2-1 0 0,55 17 1 0 0,-76-18 25 0 0,38 17-54 0 0,-64-24 27 0 0,-1-2 0 0 0,0 1-1 0 0,0 0 0 0 0,0 0 0 0 0,-1 0 1 0 0,1 0-1 0 0,0 0 0 0 0,0 0 0 0 0,0 0 1 0 0,0 0-1 0 0,0 0 0 0 0,-1 0 0 0 0,1 0 0 0 0,0 0 1 0 0,0 1-1 0 0,0-1 0 0 0,0 0 0 0 0,-1 0 1 0 0,1 1-1 0 0,0-1 0 0 0,0 1 0 0 0,-1-1 1 0 0,1 1-1 0 0,0-1 0 0 0,-1 1 0 0 0,1-1 1 0 0,0 1-1 0 0,-1 0 0 0 0,1-1 0 0 0,-1 1 1 0 0,1 0-1 0 0,-1 0 0 0 0,1-1 0 0 0,-1 1 1 0 0,0 0-1 0 0,1 0 0 0 0,-1-1 0 0 0,0 1 1 0 0,0 0-1 0 0,1 0 0 0 0,-1 0 0 0 0,0 0 0 0 0,0 0 1 0 0,0-1-1 0 0,0 1 0 0 0,0 0 0 0 0,0 0 1 0 0,-1 0-1 0 0,1 0 0 0 0,0 0 0 0 0,0-1 1 0 0,0 1-1 0 0,-1 0 0 0 0,1 0 0 0 0,0 0 1 0 0,-1-1-1 0 0,1 1 0 0 0,-1 0 0 0 0,1-1 1 0 0,-1 1-1 0 0,1 0 0 0 0,-1-1 0 0 0,0 1 1 0 0,1 0-1 0 0,-1-1 0 0 0,0 1 0 0 0,1-1 1 0 0,-1 1-1 0 0,-1-1 0 0 0,-46 30 26 0 0,-1-3 0 0 0,-1-2 0 0 0,-55 19-1 0 0,-23 11-16 0 0,-29 28 108 0 0,155-82-53 0 0,1-1-449 0 0,0 0 0 0 0,0-1 1 0 0,-1 1-1 0 0,1 0 0 0 0,0-1 1 0 0,0 1-1 0 0,-1-1 0 0 0,1 1 1 0 0,0-1-1 0 0,0 0 0 0 0,0 1 1 0 0,0-1-1 0 0,0 0 0 0 0,0 0 1 0 0,0 0-1 0 0,0 0 0 0 0,0 0 1 0 0,1 0-1 0 0,-1 0 0 0 0,-1-2 1 0 0,-3-4-2002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4:51.815"/>
    </inkml:context>
    <inkml:brush xml:id="br0">
      <inkml:brushProperty name="width" value="0.1" units="cm"/>
      <inkml:brushProperty name="height" value="0.1" units="cm"/>
      <inkml:brushProperty name="color" value="#FFC114"/>
    </inkml:brush>
  </inkml:definitions>
  <inkml:trace contextRef="#ctx0" brushRef="#br0">0 67 5849 0 0,'0'0'1904'0'0,"4"-1"-1903"0"0,50-13 11 0 0,0 3-1 0 0,99-8 1 0 0,-76 11-6 0 0,114-5-2 0 0,-170 13-12 0 0,-7 0 8 0 0,55 2 123 0 0,-66-2-136 0 0,-9 670-180 0 0,-14-301 330 0 0,4-149 15 0 0,15-174-75 0 0,2 1 0 0 0,14 90 0 0 0,33 88 172 0 0,-37-181-216 0 0,-10-40-34 0 0,3 12 43 0 0,0 0 0 0 0,-1 0 1 0 0,-1 0-1 0 0,0 30 0 0 0,-2-42-15 0 0,0 0 0 0 0,-1 0-1 0 0,0 0 1 0 0,1 0 0 0 0,-1-1 0 0 0,0 1-1 0 0,-1 0 1 0 0,1-1 0 0 0,-1 1 0 0 0,0-1-1 0 0,0 1 1 0 0,0-1 0 0 0,0 0 0 0 0,0 1-1 0 0,-1-1 1 0 0,1 0 0 0 0,-1-1 0 0 0,0 1-1 0 0,0 0 1 0 0,0-1 0 0 0,0 0 0 0 0,0 0-1 0 0,-1 0 1 0 0,1 0 0 0 0,-7 3 0 0 0,-20 5 110 0 0,-1 0 1 0 0,-1-2-1 0 0,-58 7 1 0 0,-102-1 49 0 0,114-10-108 0 0,-13 1-299 0 0,91-5 175 0 0,0 0-1 0 0,-1 0 0 0 0,1 0 0 0 0,0 0 1 0 0,-1 0-1 0 0,1 0 0 0 0,0 0 0 0 0,-1 0 1 0 0,1 0-1 0 0,0 0 0 0 0,-1-1 1 0 0,1 1-1 0 0,0 0 0 0 0,-1 0 0 0 0,1 0 1 0 0,0 0-1 0 0,0-1 0 0 0,-1 1 0 0 0,1 0 1 0 0,0 0-1 0 0,0-1 0 0 0,-1 1 1 0 0,1 0-1 0 0,0-1 0 0 0,0 1 0 0 0,0 0 1 0 0,-1-1-1 0 0,1 1 0 0 0,0 0 0 0 0,0 0 1 0 0,0-1-1 0 0,0 1 0 0 0,0-1 1 0 0,0 1-1 0 0,0 0 0 0 0,0-1 0 0 0,0 1 1 0 0,0 0-1 0 0,0-1 0 0 0,0 1 0 0 0,0 0 1 0 0,0-1-1 0 0,0 1 0 0 0,0 0 1 0 0,0-1-1 0 0,0 1 0 0 0,0 0 0 0 0,1-1 1 0 0,-1 1-1 0 0,0 0 0 0 0,0-1 0 0 0,0 1 1 0 0,1 0-1 0 0,-1 0 0 0 0,0-1 1 0 0,0 1-1 0 0,1 0 0 0 0,12-19-2327 0 0,-12 18 2318 0 0,18-22-3021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4:52.699"/>
    </inkml:context>
    <inkml:brush xml:id="br0">
      <inkml:brushProperty name="width" value="0.1" units="cm"/>
      <inkml:brushProperty name="height" value="0.1" units="cm"/>
      <inkml:brushProperty name="color" value="#FFC114"/>
    </inkml:brush>
  </inkml:definitions>
  <inkml:trace contextRef="#ctx0" brushRef="#br0">1 151 6733 0 0,'10'-52'-590'0'0,"-5"33"1124"0"0,-2-1 0 0 0,3-38 0 0 0,-6 57-438 0 0,0 6-82 0 0,11 397 148 0 0,-11-244-66 0 0,0-154-52 0 0,0-1 0 0 0,0 0 1 0 0,0 0-1 0 0,1 1 1 0 0,-1-1-1 0 0,1 0 0 0 0,-1 0 1 0 0,1 0-1 0 0,0 1 0 0 0,3 4 1 0 0,0-7-11 0 0,1-1 0 0 0,0 0 0 0 0,0 1 0 0 0,-1-1-1 0 0,1-1 1 0 0,0 1 0 0 0,0-1 0 0 0,-1 0 0 0 0,9-2 0 0 0,-11 3-28 0 0,460-87 457 0 0,-403 83-395 0 0,-47 4-4647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4:53.298"/>
    </inkml:context>
    <inkml:brush xml:id="br0">
      <inkml:brushProperty name="width" value="0.1" units="cm"/>
      <inkml:brushProperty name="height" value="0.1" units="cm"/>
      <inkml:brushProperty name="color" value="#FFC114"/>
    </inkml:brush>
  </inkml:definitions>
  <inkml:trace contextRef="#ctx0" brushRef="#br0">22 109 6929 0 0,'2'-106'856'0'0,"-2"103"-796"0"0,-1 5-52 0 0,0-1 1 0 0,-1 0-1 0 0,1 1 1 0 0,0 0-1 0 0,-1-1 0 0 0,1 1 1 0 0,0 0-1 0 0,0-1 1 0 0,1 1-1 0 0,-1 0 1 0 0,0 0-1 0 0,1 0 1 0 0,-1 0-1 0 0,1 0 1 0 0,-1 0-1 0 0,1 0 1 0 0,0 0-1 0 0,0 0 0 0 0,0 0 1 0 0,0 2-1 0 0,-5 68-6 0 0,4-53 14 0 0,-1 45 20 0 0,12 124-1 0 0,-10-184-26 0 0,0 0 0 0 0,1 0 0 0 0,-1 0 0 0 0,1-1 0 0 0,0 1 0 0 0,0 0 0 0 0,0 0 0 0 0,0-1 0 0 0,1 1 0 0 0,0 0 0 0 0,-1-1 0 0 0,1 0 0 0 0,0 1 0 0 0,1-1 0 0 0,-1 0 0 0 0,1 0-1 0 0,-1 0 1 0 0,1 0 0 0 0,0-1 0 0 0,0 1 0 0 0,0-1 0 0 0,0 1 0 0 0,1-1 0 0 0,-1 0 0 0 0,1-1 0 0 0,3 3 0 0 0,3-2 10 0 0,1 0-1 0 0,-1-1 1 0 0,1 0 0 0 0,-1-1 0 0 0,1 0-1 0 0,0 0 1 0 0,-1-1 0 0 0,18-4-1 0 0,232-31 30 0 0,-257 35-135 0 0,6-2-153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4:54.489"/>
    </inkml:context>
    <inkml:brush xml:id="br0">
      <inkml:brushProperty name="width" value="0.1" units="cm"/>
      <inkml:brushProperty name="height" value="0.1" units="cm"/>
      <inkml:brushProperty name="color" value="#FFC114"/>
    </inkml:brush>
  </inkml:definitions>
  <inkml:trace contextRef="#ctx0" brushRef="#br0">13 306 5044 0 0,'4'-26'312'0'0,"-2"-1"-1"0"0,-1 1 1 0 0,-3-37-1 0 0,2 61-275 0 0,-3-22 492 0 0,4 31-230 0 0,7 63-135 0 0,-7-56-159 0 0,34 334 160 0 0,-35-346-107 0 0,0-1 1 0 0,1 0 0 0 0,-1 0 0 0 0,0 0 0 0 0,1 0-1 0 0,-1 0 1 0 0,0 0 0 0 0,0 0 0 0 0,0 1 0 0 0,0-1-1 0 0,0 0 1 0 0,0 0 0 0 0,0 0 0 0 0,0 0 0 0 0,-1 0-1 0 0,1 1 1 0 0,0-1 0 0 0,-1 0 0 0 0,1 0 0 0 0,-2 1-1 0 0,-10-19 218 0 0,-13-50-181 0 0,17 17-32 0 0,1 0-1 0 0,3-1 1 0 0,2 0-1 0 0,3 1 1 0 0,6-53-1 0 0,-6 91-65 0 0,-1 9 1 0 0,1-1 1 0 0,-1 1-1 0 0,1 0 1 0 0,-1-1-1 0 0,1 1 0 0 0,0 0 1 0 0,0-1-1 0 0,1 1 0 0 0,-1 0 1 0 0,0 0-1 0 0,1 0 1 0 0,0 0-1 0 0,0 0 0 0 0,0 1 1 0 0,3-4-1 0 0,-4 4-3 0 0,0 1 0 0 0,0 0-1 0 0,0-1 1 0 0,0 1 0 0 0,1 0 0 0 0,-1 0-1 0 0,0 0 1 0 0,0 0 0 0 0,1 0-1 0 0,-1 0 1 0 0,1 0 0 0 0,-1 1 0 0 0,1-1-1 0 0,-1 0 1 0 0,1 1 0 0 0,-1-1 0 0 0,1 1-1 0 0,-1 0 1 0 0,1-1 0 0 0,0 1-1 0 0,-1 0 1 0 0,1 0 0 0 0,0 0 0 0 0,1 0-1 0 0,0 1 1 0 0,-1 0 1 0 0,1 0-1 0 0,-1 0 0 0 0,1 1 0 0 0,-1-1 0 0 0,0 1 0 0 0,1-1 0 0 0,-1 1 0 0 0,0 0 1 0 0,0-1-1 0 0,0 1 0 0 0,-1 0 0 0 0,3 3 0 0 0,4 6-13 0 0,-1 1 0 0 0,0 0-1 0 0,0 0 1 0 0,5 17 0 0 0,95 214-40 0 0,-88-193 1050 0 0,-22-75-950 0 0,2 1 1 0 0,0-1 0 0 0,2 1-1 0 0,1-1 1 0 0,1 1-1 0 0,0-1 1 0 0,2 1-1 0 0,9-25 1 0 0,-9 33-44 0 0,0 1-1 0 0,1-1 1 0 0,1 1 0 0 0,1 0 0 0 0,0 1 0 0 0,1 0 0 0 0,0 0 0 0 0,1 1 0 0 0,0 0-1 0 0,1 1 1 0 0,1 0 0 0 0,0 0 0 0 0,18-12 0 0 0,-26 21-6 0 0,0 0 0 0 0,0 1 0 0 0,0 0 0 0 0,0 0 0 0 0,0 0 0 0 0,0 0 0 0 0,0 1 0 0 0,1 0 1 0 0,-1-1-1 0 0,1 2 0 0 0,-1-1 0 0 0,1 0 0 0 0,-1 1 0 0 0,1 0 0 0 0,-1 0 0 0 0,1 0 0 0 0,-1 1 0 0 0,1-1 0 0 0,-1 1 0 0 0,1 0 0 0 0,-1 0 0 0 0,7 4 0 0 0,-5-2 0 0 0,-1 0-1 0 0,0 1 0 0 0,-1-1 0 0 0,1 1 0 0 0,-1 1 0 0 0,1-1 0 0 0,-1 0 0 0 0,0 1 0 0 0,-1 0 0 0 0,1 0 0 0 0,-1 0 0 0 0,0 0 0 0 0,0 1 0 0 0,-1-1 0 0 0,0 1 0 0 0,3 8 0 0 0,6 33-11 0 0,-1 0 0 0 0,-3 1-1 0 0,2 84 1 0 0,0-1 53 0 0,2 18-916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3.450"/>
    </inkml:context>
    <inkml:brush xml:id="br0">
      <inkml:brushProperty name="width" value="0.1" units="cm"/>
      <inkml:brushProperty name="height" value="0.1" units="cm"/>
      <inkml:brushProperty name="color" value="#FFC114"/>
    </inkml:brush>
  </inkml:definitions>
  <inkml:trace contextRef="#ctx0" brushRef="#br0">103 159 3760 0 0,'0'0'-149'0'0,"-17"-39"811"0"0,17 38-652 0 0,1 0 0 0 0,-1 0 0 0 0,0 0 0 0 0,0 0 0 0 0,1 0 0 0 0,-1 0-1 0 0,0 0 1 0 0,1 0 0 0 0,-1 0 0 0 0,1 0 0 0 0,0 0 0 0 0,-1 0 0 0 0,1 0 0 0 0,-1 1 0 0 0,1-1 0 0 0,0 0 0 0 0,0 1-1 0 0,0-1 1 0 0,-1 0 0 0 0,1 1 0 0 0,0-1 0 0 0,0 1 0 0 0,0-1 0 0 0,0 1 0 0 0,0-1 0 0 0,0 1 0 0 0,0 0 0 0 0,1-1-1 0 0,0 1 5 0 0,0-2-6 0 0,5-3 2 0 0,36-16 76 0 0,-12 7-42 0 0,-29 14-35 0 0,38-19 24 0 0,-39 18-43 0 0,68-22 41 0 0,-25 14-64 0 0,-40 8 30 0 0,1 0 0 0 0,-1 0 0 0 0,0 1 0 0 0,1-1 0 0 0,-1 1 0 0 0,1 0 0 0 0,-1 0 0 0 0,9 2 1 0 0,17 0-24 0 0,-26-2 25 0 0,-1 1-1 0 0,1-1 1 0 0,-1 1-1 0 0,1 0 1 0 0,-1 0-1 0 0,0 0 1 0 0,0 0-1 0 0,1 0 1 0 0,-1 1-1 0 0,0 0 0 0 0,0 0 1 0 0,0-1-1 0 0,-1 1 1 0 0,1 1-1 0 0,0-1 1 0 0,-1 0-1 0 0,1 1 1 0 0,-1-1-1 0 0,0 1 1 0 0,0 0-1 0 0,2 3 0 0 0,-3-3 5 0 0,0-1 0 0 0,0 0-1 0 0,0 0 1 0 0,-1 1-1 0 0,1-1 1 0 0,0 1 0 0 0,-1-1-1 0 0,0 1 1 0 0,0-1-1 0 0,0 0 1 0 0,0 1 0 0 0,0-1-1 0 0,0 1 1 0 0,0-1-1 0 0,-1 1 1 0 0,0-1 0 0 0,1 0-1 0 0,-1 1 1 0 0,0-1-1 0 0,0 0 1 0 0,0 0 0 0 0,0 1-1 0 0,0-1 1 0 0,-1 0-1 0 0,1 0 1 0 0,-1 0 0 0 0,1 0-1 0 0,-1-1 1 0 0,0 1 0 0 0,-2 1-1 0 0,-30 25 104 0 0,-2-2-1 0 0,0-1 1 0 0,-2-3 0 0 0,-78 36-1 0 0,65-45 1189 0 0,85-17-1270 0 0,132-6 49 0 0,-148 10-77 0 0,0 1-1 0 0,0 0 0 0 0,0 2 0 0 0,0 0 0 0 0,0 1 1 0 0,-1 1-1 0 0,22 8 0 0 0,-36-12 3 0 0,0 0 1 0 0,-1 1-1 0 0,1-1 1 0 0,0 1-1 0 0,-1-1 1 0 0,1 1-1 0 0,-1 0 1 0 0,1 0-1 0 0,-1 0 1 0 0,0 1-1 0 0,0-1 1 0 0,0 0-1 0 0,0 1 1 0 0,0-1-1 0 0,-1 1 1 0 0,1 0-1 0 0,1 4 1 0 0,-3-5 0 0 0,1 0 0 0 0,-1 0 0 0 0,0 0 0 0 0,0 1 0 0 0,0-1 0 0 0,0 0 1 0 0,-1 0-1 0 0,1 0 0 0 0,-1 0 0 0 0,1 1 0 0 0,-1-1 0 0 0,0 0 0 0 0,0 0 0 0 0,1 0 0 0 0,-1 0 0 0 0,-1 0 1 0 0,1 0-1 0 0,0-1 0 0 0,0 1 0 0 0,-1 0 0 0 0,1-1 0 0 0,-1 1 0 0 0,0-1 0 0 0,1 1 0 0 0,-1-1 0 0 0,-2 2 1 0 0,-17 12 21 0 0,0-1 0 0 0,-1 0 0 0 0,-1-2 1 0 0,0 0-1 0 0,-1-2 0 0 0,-45 14 0 0 0,-157 26 205 0 0,142-35-188 0 0,55-13-30 0 0,29-2-25 0 0,0-1 0 0 0,-1 1 0 0 0,1 0 1 0 0,0 0-1 0 0,0 0 0 0 0,0 0 0 0 0,-1-1 1 0 0,1 1-1 0 0,0 0 0 0 0,0 0 0 0 0,0 0 0 0 0,0-1 1 0 0,-1 1-1 0 0,1 0 0 0 0,0 0 0 0 0,0-1 0 0 0,0 1 1 0 0,0 0-1 0 0,0 0 0 0 0,0-1 0 0 0,0 1 1 0 0,0 0-1 0 0,0 0 0 0 0,0-1 0 0 0,0 1 0 0 0,0 0 1 0 0,0-1-1 0 0,0 1 0 0 0,0 0 0 0 0,0 0 1 0 0,0-1-1 0 0,0 1 0 0 0,0 0 0 0 0,0 0 0 0 0,0-1 1 0 0,0 1-1 0 0,0 0 0 0 0,1 0 0 0 0,-1-1 1 0 0,0 1-1 0 0,0 0 0 0 0,0 0 0 0 0,1-1 0 0 0,35-35-2443 0 0,-33 33 2226 0 0,33-27-1474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4.153"/>
    </inkml:context>
    <inkml:brush xml:id="br0">
      <inkml:brushProperty name="width" value="0.1" units="cm"/>
      <inkml:brushProperty name="height" value="0.1" units="cm"/>
      <inkml:brushProperty name="color" value="#FFC114"/>
    </inkml:brush>
  </inkml:definitions>
  <inkml:trace contextRef="#ctx0" brushRef="#br0">42 183 4732 0 0,'-16'3'-699'0'0,"-7"4"438"0"0,21-7 862 0 0,7-2-567 0 0,60-24 31 0 0,0 2 1 0 0,2 4-1 0 0,83-14 0 0 0,-42 9-23 0 0,187-36 759 0 0,-293 60-532 0 0,2 11-197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4.607"/>
    </inkml:context>
    <inkml:brush xml:id="br0">
      <inkml:brushProperty name="width" value="0.1" units="cm"/>
      <inkml:brushProperty name="height" value="0.1" units="cm"/>
      <inkml:brushProperty name="color" value="#FFC114"/>
    </inkml:brush>
  </inkml:definitions>
  <inkml:trace contextRef="#ctx0" brushRef="#br0">64 28 4056 0 0,'0'0'-112'0'0,"-45"-26"629"0"0,43 25-323 0 0,2 1-193 0 0,-1 0-1 0 0,0 0 1 0 0,1-1-1 0 0,-1 1 1 0 0,0 1-1 0 0,1-1 1 0 0,-1 0-1 0 0,1 0 1 0 0,-1 0-1 0 0,0 0 1 0 0,1 0-1 0 0,-1 0 0 0 0,1 1 1 0 0,-1-1-1 0 0,1 0 1 0 0,-1 1-1 0 0,1-1 1 0 0,-1 0-1 0 0,1 1 1 0 0,-1-1-1 0 0,1 0 1 0 0,-1 1-1 0 0,1-1 1 0 0,0 1-1 0 0,-1-1 1 0 0,1 1-1 0 0,-1-1 1 0 0,1 1-1 0 0,0-1 1 0 0,0 1-1 0 0,-1-1 1 0 0,1 1-1 0 0,0 0 1 0 0,0-1-1 0 0,0 1 1 0 0,0-1-1 0 0,0 1 1 0 0,-1 0-1 0 0,1-1 1 0 0,0 1-1 0 0,0-1 1 0 0,1 1-1 0 0,-1 0 1 0 0,0-1-1 0 0,0 1 1 0 0,0 0-1 0 0,0 36 11 0 0,0-33-6 0 0,3 53 26 0 0,3-1-1 0 0,25 107 0 0 0,-1-53 87 0 0,-29-108-94 0 0,0-1-1 0 0,-1 0 0 0 0,0 1 0 0 0,1-1 0 0 0,-1 1 1 0 0,0-1-1 0 0,0 0 0 0 0,0 1 0 0 0,0-1 0 0 0,0 1 1 0 0,0-1-1 0 0,0 1 0 0 0,0-1 0 0 0,-1 0 0 0 0,1 1 1 0 0,0-1-1 0 0,-1 0 0 0 0,1 1 0 0 0,-1-1 0 0 0,0 0 1 0 0,1 1-1 0 0,-1-1 0 0 0,0 0 0 0 0,0 0 0 0 0,0 0 1 0 0,0 0-1 0 0,0 0 0 0 0,0 0 0 0 0,-2 2 1 0 0,1-3-745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5.250"/>
    </inkml:context>
    <inkml:brush xml:id="br0">
      <inkml:brushProperty name="width" value="0.1" units="cm"/>
      <inkml:brushProperty name="height" value="0.1" units="cm"/>
      <inkml:brushProperty name="color" value="#FFC114"/>
    </inkml:brush>
  </inkml:definitions>
  <inkml:trace contextRef="#ctx0" brushRef="#br0">210 17 4468 0 0,'0'0'-146'0'0,"0"-1"109"0"0,-1 0 1 0 0,0-1-1 0 0,1 1 0 0 0,-1 0 1 0 0,0 0-1 0 0,0 0 1 0 0,0 1-1 0 0,0-1 1 0 0,0 0-1 0 0,0 0 0 0 0,0 0 1 0 0,0 1-1 0 0,0-1 1 0 0,0 0-1 0 0,0 1 1 0 0,0-1-1 0 0,-1 1 0 0 0,1 0 1 0 0,-3-1-1 0 0,-5 4 17 0 0,0 0-1 0 0,0 1 0 0 0,0 0 0 0 0,0 0 1 0 0,1 1-1 0 0,-1 0 0 0 0,1 1 1 0 0,0-1-1 0 0,1 2 0 0 0,0-1 0 0 0,-9 10 1 0 0,6-4 30 0 0,0 0 1 0 0,1 0-1 0 0,0 1 1 0 0,1 0-1 0 0,0 0 1 0 0,-10 27 0 0 0,17-37 5 0 0,-1 0 0 0 0,1 0 1 0 0,1 0-1 0 0,-1 0 0 0 0,0-1 0 0 0,1 1 1 0 0,-1 1-1 0 0,1-1 0 0 0,0 0 1 0 0,0 0-1 0 0,0 0 0 0 0,0 0 1 0 0,1 0-1 0 0,-1 0 0 0 0,1 0 1 0 0,0 0-1 0 0,-1 0 0 0 0,1-1 0 0 0,1 1 1 0 0,-1 0-1 0 0,0 0 0 0 0,3 3 1 0 0,-1-3 12 0 0,0 0 0 0 0,0 0 0 0 0,1 0 0 0 0,-1-1 0 0 0,1 1 0 0 0,0-1 0 0 0,0 0 0 0 0,-1 0 0 0 0,1 0 0 0 0,1 0 0 0 0,-1-1 0 0 0,0 0 0 0 0,8 2 0 0 0,-2-1 13 0 0,-1-1 0 0 0,1 0 0 0 0,0 0 0 0 0,0-1 0 0 0,-1 0 0 0 0,1-1 0 0 0,0 0 0 0 0,-1-1 0 0 0,1 0 0 0 0,-1 0 0 0 0,1-1 0 0 0,16-7 0 0 0,-20 5-9 0 0,0 1-1 0 0,0-1 0 0 0,0-1 1 0 0,-1 1-1 0 0,0-1 1 0 0,0 0-1 0 0,0 0 1 0 0,-1 0-1 0 0,0-1 0 0 0,4-7 1 0 0,-6 10 6 0 0,0-1 0 0 0,0 0 0 0 0,0 1 0 0 0,0-1 1 0 0,-1 0-1 0 0,0 0 0 0 0,0 0 0 0 0,0 1 0 0 0,-1-1 0 0 0,0 0 0 0 0,0 0 0 0 0,0 0 1 0 0,0 0-1 0 0,-1 0 0 0 0,0 0 0 0 0,-1-6 0 0 0,1 9-24 0 0,0 0 1 0 0,0 0-1 0 0,-1-1 0 0 0,1 1 1 0 0,0 0-1 0 0,-1 0 0 0 0,0 0 1 0 0,1 0-1 0 0,-1 0 0 0 0,0 1 0 0 0,0-1 1 0 0,0 1-1 0 0,0-1 0 0 0,0 1 1 0 0,0-1-1 0 0,-1 1 0 0 0,-4-2 1 0 0,1 1 6 0 0,0 1 0 0 0,-1-1 1 0 0,1 1-1 0 0,-1 0 1 0 0,0 0-1 0 0,-11 1 1 0 0,-3 1-15 0 0,1 1 1 0 0,-1 2-1 0 0,-24 6 1 0 0,40-9-379 0 0,-2 1-2211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5.829"/>
    </inkml:context>
    <inkml:brush xml:id="br0">
      <inkml:brushProperty name="width" value="0.1" units="cm"/>
      <inkml:brushProperty name="height" value="0.1" units="cm"/>
      <inkml:brushProperty name="color" value="#FFC114"/>
    </inkml:brush>
  </inkml:definitions>
  <inkml:trace contextRef="#ctx0" brushRef="#br0">149 22 4204 0 0,'0'0'-190'0'0,"-6"2"-344"0"0,-3 2 489 0 0,0 0-1 0 0,0 0 0 0 0,1 1 1 0 0,-1 0-1 0 0,1 0 1 0 0,1 1-1 0 0,-1 0 0 0 0,1 0 1 0 0,0 1-1 0 0,0 0 1 0 0,-9 12-1 0 0,12-13 45 0 0,0-1 0 0 0,0 0-1 0 0,0 1 1 0 0,1-1 0 0 0,0 1 0 0 0,0 0 0 0 0,0 0 0 0 0,1 1-1 0 0,0-1 1 0 0,0 0 0 0 0,1 1 0 0 0,-1-1 0 0 0,1 1 0 0 0,1 0 0 0 0,0-1-1 0 0,-1 1 1 0 0,2 0 0 0 0,1 11 0 0 0,0-15 19 0 0,-1 1 1 0 0,1-1-1 0 0,1 1 0 0 0,-1-1 0 0 0,0 0 1 0 0,1 0-1 0 0,0 0 0 0 0,0 0 1 0 0,0 0-1 0 0,0-1 0 0 0,0 1 1 0 0,0-1-1 0 0,1 0 0 0 0,-1 0 0 0 0,1 0 1 0 0,-1 0-1 0 0,1-1 0 0 0,0 0 1 0 0,0 1-1 0 0,-1-1 0 0 0,1-1 1 0 0,0 1-1 0 0,0 0 0 0 0,7-1 1 0 0,1 1 70 0 0,1 0 0 0 0,-1-1 0 0 0,0 0 1 0 0,0-1-1 0 0,1 0 0 0 0,17-5 1 0 0,-26 4-47 0 0,0 0 0 0 0,0 0 0 0 0,0 0 1 0 0,0 0-1 0 0,-1-1 0 0 0,1 1 0 0 0,-1-1 1 0 0,1 0-1 0 0,-1 0 0 0 0,0-1 0 0 0,0 1 0 0 0,-1 0 1 0 0,1-1-1 0 0,-1 0 0 0 0,0 0 0 0 0,1 0 1 0 0,-2 0-1 0 0,1 0 0 0 0,0 0 0 0 0,-1 0 1 0 0,0 0-1 0 0,0-1 0 0 0,0 1 0 0 0,0 0 0 0 0,-1-1 1 0 0,0 1-1 0 0,0-1 0 0 0,-1-7 0 0 0,1 2-11 0 0,-1 1-1 0 0,0-1 1 0 0,0 1-1 0 0,-1-1 0 0 0,-1 1 1 0 0,1 0-1 0 0,-1 0 1 0 0,-1 0-1 0 0,0 1 1 0 0,0-1-1 0 0,-1 1 0 0 0,-10-15 1 0 0,11 19-24 0 0,0 1 0 0 0,0-1 0 0 0,-1 1 0 0 0,1 0 0 0 0,-1 0 0 0 0,0 0 0 0 0,1 1-1 0 0,-1 0 1 0 0,0 0 0 0 0,-1 0 0 0 0,1 0 0 0 0,0 1 0 0 0,0 0 0 0 0,-1 0 0 0 0,-9 0 0 0 0,0 0 3 0 0,0 1-1 0 0,1 1 1 0 0,-1 1 0 0 0,-23 5 0 0 0,17 3-122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6.334"/>
    </inkml:context>
    <inkml:brush xml:id="br0">
      <inkml:brushProperty name="width" value="0.1" units="cm"/>
      <inkml:brushProperty name="height" value="0.1" units="cm"/>
      <inkml:brushProperty name="color" value="#FFC114"/>
    </inkml:brush>
  </inkml:definitions>
  <inkml:trace contextRef="#ctx0" brushRef="#br0">58 136 4396 0 0,'1'-27'-92'0'0,"0"20"158"0"0,0 0 0 0 0,-1 0 0 0 0,0-1 0 0 0,0 1 1 0 0,-1 0-1 0 0,0 0 0 0 0,0 0 0 0 0,-1 0 0 0 0,0 0 1 0 0,-4-11-1 0 0,5 17-47 0 0,1 0 1 0 0,-1 0 0 0 0,1 0 0 0 0,-1 0-1 0 0,0-1 1 0 0,1 1 0 0 0,-1 0-1 0 0,0 0 1 0 0,0 0 0 0 0,0 0-1 0 0,0 1 1 0 0,0-1 0 0 0,0 0 0 0 0,0 0-1 0 0,0 0 1 0 0,0 1 0 0 0,0-1-1 0 0,0 1 1 0 0,0-1 0 0 0,-3 0-1 0 0,3 1-15 0 0,1 0-1 0 0,-1 1 1 0 0,0-1-1 0 0,0 0 0 0 0,0 1 1 0 0,1-1-1 0 0,-1 0 0 0 0,0 1 1 0 0,1-1-1 0 0,-1 1 1 0 0,0-1-1 0 0,1 1 0 0 0,-1 0 1 0 0,0-1-1 0 0,1 1 0 0 0,-1 0 1 0 0,1-1-1 0 0,-1 1 0 0 0,1 0 1 0 0,0 0-1 0 0,-1-1 1 0 0,1 3-1 0 0,-3 3-6 0 0,1 0 0 0 0,0 0-1 0 0,0 1 1 0 0,1-1 0 0 0,0 1 0 0 0,0 9 0 0 0,4 14 13 0 0,1 0 1 0 0,1 0-1 0 0,2-1 1 0 0,17 45 0 0 0,-20-62-8 0 0,48 115 66 0 0,-36-93-21 0 0,-1 2 1 0 0,18 66-1 0 0,-32-98-31 0 0,-1 1-1 0 0,0 0 0 0 0,0 0 1 0 0,0 0-1 0 0,-1 0 0 0 0,1-1 1 0 0,-1 1-1 0 0,0 0 0 0 0,-1-1 1 0 0,1 1-1 0 0,-1-1 0 0 0,0 1 1 0 0,0-1-1 0 0,0 0 0 0 0,-1 1 1 0 0,1-1-1 0 0,-1 0 1 0 0,-4 4-1 0 0,6-7-489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6.929"/>
    </inkml:context>
    <inkml:brush xml:id="br0">
      <inkml:brushProperty name="width" value="0.1" units="cm"/>
      <inkml:brushProperty name="height" value="0.1" units="cm"/>
      <inkml:brushProperty name="color" value="#FFC114"/>
    </inkml:brush>
  </inkml:definitions>
  <inkml:trace contextRef="#ctx0" brushRef="#br0">571 0 3988 0 0,'0'0'-145'0'0,"-9"0"-229"0"0,-5 1 375 0 0,0 1 0 0 0,0 0-1 0 0,0 1 1 0 0,0 0 0 0 0,0 1 0 0 0,1 1 0 0 0,0 0-1 0 0,0 1 1 0 0,0 0 0 0 0,-12 9 0 0 0,17-10-3 0 0,0 1 1 0 0,1 0-1 0 0,0 0 0 0 0,0 0 1 0 0,1 1-1 0 0,-1 0 1 0 0,1 1-1 0 0,-6 9 1 0 0,11-15 5 0 0,0 1 0 0 0,0-1 0 0 0,0 1 1 0 0,0-1-1 0 0,0 1 0 0 0,1 0 0 0 0,-1-1 1 0 0,1 1-1 0 0,0 0 0 0 0,0-1 0 0 0,0 1 1 0 0,0 0-1 0 0,0-1 0 0 0,0 1 0 0 0,1 0 1 0 0,-1-1-1 0 0,1 1 0 0 0,0-1 0 0 0,0 1 1 0 0,0-1-1 0 0,0 1 0 0 0,0-1 0 0 0,0 1 1 0 0,1-1-1 0 0,-1 0 0 0 0,1 0 1 0 0,0 0-1 0 0,0 0 0 0 0,-1 0 0 0 0,1 0 1 0 0,0 0-1 0 0,1-1 0 0 0,1 3 0 0 0,16 10 22 0 0,1-1-1 0 0,0-1 0 0 0,1-1 0 0 0,0-1 1 0 0,37 12-1 0 0,-24-9 18 0 0,38 20 0 0 0,-72-32-30 0 0,-1-1-1 0 0,1 0 1 0 0,0 1 0 0 0,0-1 0 0 0,0 1 0 0 0,0-1 0 0 0,0 1 0 0 0,-1-1 0 0 0,1 1-1 0 0,0-1 1 0 0,-1 1 0 0 0,1 0 0 0 0,0-1 0 0 0,-1 1 0 0 0,1 0 0 0 0,-1 0 0 0 0,1 0-1 0 0,-1-1 1 0 0,1 1 0 0 0,-1 0 0 0 0,1 0 0 0 0,-1 0 0 0 0,0 0 0 0 0,0 0 0 0 0,1 0 0 0 0,-1 0-1 0 0,0 0 1 0 0,0 0 0 0 0,0 0 0 0 0,0 0 0 0 0,0 0 0 0 0,0-1 0 0 0,0 1 0 0 0,-1 0-1 0 0,1 0 1 0 0,0 0 0 0 0,0 0 0 0 0,-1 0 0 0 0,1 0 0 0 0,-1 0 0 0 0,1 0 0 0 0,-1-1-1 0 0,1 1 1 0 0,-1 0 0 0 0,1 0 0 0 0,-1-1 0 0 0,0 1 0 0 0,1 0 0 0 0,-1-1 0 0 0,0 1-1 0 0,0 0 1 0 0,1-1 0 0 0,-1 1 0 0 0,0-1 0 0 0,0 1 0 0 0,-1-1 0 0 0,-54 31 225 0 0,53-30-208 0 0,-101 40 287 0 0,-2-4-1 0 0,-186 38 1 0 0,286-73-466 0 0,1-1 1 0 0,-1 0 0 0 0,0 0-1 0 0,0-1 1 0 0,0 0 0 0 0,0 0-1 0 0,0 0 1 0 0,-7-2-1 0 0,10-1-1238 0 0,-2-11 168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28.603"/>
    </inkml:context>
    <inkml:brush xml:id="br0">
      <inkml:brushProperty name="width" value="0.1" units="cm"/>
      <inkml:brushProperty name="height" value="0.1" units="cm"/>
      <inkml:brushProperty name="color" value="#FFC114"/>
    </inkml:brush>
  </inkml:definitions>
  <inkml:trace contextRef="#ctx0" brushRef="#br0">911 24 3884 0 0,'-29'-21'-58'0'0,"28"21"61"0"0,0-1 1 0 0,0 1-1 0 0,0-1 0 0 0,0 1 1 0 0,0 0-1 0 0,0 0 1 0 0,0-1-1 0 0,0 1 1 0 0,0 0-1 0 0,0 0 1 0 0,0 0-1 0 0,0 0 1 0 0,0 0-1 0 0,0 0 0 0 0,0 0 1 0 0,0 1-1 0 0,0-1 1 0 0,0 0-1 0 0,0 1 1 0 0,0-1-1 0 0,0 0 1 0 0,0 1-1 0 0,-1 0 1 0 0,-24 23 39 0 0,-15 41-8 0 0,38-59-30 0 0,-40 81 75 0 0,-58 174 0 0 0,59-142 49 0 0,-28 101 100 0 0,1-2-10 0 0,-116 325 144 0 0,105-294-37 0 0,79-245-251 0 0,0 0 0 0 0,0-1-1 0 0,-1 0 1 0 0,1 1-1 0 0,-1-1 1 0 0,0 0-1 0 0,0 0 1 0 0,0 0-1 0 0,0 0 1 0 0,-1 0-1 0 0,1 0 1 0 0,-1-1-1 0 0,0 1 1 0 0,0-1-1 0 0,0 0 1 0 0,0 0-1 0 0,0 0 1 0 0,0 0 0 0 0,0 0-1 0 0,-1-1 1 0 0,1 1-1 0 0,-7 1 1 0 0,7-3 92 0 0,-3-2-4 0 0,-1-1-121 0 0,0-1 1 0 0,0 0-1 0 0,1 0 1 0 0,-1-1-1 0 0,1 0 0 0 0,0 0 1 0 0,1 0-1 0 0,-1-1 1 0 0,1 0-1 0 0,0 0 1 0 0,1 0-1 0 0,-1 0 1 0 0,1-1-1 0 0,0 0 1 0 0,1 0-1 0 0,0 0 0 0 0,0 0 1 0 0,-3-10-1 0 0,0-4 15 0 0,0-1 0 0 0,1 0 0 0 0,1 0 0 0 0,1 0 0 0 0,0-34 0 0 0,23 197-146 0 0,-20-133 95 0 0,1-1 0 0 0,-1 1 0 0 0,2 0 0 0 0,-1-1 0 0 0,1 1 0 0 0,0-1 0 0 0,1 1 0 0 0,0-1 0 0 0,0 0 0 0 0,6 9 0 0 0,-7-13-2 0 0,1 0-1 0 0,0 0 1 0 0,0 0-1 0 0,0 0 1 0 0,1-1-1 0 0,-1 0 1 0 0,1 1-1 0 0,-1-1 1 0 0,1 0-1 0 0,0-1 1 0 0,0 1-1 0 0,0-1 1 0 0,0 1-1 0 0,0-1 1 0 0,0 0-1 0 0,0-1 1 0 0,0 1-1 0 0,0-1 0 0 0,0 0 1 0 0,8 0-1 0 0,22-1 1 0 0,0-2 0 0 0,1-1 0 0 0,-1-2 0 0 0,0-1 0 0 0,-1-1 0 0 0,36-15 0 0 0,-60 19-546 0 0,-1 0-1 0 0,0 0 1 0 0,0-1 0 0 0,-1 0 0 0 0,1 0-1 0 0,-1-1 1 0 0,6-6 0 0 0,2-5-1953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0.023"/>
    </inkml:context>
    <inkml:brush xml:id="br0">
      <inkml:brushProperty name="width" value="0.1" units="cm"/>
      <inkml:brushProperty name="height" value="0.1" units="cm"/>
      <inkml:brushProperty name="color" value="#FFC114"/>
    </inkml:brush>
  </inkml:definitions>
  <inkml:trace contextRef="#ctx0" brushRef="#br0">3156 1 5589 0 0,'0'0'-304'0'0,"-9"1"-971"0"0,-50 13 1199 0 0,2 1 1 0 0,0 4 0 0 0,1 2-1 0 0,-81 41 1 0 0,-209 139 111 0 0,-101 97 764 0 0,297-196-461 0 0,-249 148 262 0 0,-134 83-363 0 0,367-225-193 0 0,-123 92 0 0 0,185-126-33 0 0,54-41 55 0 0,-66 31-1 0 0,114-63-16 0 0,0 0 0 0 0,0 0 1 0 0,-1 0-1 0 0,1 0 0 0 0,0 0 0 0 0,-1 0 1 0 0,1-1-1 0 0,-1 1 0 0 0,1-1 0 0 0,0 0 1 0 0,-1 1-1 0 0,1-1 0 0 0,-1-1 1 0 0,1 1-1 0 0,-4 0 0 0 0,5-1-35 0 0,1 1 0 0 0,-1 0-1 0 0,1 0 1 0 0,-1-1 0 0 0,1 1 0 0 0,-1 0 0 0 0,1-1 0 0 0,-1 1-1 0 0,1-1 1 0 0,0 1 0 0 0,-1 0 0 0 0,1-1 0 0 0,-1 1-1 0 0,1-1 1 0 0,0 1 0 0 0,0-1 0 0 0,-1 1 0 0 0,1-1-1 0 0,0 0 1 0 0,0 1 0 0 0,-1-1 0 0 0,1 1 0 0 0,0-2-1 0 0,6-22 44 0 0,1 10-21 0 0,1 1 0 0 0,0 1 0 0 0,1 0 0 0 0,1 0 0 0 0,0 0 0 0 0,0 1 0 0 0,17-13 0 0 0,90-64 98 0 0,-104 79-118 0 0,16-8-21 0 0,-28 17 6 0 0,-4 5 4 0 0,-7 12-5 0 0,-1 0-1 0 0,-1-1 0 0 0,0 0 1 0 0,-21 20-1 0 0,-69 61-2 0 0,52-52-16 0 0,-1-1 16 0 0,31-27 3 0 0,1 0 0 0 0,0 1 0 0 0,-20 25 0 0 0,39-43 1 0 0,0 0 0 0 0,-1 0 0 0 0,1 0 0 0 0,0 0 0 0 0,0 1 0 0 0,-1-1-1 0 0,1 0 1 0 0,0 0 0 0 0,0 1 0 0 0,-1-1 0 0 0,1 0 0 0 0,0 1 0 0 0,0-1 0 0 0,0 0 0 0 0,-1 1 0 0 0,1-1 0 0 0,0 0 0 0 0,0 1 0 0 0,0-1 0 0 0,0 0 0 0 0,0 1 0 0 0,0-1 0 0 0,0 0 0 0 0,0 1 0 0 0,0-1 0 0 0,0 0 0 0 0,0 1 0 0 0,0-1 0 0 0,0 1 0 0 0,0-1 0 0 0,0 0 0 0 0,0 1 0 0 0,0-1 0 0 0,0 0 0 0 0,0 1 0 0 0,1-1 0 0 0,-1 0 0 0 0,0 1 0 0 0,0-1 0 0 0,0 0 0 0 0,1 0 0 0 0,-1 1 0 0 0,0-1-1 0 0,0 0 1 0 0,1 0 0 0 0,-1 1 0 0 0,0-1 0 0 0,0 0 0 0 0,1 0 0 0 0,-1 0 0 0 0,0 1 0 0 0,1-1 0 0 0,-1 0 0 0 0,0 0 0 0 0,1 0 0 0 0,-1 0 0 0 0,1 0 0 0 0,-1 0 0 0 0,24 0 44 0 0,-20-1-48 0 0,80-9 75 0 0,93-24-1 0 0,-67 12-101 0 0,49-15-3942 0 0,-128 27 1987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2.164"/>
    </inkml:context>
    <inkml:brush xml:id="br0">
      <inkml:brushProperty name="width" value="0.1" units="cm"/>
      <inkml:brushProperty name="height" value="0.1" units="cm"/>
      <inkml:brushProperty name="color" value="#FFC114"/>
    </inkml:brush>
  </inkml:definitions>
  <inkml:trace contextRef="#ctx0" brushRef="#br0">5448 13 4908 0 0,'0'0'-316'0'0,"-1"-1"249"0"0,1 0-1 0 0,-1 0 1 0 0,0 0 0 0 0,1 1-1 0 0,-1-1 1 0 0,0 0-1 0 0,0 0 1 0 0,0 0-1 0 0,1 1 1 0 0,-1-1-1 0 0,0 1 1 0 0,0-1-1 0 0,0 0 1 0 0,0 1-1 0 0,-2-1 1 0 0,-12 1-82 0 0,12 0 32 0 0,-59 13-31 0 0,14-1 325 0 0,-255 5 798 0 0,6 0-475 0 0,164 1-401 0 0,1 6 0 0 0,2 6 0 0 0,0 6 0 0 0,-176 73 0 0 0,1 10 8 0 0,66-27-38 0 0,-97 72-3 0 0,174-81-15 0 0,-85 42-25 0 0,143-66 87 0 0,-174 129 1 0 0,155-99-83 0 0,-201 107 298 0 0,-22 15 64 0 0,-84 58-66 0 0,151-120-146 0 0,201-110-144 0 0,19-10 34 0 0,-1-3 0 0 0,-2-2 0 0 0,0-4 0 0 0,-104 21 0 0 0,130-34 135 0 0,-73 2-1 0 0,107-9-180 0 0,-62 5 340 0 0,62-5-329 0 0,4-4-1375 0 0,26-30-2022 0 0,-14 17 1635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2.634"/>
    </inkml:context>
    <inkml:brush xml:id="br0">
      <inkml:brushProperty name="width" value="0.1" units="cm"/>
      <inkml:brushProperty name="height" value="0.1" units="cm"/>
      <inkml:brushProperty name="color" value="#FFC114"/>
    </inkml:brush>
  </inkml:definitions>
  <inkml:trace contextRef="#ctx0" brushRef="#br0">441 1 4764 0 0,'-19'11'-573'0'0,"-29"21"745"0"0,-62 56 0 0 0,43-32 35 0 0,44-38-118 0 0,-3 1 43 0 0,1 1 0 0 0,1 1 0 0 0,1 2 0 0 0,1 0 0 0 0,-23 31 0 0 0,44-54-124 0 0,0 1 0 0 0,1-1-1 0 0,-1 1 1 0 0,1 0 0 0 0,-1-1 0 0 0,1 1-1 0 0,-1-1 1 0 0,1 1 0 0 0,-1 0 0 0 0,1 0-1 0 0,-1-1 1 0 0,1 1 0 0 0,0 0 0 0 0,0 0-1 0 0,-1-1 1 0 0,1 1 0 0 0,0 0 0 0 0,0 0-1 0 0,0 0 1 0 0,0-1 0 0 0,0 1 0 0 0,0 0-1 0 0,0 0 1 0 0,0 0 0 0 0,0-1 0 0 0,0 1-1 0 0,1 0 1 0 0,-1 0 0 0 0,0 0 0 0 0,0-1-1 0 0,1 1 1 0 0,-1 0 0 0 0,1-1 0 0 0,-1 1-1 0 0,1 0 1 0 0,-1-1 0 0 0,1 1 0 0 0,-1 0-1 0 0,1-1 1 0 0,-1 1 0 0 0,1-1 0 0 0,-1 1-1 0 0,1-1 1 0 0,0 1 0 0 0,0-1 0 0 0,-1 0-1 0 0,1 1 1 0 0,0-1 0 0 0,-1 0 0 0 0,1 1-1 0 0,0-1 1 0 0,0 0 0 0 0,0 0 0 0 0,-1 0-1 0 0,1 0 1 0 0,2 0 0 0 0,53-2 79 0 0,-48 1-70 0 0,542-74 407 0 0,-546 75-429 0 0,2-1-88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5.202"/>
    </inkml:context>
    <inkml:brush xml:id="br0">
      <inkml:brushProperty name="width" value="0.1" units="cm"/>
      <inkml:brushProperty name="height" value="0.1" units="cm"/>
      <inkml:brushProperty name="color" value="#FFC114"/>
    </inkml:brush>
  </inkml:definitions>
  <inkml:trace contextRef="#ctx0" brushRef="#br0">2 324 4876 0 0,'0'-1'28'0'0,"0"1"-1"0"0,0 0 1 0 0,0 0-1 0 0,0 0 1 0 0,0 0-1 0 0,0 0 1 0 0,0 0-1 0 0,0 0 1 0 0,0 0-1 0 0,0 0 1 0 0,0 0-1 0 0,0 0 1 0 0,0 0-1 0 0,0-1 0 0 0,0 1 1 0 0,0 0-1 0 0,0 0 1 0 0,0 0-1 0 0,0 0 1 0 0,0 0-1 0 0,0 0 1 0 0,0 0-1 0 0,0 0 1 0 0,0 0-1 0 0,0 0 1 0 0,0-1-1 0 0,0 1 193 0 0,0 0-193 0 0,0 0 1 0 0,0 0-1 0 0,-1 0 1 0 0,1 0-1 0 0,0 0 1 0 0,0 0-1 0 0,0 0 1 0 0,0 0-1 0 0,0 0 1 0 0,0 0-1 0 0,0 0 0 0 0,0 0 1 0 0,0 0-1 0 0,0 0 1 0 0,-1 0-1 0 0,11-15 225 0 0,18-17-302 0 0,1 10 69 0 0,1 2 0 0 0,0 0 0 0 0,2 3 0 0 0,1 0 0 0 0,61-21 0 0 0,178-39 74 0 0,-67 44-89 0 0,-66 13 11 0 0,-137 20 25 0 0,13-1 339 0 0,-3 0-3917 0 0,-17-7 1808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5.782"/>
    </inkml:context>
    <inkml:brush xml:id="br0">
      <inkml:brushProperty name="width" value="0.1" units="cm"/>
      <inkml:brushProperty name="height" value="0.1" units="cm"/>
      <inkml:brushProperty name="color" value="#FFC114"/>
    </inkml:brush>
  </inkml:definitions>
  <inkml:trace contextRef="#ctx0" brushRef="#br0">73 49 4732 0 0,'-44'-19'60'0'0,"42"18"212"0"0,-16-6 494 0 0,9 1-252 0 0,10 3-128 0 0,70-4-345 0 0,1 3 0 0 0,-1 3 1 0 0,1 3-1 0 0,84 14 0 0 0,-146-15-41 0 0,1 1 0 0 0,-1 0 0 0 0,0 0-1 0 0,0 1 1 0 0,-1 1 0 0 0,19 9 0 0 0,-26-13 2 0 0,0 1 0 0 0,-1 0-1 0 0,1 0 1 0 0,-1 0 0 0 0,1 1 0 0 0,-1-1 0 0 0,1 0-1 0 0,-1 0 1 0 0,0 1 0 0 0,0-1 0 0 0,0 1 0 0 0,0-1 0 0 0,0 1-1 0 0,0-1 1 0 0,0 1 0 0 0,0 0 0 0 0,-1 0 0 0 0,1-1-1 0 0,0 1 1 0 0,-1 0 0 0 0,0 0 0 0 0,1-1 0 0 0,-1 1 0 0 0,0 0-1 0 0,0 0 1 0 0,0 0 0 0 0,0 0 0 0 0,0 0 0 0 0,-1-1 0 0 0,1 1-1 0 0,0 0 1 0 0,-1 0 0 0 0,0 0 0 0 0,1-1 0 0 0,-1 1-1 0 0,0 0 1 0 0,0-1 0 0 0,0 1 0 0 0,0-1 0 0 0,0 1 0 0 0,0-1-1 0 0,0 1 1 0 0,0-1 0 0 0,-1 0 0 0 0,-1 2 0 0 0,-14 14 41 0 0,0-1 1 0 0,-1 0 0 0 0,-1-1-1 0 0,-1-1 1 0 0,0-1 0 0 0,-28 13 0 0 0,-53 37 120 0 0,89-52-202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7.358"/>
    </inkml:context>
    <inkml:brush xml:id="br0">
      <inkml:brushProperty name="width" value="0.1" units="cm"/>
      <inkml:brushProperty name="height" value="0.1" units="cm"/>
      <inkml:brushProperty name="color" value="#FFC114"/>
    </inkml:brush>
  </inkml:definitions>
  <inkml:trace contextRef="#ctx0" brushRef="#br0">12 149 5172 0 0,'-5'-43'12'0'0,"4"42"104"0"0,-1-10 144 0 0,0 5-107 0 0,1 8 79 0 0,1 38-237 0 0,3-1 0 0 0,1 0 1 0 0,11 47-1 0 0,-9-53 22 0 0,43 168 123 0 0,-38-164 84 0 0,-11-37-196 0 0,-1 0 1 0 0,1 0 0 0 0,0 0 0 0 0,0 0 0 0 0,0 0 0 0 0,0 0 0 0 0,-1 0 0 0 0,1 0 0 0 0,0 0 0 0 0,0 0 0 0 0,0 0-1 0 0,0 0 1 0 0,-1 0 0 0 0,1 0 0 0 0,0 0 0 0 0,0 0 0 0 0,0 0 0 0 0,0 0 0 0 0,0 0 0 0 0,-1 0 0 0 0,1 1 0 0 0,0-1-1 0 0,0 0 1 0 0,0 0 0 0 0,0 0 0 0 0,0 0 0 0 0,0 0 0 0 0,0 0 0 0 0,0 1 0 0 0,-1-1 0 0 0,1 0 0 0 0,0 0 0 0 0,0 0-1 0 0,0 0 1 0 0,0 1 0 0 0,0-1 0 0 0,0 0 0 0 0,0 0 0 0 0,0 0 0 0 0,0 0 0 0 0,0 0 0 0 0,0 1 0 0 0,0-1 0 0 0,0 0-1 0 0,0 0 1 0 0,0 0 0 0 0,0 0 0 0 0,0 1 0 0 0,0-1 0 0 0,0 0 0 0 0,0 0 0 0 0,0 0 0 0 0,1 0 0 0 0,-1 1 0 0 0,0-1 0 0 0,0 0-1 0 0,0 0 1 0 0,0 0 0 0 0,0 0 0 0 0,0 0 0 0 0,0 0 0 0 0,1 0 0 0 0,-1 1 0 0 0,-15-17 411 0 0,-17-33-240 0 0,25 30-121 0 0,1 0 0 0 0,0 0 1 0 0,2-1-1 0 0,0 0 0 0 0,-2-30 0 0 0,7-100 179 0 0,1 60-132 0 0,1 31-125 0 0,-3 57-2 0 0,0 1-3 0 0,-1-1-1 0 0,1 1 1 0 0,0-1 0 0 0,0 1-1 0 0,0-1 1 0 0,0 0 0 0 0,0 1 0 0 0,0-1-1 0 0,1 1 1 0 0,-1-1 0 0 0,0 1-1 0 0,1-1 1 0 0,-1 1 0 0 0,1-1-1 0 0,0 1 1 0 0,-1-1 0 0 0,1 1 0 0 0,0 0-1 0 0,0-1 1 0 0,0 1 0 0 0,0 0-1 0 0,0 0 1 0 0,0 0 0 0 0,0-1-1 0 0,0 1 1 0 0,1 0 0 0 0,1-1 0 0 0,-1 1-15 0 0,22 12-58 0 0,-14-4 60 0 0,1 0 1 0 0,-1 1-1 0 0,-1 0 0 0 0,1 1 1 0 0,-2 0-1 0 0,1 0 0 0 0,-1 0 1 0 0,12 20-1 0 0,8 9-16 0 0,-13-19 24 0 0,-2 1-1 0 0,-1 1 1 0 0,11 23 0 0 0,0 0 17 0 0,-7-11 104 0 0,17 48-1 0 0,-32-79 356 0 0,-18-59-289 0 0,17 35-161 0 0,1 1-1 0 0,0-1 1 0 0,2 1 0 0 0,0 0-1 0 0,2-1 1 0 0,0 2 0 0 0,1-1-1 0 0,1 1 1 0 0,2 0-1 0 0,-1 0 1 0 0,15-22 0 0 0,-19 34-30 0 0,1-1 0 0 0,0 1 1 0 0,0 1-1 0 0,1-1 1 0 0,0 1-1 0 0,0 0 0 0 0,1 0 1 0 0,0 1-1 0 0,0-1 0 0 0,0 2 1 0 0,1-1-1 0 0,8-4 1 0 0,-14 9-11 0 0,-1 1-6 0 0,1 0 23 0 0,-1 0 0 0 0,0 0 0 0 0,1 0 0 0 0,-1 0 0 0 0,0 0 0 0 0,1 1 0 0 0,-1-1 0 0 0,0 0 0 0 0,1 1 0 0 0,-1-1 0 0 0,0 1 0 0 0,0-1 0 0 0,1 1 0 0 0,-1 0 0 0 0,0-1 0 0 0,0 1 0 0 0,0 0 0 0 0,0 0 0 0 0,0 0 0 0 0,0 0 0 0 0,1 1 0 0 0,95 194-138 0 0,-58-115 156 0 0,-32-67-7 0 0,0-1 0 0 0,-1 2-1 0 0,-1-1 1 0 0,0 1 0 0 0,-1 0 0 0 0,0 0-1 0 0,-1 0 1 0 0,-1 0 0 0 0,-1 0-1 0 0,0 1 1 0 0,-1-1 0 0 0,0 1 0 0 0,-4 18-1 0 0,0-56-5032 0 0,13 2 2030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7.942"/>
    </inkml:context>
    <inkml:brush xml:id="br0">
      <inkml:brushProperty name="width" value="0.1" units="cm"/>
      <inkml:brushProperty name="height" value="0.1" units="cm"/>
      <inkml:brushProperty name="color" value="#FFC114"/>
    </inkml:brush>
  </inkml:definitions>
  <inkml:trace contextRef="#ctx0" brushRef="#br0">165 223 6477 0 0,'0'0'-328'0'0,"19"-3"-703"0"0,4-3 917 0 0,7-1 19 0 0,-1-1 0 0 0,-1-1 0 0 0,33-16 0 0 0,-53 21 119 0 0,0 0-1 0 0,0-1 1 0 0,-1 0-1 0 0,0 0 1 0 0,0 0-1 0 0,0-1 1 0 0,0 0-1 0 0,-1-1 1 0 0,0 0-1 0 0,-1 0 1 0 0,1 0-1 0 0,-1 0 1 0 0,-1-1-1 0 0,1 0 1 0 0,4-13-1 0 0,-8 20-9 0 0,0 0 0 0 0,-1-1-1 0 0,1 1 1 0 0,-1-1-1 0 0,1 1 1 0 0,-1-1 0 0 0,0 1-1 0 0,1-1 1 0 0,-1 1-1 0 0,0-1 1 0 0,0 1-1 0 0,0-1 1 0 0,0 1 0 0 0,0-1-1 0 0,-1 1 1 0 0,1-1-1 0 0,0 1 1 0 0,-1-1 0 0 0,1 1-1 0 0,-1-1 1 0 0,1 1-1 0 0,-1 0 1 0 0,0-1-1 0 0,0 1 1 0 0,1 0 0 0 0,-2-2-1 0 0,-1 2-1 0 0,1-1 0 0 0,0 1 0 0 0,0-1 0 0 0,-1 1 1 0 0,1 0-1 0 0,0 0 0 0 0,-1 1 0 0 0,1-1 0 0 0,-1 0 0 0 0,1 1 0 0 0,-1-1 0 0 0,0 1 0 0 0,1 0 0 0 0,-3 0 0 0 0,-7 0 2 0 0,1 1 0 0 0,-1 0-1 0 0,1 1 1 0 0,0 0 0 0 0,-21 7 0 0 0,-1 5 4 0 0,0 1 1 0 0,2 2 0 0 0,-48 31 0 0 0,62-36-1 0 0,1 2 0 0 0,0-1 0 0 0,0 2-1 0 0,1 0 1 0 0,1 1 0 0 0,1 0 0 0 0,-16 26 0 0 0,27-39-9 0 0,0 0 0 0 0,0 0 1 0 0,0 0-1 0 0,1 0 0 0 0,-1 1 1 0 0,1-1-1 0 0,0 1 1 0 0,0-1-1 0 0,0 1 0 0 0,1-1 1 0 0,-1 1-1 0 0,1-1 0 0 0,0 1 1 0 0,0 0-1 0 0,0-1 1 0 0,0 1-1 0 0,1 0 0 0 0,-1-1 1 0 0,1 1-1 0 0,2 5 0 0 0,0-5 8 0 0,-1 1 0 0 0,1-1-1 0 0,0 0 1 0 0,0 0-1 0 0,1 0 1 0 0,-1 0 0 0 0,1 0-1 0 0,0-1 1 0 0,0 0 0 0 0,0 0-1 0 0,0 0 1 0 0,9 5-1 0 0,9 2 46 0 0,1-1 0 0 0,0-1-1 0 0,1 0 1 0 0,43 6-1 0 0,-56-11-311 0 0,0-1 1 0 0,0-1-1 0 0,0 0 0 0 0,0 0 0 0 0,0-1 0 0 0,0-1 0 0 0,0 0 0 0 0,0 0 1 0 0,0-1-1 0 0,-1 0 0 0 0,19-7 0 0 0,-5-2-1465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9.189"/>
    </inkml:context>
    <inkml:brush xml:id="br0">
      <inkml:brushProperty name="width" value="0.1" units="cm"/>
      <inkml:brushProperty name="height" value="0.1" units="cm"/>
      <inkml:brushProperty name="color" value="#FFC114"/>
    </inkml:brush>
  </inkml:definitions>
  <inkml:trace contextRef="#ctx0" brushRef="#br0">3 181 4796 0 0,'10'-41'-517'0'0,"-9"40"480"0"0,-1-13-65 0 0,0 8 80 0 0,0 4 6 0 0,-14 57 140 0 0,17-15-44 0 0,3 1 1 0 0,1-1-1 0 0,21 70 1 0 0,-9-40 1993 0 0,-23-75-1907 0 0,0 0-121 0 0,1-1 1 0 0,-1 0 0 0 0,1 0-1 0 0,0-1 1 0 0,1 1 0 0 0,-1-1-1 0 0,1 1 1 0 0,0-1 0 0 0,1 0-1 0 0,0 0 1 0 0,0 0 0 0 0,0 0-1 0 0,1 1 1 0 0,0-1 0 0 0,1-8-1 0 0,2-22 106 0 0,13-60-1 0 0,-7 49-54 0 0,-5 20-50 0 0,-2 7-16 0 0,2 0 0 0 0,1 0-1 0 0,9-28 1 0 0,-11 43-31 0 0,2-5-185 0 0,5 30 136 0 0,9 31 3 0 0,30 58 0 0 0,-14-32 36 0 0,-13 3-22 0 0,-20-74 30 0 0,-1-1-1 0 0,0 1 1 0 0,-1 0 0 0 0,1-1-1 0 0,-1 1 1 0 0,-1 8-1 0 0,3 10 1457 0 0,-4-24-1433 0 0,0-1 0 0 0,0 0 1 0 0,1 0-1 0 0,-1 0 0 0 0,1 0 0 0 0,-1 0 0 0 0,1 0 0 0 0,0 0 0 0 0,-2-3 1 0 0,1-2 12 0 0,0 0 1 0 0,0 0 0 0 0,1 0 0 0 0,-1 0-1 0 0,1 0 1 0 0,1-1 0 0 0,-1 1 0 0 0,2 0 0 0 0,0-14-1 0 0,0 0 27 0 0,-1 4-41 0 0,1-1-1 0 0,1 0 0 0 0,1 1 1 0 0,0-1-1 0 0,1 1 0 0 0,1 0 1 0 0,0 0-1 0 0,2 1 0 0 0,0-1 1 0 0,0 1-1 0 0,2 1 0 0 0,12-19 1 0 0,-17 30-23 0 0,0-1-1 0 0,0 1 1 0 0,1 1 0 0 0,-1-1 0 0 0,1 1 0 0 0,0-1 0 0 0,0 1 0 0 0,0 1 0 0 0,0-1 0 0 0,0 1 0 0 0,1 0 0 0 0,-1 0 0 0 0,1 0 0 0 0,0 1 0 0 0,-1 0 0 0 0,10-1 0 0 0,-13 2-13 0 0,3 2 5 0 0,-2-1 5 0 0,0 0 0 0 0,0 1 0 0 0,0-1 0 0 0,0 0 0 0 0,0 1 0 0 0,0 0 0 0 0,0 0 0 0 0,0 0 0 0 0,-1 0 0 0 0,1 0 0 0 0,-1 1 0 0 0,1-1 0 0 0,-1 1 1 0 0,0 0-1 0 0,0-1 0 0 0,0 1 0 0 0,0 0 0 0 0,-1 0 0 0 0,1 0 0 0 0,-1 0 0 0 0,0 1 0 0 0,0-1 0 0 0,2 6 0 0 0,8 49-34 0 0,-4-21 34 0 0,21 63 0 0 0,-16-56 20 0 0,-11-42-12 0 0,-1 0 0 0 0,0 0 0 0 0,0 0 0 0 0,0 0 0 0 0,0 0 0 0 0,0 0 0 0 0,0 0 0 0 0,-1 0 0 0 0,1 0 0 0 0,-1 0 0 0 0,0 0 0 0 0,1 0 0 0 0,-1 0 0 0 0,0 0 0 0 0,0 0 0 0 0,0-1 0 0 0,0 1 0 0 0,-2 2 0 0 0,2-3-125 0 0,1 0 0 0 0,-1-1 0 0 0,1 1 0 0 0,-1-1 0 0 0,0 1 0 0 0,1-1 0 0 0,-1 1 1 0 0,0-1-1 0 0,1 1 0 0 0,-1-1 0 0 0,0 0 0 0 0,0 1 0 0 0,1-1 0 0 0,-1 0 0 0 0,0 0 1 0 0,0 0-1 0 0,1 1 0 0 0,-1-1 0 0 0,0 0 0 0 0,0 0 0 0 0,0 0 0 0 0,1 0 0 0 0,-1 0 1 0 0,0 0-1 0 0,0-1 0 0 0,0 1 0 0 0,1 0 0 0 0,-1 0 0 0 0,0 0 0 0 0,0-1 0 0 0,1 1 1 0 0,-1 0-1 0 0,0-1 0 0 0,1 1 0 0 0,-1-1 0 0 0,0 1 0 0 0,1-1 0 0 0,-1 1 0 0 0,1-1 1 0 0,-1 1-1 0 0,1-1 0 0 0,-1 0 0 0 0,1 1 0 0 0,-1-1 0 0 0,0-1 0 0 0,1 2 144 0 0,-5-11-2357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39.805"/>
    </inkml:context>
    <inkml:brush xml:id="br0">
      <inkml:brushProperty name="width" value="0.1" units="cm"/>
      <inkml:brushProperty name="height" value="0.1" units="cm"/>
      <inkml:brushProperty name="color" value="#FFC114"/>
    </inkml:brush>
  </inkml:definitions>
  <inkml:trace contextRef="#ctx0" brushRef="#br0">85 97 5553 0 0,'0'0'-236'0'0,"-5"4"-831"0"0,-3 3 1098 0 0,0 1 0 0 0,0 0-1 0 0,0 0 1 0 0,1 1-1 0 0,0 0 1 0 0,1 0 0 0 0,0 1-1 0 0,-6 14 1 0 0,10-21-15 0 0,1-1 0 0 0,0 1-1 0 0,-1 0 1 0 0,2 0 0 0 0,-1 0 0 0 0,0 1 0 0 0,0-1 0 0 0,1 0 0 0 0,0 0-1 0 0,0 0 1 0 0,0 0 0 0 0,0 1 0 0 0,0-1 0 0 0,1 0 0 0 0,-1 0-1 0 0,1 0 1 0 0,0 0 0 0 0,0 0 0 0 0,0 0 0 0 0,0 0 0 0 0,0 0 0 0 0,1 0-1 0 0,-1 0 1 0 0,1-1 0 0 0,0 1 0 0 0,0-1 0 0 0,0 1 0 0 0,0-1 0 0 0,0 0-1 0 0,1 1 1 0 0,-1-1 0 0 0,1 0 0 0 0,-1-1 0 0 0,1 1 0 0 0,5 2-1 0 0,10 4 41 0 0,-1-1-1 0 0,1-1 0 0 0,0 0 0 0 0,1-2 0 0 0,-1 0 0 0 0,26 2 0 0 0,-17-3-3 0 0,-23-2-40 0 0,1-1-1 0 0,0 0 1 0 0,0 0 0 0 0,-1 0 0 0 0,1 0 0 0 0,0-1 0 0 0,0 0-1 0 0,-1 0 1 0 0,1 0 0 0 0,-1-1 0 0 0,1 0 0 0 0,-1 0-1 0 0,1 0 1 0 0,-1 0 0 0 0,0 0 0 0 0,0-1 0 0 0,0 0-1 0 0,-1 0 1 0 0,6-5 0 0 0,-4 3 6 0 0,1-1 1 0 0,-1 0-1 0 0,0-1 0 0 0,-1 1 1 0 0,0-1-1 0 0,0 0 0 0 0,0 0 0 0 0,-1 0 1 0 0,0-1-1 0 0,3-10 0 0 0,-4 12 34 0 0,-1-1 0 0 0,1 0 0 0 0,-1 0 1 0 0,0 0-1 0 0,-1 0 0 0 0,0 0 0 0 0,0 0 0 0 0,0 0 0 0 0,-1-1 0 0 0,0 1 0 0 0,0 1 0 0 0,-1-1 0 0 0,0 0 1 0 0,-3-7-1 0 0,2 9-16 0 0,0 0 1 0 0,0 0-1 0 0,-1 0 0 0 0,1 1 1 0 0,-1-1-1 0 0,0 1 1 0 0,-1 0-1 0 0,1 0 1 0 0,-1 1-1 0 0,0-1 1 0 0,0 1-1 0 0,0 0 0 0 0,0 0 1 0 0,0 0-1 0 0,-1 1 1 0 0,1 0-1 0 0,-7-2 1 0 0,-5-1 28 0 0,-1 1 0 0 0,0 0 0 0 0,1 1 1 0 0,-25-1-1 0 0,39 4-109 0 0,2-1-404 0 0,-8-1 774 0 0,33-17-6039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40.551"/>
    </inkml:context>
    <inkml:brush xml:id="br0">
      <inkml:brushProperty name="width" value="0.1" units="cm"/>
      <inkml:brushProperty name="height" value="0.1" units="cm"/>
      <inkml:brushProperty name="color" value="#FFC114"/>
    </inkml:brush>
  </inkml:definitions>
  <inkml:trace contextRef="#ctx0" brushRef="#br0">12 25 4180 0 0,'0'0'-127'0'0,"-7"-3"-56"0"0,7 3 206 0 0,0 0 0 0 0,0 0-1 0 0,0 0 1 0 0,0 0-1 0 0,0 0 1 0 0,0 1 0 0 0,0-1-1 0 0,0 0 1 0 0,0 0-1 0 0,0 0 1 0 0,0 0 0 0 0,0 0-1 0 0,0 0 1 0 0,0 0-1 0 0,0 1 1 0 0,0-1 0 0 0,0 0-1 0 0,0 0 1 0 0,0 0-1 0 0,0 0 1 0 0,0 0 0 0 0,0 0-1 0 0,0 0 1 0 0,-1 0 0 0 0,1 1-1 0 0,0-1 1 0 0,0 0-1 0 0,0 0 1 0 0,0 0 0 0 0,0 0-1 0 0,0 0 1 0 0,0 0-1 0 0,0 0 1 0 0,0 0 0 0 0,0 0-1 0 0,-1 0 1 0 0,1 0-1 0 0,0 0 1 0 0,0 0 0 0 0,0 1-1 0 0,0-1 1 0 0,0 0-1 0 0,0 0 1 0 0,0 0 0 0 0,-1 0-1 0 0,1 0 1 0 0,0 0-1 0 0,0 0 1 0 0,0 0 0 0 0,0 0-1 0 0,0 0 1 0 0,0 0-1 0 0,0 0 1 0 0,-1-1 0 0 0,1 1-1 0 0,0 0 1 0 0,0 0-1 0 0,0 0 1 0 0,0 0 0 0 0,0 0-1 0 0,0 0 1 0 0,0 0-1 0 0,13 25-19 0 0,1-1 0 0 0,1 0 0 0 0,1-1 0 0 0,27 30-1 0 0,-38-48 13 0 0,7 6-17 0 0,-2 0-1 0 0,0 1 1 0 0,0 0-1 0 0,13 23 1 0 0,-21-32 13 0 0,-1-1 0 0 0,0 0 0 0 0,0 1 1 0 0,0-1-1 0 0,0 1 0 0 0,0-1 0 0 0,0 1 0 0 0,-1 0 0 0 0,1-1 1 0 0,-1 1-1 0 0,0 0 0 0 0,1 0 0 0 0,-1-1 0 0 0,-1 1 0 0 0,1 0 1 0 0,0 0-1 0 0,-1-1 0 0 0,1 1 0 0 0,-1 0 0 0 0,0-1 0 0 0,0 1 1 0 0,0-1-1 0 0,0 1 0 0 0,0-1 0 0 0,-1 0 0 0 0,1 1 0 0 0,-1-1 1 0 0,1 0-1 0 0,-1 0 0 0 0,0 0 0 0 0,0 0 0 0 0,0 0 0 0 0,-4 3 1 0 0,1-2 90 0 0,0 1 0 0 0,0-1 0 0 0,0 0 0 0 0,-1-1 0 0 0,1 1 0 0 0,-1-1 1 0 0,1 0-1 0 0,-1-1 0 0 0,-7 2 0 0 0,11-2 112 0 0,-23-8 349 0 0,23 3-529 0 0,0 1-1 0 0,0 0 1 0 0,0-1-1 0 0,0 0 0 0 0,0 1 1 0 0,1-1-1 0 0,-1 0 1 0 0,1 0-1 0 0,0 0 0 0 0,0 1 1 0 0,1-1-1 0 0,-1 0 1 0 0,1 0-1 0 0,0 0 0 0 0,0 0 1 0 0,0 0-1 0 0,1 0 1 0 0,-1 0-1 0 0,1 0 1 0 0,0 0-1 0 0,0 0 0 0 0,0 0 1 0 0,3-5-1 0 0,5-17 37 0 0,1 1 1 0 0,17-29-1 0 0,-22 46-39 0 0,23-35 41 0 0,-22 36-72 0 0,0-1 1 0 0,-1 1 0 0 0,0-2 0 0 0,5-10 0 0 0,4 6-60 0 0,7-2 16 0 0,-20 14-24 0 0,12-8-1304 0 0,2-7-1961 0 0,-5 7 1451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35:41.148"/>
    </inkml:context>
    <inkml:brush xml:id="br0">
      <inkml:brushProperty name="width" value="0.1" units="cm"/>
      <inkml:brushProperty name="height" value="0.1" units="cm"/>
      <inkml:brushProperty name="color" value="#FFC114"/>
    </inkml:brush>
  </inkml:definitions>
  <inkml:trace contextRef="#ctx0" brushRef="#br0">366 20 4660 0 0,'0'0'-332'0'0,"-12"7"-658"0"0,7 5 985 0 0,1-1 0 0 0,0 1 1 0 0,0 0-1 0 0,-3 19 0 0 0,7-29 23 0 0,-1 1 0 0 0,1-1 1 0 0,0 0-1 0 0,-1 1 0 0 0,1-1 0 0 0,0 0 0 0 0,0 1 0 0 0,0-1 0 0 0,1 0 0 0 0,-1 1 0 0 0,1-1 0 0 0,-1 0 1 0 0,1 0-1 0 0,0 1 0 0 0,0-1 0 0 0,0 0 0 0 0,0 0 0 0 0,0 0 0 0 0,0 0 0 0 0,0 0 0 0 0,1 0 0 0 0,-1 0 1 0 0,1-1-1 0 0,0 1 0 0 0,-1-1 0 0 0,1 1 0 0 0,0-1 0 0 0,0 1 0 0 0,0-1 0 0 0,0 0 0 0 0,0 0 0 0 0,0 0 1 0 0,2 1-1 0 0,11 2 34 0 0,0-1 1 0 0,0-1 0 0 0,0 0-1 0 0,0-1 1 0 0,0-1 0 0 0,0 0-1 0 0,0-1 1 0 0,0-1-1 0 0,0 0 1 0 0,0-1 0 0 0,-1-1-1 0 0,25-9 1 0 0,-15 4 53 0 0,-1-2 0 0 0,0-1 0 0 0,0 0 0 0 0,-1-2 0 0 0,-1-1 0 0 0,33-28 0 0 0,-11 3 886 0 0,-42 39-595 0 0,-5 29-338 0 0,-40 66 12 0 0,-38 75 21 0 0,-198 283 724 0 0,233-385-628 0 0,-4-3 1 0 0,-2-3-1 0 0,-2-1 0 0 0,-99 80 1 0 0,109-113-4136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6.024"/>
    </inkml:context>
    <inkml:brush xml:id="br0">
      <inkml:brushProperty name="width" value="0.1" units="cm"/>
      <inkml:brushProperty name="height" value="0.1" units="cm"/>
      <inkml:brushProperty name="color" value="#5B2D90"/>
    </inkml:brush>
  </inkml:definitions>
  <inkml:trace contextRef="#ctx0" brushRef="#br0">45 65 6257 0 0,'0'0'-132'0'0,"-3"0"20"0"0,-8 2 42 0 0,-20 0 1087 0 0,47-8 512 0 0,48-9-822 0 0,-22 10-675 0 0,591-37 282 0 0,-630 42-268 0 0,10 0 521 0 0,-7 0-1604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6.546"/>
    </inkml:context>
    <inkml:brush xml:id="br0">
      <inkml:brushProperty name="width" value="0.1" units="cm"/>
      <inkml:brushProperty name="height" value="0.1" units="cm"/>
      <inkml:brushProperty name="color" value="#5B2D90"/>
    </inkml:brush>
  </inkml:definitions>
  <inkml:trace contextRef="#ctx0" brushRef="#br0">0 6 6129 0 0,'6'-6'3823'0'0,"6"28"-3819"0"0,-1 1 0 0 0,-1 0 0 0 0,11 35 0 0 0,10 25 6 0 0,-2 4 67 0 0,-28-85-64 0 0,1 5 258 0 0,-1 0-1015 0 0,12-39-6995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7.174"/>
    </inkml:context>
    <inkml:brush xml:id="br0">
      <inkml:brushProperty name="width" value="0.1" units="cm"/>
      <inkml:brushProperty name="height" value="0.1" units="cm"/>
      <inkml:brushProperty name="color" value="#5B2D90"/>
    </inkml:brush>
  </inkml:definitions>
  <inkml:trace contextRef="#ctx0" brushRef="#br0">53 15 6053 0 0,'0'0'28'0'0,"-3"5"-33"0"0,-43 66-30 0 0,45-68 43 0 0,0 0 0 0 0,0 0-1 0 0,1 0 1 0 0,0-1-1 0 0,-1 1 1 0 0,1 0 0 0 0,0 0-1 0 0,1 0 1 0 0,-1 0 0 0 0,0 0-1 0 0,1 0 1 0 0,0 0 0 0 0,-1-1-1 0 0,1 1 1 0 0,0 0 0 0 0,1 0-1 0 0,-1-1 1 0 0,0 1 0 0 0,1-1-1 0 0,-1 1 1 0 0,1-1 0 0 0,0 0-1 0 0,0 1 1 0 0,0-1 0 0 0,0 0-1 0 0,3 2 1 0 0,-1-1 37 0 0,0 0 0 0 0,0 0 0 0 0,1-1 0 0 0,-1 0 0 0 0,1 1 0 0 0,-1-2 0 0 0,1 1 0 0 0,0 0 1 0 0,0-1-1 0 0,0 0 0 0 0,0 0 0 0 0,0 0 0 0 0,0-1 0 0 0,0 0 0 0 0,0 0 0 0 0,0 0 0 0 0,0 0 0 0 0,0-1 0 0 0,0 0 0 0 0,0 0 0 0 0,0 0 0 0 0,0-1 0 0 0,-1 0 1 0 0,1 0-1 0 0,8-4 0 0 0,-8 3 35 0 0,0 0 0 0 0,0-1 0 0 0,0 1 0 0 0,-1-1 0 0 0,0 0 0 0 0,0 0 0 0 0,0 0 0 0 0,0 0 0 0 0,-1-1 0 0 0,1 0 0 0 0,-1 0 0 0 0,0 1 0 0 0,-1-2 0 0 0,1 1 0 0 0,-1 0 1 0 0,0-1-1 0 0,0 1 0 0 0,-1-1 0 0 0,1 1 0 0 0,-1-1 0 0 0,0-10 0 0 0,-1 14-65 0 0,-1 0 1 0 0,0 0-1 0 0,1 0 0 0 0,-1 0 1 0 0,0 1-1 0 0,0-1 0 0 0,0 0 1 0 0,0 0-1 0 0,0 1 0 0 0,-1-1 1 0 0,1 1-1 0 0,0-1 1 0 0,-1 1-1 0 0,1-1 0 0 0,-1 1 1 0 0,0 0-1 0 0,1 0 0 0 0,-1 0 1 0 0,0 0-1 0 0,0 0 0 0 0,0 0 1 0 0,1 0-1 0 0,-1 1 1 0 0,0-1-1 0 0,-3 0 0 0 0,-50-11 113 0 0,52 11-112 0 0,-25-5 31 0 0,7 1-1202 0 0,7 4-3143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7.676"/>
    </inkml:context>
    <inkml:brush xml:id="br0">
      <inkml:brushProperty name="width" value="0.1" units="cm"/>
      <inkml:brushProperty name="height" value="0.1" units="cm"/>
      <inkml:brushProperty name="color" value="#5B2D90"/>
    </inkml:brush>
  </inkml:definitions>
  <inkml:trace contextRef="#ctx0" brushRef="#br0">31 15 5953 0 0,'1'0'-83'0'0,"22"-7"18"0"0,-23 7 74 0 0,1-1-1 0 0,0 1 1 0 0,-1 0-1 0 0,1 0 1 0 0,-1 0 0 0 0,1 0-1 0 0,0 0 1 0 0,-1 0-1 0 0,1 0 1 0 0,0 0-1 0 0,-1 0 1 0 0,1 0-1 0 0,0 0 1 0 0,-1 0-1 0 0,1 0 1 0 0,-1 1-1 0 0,1-1 1 0 0,0 0 0 0 0,-1 0-1 0 0,1 1 1 0 0,-1-1-1 0 0,1 1 1 0 0,-1-1-1 0 0,1 0 1 0 0,-1 1-1 0 0,1-1 1 0 0,-1 1-1 0 0,1-1 1 0 0,-1 1-1 0 0,0-1 1 0 0,1 1 0 0 0,-1-1-1 0 0,0 1 1 0 0,1-1-1 0 0,-1 1 1 0 0,0 1-1 0 0,-1 0-6 0 0,0 1 0 0 0,0-1 0 0 0,-1 1 0 0 0,1-1 0 0 0,-1 0 0 0 0,1 1 0 0 0,-1-1 0 0 0,0 0 0 0 0,0 0 0 0 0,0 0 0 0 0,-3 2 0 0 0,-8 9-4 0 0,-21 42-28 0 0,33-54 33 0 0,0 1 1 0 0,1 0-1 0 0,-1-1 1 0 0,1 1 0 0 0,-1 0-1 0 0,1 0 1 0 0,0-1-1 0 0,-1 1 1 0 0,1 0 0 0 0,0 0-1 0 0,0-1 1 0 0,1 1-1 0 0,-1 0 1 0 0,0 0 0 0 0,0-1-1 0 0,1 1 1 0 0,-1 0-1 0 0,1-1 1 0 0,0 1 0 0 0,-1 0-1 0 0,1-1 1 0 0,0 1 0 0 0,0-1-1 0 0,0 1 1 0 0,0-1-1 0 0,0 0 1 0 0,0 1 0 0 0,1-1-1 0 0,-1 0 1 0 0,0 0-1 0 0,1 0 1 0 0,-1 0 0 0 0,2 1-1 0 0,2 2 22 0 0,0-1 0 0 0,0 0-1 0 0,0 0 1 0 0,1 0 0 0 0,-1-1 0 0 0,0 0-1 0 0,1 0 1 0 0,5 1 0 0 0,-2-2 30 0 0,-1 0 0 0 0,1 0 0 0 0,-1-1 0 0 0,0 0 0 0 0,1-1 0 0 0,-1 0 0 0 0,1 0 0 0 0,-1-1 1 0 0,0 0-1 0 0,0 0 0 0 0,14-6 0 0 0,-19 6-7 0 0,1 0 0 0 0,0 0 1 0 0,-1-1-1 0 0,1 1 0 0 0,-1-1 1 0 0,0 1-1 0 0,0-1 0 0 0,0 0 0 0 0,0 0 1 0 0,0 0-1 0 0,-1-1 0 0 0,1 1 1 0 0,-1-1-1 0 0,0 1 0 0 0,0-1 0 0 0,0 0 1 0 0,0 0-1 0 0,-1 0 0 0 0,0 0 1 0 0,0 0-1 0 0,0 0 0 0 0,0 0 1 0 0,-1 0-1 0 0,1-9 0 0 0,-1 11-11 0 0,0-1-1 0 0,-1 0 1 0 0,1 0-1 0 0,-1 0 1 0 0,1 0-1 0 0,-1 1 1 0 0,0-1-1 0 0,0 0 1 0 0,-1 1-1 0 0,1-1 1 0 0,0 1-1 0 0,-1-1 1 0 0,1 1-1 0 0,-1 0 1 0 0,0-1 0 0 0,0 1-1 0 0,0 0 1 0 0,0 0-1 0 0,0 0 1 0 0,-1 1-1 0 0,1-1 1 0 0,0 0-1 0 0,-1 1 1 0 0,1-1-1 0 0,-1 1 1 0 0,-3-1-1 0 0,-8-3-284 0 0,1 0-1 0 0,-2 2 0 0 0,1 0 0 0 0,-15-2 1 0 0,-1 0-3680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8.048"/>
    </inkml:context>
    <inkml:brush xml:id="br0">
      <inkml:brushProperty name="width" value="0.1" units="cm"/>
      <inkml:brushProperty name="height" value="0.1" units="cm"/>
      <inkml:brushProperty name="color" value="#5B2D90"/>
    </inkml:brush>
  </inkml:definitions>
  <inkml:trace contextRef="#ctx0" brushRef="#br0">9 72 6081 0 0,'-8'-70'3546'0'0,"8"68"-3103"0"0,2 27 81 0 0,4 39-602 0 0,17 73 1 0 0,1 12 72 0 0,-19-59-759 0 0,-5-53-4242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9.175"/>
    </inkml:context>
    <inkml:brush xml:id="br0">
      <inkml:brushProperty name="width" value="0.1" units="cm"/>
      <inkml:brushProperty name="height" value="0.1" units="cm"/>
      <inkml:brushProperty name="color" value="#5B2D90"/>
    </inkml:brush>
  </inkml:definitions>
  <inkml:trace contextRef="#ctx0" brushRef="#br0">26 38 6577 0 0,'0'0'-18'0'0,"-18"-2"32"0"0,10 0 169 0 0,11 1 197 0 0,635-31-406 0 0,-597 32 130 0 0,-23 0-4169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39.580"/>
    </inkml:context>
    <inkml:brush xml:id="br0">
      <inkml:brushProperty name="width" value="0.1" units="cm"/>
      <inkml:brushProperty name="height" value="0.1" units="cm"/>
      <inkml:brushProperty name="color" value="#5B2D90"/>
    </inkml:brush>
  </inkml:definitions>
  <inkml:trace contextRef="#ctx0" brushRef="#br0">0 1 4320 0 0,'0'0'4601'0'0,"3"13"-4587"0"0,2 10-48 0 0,0 1 0 0 0,2-1 1 0 0,1 0-1 0 0,0 0 0 0 0,2-1 0 0 0,0 0 1 0 0,22 32-1 0 0,-14-23-26 0 0,21 51 0 0 0,-31-64 27 0 0,-10-10 320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0.069"/>
    </inkml:context>
    <inkml:brush xml:id="br0">
      <inkml:brushProperty name="width" value="0.1" units="cm"/>
      <inkml:brushProperty name="height" value="0.1" units="cm"/>
      <inkml:brushProperty name="color" value="#5B2D90"/>
    </inkml:brush>
  </inkml:definitions>
  <inkml:trace contextRef="#ctx0" brushRef="#br0">52 1 5937 0 0,'1'0'2'0'0,"-1"0"1"0"0,0 0 0 0 0,0 0 0 0 0,0 0-1 0 0,0 0 1 0 0,0 0 0 0 0,0 0 0 0 0,0 0-1 0 0,0 0 1 0 0,0 0 0 0 0,0 0 0 0 0,0 0-1 0 0,0 0 1 0 0,0 0 0 0 0,0 0 0 0 0,0 0-1 0 0,0 0 1 0 0,0 0 0 0 0,0 0 0 0 0,1 0-1 0 0,-1 0 1 0 0,0 0 0 0 0,0 0 0 0 0,0 0 0 0 0,0 0-1 0 0,0 0 1 0 0,0 0 0 0 0,0 0 0 0 0,-8 13 19 0 0,-22 39-79 0 0,28-49 54 0 0,-1 1 1 0 0,2 1-1 0 0,-1-1 1 0 0,0 0 0 0 0,1 0-1 0 0,0 1 1 0 0,0-1-1 0 0,0 1 1 0 0,0-1 0 0 0,1 8-1 0 0,1-9 13 0 0,1 1-1 0 0,-1 0 0 0 0,1 0 1 0 0,0-1-1 0 0,0 1 0 0 0,0-1 1 0 0,0 0-1 0 0,1 1 0 0 0,0-1 1 0 0,-1 0-1 0 0,1-1 0 0 0,0 1 1 0 0,0 0-1 0 0,1-1 0 0 0,-1 0 1 0 0,0 1-1 0 0,1-1 0 0 0,0-1 1 0 0,-1 1-1 0 0,1 0 0 0 0,0-1 1 0 0,0 0-1 0 0,0 0 1 0 0,0 0-1 0 0,4 0 0 0 0,18 4 93 0 0,0-1-1 0 0,44 1 0 0 0,-54-4-43 0 0,-8 0-9 0 0,0-2-1 0 0,-1 1 1 0 0,1-1 0 0 0,-1 0-1 0 0,1 0 1 0 0,-1-1-1 0 0,1 0 1 0 0,-1 0 0 0 0,0-1-1 0 0,0 0 1 0 0,0 0 0 0 0,0-1-1 0 0,7-5 1 0 0,-12 8-28 0 0,0-1-1 0 0,1 0 1 0 0,-1 0-1 0 0,0 0 1 0 0,0-1-1 0 0,0 1 1 0 0,-1 0-1 0 0,1-1 1 0 0,0 1 0 0 0,-1-1-1 0 0,0 0 1 0 0,1 1-1 0 0,-1-1 1 0 0,0 0-1 0 0,0 0 1 0 0,-1 0-1 0 0,1 1 1 0 0,-1-1-1 0 0,1 0 1 0 0,-1 0 0 0 0,0 0-1 0 0,0 0 1 0 0,0 0-1 0 0,0 0 1 0 0,-1 0-1 0 0,1 0 1 0 0,-1 0-1 0 0,0 0 1 0 0,0 0-1 0 0,0 1 1 0 0,0-1 0 0 0,0 0-1 0 0,-1 0 1 0 0,1 1-1 0 0,-4-5 1 0 0,1 2 35 0 0,0 0 0 0 0,0 1 0 0 0,0-1 0 0 0,-1 1 0 0 0,0 0 0 0 0,1 0 0 0 0,-2 1 0 0 0,1-1 0 0 0,0 1 0 0 0,-1 0 0 0 0,1 1 0 0 0,-8-3 0 0 0,-33-9-616 0 0,0 10-3455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0.492"/>
    </inkml:context>
    <inkml:brush xml:id="br0">
      <inkml:brushProperty name="width" value="0.1" units="cm"/>
      <inkml:brushProperty name="height" value="0.1" units="cm"/>
      <inkml:brushProperty name="color" value="#5B2D90"/>
    </inkml:brush>
  </inkml:definitions>
  <inkml:trace contextRef="#ctx0" brushRef="#br0">92 0 5917 0 0,'-5'3'-19'0'0,"-1"1"0"0"0,1-1 0 0 0,0 1 0 0 0,0 0 0 0 0,1 1 0 0 0,-1-1 0 0 0,1 1 0 0 0,0 0 0 0 0,0 0 0 0 0,-6 10 0 0 0,3-4-11 0 0,1 0 0 0 0,1 0 0 0 0,0 1-1 0 0,-5 16 1 0 0,10-26 41 0 0,-1 0 0 0 0,1 1 1 0 0,0-1-1 0 0,-1 1 0 0 0,1-1 0 0 0,1 1 0 0 0,-1-1 0 0 0,0 0 1 0 0,0 1-1 0 0,1-1 0 0 0,-1 1 0 0 0,1-1 0 0 0,0 0 0 0 0,0 1 1 0 0,0-1-1 0 0,0 0 0 0 0,0 0 0 0 0,0 0 0 0 0,1 0 0 0 0,-1 0 0 0 0,1 0 1 0 0,-1 0-1 0 0,1 0 0 0 0,0-1 0 0 0,0 1 0 0 0,0 0 0 0 0,0-1 1 0 0,0 0-1 0 0,0 1 0 0 0,0-1 0 0 0,0 0 0 0 0,0 0 0 0 0,1 0 0 0 0,-1 0 1 0 0,0-1-1 0 0,5 2 0 0 0,2 0 56 0 0,1 0 1 0 0,-1 0-1 0 0,0 0 1 0 0,1-1-1 0 0,-1-1 1 0 0,1 0-1 0 0,-1 0 1 0 0,12-2-1 0 0,-12 0 14 0 0,-1 0 0 0 0,1 0-1 0 0,0-1 1 0 0,-1-1 0 0 0,0 0 0 0 0,0 0-1 0 0,0 0 1 0 0,0-1 0 0 0,-1 0-1 0 0,0 0 1 0 0,10-10 0 0 0,-16 13-49 0 0,1 0 1 0 0,0 0 0 0 0,-1 0-1 0 0,1 0 1 0 0,-1 0-1 0 0,1 0 1 0 0,-1-1-1 0 0,0 1 1 0 0,0-1 0 0 0,0 1-1 0 0,0 0 1 0 0,-1-1-1 0 0,1 0 1 0 0,-1 1-1 0 0,1-1 1 0 0,-1 1 0 0 0,0-5-1 0 0,-1 4-11 0 0,0 0 0 0 0,0-1 0 0 0,0 1 0 0 0,0 0-1 0 0,0 0 1 0 0,-1 0 0 0 0,0 1 0 0 0,1-1 0 0 0,-1 0 0 0 0,0 0 0 0 0,0 1-1 0 0,-1 0 1 0 0,1-1 0 0 0,0 1 0 0 0,-1 0 0 0 0,0 0 0 0 0,-4-3-1 0 0,0 1 16 0 0,0 0-1 0 0,0 0 0 0 0,-1 1 0 0 0,1 0 0 0 0,-1 1 0 0 0,1-1 0 0 0,-1 2 0 0 0,0-1 0 0 0,-10 0 0 0 0,-72-1-1791 0 0,60 4-1176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0.757"/>
    </inkml:context>
    <inkml:brush xml:id="br0">
      <inkml:brushProperty name="width" value="0.1" units="cm"/>
      <inkml:brushProperty name="height" value="0.1" units="cm"/>
      <inkml:brushProperty name="color" value="#5B2D90"/>
    </inkml:brush>
  </inkml:definitions>
  <inkml:trace contextRef="#ctx0" brushRef="#br0">0 10 6153 0 0,'4'-8'1593'0'0,"-4"8"-1565"0"0,0 0 1 0 0,0 0 0 0 0,1 0 0 0 0,-1 0-1 0 0,0 0 1 0 0,0 0 0 0 0,0 0 0 0 0,0 0-1 0 0,0 1 1 0 0,0-1 0 0 0,0 0-1 0 0,0 0 1 0 0,0 0 0 0 0,1 0 0 0 0,-1 0-1 0 0,0 0 1 0 0,0 0 0 0 0,0 0-1 0 0,0 0 1 0 0,0 0 0 0 0,0 0 0 0 0,0 0-1 0 0,1 0 1 0 0,-1 0 0 0 0,0 0-1 0 0,0 0 1 0 0,0 0 0 0 0,0 0 0 0 0,0 0-1 0 0,0 0 1 0 0,0 0 0 0 0,1 0-1 0 0,-1 0 1 0 0,0 0 0 0 0,0 0 0 0 0,0 0-1 0 0,0 0 1 0 0,0 0 0 0 0,0 0-1 0 0,0 0 1 0 0,1 0 0 0 0,-1-1 0 0 0,0 1-1 0 0,0 0 1 0 0,0 0 0 0 0,0 0 0 0 0,0 0-1 0 0,0 0 1 0 0,0 0 0 0 0,0 0-1 0 0,0 0 1 0 0,0-1 0 0 0,0 1 0 0 0,0 0-1 0 0,0 0 1 0 0,0 0 0 0 0,1 0-1 0 0,-1 0 1 0 0,0 0 0 0 0,0-1 0 0 0,3 33-62 0 0,-1-1 0 0 0,-3 56 1 0 0,2 28 7 0 0,39 297-2273 0 0,-32-356-16 0 0,-5-3-593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2.594"/>
    </inkml:context>
    <inkml:brush xml:id="br0">
      <inkml:brushProperty name="width" value="0.1" units="cm"/>
      <inkml:brushProperty name="height" value="0.1" units="cm"/>
      <inkml:brushProperty name="color" value="#5B2D90"/>
    </inkml:brush>
  </inkml:definitions>
  <inkml:trace contextRef="#ctx0" brushRef="#br0">48 85 6449 0 0,'0'0'-296'0'0,"-4"0"-310"0"0,-14 0 478 0 0,0 4 331 0 0,10-2 292 0 0,13-2 274 0 0,430-58-642 0 0,-309 43-27 0 0,-123 15-93 0 0,10-2 56 0 0,-21-13-5390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2.983"/>
    </inkml:context>
    <inkml:brush xml:id="br0">
      <inkml:brushProperty name="width" value="0.1" units="cm"/>
      <inkml:brushProperty name="height" value="0.1" units="cm"/>
      <inkml:brushProperty name="color" value="#5B2D90"/>
    </inkml:brush>
  </inkml:definitions>
  <inkml:trace contextRef="#ctx0" brushRef="#br0">50 3 4380 0 0,'0'0'1277'0'0,"-4"-1"-1022"0"0,3 1-221 0 0,1-1 0 0 0,-1 1 0 0 0,0 0 1 0 0,0 0-1 0 0,0 0 0 0 0,0-1 0 0 0,0 1 0 0 0,0 0 1 0 0,0 0-1 0 0,0 0 0 0 0,0 0 0 0 0,1 0 0 0 0,-1 1 0 0 0,0-1 1 0 0,0 0-1 0 0,0 0 0 0 0,0 0 0 0 0,0 1 0 0 0,0-1 1 0 0,1 1-1 0 0,-1-1 0 0 0,0 1 0 0 0,0-1 0 0 0,0 1 0 0 0,1-1 1 0 0,-1 1-1 0 0,0-1 0 0 0,1 1 0 0 0,-2 1 0 0 0,1 0-4 0 0,0 1-1 0 0,-1-1 1 0 0,1 1-1 0 0,1-1 1 0 0,-1 1-1 0 0,0 0 0 0 0,0-1 1 0 0,1 1-1 0 0,0 0 1 0 0,-1 0-1 0 0,1 5 1 0 0,8 119-7 0 0,0 18 0 0 0,-8-127-6 0 0,-2 0 1 0 0,1 0-1 0 0,-2 0 1 0 0,-1 0-1 0 0,-9 31 0 0 0,9-42 103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3.564"/>
    </inkml:context>
    <inkml:brush xml:id="br0">
      <inkml:brushProperty name="width" value="0.1" units="cm"/>
      <inkml:brushProperty name="height" value="0.1" units="cm"/>
      <inkml:brushProperty name="color" value="#5B2D90"/>
    </inkml:brush>
  </inkml:definitions>
  <inkml:trace contextRef="#ctx0" brushRef="#br0">88 0 4992 0 0,'-14'17'651'0'0,"6"-9"-651"0"0,0 1 0 0 0,0 0 0 0 0,1 0 0 0 0,1 1 0 0 0,-1-1 0 0 0,2 2 0 0 0,-1-1 0 0 0,1 0 0 0 0,-4 13 0 0 0,8-20 4 0 0,1 0 1 0 0,-1-1-1 0 0,0 1 0 0 0,1-1 0 0 0,-1 1 0 0 0,1 0 0 0 0,0-1 0 0 0,0 1 0 0 0,0 0 0 0 0,0-1 0 0 0,1 1 0 0 0,-1 0 0 0 0,1-1 0 0 0,-1 1 0 0 0,1 0 0 0 0,0-1 0 0 0,0 1 0 0 0,0-1 0 0 0,0 0 1 0 0,1 1-1 0 0,-1-1 0 0 0,1 0 0 0 0,-1 0 0 0 0,1 1 0 0 0,0-1 0 0 0,0-1 0 0 0,-1 1 0 0 0,2 0 0 0 0,-1 0 0 0 0,0-1 0 0 0,0 1 0 0 0,0-1 0 0 0,1 0 0 0 0,-1 1 0 0 0,1-1 0 0 0,-1 0 1 0 0,1-1-1 0 0,-1 1 0 0 0,1 0 0 0 0,0-1 0 0 0,-1 1 0 0 0,6-1 0 0 0,-3 1 70 0 0,-1 0-1 0 0,1-1 1 0 0,-1 1 0 0 0,1-1-1 0 0,-1 0 1 0 0,1 0 0 0 0,0 0-1 0 0,-1-1 1 0 0,1 0 0 0 0,-1 0-1 0 0,1 0 1 0 0,-1 0-1 0 0,0-1 1 0 0,1 0 0 0 0,-1 1-1 0 0,0-2 1 0 0,0 1 0 0 0,0 0-1 0 0,0-1 1 0 0,-1 0 0 0 0,1 0-1 0 0,-1 0 1 0 0,0 0 0 0 0,0 0-1 0 0,0-1 1 0 0,0 1 0 0 0,0-1-1 0 0,-1 0 1 0 0,1 0 0 0 0,-1 0-1 0 0,0 0 1 0 0,0-1 0 0 0,-1 1-1 0 0,3-8 1 0 0,-4 10-46 0 0,0 1 0 0 0,1-1 0 0 0,-1 0-1 0 0,0 0 1 0 0,0 0 0 0 0,0 0 0 0 0,0 0 0 0 0,0 1-1 0 0,-1-1 1 0 0,1 0 0 0 0,-1 0 0 0 0,1 0 0 0 0,-1 1 0 0 0,1-1-1 0 0,-1 0 1 0 0,0 1 0 0 0,0-1 0 0 0,0 0 0 0 0,0 1-1 0 0,0-1 1 0 0,0 1 0 0 0,0-1 0 0 0,-1 1 0 0 0,1 0-1 0 0,0 0 1 0 0,-1-1 0 0 0,1 1 0 0 0,-1 0 0 0 0,-3-1 0 0 0,-3-3 31 0 0,-1 1 1 0 0,0 0 0 0 0,0 1 0 0 0,-12-4-1 0 0,13 5-44 0 0,3 1-170 0 0,-21-8-423 0 0,12-1-3617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3.988"/>
    </inkml:context>
    <inkml:brush xml:id="br0">
      <inkml:brushProperty name="width" value="0.1" units="cm"/>
      <inkml:brushProperty name="height" value="0.1" units="cm"/>
      <inkml:brushProperty name="color" value="#5B2D90"/>
    </inkml:brush>
  </inkml:definitions>
  <inkml:trace contextRef="#ctx0" brushRef="#br0">51 1 6309 0 0,'0'0'223'0'0,"-3"23"250"0"0,-18 22-403 0 0,17-39-69 0 0,0 1-1 0 0,0 1 1 0 0,1-1-1 0 0,0 0 1 0 0,0 1 0 0 0,-2 11-1 0 0,5-16 0 0 0,-1 0-1 0 0,1 0 0 0 0,1 0 1 0 0,-1 0-1 0 0,0 0 0 0 0,1 0 0 0 0,-1 0 1 0 0,1 0-1 0 0,0 0 0 0 0,0 0 1 0 0,0 0-1 0 0,0-1 0 0 0,1 1 1 0 0,-1 0-1 0 0,1-1 0 0 0,-1 1 1 0 0,1-1-1 0 0,0 0 0 0 0,0 1 0 0 0,0-1 1 0 0,3 2-1 0 0,0 0 29 0 0,-1-1 0 0 0,1 1 0 0 0,0-1 1 0 0,0-1-1 0 0,0 1 0 0 0,0-1 0 0 0,0 0 0 0 0,1 0 0 0 0,10 2 0 0 0,-14-3 207 0 0,19-11 52 0 0,-19 9-259 0 0,-1 0-1 0 0,0-1 0 0 0,1 0 1 0 0,-1 1-1 0 0,0-1 0 0 0,0 1 1 0 0,0-1-1 0 0,0 0 0 0 0,0 0 1 0 0,-1 0-1 0 0,1 0 0 0 0,-1 0 1 0 0,1 1-1 0 0,-1-1 0 0 0,1 0 1 0 0,-1 0-1 0 0,0 0 0 0 0,0 0 1 0 0,0 0-1 0 0,0 0 0 0 0,0 0 1 0 0,-2-4-1 0 0,-10-40 386 0 0,10 41-410 0 0,0 0-1 0 0,0 1 0 0 0,-1 0 0 0 0,0 0 0 0 0,1-1 1 0 0,-2 1-1 0 0,1 1 0 0 0,0-1 0 0 0,-1 0 0 0 0,1 1 0 0 0,-1 0 1 0 0,0 0-1 0 0,0 0 0 0 0,-1 0 0 0 0,1 1 0 0 0,0 0 1 0 0,-7-3-1 0 0,-29-6-4409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4.286"/>
    </inkml:context>
    <inkml:brush xml:id="br0">
      <inkml:brushProperty name="width" value="0.1" units="cm"/>
      <inkml:brushProperty name="height" value="0.1" units="cm"/>
      <inkml:brushProperty name="color" value="#5B2D90"/>
    </inkml:brush>
  </inkml:definitions>
  <inkml:trace contextRef="#ctx0" brushRef="#br0">0 111 6605 0 0,'3'-5'-9'0'0,"3"-9"562"0"0,0-1 0 0 0,2 2 0 0 0,0-1 0 0 0,0 1 1 0 0,21-23-1 0 0,-28 35-333 0 0,18 33-111 0 0,-11 32-68 0 0,-2 0 1 0 0,-3 67 0 0 0,2 30-199 0 0,-2-97-61 0 0,0 1-948 0 0,2-22-2513 0 0,-2-25 386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5.519"/>
    </inkml:context>
    <inkml:brush xml:id="br0">
      <inkml:brushProperty name="width" value="0.1" units="cm"/>
      <inkml:brushProperty name="height" value="0.1" units="cm"/>
      <inkml:brushProperty name="color" value="#5B2D90"/>
    </inkml:brush>
  </inkml:definitions>
  <inkml:trace contextRef="#ctx0" brushRef="#br0">31 23 6661 0 0,'-20'12'-1320'0'0,"18"-12"1128"0"0,-6 7-272 0 0,8-7 473 0 0,0 0 0 0 0,0 0 0 0 0,0 0-1 0 0,1 0 1 0 0,-1 0 0 0 0,0 0 0 0 0,0 0 0 0 0,0 0 0 0 0,0 0 0 0 0,0 0 0 0 0,0 0 0 0 0,1 0 0 0 0,-1 0 0 0 0,0 0 0 0 0,0 1-1 0 0,0-1 1 0 0,0 0 0 0 0,0 0 0 0 0,0 0 0 0 0,0 0 0 0 0,0 0 0 0 0,0 0 0 0 0,0 0 0 0 0,1 1 0 0 0,-1-1 0 0 0,0 0 0 0 0,0 0 0 0 0,0 0-1 0 0,0 0 1 0 0,0 0 0 0 0,0 0 0 0 0,0 1 0 0 0,0-1 0 0 0,0 0 0 0 0,0 0 0 0 0,0 0 0 0 0,0 0 0 0 0,0 0 0 0 0,0 1 0 0 0,0-1-1 0 0,0 0 1 0 0,0 0 0 0 0,-1 0 0 0 0,1 0 0 0 0,0 0 0 0 0,0 0 0 0 0,0 1 0 0 0,0-1 0 0 0,0 0 0 0 0,0 0 0 0 0,0 0 0 0 0,0 0 0 0 0,0 0-1 0 0,0 0 1 0 0,-1 0 0 0 0,1 0 0 0 0,0 0 0 0 0,0 1 0 0 0,0-1 0 0 0,0 0 0 0 0,-1 0 0 0 0,163-16 129 0 0,-46 3-91 0 0,145-5 41 0 0,-257 18-121 0 0,13 5-2477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5.914"/>
    </inkml:context>
    <inkml:brush xml:id="br0">
      <inkml:brushProperty name="width" value="0.1" units="cm"/>
      <inkml:brushProperty name="height" value="0.1" units="cm"/>
      <inkml:brushProperty name="color" value="#5B2D90"/>
    </inkml:brush>
  </inkml:definitions>
  <inkml:trace contextRef="#ctx0" brushRef="#br0">45 0 3996 0 0,'-16'0'22'0'0,"12"0"206"0"0,-18 1 1268 0 0,20 1-1459 0 0,4 32 11 0 0,2 1 1 0 0,1-1 0 0 0,2 1 0 0 0,1-1-1 0 0,23 61 1 0 0,7 16 103 0 0,-37-109-49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6.433"/>
    </inkml:context>
    <inkml:brush xml:id="br0">
      <inkml:brushProperty name="width" value="0.1" units="cm"/>
      <inkml:brushProperty name="height" value="0.1" units="cm"/>
      <inkml:brushProperty name="color" value="#5B2D90"/>
    </inkml:brush>
  </inkml:definitions>
  <inkml:trace contextRef="#ctx0" brushRef="#br0">87 1 4808 0 0,'0'0'-8'0'0,"-3"4"-290"0"0,-11 20 253 0 0,5-11 12 0 0,1 0 1 0 0,0 1-1 0 0,1 0 0 0 0,-7 18 1 0 0,14-31 34 0 0,1 0 0 0 0,-1 0 0 0 0,0 0-1 0 0,0 1 1 0 0,1-1 0 0 0,-1 0 0 0 0,0 0 0 0 0,1 0 0 0 0,-1 1 0 0 0,1-1 0 0 0,0 0 0 0 0,-1 0 0 0 0,1 0 0 0 0,0 0 0 0 0,-1 0 0 0 0,1 0-1 0 0,0 0 1 0 0,0-1 0 0 0,0 1 0 0 0,0 0 0 0 0,0 0 0 0 0,0-1 0 0 0,0 1 0 0 0,0-1 0 0 0,2 1 0 0 0,28 14 71 0 0,-29-14-68 0 0,5 1 45 0 0,0 0 0 0 0,0 0 1 0 0,0 0-1 0 0,1-1 0 0 0,10 0 1 0 0,-14-1 99 0 0,20-3 190 0 0,-21 2-262 0 0,0 1 1 0 0,-1-1 0 0 0,1 0-1 0 0,-1-1 1 0 0,1 1 0 0 0,-1 0-1 0 0,1-1 1 0 0,-1 1 0 0 0,0-1-1 0 0,1 0 1 0 0,-1 0 0 0 0,0 0-1 0 0,0 0 1 0 0,-1 0-1 0 0,1 0 1 0 0,0 0 0 0 0,-1 0-1 0 0,1-1 1 0 0,-1 1 0 0 0,2-5-1 0 0,-2 5-36 0 0,-1 1-1 0 0,1-1 0 0 0,-1 1 1 0 0,0-1-1 0 0,0 0 1 0 0,1 1-1 0 0,-1-1 0 0 0,0 1 1 0 0,0-1-1 0 0,0 1 0 0 0,0-1 1 0 0,-1 0-1 0 0,1 1 1 0 0,0-1-1 0 0,-1 1 0 0 0,1-1 1 0 0,-1 1-1 0 0,0-1 0 0 0,1 1 1 0 0,-1-1-1 0 0,0 1 1 0 0,0 0-1 0 0,0-1 0 0 0,0 1 1 0 0,0 0-1 0 0,0 0 0 0 0,0 0 1 0 0,0 0-1 0 0,0 0 0 0 0,-1 0 1 0 0,1 0-1 0 0,0 0 1 0 0,-1 0-1 0 0,1 1 0 0 0,-1-1 1 0 0,1 0-1 0 0,-2 0 0 0 0,-14-4 73 0 0,0 1-1 0 0,0 0 0 0 0,0 1 0 0 0,-29-1 1 0 0,-4-1-897 0 0,50 5 687 0 0,-1 0 0 0 0,0 0-1 0 0,1 0 1 0 0,-1 0-1 0 0,1 0 1 0 0,-1 0-1 0 0,0 0 1 0 0,1 0-1 0 0,-1-1 1 0 0,1 1 0 0 0,-1 0-1 0 0,1 0 1 0 0,-1 0-1 0 0,1-1 1 0 0,-1 1-1 0 0,1 0 1 0 0,-1-1-1 0 0,1 1 1 0 0,-1 0 0 0 0,1-1-1 0 0,-1 1 1 0 0,1-1-1 0 0,0 1 1 0 0,-1 0-1 0 0,1-1 1 0 0,0 1-1 0 0,-1-1 1 0 0,1 1 0 0 0,0-1-1 0 0,0 0 1 0 0,-1 1-1 0 0,1-1 1 0 0,0 1-1 0 0,0-1 1 0 0,0 1-1 0 0,0-1 1 0 0,0 0 0 0 0,0 1-1 0 0,0-1 1 0 0,0 1-1 0 0,0-1 1 0 0,0 1-1 0 0,0-1 1 0 0,0 0-1 0 0,1 0 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6.876"/>
    </inkml:context>
    <inkml:brush xml:id="br0">
      <inkml:brushProperty name="width" value="0.1" units="cm"/>
      <inkml:brushProperty name="height" value="0.1" units="cm"/>
      <inkml:brushProperty name="color" value="#5B2D90"/>
    </inkml:brush>
  </inkml:definitions>
  <inkml:trace contextRef="#ctx0" brushRef="#br0">69 15 5140 0 0,'0'0'422'0'0,"-4"1"-421"0"0,0 1-4 0 0,-1 0 0 0 0,1 1 1 0 0,0-1-1 0 0,0 1 0 0 0,0 0 1 0 0,1 0-1 0 0,-1 0 0 0 0,1 1 1 0 0,-1-1-1 0 0,1 1 0 0 0,0 0 1 0 0,1 0-1 0 0,-1 0 0 0 0,0 0 1 0 0,1 0-1 0 0,0 1 0 0 0,0-1 1 0 0,1 1-1 0 0,-1-1 0 0 0,0 7 1 0 0,1-9 3 0 0,1-1 0 0 0,1 1 0 0 0,-1 0 0 0 0,0-1 0 0 0,0 1 0 0 0,0 0 0 0 0,1-1 0 0 0,-1 1 0 0 0,1-1 1 0 0,-1 1-1 0 0,1-1 0 0 0,0 1 0 0 0,0-1 0 0 0,0 1 0 0 0,-1-1 0 0 0,1 0 0 0 0,1 1 0 0 0,-1-1 0 0 0,0 0 1 0 0,0 0-1 0 0,0 0 0 0 0,0 0 0 0 0,1 0 0 0 0,-1 0 0 0 0,1 0 0 0 0,-1 0 0 0 0,1-1 0 0 0,-1 1 1 0 0,1 0-1 0 0,-1-1 0 0 0,1 1 0 0 0,-1-1 0 0 0,3 1 0 0 0,53 9 94 0 0,-49-9 15 0 0,1 0 1 0 0,0-1 0 0 0,0-1 0 0 0,-1 1 0 0 0,16-4 0 0 0,-22 3-48 0 0,0 1-1 0 0,0-1 1 0 0,0 1-1 0 0,0-1 1 0 0,0 0-1 0 0,0 1 1 0 0,0-1-1 0 0,-1 0 1 0 0,1-1-1 0 0,0 1 1 0 0,-1 0-1 0 0,1 0 1 0 0,-1-1-1 0 0,1 1 1 0 0,-1-1-1 0 0,0 1 1 0 0,1-1-1 0 0,-1 1 1 0 0,0-1 0 0 0,0 0-1 0 0,0 0 1 0 0,0 1-1 0 0,-1-1 1 0 0,1 0-1 0 0,0 0 1 0 0,-1 0-1 0 0,1 0 1 0 0,-1 0-1 0 0,0 0 1 0 0,1-4-1 0 0,-2 3-16 0 0,1-1 1 0 0,-1 1-1 0 0,0 0 0 0 0,0-1 1 0 0,0 1-1 0 0,-1 0 0 0 0,1-1 1 0 0,-1 1-1 0 0,1 0 0 0 0,-1 0 1 0 0,0 0-1 0 0,0 0 0 0 0,-1 1 1 0 0,1-1-1 0 0,0 0 0 0 0,-1 1 1 0 0,0 0-1 0 0,1 0 0 0 0,-1 0 1 0 0,0 0-1 0 0,-6-3 0 0 0,-2-1-536 0 0,0 1-1 0 0,0 0 0 0 0,-1 0 1 0 0,-18-4-1 0 0,21 7-1719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1:47.221"/>
    </inkml:context>
    <inkml:brush xml:id="br0">
      <inkml:brushProperty name="width" value="0.1" units="cm"/>
      <inkml:brushProperty name="height" value="0.1" units="cm"/>
      <inkml:brushProperty name="color" value="#5B2D90"/>
    </inkml:brush>
  </inkml:definitions>
  <inkml:trace contextRef="#ctx0" brushRef="#br0">1 114 6373 0 0,'40'-112'2100'0'0,"-39"110"-1965"0"0,0 3-113 0 0,-1 1-1 0 0,1-1 1 0 0,0 1-1 0 0,0-1 1 0 0,-1 1-1 0 0,1-1 1 0 0,-1 1-1 0 0,1-1 1 0 0,-1 1-1 0 0,0-1 1 0 0,0 1-1 0 0,0 0 1 0 0,1-1-1 0 0,-2 1 1 0 0,1-1-1 0 0,0 3 1 0 0,0 56-7 0 0,2 5-21 0 0,7 0 39 0 0,0 3-665 0 0,-3-23-3232 0 0,-5-38 1200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05.523"/>
    </inkml:context>
    <inkml:brush xml:id="br0">
      <inkml:brushProperty name="width" value="0.1" units="cm"/>
      <inkml:brushProperty name="height" value="0.1" units="cm"/>
      <inkml:brushProperty name="color" value="#33CCFF"/>
    </inkml:brush>
  </inkml:definitions>
  <inkml:trace contextRef="#ctx0" brushRef="#br0">49 176 6113 0 0,'-35'6'1438'0'0,"21"3"1189"0"0,24-4-1399 0 0,34-3-1024 0 0,367-14-151 0 0,-215 10-20 0 0,286-13 104 0 0,-479 15-123 0 0,55-3 228 0 0,-57 1 345 0 0,-7-4-202 0 0,-21-13-50 0 0,-47-26-212 0 0,65 39-14 0 0,-105-56 88 0 0,112 62-181 0 0,-35-24 209 0 0,36 23-172 0 0,135 31-1069 0 0,-86-21 997 0 0,205 54-190 0 0,-237-59 163 0 0,-11-3 23 0 0,-1 0 0 0 0,0 0 1 0 0,0 0-1 0 0,0 1 0 0 0,0-1 1 0 0,0 1-1 0 0,0 0 0 0 0,-1 0 1 0 0,1 1-1 0 0,-1-1 0 0 0,4 4 0 0 0,-6-5-5 0 0,-12 16-62 0 0,-3-6 82 0 0,0 0-1 0 0,-2-1 1 0 0,1 0-1 0 0,-1-1 1 0 0,-19 7-1 0 0,-95 33 0 0 0,42-17-4 0 0,66-23-109 0 0,-17 7-509 0 0,-67 18-1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06.587"/>
    </inkml:context>
    <inkml:brush xml:id="br0">
      <inkml:brushProperty name="width" value="0.1" units="cm"/>
      <inkml:brushProperty name="height" value="0.1" units="cm"/>
      <inkml:brushProperty name="color" value="#33CCFF"/>
    </inkml:brush>
  </inkml:definitions>
  <inkml:trace contextRef="#ctx0" brushRef="#br0">38 0 6209 0 0,'-16'0'-58'0'0,"13"0"306"0"0,-9 4 213 0 0,12-4-432 0 0,0-1 0 0 0,0 1-1 0 0,-1 0 1 0 0,1 0 0 0 0,0 0-1 0 0,0 0 1 0 0,0 0 0 0 0,0 0-1 0 0,-1 0 1 0 0,1 0 0 0 0,0 0-1 0 0,0 0 1 0 0,0 0 0 0 0,0 0-1 0 0,-1 0 1 0 0,1 0 0 0 0,0 0-1 0 0,0 0 1 0 0,0 0 0 0 0,-1 0-1 0 0,1 0 1 0 0,0 0 0 0 0,0 0-1 0 0,0 0 1 0 0,0 1 0 0 0,-1-1-1 0 0,1 0 1 0 0,0 0 0 0 0,0 0-1 0 0,0 0 1 0 0,0 0 0 0 0,0 0-1 0 0,0 0 1 0 0,-1 1 0 0 0,1-1-1 0 0,0 0 1 0 0,0 0 0 0 0,0 0-1 0 0,0 0 1 0 0,0 1 0 0 0,0-1-1 0 0,0 0 1 0 0,0 0 0 0 0,0 0-1 0 0,0 0 1 0 0,0 1 0 0 0,0-1-1 0 0,0 0 1 0 0,0 0 0 0 0,0 0-1 0 0,0 0 1 0 0,0 1 0 0 0,0-1-1 0 0,0 0 1 0 0,0 0-1 0 0,0 0 1 0 0,0 1 0 0 0,0-1-1 0 0,0 0 1 0 0,0 0 0 0 0,0 0-1 0 0,16 4-17 0 0,-1 0 0 0 0,1-2-1 0 0,0 0 1 0 0,-1 0 0 0 0,32-3-1 0 0,-3 2 1 0 0,551 41 122 0 0,-534-35 234 0 0,-59-7-294 0 0,21 2 261 0 0,-23-2-343 0 0,12-6-436 0 0,-5-6-3902 0 0,-2 3 1385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07.161"/>
    </inkml:context>
    <inkml:brush xml:id="br0">
      <inkml:brushProperty name="width" value="0.1" units="cm"/>
      <inkml:brushProperty name="height" value="0.1" units="cm"/>
      <inkml:brushProperty name="color" value="#33CCFF"/>
    </inkml:brush>
  </inkml:definitions>
  <inkml:trace contextRef="#ctx0" brushRef="#br0">88 47 6681 0 0,'-35'-23'-557'0'0,"-18"-1"6113"0"0,63 27-5574 0 0,93 21 25 0 0,285 85-130 0 0,-386-109 113 0 0,0 1 1 0 0,0-1 0 0 0,-1 1 0 0 0,1 0-1 0 0,0 0 1 0 0,0 0 0 0 0,-1 0 0 0 0,1 0-1 0 0,0 0 1 0 0,-1 0 0 0 0,1 0 0 0 0,-1 1-1 0 0,0-1 1 0 0,1 1 0 0 0,-1-1 0 0 0,0 1-1 0 0,0-1 1 0 0,0 1 0 0 0,1 3 0 0 0,-1-3 4 0 0,-1-1 0 0 0,0 1 0 0 0,0 0 0 0 0,0-1 0 0 0,0 1 0 0 0,0 0 0 0 0,-1-1 0 0 0,1 1 0 0 0,0 0 0 0 0,-1-1 0 0 0,1 1 0 0 0,-1-1 0 0 0,0 1-1 0 0,0-1 1 0 0,1 1 0 0 0,-1-1 0 0 0,0 1 0 0 0,-1 0 0 0 0,-7 8-6 0 0,0-1-1 0 0,0 0 0 0 0,0-1 0 0 0,-19 13 0 0 0,22-16 8 0 0,-59 37-50 0 0,-138 67 1 0 0,98-56-38 0 0,100-50-126 0 0,1-1-1 0 0,-1 0 0 0 0,0 1 1 0 0,0-2-1 0 0,0 1 0 0 0,0-1 1 0 0,0 1-1 0 0,-8 0 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08.394"/>
    </inkml:context>
    <inkml:brush xml:id="br0">
      <inkml:brushProperty name="width" value="0.1" units="cm"/>
      <inkml:brushProperty name="height" value="0.1" units="cm"/>
      <inkml:brushProperty name="color" value="#33CCFF"/>
    </inkml:brush>
  </inkml:definitions>
  <inkml:trace contextRef="#ctx0" brushRef="#br0">56 37 6773 0 0,'-16'3'-359'0'0,"12"-3"533"0"0,1 0-1 0 0,0 1 1 0 0,-1 0-1 0 0,1-1 1 0 0,0 1-1 0 0,0 0 0 0 0,0 0 1 0 0,0 1-1 0 0,-7 3 2205 0 0,375-17-1244 0 0,129 17-1057 0 0,-404-8-629 0 0,-68-31-6157 0 0,-17 26 4262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08.917"/>
    </inkml:context>
    <inkml:brush xml:id="br0">
      <inkml:brushProperty name="width" value="0.1" units="cm"/>
      <inkml:brushProperty name="height" value="0.1" units="cm"/>
      <inkml:brushProperty name="color" value="#33CCFF"/>
    </inkml:brush>
  </inkml:definitions>
  <inkml:trace contextRef="#ctx0" brushRef="#br0">267 41 5741 0 0,'-54'-31'728'0'0,"53"30"-467"0"0,-32-7 4577 0 0,142 31-4783 0 0,-2 5-1 0 0,172 70 1 0 0,-277-97-60 0 0,40 19-115 0 0,-41-19 112 0 0,1 0 0 0 0,-1 0-1 0 0,1 0 1 0 0,-1 0 0 0 0,1 0 0 0 0,-1 1 0 0 0,0-1-1 0 0,1 0 1 0 0,-1 1 0 0 0,0-1 0 0 0,0 0 0 0 0,0 1 0 0 0,0 0-1 0 0,0-1 1 0 0,0 1 0 0 0,0-1 0 0 0,-1 1 0 0 0,1 0-1 0 0,-1 0 1 0 0,1 2 0 0 0,-3-1 4 0 0,0 0-1 0 0,0 1 1 0 0,0-1-1 0 0,-1 0 1 0 0,1 0-1 0 0,-1 0 1 0 0,0 0-1 0 0,0-1 1 0 0,0 1-1 0 0,0-1 1 0 0,-1 0-1 0 0,1 0 1 0 0,-7 3-1 0 0,-52 25-14 0 0,-1-4 0 0 0,-2-2 0 0 0,-112 26-1 0 0,91-27-12 0 0,-85 21-960 0 0,99-29-4649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12.694"/>
    </inkml:context>
    <inkml:brush xml:id="br0">
      <inkml:brushProperty name="width" value="0.1" units="cm"/>
      <inkml:brushProperty name="height" value="0.1" units="cm"/>
      <inkml:brushProperty name="color" value="#33CCFF"/>
    </inkml:brush>
  </inkml:definitions>
  <inkml:trace contextRef="#ctx0" brushRef="#br0">1 1855 6669 0 0,'17'-26'3823'0'0,"43"-36"-3760"0"0,-21 24 94 0 0,109-106-71 0 0,-66 68-48 0 0,-6 2-16 0 0,198-173-2 0 0,198-53-74 0 0,-315 207 40 0 0,-115 68 27 0 0,307-167-90 0 0,10 38 0 0 0,-245 111 40 0 0,143-34 1 0 0,541-83-38 0 0,150 76 25 0 0,-590 64 61 0 0,746-20 13 0 0,-38 82-36 0 0,-487 8 13 0 0,-517-43-15 0 0,431 62-63 0 0,-116 3 87 0 0,312 91-117 0 0,-532-122 16 0 0,241 98 1 0 0,33 31 8 0 0,157 119 40 0 0,-561-274 59 0 0,8 3-65 0 0,-2 1 0 0 0,0 1 1 0 0,50 42-1 0 0,67 50 117 0 0,-149-111-65 0 0,17 12 55 0 0,-11-9-48 0 0,-5-4 15 0 0,-6-3-1647 0 0,-16-13 342 0 0,5 3-1156 0 0,2 4-399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4:13.979"/>
    </inkml:context>
    <inkml:brush xml:id="br0">
      <inkml:brushProperty name="width" value="0.1" units="cm"/>
      <inkml:brushProperty name="height" value="0.1" units="cm"/>
      <inkml:brushProperty name="color" value="#33CCFF"/>
    </inkml:brush>
  </inkml:definitions>
  <inkml:trace contextRef="#ctx0" brushRef="#br0">531 27 6481 0 0,'-37'-26'4114'0'0,"35"37"-3190"0"0,7 23-881 0 0,10 36-259 0 0,-7-38 195 0 0,2 1 0 0 0,17 37 1 0 0,18 50-20 0 0,-42-112 35 0 0,21 48-82 0 0,-23-54 87 0 0,6 21 69 0 0,-6-22 192 0 0,-5 0-233 0 0,1 0 1 0 0,-1-1 0 0 0,0 1-1 0 0,0-1 1 0 0,1 0 0 0 0,-1 0-1 0 0,0 0 1 0 0,0-1 0 0 0,-4 0-1 0 0,-3 0 4 0 0,-180-5 173 0 0,-70-5 153 0 0,157-3-21 0 0,85 7-922 0 0,18 6 279 0 0,0 0 1 0 0,1 1 0 0 0,-1-1 0 0 0,0 0-1 0 0,0 0 1 0 0,1 0 0 0 0,-1 1 0 0 0,1-1-1 0 0,-1 0 1 0 0,1 0 0 0 0,-1 0 0 0 0,1 0-1 0 0,-1 0 1 0 0,1 0 0 0 0,0 0 0 0 0,0 0 0 0 0,-1 0-1 0 0,1 0 1 0 0,0-1 0 0 0,0 1 0 0 0,0 0-1 0 0,0 0 1 0 0,0 0 0 0 0,0 0 0 0 0,1-1-1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5:58.393"/>
    </inkml:context>
    <inkml:brush xml:id="br0">
      <inkml:brushProperty name="width" value="0.1" units="cm"/>
      <inkml:brushProperty name="height" value="0.1" units="cm"/>
      <inkml:brushProperty name="color" value="#33CCFF"/>
    </inkml:brush>
  </inkml:definitions>
  <inkml:trace contextRef="#ctx0" brushRef="#br0">9 126 1400 0 0,'-8'0'7463'0'0,"32"6"-7437"0"0,-19-4 22 0 0,3 0-10 0 0,0 0 1 0 0,0-1 0 0 0,0 0-1 0 0,13 1 1 0 0,-20-2-38 0 0,354 9 1106 0 0,-336-6-965 0 0,-16-4 4 0 0,-29-8 0 0 0,-8-1-152 0 0,1-2 1 0 0,-57-27 0 0 0,9 0-25 0 0,9 8 149 0 0,71 31-52 0 0,-14-12 74 0 0,13 11-109 0 0,9 4-24 0 0,283 69 149 0 0,-253-58-35 0 0,-36-14-69 0 0,-36 25 22 0 0,-31 11-11 0 0,-78 58 1 0 0,39-24 4 0 0,46-27-1006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9T02:56:01.276"/>
    </inkml:context>
    <inkml:brush xml:id="br0">
      <inkml:brushProperty name="width" value="0.1" units="cm"/>
      <inkml:brushProperty name="height" value="0.1" units="cm"/>
      <inkml:brushProperty name="color" value="#33CCFF"/>
    </inkml:brush>
  </inkml:definitions>
  <inkml:trace contextRef="#ctx0" brushRef="#br0">8 104 6633 0 0,'0'0'-429'0'0,"-2"0"-252"0"0,2 0 714 0 0,-1 0 0 0 0,1 0 0 0 0,0 0-1 0 0,0 0 1 0 0,-1 0 0 0 0,1 0 0 0 0,0 0-1 0 0,0 0 1 0 0,-1 0 0 0 0,1 0 0 0 0,0 0-1 0 0,0-1 1 0 0,0 1 0 0 0,-1 0 0 0 0,1 0 0 0 0,0 0-1 0 0,0 0 1 0 0,0 0 0 0 0,-1-1 0 0 0,1 1-1 0 0,0 0 1 0 0,0 0 0 0 0,0 0 0 0 0,0-1-1 0 0,0 1 1 0 0,0 0 0 0 0,-1 0 0 0 0,1-1 0 0 0,0 1-1 0 0,0 0 1 0 0,0 0 0 0 0,0 0 0 0 0,0-1-1 0 0,0 1 1 0 0,0 0 0 0 0,0 0 0 0 0,0-1-1 0 0,0 1 1 0 0,0-1 0 0 0,9-2 24 0 0,1 1-1 0 0,-1-1 1 0 0,1 2-1 0 0,-1-1 1 0 0,1 1 0 0 0,0 1-1 0 0,11 0 1 0 0,84 7 160 0 0,-55-3-135 0 0,95 4 489 0 0,-142-8-406 0 0,14-2 111 0 0,-17-1-268 0 0,-3-7 45 0 0,-19-10-19 0 0,1 8-42 0 0,-1 0 0 0 0,0 2 1 0 0,-1 0-1 0 0,-24-7 1 0 0,34 13 6 0 0,10 3 6 0 0,1 0-11 0 0,-7 0 19 0 0,7 0 49 0 0,11 3-53 0 0,24 4-11 0 0,0 2 1 0 0,0 2-1 0 0,-1 1 1 0 0,-1 1-1 0 0,0 1 1 0 0,45 28-1 0 0,-75-41 5 0 0,-1 1-1 0 0,1-1 1 0 0,-1 0-1 0 0,1 0 1 0 0,-1 1-1 0 0,1-1 1 0 0,-1 0 0 0 0,1 1-1 0 0,-1-1 1 0 0,1 0-1 0 0,-1 1 1 0 0,0-1-1 0 0,1 1 1 0 0,-1-1-1 0 0,0 1 1 0 0,1-1 0 0 0,-1 1-1 0 0,0-1 1 0 0,1 1-1 0 0,-1-1 1 0 0,0 1-1 0 0,0-1 1 0 0,0 1 0 0 0,0 0-1 0 0,0-1 1 0 0,1 1-1 0 0,-1-1 1 0 0,0 1-1 0 0,0-1 1 0 0,0 1-1 0 0,0 0 1 0 0,-1-1 0 0 0,1 1-1 0 0,0 0 1 0 0,-18 15 87 0 0,-43 10 52 0 0,50-22-118 0 0,-55 18 34 0 0,41-15-2697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7/9/2026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8.xml"/><Relationship Id="rId18" Type="http://schemas.openxmlformats.org/officeDocument/2006/relationships/image" Target="../media/image12.png"/><Relationship Id="rId26" Type="http://schemas.openxmlformats.org/officeDocument/2006/relationships/image" Target="../media/image16.png"/><Relationship Id="rId39" Type="http://schemas.openxmlformats.org/officeDocument/2006/relationships/customXml" Target="../ink/ink21.xml"/><Relationship Id="rId3" Type="http://schemas.openxmlformats.org/officeDocument/2006/relationships/customXml" Target="../ink/ink3.xml"/><Relationship Id="rId21" Type="http://schemas.openxmlformats.org/officeDocument/2006/relationships/customXml" Target="../ink/ink12.xml"/><Relationship Id="rId34" Type="http://schemas.openxmlformats.org/officeDocument/2006/relationships/image" Target="../media/image20.png"/><Relationship Id="rId42" Type="http://schemas.openxmlformats.org/officeDocument/2006/relationships/image" Target="../media/image24.png"/><Relationship Id="rId47" Type="http://schemas.openxmlformats.org/officeDocument/2006/relationships/customXml" Target="../ink/ink25.xml"/><Relationship Id="rId7" Type="http://schemas.openxmlformats.org/officeDocument/2006/relationships/customXml" Target="../ink/ink5.xml"/><Relationship Id="rId12" Type="http://schemas.openxmlformats.org/officeDocument/2006/relationships/image" Target="../media/image9.png"/><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customXml" Target="../ink/ink18.xml"/><Relationship Id="rId38" Type="http://schemas.openxmlformats.org/officeDocument/2006/relationships/image" Target="../media/image22.png"/><Relationship Id="rId46" Type="http://schemas.openxmlformats.org/officeDocument/2006/relationships/image" Target="../media/image26.png"/><Relationship Id="rId2" Type="http://schemas.openxmlformats.org/officeDocument/2006/relationships/image" Target="../media/image4.png"/><Relationship Id="rId16" Type="http://schemas.openxmlformats.org/officeDocument/2006/relationships/image" Target="../media/image11.png"/><Relationship Id="rId20" Type="http://schemas.openxmlformats.org/officeDocument/2006/relationships/image" Target="../media/image13.png"/><Relationship Id="rId29" Type="http://schemas.openxmlformats.org/officeDocument/2006/relationships/customXml" Target="../ink/ink16.xml"/><Relationship Id="rId41"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7.xml"/><Relationship Id="rId24" Type="http://schemas.openxmlformats.org/officeDocument/2006/relationships/image" Target="../media/image15.png"/><Relationship Id="rId32" Type="http://schemas.openxmlformats.org/officeDocument/2006/relationships/image" Target="../media/image19.png"/><Relationship Id="rId37" Type="http://schemas.openxmlformats.org/officeDocument/2006/relationships/customXml" Target="../ink/ink20.xml"/><Relationship Id="rId40" Type="http://schemas.openxmlformats.org/officeDocument/2006/relationships/image" Target="../media/image23.png"/><Relationship Id="rId45" Type="http://schemas.openxmlformats.org/officeDocument/2006/relationships/customXml" Target="../ink/ink24.xml"/><Relationship Id="rId5" Type="http://schemas.openxmlformats.org/officeDocument/2006/relationships/customXml" Target="../ink/ink4.xml"/><Relationship Id="rId15" Type="http://schemas.openxmlformats.org/officeDocument/2006/relationships/customXml" Target="../ink/ink9.xml"/><Relationship Id="rId23" Type="http://schemas.openxmlformats.org/officeDocument/2006/relationships/customXml" Target="../ink/ink13.xml"/><Relationship Id="rId28" Type="http://schemas.openxmlformats.org/officeDocument/2006/relationships/image" Target="../media/image17.png"/><Relationship Id="rId36"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customXml" Target="../ink/ink11.xml"/><Relationship Id="rId31" Type="http://schemas.openxmlformats.org/officeDocument/2006/relationships/customXml" Target="../ink/ink17.xml"/><Relationship Id="rId44"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customXml" Target="../ink/ink6.xml"/><Relationship Id="rId14" Type="http://schemas.openxmlformats.org/officeDocument/2006/relationships/image" Target="../media/image10.png"/><Relationship Id="rId22" Type="http://schemas.openxmlformats.org/officeDocument/2006/relationships/image" Target="../media/image14.png"/><Relationship Id="rId27" Type="http://schemas.openxmlformats.org/officeDocument/2006/relationships/customXml" Target="../ink/ink15.xml"/><Relationship Id="rId30" Type="http://schemas.openxmlformats.org/officeDocument/2006/relationships/image" Target="../media/image18.png"/><Relationship Id="rId35" Type="http://schemas.openxmlformats.org/officeDocument/2006/relationships/customXml" Target="../ink/ink19.xml"/><Relationship Id="rId43" Type="http://schemas.openxmlformats.org/officeDocument/2006/relationships/customXml" Target="../ink/ink23.xml"/><Relationship Id="rId48"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31.xml"/><Relationship Id="rId18" Type="http://schemas.openxmlformats.org/officeDocument/2006/relationships/image" Target="../media/image35.png"/><Relationship Id="rId26" Type="http://schemas.openxmlformats.org/officeDocument/2006/relationships/image" Target="../media/image39.png"/><Relationship Id="rId39" Type="http://schemas.openxmlformats.org/officeDocument/2006/relationships/customXml" Target="../ink/ink44.xml"/><Relationship Id="rId3" Type="http://schemas.openxmlformats.org/officeDocument/2006/relationships/customXml" Target="../ink/ink26.xml"/><Relationship Id="rId21" Type="http://schemas.openxmlformats.org/officeDocument/2006/relationships/customXml" Target="../ink/ink35.xml"/><Relationship Id="rId34" Type="http://schemas.openxmlformats.org/officeDocument/2006/relationships/image" Target="../media/image43.png"/><Relationship Id="rId42" Type="http://schemas.openxmlformats.org/officeDocument/2006/relationships/image" Target="../media/image47.png"/><Relationship Id="rId7" Type="http://schemas.openxmlformats.org/officeDocument/2006/relationships/customXml" Target="../ink/ink28.xml"/><Relationship Id="rId12" Type="http://schemas.openxmlformats.org/officeDocument/2006/relationships/image" Target="../media/image32.png"/><Relationship Id="rId17" Type="http://schemas.openxmlformats.org/officeDocument/2006/relationships/customXml" Target="../ink/ink33.xml"/><Relationship Id="rId25" Type="http://schemas.openxmlformats.org/officeDocument/2006/relationships/customXml" Target="../ink/ink37.xml"/><Relationship Id="rId33" Type="http://schemas.openxmlformats.org/officeDocument/2006/relationships/customXml" Target="../ink/ink41.xml"/><Relationship Id="rId38" Type="http://schemas.openxmlformats.org/officeDocument/2006/relationships/image" Target="../media/image45.png"/><Relationship Id="rId2" Type="http://schemas.openxmlformats.org/officeDocument/2006/relationships/image" Target="../media/image5.jpg"/><Relationship Id="rId16" Type="http://schemas.openxmlformats.org/officeDocument/2006/relationships/image" Target="../media/image34.png"/><Relationship Id="rId20" Type="http://schemas.openxmlformats.org/officeDocument/2006/relationships/image" Target="../media/image36.png"/><Relationship Id="rId29" Type="http://schemas.openxmlformats.org/officeDocument/2006/relationships/customXml" Target="../ink/ink39.xml"/><Relationship Id="rId41"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customXml" Target="../ink/ink30.xml"/><Relationship Id="rId24" Type="http://schemas.openxmlformats.org/officeDocument/2006/relationships/image" Target="../media/image38.png"/><Relationship Id="rId32" Type="http://schemas.openxmlformats.org/officeDocument/2006/relationships/image" Target="../media/image42.png"/><Relationship Id="rId37" Type="http://schemas.openxmlformats.org/officeDocument/2006/relationships/customXml" Target="../ink/ink43.xml"/><Relationship Id="rId40" Type="http://schemas.openxmlformats.org/officeDocument/2006/relationships/image" Target="../media/image46.png"/><Relationship Id="rId5" Type="http://schemas.openxmlformats.org/officeDocument/2006/relationships/customXml" Target="../ink/ink27.xml"/><Relationship Id="rId15" Type="http://schemas.openxmlformats.org/officeDocument/2006/relationships/customXml" Target="../ink/ink32.xml"/><Relationship Id="rId23" Type="http://schemas.openxmlformats.org/officeDocument/2006/relationships/customXml" Target="../ink/ink36.xml"/><Relationship Id="rId28" Type="http://schemas.openxmlformats.org/officeDocument/2006/relationships/image" Target="../media/image40.png"/><Relationship Id="rId36" Type="http://schemas.openxmlformats.org/officeDocument/2006/relationships/image" Target="../media/image44.png"/><Relationship Id="rId10" Type="http://schemas.openxmlformats.org/officeDocument/2006/relationships/image" Target="../media/image31.png"/><Relationship Id="rId19" Type="http://schemas.openxmlformats.org/officeDocument/2006/relationships/customXml" Target="../ink/ink34.xml"/><Relationship Id="rId31" Type="http://schemas.openxmlformats.org/officeDocument/2006/relationships/customXml" Target="../ink/ink40.xml"/><Relationship Id="rId4" Type="http://schemas.openxmlformats.org/officeDocument/2006/relationships/image" Target="../media/image28.png"/><Relationship Id="rId9" Type="http://schemas.openxmlformats.org/officeDocument/2006/relationships/customXml" Target="../ink/ink29.xml"/><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customXml" Target="../ink/ink38.xml"/><Relationship Id="rId30" Type="http://schemas.openxmlformats.org/officeDocument/2006/relationships/image" Target="../media/image41.png"/><Relationship Id="rId35" Type="http://schemas.openxmlformats.org/officeDocument/2006/relationships/customXml" Target="../ink/ink42.xml"/></Relationships>
</file>

<file path=ppt/slides/_rels/slide6.xml.rels><?xml version="1.0" encoding="UTF-8" standalone="yes"?>
<Relationships xmlns="http://schemas.openxmlformats.org/package/2006/relationships"><Relationship Id="rId8" Type="http://schemas.openxmlformats.org/officeDocument/2006/relationships/customXml" Target="../ink/ink49.xml"/><Relationship Id="rId13" Type="http://schemas.openxmlformats.org/officeDocument/2006/relationships/image" Target="../media/image53.png"/><Relationship Id="rId18" Type="http://schemas.openxmlformats.org/officeDocument/2006/relationships/customXml" Target="../ink/ink54.xml"/><Relationship Id="rId3" Type="http://schemas.openxmlformats.org/officeDocument/2006/relationships/image" Target="../media/image48.png"/><Relationship Id="rId7" Type="http://schemas.openxmlformats.org/officeDocument/2006/relationships/image" Target="../media/image50.png"/><Relationship Id="rId12" Type="http://schemas.openxmlformats.org/officeDocument/2006/relationships/customXml" Target="../ink/ink51.xml"/><Relationship Id="rId17" Type="http://schemas.openxmlformats.org/officeDocument/2006/relationships/image" Target="../media/image55.png"/><Relationship Id="rId2" Type="http://schemas.openxmlformats.org/officeDocument/2006/relationships/customXml" Target="../ink/ink46.xml"/><Relationship Id="rId16" Type="http://schemas.openxmlformats.org/officeDocument/2006/relationships/customXml" Target="../ink/ink53.xml"/><Relationship Id="rId1" Type="http://schemas.openxmlformats.org/officeDocument/2006/relationships/slideLayout" Target="../slideLayouts/slideLayout2.xml"/><Relationship Id="rId6" Type="http://schemas.openxmlformats.org/officeDocument/2006/relationships/customXml" Target="../ink/ink48.xml"/><Relationship Id="rId11" Type="http://schemas.openxmlformats.org/officeDocument/2006/relationships/image" Target="../media/image52.png"/><Relationship Id="rId5" Type="http://schemas.openxmlformats.org/officeDocument/2006/relationships/image" Target="../media/image49.png"/><Relationship Id="rId15" Type="http://schemas.openxmlformats.org/officeDocument/2006/relationships/image" Target="../media/image54.png"/><Relationship Id="rId10" Type="http://schemas.openxmlformats.org/officeDocument/2006/relationships/customXml" Target="../ink/ink50.xml"/><Relationship Id="rId19" Type="http://schemas.openxmlformats.org/officeDocument/2006/relationships/image" Target="../media/image56.png"/><Relationship Id="rId4" Type="http://schemas.openxmlformats.org/officeDocument/2006/relationships/customXml" Target="../ink/ink47.xml"/><Relationship Id="rId9" Type="http://schemas.openxmlformats.org/officeDocument/2006/relationships/image" Target="../media/image51.png"/><Relationship Id="rId14" Type="http://schemas.openxmlformats.org/officeDocument/2006/relationships/customXml" Target="../ink/ink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461665"/>
          </a:xfrm>
          <a:prstGeom prst="rect">
            <a:avLst/>
          </a:prstGeom>
          <a:noFill/>
        </p:spPr>
        <p:txBody>
          <a:bodyPr wrap="square">
            <a:spAutoFit/>
          </a:bodyPr>
          <a:lstStyle/>
          <a:p>
            <a:pPr algn="ctr">
              <a:buNone/>
            </a:pPr>
            <a:r>
              <a:rPr lang="en-US" sz="2400" dirty="0">
                <a:solidFill>
                  <a:schemeClr val="accent6">
                    <a:lumMod val="60000"/>
                    <a:lumOff val="40000"/>
                  </a:schemeClr>
                </a:solidFill>
              </a:rPr>
              <a:t>AI Agents</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018E7A2-ACBA-1394-8855-0E8750AA2C1F}"/>
              </a:ext>
            </a:extLst>
          </p:cNvPr>
          <p:cNvSpPr txBox="1"/>
          <p:nvPr/>
        </p:nvSpPr>
        <p:spPr>
          <a:xfrm>
            <a:off x="292608" y="528288"/>
            <a:ext cx="10292080" cy="461665"/>
          </a:xfrm>
          <a:prstGeom prst="rect">
            <a:avLst/>
          </a:prstGeom>
          <a:noFill/>
        </p:spPr>
        <p:txBody>
          <a:bodyPr wrap="square">
            <a:spAutoFit/>
          </a:bodyPr>
          <a:lstStyle/>
          <a:p>
            <a:pPr>
              <a:buNone/>
            </a:pPr>
            <a:r>
              <a:rPr lang="en-US" sz="2400" dirty="0">
                <a:solidFill>
                  <a:schemeClr val="accent6">
                    <a:lumMod val="60000"/>
                    <a:lumOff val="40000"/>
                  </a:schemeClr>
                </a:solidFill>
              </a:rPr>
              <a:t>Architecture of a single AI agent</a:t>
            </a:r>
          </a:p>
        </p:txBody>
      </p:sp>
      <p:sp>
        <p:nvSpPr>
          <p:cNvPr id="2" name="Rectangle 1">
            <a:extLst>
              <a:ext uri="{FF2B5EF4-FFF2-40B4-BE49-F238E27FC236}">
                <a16:creationId xmlns:a16="http://schemas.microsoft.com/office/drawing/2014/main" id="{5181AFBC-CFD4-FAE6-78FB-5444EC7382A7}"/>
              </a:ext>
            </a:extLst>
          </p:cNvPr>
          <p:cNvSpPr/>
          <p:nvPr/>
        </p:nvSpPr>
        <p:spPr>
          <a:xfrm>
            <a:off x="3017520" y="1884864"/>
            <a:ext cx="5266944" cy="2705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AI Agent</a:t>
            </a:r>
          </a:p>
        </p:txBody>
      </p:sp>
      <p:sp>
        <p:nvSpPr>
          <p:cNvPr id="3" name="Oval 2">
            <a:extLst>
              <a:ext uri="{FF2B5EF4-FFF2-40B4-BE49-F238E27FC236}">
                <a16:creationId xmlns:a16="http://schemas.microsoft.com/office/drawing/2014/main" id="{18C7C3BF-7B99-7282-7262-4AC206BD3DAC}"/>
              </a:ext>
            </a:extLst>
          </p:cNvPr>
          <p:cNvSpPr/>
          <p:nvPr/>
        </p:nvSpPr>
        <p:spPr>
          <a:xfrm>
            <a:off x="3148077" y="3328416"/>
            <a:ext cx="966724" cy="732120"/>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15" name="Oval 14">
            <a:extLst>
              <a:ext uri="{FF2B5EF4-FFF2-40B4-BE49-F238E27FC236}">
                <a16:creationId xmlns:a16="http://schemas.microsoft.com/office/drawing/2014/main" id="{7EFE5BEB-850F-7F50-6FE1-0696184AF3CE}"/>
              </a:ext>
            </a:extLst>
          </p:cNvPr>
          <p:cNvSpPr/>
          <p:nvPr/>
        </p:nvSpPr>
        <p:spPr>
          <a:xfrm>
            <a:off x="6036818" y="3151190"/>
            <a:ext cx="2051812" cy="1216452"/>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Tools:</a:t>
            </a:r>
          </a:p>
          <a:p>
            <a:pPr algn="ctr"/>
            <a:r>
              <a:rPr lang="en-US" dirty="0"/>
              <a:t>Web-search,</a:t>
            </a:r>
          </a:p>
          <a:p>
            <a:pPr algn="ctr"/>
            <a:r>
              <a:rPr lang="en-US" dirty="0"/>
              <a:t>Calculator, etc.</a:t>
            </a:r>
          </a:p>
        </p:txBody>
      </p:sp>
      <p:sp>
        <p:nvSpPr>
          <p:cNvPr id="17" name="Oval 16">
            <a:extLst>
              <a:ext uri="{FF2B5EF4-FFF2-40B4-BE49-F238E27FC236}">
                <a16:creationId xmlns:a16="http://schemas.microsoft.com/office/drawing/2014/main" id="{CFF36849-3913-0948-3394-AC539C130CB3}"/>
              </a:ext>
            </a:extLst>
          </p:cNvPr>
          <p:cNvSpPr/>
          <p:nvPr/>
        </p:nvSpPr>
        <p:spPr>
          <a:xfrm>
            <a:off x="4313174" y="3364091"/>
            <a:ext cx="1527810" cy="732120"/>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Memory</a:t>
            </a:r>
          </a:p>
        </p:txBody>
      </p:sp>
    </p:spTree>
    <p:extLst>
      <p:ext uri="{BB962C8B-B14F-4D97-AF65-F5344CB8AC3E}">
        <p14:creationId xmlns:p14="http://schemas.microsoft.com/office/powerpoint/2010/main" val="3632060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1422-6479-76E9-6499-B3C798C5EF5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5D4AB57-66D5-B34C-F065-8DBAD3754604}"/>
              </a:ext>
            </a:extLst>
          </p:cNvPr>
          <p:cNvSpPr txBox="1"/>
          <p:nvPr/>
        </p:nvSpPr>
        <p:spPr>
          <a:xfrm>
            <a:off x="292608" y="528288"/>
            <a:ext cx="10292080" cy="3046988"/>
          </a:xfrm>
          <a:prstGeom prst="rect">
            <a:avLst/>
          </a:prstGeom>
          <a:noFill/>
        </p:spPr>
        <p:txBody>
          <a:bodyPr wrap="square">
            <a:spAutoFit/>
          </a:bodyPr>
          <a:lstStyle/>
          <a:p>
            <a:pPr>
              <a:buNone/>
            </a:pPr>
            <a:r>
              <a:rPr lang="en-US" sz="2400" dirty="0">
                <a:solidFill>
                  <a:schemeClr val="accent6">
                    <a:lumMod val="60000"/>
                    <a:lumOff val="40000"/>
                  </a:schemeClr>
                </a:solidFill>
              </a:rPr>
              <a:t>A regular AI model (like a chatbot) takes your input, thinks once, and gives you an answer. That's it — one shot, done.</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An AI agent is different.</a:t>
            </a:r>
          </a:p>
          <a:p>
            <a:pPr>
              <a:buNone/>
            </a:pPr>
            <a:r>
              <a:rPr lang="en-US" sz="2400" dirty="0">
                <a:solidFill>
                  <a:schemeClr val="accent6">
                    <a:lumMod val="60000"/>
                    <a:lumOff val="40000"/>
                  </a:schemeClr>
                </a:solidFill>
              </a:rPr>
              <a:t>It can </a:t>
            </a:r>
            <a:r>
              <a:rPr lang="en-US" sz="2400" b="1" dirty="0">
                <a:solidFill>
                  <a:schemeClr val="accent6">
                    <a:lumMod val="60000"/>
                    <a:lumOff val="40000"/>
                  </a:schemeClr>
                </a:solidFill>
              </a:rPr>
              <a:t>plan</a:t>
            </a:r>
            <a:r>
              <a:rPr lang="en-US" sz="2400" dirty="0">
                <a:solidFill>
                  <a:schemeClr val="accent6">
                    <a:lumMod val="60000"/>
                    <a:lumOff val="40000"/>
                  </a:schemeClr>
                </a:solidFill>
              </a:rPr>
              <a:t>, </a:t>
            </a:r>
            <a:r>
              <a:rPr lang="en-US" sz="2400" b="1" dirty="0">
                <a:solidFill>
                  <a:schemeClr val="accent6">
                    <a:lumMod val="60000"/>
                    <a:lumOff val="40000"/>
                  </a:schemeClr>
                </a:solidFill>
              </a:rPr>
              <a:t>take actions</a:t>
            </a:r>
            <a:r>
              <a:rPr lang="en-US" sz="2400" dirty="0">
                <a:solidFill>
                  <a:schemeClr val="accent6">
                    <a:lumMod val="60000"/>
                    <a:lumOff val="40000"/>
                  </a:schemeClr>
                </a:solidFill>
              </a:rPr>
              <a:t>, </a:t>
            </a:r>
            <a:r>
              <a:rPr lang="en-US" sz="2400" b="1" dirty="0">
                <a:solidFill>
                  <a:schemeClr val="accent6">
                    <a:lumMod val="60000"/>
                    <a:lumOff val="40000"/>
                  </a:schemeClr>
                </a:solidFill>
              </a:rPr>
              <a:t>observe the results</a:t>
            </a:r>
            <a:r>
              <a:rPr lang="en-US" sz="2400" dirty="0">
                <a:solidFill>
                  <a:schemeClr val="accent6">
                    <a:lumMod val="60000"/>
                    <a:lumOff val="40000"/>
                  </a:schemeClr>
                </a:solidFill>
              </a:rPr>
              <a:t>, and </a:t>
            </a:r>
            <a:r>
              <a:rPr lang="en-US" sz="2400" b="1" dirty="0">
                <a:solidFill>
                  <a:schemeClr val="accent6">
                    <a:lumMod val="60000"/>
                    <a:lumOff val="40000"/>
                  </a:schemeClr>
                </a:solidFill>
              </a:rPr>
              <a:t>keep going</a:t>
            </a:r>
            <a:r>
              <a:rPr lang="en-US" sz="2400" dirty="0">
                <a:solidFill>
                  <a:schemeClr val="accent6">
                    <a:lumMod val="60000"/>
                    <a:lumOff val="40000"/>
                  </a:schemeClr>
                </a:solidFill>
              </a:rPr>
              <a:t> until a goal is achieved.</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 workflow of an agent:</a:t>
            </a:r>
          </a:p>
        </p:txBody>
      </p:sp>
      <p:sp>
        <p:nvSpPr>
          <p:cNvPr id="2" name="Rectangle 1">
            <a:extLst>
              <a:ext uri="{FF2B5EF4-FFF2-40B4-BE49-F238E27FC236}">
                <a16:creationId xmlns:a16="http://schemas.microsoft.com/office/drawing/2014/main" id="{B94BCBB4-6521-C212-772A-2AAA8EE0949C}"/>
              </a:ext>
            </a:extLst>
          </p:cNvPr>
          <p:cNvSpPr/>
          <p:nvPr/>
        </p:nvSpPr>
        <p:spPr>
          <a:xfrm>
            <a:off x="1188720"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a:p>
            <a:pPr algn="ctr"/>
            <a:r>
              <a:rPr lang="en-US" dirty="0"/>
              <a:t>(Uses LLM)</a:t>
            </a:r>
          </a:p>
        </p:txBody>
      </p:sp>
      <p:sp>
        <p:nvSpPr>
          <p:cNvPr id="4" name="Rectangle 3">
            <a:extLst>
              <a:ext uri="{FF2B5EF4-FFF2-40B4-BE49-F238E27FC236}">
                <a16:creationId xmlns:a16="http://schemas.microsoft.com/office/drawing/2014/main" id="{CC12C050-A3E9-565E-D4CE-8F665EE6847E}"/>
              </a:ext>
            </a:extLst>
          </p:cNvPr>
          <p:cNvSpPr/>
          <p:nvPr/>
        </p:nvSpPr>
        <p:spPr>
          <a:xfrm>
            <a:off x="3843020"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Take action</a:t>
            </a:r>
          </a:p>
          <a:p>
            <a:pPr algn="ctr"/>
            <a:r>
              <a:rPr lang="en-US" dirty="0"/>
              <a:t>(Uses Tools)</a:t>
            </a:r>
          </a:p>
        </p:txBody>
      </p:sp>
      <p:sp>
        <p:nvSpPr>
          <p:cNvPr id="5" name="Rectangle 4">
            <a:extLst>
              <a:ext uri="{FF2B5EF4-FFF2-40B4-BE49-F238E27FC236}">
                <a16:creationId xmlns:a16="http://schemas.microsoft.com/office/drawing/2014/main" id="{F0AE239D-C8CE-067E-310C-BAA0035A130F}"/>
              </a:ext>
            </a:extLst>
          </p:cNvPr>
          <p:cNvSpPr/>
          <p:nvPr/>
        </p:nvSpPr>
        <p:spPr>
          <a:xfrm>
            <a:off x="6497319" y="3739896"/>
            <a:ext cx="2326641"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Observe the result</a:t>
            </a:r>
          </a:p>
          <a:p>
            <a:pPr algn="ctr"/>
            <a:r>
              <a:rPr lang="en-US" dirty="0"/>
              <a:t>(Uses LLM + Memory)</a:t>
            </a:r>
          </a:p>
        </p:txBody>
      </p:sp>
      <p:sp>
        <p:nvSpPr>
          <p:cNvPr id="6" name="Arrow: Right 5">
            <a:extLst>
              <a:ext uri="{FF2B5EF4-FFF2-40B4-BE49-F238E27FC236}">
                <a16:creationId xmlns:a16="http://schemas.microsoft.com/office/drawing/2014/main" id="{48554233-E2A8-2521-CDED-9F96DD2696FE}"/>
              </a:ext>
            </a:extLst>
          </p:cNvPr>
          <p:cNvSpPr/>
          <p:nvPr/>
        </p:nvSpPr>
        <p:spPr>
          <a:xfrm>
            <a:off x="3166364" y="4021389"/>
            <a:ext cx="582676" cy="3566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AD1575C5-EF3F-0BA6-9A95-35F6D3E9981C}"/>
              </a:ext>
            </a:extLst>
          </p:cNvPr>
          <p:cNvSpPr/>
          <p:nvPr/>
        </p:nvSpPr>
        <p:spPr>
          <a:xfrm>
            <a:off x="5820664" y="4005072"/>
            <a:ext cx="570992" cy="356616"/>
          </a:xfrm>
          <a:prstGeom prst="rightArrow">
            <a:avLst>
              <a:gd name="adj1" fmla="val 39744"/>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D48B39C1-0D63-E675-731C-880E24C74726}"/>
                  </a:ext>
                </a:extLst>
              </p14:cNvPr>
              <p14:cNvContentPartPr/>
              <p14:nvPr/>
            </p14:nvContentPartPr>
            <p14:xfrm>
              <a:off x="2761344" y="4796496"/>
              <a:ext cx="6346080" cy="1084320"/>
            </p14:xfrm>
          </p:contentPart>
        </mc:Choice>
        <mc:Fallback xmlns="">
          <p:pic>
            <p:nvPicPr>
              <p:cNvPr id="10" name="Ink 9">
                <a:extLst>
                  <a:ext uri="{FF2B5EF4-FFF2-40B4-BE49-F238E27FC236}">
                    <a16:creationId xmlns:a16="http://schemas.microsoft.com/office/drawing/2014/main" id="{D48B39C1-0D63-E675-731C-880E24C74726}"/>
                  </a:ext>
                </a:extLst>
              </p:cNvPr>
              <p:cNvPicPr/>
              <p:nvPr/>
            </p:nvPicPr>
            <p:blipFill>
              <a:blip r:embed="rId3"/>
              <a:stretch>
                <a:fillRect/>
              </a:stretch>
            </p:blipFill>
            <p:spPr>
              <a:xfrm>
                <a:off x="2743343" y="4778490"/>
                <a:ext cx="6381722" cy="1119972"/>
              </a:xfrm>
              <a:prstGeom prst="rect">
                <a:avLst/>
              </a:prstGeom>
            </p:spPr>
          </p:pic>
        </mc:Fallback>
      </mc:AlternateContent>
      <p:sp>
        <p:nvSpPr>
          <p:cNvPr id="11" name="TextBox 10">
            <a:extLst>
              <a:ext uri="{FF2B5EF4-FFF2-40B4-BE49-F238E27FC236}">
                <a16:creationId xmlns:a16="http://schemas.microsoft.com/office/drawing/2014/main" id="{A1564C26-5937-AF44-9DC0-AF3E1AD4AA40}"/>
              </a:ext>
            </a:extLst>
          </p:cNvPr>
          <p:cNvSpPr txBox="1"/>
          <p:nvPr/>
        </p:nvSpPr>
        <p:spPr>
          <a:xfrm>
            <a:off x="8823960" y="3636622"/>
            <a:ext cx="1688091" cy="369332"/>
          </a:xfrm>
          <a:prstGeom prst="rect">
            <a:avLst/>
          </a:prstGeom>
          <a:noFill/>
        </p:spPr>
        <p:txBody>
          <a:bodyPr wrap="none" rtlCol="0">
            <a:spAutoFit/>
          </a:bodyPr>
          <a:lstStyle/>
          <a:p>
            <a:r>
              <a:rPr lang="en-US" dirty="0">
                <a:solidFill>
                  <a:schemeClr val="accent6">
                    <a:lumMod val="60000"/>
                    <a:lumOff val="40000"/>
                  </a:schemeClr>
                </a:solidFill>
              </a:rPr>
              <a:t>Goal Achieved ?</a:t>
            </a:r>
          </a:p>
        </p:txBody>
      </p:sp>
      <p:sp>
        <p:nvSpPr>
          <p:cNvPr id="12" name="TextBox 11">
            <a:extLst>
              <a:ext uri="{FF2B5EF4-FFF2-40B4-BE49-F238E27FC236}">
                <a16:creationId xmlns:a16="http://schemas.microsoft.com/office/drawing/2014/main" id="{0E6F21C0-951C-DE66-1F13-5E32D548EE2E}"/>
              </a:ext>
            </a:extLst>
          </p:cNvPr>
          <p:cNvSpPr txBox="1"/>
          <p:nvPr/>
        </p:nvSpPr>
        <p:spPr>
          <a:xfrm>
            <a:off x="9687560" y="4030533"/>
            <a:ext cx="1025089" cy="369332"/>
          </a:xfrm>
          <a:prstGeom prst="rect">
            <a:avLst/>
          </a:prstGeom>
          <a:noFill/>
        </p:spPr>
        <p:txBody>
          <a:bodyPr wrap="none" rtlCol="0">
            <a:spAutoFit/>
          </a:bodyPr>
          <a:lstStyle/>
          <a:p>
            <a:r>
              <a:rPr lang="en-US" dirty="0">
                <a:solidFill>
                  <a:schemeClr val="accent6">
                    <a:lumMod val="60000"/>
                    <a:lumOff val="40000"/>
                  </a:schemeClr>
                </a:solidFill>
              </a:rPr>
              <a:t>Yes: Stop</a:t>
            </a:r>
          </a:p>
        </p:txBody>
      </p:sp>
      <p:sp>
        <p:nvSpPr>
          <p:cNvPr id="13" name="TextBox 12">
            <a:extLst>
              <a:ext uri="{FF2B5EF4-FFF2-40B4-BE49-F238E27FC236}">
                <a16:creationId xmlns:a16="http://schemas.microsoft.com/office/drawing/2014/main" id="{536EE329-53C0-891C-50AA-2D4FA10B6282}"/>
              </a:ext>
            </a:extLst>
          </p:cNvPr>
          <p:cNvSpPr txBox="1"/>
          <p:nvPr/>
        </p:nvSpPr>
        <p:spPr>
          <a:xfrm>
            <a:off x="8594879" y="5781172"/>
            <a:ext cx="1034257" cy="369332"/>
          </a:xfrm>
          <a:prstGeom prst="rect">
            <a:avLst/>
          </a:prstGeom>
          <a:noFill/>
        </p:spPr>
        <p:txBody>
          <a:bodyPr wrap="none" rtlCol="0">
            <a:spAutoFit/>
          </a:bodyPr>
          <a:lstStyle/>
          <a:p>
            <a:r>
              <a:rPr lang="en-US" dirty="0">
                <a:solidFill>
                  <a:schemeClr val="accent6">
                    <a:lumMod val="60000"/>
                    <a:lumOff val="40000"/>
                  </a:schemeClr>
                </a:solidFill>
              </a:rPr>
              <a:t>No: Loop</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5F36832-C1AD-0673-4CC0-92B2B8FD0370}"/>
                  </a:ext>
                </a:extLst>
              </p14:cNvPr>
              <p14:cNvContentPartPr/>
              <p14:nvPr/>
            </p14:nvContentPartPr>
            <p14:xfrm>
              <a:off x="9029664" y="4221936"/>
              <a:ext cx="605160" cy="145800"/>
            </p14:xfrm>
          </p:contentPart>
        </mc:Choice>
        <mc:Fallback xmlns="">
          <p:pic>
            <p:nvPicPr>
              <p:cNvPr id="3" name="Ink 2">
                <a:extLst>
                  <a:ext uri="{FF2B5EF4-FFF2-40B4-BE49-F238E27FC236}">
                    <a16:creationId xmlns:a16="http://schemas.microsoft.com/office/drawing/2014/main" id="{E5F36832-C1AD-0673-4CC0-92B2B8FD0370}"/>
                  </a:ext>
                </a:extLst>
              </p:cNvPr>
              <p:cNvPicPr/>
              <p:nvPr/>
            </p:nvPicPr>
            <p:blipFill>
              <a:blip r:embed="rId5"/>
              <a:stretch>
                <a:fillRect/>
              </a:stretch>
            </p:blipFill>
            <p:spPr>
              <a:xfrm>
                <a:off x="9011664" y="4203936"/>
                <a:ext cx="640800" cy="181440"/>
              </a:xfrm>
              <a:prstGeom prst="rect">
                <a:avLst/>
              </a:prstGeom>
            </p:spPr>
          </p:pic>
        </mc:Fallback>
      </mc:AlternateContent>
    </p:spTree>
    <p:extLst>
      <p:ext uri="{BB962C8B-B14F-4D97-AF65-F5344CB8AC3E}">
        <p14:creationId xmlns:p14="http://schemas.microsoft.com/office/powerpoint/2010/main" val="1048519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D50A-5921-1738-9B87-234E971B22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6DF4D1-795B-BFAE-09D6-DBC61377ED05}"/>
              </a:ext>
            </a:extLst>
          </p:cNvPr>
          <p:cNvPicPr>
            <a:picLocks noChangeAspect="1"/>
          </p:cNvPicPr>
          <p:nvPr/>
        </p:nvPicPr>
        <p:blipFill>
          <a:blip r:embed="rId2"/>
          <a:stretch>
            <a:fillRect/>
          </a:stretch>
        </p:blipFill>
        <p:spPr>
          <a:xfrm>
            <a:off x="3900093" y="1847088"/>
            <a:ext cx="8200202" cy="4834611"/>
          </a:xfrm>
          <a:prstGeom prst="rect">
            <a:avLst/>
          </a:prstGeom>
        </p:spPr>
      </p:pic>
      <p:sp>
        <p:nvSpPr>
          <p:cNvPr id="9" name="TextBox 8">
            <a:extLst>
              <a:ext uri="{FF2B5EF4-FFF2-40B4-BE49-F238E27FC236}">
                <a16:creationId xmlns:a16="http://schemas.microsoft.com/office/drawing/2014/main" id="{5570194B-3E5C-534F-1AD0-1EF9809BCD1F}"/>
              </a:ext>
            </a:extLst>
          </p:cNvPr>
          <p:cNvSpPr txBox="1"/>
          <p:nvPr/>
        </p:nvSpPr>
        <p:spPr>
          <a:xfrm>
            <a:off x="166624" y="345408"/>
            <a:ext cx="6279896" cy="5632311"/>
          </a:xfrm>
          <a:prstGeom prst="rect">
            <a:avLst/>
          </a:prstGeom>
          <a:noFill/>
        </p:spPr>
        <p:txBody>
          <a:bodyPr wrap="square">
            <a:spAutoFit/>
          </a:bodyPr>
          <a:lstStyle/>
          <a:p>
            <a:r>
              <a:rPr lang="en-US" sz="2400" b="1" dirty="0">
                <a:solidFill>
                  <a:schemeClr val="accent6">
                    <a:lumMod val="60000"/>
                    <a:lumOff val="40000"/>
                  </a:schemeClr>
                </a:solidFill>
              </a:rPr>
              <a:t>Modern AI Agent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Today’s </a:t>
            </a:r>
            <a:r>
              <a:rPr lang="en-US" sz="2400" b="1" dirty="0">
                <a:solidFill>
                  <a:schemeClr val="accent6">
                    <a:lumMod val="60000"/>
                    <a:lumOff val="40000"/>
                  </a:schemeClr>
                </a:solidFill>
              </a:rPr>
              <a:t>Agentic AI systems</a:t>
            </a:r>
            <a:r>
              <a:rPr lang="en-US" sz="2400" dirty="0">
                <a:solidFill>
                  <a:schemeClr val="accent6">
                    <a:lumMod val="60000"/>
                    <a:lumOff val="40000"/>
                  </a:schemeClr>
                </a:solidFill>
              </a:rPr>
              <a:t> often use:</a:t>
            </a:r>
          </a:p>
          <a:p>
            <a:pPr marL="342900" indent="-342900">
              <a:buFont typeface="Arial" panose="020B0604020202020204" pitchFamily="34" charset="0"/>
              <a:buChar char="•"/>
            </a:pPr>
            <a:r>
              <a:rPr lang="en-US" sz="2400" b="1" dirty="0">
                <a:solidFill>
                  <a:schemeClr val="accent6">
                    <a:lumMod val="60000"/>
                    <a:lumOff val="40000"/>
                  </a:schemeClr>
                </a:solidFill>
              </a:rPr>
              <a:t>Large Language Models (LLMs)</a:t>
            </a:r>
            <a:r>
              <a:rPr lang="en-US" sz="2400" dirty="0">
                <a:solidFill>
                  <a:schemeClr val="accent6">
                    <a:lumMod val="60000"/>
                    <a:lumOff val="40000"/>
                  </a:schemeClr>
                </a:solidFill>
              </a:rPr>
              <a:t> as the “brain” </a:t>
            </a:r>
          </a:p>
          <a:p>
            <a:pPr marL="342900" indent="-342900">
              <a:buFont typeface="Arial" panose="020B0604020202020204" pitchFamily="34" charset="0"/>
              <a:buChar char="•"/>
            </a:pPr>
            <a:r>
              <a:rPr lang="en-US" sz="2400" dirty="0">
                <a:solidFill>
                  <a:schemeClr val="accent6">
                    <a:lumMod val="60000"/>
                    <a:lumOff val="40000"/>
                  </a:schemeClr>
                </a:solidFill>
              </a:rPr>
              <a:t>Tools (APIs, search, calculators) </a:t>
            </a:r>
          </a:p>
          <a:p>
            <a:pPr marL="342900" indent="-342900">
              <a:buFont typeface="Arial" panose="020B0604020202020204" pitchFamily="34" charset="0"/>
              <a:buChar char="•"/>
            </a:pPr>
            <a:r>
              <a:rPr lang="en-US" sz="2400" dirty="0">
                <a:solidFill>
                  <a:schemeClr val="accent6">
                    <a:lumMod val="60000"/>
                    <a:lumOff val="40000"/>
                  </a:schemeClr>
                </a:solidFill>
              </a:rPr>
              <a:t>Memory (vector DB / RAG) </a:t>
            </a:r>
          </a:p>
          <a:p>
            <a:pPr marL="342900" indent="-342900">
              <a:buFont typeface="Arial" panose="020B0604020202020204" pitchFamily="34" charset="0"/>
              <a:buChar char="•"/>
            </a:pPr>
            <a:r>
              <a:rPr lang="en-US" sz="2400" dirty="0">
                <a:solidFill>
                  <a:schemeClr val="accent6">
                    <a:lumMod val="60000"/>
                    <a:lumOff val="40000"/>
                  </a:schemeClr>
                </a:solidFill>
              </a:rPr>
              <a:t>Planning (multi-step reasoning)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Example: “Book me the cheapest flight”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Agent would </a:t>
            </a:r>
          </a:p>
          <a:p>
            <a:pPr marL="342900" indent="-342900">
              <a:buFont typeface="Arial" panose="020B0604020202020204" pitchFamily="34" charset="0"/>
              <a:buChar char="•"/>
            </a:pPr>
            <a:r>
              <a:rPr lang="en-US" sz="2400" dirty="0">
                <a:solidFill>
                  <a:schemeClr val="accent6">
                    <a:lumMod val="60000"/>
                    <a:lumOff val="40000"/>
                  </a:schemeClr>
                </a:solidFill>
              </a:rPr>
              <a:t>search flights, </a:t>
            </a:r>
          </a:p>
          <a:p>
            <a:pPr marL="342900" indent="-342900">
              <a:buFont typeface="Arial" panose="020B0604020202020204" pitchFamily="34" charset="0"/>
              <a:buChar char="•"/>
            </a:pPr>
            <a:r>
              <a:rPr lang="en-US" sz="2400" dirty="0">
                <a:solidFill>
                  <a:schemeClr val="accent6">
                    <a:lumMod val="60000"/>
                    <a:lumOff val="40000"/>
                  </a:schemeClr>
                </a:solidFill>
              </a:rPr>
              <a:t>compares prices, </a:t>
            </a:r>
          </a:p>
          <a:p>
            <a:pPr marL="342900" indent="-342900">
              <a:buFont typeface="Arial" panose="020B0604020202020204" pitchFamily="34" charset="0"/>
              <a:buChar char="•"/>
            </a:pPr>
            <a:r>
              <a:rPr lang="en-US" sz="2400" dirty="0">
                <a:solidFill>
                  <a:schemeClr val="accent6">
                    <a:lumMod val="60000"/>
                    <a:lumOff val="40000"/>
                  </a:schemeClr>
                </a:solidFill>
              </a:rPr>
              <a:t>decides best option and </a:t>
            </a:r>
          </a:p>
          <a:p>
            <a:pPr marL="342900" indent="-342900">
              <a:buFont typeface="Arial" panose="020B0604020202020204" pitchFamily="34" charset="0"/>
              <a:buChar char="•"/>
            </a:pPr>
            <a:r>
              <a:rPr lang="en-US" sz="2400" dirty="0">
                <a:solidFill>
                  <a:schemeClr val="accent6">
                    <a:lumMod val="60000"/>
                    <a:lumOff val="40000"/>
                  </a:schemeClr>
                </a:solidFill>
              </a:rPr>
              <a:t>books ticket</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DC08F25-24EA-BB0C-6F19-3B3CB09E4910}"/>
                  </a:ext>
                </a:extLst>
              </p14:cNvPr>
              <p14:cNvContentPartPr/>
              <p14:nvPr/>
            </p14:nvContentPartPr>
            <p14:xfrm>
              <a:off x="9558864" y="3098736"/>
              <a:ext cx="247680" cy="729360"/>
            </p14:xfrm>
          </p:contentPart>
        </mc:Choice>
        <mc:Fallback xmlns="">
          <p:pic>
            <p:nvPicPr>
              <p:cNvPr id="2" name="Ink 1">
                <a:extLst>
                  <a:ext uri="{FF2B5EF4-FFF2-40B4-BE49-F238E27FC236}">
                    <a16:creationId xmlns:a16="http://schemas.microsoft.com/office/drawing/2014/main" id="{DDC08F25-24EA-BB0C-6F19-3B3CB09E4910}"/>
                  </a:ext>
                </a:extLst>
              </p:cNvPr>
              <p:cNvPicPr/>
              <p:nvPr/>
            </p:nvPicPr>
            <p:blipFill>
              <a:blip r:embed="rId4"/>
              <a:stretch>
                <a:fillRect/>
              </a:stretch>
            </p:blipFill>
            <p:spPr>
              <a:xfrm>
                <a:off x="9540864" y="3081096"/>
                <a:ext cx="283320" cy="765000"/>
              </a:xfrm>
              <a:prstGeom prst="rect">
                <a:avLst/>
              </a:prstGeom>
            </p:spPr>
          </p:pic>
        </mc:Fallback>
      </mc:AlternateContent>
      <p:grpSp>
        <p:nvGrpSpPr>
          <p:cNvPr id="7" name="Group 6">
            <a:extLst>
              <a:ext uri="{FF2B5EF4-FFF2-40B4-BE49-F238E27FC236}">
                <a16:creationId xmlns:a16="http://schemas.microsoft.com/office/drawing/2014/main" id="{82BA0549-1DEC-31E6-3408-B32CD4EF02CE}"/>
              </a:ext>
            </a:extLst>
          </p:cNvPr>
          <p:cNvGrpSpPr/>
          <p:nvPr/>
        </p:nvGrpSpPr>
        <p:grpSpPr>
          <a:xfrm>
            <a:off x="10068264" y="3195936"/>
            <a:ext cx="788400" cy="294480"/>
            <a:chOff x="10068264" y="3195936"/>
            <a:chExt cx="788400" cy="29448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2A95C9CB-87F7-0BFA-6DBD-006FDAE98C44}"/>
                    </a:ext>
                  </a:extLst>
                </p14:cNvPr>
                <p14:cNvContentPartPr/>
                <p14:nvPr/>
              </p14:nvContentPartPr>
              <p14:xfrm>
                <a:off x="10068264" y="3271176"/>
                <a:ext cx="228600" cy="219240"/>
              </p14:xfrm>
            </p:contentPart>
          </mc:Choice>
          <mc:Fallback xmlns="">
            <p:pic>
              <p:nvPicPr>
                <p:cNvPr id="4" name="Ink 3">
                  <a:extLst>
                    <a:ext uri="{FF2B5EF4-FFF2-40B4-BE49-F238E27FC236}">
                      <a16:creationId xmlns:a16="http://schemas.microsoft.com/office/drawing/2014/main" id="{2A95C9CB-87F7-0BFA-6DBD-006FDAE98C44}"/>
                    </a:ext>
                  </a:extLst>
                </p:cNvPr>
                <p:cNvPicPr/>
                <p:nvPr/>
              </p:nvPicPr>
              <p:blipFill>
                <a:blip r:embed="rId6"/>
                <a:stretch>
                  <a:fillRect/>
                </a:stretch>
              </p:blipFill>
              <p:spPr>
                <a:xfrm>
                  <a:off x="10050624" y="3253536"/>
                  <a:ext cx="2642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09E40B5C-DBA8-ED3C-537B-C6D1C6E745C4}"/>
                    </a:ext>
                  </a:extLst>
                </p14:cNvPr>
                <p14:cNvContentPartPr/>
                <p14:nvPr/>
              </p14:nvContentPartPr>
              <p14:xfrm>
                <a:off x="10402344" y="3268656"/>
                <a:ext cx="163080" cy="171360"/>
              </p14:xfrm>
            </p:contentPart>
          </mc:Choice>
          <mc:Fallback xmlns="">
            <p:pic>
              <p:nvPicPr>
                <p:cNvPr id="5" name="Ink 4">
                  <a:extLst>
                    <a:ext uri="{FF2B5EF4-FFF2-40B4-BE49-F238E27FC236}">
                      <a16:creationId xmlns:a16="http://schemas.microsoft.com/office/drawing/2014/main" id="{09E40B5C-DBA8-ED3C-537B-C6D1C6E745C4}"/>
                    </a:ext>
                  </a:extLst>
                </p:cNvPr>
                <p:cNvPicPr/>
                <p:nvPr/>
              </p:nvPicPr>
              <p:blipFill>
                <a:blip r:embed="rId8"/>
                <a:stretch>
                  <a:fillRect/>
                </a:stretch>
              </p:blipFill>
              <p:spPr>
                <a:xfrm>
                  <a:off x="10384704" y="3250656"/>
                  <a:ext cx="1987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9F632F8D-D1C6-EACE-D576-5838E1A5F04C}"/>
                    </a:ext>
                  </a:extLst>
                </p14:cNvPr>
                <p14:cNvContentPartPr/>
                <p14:nvPr/>
              </p14:nvContentPartPr>
              <p14:xfrm>
                <a:off x="10617624" y="3195936"/>
                <a:ext cx="239040" cy="234000"/>
              </p14:xfrm>
            </p:contentPart>
          </mc:Choice>
          <mc:Fallback xmlns="">
            <p:pic>
              <p:nvPicPr>
                <p:cNvPr id="6" name="Ink 5">
                  <a:extLst>
                    <a:ext uri="{FF2B5EF4-FFF2-40B4-BE49-F238E27FC236}">
                      <a16:creationId xmlns:a16="http://schemas.microsoft.com/office/drawing/2014/main" id="{9F632F8D-D1C6-EACE-D576-5838E1A5F04C}"/>
                    </a:ext>
                  </a:extLst>
                </p:cNvPr>
                <p:cNvPicPr/>
                <p:nvPr/>
              </p:nvPicPr>
              <p:blipFill>
                <a:blip r:embed="rId10"/>
                <a:stretch>
                  <a:fillRect/>
                </a:stretch>
              </p:blipFill>
              <p:spPr>
                <a:xfrm>
                  <a:off x="10599624" y="3178296"/>
                  <a:ext cx="274680" cy="269640"/>
                </a:xfrm>
                <a:prstGeom prst="rect">
                  <a:avLst/>
                </a:prstGeom>
              </p:spPr>
            </p:pic>
          </mc:Fallback>
        </mc:AlternateContent>
      </p:grpSp>
      <p:grpSp>
        <p:nvGrpSpPr>
          <p:cNvPr id="31" name="Group 30">
            <a:extLst>
              <a:ext uri="{FF2B5EF4-FFF2-40B4-BE49-F238E27FC236}">
                <a16:creationId xmlns:a16="http://schemas.microsoft.com/office/drawing/2014/main" id="{69604746-082C-4171-85EB-A1E567664E81}"/>
              </a:ext>
            </a:extLst>
          </p:cNvPr>
          <p:cNvGrpSpPr/>
          <p:nvPr/>
        </p:nvGrpSpPr>
        <p:grpSpPr>
          <a:xfrm>
            <a:off x="3868344" y="5075496"/>
            <a:ext cx="3421800" cy="1159200"/>
            <a:chOff x="3868344" y="5075496"/>
            <a:chExt cx="3421800" cy="1159200"/>
          </a:xfrm>
        </p:grpSpPr>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5E4B0F6D-27E1-C788-0576-564D48503284}"/>
                    </a:ext>
                  </a:extLst>
                </p14:cNvPr>
                <p14:cNvContentPartPr/>
                <p14:nvPr/>
              </p14:nvContentPartPr>
              <p14:xfrm>
                <a:off x="3868344" y="6030936"/>
                <a:ext cx="205560" cy="203760"/>
              </p14:xfrm>
            </p:contentPart>
          </mc:Choice>
          <mc:Fallback xmlns="">
            <p:pic>
              <p:nvPicPr>
                <p:cNvPr id="19" name="Ink 18">
                  <a:extLst>
                    <a:ext uri="{FF2B5EF4-FFF2-40B4-BE49-F238E27FC236}">
                      <a16:creationId xmlns:a16="http://schemas.microsoft.com/office/drawing/2014/main" id="{5E4B0F6D-27E1-C788-0576-564D48503284}"/>
                    </a:ext>
                  </a:extLst>
                </p:cNvPr>
                <p:cNvPicPr/>
                <p:nvPr/>
              </p:nvPicPr>
              <p:blipFill>
                <a:blip r:embed="rId12"/>
                <a:stretch>
                  <a:fillRect/>
                </a:stretch>
              </p:blipFill>
              <p:spPr>
                <a:xfrm>
                  <a:off x="3850704" y="6012936"/>
                  <a:ext cx="2412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7435720E-6407-EEA7-6622-4638A7D20787}"/>
                    </a:ext>
                  </a:extLst>
                </p14:cNvPr>
                <p14:cNvContentPartPr/>
                <p14:nvPr/>
              </p14:nvContentPartPr>
              <p14:xfrm>
                <a:off x="4189464" y="5936976"/>
                <a:ext cx="274320" cy="69840"/>
              </p14:xfrm>
            </p:contentPart>
          </mc:Choice>
          <mc:Fallback xmlns="">
            <p:pic>
              <p:nvPicPr>
                <p:cNvPr id="20" name="Ink 19">
                  <a:extLst>
                    <a:ext uri="{FF2B5EF4-FFF2-40B4-BE49-F238E27FC236}">
                      <a16:creationId xmlns:a16="http://schemas.microsoft.com/office/drawing/2014/main" id="{7435720E-6407-EEA7-6622-4638A7D20787}"/>
                    </a:ext>
                  </a:extLst>
                </p:cNvPr>
                <p:cNvPicPr/>
                <p:nvPr/>
              </p:nvPicPr>
              <p:blipFill>
                <a:blip r:embed="rId14"/>
                <a:stretch>
                  <a:fillRect/>
                </a:stretch>
              </p:blipFill>
              <p:spPr>
                <a:xfrm>
                  <a:off x="4171824" y="5918976"/>
                  <a:ext cx="3099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F8E55B7F-3D48-9566-F0F6-A5B8FF59C283}"/>
                    </a:ext>
                  </a:extLst>
                </p14:cNvPr>
                <p14:cNvContentPartPr/>
                <p14:nvPr/>
              </p14:nvContentPartPr>
              <p14:xfrm>
                <a:off x="4358304" y="5986656"/>
                <a:ext cx="27000" cy="175680"/>
              </p14:xfrm>
            </p:contentPart>
          </mc:Choice>
          <mc:Fallback xmlns="">
            <p:pic>
              <p:nvPicPr>
                <p:cNvPr id="21" name="Ink 20">
                  <a:extLst>
                    <a:ext uri="{FF2B5EF4-FFF2-40B4-BE49-F238E27FC236}">
                      <a16:creationId xmlns:a16="http://schemas.microsoft.com/office/drawing/2014/main" id="{F8E55B7F-3D48-9566-F0F6-A5B8FF59C283}"/>
                    </a:ext>
                  </a:extLst>
                </p:cNvPr>
                <p:cNvPicPr/>
                <p:nvPr/>
              </p:nvPicPr>
              <p:blipFill>
                <a:blip r:embed="rId16"/>
                <a:stretch>
                  <a:fillRect/>
                </a:stretch>
              </p:blipFill>
              <p:spPr>
                <a:xfrm>
                  <a:off x="4340304" y="5968656"/>
                  <a:ext cx="626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B221CB42-4E8B-6231-82D7-334904C1D23A}"/>
                    </a:ext>
                  </a:extLst>
                </p14:cNvPr>
                <p14:cNvContentPartPr/>
                <p14:nvPr/>
              </p14:nvContentPartPr>
              <p14:xfrm>
                <a:off x="4483224" y="6037776"/>
                <a:ext cx="104400" cy="105120"/>
              </p14:xfrm>
            </p:contentPart>
          </mc:Choice>
          <mc:Fallback xmlns="">
            <p:pic>
              <p:nvPicPr>
                <p:cNvPr id="22" name="Ink 21">
                  <a:extLst>
                    <a:ext uri="{FF2B5EF4-FFF2-40B4-BE49-F238E27FC236}">
                      <a16:creationId xmlns:a16="http://schemas.microsoft.com/office/drawing/2014/main" id="{B221CB42-4E8B-6231-82D7-334904C1D23A}"/>
                    </a:ext>
                  </a:extLst>
                </p:cNvPr>
                <p:cNvPicPr/>
                <p:nvPr/>
              </p:nvPicPr>
              <p:blipFill>
                <a:blip r:embed="rId18"/>
                <a:stretch>
                  <a:fillRect/>
                </a:stretch>
              </p:blipFill>
              <p:spPr>
                <a:xfrm>
                  <a:off x="4465584" y="6020136"/>
                  <a:ext cx="1400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5F7260C3-3B8D-42A2-7438-8BD02A457A2D}"/>
                    </a:ext>
                  </a:extLst>
                </p14:cNvPr>
                <p14:cNvContentPartPr/>
                <p14:nvPr/>
              </p14:nvContentPartPr>
              <p14:xfrm>
                <a:off x="4673304" y="6029496"/>
                <a:ext cx="92880" cy="103680"/>
              </p14:xfrm>
            </p:contentPart>
          </mc:Choice>
          <mc:Fallback xmlns="">
            <p:pic>
              <p:nvPicPr>
                <p:cNvPr id="23" name="Ink 22">
                  <a:extLst>
                    <a:ext uri="{FF2B5EF4-FFF2-40B4-BE49-F238E27FC236}">
                      <a16:creationId xmlns:a16="http://schemas.microsoft.com/office/drawing/2014/main" id="{5F7260C3-3B8D-42A2-7438-8BD02A457A2D}"/>
                    </a:ext>
                  </a:extLst>
                </p:cNvPr>
                <p:cNvPicPr/>
                <p:nvPr/>
              </p:nvPicPr>
              <p:blipFill>
                <a:blip r:embed="rId20"/>
                <a:stretch>
                  <a:fillRect/>
                </a:stretch>
              </p:blipFill>
              <p:spPr>
                <a:xfrm>
                  <a:off x="4655304" y="6011496"/>
                  <a:ext cx="1285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366739A6-F45D-D092-7B5A-96F858ED3CA3}"/>
                    </a:ext>
                  </a:extLst>
                </p14:cNvPr>
                <p14:cNvContentPartPr/>
                <p14:nvPr/>
              </p14:nvContentPartPr>
              <p14:xfrm>
                <a:off x="4799664" y="5856336"/>
                <a:ext cx="59760" cy="239040"/>
              </p14:xfrm>
            </p:contentPart>
          </mc:Choice>
          <mc:Fallback xmlns="">
            <p:pic>
              <p:nvPicPr>
                <p:cNvPr id="24" name="Ink 23">
                  <a:extLst>
                    <a:ext uri="{FF2B5EF4-FFF2-40B4-BE49-F238E27FC236}">
                      <a16:creationId xmlns:a16="http://schemas.microsoft.com/office/drawing/2014/main" id="{366739A6-F45D-D092-7B5A-96F858ED3CA3}"/>
                    </a:ext>
                  </a:extLst>
                </p:cNvPr>
                <p:cNvPicPr/>
                <p:nvPr/>
              </p:nvPicPr>
              <p:blipFill>
                <a:blip r:embed="rId22"/>
                <a:stretch>
                  <a:fillRect/>
                </a:stretch>
              </p:blipFill>
              <p:spPr>
                <a:xfrm>
                  <a:off x="4782024" y="5838696"/>
                  <a:ext cx="954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29B103AB-D365-F283-BA1E-0B7271C377B0}"/>
                    </a:ext>
                  </a:extLst>
                </p14:cNvPr>
                <p14:cNvContentPartPr/>
                <p14:nvPr/>
              </p14:nvContentPartPr>
              <p14:xfrm>
                <a:off x="4857984" y="5952096"/>
                <a:ext cx="231840" cy="203040"/>
              </p14:xfrm>
            </p:contentPart>
          </mc:Choice>
          <mc:Fallback xmlns="">
            <p:pic>
              <p:nvPicPr>
                <p:cNvPr id="25" name="Ink 24">
                  <a:extLst>
                    <a:ext uri="{FF2B5EF4-FFF2-40B4-BE49-F238E27FC236}">
                      <a16:creationId xmlns:a16="http://schemas.microsoft.com/office/drawing/2014/main" id="{29B103AB-D365-F283-BA1E-0B7271C377B0}"/>
                    </a:ext>
                  </a:extLst>
                </p:cNvPr>
                <p:cNvPicPr/>
                <p:nvPr/>
              </p:nvPicPr>
              <p:blipFill>
                <a:blip r:embed="rId24"/>
                <a:stretch>
                  <a:fillRect/>
                </a:stretch>
              </p:blipFill>
              <p:spPr>
                <a:xfrm>
                  <a:off x="4839984" y="5934096"/>
                  <a:ext cx="2674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Ink 25">
                  <a:extLst>
                    <a:ext uri="{FF2B5EF4-FFF2-40B4-BE49-F238E27FC236}">
                      <a16:creationId xmlns:a16="http://schemas.microsoft.com/office/drawing/2014/main" id="{4D959E73-867F-FF97-E450-9DD5DC40F436}"/>
                    </a:ext>
                  </a:extLst>
                </p14:cNvPr>
                <p14:cNvContentPartPr/>
                <p14:nvPr/>
              </p14:nvContentPartPr>
              <p14:xfrm>
                <a:off x="4325904" y="5161536"/>
                <a:ext cx="328320" cy="669240"/>
              </p14:xfrm>
            </p:contentPart>
          </mc:Choice>
          <mc:Fallback xmlns="">
            <p:pic>
              <p:nvPicPr>
                <p:cNvPr id="26" name="Ink 25">
                  <a:extLst>
                    <a:ext uri="{FF2B5EF4-FFF2-40B4-BE49-F238E27FC236}">
                      <a16:creationId xmlns:a16="http://schemas.microsoft.com/office/drawing/2014/main" id="{4D959E73-867F-FF97-E450-9DD5DC40F436}"/>
                    </a:ext>
                  </a:extLst>
                </p:cNvPr>
                <p:cNvPicPr/>
                <p:nvPr/>
              </p:nvPicPr>
              <p:blipFill>
                <a:blip r:embed="rId26"/>
                <a:stretch>
                  <a:fillRect/>
                </a:stretch>
              </p:blipFill>
              <p:spPr>
                <a:xfrm>
                  <a:off x="4307904" y="5143536"/>
                  <a:ext cx="363960" cy="704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1A201F71-1793-0C4F-215D-B7D66BE4161B}"/>
                    </a:ext>
                  </a:extLst>
                </p14:cNvPr>
                <p14:cNvContentPartPr/>
                <p14:nvPr/>
              </p14:nvContentPartPr>
              <p14:xfrm>
                <a:off x="4956264" y="5096016"/>
                <a:ext cx="1136160" cy="701280"/>
              </p14:xfrm>
            </p:contentPart>
          </mc:Choice>
          <mc:Fallback xmlns="">
            <p:pic>
              <p:nvPicPr>
                <p:cNvPr id="27" name="Ink 26">
                  <a:extLst>
                    <a:ext uri="{FF2B5EF4-FFF2-40B4-BE49-F238E27FC236}">
                      <a16:creationId xmlns:a16="http://schemas.microsoft.com/office/drawing/2014/main" id="{1A201F71-1793-0C4F-215D-B7D66BE4161B}"/>
                    </a:ext>
                  </a:extLst>
                </p:cNvPr>
                <p:cNvPicPr/>
                <p:nvPr/>
              </p:nvPicPr>
              <p:blipFill>
                <a:blip r:embed="rId28"/>
                <a:stretch>
                  <a:fillRect/>
                </a:stretch>
              </p:blipFill>
              <p:spPr>
                <a:xfrm>
                  <a:off x="4938624" y="5078376"/>
                  <a:ext cx="1171800" cy="736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F4CB36AD-5851-C3D7-FB9E-A3CC1660BF0A}"/>
                    </a:ext>
                  </a:extLst>
                </p14:cNvPr>
                <p14:cNvContentPartPr/>
                <p14:nvPr/>
              </p14:nvContentPartPr>
              <p14:xfrm>
                <a:off x="5328864" y="5075496"/>
                <a:ext cx="1961280" cy="799560"/>
              </p14:xfrm>
            </p:contentPart>
          </mc:Choice>
          <mc:Fallback xmlns="">
            <p:pic>
              <p:nvPicPr>
                <p:cNvPr id="29" name="Ink 28">
                  <a:extLst>
                    <a:ext uri="{FF2B5EF4-FFF2-40B4-BE49-F238E27FC236}">
                      <a16:creationId xmlns:a16="http://schemas.microsoft.com/office/drawing/2014/main" id="{F4CB36AD-5851-C3D7-FB9E-A3CC1660BF0A}"/>
                    </a:ext>
                  </a:extLst>
                </p:cNvPr>
                <p:cNvPicPr/>
                <p:nvPr/>
              </p:nvPicPr>
              <p:blipFill>
                <a:blip r:embed="rId30"/>
                <a:stretch>
                  <a:fillRect/>
                </a:stretch>
              </p:blipFill>
              <p:spPr>
                <a:xfrm>
                  <a:off x="5311224" y="5057856"/>
                  <a:ext cx="1996920" cy="835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9B6B7FDE-3EF7-E5C0-5DFE-FE5F178E0408}"/>
                    </a:ext>
                  </a:extLst>
                </p14:cNvPr>
                <p14:cNvContentPartPr/>
                <p14:nvPr/>
              </p14:nvContentPartPr>
              <p14:xfrm>
                <a:off x="5277024" y="5768856"/>
                <a:ext cx="232200" cy="144000"/>
              </p14:xfrm>
            </p:contentPart>
          </mc:Choice>
          <mc:Fallback xmlns="">
            <p:pic>
              <p:nvPicPr>
                <p:cNvPr id="30" name="Ink 29">
                  <a:extLst>
                    <a:ext uri="{FF2B5EF4-FFF2-40B4-BE49-F238E27FC236}">
                      <a16:creationId xmlns:a16="http://schemas.microsoft.com/office/drawing/2014/main" id="{9B6B7FDE-3EF7-E5C0-5DFE-FE5F178E0408}"/>
                    </a:ext>
                  </a:extLst>
                </p:cNvPr>
                <p:cNvPicPr/>
                <p:nvPr/>
              </p:nvPicPr>
              <p:blipFill>
                <a:blip r:embed="rId32"/>
                <a:stretch>
                  <a:fillRect/>
                </a:stretch>
              </p:blipFill>
              <p:spPr>
                <a:xfrm>
                  <a:off x="5259384" y="5751216"/>
                  <a:ext cx="267840" cy="179640"/>
                </a:xfrm>
                <a:prstGeom prst="rect">
                  <a:avLst/>
                </a:prstGeom>
              </p:spPr>
            </p:pic>
          </mc:Fallback>
        </mc:AlternateContent>
      </p:grpSp>
      <p:grpSp>
        <p:nvGrpSpPr>
          <p:cNvPr id="41" name="Group 40">
            <a:extLst>
              <a:ext uri="{FF2B5EF4-FFF2-40B4-BE49-F238E27FC236}">
                <a16:creationId xmlns:a16="http://schemas.microsoft.com/office/drawing/2014/main" id="{FFED6D5A-7EAC-FE61-C61D-563A16F37F4A}"/>
              </a:ext>
            </a:extLst>
          </p:cNvPr>
          <p:cNvGrpSpPr/>
          <p:nvPr/>
        </p:nvGrpSpPr>
        <p:grpSpPr>
          <a:xfrm>
            <a:off x="10135944" y="4232016"/>
            <a:ext cx="1972440" cy="433800"/>
            <a:chOff x="10135944" y="4232016"/>
            <a:chExt cx="1972440" cy="433800"/>
          </a:xfrm>
        </p:grpSpPr>
        <mc:AlternateContent xmlns:mc="http://schemas.openxmlformats.org/markup-compatibility/2006" xmlns:p14="http://schemas.microsoft.com/office/powerpoint/2010/main">
          <mc:Choice Requires="p14">
            <p:contentPart p14:bwMode="auto" r:id="rId33">
              <p14:nvContentPartPr>
                <p14:cNvPr id="32" name="Ink 31">
                  <a:extLst>
                    <a:ext uri="{FF2B5EF4-FFF2-40B4-BE49-F238E27FC236}">
                      <a16:creationId xmlns:a16="http://schemas.microsoft.com/office/drawing/2014/main" id="{3A6CB997-C0C4-FB0E-76E3-C7F6860A73EB}"/>
                    </a:ext>
                  </a:extLst>
                </p14:cNvPr>
                <p14:cNvContentPartPr/>
                <p14:nvPr/>
              </p14:nvContentPartPr>
              <p14:xfrm>
                <a:off x="10135944" y="4479336"/>
                <a:ext cx="335160" cy="116640"/>
              </p14:xfrm>
            </p:contentPart>
          </mc:Choice>
          <mc:Fallback xmlns="">
            <p:pic>
              <p:nvPicPr>
                <p:cNvPr id="32" name="Ink 31">
                  <a:extLst>
                    <a:ext uri="{FF2B5EF4-FFF2-40B4-BE49-F238E27FC236}">
                      <a16:creationId xmlns:a16="http://schemas.microsoft.com/office/drawing/2014/main" id="{3A6CB997-C0C4-FB0E-76E3-C7F6860A73EB}"/>
                    </a:ext>
                  </a:extLst>
                </p:cNvPr>
                <p:cNvPicPr/>
                <p:nvPr/>
              </p:nvPicPr>
              <p:blipFill>
                <a:blip r:embed="rId34"/>
                <a:stretch>
                  <a:fillRect/>
                </a:stretch>
              </p:blipFill>
              <p:spPr>
                <a:xfrm>
                  <a:off x="10117944" y="4461336"/>
                  <a:ext cx="3708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3" name="Ink 32">
                  <a:extLst>
                    <a:ext uri="{FF2B5EF4-FFF2-40B4-BE49-F238E27FC236}">
                      <a16:creationId xmlns:a16="http://schemas.microsoft.com/office/drawing/2014/main" id="{FE8DA924-9685-33A2-C72E-70B16CC40851}"/>
                    </a:ext>
                  </a:extLst>
                </p14:cNvPr>
                <p14:cNvContentPartPr/>
                <p14:nvPr/>
              </p14:nvContentPartPr>
              <p14:xfrm>
                <a:off x="10392624" y="4417416"/>
                <a:ext cx="200520" cy="111240"/>
              </p14:xfrm>
            </p:contentPart>
          </mc:Choice>
          <mc:Fallback xmlns="">
            <p:pic>
              <p:nvPicPr>
                <p:cNvPr id="33" name="Ink 32">
                  <a:extLst>
                    <a:ext uri="{FF2B5EF4-FFF2-40B4-BE49-F238E27FC236}">
                      <a16:creationId xmlns:a16="http://schemas.microsoft.com/office/drawing/2014/main" id="{FE8DA924-9685-33A2-C72E-70B16CC40851}"/>
                    </a:ext>
                  </a:extLst>
                </p:cNvPr>
                <p:cNvPicPr/>
                <p:nvPr/>
              </p:nvPicPr>
              <p:blipFill>
                <a:blip r:embed="rId36"/>
                <a:stretch>
                  <a:fillRect/>
                </a:stretch>
              </p:blipFill>
              <p:spPr>
                <a:xfrm>
                  <a:off x="10374624" y="4399776"/>
                  <a:ext cx="236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4" name="Ink 33">
                  <a:extLst>
                    <a:ext uri="{FF2B5EF4-FFF2-40B4-BE49-F238E27FC236}">
                      <a16:creationId xmlns:a16="http://schemas.microsoft.com/office/drawing/2014/main" id="{2E044596-B083-004B-5464-354F563A4A93}"/>
                    </a:ext>
                  </a:extLst>
                </p14:cNvPr>
                <p14:cNvContentPartPr/>
                <p14:nvPr/>
              </p14:nvContentPartPr>
              <p14:xfrm>
                <a:off x="10773144" y="4279896"/>
                <a:ext cx="241560" cy="205920"/>
              </p14:xfrm>
            </p:contentPart>
          </mc:Choice>
          <mc:Fallback xmlns="">
            <p:pic>
              <p:nvPicPr>
                <p:cNvPr id="34" name="Ink 33">
                  <a:extLst>
                    <a:ext uri="{FF2B5EF4-FFF2-40B4-BE49-F238E27FC236}">
                      <a16:creationId xmlns:a16="http://schemas.microsoft.com/office/drawing/2014/main" id="{2E044596-B083-004B-5464-354F563A4A93}"/>
                    </a:ext>
                  </a:extLst>
                </p:cNvPr>
                <p:cNvPicPr/>
                <p:nvPr/>
              </p:nvPicPr>
              <p:blipFill>
                <a:blip r:embed="rId38"/>
                <a:stretch>
                  <a:fillRect/>
                </a:stretch>
              </p:blipFill>
              <p:spPr>
                <a:xfrm>
                  <a:off x="10755504" y="4262256"/>
                  <a:ext cx="27720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ECB467EF-448C-4C8F-1C09-DB34FA45C878}"/>
                    </a:ext>
                  </a:extLst>
                </p14:cNvPr>
                <p14:cNvContentPartPr/>
                <p14:nvPr/>
              </p14:nvContentPartPr>
              <p14:xfrm>
                <a:off x="11072664" y="4304736"/>
                <a:ext cx="167400" cy="158760"/>
              </p14:xfrm>
            </p:contentPart>
          </mc:Choice>
          <mc:Fallback xmlns="">
            <p:pic>
              <p:nvPicPr>
                <p:cNvPr id="35" name="Ink 34">
                  <a:extLst>
                    <a:ext uri="{FF2B5EF4-FFF2-40B4-BE49-F238E27FC236}">
                      <a16:creationId xmlns:a16="http://schemas.microsoft.com/office/drawing/2014/main" id="{ECB467EF-448C-4C8F-1C09-DB34FA45C878}"/>
                    </a:ext>
                  </a:extLst>
                </p:cNvPr>
                <p:cNvPicPr/>
                <p:nvPr/>
              </p:nvPicPr>
              <p:blipFill>
                <a:blip r:embed="rId40"/>
                <a:stretch>
                  <a:fillRect/>
                </a:stretch>
              </p:blipFill>
              <p:spPr>
                <a:xfrm>
                  <a:off x="11055024" y="4287096"/>
                  <a:ext cx="20304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 name="Ink 36">
                  <a:extLst>
                    <a:ext uri="{FF2B5EF4-FFF2-40B4-BE49-F238E27FC236}">
                      <a16:creationId xmlns:a16="http://schemas.microsoft.com/office/drawing/2014/main" id="{64EB354D-7DD7-4FBE-1C52-D78AC604FFE4}"/>
                    </a:ext>
                  </a:extLst>
                </p14:cNvPr>
                <p14:cNvContentPartPr/>
                <p14:nvPr/>
              </p14:nvContentPartPr>
              <p14:xfrm>
                <a:off x="11341224" y="4253256"/>
                <a:ext cx="180720" cy="170280"/>
              </p14:xfrm>
            </p:contentPart>
          </mc:Choice>
          <mc:Fallback xmlns="">
            <p:pic>
              <p:nvPicPr>
                <p:cNvPr id="37" name="Ink 36">
                  <a:extLst>
                    <a:ext uri="{FF2B5EF4-FFF2-40B4-BE49-F238E27FC236}">
                      <a16:creationId xmlns:a16="http://schemas.microsoft.com/office/drawing/2014/main" id="{64EB354D-7DD7-4FBE-1C52-D78AC604FFE4}"/>
                    </a:ext>
                  </a:extLst>
                </p:cNvPr>
                <p:cNvPicPr/>
                <p:nvPr/>
              </p:nvPicPr>
              <p:blipFill>
                <a:blip r:embed="rId42"/>
                <a:stretch>
                  <a:fillRect/>
                </a:stretch>
              </p:blipFill>
              <p:spPr>
                <a:xfrm>
                  <a:off x="11323224" y="4235616"/>
                  <a:ext cx="2163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6F23DB97-009D-859E-B706-DAEEDA9AE6D4}"/>
                    </a:ext>
                  </a:extLst>
                </p14:cNvPr>
                <p14:cNvContentPartPr/>
                <p14:nvPr/>
              </p14:nvContentPartPr>
              <p14:xfrm>
                <a:off x="11600784" y="4248936"/>
                <a:ext cx="134280" cy="122400"/>
              </p14:xfrm>
            </p:contentPart>
          </mc:Choice>
          <mc:Fallback xmlns="">
            <p:pic>
              <p:nvPicPr>
                <p:cNvPr id="38" name="Ink 37">
                  <a:extLst>
                    <a:ext uri="{FF2B5EF4-FFF2-40B4-BE49-F238E27FC236}">
                      <a16:creationId xmlns:a16="http://schemas.microsoft.com/office/drawing/2014/main" id="{6F23DB97-009D-859E-B706-DAEEDA9AE6D4}"/>
                    </a:ext>
                  </a:extLst>
                </p:cNvPr>
                <p:cNvPicPr/>
                <p:nvPr/>
              </p:nvPicPr>
              <p:blipFill>
                <a:blip r:embed="rId44"/>
                <a:stretch>
                  <a:fillRect/>
                </a:stretch>
              </p:blipFill>
              <p:spPr>
                <a:xfrm>
                  <a:off x="11583144" y="4231296"/>
                  <a:ext cx="169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k 38">
                  <a:extLst>
                    <a:ext uri="{FF2B5EF4-FFF2-40B4-BE49-F238E27FC236}">
                      <a16:creationId xmlns:a16="http://schemas.microsoft.com/office/drawing/2014/main" id="{7BFDADA8-A4E1-1214-3CD8-C6555D8D0B1A}"/>
                    </a:ext>
                  </a:extLst>
                </p14:cNvPr>
                <p14:cNvContentPartPr/>
                <p14:nvPr/>
              </p14:nvContentPartPr>
              <p14:xfrm>
                <a:off x="11816784" y="4232016"/>
                <a:ext cx="87480" cy="134640"/>
              </p14:xfrm>
            </p:contentPart>
          </mc:Choice>
          <mc:Fallback xmlns="">
            <p:pic>
              <p:nvPicPr>
                <p:cNvPr id="39" name="Ink 38">
                  <a:extLst>
                    <a:ext uri="{FF2B5EF4-FFF2-40B4-BE49-F238E27FC236}">
                      <a16:creationId xmlns:a16="http://schemas.microsoft.com/office/drawing/2014/main" id="{7BFDADA8-A4E1-1214-3CD8-C6555D8D0B1A}"/>
                    </a:ext>
                  </a:extLst>
                </p:cNvPr>
                <p:cNvPicPr/>
                <p:nvPr/>
              </p:nvPicPr>
              <p:blipFill>
                <a:blip r:embed="rId46"/>
                <a:stretch>
                  <a:fillRect/>
                </a:stretch>
              </p:blipFill>
              <p:spPr>
                <a:xfrm>
                  <a:off x="11799144" y="4214376"/>
                  <a:ext cx="1231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0" name="Ink 39">
                  <a:extLst>
                    <a:ext uri="{FF2B5EF4-FFF2-40B4-BE49-F238E27FC236}">
                      <a16:creationId xmlns:a16="http://schemas.microsoft.com/office/drawing/2014/main" id="{19875202-5F87-4F1C-9FDC-9B49A1460491}"/>
                    </a:ext>
                  </a:extLst>
                </p14:cNvPr>
                <p14:cNvContentPartPr/>
                <p14:nvPr/>
              </p14:nvContentPartPr>
              <p14:xfrm>
                <a:off x="11814624" y="4247136"/>
                <a:ext cx="293760" cy="418680"/>
              </p14:xfrm>
            </p:contentPart>
          </mc:Choice>
          <mc:Fallback xmlns="">
            <p:pic>
              <p:nvPicPr>
                <p:cNvPr id="40" name="Ink 39">
                  <a:extLst>
                    <a:ext uri="{FF2B5EF4-FFF2-40B4-BE49-F238E27FC236}">
                      <a16:creationId xmlns:a16="http://schemas.microsoft.com/office/drawing/2014/main" id="{19875202-5F87-4F1C-9FDC-9B49A1460491}"/>
                    </a:ext>
                  </a:extLst>
                </p:cNvPr>
                <p:cNvPicPr/>
                <p:nvPr/>
              </p:nvPicPr>
              <p:blipFill>
                <a:blip r:embed="rId48"/>
                <a:stretch>
                  <a:fillRect/>
                </a:stretch>
              </p:blipFill>
              <p:spPr>
                <a:xfrm>
                  <a:off x="11796984" y="4229496"/>
                  <a:ext cx="329400" cy="454320"/>
                </a:xfrm>
                <a:prstGeom prst="rect">
                  <a:avLst/>
                </a:prstGeom>
              </p:spPr>
            </p:pic>
          </mc:Fallback>
        </mc:AlternateContent>
      </p:grpSp>
    </p:spTree>
    <p:extLst>
      <p:ext uri="{BB962C8B-B14F-4D97-AF65-F5344CB8AC3E}">
        <p14:creationId xmlns:p14="http://schemas.microsoft.com/office/powerpoint/2010/main" val="1986753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6936" y="3429000"/>
            <a:ext cx="5089410" cy="3333605"/>
          </a:xfrm>
          <a:prstGeom prst="rect">
            <a:avLst/>
          </a:prstGeom>
        </p:spPr>
      </p:pic>
      <p:sp>
        <p:nvSpPr>
          <p:cNvPr id="6" name="TextBox 5">
            <a:extLst>
              <a:ext uri="{FF2B5EF4-FFF2-40B4-BE49-F238E27FC236}">
                <a16:creationId xmlns:a16="http://schemas.microsoft.com/office/drawing/2014/main" id="{66E85B77-C99A-799C-385F-35F72F3F306D}"/>
              </a:ext>
            </a:extLst>
          </p:cNvPr>
          <p:cNvSpPr txBox="1"/>
          <p:nvPr/>
        </p:nvSpPr>
        <p:spPr>
          <a:xfrm>
            <a:off x="201168" y="948848"/>
            <a:ext cx="11631168" cy="2308324"/>
          </a:xfrm>
          <a:prstGeom prst="rect">
            <a:avLst/>
          </a:prstGeom>
          <a:noFill/>
        </p:spPr>
        <p:txBody>
          <a:bodyPr wrap="square">
            <a:spAutoFit/>
          </a:bodyPr>
          <a:lstStyle/>
          <a:p>
            <a:pPr marL="0" indent="0">
              <a:buNone/>
            </a:pPr>
            <a:r>
              <a:rPr lang="en-US" sz="2400" dirty="0">
                <a:solidFill>
                  <a:schemeClr val="accent6">
                    <a:lumMod val="60000"/>
                    <a:lumOff val="40000"/>
                  </a:schemeClr>
                </a:solidFill>
              </a:rPr>
              <a:t>Unlike traditional automation that follows predefined paths, </a:t>
            </a:r>
            <a:r>
              <a:rPr lang="en-US" sz="2400" b="1" dirty="0">
                <a:solidFill>
                  <a:schemeClr val="accent6">
                    <a:lumMod val="60000"/>
                    <a:lumOff val="40000"/>
                  </a:schemeClr>
                </a:solidFill>
              </a:rPr>
              <a:t>agents can dynamically adapt </a:t>
            </a:r>
            <a:r>
              <a:rPr lang="en-US" sz="2400" dirty="0">
                <a:solidFill>
                  <a:schemeClr val="accent6">
                    <a:lumMod val="60000"/>
                    <a:lumOff val="40000"/>
                  </a:schemeClr>
                </a:solidFill>
              </a:rPr>
              <a:t>their approach based on </a:t>
            </a:r>
          </a:p>
          <a:p>
            <a:pPr marL="342900" indent="-342900">
              <a:buFont typeface="Arial" panose="020B0604020202020204" pitchFamily="34" charset="0"/>
              <a:buChar char="•"/>
            </a:pPr>
            <a:r>
              <a:rPr lang="en-US" sz="2400" dirty="0">
                <a:solidFill>
                  <a:schemeClr val="accent6">
                    <a:lumMod val="60000"/>
                    <a:lumOff val="40000"/>
                  </a:schemeClr>
                </a:solidFill>
              </a:rPr>
              <a:t>context and </a:t>
            </a:r>
          </a:p>
          <a:p>
            <a:pPr marL="342900" indent="-342900">
              <a:buFont typeface="Arial" panose="020B0604020202020204" pitchFamily="34" charset="0"/>
              <a:buChar char="•"/>
            </a:pPr>
            <a:r>
              <a:rPr lang="en-US" sz="2400" dirty="0">
                <a:solidFill>
                  <a:schemeClr val="accent6">
                    <a:lumMod val="60000"/>
                    <a:lumOff val="40000"/>
                  </a:schemeClr>
                </a:solidFill>
              </a:rPr>
              <a:t>intermediate results.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AI agent are capable of executing a given task </a:t>
            </a:r>
            <a:r>
              <a:rPr lang="en-US" sz="2400" b="1" dirty="0">
                <a:solidFill>
                  <a:schemeClr val="accent6">
                    <a:lumMod val="60000"/>
                    <a:lumOff val="40000"/>
                  </a:schemeClr>
                </a:solidFill>
              </a:rPr>
              <a:t>without ongoing direct human intervention</a:t>
            </a:r>
            <a:r>
              <a:rPr lang="en-US" sz="2400" dirty="0">
                <a:solidFill>
                  <a:schemeClr val="accent6">
                    <a:lumMod val="60000"/>
                    <a:lumOff val="40000"/>
                  </a:schemeClr>
                </a:solidFill>
              </a:rPr>
              <a:t>.</a:t>
            </a:r>
          </a:p>
        </p:txBody>
      </p:sp>
      <p:grpSp>
        <p:nvGrpSpPr>
          <p:cNvPr id="16" name="Group 15">
            <a:extLst>
              <a:ext uri="{FF2B5EF4-FFF2-40B4-BE49-F238E27FC236}">
                <a16:creationId xmlns:a16="http://schemas.microsoft.com/office/drawing/2014/main" id="{AC2192ED-7DC2-AA4D-EBCF-01BF2B450628}"/>
              </a:ext>
            </a:extLst>
          </p:cNvPr>
          <p:cNvGrpSpPr/>
          <p:nvPr/>
        </p:nvGrpSpPr>
        <p:grpSpPr>
          <a:xfrm>
            <a:off x="8079624" y="3717576"/>
            <a:ext cx="559080" cy="181080"/>
            <a:chOff x="8079624" y="3717576"/>
            <a:chExt cx="559080" cy="18108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994BAE7-770B-3A03-1765-DF5F772A8454}"/>
                    </a:ext>
                  </a:extLst>
                </p14:cNvPr>
                <p14:cNvContentPartPr/>
                <p14:nvPr/>
              </p14:nvContentPartPr>
              <p14:xfrm>
                <a:off x="8079624" y="3729816"/>
                <a:ext cx="280080" cy="25200"/>
              </p14:xfrm>
            </p:contentPart>
          </mc:Choice>
          <mc:Fallback>
            <p:pic>
              <p:nvPicPr>
                <p:cNvPr id="2" name="Ink 1">
                  <a:extLst>
                    <a:ext uri="{FF2B5EF4-FFF2-40B4-BE49-F238E27FC236}">
                      <a16:creationId xmlns:a16="http://schemas.microsoft.com/office/drawing/2014/main" id="{5994BAE7-770B-3A03-1765-DF5F772A8454}"/>
                    </a:ext>
                  </a:extLst>
                </p:cNvPr>
                <p:cNvPicPr/>
                <p:nvPr/>
              </p:nvPicPr>
              <p:blipFill>
                <a:blip r:embed="rId4"/>
                <a:stretch>
                  <a:fillRect/>
                </a:stretch>
              </p:blipFill>
              <p:spPr>
                <a:xfrm>
                  <a:off x="8061624" y="3712176"/>
                  <a:ext cx="3157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AA1A7B9-3423-3153-741E-67D88E93A361}"/>
                    </a:ext>
                  </a:extLst>
                </p14:cNvPr>
                <p14:cNvContentPartPr/>
                <p14:nvPr/>
              </p14:nvContentPartPr>
              <p14:xfrm>
                <a:off x="8190504" y="3782016"/>
                <a:ext cx="49680" cy="112680"/>
              </p14:xfrm>
            </p:contentPart>
          </mc:Choice>
          <mc:Fallback>
            <p:pic>
              <p:nvPicPr>
                <p:cNvPr id="3" name="Ink 2">
                  <a:extLst>
                    <a:ext uri="{FF2B5EF4-FFF2-40B4-BE49-F238E27FC236}">
                      <a16:creationId xmlns:a16="http://schemas.microsoft.com/office/drawing/2014/main" id="{2AA1A7B9-3423-3153-741E-67D88E93A361}"/>
                    </a:ext>
                  </a:extLst>
                </p:cNvPr>
                <p:cNvPicPr/>
                <p:nvPr/>
              </p:nvPicPr>
              <p:blipFill>
                <a:blip r:embed="rId6"/>
                <a:stretch>
                  <a:fillRect/>
                </a:stretch>
              </p:blipFill>
              <p:spPr>
                <a:xfrm>
                  <a:off x="8172504" y="3764016"/>
                  <a:ext cx="853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A6BA7692-AC90-ADD7-403C-97B6B69D941B}"/>
                    </a:ext>
                  </a:extLst>
                </p14:cNvPr>
                <p14:cNvContentPartPr/>
                <p14:nvPr/>
              </p14:nvContentPartPr>
              <p14:xfrm>
                <a:off x="8350344" y="3815136"/>
                <a:ext cx="82440" cy="68760"/>
              </p14:xfrm>
            </p:contentPart>
          </mc:Choice>
          <mc:Fallback>
            <p:pic>
              <p:nvPicPr>
                <p:cNvPr id="5" name="Ink 4">
                  <a:extLst>
                    <a:ext uri="{FF2B5EF4-FFF2-40B4-BE49-F238E27FC236}">
                      <a16:creationId xmlns:a16="http://schemas.microsoft.com/office/drawing/2014/main" id="{A6BA7692-AC90-ADD7-403C-97B6B69D941B}"/>
                    </a:ext>
                  </a:extLst>
                </p:cNvPr>
                <p:cNvPicPr/>
                <p:nvPr/>
              </p:nvPicPr>
              <p:blipFill>
                <a:blip r:embed="rId8"/>
                <a:stretch>
                  <a:fillRect/>
                </a:stretch>
              </p:blipFill>
              <p:spPr>
                <a:xfrm>
                  <a:off x="8332344" y="3797496"/>
                  <a:ext cx="1180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B8562691-23A5-0CF3-075D-F7B0AC07622F}"/>
                    </a:ext>
                  </a:extLst>
                </p14:cNvPr>
                <p14:cNvContentPartPr/>
                <p14:nvPr/>
              </p14:nvContentPartPr>
              <p14:xfrm>
                <a:off x="8486424" y="3824136"/>
                <a:ext cx="88560" cy="70560"/>
              </p14:xfrm>
            </p:contentPart>
          </mc:Choice>
          <mc:Fallback>
            <p:pic>
              <p:nvPicPr>
                <p:cNvPr id="7" name="Ink 6">
                  <a:extLst>
                    <a:ext uri="{FF2B5EF4-FFF2-40B4-BE49-F238E27FC236}">
                      <a16:creationId xmlns:a16="http://schemas.microsoft.com/office/drawing/2014/main" id="{B8562691-23A5-0CF3-075D-F7B0AC07622F}"/>
                    </a:ext>
                  </a:extLst>
                </p:cNvPr>
                <p:cNvPicPr/>
                <p:nvPr/>
              </p:nvPicPr>
              <p:blipFill>
                <a:blip r:embed="rId10"/>
                <a:stretch>
                  <a:fillRect/>
                </a:stretch>
              </p:blipFill>
              <p:spPr>
                <a:xfrm>
                  <a:off x="8468424" y="3806496"/>
                  <a:ext cx="1242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892249E4-AE02-B37B-2BEE-3F8B68C2B085}"/>
                    </a:ext>
                  </a:extLst>
                </p14:cNvPr>
                <p14:cNvContentPartPr/>
                <p14:nvPr/>
              </p14:nvContentPartPr>
              <p14:xfrm>
                <a:off x="8616744" y="3717576"/>
                <a:ext cx="21960" cy="181080"/>
              </p14:xfrm>
            </p:contentPart>
          </mc:Choice>
          <mc:Fallback>
            <p:pic>
              <p:nvPicPr>
                <p:cNvPr id="8" name="Ink 7">
                  <a:extLst>
                    <a:ext uri="{FF2B5EF4-FFF2-40B4-BE49-F238E27FC236}">
                      <a16:creationId xmlns:a16="http://schemas.microsoft.com/office/drawing/2014/main" id="{892249E4-AE02-B37B-2BEE-3F8B68C2B085}"/>
                    </a:ext>
                  </a:extLst>
                </p:cNvPr>
                <p:cNvPicPr/>
                <p:nvPr/>
              </p:nvPicPr>
              <p:blipFill>
                <a:blip r:embed="rId12"/>
                <a:stretch>
                  <a:fillRect/>
                </a:stretch>
              </p:blipFill>
              <p:spPr>
                <a:xfrm>
                  <a:off x="8599104" y="3699576"/>
                  <a:ext cx="57600" cy="216720"/>
                </a:xfrm>
                <a:prstGeom prst="rect">
                  <a:avLst/>
                </a:prstGeom>
              </p:spPr>
            </p:pic>
          </mc:Fallback>
        </mc:AlternateContent>
      </p:grpSp>
      <p:grpSp>
        <p:nvGrpSpPr>
          <p:cNvPr id="15" name="Group 14">
            <a:extLst>
              <a:ext uri="{FF2B5EF4-FFF2-40B4-BE49-F238E27FC236}">
                <a16:creationId xmlns:a16="http://schemas.microsoft.com/office/drawing/2014/main" id="{3ED3C637-A0AA-32BC-2D51-D50C6479BA1F}"/>
              </a:ext>
            </a:extLst>
          </p:cNvPr>
          <p:cNvGrpSpPr/>
          <p:nvPr/>
        </p:nvGrpSpPr>
        <p:grpSpPr>
          <a:xfrm>
            <a:off x="10320984" y="3738816"/>
            <a:ext cx="758880" cy="282960"/>
            <a:chOff x="10320984" y="3738816"/>
            <a:chExt cx="758880" cy="282960"/>
          </a:xfrm>
        </p:grpSpPr>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0826EA8C-70EF-E1F8-DB7B-9CF12BC8A0A2}"/>
                    </a:ext>
                  </a:extLst>
                </p14:cNvPr>
                <p14:cNvContentPartPr/>
                <p14:nvPr/>
              </p14:nvContentPartPr>
              <p14:xfrm>
                <a:off x="10320984" y="3758976"/>
                <a:ext cx="252360" cy="13680"/>
              </p14:xfrm>
            </p:contentPart>
          </mc:Choice>
          <mc:Fallback>
            <p:pic>
              <p:nvPicPr>
                <p:cNvPr id="9" name="Ink 8">
                  <a:extLst>
                    <a:ext uri="{FF2B5EF4-FFF2-40B4-BE49-F238E27FC236}">
                      <a16:creationId xmlns:a16="http://schemas.microsoft.com/office/drawing/2014/main" id="{0826EA8C-70EF-E1F8-DB7B-9CF12BC8A0A2}"/>
                    </a:ext>
                  </a:extLst>
                </p:cNvPr>
                <p:cNvPicPr/>
                <p:nvPr/>
              </p:nvPicPr>
              <p:blipFill>
                <a:blip r:embed="rId14"/>
                <a:stretch>
                  <a:fillRect/>
                </a:stretch>
              </p:blipFill>
              <p:spPr>
                <a:xfrm>
                  <a:off x="10302984" y="3741336"/>
                  <a:ext cx="28800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410A0E0E-0D79-8ECF-41DA-5991452B3273}"/>
                    </a:ext>
                  </a:extLst>
                </p14:cNvPr>
                <p14:cNvContentPartPr/>
                <p14:nvPr/>
              </p14:nvContentPartPr>
              <p14:xfrm>
                <a:off x="10454544" y="3796416"/>
                <a:ext cx="55440" cy="132120"/>
              </p14:xfrm>
            </p:contentPart>
          </mc:Choice>
          <mc:Fallback>
            <p:pic>
              <p:nvPicPr>
                <p:cNvPr id="11" name="Ink 10">
                  <a:extLst>
                    <a:ext uri="{FF2B5EF4-FFF2-40B4-BE49-F238E27FC236}">
                      <a16:creationId xmlns:a16="http://schemas.microsoft.com/office/drawing/2014/main" id="{410A0E0E-0D79-8ECF-41DA-5991452B3273}"/>
                    </a:ext>
                  </a:extLst>
                </p:cNvPr>
                <p:cNvPicPr/>
                <p:nvPr/>
              </p:nvPicPr>
              <p:blipFill>
                <a:blip r:embed="rId16"/>
                <a:stretch>
                  <a:fillRect/>
                </a:stretch>
              </p:blipFill>
              <p:spPr>
                <a:xfrm>
                  <a:off x="10436544" y="3778776"/>
                  <a:ext cx="910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DAB75736-98EB-0C51-0F44-ACB6086F3197}"/>
                    </a:ext>
                  </a:extLst>
                </p14:cNvPr>
                <p14:cNvContentPartPr/>
                <p14:nvPr/>
              </p14:nvContentPartPr>
              <p14:xfrm>
                <a:off x="10618344" y="3858696"/>
                <a:ext cx="128880" cy="72360"/>
              </p14:xfrm>
            </p:contentPart>
          </mc:Choice>
          <mc:Fallback>
            <p:pic>
              <p:nvPicPr>
                <p:cNvPr id="12" name="Ink 11">
                  <a:extLst>
                    <a:ext uri="{FF2B5EF4-FFF2-40B4-BE49-F238E27FC236}">
                      <a16:creationId xmlns:a16="http://schemas.microsoft.com/office/drawing/2014/main" id="{DAB75736-98EB-0C51-0F44-ACB6086F3197}"/>
                    </a:ext>
                  </a:extLst>
                </p:cNvPr>
                <p:cNvPicPr/>
                <p:nvPr/>
              </p:nvPicPr>
              <p:blipFill>
                <a:blip r:embed="rId18"/>
                <a:stretch>
                  <a:fillRect/>
                </a:stretch>
              </p:blipFill>
              <p:spPr>
                <a:xfrm>
                  <a:off x="10600704" y="3841056"/>
                  <a:ext cx="1645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2E29F467-E273-82BE-96EA-C2A5780B6EEE}"/>
                    </a:ext>
                  </a:extLst>
                </p14:cNvPr>
                <p14:cNvContentPartPr/>
                <p14:nvPr/>
              </p14:nvContentPartPr>
              <p14:xfrm>
                <a:off x="10861704" y="3869496"/>
                <a:ext cx="97200" cy="75600"/>
              </p14:xfrm>
            </p:contentPart>
          </mc:Choice>
          <mc:Fallback>
            <p:pic>
              <p:nvPicPr>
                <p:cNvPr id="13" name="Ink 12">
                  <a:extLst>
                    <a:ext uri="{FF2B5EF4-FFF2-40B4-BE49-F238E27FC236}">
                      <a16:creationId xmlns:a16="http://schemas.microsoft.com/office/drawing/2014/main" id="{2E29F467-E273-82BE-96EA-C2A5780B6EEE}"/>
                    </a:ext>
                  </a:extLst>
                </p:cNvPr>
                <p:cNvPicPr/>
                <p:nvPr/>
              </p:nvPicPr>
              <p:blipFill>
                <a:blip r:embed="rId20"/>
                <a:stretch>
                  <a:fillRect/>
                </a:stretch>
              </p:blipFill>
              <p:spPr>
                <a:xfrm>
                  <a:off x="10843704" y="3851496"/>
                  <a:ext cx="1328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8763CD9A-04F7-5DCF-C8EE-72D25AB2EE78}"/>
                    </a:ext>
                  </a:extLst>
                </p14:cNvPr>
                <p14:cNvContentPartPr/>
                <p14:nvPr/>
              </p14:nvContentPartPr>
              <p14:xfrm>
                <a:off x="11055744" y="3738816"/>
                <a:ext cx="24120" cy="282960"/>
              </p14:xfrm>
            </p:contentPart>
          </mc:Choice>
          <mc:Fallback>
            <p:pic>
              <p:nvPicPr>
                <p:cNvPr id="14" name="Ink 13">
                  <a:extLst>
                    <a:ext uri="{FF2B5EF4-FFF2-40B4-BE49-F238E27FC236}">
                      <a16:creationId xmlns:a16="http://schemas.microsoft.com/office/drawing/2014/main" id="{8763CD9A-04F7-5DCF-C8EE-72D25AB2EE78}"/>
                    </a:ext>
                  </a:extLst>
                </p:cNvPr>
                <p:cNvPicPr/>
                <p:nvPr/>
              </p:nvPicPr>
              <p:blipFill>
                <a:blip r:embed="rId22"/>
                <a:stretch>
                  <a:fillRect/>
                </a:stretch>
              </p:blipFill>
              <p:spPr>
                <a:xfrm>
                  <a:off x="11037744" y="3720816"/>
                  <a:ext cx="59760" cy="318600"/>
                </a:xfrm>
                <a:prstGeom prst="rect">
                  <a:avLst/>
                </a:prstGeom>
              </p:spPr>
            </p:pic>
          </mc:Fallback>
        </mc:AlternateContent>
      </p:grpSp>
      <p:grpSp>
        <p:nvGrpSpPr>
          <p:cNvPr id="23" name="Group 22">
            <a:extLst>
              <a:ext uri="{FF2B5EF4-FFF2-40B4-BE49-F238E27FC236}">
                <a16:creationId xmlns:a16="http://schemas.microsoft.com/office/drawing/2014/main" id="{5F47BD0F-5A5B-CF9F-D951-037492FF1890}"/>
              </a:ext>
            </a:extLst>
          </p:cNvPr>
          <p:cNvGrpSpPr/>
          <p:nvPr/>
        </p:nvGrpSpPr>
        <p:grpSpPr>
          <a:xfrm>
            <a:off x="8151624" y="6055056"/>
            <a:ext cx="486360" cy="241560"/>
            <a:chOff x="8151624" y="6055056"/>
            <a:chExt cx="486360" cy="241560"/>
          </a:xfrm>
        </p:grpSpPr>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841C2656-6362-BC91-FA6A-01140C152E03}"/>
                    </a:ext>
                  </a:extLst>
                </p14:cNvPr>
                <p14:cNvContentPartPr/>
                <p14:nvPr/>
              </p14:nvContentPartPr>
              <p14:xfrm>
                <a:off x="8151624" y="6055056"/>
                <a:ext cx="209880" cy="33120"/>
              </p14:xfrm>
            </p:contentPart>
          </mc:Choice>
          <mc:Fallback>
            <p:pic>
              <p:nvPicPr>
                <p:cNvPr id="17" name="Ink 16">
                  <a:extLst>
                    <a:ext uri="{FF2B5EF4-FFF2-40B4-BE49-F238E27FC236}">
                      <a16:creationId xmlns:a16="http://schemas.microsoft.com/office/drawing/2014/main" id="{841C2656-6362-BC91-FA6A-01140C152E03}"/>
                    </a:ext>
                  </a:extLst>
                </p:cNvPr>
                <p:cNvPicPr/>
                <p:nvPr/>
              </p:nvPicPr>
              <p:blipFill>
                <a:blip r:embed="rId24"/>
                <a:stretch>
                  <a:fillRect/>
                </a:stretch>
              </p:blipFill>
              <p:spPr>
                <a:xfrm>
                  <a:off x="8133624" y="6037416"/>
                  <a:ext cx="2455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68567494-E8DD-6D67-75EE-A4011040ECAD}"/>
                    </a:ext>
                  </a:extLst>
                </p14:cNvPr>
                <p14:cNvContentPartPr/>
                <p14:nvPr/>
              </p14:nvContentPartPr>
              <p14:xfrm>
                <a:off x="8265384" y="6081696"/>
                <a:ext cx="18360" cy="167040"/>
              </p14:xfrm>
            </p:contentPart>
          </mc:Choice>
          <mc:Fallback>
            <p:pic>
              <p:nvPicPr>
                <p:cNvPr id="18" name="Ink 17">
                  <a:extLst>
                    <a:ext uri="{FF2B5EF4-FFF2-40B4-BE49-F238E27FC236}">
                      <a16:creationId xmlns:a16="http://schemas.microsoft.com/office/drawing/2014/main" id="{68567494-E8DD-6D67-75EE-A4011040ECAD}"/>
                    </a:ext>
                  </a:extLst>
                </p:cNvPr>
                <p:cNvPicPr/>
                <p:nvPr/>
              </p:nvPicPr>
              <p:blipFill>
                <a:blip r:embed="rId26"/>
                <a:stretch>
                  <a:fillRect/>
                </a:stretch>
              </p:blipFill>
              <p:spPr>
                <a:xfrm>
                  <a:off x="8247384" y="6063696"/>
                  <a:ext cx="5400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C4026110-10D3-0613-B1AD-AE664229D175}"/>
                    </a:ext>
                  </a:extLst>
                </p14:cNvPr>
                <p14:cNvContentPartPr/>
                <p14:nvPr/>
              </p14:nvContentPartPr>
              <p14:xfrm>
                <a:off x="8367264" y="6161976"/>
                <a:ext cx="69480" cy="77040"/>
              </p14:xfrm>
            </p:contentPart>
          </mc:Choice>
          <mc:Fallback>
            <p:pic>
              <p:nvPicPr>
                <p:cNvPr id="20" name="Ink 19">
                  <a:extLst>
                    <a:ext uri="{FF2B5EF4-FFF2-40B4-BE49-F238E27FC236}">
                      <a16:creationId xmlns:a16="http://schemas.microsoft.com/office/drawing/2014/main" id="{C4026110-10D3-0613-B1AD-AE664229D175}"/>
                    </a:ext>
                  </a:extLst>
                </p:cNvPr>
                <p:cNvPicPr/>
                <p:nvPr/>
              </p:nvPicPr>
              <p:blipFill>
                <a:blip r:embed="rId28"/>
                <a:stretch>
                  <a:fillRect/>
                </a:stretch>
              </p:blipFill>
              <p:spPr>
                <a:xfrm>
                  <a:off x="8349624" y="6143976"/>
                  <a:ext cx="1051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B924AEC3-86DD-07F7-84B3-74D86CB38740}"/>
                    </a:ext>
                  </a:extLst>
                </p14:cNvPr>
                <p14:cNvContentPartPr/>
                <p14:nvPr/>
              </p14:nvContentPartPr>
              <p14:xfrm>
                <a:off x="8484264" y="6177816"/>
                <a:ext cx="45360" cy="80280"/>
              </p14:xfrm>
            </p:contentPart>
          </mc:Choice>
          <mc:Fallback>
            <p:pic>
              <p:nvPicPr>
                <p:cNvPr id="21" name="Ink 20">
                  <a:extLst>
                    <a:ext uri="{FF2B5EF4-FFF2-40B4-BE49-F238E27FC236}">
                      <a16:creationId xmlns:a16="http://schemas.microsoft.com/office/drawing/2014/main" id="{B924AEC3-86DD-07F7-84B3-74D86CB38740}"/>
                    </a:ext>
                  </a:extLst>
                </p:cNvPr>
                <p:cNvPicPr/>
                <p:nvPr/>
              </p:nvPicPr>
              <p:blipFill>
                <a:blip r:embed="rId30"/>
                <a:stretch>
                  <a:fillRect/>
                </a:stretch>
              </p:blipFill>
              <p:spPr>
                <a:xfrm>
                  <a:off x="8466264" y="6160176"/>
                  <a:ext cx="8100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2AE3788D-E0DF-DBC6-0BCD-367E9BB5C472}"/>
                    </a:ext>
                  </a:extLst>
                </p14:cNvPr>
                <p14:cNvContentPartPr/>
                <p14:nvPr/>
              </p14:nvContentPartPr>
              <p14:xfrm>
                <a:off x="8593344" y="6065136"/>
                <a:ext cx="44640" cy="231480"/>
              </p14:xfrm>
            </p:contentPart>
          </mc:Choice>
          <mc:Fallback>
            <p:pic>
              <p:nvPicPr>
                <p:cNvPr id="22" name="Ink 21">
                  <a:extLst>
                    <a:ext uri="{FF2B5EF4-FFF2-40B4-BE49-F238E27FC236}">
                      <a16:creationId xmlns:a16="http://schemas.microsoft.com/office/drawing/2014/main" id="{2AE3788D-E0DF-DBC6-0BCD-367E9BB5C472}"/>
                    </a:ext>
                  </a:extLst>
                </p:cNvPr>
                <p:cNvPicPr/>
                <p:nvPr/>
              </p:nvPicPr>
              <p:blipFill>
                <a:blip r:embed="rId32"/>
                <a:stretch>
                  <a:fillRect/>
                </a:stretch>
              </p:blipFill>
              <p:spPr>
                <a:xfrm>
                  <a:off x="8575344" y="6047136"/>
                  <a:ext cx="80280" cy="267120"/>
                </a:xfrm>
                <a:prstGeom prst="rect">
                  <a:avLst/>
                </a:prstGeom>
              </p:spPr>
            </p:pic>
          </mc:Fallback>
        </mc:AlternateContent>
      </p:grpSp>
      <p:grpSp>
        <p:nvGrpSpPr>
          <p:cNvPr id="29" name="Group 28">
            <a:extLst>
              <a:ext uri="{FF2B5EF4-FFF2-40B4-BE49-F238E27FC236}">
                <a16:creationId xmlns:a16="http://schemas.microsoft.com/office/drawing/2014/main" id="{62592EEB-87A5-D5A8-50DB-0A746CBCFB47}"/>
              </a:ext>
            </a:extLst>
          </p:cNvPr>
          <p:cNvGrpSpPr/>
          <p:nvPr/>
        </p:nvGrpSpPr>
        <p:grpSpPr>
          <a:xfrm>
            <a:off x="10162944" y="6227496"/>
            <a:ext cx="489240" cy="180360"/>
            <a:chOff x="10162944" y="6227496"/>
            <a:chExt cx="489240" cy="180360"/>
          </a:xfrm>
        </p:grpSpPr>
        <mc:AlternateContent xmlns:mc="http://schemas.openxmlformats.org/markup-compatibility/2006">
          <mc:Choice xmlns:p14="http://schemas.microsoft.com/office/powerpoint/2010/main" Requires="p14">
            <p:contentPart p14:bwMode="auto" r:id="rId33">
              <p14:nvContentPartPr>
                <p14:cNvPr id="24" name="Ink 23">
                  <a:extLst>
                    <a:ext uri="{FF2B5EF4-FFF2-40B4-BE49-F238E27FC236}">
                      <a16:creationId xmlns:a16="http://schemas.microsoft.com/office/drawing/2014/main" id="{3C433583-78C0-AD2D-0B46-E58C13BD248B}"/>
                    </a:ext>
                  </a:extLst>
                </p14:cNvPr>
                <p14:cNvContentPartPr/>
                <p14:nvPr/>
              </p14:nvContentPartPr>
              <p14:xfrm>
                <a:off x="10162944" y="6227496"/>
                <a:ext cx="201960" cy="17280"/>
              </p14:xfrm>
            </p:contentPart>
          </mc:Choice>
          <mc:Fallback>
            <p:pic>
              <p:nvPicPr>
                <p:cNvPr id="24" name="Ink 23">
                  <a:extLst>
                    <a:ext uri="{FF2B5EF4-FFF2-40B4-BE49-F238E27FC236}">
                      <a16:creationId xmlns:a16="http://schemas.microsoft.com/office/drawing/2014/main" id="{3C433583-78C0-AD2D-0B46-E58C13BD248B}"/>
                    </a:ext>
                  </a:extLst>
                </p:cNvPr>
                <p:cNvPicPr/>
                <p:nvPr/>
              </p:nvPicPr>
              <p:blipFill>
                <a:blip r:embed="rId34"/>
                <a:stretch>
                  <a:fillRect/>
                </a:stretch>
              </p:blipFill>
              <p:spPr>
                <a:xfrm>
                  <a:off x="10145304" y="6209856"/>
                  <a:ext cx="2376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97544F39-4382-95D6-A3B8-9F567BC07034}"/>
                    </a:ext>
                  </a:extLst>
                </p14:cNvPr>
                <p14:cNvContentPartPr/>
                <p14:nvPr/>
              </p14:nvContentPartPr>
              <p14:xfrm>
                <a:off x="10263744" y="6266016"/>
                <a:ext cx="34920" cy="138240"/>
              </p14:xfrm>
            </p:contentPart>
          </mc:Choice>
          <mc:Fallback>
            <p:pic>
              <p:nvPicPr>
                <p:cNvPr id="25" name="Ink 24">
                  <a:extLst>
                    <a:ext uri="{FF2B5EF4-FFF2-40B4-BE49-F238E27FC236}">
                      <a16:creationId xmlns:a16="http://schemas.microsoft.com/office/drawing/2014/main" id="{97544F39-4382-95D6-A3B8-9F567BC07034}"/>
                    </a:ext>
                  </a:extLst>
                </p:cNvPr>
                <p:cNvPicPr/>
                <p:nvPr/>
              </p:nvPicPr>
              <p:blipFill>
                <a:blip r:embed="rId36"/>
                <a:stretch>
                  <a:fillRect/>
                </a:stretch>
              </p:blipFill>
              <p:spPr>
                <a:xfrm>
                  <a:off x="10246104" y="6248016"/>
                  <a:ext cx="7056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29E84AAC-5134-3F57-E191-F2DA492651EC}"/>
                    </a:ext>
                  </a:extLst>
                </p14:cNvPr>
                <p14:cNvContentPartPr/>
                <p14:nvPr/>
              </p14:nvContentPartPr>
              <p14:xfrm>
                <a:off x="10365984" y="6338736"/>
                <a:ext cx="74520" cy="59760"/>
              </p14:xfrm>
            </p:contentPart>
          </mc:Choice>
          <mc:Fallback>
            <p:pic>
              <p:nvPicPr>
                <p:cNvPr id="26" name="Ink 25">
                  <a:extLst>
                    <a:ext uri="{FF2B5EF4-FFF2-40B4-BE49-F238E27FC236}">
                      <a16:creationId xmlns:a16="http://schemas.microsoft.com/office/drawing/2014/main" id="{29E84AAC-5134-3F57-E191-F2DA492651EC}"/>
                    </a:ext>
                  </a:extLst>
                </p:cNvPr>
                <p:cNvPicPr/>
                <p:nvPr/>
              </p:nvPicPr>
              <p:blipFill>
                <a:blip r:embed="rId38"/>
                <a:stretch>
                  <a:fillRect/>
                </a:stretch>
              </p:blipFill>
              <p:spPr>
                <a:xfrm>
                  <a:off x="10348344" y="6321096"/>
                  <a:ext cx="11016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5D95ABE0-609F-73F5-56E8-E57C665A3D4A}"/>
                    </a:ext>
                  </a:extLst>
                </p14:cNvPr>
                <p14:cNvContentPartPr/>
                <p14:nvPr/>
              </p14:nvContentPartPr>
              <p14:xfrm>
                <a:off x="10519704" y="6353856"/>
                <a:ext cx="71280" cy="54000"/>
              </p14:xfrm>
            </p:contentPart>
          </mc:Choice>
          <mc:Fallback>
            <p:pic>
              <p:nvPicPr>
                <p:cNvPr id="27" name="Ink 26">
                  <a:extLst>
                    <a:ext uri="{FF2B5EF4-FFF2-40B4-BE49-F238E27FC236}">
                      <a16:creationId xmlns:a16="http://schemas.microsoft.com/office/drawing/2014/main" id="{5D95ABE0-609F-73F5-56E8-E57C665A3D4A}"/>
                    </a:ext>
                  </a:extLst>
                </p:cNvPr>
                <p:cNvPicPr/>
                <p:nvPr/>
              </p:nvPicPr>
              <p:blipFill>
                <a:blip r:embed="rId40"/>
                <a:stretch>
                  <a:fillRect/>
                </a:stretch>
              </p:blipFill>
              <p:spPr>
                <a:xfrm>
                  <a:off x="10501704" y="6336216"/>
                  <a:ext cx="10692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4540A086-D55C-D1DF-D0CE-2B78C8C611C1}"/>
                    </a:ext>
                  </a:extLst>
                </p14:cNvPr>
                <p14:cNvContentPartPr/>
                <p14:nvPr/>
              </p14:nvContentPartPr>
              <p14:xfrm>
                <a:off x="10625184" y="6249096"/>
                <a:ext cx="27000" cy="122040"/>
              </p14:xfrm>
            </p:contentPart>
          </mc:Choice>
          <mc:Fallback>
            <p:pic>
              <p:nvPicPr>
                <p:cNvPr id="28" name="Ink 27">
                  <a:extLst>
                    <a:ext uri="{FF2B5EF4-FFF2-40B4-BE49-F238E27FC236}">
                      <a16:creationId xmlns:a16="http://schemas.microsoft.com/office/drawing/2014/main" id="{4540A086-D55C-D1DF-D0CE-2B78C8C611C1}"/>
                    </a:ext>
                  </a:extLst>
                </p:cNvPr>
                <p:cNvPicPr/>
                <p:nvPr/>
              </p:nvPicPr>
              <p:blipFill>
                <a:blip r:embed="rId42"/>
                <a:stretch>
                  <a:fillRect/>
                </a:stretch>
              </p:blipFill>
              <p:spPr>
                <a:xfrm>
                  <a:off x="10607544" y="6231096"/>
                  <a:ext cx="62640" cy="157680"/>
                </a:xfrm>
                <a:prstGeom prst="rect">
                  <a:avLst/>
                </a:prstGeom>
              </p:spPr>
            </p:pic>
          </mc:Fallback>
        </mc:AlternateContent>
      </p:grpSp>
    </p:spTree>
    <p:extLst>
      <p:ext uri="{BB962C8B-B14F-4D97-AF65-F5344CB8AC3E}">
        <p14:creationId xmlns:p14="http://schemas.microsoft.com/office/powerpoint/2010/main" val="2944212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45BD-A314-25EB-4F25-15B85A40F2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001DC3-177A-561F-5B88-77181103CB1F}"/>
              </a:ext>
            </a:extLst>
          </p:cNvPr>
          <p:cNvSpPr txBox="1"/>
          <p:nvPr/>
        </p:nvSpPr>
        <p:spPr>
          <a:xfrm>
            <a:off x="694944" y="1574304"/>
            <a:ext cx="11393424" cy="461665"/>
          </a:xfrm>
          <a:prstGeom prst="rect">
            <a:avLst/>
          </a:prstGeom>
          <a:noFill/>
        </p:spPr>
        <p:txBody>
          <a:bodyPr wrap="square">
            <a:spAutoFit/>
          </a:bodyPr>
          <a:lstStyle/>
          <a:p>
            <a:pPr marL="0" indent="0">
              <a:buNone/>
            </a:pPr>
            <a:r>
              <a:rPr lang="en-US" sz="2400" b="1" dirty="0">
                <a:solidFill>
                  <a:schemeClr val="accent6">
                    <a:lumMod val="60000"/>
                    <a:lumOff val="40000"/>
                  </a:schemeClr>
                </a:solidFill>
              </a:rPr>
              <a:t>Agents can collaborate/communicate with other agents</a:t>
            </a:r>
            <a:r>
              <a:rPr lang="en-US" sz="2400" dirty="0">
                <a:solidFill>
                  <a:schemeClr val="accent6">
                    <a:lumMod val="60000"/>
                    <a:lumOff val="40000"/>
                  </a:schemeClr>
                </a:solidFill>
              </a:rPr>
              <a:t> to achieve the goal.</a:t>
            </a:r>
          </a:p>
        </p:txBody>
      </p:sp>
      <p:sp>
        <p:nvSpPr>
          <p:cNvPr id="3" name="Rectangle 2">
            <a:extLst>
              <a:ext uri="{FF2B5EF4-FFF2-40B4-BE49-F238E27FC236}">
                <a16:creationId xmlns:a16="http://schemas.microsoft.com/office/drawing/2014/main" id="{C1A4F328-092F-A822-CF23-F3E67BA2B3A0}"/>
              </a:ext>
            </a:extLst>
          </p:cNvPr>
          <p:cNvSpPr/>
          <p:nvPr/>
        </p:nvSpPr>
        <p:spPr>
          <a:xfrm>
            <a:off x="1188720"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Agent1</a:t>
            </a:r>
          </a:p>
        </p:txBody>
      </p:sp>
      <p:sp>
        <p:nvSpPr>
          <p:cNvPr id="5" name="Rectangle 4">
            <a:extLst>
              <a:ext uri="{FF2B5EF4-FFF2-40B4-BE49-F238E27FC236}">
                <a16:creationId xmlns:a16="http://schemas.microsoft.com/office/drawing/2014/main" id="{D4C5D271-524D-D60D-5E1C-1405AB5802D3}"/>
              </a:ext>
            </a:extLst>
          </p:cNvPr>
          <p:cNvSpPr/>
          <p:nvPr/>
        </p:nvSpPr>
        <p:spPr>
          <a:xfrm>
            <a:off x="3843020"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Agent2</a:t>
            </a:r>
          </a:p>
        </p:txBody>
      </p:sp>
      <p:sp>
        <p:nvSpPr>
          <p:cNvPr id="8" name="Rectangle 7">
            <a:extLst>
              <a:ext uri="{FF2B5EF4-FFF2-40B4-BE49-F238E27FC236}">
                <a16:creationId xmlns:a16="http://schemas.microsoft.com/office/drawing/2014/main" id="{1676AF9A-722E-F57C-B256-22DFD8318DD0}"/>
              </a:ext>
            </a:extLst>
          </p:cNvPr>
          <p:cNvSpPr/>
          <p:nvPr/>
        </p:nvSpPr>
        <p:spPr>
          <a:xfrm>
            <a:off x="6497320"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Agent3</a:t>
            </a:r>
          </a:p>
        </p:txBody>
      </p:sp>
      <p:sp>
        <p:nvSpPr>
          <p:cNvPr id="14" name="Rectangle 13">
            <a:extLst>
              <a:ext uri="{FF2B5EF4-FFF2-40B4-BE49-F238E27FC236}">
                <a16:creationId xmlns:a16="http://schemas.microsoft.com/office/drawing/2014/main" id="{C2E5BA72-475F-AFE0-8515-6870570888BE}"/>
              </a:ext>
            </a:extLst>
          </p:cNvPr>
          <p:cNvSpPr/>
          <p:nvPr/>
        </p:nvSpPr>
        <p:spPr>
          <a:xfrm>
            <a:off x="8963152" y="3739896"/>
            <a:ext cx="1883664" cy="88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Agent3</a:t>
            </a:r>
          </a:p>
        </p:txBody>
      </p:sp>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6B94E43C-F160-C7CB-2E6D-3A3F7BC7C1F8}"/>
                  </a:ext>
                </a:extLst>
              </p14:cNvPr>
              <p14:cNvContentPartPr/>
              <p14:nvPr/>
            </p14:nvContentPartPr>
            <p14:xfrm>
              <a:off x="3256704" y="4111056"/>
              <a:ext cx="517680" cy="128160"/>
            </p14:xfrm>
          </p:contentPart>
        </mc:Choice>
        <mc:Fallback>
          <p:pic>
            <p:nvPicPr>
              <p:cNvPr id="17" name="Ink 16">
                <a:extLst>
                  <a:ext uri="{FF2B5EF4-FFF2-40B4-BE49-F238E27FC236}">
                    <a16:creationId xmlns:a16="http://schemas.microsoft.com/office/drawing/2014/main" id="{6B94E43C-F160-C7CB-2E6D-3A3F7BC7C1F8}"/>
                  </a:ext>
                </a:extLst>
              </p:cNvPr>
              <p:cNvPicPr/>
              <p:nvPr/>
            </p:nvPicPr>
            <p:blipFill>
              <a:blip r:embed="rId3"/>
              <a:stretch>
                <a:fillRect/>
              </a:stretch>
            </p:blipFill>
            <p:spPr>
              <a:xfrm>
                <a:off x="3238704" y="4093416"/>
                <a:ext cx="553320" cy="163800"/>
              </a:xfrm>
              <a:prstGeom prst="rect">
                <a:avLst/>
              </a:prstGeom>
            </p:spPr>
          </p:pic>
        </mc:Fallback>
      </mc:AlternateContent>
      <p:grpSp>
        <p:nvGrpSpPr>
          <p:cNvPr id="23" name="Group 22">
            <a:extLst>
              <a:ext uri="{FF2B5EF4-FFF2-40B4-BE49-F238E27FC236}">
                <a16:creationId xmlns:a16="http://schemas.microsoft.com/office/drawing/2014/main" id="{8C048A94-00E8-D703-AFE0-1DB9A4BBC774}"/>
              </a:ext>
            </a:extLst>
          </p:cNvPr>
          <p:cNvGrpSpPr/>
          <p:nvPr/>
        </p:nvGrpSpPr>
        <p:grpSpPr>
          <a:xfrm>
            <a:off x="5911704" y="4115736"/>
            <a:ext cx="444960" cy="172080"/>
            <a:chOff x="5911704" y="4115736"/>
            <a:chExt cx="444960" cy="172080"/>
          </a:xfrm>
        </p:grpSpPr>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C93A8075-FE64-1AEF-A828-8CC83E583651}"/>
                    </a:ext>
                  </a:extLst>
                </p14:cNvPr>
                <p14:cNvContentPartPr/>
                <p14:nvPr/>
              </p14:nvContentPartPr>
              <p14:xfrm>
                <a:off x="5911704" y="4169016"/>
                <a:ext cx="315000" cy="26640"/>
              </p14:xfrm>
            </p:contentPart>
          </mc:Choice>
          <mc:Fallback>
            <p:pic>
              <p:nvPicPr>
                <p:cNvPr id="18" name="Ink 17">
                  <a:extLst>
                    <a:ext uri="{FF2B5EF4-FFF2-40B4-BE49-F238E27FC236}">
                      <a16:creationId xmlns:a16="http://schemas.microsoft.com/office/drawing/2014/main" id="{C93A8075-FE64-1AEF-A828-8CC83E583651}"/>
                    </a:ext>
                  </a:extLst>
                </p:cNvPr>
                <p:cNvPicPr/>
                <p:nvPr/>
              </p:nvPicPr>
              <p:blipFill>
                <a:blip r:embed="rId5"/>
                <a:stretch>
                  <a:fillRect/>
                </a:stretch>
              </p:blipFill>
              <p:spPr>
                <a:xfrm>
                  <a:off x="5894064" y="4151016"/>
                  <a:ext cx="35064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544EDA8B-D4A4-EAA1-43D5-20272F395262}"/>
                    </a:ext>
                  </a:extLst>
                </p14:cNvPr>
                <p14:cNvContentPartPr/>
                <p14:nvPr/>
              </p14:nvContentPartPr>
              <p14:xfrm>
                <a:off x="6164424" y="4115736"/>
                <a:ext cx="192240" cy="172080"/>
              </p14:xfrm>
            </p:contentPart>
          </mc:Choice>
          <mc:Fallback>
            <p:pic>
              <p:nvPicPr>
                <p:cNvPr id="19" name="Ink 18">
                  <a:extLst>
                    <a:ext uri="{FF2B5EF4-FFF2-40B4-BE49-F238E27FC236}">
                      <a16:creationId xmlns:a16="http://schemas.microsoft.com/office/drawing/2014/main" id="{544EDA8B-D4A4-EAA1-43D5-20272F395262}"/>
                    </a:ext>
                  </a:extLst>
                </p:cNvPr>
                <p:cNvPicPr/>
                <p:nvPr/>
              </p:nvPicPr>
              <p:blipFill>
                <a:blip r:embed="rId7"/>
                <a:stretch>
                  <a:fillRect/>
                </a:stretch>
              </p:blipFill>
              <p:spPr>
                <a:xfrm>
                  <a:off x="6146424" y="4097736"/>
                  <a:ext cx="227880" cy="207720"/>
                </a:xfrm>
                <a:prstGeom prst="rect">
                  <a:avLst/>
                </a:prstGeom>
              </p:spPr>
            </p:pic>
          </mc:Fallback>
        </mc:AlternateContent>
      </p:grpSp>
      <p:grpSp>
        <p:nvGrpSpPr>
          <p:cNvPr id="22" name="Group 21">
            <a:extLst>
              <a:ext uri="{FF2B5EF4-FFF2-40B4-BE49-F238E27FC236}">
                <a16:creationId xmlns:a16="http://schemas.microsoft.com/office/drawing/2014/main" id="{C57D43DD-3FD2-E350-D253-7E00D93B9D22}"/>
              </a:ext>
            </a:extLst>
          </p:cNvPr>
          <p:cNvGrpSpPr/>
          <p:nvPr/>
        </p:nvGrpSpPr>
        <p:grpSpPr>
          <a:xfrm>
            <a:off x="8524944" y="4116096"/>
            <a:ext cx="441000" cy="164160"/>
            <a:chOff x="8524944" y="4116096"/>
            <a:chExt cx="441000" cy="164160"/>
          </a:xfrm>
        </p:grpSpPr>
        <mc:AlternateContent xmlns:mc="http://schemas.openxmlformats.org/markup-compatibility/2006">
          <mc:Choice xmlns:p14="http://schemas.microsoft.com/office/powerpoint/2010/main" Requires="p14">
            <p:contentPart p14:bwMode="auto" r:id="rId8">
              <p14:nvContentPartPr>
                <p14:cNvPr id="20" name="Ink 19">
                  <a:extLst>
                    <a:ext uri="{FF2B5EF4-FFF2-40B4-BE49-F238E27FC236}">
                      <a16:creationId xmlns:a16="http://schemas.microsoft.com/office/drawing/2014/main" id="{9FCC5093-44EF-8ECA-D365-D8526837CC2A}"/>
                    </a:ext>
                  </a:extLst>
                </p14:cNvPr>
                <p14:cNvContentPartPr/>
                <p14:nvPr/>
              </p14:nvContentPartPr>
              <p14:xfrm>
                <a:off x="8524944" y="4182336"/>
                <a:ext cx="351720" cy="19080"/>
              </p14:xfrm>
            </p:contentPart>
          </mc:Choice>
          <mc:Fallback>
            <p:pic>
              <p:nvPicPr>
                <p:cNvPr id="20" name="Ink 19">
                  <a:extLst>
                    <a:ext uri="{FF2B5EF4-FFF2-40B4-BE49-F238E27FC236}">
                      <a16:creationId xmlns:a16="http://schemas.microsoft.com/office/drawing/2014/main" id="{9FCC5093-44EF-8ECA-D365-D8526837CC2A}"/>
                    </a:ext>
                  </a:extLst>
                </p:cNvPr>
                <p:cNvPicPr/>
                <p:nvPr/>
              </p:nvPicPr>
              <p:blipFill>
                <a:blip r:embed="rId9"/>
                <a:stretch>
                  <a:fillRect/>
                </a:stretch>
              </p:blipFill>
              <p:spPr>
                <a:xfrm>
                  <a:off x="8507304" y="4164336"/>
                  <a:ext cx="38736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1" name="Ink 20">
                  <a:extLst>
                    <a:ext uri="{FF2B5EF4-FFF2-40B4-BE49-F238E27FC236}">
                      <a16:creationId xmlns:a16="http://schemas.microsoft.com/office/drawing/2014/main" id="{14DB4CC4-7AF4-6A31-00FB-06AA20F02CA8}"/>
                    </a:ext>
                  </a:extLst>
                </p14:cNvPr>
                <p14:cNvContentPartPr/>
                <p14:nvPr/>
              </p14:nvContentPartPr>
              <p14:xfrm>
                <a:off x="8698824" y="4116096"/>
                <a:ext cx="267120" cy="164160"/>
              </p14:xfrm>
            </p:contentPart>
          </mc:Choice>
          <mc:Fallback>
            <p:pic>
              <p:nvPicPr>
                <p:cNvPr id="21" name="Ink 20">
                  <a:extLst>
                    <a:ext uri="{FF2B5EF4-FFF2-40B4-BE49-F238E27FC236}">
                      <a16:creationId xmlns:a16="http://schemas.microsoft.com/office/drawing/2014/main" id="{14DB4CC4-7AF4-6A31-00FB-06AA20F02CA8}"/>
                    </a:ext>
                  </a:extLst>
                </p:cNvPr>
                <p:cNvPicPr/>
                <p:nvPr/>
              </p:nvPicPr>
              <p:blipFill>
                <a:blip r:embed="rId11"/>
                <a:stretch>
                  <a:fillRect/>
                </a:stretch>
              </p:blipFill>
              <p:spPr>
                <a:xfrm>
                  <a:off x="8680824" y="4098456"/>
                  <a:ext cx="302760" cy="199800"/>
                </a:xfrm>
                <a:prstGeom prst="rect">
                  <a:avLst/>
                </a:prstGeom>
              </p:spPr>
            </p:pic>
          </mc:Fallback>
        </mc:AlternateContent>
      </p:grpSp>
      <p:grpSp>
        <p:nvGrpSpPr>
          <p:cNvPr id="26" name="Group 25">
            <a:extLst>
              <a:ext uri="{FF2B5EF4-FFF2-40B4-BE49-F238E27FC236}">
                <a16:creationId xmlns:a16="http://schemas.microsoft.com/office/drawing/2014/main" id="{7B932CAA-E337-825D-758C-2BFC44A3527E}"/>
              </a:ext>
            </a:extLst>
          </p:cNvPr>
          <p:cNvGrpSpPr/>
          <p:nvPr/>
        </p:nvGrpSpPr>
        <p:grpSpPr>
          <a:xfrm>
            <a:off x="5059224" y="3062376"/>
            <a:ext cx="3946320" cy="667800"/>
            <a:chOff x="5059224" y="3062376"/>
            <a:chExt cx="3946320" cy="667800"/>
          </a:xfrm>
        </p:grpSpPr>
        <mc:AlternateContent xmlns:mc="http://schemas.openxmlformats.org/markup-compatibility/2006">
          <mc:Choice xmlns:p14="http://schemas.microsoft.com/office/powerpoint/2010/main" Requires="p14">
            <p:contentPart p14:bwMode="auto" r:id="rId12">
              <p14:nvContentPartPr>
                <p14:cNvPr id="24" name="Ink 23">
                  <a:extLst>
                    <a:ext uri="{FF2B5EF4-FFF2-40B4-BE49-F238E27FC236}">
                      <a16:creationId xmlns:a16="http://schemas.microsoft.com/office/drawing/2014/main" id="{B258CF55-E5AB-F082-6573-18CC5FB28EFC}"/>
                    </a:ext>
                  </a:extLst>
                </p14:cNvPr>
                <p14:cNvContentPartPr/>
                <p14:nvPr/>
              </p14:nvContentPartPr>
              <p14:xfrm>
                <a:off x="5059224" y="3062376"/>
                <a:ext cx="3918240" cy="667800"/>
              </p14:xfrm>
            </p:contentPart>
          </mc:Choice>
          <mc:Fallback>
            <p:pic>
              <p:nvPicPr>
                <p:cNvPr id="24" name="Ink 23">
                  <a:extLst>
                    <a:ext uri="{FF2B5EF4-FFF2-40B4-BE49-F238E27FC236}">
                      <a16:creationId xmlns:a16="http://schemas.microsoft.com/office/drawing/2014/main" id="{B258CF55-E5AB-F082-6573-18CC5FB28EFC}"/>
                    </a:ext>
                  </a:extLst>
                </p:cNvPr>
                <p:cNvPicPr/>
                <p:nvPr/>
              </p:nvPicPr>
              <p:blipFill>
                <a:blip r:embed="rId13"/>
                <a:stretch>
                  <a:fillRect/>
                </a:stretch>
              </p:blipFill>
              <p:spPr>
                <a:xfrm>
                  <a:off x="5041584" y="3044376"/>
                  <a:ext cx="3953880" cy="703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Ink 24">
                  <a:extLst>
                    <a:ext uri="{FF2B5EF4-FFF2-40B4-BE49-F238E27FC236}">
                      <a16:creationId xmlns:a16="http://schemas.microsoft.com/office/drawing/2014/main" id="{7793DCE5-CC3C-4CB2-150A-00A5AE7353C3}"/>
                    </a:ext>
                  </a:extLst>
                </p14:cNvPr>
                <p14:cNvContentPartPr/>
                <p14:nvPr/>
              </p14:nvContentPartPr>
              <p14:xfrm>
                <a:off x="8775504" y="3388896"/>
                <a:ext cx="230040" cy="167040"/>
              </p14:xfrm>
            </p:contentPart>
          </mc:Choice>
          <mc:Fallback>
            <p:pic>
              <p:nvPicPr>
                <p:cNvPr id="25" name="Ink 24">
                  <a:extLst>
                    <a:ext uri="{FF2B5EF4-FFF2-40B4-BE49-F238E27FC236}">
                      <a16:creationId xmlns:a16="http://schemas.microsoft.com/office/drawing/2014/main" id="{7793DCE5-CC3C-4CB2-150A-00A5AE7353C3}"/>
                    </a:ext>
                  </a:extLst>
                </p:cNvPr>
                <p:cNvPicPr/>
                <p:nvPr/>
              </p:nvPicPr>
              <p:blipFill>
                <a:blip r:embed="rId15"/>
                <a:stretch>
                  <a:fillRect/>
                </a:stretch>
              </p:blipFill>
              <p:spPr>
                <a:xfrm>
                  <a:off x="8757504" y="3371256"/>
                  <a:ext cx="265680" cy="202680"/>
                </a:xfrm>
                <a:prstGeom prst="rect">
                  <a:avLst/>
                </a:prstGeom>
              </p:spPr>
            </p:pic>
          </mc:Fallback>
        </mc:AlternateContent>
      </p:grpSp>
      <p:sp>
        <p:nvSpPr>
          <p:cNvPr id="29" name="Oval 28">
            <a:extLst>
              <a:ext uri="{FF2B5EF4-FFF2-40B4-BE49-F238E27FC236}">
                <a16:creationId xmlns:a16="http://schemas.microsoft.com/office/drawing/2014/main" id="{B5E8DE72-4FA6-75EE-EF69-BCDF5E0168EA}"/>
              </a:ext>
            </a:extLst>
          </p:cNvPr>
          <p:cNvSpPr/>
          <p:nvPr/>
        </p:nvSpPr>
        <p:spPr>
          <a:xfrm>
            <a:off x="56704" y="3828720"/>
            <a:ext cx="931248" cy="7072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Goal</a:t>
            </a:r>
          </a:p>
        </p:txBody>
      </p:sp>
      <p:sp>
        <p:nvSpPr>
          <p:cNvPr id="31" name="Oval 30">
            <a:extLst>
              <a:ext uri="{FF2B5EF4-FFF2-40B4-BE49-F238E27FC236}">
                <a16:creationId xmlns:a16="http://schemas.microsoft.com/office/drawing/2014/main" id="{7F1ABF4D-364D-0B73-5853-47D988DEFBFC}"/>
              </a:ext>
            </a:extLst>
          </p:cNvPr>
          <p:cNvSpPr/>
          <p:nvPr/>
        </p:nvSpPr>
        <p:spPr>
          <a:xfrm>
            <a:off x="11111144" y="3847800"/>
            <a:ext cx="1080856" cy="7072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Result</a:t>
            </a:r>
          </a:p>
        </p:txBody>
      </p:sp>
      <mc:AlternateContent xmlns:mc="http://schemas.openxmlformats.org/markup-compatibility/2006">
        <mc:Choice xmlns:p14="http://schemas.microsoft.com/office/powerpoint/2010/main" Requires="p14">
          <p:contentPart p14:bwMode="auto" r:id="rId16">
            <p14:nvContentPartPr>
              <p14:cNvPr id="32" name="Ink 31">
                <a:extLst>
                  <a:ext uri="{FF2B5EF4-FFF2-40B4-BE49-F238E27FC236}">
                    <a16:creationId xmlns:a16="http://schemas.microsoft.com/office/drawing/2014/main" id="{783A5B0B-2FB7-2A1D-1F97-34D46C43ADC8}"/>
                  </a:ext>
                </a:extLst>
              </p14:cNvPr>
              <p14:cNvContentPartPr/>
              <p14:nvPr/>
            </p14:nvContentPartPr>
            <p14:xfrm>
              <a:off x="1021104" y="4123656"/>
              <a:ext cx="165960" cy="128520"/>
            </p14:xfrm>
          </p:contentPart>
        </mc:Choice>
        <mc:Fallback>
          <p:pic>
            <p:nvPicPr>
              <p:cNvPr id="32" name="Ink 31">
                <a:extLst>
                  <a:ext uri="{FF2B5EF4-FFF2-40B4-BE49-F238E27FC236}">
                    <a16:creationId xmlns:a16="http://schemas.microsoft.com/office/drawing/2014/main" id="{783A5B0B-2FB7-2A1D-1F97-34D46C43ADC8}"/>
                  </a:ext>
                </a:extLst>
              </p:cNvPr>
              <p:cNvPicPr/>
              <p:nvPr/>
            </p:nvPicPr>
            <p:blipFill>
              <a:blip r:embed="rId17"/>
              <a:stretch>
                <a:fillRect/>
              </a:stretch>
            </p:blipFill>
            <p:spPr>
              <a:xfrm>
                <a:off x="1003464" y="4105656"/>
                <a:ext cx="2016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3" name="Ink 32">
                <a:extLst>
                  <a:ext uri="{FF2B5EF4-FFF2-40B4-BE49-F238E27FC236}">
                    <a16:creationId xmlns:a16="http://schemas.microsoft.com/office/drawing/2014/main" id="{674921D6-68B5-E6A4-02B7-1C6183F8E466}"/>
                  </a:ext>
                </a:extLst>
              </p14:cNvPr>
              <p14:cNvContentPartPr/>
              <p14:nvPr/>
            </p14:nvContentPartPr>
            <p14:xfrm>
              <a:off x="10937664" y="4214376"/>
              <a:ext cx="182880" cy="70560"/>
            </p14:xfrm>
          </p:contentPart>
        </mc:Choice>
        <mc:Fallback>
          <p:pic>
            <p:nvPicPr>
              <p:cNvPr id="33" name="Ink 32">
                <a:extLst>
                  <a:ext uri="{FF2B5EF4-FFF2-40B4-BE49-F238E27FC236}">
                    <a16:creationId xmlns:a16="http://schemas.microsoft.com/office/drawing/2014/main" id="{674921D6-68B5-E6A4-02B7-1C6183F8E466}"/>
                  </a:ext>
                </a:extLst>
              </p:cNvPr>
              <p:cNvPicPr/>
              <p:nvPr/>
            </p:nvPicPr>
            <p:blipFill>
              <a:blip r:embed="rId19"/>
              <a:stretch>
                <a:fillRect/>
              </a:stretch>
            </p:blipFill>
            <p:spPr>
              <a:xfrm>
                <a:off x="10919664" y="4196376"/>
                <a:ext cx="218520" cy="106200"/>
              </a:xfrm>
              <a:prstGeom prst="rect">
                <a:avLst/>
              </a:prstGeom>
            </p:spPr>
          </p:pic>
        </mc:Fallback>
      </mc:AlternateContent>
    </p:spTree>
    <p:extLst>
      <p:ext uri="{BB962C8B-B14F-4D97-AF65-F5344CB8AC3E}">
        <p14:creationId xmlns:p14="http://schemas.microsoft.com/office/powerpoint/2010/main" val="1311170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1AF2-BE24-D586-CE52-CFFC6BC26A6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4CDAFF-26BA-0439-A1DF-49E3719E5069}"/>
              </a:ext>
            </a:extLst>
          </p:cNvPr>
          <p:cNvGraphicFramePr>
            <a:graphicFrameLocks noGrp="1"/>
          </p:cNvGraphicFramePr>
          <p:nvPr>
            <p:extLst>
              <p:ext uri="{D42A27DB-BD31-4B8C-83A1-F6EECF244321}">
                <p14:modId xmlns:p14="http://schemas.microsoft.com/office/powerpoint/2010/main" val="2598381523"/>
              </p:ext>
            </p:extLst>
          </p:nvPr>
        </p:nvGraphicFramePr>
        <p:xfrm>
          <a:off x="443484" y="1697006"/>
          <a:ext cx="9037320" cy="2286000"/>
        </p:xfrm>
        <a:graphic>
          <a:graphicData uri="http://schemas.openxmlformats.org/drawingml/2006/table">
            <a:tbl>
              <a:tblPr/>
              <a:tblGrid>
                <a:gridCol w="2874264">
                  <a:extLst>
                    <a:ext uri="{9D8B030D-6E8A-4147-A177-3AD203B41FA5}">
                      <a16:colId xmlns:a16="http://schemas.microsoft.com/office/drawing/2014/main" val="752617204"/>
                    </a:ext>
                  </a:extLst>
                </a:gridCol>
                <a:gridCol w="6163056">
                  <a:extLst>
                    <a:ext uri="{9D8B030D-6E8A-4147-A177-3AD203B41FA5}">
                      <a16:colId xmlns:a16="http://schemas.microsoft.com/office/drawing/2014/main" val="2953563925"/>
                    </a:ext>
                  </a:extLst>
                </a:gridCol>
              </a:tblGrid>
              <a:tr h="0">
                <a:tc>
                  <a:txBody>
                    <a:bodyPr/>
                    <a:lstStyle/>
                    <a:p>
                      <a:pPr algn="ctr">
                        <a:buNone/>
                      </a:pPr>
                      <a:r>
                        <a:rPr lang="en-US" sz="2400" b="1" u="sng" dirty="0">
                          <a:solidFill>
                            <a:schemeClr val="accent6">
                              <a:lumMod val="60000"/>
                              <a:lumOff val="40000"/>
                            </a:schemeClr>
                          </a:solidFill>
                        </a:rPr>
                        <a:t>Component</a:t>
                      </a:r>
                    </a:p>
                  </a:txBody>
                  <a:tcPr anchor="ctr">
                    <a:lnL>
                      <a:noFill/>
                    </a:lnL>
                    <a:lnR>
                      <a:noFill/>
                    </a:lnR>
                    <a:lnT>
                      <a:noFill/>
                    </a:lnT>
                    <a:lnB>
                      <a:noFill/>
                    </a:lnB>
                    <a:noFill/>
                  </a:tcPr>
                </a:tc>
                <a:tc>
                  <a:txBody>
                    <a:bodyPr/>
                    <a:lstStyle/>
                    <a:p>
                      <a:pPr algn="ctr">
                        <a:buNone/>
                      </a:pPr>
                      <a:r>
                        <a:rPr lang="en-US" sz="2400" b="1" u="sng" dirty="0">
                          <a:solidFill>
                            <a:schemeClr val="accent6">
                              <a:lumMod val="60000"/>
                              <a:lumOff val="40000"/>
                            </a:schemeClr>
                          </a:solidFill>
                        </a:rPr>
                        <a:t>Role</a:t>
                      </a:r>
                    </a:p>
                  </a:txBody>
                  <a:tcPr anchor="ctr">
                    <a:lnL>
                      <a:noFill/>
                    </a:lnL>
                    <a:lnR>
                      <a:noFill/>
                    </a:lnR>
                    <a:lnT>
                      <a:noFill/>
                    </a:lnT>
                    <a:lnB>
                      <a:noFill/>
                    </a:lnB>
                    <a:noFill/>
                  </a:tcPr>
                </a:tc>
                <a:extLst>
                  <a:ext uri="{0D108BD9-81ED-4DB2-BD59-A6C34878D82A}">
                    <a16:rowId xmlns:a16="http://schemas.microsoft.com/office/drawing/2014/main" val="1524961159"/>
                  </a:ext>
                </a:extLst>
              </a:tr>
              <a:tr h="0">
                <a:tc>
                  <a:txBody>
                    <a:bodyPr/>
                    <a:lstStyle/>
                    <a:p>
                      <a:pPr algn="ctr">
                        <a:buNone/>
                      </a:pPr>
                      <a:r>
                        <a:rPr lang="en-US" sz="2400" b="1" dirty="0">
                          <a:solidFill>
                            <a:schemeClr val="accent6">
                              <a:lumMod val="60000"/>
                              <a:lumOff val="40000"/>
                            </a:schemeClr>
                          </a:solidFill>
                        </a:rPr>
                        <a:t>Planner</a:t>
                      </a:r>
                      <a:endParaRPr lang="en-US" sz="2400" dirty="0">
                        <a:solidFill>
                          <a:schemeClr val="accent6">
                            <a:lumMod val="60000"/>
                            <a:lumOff val="40000"/>
                          </a:schemeClr>
                        </a:solidFill>
                      </a:endParaRP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Decides </a:t>
                      </a:r>
                      <a:r>
                        <a:rPr lang="en-US" sz="2400" i="1" dirty="0">
                          <a:solidFill>
                            <a:schemeClr val="accent6">
                              <a:lumMod val="60000"/>
                              <a:lumOff val="40000"/>
                            </a:schemeClr>
                          </a:solidFill>
                        </a:rPr>
                        <a:t>what steps to take – </a:t>
                      </a:r>
                      <a:r>
                        <a:rPr lang="en-US" sz="2400" i="0" dirty="0">
                          <a:solidFill>
                            <a:schemeClr val="accent6">
                              <a:lumMod val="60000"/>
                              <a:lumOff val="40000"/>
                            </a:schemeClr>
                          </a:solidFill>
                        </a:rPr>
                        <a:t>Needs LLM for this</a:t>
                      </a:r>
                      <a:endParaRPr lang="en-US" sz="2400" dirty="0">
                        <a:solidFill>
                          <a:schemeClr val="accent6">
                            <a:lumMod val="60000"/>
                            <a:lumOff val="40000"/>
                          </a:schemeClr>
                        </a:solidFill>
                      </a:endParaRPr>
                    </a:p>
                  </a:txBody>
                  <a:tcPr anchor="ctr">
                    <a:lnL>
                      <a:noFill/>
                    </a:lnL>
                    <a:lnR>
                      <a:noFill/>
                    </a:lnR>
                    <a:lnT>
                      <a:noFill/>
                    </a:lnT>
                    <a:lnB>
                      <a:noFill/>
                    </a:lnB>
                    <a:noFill/>
                  </a:tcPr>
                </a:tc>
                <a:extLst>
                  <a:ext uri="{0D108BD9-81ED-4DB2-BD59-A6C34878D82A}">
                    <a16:rowId xmlns:a16="http://schemas.microsoft.com/office/drawing/2014/main" val="3772262968"/>
                  </a:ext>
                </a:extLst>
              </a:tr>
              <a:tr h="0">
                <a:tc>
                  <a:txBody>
                    <a:bodyPr/>
                    <a:lstStyle/>
                    <a:p>
                      <a:pPr algn="ctr">
                        <a:buNone/>
                      </a:pPr>
                      <a:r>
                        <a:rPr lang="en-US" sz="2400" b="1">
                          <a:solidFill>
                            <a:schemeClr val="accent6">
                              <a:lumMod val="60000"/>
                              <a:lumOff val="40000"/>
                            </a:schemeClr>
                          </a:solidFill>
                        </a:rPr>
                        <a:t>Memory</a:t>
                      </a:r>
                      <a:endParaRPr lang="en-US" sz="2400">
                        <a:solidFill>
                          <a:schemeClr val="accent6">
                            <a:lumMod val="60000"/>
                            <a:lumOff val="40000"/>
                          </a:schemeClr>
                        </a:solidFill>
                      </a:endParaRP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Stores past information</a:t>
                      </a:r>
                    </a:p>
                  </a:txBody>
                  <a:tcPr anchor="ctr">
                    <a:lnL>
                      <a:noFill/>
                    </a:lnL>
                    <a:lnR>
                      <a:noFill/>
                    </a:lnR>
                    <a:lnT>
                      <a:noFill/>
                    </a:lnT>
                    <a:lnB>
                      <a:noFill/>
                    </a:lnB>
                    <a:noFill/>
                  </a:tcPr>
                </a:tc>
                <a:extLst>
                  <a:ext uri="{0D108BD9-81ED-4DB2-BD59-A6C34878D82A}">
                    <a16:rowId xmlns:a16="http://schemas.microsoft.com/office/drawing/2014/main" val="234427315"/>
                  </a:ext>
                </a:extLst>
              </a:tr>
              <a:tr h="0">
                <a:tc>
                  <a:txBody>
                    <a:bodyPr/>
                    <a:lstStyle/>
                    <a:p>
                      <a:pPr algn="ctr">
                        <a:buNone/>
                      </a:pPr>
                      <a:r>
                        <a:rPr lang="en-US" sz="2400" b="1">
                          <a:solidFill>
                            <a:schemeClr val="accent6">
                              <a:lumMod val="60000"/>
                              <a:lumOff val="40000"/>
                            </a:schemeClr>
                          </a:solidFill>
                        </a:rPr>
                        <a:t>Tools</a:t>
                      </a:r>
                      <a:endParaRPr lang="en-US" sz="2400">
                        <a:solidFill>
                          <a:schemeClr val="accent6">
                            <a:lumMod val="60000"/>
                            <a:lumOff val="40000"/>
                          </a:schemeClr>
                        </a:solidFill>
                      </a:endParaRP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External capabilities (APIs, DBs, calculators)</a:t>
                      </a:r>
                    </a:p>
                  </a:txBody>
                  <a:tcPr anchor="ctr">
                    <a:lnL>
                      <a:noFill/>
                    </a:lnL>
                    <a:lnR>
                      <a:noFill/>
                    </a:lnR>
                    <a:lnT>
                      <a:noFill/>
                    </a:lnT>
                    <a:lnB>
                      <a:noFill/>
                    </a:lnB>
                    <a:noFill/>
                  </a:tcPr>
                </a:tc>
                <a:extLst>
                  <a:ext uri="{0D108BD9-81ED-4DB2-BD59-A6C34878D82A}">
                    <a16:rowId xmlns:a16="http://schemas.microsoft.com/office/drawing/2014/main" val="3462731126"/>
                  </a:ext>
                </a:extLst>
              </a:tr>
              <a:tr h="0">
                <a:tc>
                  <a:txBody>
                    <a:bodyPr/>
                    <a:lstStyle/>
                    <a:p>
                      <a:pPr algn="ctr">
                        <a:buNone/>
                      </a:pPr>
                      <a:r>
                        <a:rPr lang="en-US" sz="2400" b="1" dirty="0">
                          <a:solidFill>
                            <a:schemeClr val="accent6">
                              <a:lumMod val="60000"/>
                              <a:lumOff val="40000"/>
                            </a:schemeClr>
                          </a:solidFill>
                        </a:rPr>
                        <a:t>Executor</a:t>
                      </a:r>
                      <a:endParaRPr lang="en-US" sz="2400" dirty="0">
                        <a:solidFill>
                          <a:schemeClr val="accent6">
                            <a:lumMod val="60000"/>
                            <a:lumOff val="40000"/>
                          </a:schemeClr>
                        </a:solidFill>
                      </a:endParaRP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Actually, performs the actions by calling tools</a:t>
                      </a:r>
                    </a:p>
                  </a:txBody>
                  <a:tcPr anchor="ctr">
                    <a:lnL>
                      <a:noFill/>
                    </a:lnL>
                    <a:lnR>
                      <a:noFill/>
                    </a:lnR>
                    <a:lnT>
                      <a:noFill/>
                    </a:lnT>
                    <a:lnB>
                      <a:noFill/>
                    </a:lnB>
                    <a:noFill/>
                  </a:tcPr>
                </a:tc>
                <a:extLst>
                  <a:ext uri="{0D108BD9-81ED-4DB2-BD59-A6C34878D82A}">
                    <a16:rowId xmlns:a16="http://schemas.microsoft.com/office/drawing/2014/main" val="2904333500"/>
                  </a:ext>
                </a:extLst>
              </a:tr>
            </a:tbl>
          </a:graphicData>
        </a:graphic>
      </p:graphicFrame>
      <p:sp>
        <p:nvSpPr>
          <p:cNvPr id="5" name="TextBox 4">
            <a:extLst>
              <a:ext uri="{FF2B5EF4-FFF2-40B4-BE49-F238E27FC236}">
                <a16:creationId xmlns:a16="http://schemas.microsoft.com/office/drawing/2014/main" id="{53611136-0F81-389E-9FBC-44FC6B1C9F7E}"/>
              </a:ext>
            </a:extLst>
          </p:cNvPr>
          <p:cNvSpPr txBox="1"/>
          <p:nvPr/>
        </p:nvSpPr>
        <p:spPr>
          <a:xfrm>
            <a:off x="845820" y="676656"/>
            <a:ext cx="10309860" cy="830997"/>
          </a:xfrm>
          <a:prstGeom prst="rect">
            <a:avLst/>
          </a:prstGeom>
          <a:noFill/>
        </p:spPr>
        <p:txBody>
          <a:bodyPr wrap="square">
            <a:spAutoFit/>
          </a:bodyPr>
          <a:lstStyle/>
          <a:p>
            <a:pPr>
              <a:buNone/>
            </a:pPr>
            <a:r>
              <a:rPr lang="en-US" sz="2400" b="1" dirty="0">
                <a:solidFill>
                  <a:schemeClr val="accent6">
                    <a:lumMod val="60000"/>
                    <a:lumOff val="40000"/>
                  </a:schemeClr>
                </a:solidFill>
              </a:rPr>
              <a:t>Components of an AI Agent</a:t>
            </a:r>
          </a:p>
          <a:p>
            <a:pPr>
              <a:buNone/>
            </a:pPr>
            <a:r>
              <a:rPr lang="en-US" sz="2400" dirty="0">
                <a:solidFill>
                  <a:schemeClr val="accent6">
                    <a:lumMod val="60000"/>
                    <a:lumOff val="40000"/>
                  </a:schemeClr>
                </a:solidFill>
              </a:rPr>
              <a:t>It’s a </a:t>
            </a:r>
            <a:r>
              <a:rPr lang="en-US" sz="2400" b="1" dirty="0">
                <a:solidFill>
                  <a:schemeClr val="accent6">
                    <a:lumMod val="60000"/>
                    <a:lumOff val="40000"/>
                  </a:schemeClr>
                </a:solidFill>
              </a:rPr>
              <a:t>system of modules</a:t>
            </a:r>
            <a:r>
              <a:rPr lang="en-US" sz="2400" dirty="0">
                <a:solidFill>
                  <a:schemeClr val="accent6">
                    <a:lumMod val="60000"/>
                    <a:lumOff val="40000"/>
                  </a:schemeClr>
                </a:solidFill>
              </a:rPr>
              <a:t> working together:</a:t>
            </a:r>
          </a:p>
        </p:txBody>
      </p:sp>
    </p:spTree>
    <p:extLst>
      <p:ext uri="{BB962C8B-B14F-4D97-AF65-F5344CB8AC3E}">
        <p14:creationId xmlns:p14="http://schemas.microsoft.com/office/powerpoint/2010/main" val="4212842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94699-A25E-4C22-7E06-982C17AF02F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8BCBB6-EA83-55D9-41BA-BB200D4AE60C}"/>
              </a:ext>
            </a:extLst>
          </p:cNvPr>
          <p:cNvSpPr txBox="1"/>
          <p:nvPr/>
        </p:nvSpPr>
        <p:spPr>
          <a:xfrm>
            <a:off x="123444" y="146304"/>
            <a:ext cx="10309860" cy="1569660"/>
          </a:xfrm>
          <a:prstGeom prst="rect">
            <a:avLst/>
          </a:prstGeom>
          <a:noFill/>
        </p:spPr>
        <p:txBody>
          <a:bodyPr wrap="square">
            <a:spAutoFit/>
          </a:bodyPr>
          <a:lstStyle/>
          <a:p>
            <a:r>
              <a:rPr lang="en-US" sz="2400" b="1" dirty="0">
                <a:solidFill>
                  <a:schemeClr val="accent6">
                    <a:lumMod val="60000"/>
                    <a:lumOff val="40000"/>
                  </a:schemeClr>
                </a:solidFill>
              </a:rPr>
              <a:t>🪙 Running Example (FinTech)</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 User Query:</a:t>
            </a:r>
          </a:p>
          <a:p>
            <a:r>
              <a:rPr lang="en-US" sz="2400" dirty="0">
                <a:solidFill>
                  <a:schemeClr val="accent6">
                    <a:lumMod val="60000"/>
                    <a:lumOff val="40000"/>
                  </a:schemeClr>
                </a:solidFill>
              </a:rPr>
              <a:t>“Analyze my spending this month and tell me if I can invest ₹10,000 in stocks.”</a:t>
            </a:r>
          </a:p>
        </p:txBody>
      </p:sp>
    </p:spTree>
    <p:extLst>
      <p:ext uri="{BB962C8B-B14F-4D97-AF65-F5344CB8AC3E}">
        <p14:creationId xmlns:p14="http://schemas.microsoft.com/office/powerpoint/2010/main" val="3240044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47EAA-1758-E262-FC61-DE5151359B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AF51C1-3604-9FB8-705F-E2D27CFD5E6D}"/>
              </a:ext>
            </a:extLst>
          </p:cNvPr>
          <p:cNvSpPr txBox="1"/>
          <p:nvPr/>
        </p:nvSpPr>
        <p:spPr>
          <a:xfrm>
            <a:off x="256032" y="469452"/>
            <a:ext cx="7132320" cy="4893647"/>
          </a:xfrm>
          <a:prstGeom prst="rect">
            <a:avLst/>
          </a:prstGeom>
          <a:noFill/>
        </p:spPr>
        <p:txBody>
          <a:bodyPr wrap="square">
            <a:spAutoFit/>
          </a:bodyPr>
          <a:lstStyle/>
          <a:p>
            <a:pPr>
              <a:buNone/>
            </a:pPr>
            <a:r>
              <a:rPr lang="en-US" sz="2400" b="1" dirty="0">
                <a:solidFill>
                  <a:schemeClr val="accent6">
                    <a:lumMod val="60000"/>
                    <a:lumOff val="40000"/>
                  </a:schemeClr>
                </a:solidFill>
              </a:rPr>
              <a:t>1️⃣ Planner (The Strategist)</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 What it does:</a:t>
            </a:r>
          </a:p>
          <a:p>
            <a:pPr marL="342900" indent="-342900">
              <a:buFont typeface="Arial" panose="020B0604020202020204" pitchFamily="34" charset="0"/>
              <a:buChar char="•"/>
            </a:pPr>
            <a:r>
              <a:rPr lang="en-US" sz="2400" dirty="0">
                <a:solidFill>
                  <a:schemeClr val="accent6">
                    <a:lumMod val="60000"/>
                    <a:lumOff val="40000"/>
                  </a:schemeClr>
                </a:solidFill>
              </a:rPr>
              <a:t>Breaks the problem into steps </a:t>
            </a:r>
          </a:p>
          <a:p>
            <a:pPr marL="342900" indent="-342900">
              <a:buFont typeface="Arial" panose="020B0604020202020204" pitchFamily="34" charset="0"/>
              <a:buChar char="•"/>
            </a:pPr>
            <a:r>
              <a:rPr lang="en-US" sz="2400" dirty="0">
                <a:solidFill>
                  <a:schemeClr val="accent6">
                    <a:lumMod val="60000"/>
                    <a:lumOff val="40000"/>
                  </a:schemeClr>
                </a:solidFill>
              </a:rPr>
              <a:t>Decides </a:t>
            </a:r>
            <a:r>
              <a:rPr lang="en-US" sz="2400" b="1" dirty="0">
                <a:solidFill>
                  <a:schemeClr val="accent6">
                    <a:lumMod val="60000"/>
                    <a:lumOff val="40000"/>
                  </a:schemeClr>
                </a:solidFill>
              </a:rPr>
              <a:t>how to solve the task</a:t>
            </a:r>
            <a:r>
              <a:rPr lang="en-US" sz="2400" dirty="0">
                <a:solidFill>
                  <a:schemeClr val="accent6">
                    <a:lumMod val="60000"/>
                    <a:lumOff val="40000"/>
                  </a:schemeClr>
                </a:solidFill>
              </a:rPr>
              <a:t> </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 In our example:</a:t>
            </a:r>
          </a:p>
          <a:p>
            <a:pPr>
              <a:buNone/>
            </a:pPr>
            <a:r>
              <a:rPr lang="en-US" sz="2400" dirty="0">
                <a:solidFill>
                  <a:schemeClr val="accent6">
                    <a:lumMod val="60000"/>
                    <a:lumOff val="40000"/>
                  </a:schemeClr>
                </a:solidFill>
              </a:rPr>
              <a:t>Planner creates a plan like:</a:t>
            </a:r>
          </a:p>
          <a:p>
            <a:pPr rtl="0">
              <a:buNone/>
            </a:pPr>
            <a:r>
              <a:rPr lang="en-US" sz="2400" dirty="0">
                <a:solidFill>
                  <a:schemeClr val="accent6">
                    <a:lumMod val="60000"/>
                    <a:lumOff val="40000"/>
                  </a:schemeClr>
                </a:solidFill>
                <a:latin typeface="Courier New" panose="02070309020205020404" pitchFamily="49" charset="0"/>
              </a:rPr>
              <a:t>Step 1: Fetch user transaction data</a:t>
            </a:r>
          </a:p>
          <a:p>
            <a:pPr rtl="0">
              <a:buNone/>
            </a:pPr>
            <a:r>
              <a:rPr lang="en-US" sz="2400" dirty="0">
                <a:solidFill>
                  <a:schemeClr val="accent6">
                    <a:lumMod val="60000"/>
                    <a:lumOff val="40000"/>
                  </a:schemeClr>
                </a:solidFill>
                <a:latin typeface="Courier New" panose="02070309020205020404" pitchFamily="49" charset="0"/>
              </a:rPr>
              <a:t>Step 2: Calculate total expenses</a:t>
            </a:r>
          </a:p>
          <a:p>
            <a:pPr rtl="0">
              <a:buNone/>
            </a:pPr>
            <a:r>
              <a:rPr lang="en-US" sz="2400" dirty="0">
                <a:solidFill>
                  <a:schemeClr val="accent6">
                    <a:lumMod val="60000"/>
                    <a:lumOff val="40000"/>
                  </a:schemeClr>
                </a:solidFill>
                <a:latin typeface="Courier New" panose="02070309020205020404" pitchFamily="49" charset="0"/>
              </a:rPr>
              <a:t>Step 3: Calculate savings</a:t>
            </a:r>
          </a:p>
          <a:p>
            <a:pPr rtl="0">
              <a:buNone/>
            </a:pPr>
            <a:r>
              <a:rPr lang="en-US" sz="2400" dirty="0">
                <a:solidFill>
                  <a:schemeClr val="accent6">
                    <a:lumMod val="60000"/>
                    <a:lumOff val="40000"/>
                  </a:schemeClr>
                </a:solidFill>
                <a:latin typeface="Courier New" panose="02070309020205020404" pitchFamily="49" charset="0"/>
              </a:rPr>
              <a:t>Step 4: Check if ₹10,000 is affordable</a:t>
            </a:r>
          </a:p>
          <a:p>
            <a:pPr rtl="0">
              <a:buNone/>
            </a:pPr>
            <a:r>
              <a:rPr lang="en-US" sz="2400" dirty="0">
                <a:solidFill>
                  <a:schemeClr val="accent6">
                    <a:lumMod val="60000"/>
                    <a:lumOff val="40000"/>
                  </a:schemeClr>
                </a:solidFill>
                <a:latin typeface="Courier New" panose="02070309020205020404" pitchFamily="49" charset="0"/>
              </a:rPr>
              <a:t>Step 5: Suggest investment decision</a:t>
            </a:r>
          </a:p>
        </p:txBody>
      </p:sp>
    </p:spTree>
    <p:extLst>
      <p:ext uri="{BB962C8B-B14F-4D97-AF65-F5344CB8AC3E}">
        <p14:creationId xmlns:p14="http://schemas.microsoft.com/office/powerpoint/2010/main" val="3152873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88C4D-815C-A8F3-549A-3264580BBC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67B4FD-E6BA-C1D4-FF4B-4C0B8C99DC36}"/>
              </a:ext>
            </a:extLst>
          </p:cNvPr>
          <p:cNvSpPr txBox="1"/>
          <p:nvPr/>
        </p:nvSpPr>
        <p:spPr>
          <a:xfrm>
            <a:off x="182880" y="176844"/>
            <a:ext cx="5687568" cy="6370975"/>
          </a:xfrm>
          <a:prstGeom prst="rect">
            <a:avLst/>
          </a:prstGeom>
          <a:noFill/>
        </p:spPr>
        <p:txBody>
          <a:bodyPr wrap="square">
            <a:spAutoFit/>
          </a:bodyPr>
          <a:lstStyle/>
          <a:p>
            <a:r>
              <a:rPr lang="en-US" sz="2400" b="1" dirty="0">
                <a:solidFill>
                  <a:schemeClr val="accent6">
                    <a:lumMod val="60000"/>
                    <a:lumOff val="40000"/>
                  </a:schemeClr>
                </a:solidFill>
              </a:rPr>
              <a:t>2️⃣ Memory (The Context Keeper)</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 What it does:</a:t>
            </a:r>
          </a:p>
          <a:p>
            <a:r>
              <a:rPr lang="en-US" sz="2400" dirty="0">
                <a:solidFill>
                  <a:schemeClr val="accent6">
                    <a:lumMod val="60000"/>
                    <a:lumOff val="40000"/>
                  </a:schemeClr>
                </a:solidFill>
              </a:rPr>
              <a:t>Stores: </a:t>
            </a:r>
          </a:p>
          <a:p>
            <a:pPr marL="800100" lvl="1" indent="-342900">
              <a:buFont typeface="Arial" panose="020B0604020202020204" pitchFamily="34" charset="0"/>
              <a:buChar char="•"/>
            </a:pPr>
            <a:r>
              <a:rPr lang="en-US" sz="2400" dirty="0">
                <a:solidFill>
                  <a:schemeClr val="accent6">
                    <a:lumMod val="60000"/>
                    <a:lumOff val="40000"/>
                  </a:schemeClr>
                </a:solidFill>
              </a:rPr>
              <a:t>User history </a:t>
            </a:r>
          </a:p>
          <a:p>
            <a:pPr marL="800100" lvl="1" indent="-342900">
              <a:buFont typeface="Arial" panose="020B0604020202020204" pitchFamily="34" charset="0"/>
              <a:buChar char="•"/>
            </a:pPr>
            <a:r>
              <a:rPr lang="en-US" sz="2400" dirty="0">
                <a:solidFill>
                  <a:schemeClr val="accent6">
                    <a:lumMod val="60000"/>
                    <a:lumOff val="40000"/>
                  </a:schemeClr>
                </a:solidFill>
              </a:rPr>
              <a:t>Preferences </a:t>
            </a:r>
          </a:p>
          <a:p>
            <a:pPr marL="800100" lvl="1" indent="-342900">
              <a:buFont typeface="Arial" panose="020B0604020202020204" pitchFamily="34" charset="0"/>
              <a:buChar char="•"/>
            </a:pPr>
            <a:r>
              <a:rPr lang="en-US" sz="2400" dirty="0">
                <a:solidFill>
                  <a:schemeClr val="accent6">
                    <a:lumMod val="60000"/>
                    <a:lumOff val="40000"/>
                  </a:schemeClr>
                </a:solidFill>
              </a:rPr>
              <a:t>Past interactions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 In our example:</a:t>
            </a:r>
          </a:p>
          <a:p>
            <a:r>
              <a:rPr lang="en-US" sz="2400" dirty="0">
                <a:solidFill>
                  <a:schemeClr val="accent6">
                    <a:lumMod val="60000"/>
                    <a:lumOff val="40000"/>
                  </a:schemeClr>
                </a:solidFill>
              </a:rPr>
              <a:t>Memory may store:</a:t>
            </a:r>
          </a:p>
          <a:p>
            <a:r>
              <a:rPr lang="en-US" sz="2400" dirty="0">
                <a:solidFill>
                  <a:schemeClr val="accent6">
                    <a:lumMod val="60000"/>
                    <a:lumOff val="40000"/>
                  </a:schemeClr>
                </a:solidFill>
              </a:rPr>
              <a:t>- User monthly income: ₹50,000</a:t>
            </a:r>
          </a:p>
          <a:p>
            <a:r>
              <a:rPr lang="en-US" sz="2400" dirty="0">
                <a:solidFill>
                  <a:schemeClr val="accent6">
                    <a:lumMod val="60000"/>
                    <a:lumOff val="40000"/>
                  </a:schemeClr>
                </a:solidFill>
              </a:rPr>
              <a:t>- Previous spending patterns</a:t>
            </a:r>
          </a:p>
          <a:p>
            <a:r>
              <a:rPr lang="en-US" sz="2400" dirty="0">
                <a:solidFill>
                  <a:schemeClr val="accent6">
                    <a:lumMod val="60000"/>
                    <a:lumOff val="40000"/>
                  </a:schemeClr>
                </a:solidFill>
              </a:rPr>
              <a:t>- Risk appetite: Moderate</a:t>
            </a:r>
          </a:p>
          <a:p>
            <a:r>
              <a:rPr lang="en-US" sz="2400" dirty="0">
                <a:solidFill>
                  <a:schemeClr val="accent6">
                    <a:lumMod val="60000"/>
                    <a:lumOff val="40000"/>
                  </a:schemeClr>
                </a:solidFill>
              </a:rPr>
              <a:t>- Past investments: Mutual funds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With memory:</a:t>
            </a:r>
          </a:p>
          <a:p>
            <a:r>
              <a:rPr lang="en-US" sz="2400" dirty="0">
                <a:solidFill>
                  <a:schemeClr val="accent6">
                    <a:lumMod val="60000"/>
                    <a:lumOff val="40000"/>
                  </a:schemeClr>
                </a:solidFill>
              </a:rPr>
              <a:t>Agent becomes </a:t>
            </a:r>
            <a:r>
              <a:rPr lang="en-US" sz="2400" b="1" dirty="0">
                <a:solidFill>
                  <a:schemeClr val="accent6">
                    <a:lumMod val="60000"/>
                    <a:lumOff val="40000"/>
                  </a:schemeClr>
                </a:solidFill>
              </a:rPr>
              <a:t>personalized advisor</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998070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9DDE3-ABA7-45DE-5C5B-F46E23B620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80A718-9BEC-6C4A-9A38-79960DB7269C}"/>
              </a:ext>
            </a:extLst>
          </p:cNvPr>
          <p:cNvSpPr txBox="1"/>
          <p:nvPr/>
        </p:nvSpPr>
        <p:spPr>
          <a:xfrm>
            <a:off x="182880" y="176844"/>
            <a:ext cx="5687568" cy="6001643"/>
          </a:xfrm>
          <a:prstGeom prst="rect">
            <a:avLst/>
          </a:prstGeom>
          <a:noFill/>
        </p:spPr>
        <p:txBody>
          <a:bodyPr wrap="square">
            <a:spAutoFit/>
          </a:bodyPr>
          <a:lstStyle/>
          <a:p>
            <a:r>
              <a:rPr lang="en-US" sz="2400" b="1" dirty="0">
                <a:solidFill>
                  <a:schemeClr val="accent6">
                    <a:lumMod val="60000"/>
                    <a:lumOff val="40000"/>
                  </a:schemeClr>
                </a:solidFill>
              </a:rPr>
              <a:t>3️⃣ Tools (The Capabilities Layer)</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 What it does:</a:t>
            </a:r>
          </a:p>
          <a:p>
            <a:r>
              <a:rPr lang="en-US" sz="2400" dirty="0">
                <a:solidFill>
                  <a:schemeClr val="accent6">
                    <a:lumMod val="60000"/>
                    <a:lumOff val="40000"/>
                  </a:schemeClr>
                </a:solidFill>
              </a:rPr>
              <a:t>Allows agent to interact with the outside world</a:t>
            </a:r>
          </a:p>
          <a:p>
            <a:r>
              <a:rPr lang="en-US" sz="2400" b="1" dirty="0">
                <a:solidFill>
                  <a:schemeClr val="accent6">
                    <a:lumMod val="60000"/>
                    <a:lumOff val="40000"/>
                  </a:schemeClr>
                </a:solidFill>
              </a:rPr>
              <a:t>🔧 Examples in FinTech:</a:t>
            </a:r>
          </a:p>
          <a:p>
            <a:pPr marL="342900" indent="-342900">
              <a:buFont typeface="Arial" panose="020B0604020202020204" pitchFamily="34" charset="0"/>
              <a:buChar char="•"/>
            </a:pPr>
            <a:r>
              <a:rPr lang="en-US" sz="2400" dirty="0">
                <a:solidFill>
                  <a:schemeClr val="accent6">
                    <a:lumMod val="60000"/>
                    <a:lumOff val="40000"/>
                  </a:schemeClr>
                </a:solidFill>
              </a:rPr>
              <a:t>Bank API → fetch transactions </a:t>
            </a:r>
          </a:p>
          <a:p>
            <a:pPr marL="342900" indent="-342900">
              <a:buFont typeface="Arial" panose="020B0604020202020204" pitchFamily="34" charset="0"/>
              <a:buChar char="•"/>
            </a:pPr>
            <a:r>
              <a:rPr lang="en-US" sz="2400" dirty="0">
                <a:solidFill>
                  <a:schemeClr val="accent6">
                    <a:lumMod val="60000"/>
                    <a:lumOff val="40000"/>
                  </a:schemeClr>
                </a:solidFill>
              </a:rPr>
              <a:t>Calculator → compute savings </a:t>
            </a:r>
          </a:p>
          <a:p>
            <a:pPr marL="342900" indent="-342900">
              <a:buFont typeface="Arial" panose="020B0604020202020204" pitchFamily="34" charset="0"/>
              <a:buChar char="•"/>
            </a:pPr>
            <a:r>
              <a:rPr lang="en-US" sz="2400" dirty="0">
                <a:solidFill>
                  <a:schemeClr val="accent6">
                    <a:lumMod val="60000"/>
                    <a:lumOff val="40000"/>
                  </a:schemeClr>
                </a:solidFill>
              </a:rPr>
              <a:t>Stock API → get market data </a:t>
            </a:r>
          </a:p>
          <a:p>
            <a:pPr marL="342900" indent="-342900">
              <a:buFont typeface="Arial" panose="020B0604020202020204" pitchFamily="34" charset="0"/>
              <a:buChar char="•"/>
            </a:pPr>
            <a:r>
              <a:rPr lang="en-US" sz="2400" dirty="0">
                <a:solidFill>
                  <a:schemeClr val="accent6">
                    <a:lumMod val="60000"/>
                    <a:lumOff val="40000"/>
                  </a:schemeClr>
                </a:solidFill>
              </a:rPr>
              <a:t>Risk model → evaluate investment </a:t>
            </a:r>
          </a:p>
          <a:p>
            <a:br>
              <a:rPr lang="en-US" sz="2400" dirty="0">
                <a:solidFill>
                  <a:schemeClr val="accent6">
                    <a:lumMod val="60000"/>
                    <a:lumOff val="40000"/>
                  </a:schemeClr>
                </a:solidFill>
              </a:rPr>
            </a:br>
            <a:r>
              <a:rPr lang="en-US" sz="2400" b="1" dirty="0">
                <a:solidFill>
                  <a:schemeClr val="accent6">
                    <a:lumMod val="60000"/>
                    <a:lumOff val="40000"/>
                  </a:schemeClr>
                </a:solidFill>
              </a:rPr>
              <a:t>🧠 In our example:</a:t>
            </a:r>
          </a:p>
          <a:p>
            <a:r>
              <a:rPr lang="en-US" sz="2400" dirty="0">
                <a:solidFill>
                  <a:schemeClr val="accent6">
                    <a:lumMod val="60000"/>
                    <a:lumOff val="40000"/>
                  </a:schemeClr>
                </a:solidFill>
              </a:rPr>
              <a:t>Agent may use:</a:t>
            </a:r>
          </a:p>
          <a:p>
            <a:r>
              <a:rPr lang="en-US" sz="2400" dirty="0">
                <a:solidFill>
                  <a:schemeClr val="accent6">
                    <a:lumMod val="60000"/>
                    <a:lumOff val="40000"/>
                  </a:schemeClr>
                </a:solidFill>
              </a:rPr>
              <a:t>Tool 1: </a:t>
            </a:r>
            <a:r>
              <a:rPr lang="en-US" sz="2400" dirty="0" err="1">
                <a:solidFill>
                  <a:schemeClr val="accent6">
                    <a:lumMod val="60000"/>
                    <a:lumOff val="40000"/>
                  </a:schemeClr>
                </a:solidFill>
              </a:rPr>
              <a:t>get_transactions</a:t>
            </a:r>
            <a:r>
              <a:rPr lang="en-US" sz="2400" dirty="0">
                <a:solidFill>
                  <a:schemeClr val="accent6">
                    <a:lumMod val="60000"/>
                    <a:lumOff val="40000"/>
                  </a:schemeClr>
                </a:solidFill>
              </a:rPr>
              <a:t>(</a:t>
            </a:r>
            <a:r>
              <a:rPr lang="en-US" sz="2400" dirty="0" err="1">
                <a:solidFill>
                  <a:schemeClr val="accent6">
                    <a:lumMod val="60000"/>
                    <a:lumOff val="40000"/>
                  </a:schemeClr>
                </a:solidFill>
              </a:rPr>
              <a:t>user_id</a:t>
            </a:r>
            <a:r>
              <a:rPr lang="en-US" sz="2400" dirty="0">
                <a:solidFill>
                  <a:schemeClr val="accent6">
                    <a:lumMod val="60000"/>
                    <a:lumOff val="40000"/>
                  </a:schemeClr>
                </a:solidFill>
              </a:rPr>
              <a:t>)</a:t>
            </a:r>
          </a:p>
          <a:p>
            <a:r>
              <a:rPr lang="en-US" sz="2400" dirty="0">
                <a:solidFill>
                  <a:schemeClr val="accent6">
                    <a:lumMod val="60000"/>
                    <a:lumOff val="40000"/>
                  </a:schemeClr>
                </a:solidFill>
              </a:rPr>
              <a:t>Tool 2: </a:t>
            </a:r>
            <a:r>
              <a:rPr lang="en-US" sz="2400" dirty="0" err="1">
                <a:solidFill>
                  <a:schemeClr val="accent6">
                    <a:lumMod val="60000"/>
                    <a:lumOff val="40000"/>
                  </a:schemeClr>
                </a:solidFill>
              </a:rPr>
              <a:t>calculate_total_expense</a:t>
            </a:r>
            <a:r>
              <a:rPr lang="en-US" sz="2400" dirty="0">
                <a:solidFill>
                  <a:schemeClr val="accent6">
                    <a:lumMod val="60000"/>
                    <a:lumOff val="40000"/>
                  </a:schemeClr>
                </a:solidFill>
              </a:rPr>
              <a:t>(data)</a:t>
            </a:r>
          </a:p>
          <a:p>
            <a:r>
              <a:rPr lang="en-US" sz="2400" dirty="0">
                <a:solidFill>
                  <a:schemeClr val="accent6">
                    <a:lumMod val="60000"/>
                    <a:lumOff val="40000"/>
                  </a:schemeClr>
                </a:solidFill>
              </a:rPr>
              <a:t>Tool 3: </a:t>
            </a:r>
            <a:r>
              <a:rPr lang="en-US" sz="2400" dirty="0" err="1">
                <a:solidFill>
                  <a:schemeClr val="accent6">
                    <a:lumMod val="60000"/>
                    <a:lumOff val="40000"/>
                  </a:schemeClr>
                </a:solidFill>
              </a:rPr>
              <a:t>stock_price_api</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898794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91BA-0297-AB4E-F127-960E63DC4A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B0B610-BAD2-2571-86D9-708270F60065}"/>
              </a:ext>
            </a:extLst>
          </p:cNvPr>
          <p:cNvSpPr txBox="1"/>
          <p:nvPr/>
        </p:nvSpPr>
        <p:spPr>
          <a:xfrm>
            <a:off x="182880" y="176844"/>
            <a:ext cx="5687568" cy="5632311"/>
          </a:xfrm>
          <a:prstGeom prst="rect">
            <a:avLst/>
          </a:prstGeom>
          <a:noFill/>
        </p:spPr>
        <p:txBody>
          <a:bodyPr wrap="square">
            <a:spAutoFit/>
          </a:bodyPr>
          <a:lstStyle/>
          <a:p>
            <a:r>
              <a:rPr lang="en-US" sz="2400" b="1" dirty="0">
                <a:solidFill>
                  <a:schemeClr val="accent6">
                    <a:lumMod val="60000"/>
                    <a:lumOff val="40000"/>
                  </a:schemeClr>
                </a:solidFill>
              </a:rPr>
              <a:t>4️⃣ Executor (The Doer)</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 What it does:</a:t>
            </a:r>
          </a:p>
          <a:p>
            <a:pPr marL="342900" indent="-342900">
              <a:buFont typeface="Arial" panose="020B0604020202020204" pitchFamily="34" charset="0"/>
              <a:buChar char="•"/>
            </a:pPr>
            <a:r>
              <a:rPr lang="en-US" sz="2400" dirty="0">
                <a:solidFill>
                  <a:schemeClr val="accent6">
                    <a:lumMod val="60000"/>
                    <a:lumOff val="40000"/>
                  </a:schemeClr>
                </a:solidFill>
              </a:rPr>
              <a:t>Executes the plan created by Planner </a:t>
            </a:r>
          </a:p>
          <a:p>
            <a:pPr marL="342900" indent="-342900">
              <a:buFont typeface="Arial" panose="020B0604020202020204" pitchFamily="34" charset="0"/>
              <a:buChar char="•"/>
            </a:pPr>
            <a:r>
              <a:rPr lang="en-US" sz="2400" dirty="0">
                <a:solidFill>
                  <a:schemeClr val="accent6">
                    <a:lumMod val="60000"/>
                    <a:lumOff val="40000"/>
                  </a:schemeClr>
                </a:solidFill>
              </a:rPr>
              <a:t>Calls tools </a:t>
            </a:r>
          </a:p>
          <a:p>
            <a:pPr marL="342900" indent="-342900">
              <a:buFont typeface="Arial" panose="020B0604020202020204" pitchFamily="34" charset="0"/>
              <a:buChar char="•"/>
            </a:pPr>
            <a:r>
              <a:rPr lang="en-US" sz="2400" dirty="0">
                <a:solidFill>
                  <a:schemeClr val="accent6">
                    <a:lumMod val="60000"/>
                    <a:lumOff val="40000"/>
                  </a:schemeClr>
                </a:solidFill>
              </a:rPr>
              <a:t>Collects results </a:t>
            </a:r>
          </a:p>
          <a:p>
            <a:pPr marL="342900" indent="-342900">
              <a:buFont typeface="Arial" panose="020B0604020202020204" pitchFamily="34" charset="0"/>
              <a:buChar char="•"/>
            </a:pPr>
            <a:r>
              <a:rPr lang="en-US" sz="2400" dirty="0">
                <a:solidFill>
                  <a:schemeClr val="accent6">
                    <a:lumMod val="60000"/>
                    <a:lumOff val="40000"/>
                  </a:schemeClr>
                </a:solidFill>
              </a:rPr>
              <a:t>Sends back to LLM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b="1" dirty="0">
                <a:solidFill>
                  <a:schemeClr val="accent6">
                    <a:lumMod val="60000"/>
                    <a:lumOff val="40000"/>
                  </a:schemeClr>
                </a:solidFill>
              </a:rPr>
              <a:t>🧠 In our example:</a:t>
            </a:r>
          </a:p>
          <a:p>
            <a:r>
              <a:rPr lang="en-US" sz="2400" dirty="0">
                <a:solidFill>
                  <a:schemeClr val="accent6">
                    <a:lumMod val="60000"/>
                    <a:lumOff val="40000"/>
                  </a:schemeClr>
                </a:solidFill>
              </a:rPr>
              <a:t>Executor workflow:</a:t>
            </a:r>
          </a:p>
          <a:p>
            <a:r>
              <a:rPr lang="en-US" sz="2400" dirty="0">
                <a:solidFill>
                  <a:schemeClr val="accent6">
                    <a:lumMod val="60000"/>
                    <a:lumOff val="40000"/>
                  </a:schemeClr>
                </a:solidFill>
              </a:rPr>
              <a:t>→ Call </a:t>
            </a:r>
            <a:r>
              <a:rPr lang="en-US" sz="2400" dirty="0" err="1">
                <a:solidFill>
                  <a:schemeClr val="accent6">
                    <a:lumMod val="60000"/>
                    <a:lumOff val="40000"/>
                  </a:schemeClr>
                </a:solidFill>
              </a:rPr>
              <a:t>get_transactions</a:t>
            </a:r>
            <a:r>
              <a:rPr lang="en-US" sz="2400" dirty="0">
                <a:solidFill>
                  <a:schemeClr val="accent6">
                    <a:lumMod val="60000"/>
                    <a:lumOff val="40000"/>
                  </a:schemeClr>
                </a:solidFill>
              </a:rPr>
              <a:t>()</a:t>
            </a:r>
          </a:p>
          <a:p>
            <a:r>
              <a:rPr lang="en-US" sz="2400" dirty="0">
                <a:solidFill>
                  <a:schemeClr val="accent6">
                    <a:lumMod val="60000"/>
                    <a:lumOff val="40000"/>
                  </a:schemeClr>
                </a:solidFill>
              </a:rPr>
              <a:t>→ Run expense calculation</a:t>
            </a:r>
          </a:p>
          <a:p>
            <a:r>
              <a:rPr lang="en-US" sz="2400" dirty="0">
                <a:solidFill>
                  <a:schemeClr val="accent6">
                    <a:lumMod val="60000"/>
                    <a:lumOff val="40000"/>
                  </a:schemeClr>
                </a:solidFill>
              </a:rPr>
              <a:t>→ Compute savings</a:t>
            </a:r>
          </a:p>
          <a:p>
            <a:r>
              <a:rPr lang="en-US" sz="2400" dirty="0">
                <a:solidFill>
                  <a:schemeClr val="accent6">
                    <a:lumMod val="60000"/>
                    <a:lumOff val="40000"/>
                  </a:schemeClr>
                </a:solidFill>
              </a:rPr>
              <a:t>→ Send results back to LLM</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795065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7050" y="719400"/>
            <a:ext cx="11797900" cy="3785652"/>
          </a:xfrm>
          <a:prstGeom prst="rect">
            <a:avLst/>
          </a:prstGeom>
          <a:noFill/>
        </p:spPr>
        <p:txBody>
          <a:bodyPr wrap="square" rtlCol="0">
            <a:spAutoFit/>
          </a:bodyPr>
          <a:lstStyle/>
          <a:p>
            <a:r>
              <a:rPr lang="en-US" sz="2400" dirty="0">
                <a:solidFill>
                  <a:schemeClr val="accent6">
                    <a:lumMod val="60000"/>
                    <a:lumOff val="40000"/>
                  </a:schemeClr>
                </a:solidFill>
              </a:rPr>
              <a:t>Lets illustrate how an agent works within a context like booking a vacation.</a:t>
            </a:r>
          </a:p>
          <a:p>
            <a:r>
              <a:rPr lang="en-US" sz="2400" dirty="0">
                <a:solidFill>
                  <a:schemeClr val="accent6">
                    <a:lumMod val="60000"/>
                    <a:lumOff val="40000"/>
                  </a:schemeClr>
                </a:solidFill>
              </a:rPr>
              <a:t>Imagine you're trying to book a vacation. </a:t>
            </a:r>
          </a:p>
          <a:p>
            <a:r>
              <a:rPr lang="en-US" sz="2400" dirty="0">
                <a:solidFill>
                  <a:schemeClr val="accent6">
                    <a:lumMod val="60000"/>
                    <a:lumOff val="40000"/>
                  </a:schemeClr>
                </a:solidFill>
              </a:rPr>
              <a:t>You need to research flights -&gt; find hotels -&gt; check restaurant reviews -&gt; and keep track of your budget.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Traditional workflow automation</a:t>
            </a:r>
            <a:endParaRPr lang="en-US" sz="2400" dirty="0">
              <a:solidFill>
                <a:schemeClr val="accent6">
                  <a:lumMod val="60000"/>
                  <a:lumOff val="40000"/>
                </a:schemeClr>
              </a:solidFill>
            </a:endParaRPr>
          </a:p>
          <a:p>
            <a:r>
              <a:rPr lang="en-US" sz="2400" dirty="0">
                <a:solidFill>
                  <a:schemeClr val="accent6">
                    <a:lumMod val="60000"/>
                    <a:lumOff val="40000"/>
                  </a:schemeClr>
                </a:solidFill>
              </a:rPr>
              <a:t>A traditional automation system follows a predetermined sequence: it can take inputs such as dates, location, and budget, and make calls to predefined APIs in a fixed order. However, if any unexpected situations arise, such as flights being sold out, or the specified hotels being unavailable, it cannot adapt.</a:t>
            </a:r>
          </a:p>
        </p:txBody>
      </p:sp>
      <p:sp>
        <p:nvSpPr>
          <p:cNvPr id="5" name="Rectangle 4"/>
          <p:cNvSpPr/>
          <p:nvPr/>
        </p:nvSpPr>
        <p:spPr>
          <a:xfrm>
            <a:off x="4147188" y="501804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step2</a:t>
            </a:r>
          </a:p>
        </p:txBody>
      </p:sp>
      <p:sp>
        <p:nvSpPr>
          <p:cNvPr id="6" name="Rectangle 5"/>
          <p:cNvSpPr/>
          <p:nvPr/>
        </p:nvSpPr>
        <p:spPr>
          <a:xfrm>
            <a:off x="407092" y="501943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Input</a:t>
            </a:r>
          </a:p>
        </p:txBody>
      </p:sp>
      <p:sp>
        <p:nvSpPr>
          <p:cNvPr id="7" name="Rectangle 6"/>
          <p:cNvSpPr/>
          <p:nvPr/>
        </p:nvSpPr>
        <p:spPr>
          <a:xfrm>
            <a:off x="2287626" y="49956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step1</a:t>
            </a:r>
          </a:p>
        </p:txBody>
      </p:sp>
      <p:sp>
        <p:nvSpPr>
          <p:cNvPr id="8" name="Rectangle 7"/>
          <p:cNvSpPr/>
          <p:nvPr/>
        </p:nvSpPr>
        <p:spPr>
          <a:xfrm>
            <a:off x="5829182" y="503901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step3</a:t>
            </a:r>
          </a:p>
        </p:txBody>
      </p:sp>
      <p:sp>
        <p:nvSpPr>
          <p:cNvPr id="9" name="Rectangle 8"/>
          <p:cNvSpPr/>
          <p:nvPr/>
        </p:nvSpPr>
        <p:spPr>
          <a:xfrm>
            <a:off x="7888682" y="501804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60000"/>
                    <a:lumOff val="40000"/>
                  </a:schemeClr>
                </a:solidFill>
              </a:rPr>
              <a:t>Output</a:t>
            </a:r>
          </a:p>
        </p:txBody>
      </p:sp>
      <p:sp>
        <p:nvSpPr>
          <p:cNvPr id="10" name="Right Arrow 9"/>
          <p:cNvSpPr/>
          <p:nvPr/>
        </p:nvSpPr>
        <p:spPr>
          <a:xfrm>
            <a:off x="1454315" y="5320045"/>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1" name="Right Arrow 10"/>
          <p:cNvSpPr/>
          <p:nvPr/>
        </p:nvSpPr>
        <p:spPr>
          <a:xfrm>
            <a:off x="3418739" y="5388555"/>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2" name="Right Arrow 11"/>
          <p:cNvSpPr/>
          <p:nvPr/>
        </p:nvSpPr>
        <p:spPr>
          <a:xfrm>
            <a:off x="5197207" y="5388555"/>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Right Arrow 12"/>
          <p:cNvSpPr/>
          <p:nvPr/>
        </p:nvSpPr>
        <p:spPr>
          <a:xfrm>
            <a:off x="7026009" y="5363388"/>
            <a:ext cx="570452" cy="243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6" name="TextBox 15">
            <a:extLst>
              <a:ext uri="{FF2B5EF4-FFF2-40B4-BE49-F238E27FC236}">
                <a16:creationId xmlns:a16="http://schemas.microsoft.com/office/drawing/2014/main" id="{4C82C3F7-7BBA-E996-1CFA-1BCE3DEA5330}"/>
              </a:ext>
            </a:extLst>
          </p:cNvPr>
          <p:cNvSpPr txBox="1"/>
          <p:nvPr/>
        </p:nvSpPr>
        <p:spPr>
          <a:xfrm>
            <a:off x="178308" y="160002"/>
            <a:ext cx="6190488" cy="461665"/>
          </a:xfrm>
          <a:prstGeom prst="rect">
            <a:avLst/>
          </a:prstGeom>
          <a:noFill/>
        </p:spPr>
        <p:txBody>
          <a:bodyPr wrap="square">
            <a:spAutoFit/>
          </a:bodyPr>
          <a:lstStyle/>
          <a:p>
            <a:r>
              <a:rPr lang="en-US" sz="2400" b="1" dirty="0">
                <a:solidFill>
                  <a:schemeClr val="accent6">
                    <a:lumMod val="60000"/>
                    <a:lumOff val="40000"/>
                  </a:schemeClr>
                </a:solidFill>
              </a:rPr>
              <a:t>Example: booking vacations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1285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8308" y="621667"/>
            <a:ext cx="11797900" cy="2677656"/>
          </a:xfrm>
          <a:prstGeom prst="rect">
            <a:avLst/>
          </a:prstGeom>
          <a:noFill/>
        </p:spPr>
        <p:txBody>
          <a:bodyPr wrap="square" rtlCol="0">
            <a:spAutoFit/>
          </a:bodyPr>
          <a:lstStyle/>
          <a:p>
            <a:r>
              <a:rPr lang="en-US" sz="2400" b="1" dirty="0">
                <a:solidFill>
                  <a:schemeClr val="accent6">
                    <a:lumMod val="60000"/>
                    <a:lumOff val="40000"/>
                  </a:schemeClr>
                </a:solidFill>
              </a:rPr>
              <a:t>Agent Workflow</a:t>
            </a:r>
            <a:endParaRPr lang="en-US" sz="2400" dirty="0">
              <a:solidFill>
                <a:schemeClr val="accent6">
                  <a:lumMod val="60000"/>
                  <a:lumOff val="40000"/>
                </a:schemeClr>
              </a:solidFill>
            </a:endParaRPr>
          </a:p>
          <a:p>
            <a:r>
              <a:rPr lang="en-US" sz="2400" dirty="0">
                <a:solidFill>
                  <a:schemeClr val="accent6">
                    <a:lumMod val="60000"/>
                    <a:lumOff val="40000"/>
                  </a:schemeClr>
                </a:solidFill>
              </a:rPr>
              <a:t>An agent combines AI's ability to make judgements and call the relevant tools to execute the task. An agent's output will be nondeterministic given: real-time availability and pricing changes, dynamic prioritization of constraints, ability to recover from failures, and adaptive decision-making based on intermediate results. In other words, if flights or hotels are unavailable, an agent can reassess and suggest a new itinerary with altered dates or locations, and continue executing your travel booking.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216" y="3429000"/>
            <a:ext cx="6138456" cy="3281617"/>
          </a:xfrm>
          <a:prstGeom prst="rect">
            <a:avLst/>
          </a:prstGeom>
        </p:spPr>
      </p:pic>
      <p:sp>
        <p:nvSpPr>
          <p:cNvPr id="6" name="TextBox 5">
            <a:extLst>
              <a:ext uri="{FF2B5EF4-FFF2-40B4-BE49-F238E27FC236}">
                <a16:creationId xmlns:a16="http://schemas.microsoft.com/office/drawing/2014/main" id="{A867FC22-3A8B-18CC-2E0F-6D0315F781CF}"/>
              </a:ext>
            </a:extLst>
          </p:cNvPr>
          <p:cNvSpPr txBox="1"/>
          <p:nvPr/>
        </p:nvSpPr>
        <p:spPr>
          <a:xfrm>
            <a:off x="178308" y="160002"/>
            <a:ext cx="6190488" cy="461665"/>
          </a:xfrm>
          <a:prstGeom prst="rect">
            <a:avLst/>
          </a:prstGeom>
          <a:noFill/>
        </p:spPr>
        <p:txBody>
          <a:bodyPr wrap="square">
            <a:spAutoFit/>
          </a:bodyPr>
          <a:lstStyle/>
          <a:p>
            <a:r>
              <a:rPr lang="en-US" sz="2400" b="1" dirty="0">
                <a:solidFill>
                  <a:schemeClr val="accent6">
                    <a:lumMod val="60000"/>
                    <a:lumOff val="40000"/>
                  </a:schemeClr>
                </a:solidFill>
              </a:rPr>
              <a:t>Example: booking vacations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122230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95908-F80B-552C-0C8C-645F7D0DF3C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DAF7254-BC8D-B331-A422-B3BFD5C9F06A}"/>
              </a:ext>
            </a:extLst>
          </p:cNvPr>
          <p:cNvSpPr txBox="1"/>
          <p:nvPr/>
        </p:nvSpPr>
        <p:spPr>
          <a:xfrm>
            <a:off x="477520" y="16224"/>
            <a:ext cx="8849360" cy="6370975"/>
          </a:xfrm>
          <a:prstGeom prst="rect">
            <a:avLst/>
          </a:prstGeom>
          <a:noFill/>
        </p:spPr>
        <p:txBody>
          <a:bodyPr wrap="square">
            <a:spAutoFit/>
          </a:bodyPr>
          <a:lstStyle/>
          <a:p>
            <a:r>
              <a:rPr lang="en-US" sz="2400" dirty="0">
                <a:solidFill>
                  <a:schemeClr val="accent6">
                    <a:lumMod val="60000"/>
                    <a:lumOff val="40000"/>
                  </a:schemeClr>
                </a:solidFill>
              </a:rPr>
              <a:t>An AI agent continuously follows this loop:</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Perception (Observe)</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Takes input from environment </a:t>
            </a:r>
          </a:p>
          <a:p>
            <a:pPr marL="800100" lvl="1" indent="-342900">
              <a:buFont typeface="Arial" panose="020B0604020202020204" pitchFamily="34" charset="0"/>
              <a:buChar char="•"/>
            </a:pPr>
            <a:r>
              <a:rPr lang="en-US" sz="2400" dirty="0">
                <a:solidFill>
                  <a:schemeClr val="accent6">
                    <a:lumMod val="60000"/>
                    <a:lumOff val="40000"/>
                  </a:schemeClr>
                </a:solidFill>
              </a:rPr>
              <a:t>Example: text, images, sensors, user queries </a:t>
            </a:r>
          </a:p>
          <a:p>
            <a:pPr lvl="1"/>
            <a:endParaRPr lang="en-US" sz="2400" dirty="0">
              <a:solidFill>
                <a:schemeClr val="accent6">
                  <a:lumMod val="60000"/>
                  <a:lumOff val="40000"/>
                </a:schemeClr>
              </a:solidFill>
            </a:endParaRPr>
          </a:p>
          <a:p>
            <a:r>
              <a:rPr lang="en-US" sz="2400" b="1" dirty="0">
                <a:solidFill>
                  <a:schemeClr val="accent6">
                    <a:lumMod val="60000"/>
                    <a:lumOff val="40000"/>
                  </a:schemeClr>
                </a:solidFill>
              </a:rPr>
              <a:t>Decision (Think / Reason)</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Uses logic, rules, or ML models </a:t>
            </a:r>
          </a:p>
          <a:p>
            <a:pPr marL="800100" lvl="1" indent="-342900">
              <a:buFont typeface="Arial" panose="020B0604020202020204" pitchFamily="34" charset="0"/>
              <a:buChar char="•"/>
            </a:pPr>
            <a:r>
              <a:rPr lang="en-US" sz="2400" dirty="0">
                <a:solidFill>
                  <a:schemeClr val="accent6">
                    <a:lumMod val="60000"/>
                    <a:lumOff val="40000"/>
                  </a:schemeClr>
                </a:solidFill>
              </a:rPr>
              <a:t>Example: LLM deciding next step </a:t>
            </a:r>
          </a:p>
          <a:p>
            <a:pPr lvl="1"/>
            <a:endParaRPr lang="en-US" sz="2400" dirty="0">
              <a:solidFill>
                <a:schemeClr val="accent6">
                  <a:lumMod val="60000"/>
                  <a:lumOff val="40000"/>
                </a:schemeClr>
              </a:solidFill>
            </a:endParaRPr>
          </a:p>
          <a:p>
            <a:r>
              <a:rPr lang="en-US" sz="2400" b="1" dirty="0">
                <a:solidFill>
                  <a:schemeClr val="accent6">
                    <a:lumMod val="60000"/>
                    <a:lumOff val="40000"/>
                  </a:schemeClr>
                </a:solidFill>
              </a:rPr>
              <a:t>Action (Act)</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Performs a task </a:t>
            </a:r>
          </a:p>
          <a:p>
            <a:pPr marL="800100" lvl="1" indent="-342900">
              <a:buFont typeface="Arial" panose="020B0604020202020204" pitchFamily="34" charset="0"/>
              <a:buChar char="•"/>
            </a:pPr>
            <a:r>
              <a:rPr lang="en-US" sz="2400" dirty="0">
                <a:solidFill>
                  <a:schemeClr val="accent6">
                    <a:lumMod val="60000"/>
                    <a:lumOff val="40000"/>
                  </a:schemeClr>
                </a:solidFill>
              </a:rPr>
              <a:t>Example: sending email, calling API, generating response</a:t>
            </a:r>
          </a:p>
          <a:p>
            <a:pPr lvl="1"/>
            <a:r>
              <a:rPr lang="en-US" sz="2400" dirty="0">
                <a:solidFill>
                  <a:schemeClr val="accent6">
                    <a:lumMod val="60000"/>
                    <a:lumOff val="40000"/>
                  </a:schemeClr>
                </a:solidFill>
              </a:rPr>
              <a:t> </a:t>
            </a:r>
          </a:p>
          <a:p>
            <a:r>
              <a:rPr lang="en-US" sz="2400" b="1" dirty="0">
                <a:solidFill>
                  <a:schemeClr val="accent6">
                    <a:lumMod val="60000"/>
                    <a:lumOff val="40000"/>
                  </a:schemeClr>
                </a:solidFill>
              </a:rPr>
              <a:t>Learning (Optional)</a:t>
            </a:r>
            <a:r>
              <a:rPr lang="en-US" sz="2400" dirty="0">
                <a:solidFill>
                  <a:schemeClr val="accent6">
                    <a:lumMod val="60000"/>
                    <a:lumOff val="40000"/>
                  </a:schemeClr>
                </a:solidFill>
              </a:rPr>
              <a:t> </a:t>
            </a:r>
          </a:p>
          <a:p>
            <a:pPr marL="800100" lvl="1" indent="-342900">
              <a:buFont typeface="Arial" panose="020B0604020202020204" pitchFamily="34" charset="0"/>
              <a:buChar char="•"/>
            </a:pPr>
            <a:r>
              <a:rPr lang="en-US" sz="2400" dirty="0">
                <a:solidFill>
                  <a:schemeClr val="accent6">
                    <a:lumMod val="60000"/>
                    <a:lumOff val="40000"/>
                  </a:schemeClr>
                </a:solidFill>
              </a:rPr>
              <a:t>Improves over time </a:t>
            </a:r>
          </a:p>
          <a:p>
            <a:pPr marL="800100" lvl="1" indent="-342900">
              <a:buFont typeface="Arial" panose="020B0604020202020204" pitchFamily="34" charset="0"/>
              <a:buChar char="•"/>
            </a:pPr>
            <a:r>
              <a:rPr lang="en-US" sz="2400" dirty="0">
                <a:solidFill>
                  <a:schemeClr val="accent6">
                    <a:lumMod val="60000"/>
                    <a:lumOff val="40000"/>
                  </a:schemeClr>
                </a:solidFill>
              </a:rPr>
              <a:t>Example: reinforcement learning, memory updates</a:t>
            </a:r>
          </a:p>
        </p:txBody>
      </p:sp>
    </p:spTree>
    <p:extLst>
      <p:ext uri="{BB962C8B-B14F-4D97-AF65-F5344CB8AC3E}">
        <p14:creationId xmlns:p14="http://schemas.microsoft.com/office/powerpoint/2010/main" val="3659367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929B61-02FA-BAD8-A1E7-BE3CD876C3E4}"/>
              </a:ext>
            </a:extLst>
          </p:cNvPr>
          <p:cNvSpPr txBox="1"/>
          <p:nvPr/>
        </p:nvSpPr>
        <p:spPr>
          <a:xfrm>
            <a:off x="224028" y="238400"/>
            <a:ext cx="6190488" cy="523220"/>
          </a:xfrm>
          <a:prstGeom prst="rect">
            <a:avLst/>
          </a:prstGeom>
          <a:noFill/>
        </p:spPr>
        <p:txBody>
          <a:bodyPr wrap="square">
            <a:spAutoFit/>
          </a:bodyPr>
          <a:lstStyle/>
          <a:p>
            <a:r>
              <a:rPr lang="en-US" sz="2800" b="1" dirty="0">
                <a:solidFill>
                  <a:schemeClr val="accent6">
                    <a:lumMod val="60000"/>
                    <a:lumOff val="40000"/>
                  </a:schemeClr>
                </a:solidFill>
              </a:rPr>
              <a:t>Some examples of AI Agent</a:t>
            </a:r>
          </a:p>
        </p:txBody>
      </p:sp>
      <p:sp>
        <p:nvSpPr>
          <p:cNvPr id="7" name="TextBox 6">
            <a:extLst>
              <a:ext uri="{FF2B5EF4-FFF2-40B4-BE49-F238E27FC236}">
                <a16:creationId xmlns:a16="http://schemas.microsoft.com/office/drawing/2014/main" id="{460B5396-FECC-1BC6-952B-AF8504B12ABF}"/>
              </a:ext>
            </a:extLst>
          </p:cNvPr>
          <p:cNvSpPr txBox="1"/>
          <p:nvPr/>
        </p:nvSpPr>
        <p:spPr>
          <a:xfrm>
            <a:off x="224028" y="761620"/>
            <a:ext cx="11722608" cy="5262979"/>
          </a:xfrm>
          <a:prstGeom prst="rect">
            <a:avLst/>
          </a:prstGeom>
          <a:noFill/>
        </p:spPr>
        <p:txBody>
          <a:bodyPr wrap="square">
            <a:spAutoFit/>
          </a:bodyPr>
          <a:lstStyle/>
          <a:p>
            <a:pPr marL="0" indent="0">
              <a:buNone/>
            </a:pPr>
            <a:r>
              <a:rPr lang="en-US" sz="2400" b="1" dirty="0">
                <a:solidFill>
                  <a:schemeClr val="accent6">
                    <a:lumMod val="60000"/>
                    <a:lumOff val="40000"/>
                  </a:schemeClr>
                </a:solidFill>
              </a:rPr>
              <a:t>Simple tasks</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A customer says "I was charged twice for my Netflix subscription." An agent checks the transaction history, identifies the duplicate, calls the refund API, sends a confirmation, and logs the case — without human involvement. It escalates to a human </a:t>
            </a:r>
            <a:r>
              <a:rPr lang="en-US" sz="2400" i="1" dirty="0">
                <a:solidFill>
                  <a:schemeClr val="accent6">
                    <a:lumMod val="60000"/>
                    <a:lumOff val="40000"/>
                  </a:schemeClr>
                </a:solidFill>
              </a:rPr>
              <a:t>only</a:t>
            </a:r>
            <a:r>
              <a:rPr lang="en-US" sz="2400" dirty="0">
                <a:solidFill>
                  <a:schemeClr val="accent6">
                    <a:lumMod val="60000"/>
                    <a:lumOff val="40000"/>
                  </a:schemeClr>
                </a:solidFill>
              </a:rPr>
              <a:t> if the situation is genuinely ambiguous or the customer is distressed.</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Agent that could help me review my emails and create tasks on a digital to-do list based on the highest priority emails coming in.</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Agent that could respond to people reporting bugs and automatically gather missing information and seek clarification on confusing parts of a bug report and then route the bug to the appropriate team to resolve.</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596415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3B49-108B-4C86-04E1-EF3F43D977F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F096E43-5F01-FAE3-2871-D448B3704682}"/>
              </a:ext>
            </a:extLst>
          </p:cNvPr>
          <p:cNvSpPr txBox="1"/>
          <p:nvPr/>
        </p:nvSpPr>
        <p:spPr>
          <a:xfrm>
            <a:off x="201168" y="721465"/>
            <a:ext cx="11484864" cy="5632311"/>
          </a:xfrm>
          <a:prstGeom prst="rect">
            <a:avLst/>
          </a:prstGeom>
          <a:noFill/>
        </p:spPr>
        <p:txBody>
          <a:bodyPr wrap="square">
            <a:spAutoFit/>
          </a:bodyPr>
          <a:lstStyle/>
          <a:p>
            <a:pPr marL="0" indent="0">
              <a:buNone/>
            </a:pPr>
            <a:r>
              <a:rPr lang="en-US" sz="2400" b="1" dirty="0">
                <a:solidFill>
                  <a:schemeClr val="accent6">
                    <a:lumMod val="60000"/>
                    <a:lumOff val="40000"/>
                  </a:schemeClr>
                </a:solidFill>
              </a:rPr>
              <a:t>Complicated tasks:</a:t>
            </a:r>
          </a:p>
          <a:p>
            <a:pPr marL="0" indent="0">
              <a:buNone/>
            </a:pPr>
            <a:endParaRPr lang="en-US" sz="2400" b="1" dirty="0">
              <a:solidFill>
                <a:schemeClr val="accent6">
                  <a:lumMod val="60000"/>
                  <a:lumOff val="40000"/>
                </a:schemeClr>
              </a:solidFill>
            </a:endParaRPr>
          </a:p>
          <a:p>
            <a:r>
              <a:rPr lang="en-US" sz="2400" dirty="0">
                <a:solidFill>
                  <a:schemeClr val="accent6">
                    <a:lumMod val="60000"/>
                    <a:lumOff val="40000"/>
                  </a:schemeClr>
                </a:solidFill>
              </a:rPr>
              <a:t>Agent also to build a travel planning agent that takes my preferences and needs into account, researches things like destinations and hotels and even activities, and then suggests an itinerary for me and use a collaborating agent to book everything all in one shot.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Agent to find a list of suppliers, email them for quotes, and sort replies according to the best price.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Agent to create a shopping list based on a recipe, purchase the ingredients online, and have them delivered to you.</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Agents that monitor patients' vitals, and suggest treatment plans and even support surgical procedures by providing </a:t>
            </a:r>
            <a:r>
              <a:rPr lang="en-US" sz="2400" dirty="0" err="1">
                <a:solidFill>
                  <a:schemeClr val="accent6">
                    <a:lumMod val="60000"/>
                    <a:lumOff val="40000"/>
                  </a:schemeClr>
                </a:solidFill>
              </a:rPr>
              <a:t>realtime</a:t>
            </a:r>
            <a:r>
              <a:rPr lang="en-US" sz="2400" dirty="0">
                <a:solidFill>
                  <a:schemeClr val="accent6">
                    <a:lumMod val="60000"/>
                    <a:lumOff val="40000"/>
                  </a:schemeClr>
                </a:solidFill>
              </a:rPr>
              <a:t> data to surgeons</a:t>
            </a:r>
          </a:p>
        </p:txBody>
      </p:sp>
    </p:spTree>
    <p:extLst>
      <p:ext uri="{BB962C8B-B14F-4D97-AF65-F5344CB8AC3E}">
        <p14:creationId xmlns:p14="http://schemas.microsoft.com/office/powerpoint/2010/main" val="1017202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23EB7-0F85-F38F-48C6-3CB9DB1526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E33E46-E073-E5AA-A5BF-24A0C91E1349}"/>
              </a:ext>
            </a:extLst>
          </p:cNvPr>
          <p:cNvSpPr txBox="1"/>
          <p:nvPr/>
        </p:nvSpPr>
        <p:spPr>
          <a:xfrm>
            <a:off x="175260" y="229029"/>
            <a:ext cx="4040124" cy="461665"/>
          </a:xfrm>
          <a:prstGeom prst="rect">
            <a:avLst/>
          </a:prstGeom>
          <a:noFill/>
        </p:spPr>
        <p:txBody>
          <a:bodyPr wrap="square">
            <a:spAutoFit/>
          </a:bodyPr>
          <a:lstStyle/>
          <a:p>
            <a:pPr marL="0" indent="0">
              <a:buNone/>
            </a:pPr>
            <a:r>
              <a:rPr lang="en-US" sz="2400" b="1" dirty="0">
                <a:solidFill>
                  <a:schemeClr val="accent6">
                    <a:lumMod val="60000"/>
                    <a:lumOff val="40000"/>
                  </a:schemeClr>
                </a:solidFill>
              </a:rPr>
              <a:t>AI Agents in  FinTech Industry</a:t>
            </a:r>
          </a:p>
        </p:txBody>
      </p:sp>
      <p:sp>
        <p:nvSpPr>
          <p:cNvPr id="7" name="TextBox 6">
            <a:extLst>
              <a:ext uri="{FF2B5EF4-FFF2-40B4-BE49-F238E27FC236}">
                <a16:creationId xmlns:a16="http://schemas.microsoft.com/office/drawing/2014/main" id="{406BBC46-7811-0367-9ABD-DF35D9F1A496}"/>
              </a:ext>
            </a:extLst>
          </p:cNvPr>
          <p:cNvSpPr txBox="1"/>
          <p:nvPr/>
        </p:nvSpPr>
        <p:spPr>
          <a:xfrm>
            <a:off x="175260" y="751344"/>
            <a:ext cx="11219688" cy="4893647"/>
          </a:xfrm>
          <a:prstGeom prst="rect">
            <a:avLst/>
          </a:prstGeom>
          <a:noFill/>
        </p:spPr>
        <p:txBody>
          <a:bodyPr wrap="square">
            <a:spAutoFit/>
          </a:bodyPr>
          <a:lstStyle/>
          <a:p>
            <a:pPr>
              <a:buNone/>
            </a:pPr>
            <a:r>
              <a:rPr lang="en-US" sz="2400" b="1" dirty="0">
                <a:solidFill>
                  <a:schemeClr val="accent6">
                    <a:lumMod val="60000"/>
                    <a:lumOff val="40000"/>
                  </a:schemeClr>
                </a:solidFill>
              </a:rPr>
              <a:t>Fraud Detection</a:t>
            </a: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A transaction comes in — $85,000 to a new payee at 2am from a device never used before. </a:t>
            </a:r>
          </a:p>
          <a:p>
            <a:pPr marL="342900" indent="-342900">
              <a:buFont typeface="Arial" panose="020B0604020202020204" pitchFamily="34" charset="0"/>
              <a:buChar char="•"/>
            </a:pPr>
            <a:r>
              <a:rPr lang="en-US" sz="2400" dirty="0">
                <a:solidFill>
                  <a:schemeClr val="accent6">
                    <a:lumMod val="60000"/>
                    <a:lumOff val="40000"/>
                  </a:schemeClr>
                </a:solidFill>
              </a:rPr>
              <a:t>A rules-based system might let it through (amount is under limit). </a:t>
            </a:r>
          </a:p>
          <a:p>
            <a:pPr marL="342900" indent="-342900">
              <a:buFont typeface="Arial" panose="020B0604020202020204" pitchFamily="34" charset="0"/>
              <a:buChar char="•"/>
            </a:pPr>
            <a:r>
              <a:rPr lang="en-US" sz="2400" dirty="0">
                <a:solidFill>
                  <a:schemeClr val="accent6">
                    <a:lumMod val="60000"/>
                    <a:lumOff val="40000"/>
                  </a:schemeClr>
                </a:solidFill>
              </a:rPr>
              <a:t>An agent instead: </a:t>
            </a:r>
          </a:p>
          <a:p>
            <a:r>
              <a:rPr lang="en-US" sz="2400" dirty="0">
                <a:solidFill>
                  <a:schemeClr val="accent6">
                    <a:lumMod val="60000"/>
                    <a:lumOff val="40000"/>
                  </a:schemeClr>
                </a:solidFill>
              </a:rPr>
              <a:t>→ checks device fingerprint </a:t>
            </a:r>
          </a:p>
          <a:p>
            <a:r>
              <a:rPr lang="en-US" sz="2400" dirty="0">
                <a:solidFill>
                  <a:schemeClr val="accent6">
                    <a:lumMod val="60000"/>
                    <a:lumOff val="40000"/>
                  </a:schemeClr>
                </a:solidFill>
              </a:rPr>
              <a:t>→ looks up IP geolocation</a:t>
            </a:r>
          </a:p>
          <a:p>
            <a:r>
              <a:rPr lang="en-US" sz="2400" dirty="0">
                <a:solidFill>
                  <a:schemeClr val="accent6">
                    <a:lumMod val="60000"/>
                    <a:lumOff val="40000"/>
                  </a:schemeClr>
                </a:solidFill>
              </a:rPr>
              <a:t>→ compares against the user's last 90 days of </a:t>
            </a:r>
            <a:r>
              <a:rPr lang="en-US" sz="2400" dirty="0" err="1">
                <a:solidFill>
                  <a:schemeClr val="accent6">
                    <a:lumMod val="60000"/>
                    <a:lumOff val="40000"/>
                  </a:schemeClr>
                </a:solidFill>
              </a:rPr>
              <a:t>behaviour</a:t>
            </a:r>
            <a:r>
              <a:rPr lang="en-US" sz="2400" dirty="0">
                <a:solidFill>
                  <a:schemeClr val="accent6">
                    <a:lumMod val="60000"/>
                    <a:lumOff val="40000"/>
                  </a:schemeClr>
                </a:solidFill>
              </a:rPr>
              <a:t> </a:t>
            </a:r>
          </a:p>
          <a:p>
            <a:r>
              <a:rPr lang="en-US" sz="2400" dirty="0">
                <a:solidFill>
                  <a:schemeClr val="accent6">
                    <a:lumMod val="60000"/>
                    <a:lumOff val="40000"/>
                  </a:schemeClr>
                </a:solidFill>
              </a:rPr>
              <a:t>→ queries if the payee account is newly created </a:t>
            </a:r>
          </a:p>
          <a:p>
            <a:r>
              <a:rPr lang="en-US" sz="2400" dirty="0">
                <a:solidFill>
                  <a:schemeClr val="accent6">
                    <a:lumMod val="60000"/>
                    <a:lumOff val="40000"/>
                  </a:schemeClr>
                </a:solidFill>
              </a:rPr>
              <a:t>→ calculates a risk score </a:t>
            </a:r>
          </a:p>
          <a:p>
            <a:r>
              <a:rPr lang="en-US" sz="2400" dirty="0">
                <a:solidFill>
                  <a:schemeClr val="accent6">
                    <a:lumMod val="60000"/>
                    <a:lumOff val="40000"/>
                  </a:schemeClr>
                </a:solidFill>
              </a:rPr>
              <a:t>→ blocks the transaction and sends an OTP challenge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all in under 200ms.</a:t>
            </a:r>
          </a:p>
        </p:txBody>
      </p:sp>
    </p:spTree>
    <p:extLst>
      <p:ext uri="{BB962C8B-B14F-4D97-AF65-F5344CB8AC3E}">
        <p14:creationId xmlns:p14="http://schemas.microsoft.com/office/powerpoint/2010/main" val="2464189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5FC8B-7D8D-DBFA-86F5-9A25D5EAF8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299826-37E7-965B-9DCA-40CC31FD3500}"/>
              </a:ext>
            </a:extLst>
          </p:cNvPr>
          <p:cNvSpPr txBox="1"/>
          <p:nvPr/>
        </p:nvSpPr>
        <p:spPr>
          <a:xfrm>
            <a:off x="175260" y="229029"/>
            <a:ext cx="4040124" cy="461665"/>
          </a:xfrm>
          <a:prstGeom prst="rect">
            <a:avLst/>
          </a:prstGeom>
          <a:noFill/>
        </p:spPr>
        <p:txBody>
          <a:bodyPr wrap="square">
            <a:spAutoFit/>
          </a:bodyPr>
          <a:lstStyle/>
          <a:p>
            <a:pPr marL="0" indent="0">
              <a:buNone/>
            </a:pPr>
            <a:r>
              <a:rPr lang="en-US" sz="2400" b="1" dirty="0">
                <a:solidFill>
                  <a:schemeClr val="accent6">
                    <a:lumMod val="60000"/>
                    <a:lumOff val="40000"/>
                  </a:schemeClr>
                </a:solidFill>
              </a:rPr>
              <a:t>AI Agents in  FinTech Industry</a:t>
            </a:r>
          </a:p>
        </p:txBody>
      </p:sp>
      <p:sp>
        <p:nvSpPr>
          <p:cNvPr id="7" name="TextBox 6">
            <a:extLst>
              <a:ext uri="{FF2B5EF4-FFF2-40B4-BE49-F238E27FC236}">
                <a16:creationId xmlns:a16="http://schemas.microsoft.com/office/drawing/2014/main" id="{2E2A7BD1-76BD-89CB-1D17-DF26F4727C8D}"/>
              </a:ext>
            </a:extLst>
          </p:cNvPr>
          <p:cNvSpPr txBox="1"/>
          <p:nvPr/>
        </p:nvSpPr>
        <p:spPr>
          <a:xfrm>
            <a:off x="175260" y="751344"/>
            <a:ext cx="11219688" cy="3785652"/>
          </a:xfrm>
          <a:prstGeom prst="rect">
            <a:avLst/>
          </a:prstGeom>
          <a:noFill/>
        </p:spPr>
        <p:txBody>
          <a:bodyPr wrap="square">
            <a:spAutoFit/>
          </a:bodyPr>
          <a:lstStyle/>
          <a:p>
            <a:r>
              <a:rPr lang="en-US" sz="2400" b="1" dirty="0">
                <a:solidFill>
                  <a:schemeClr val="accent6">
                    <a:lumMod val="60000"/>
                    <a:lumOff val="40000"/>
                  </a:schemeClr>
                </a:solidFill>
              </a:rPr>
              <a:t>Credit Underwriting</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loan application arrives. </a:t>
            </a:r>
          </a:p>
          <a:p>
            <a:pPr marL="457200" indent="-457200">
              <a:buFont typeface="+mj-lt"/>
              <a:buAutoNum type="arabicPeriod"/>
            </a:pPr>
            <a:r>
              <a:rPr lang="en-US" sz="2400" dirty="0">
                <a:solidFill>
                  <a:schemeClr val="accent6">
                    <a:lumMod val="60000"/>
                    <a:lumOff val="40000"/>
                  </a:schemeClr>
                </a:solidFill>
              </a:rPr>
              <a:t>The agent pulls the applicant's credit bureau report, </a:t>
            </a:r>
          </a:p>
          <a:p>
            <a:pPr marL="457200" indent="-457200">
              <a:buFont typeface="+mj-lt"/>
              <a:buAutoNum type="arabicPeriod"/>
            </a:pPr>
            <a:r>
              <a:rPr lang="en-US" sz="2400" dirty="0">
                <a:solidFill>
                  <a:schemeClr val="accent6">
                    <a:lumMod val="60000"/>
                    <a:lumOff val="40000"/>
                  </a:schemeClr>
                </a:solidFill>
              </a:rPr>
              <a:t>fetches bank statement PDFs and parses income/expense patterns, </a:t>
            </a:r>
          </a:p>
          <a:p>
            <a:pPr marL="457200" indent="-457200">
              <a:buFont typeface="+mj-lt"/>
              <a:buAutoNum type="arabicPeriod"/>
            </a:pPr>
            <a:r>
              <a:rPr lang="en-US" sz="2400" dirty="0">
                <a:solidFill>
                  <a:schemeClr val="accent6">
                    <a:lumMod val="60000"/>
                    <a:lumOff val="40000"/>
                  </a:schemeClr>
                </a:solidFill>
              </a:rPr>
              <a:t>runs a risk model, </a:t>
            </a:r>
          </a:p>
          <a:p>
            <a:pPr marL="457200" indent="-457200">
              <a:buFont typeface="+mj-lt"/>
              <a:buAutoNum type="arabicPeriod"/>
            </a:pPr>
            <a:r>
              <a:rPr lang="en-US" sz="2400" dirty="0">
                <a:solidFill>
                  <a:schemeClr val="accent6">
                    <a:lumMod val="60000"/>
                    <a:lumOff val="40000"/>
                  </a:schemeClr>
                </a:solidFill>
              </a:rPr>
              <a:t>checks for negative news about the employer, and </a:t>
            </a:r>
          </a:p>
          <a:p>
            <a:pPr marL="457200" indent="-457200">
              <a:buFont typeface="+mj-lt"/>
              <a:buAutoNum type="arabicPeriod"/>
            </a:pPr>
            <a:r>
              <a:rPr lang="en-US" sz="2400" dirty="0">
                <a:solidFill>
                  <a:schemeClr val="accent6">
                    <a:lumMod val="60000"/>
                    <a:lumOff val="40000"/>
                  </a:schemeClr>
                </a:solidFill>
              </a:rPr>
              <a:t>produces a structured recommendation with reasons.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What used to take a human analyst 2–3 days happens in minutes.</a:t>
            </a:r>
          </a:p>
        </p:txBody>
      </p:sp>
    </p:spTree>
    <p:extLst>
      <p:ext uri="{BB962C8B-B14F-4D97-AF65-F5344CB8AC3E}">
        <p14:creationId xmlns:p14="http://schemas.microsoft.com/office/powerpoint/2010/main" val="1728674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5CF57-C8D7-59CF-97C2-AC188CB8F7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CDD888-1E83-5885-200D-27C08348B845}"/>
              </a:ext>
            </a:extLst>
          </p:cNvPr>
          <p:cNvSpPr txBox="1"/>
          <p:nvPr/>
        </p:nvSpPr>
        <p:spPr>
          <a:xfrm>
            <a:off x="175260" y="229029"/>
            <a:ext cx="4040124" cy="461665"/>
          </a:xfrm>
          <a:prstGeom prst="rect">
            <a:avLst/>
          </a:prstGeom>
          <a:noFill/>
        </p:spPr>
        <p:txBody>
          <a:bodyPr wrap="square">
            <a:spAutoFit/>
          </a:bodyPr>
          <a:lstStyle/>
          <a:p>
            <a:pPr marL="0" indent="0">
              <a:buNone/>
            </a:pPr>
            <a:r>
              <a:rPr lang="en-US" sz="2400" b="1" dirty="0">
                <a:solidFill>
                  <a:schemeClr val="accent6">
                    <a:lumMod val="60000"/>
                    <a:lumOff val="40000"/>
                  </a:schemeClr>
                </a:solidFill>
              </a:rPr>
              <a:t>AI Agents in  FinTech Industry</a:t>
            </a:r>
          </a:p>
        </p:txBody>
      </p:sp>
      <p:sp>
        <p:nvSpPr>
          <p:cNvPr id="7" name="TextBox 6">
            <a:extLst>
              <a:ext uri="{FF2B5EF4-FFF2-40B4-BE49-F238E27FC236}">
                <a16:creationId xmlns:a16="http://schemas.microsoft.com/office/drawing/2014/main" id="{82A9706F-1BFF-8E9D-8809-39B1A5195551}"/>
              </a:ext>
            </a:extLst>
          </p:cNvPr>
          <p:cNvSpPr txBox="1"/>
          <p:nvPr/>
        </p:nvSpPr>
        <p:spPr>
          <a:xfrm>
            <a:off x="175260" y="751344"/>
            <a:ext cx="11219688" cy="3785652"/>
          </a:xfrm>
          <a:prstGeom prst="rect">
            <a:avLst/>
          </a:prstGeom>
          <a:noFill/>
        </p:spPr>
        <p:txBody>
          <a:bodyPr wrap="square">
            <a:spAutoFit/>
          </a:bodyPr>
          <a:lstStyle/>
          <a:p>
            <a:r>
              <a:rPr lang="en-US" sz="2400" b="1" dirty="0">
                <a:solidFill>
                  <a:schemeClr val="accent6">
                    <a:lumMod val="60000"/>
                    <a:lumOff val="40000"/>
                  </a:schemeClr>
                </a:solidFill>
              </a:rPr>
              <a:t>Algorithmic Trading</a:t>
            </a:r>
          </a:p>
          <a:p>
            <a:endParaRPr lang="en-US" sz="2400" dirty="0">
              <a:solidFill>
                <a:schemeClr val="accent6">
                  <a:lumMod val="60000"/>
                  <a:lumOff val="40000"/>
                </a:schemeClr>
              </a:solidFill>
            </a:endParaRPr>
          </a:p>
          <a:p>
            <a:pPr marL="457200" indent="-457200">
              <a:buFont typeface="+mj-lt"/>
              <a:buAutoNum type="arabicPeriod"/>
            </a:pPr>
            <a:r>
              <a:rPr lang="en-US" sz="2400" dirty="0">
                <a:solidFill>
                  <a:schemeClr val="accent6">
                    <a:lumMod val="60000"/>
                    <a:lumOff val="40000"/>
                  </a:schemeClr>
                </a:solidFill>
              </a:rPr>
              <a:t>An agent watches price feeds, </a:t>
            </a:r>
          </a:p>
          <a:p>
            <a:pPr marL="457200" indent="-457200">
              <a:buFont typeface="+mj-lt"/>
              <a:buAutoNum type="arabicPeriod"/>
            </a:pPr>
            <a:r>
              <a:rPr lang="en-US" sz="2400" dirty="0">
                <a:solidFill>
                  <a:schemeClr val="accent6">
                    <a:lumMod val="60000"/>
                    <a:lumOff val="40000"/>
                  </a:schemeClr>
                </a:solidFill>
              </a:rPr>
              <a:t>reads earnings call transcripts, </a:t>
            </a:r>
          </a:p>
          <a:p>
            <a:pPr marL="457200" indent="-457200">
              <a:buFont typeface="+mj-lt"/>
              <a:buAutoNum type="arabicPeriod"/>
            </a:pPr>
            <a:r>
              <a:rPr lang="en-US" sz="2400" dirty="0">
                <a:solidFill>
                  <a:schemeClr val="accent6">
                    <a:lumMod val="60000"/>
                    <a:lumOff val="40000"/>
                  </a:schemeClr>
                </a:solidFill>
              </a:rPr>
              <a:t>monitors news sentiment in real time, and </a:t>
            </a:r>
          </a:p>
          <a:p>
            <a:pPr marL="457200" indent="-457200">
              <a:buFont typeface="+mj-lt"/>
              <a:buAutoNum type="arabicPeriod"/>
            </a:pPr>
            <a:r>
              <a:rPr lang="en-US" sz="2400" dirty="0">
                <a:solidFill>
                  <a:schemeClr val="accent6">
                    <a:lumMod val="60000"/>
                    <a:lumOff val="40000"/>
                  </a:schemeClr>
                </a:solidFill>
              </a:rPr>
              <a:t>executes trades based on a defined strategy — automatically managing position sizes and stop-losses.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can also flag unusual market conditions and pause itself, which a static algorithm cannot.</a:t>
            </a:r>
          </a:p>
        </p:txBody>
      </p:sp>
    </p:spTree>
    <p:extLst>
      <p:ext uri="{BB962C8B-B14F-4D97-AF65-F5344CB8AC3E}">
        <p14:creationId xmlns:p14="http://schemas.microsoft.com/office/powerpoint/2010/main" val="4145171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6F443-255B-0A2A-EF6C-49D930494D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A12105-6CA4-54AC-3DA1-BD22E9210008}"/>
              </a:ext>
            </a:extLst>
          </p:cNvPr>
          <p:cNvSpPr txBox="1"/>
          <p:nvPr/>
        </p:nvSpPr>
        <p:spPr>
          <a:xfrm>
            <a:off x="175260" y="229029"/>
            <a:ext cx="4040124" cy="461665"/>
          </a:xfrm>
          <a:prstGeom prst="rect">
            <a:avLst/>
          </a:prstGeom>
          <a:noFill/>
        </p:spPr>
        <p:txBody>
          <a:bodyPr wrap="square">
            <a:spAutoFit/>
          </a:bodyPr>
          <a:lstStyle/>
          <a:p>
            <a:pPr marL="0" indent="0">
              <a:buNone/>
            </a:pPr>
            <a:r>
              <a:rPr lang="en-US" sz="2400" b="1" dirty="0">
                <a:solidFill>
                  <a:schemeClr val="accent6">
                    <a:lumMod val="60000"/>
                    <a:lumOff val="40000"/>
                  </a:schemeClr>
                </a:solidFill>
              </a:rPr>
              <a:t>AI Agents in  FinTech Industry</a:t>
            </a:r>
          </a:p>
        </p:txBody>
      </p:sp>
      <p:sp>
        <p:nvSpPr>
          <p:cNvPr id="7" name="TextBox 6">
            <a:extLst>
              <a:ext uri="{FF2B5EF4-FFF2-40B4-BE49-F238E27FC236}">
                <a16:creationId xmlns:a16="http://schemas.microsoft.com/office/drawing/2014/main" id="{3988CBE8-D83F-898F-A030-713088042D83}"/>
              </a:ext>
            </a:extLst>
          </p:cNvPr>
          <p:cNvSpPr txBox="1"/>
          <p:nvPr/>
        </p:nvSpPr>
        <p:spPr>
          <a:xfrm>
            <a:off x="175260" y="751344"/>
            <a:ext cx="11219688" cy="4154984"/>
          </a:xfrm>
          <a:prstGeom prst="rect">
            <a:avLst/>
          </a:prstGeom>
          <a:noFill/>
        </p:spPr>
        <p:txBody>
          <a:bodyPr wrap="square">
            <a:spAutoFit/>
          </a:bodyPr>
          <a:lstStyle/>
          <a:p>
            <a:r>
              <a:rPr lang="en-US" sz="2400" b="1" dirty="0">
                <a:solidFill>
                  <a:schemeClr val="accent6">
                    <a:lumMod val="60000"/>
                    <a:lumOff val="40000"/>
                  </a:schemeClr>
                </a:solidFill>
              </a:rPr>
              <a:t>One important caveat for fintech</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Agents in financial services need </a:t>
            </a:r>
            <a:r>
              <a:rPr lang="en-US" sz="2400" b="1" dirty="0">
                <a:solidFill>
                  <a:schemeClr val="accent6">
                    <a:lumMod val="60000"/>
                    <a:lumOff val="40000"/>
                  </a:schemeClr>
                </a:solidFill>
              </a:rPr>
              <a:t>human-in-the-loop guardrails</a:t>
            </a:r>
            <a:r>
              <a:rPr lang="en-US" sz="2400" dirty="0">
                <a:solidFill>
                  <a:schemeClr val="accent6">
                    <a:lumMod val="60000"/>
                    <a:lumOff val="40000"/>
                  </a:schemeClr>
                </a:solidFill>
              </a:rPr>
              <a:t> for high-stakes decisions.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Fully autonomous agents are fine for </a:t>
            </a:r>
            <a:r>
              <a:rPr lang="en-US" sz="2400" b="1" dirty="0">
                <a:solidFill>
                  <a:schemeClr val="accent6">
                    <a:lumMod val="60000"/>
                    <a:lumOff val="40000"/>
                  </a:schemeClr>
                </a:solidFill>
              </a:rPr>
              <a:t>low-risk actions </a:t>
            </a:r>
            <a:r>
              <a:rPr lang="en-US" sz="2400" dirty="0">
                <a:solidFill>
                  <a:schemeClr val="accent6">
                    <a:lumMod val="60000"/>
                    <a:lumOff val="40000"/>
                  </a:schemeClr>
                </a:solidFill>
              </a:rPr>
              <a:t>(sending a statement, blocking a suspicious transaction). </a:t>
            </a:r>
          </a:p>
          <a:p>
            <a:r>
              <a:rPr lang="en-US" sz="2400" dirty="0">
                <a:solidFill>
                  <a:schemeClr val="accent6">
                    <a:lumMod val="60000"/>
                    <a:lumOff val="40000"/>
                  </a:schemeClr>
                </a:solidFill>
              </a:rPr>
              <a:t>But for large loan approvals, account closures, or large trades, best practice is to have the agent prepare a recommendation and a human confirm it.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Regulators in most countries — including India's RBI — expect an audit trail and human accountability for consequential financial decisions.</a:t>
            </a:r>
          </a:p>
        </p:txBody>
      </p:sp>
    </p:spTree>
    <p:extLst>
      <p:ext uri="{BB962C8B-B14F-4D97-AF65-F5344CB8AC3E}">
        <p14:creationId xmlns:p14="http://schemas.microsoft.com/office/powerpoint/2010/main" val="1959769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48961-3A2F-397E-527E-49BDBE14D6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EECD77-6CD6-DD29-7B94-62FE97DBCE59}"/>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1608578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Work?(p1)</a:t>
            </a:r>
            <a:endParaRPr lang="en-US" sz="4000" dirty="0"/>
          </a:p>
        </p:txBody>
      </p:sp>
      <p:sp>
        <p:nvSpPr>
          <p:cNvPr id="3" name="Content Placeholder 2"/>
          <p:cNvSpPr>
            <a:spLocks noGrp="1"/>
          </p:cNvSpPr>
          <p:nvPr>
            <p:ph idx="1"/>
          </p:nvPr>
        </p:nvSpPr>
        <p:spPr>
          <a:xfrm>
            <a:off x="838200" y="1137727"/>
            <a:ext cx="10515600" cy="2117201"/>
          </a:xfrm>
        </p:spPr>
        <p:txBody>
          <a:bodyPr>
            <a:normAutofit fontScale="85000" lnSpcReduction="20000"/>
          </a:bodyPr>
          <a:lstStyle/>
          <a:p>
            <a:pPr fontAlgn="base"/>
            <a:r>
              <a:rPr lang="en-US" dirty="0"/>
              <a:t>In essence, an AI agent works through the process of assigning, creating, or inferring an objective, which it will then break down into a series of tasks and attempt to complete. This process can be divided into three stages: </a:t>
            </a:r>
          </a:p>
          <a:p>
            <a:pPr marL="514350" indent="-514350" fontAlgn="base">
              <a:buAutoNum type="arabicPeriod"/>
            </a:pPr>
            <a:r>
              <a:rPr lang="en-US" dirty="0"/>
              <a:t>Task definition and planning, </a:t>
            </a:r>
          </a:p>
          <a:p>
            <a:pPr marL="514350" indent="-514350" fontAlgn="base">
              <a:buAutoNum type="arabicPeriod"/>
            </a:pPr>
            <a:r>
              <a:rPr lang="en-US" dirty="0"/>
              <a:t>Decision-making, and </a:t>
            </a:r>
          </a:p>
          <a:p>
            <a:pPr marL="514350" indent="-514350" fontAlgn="base">
              <a:buAutoNum type="arabicPeriod"/>
            </a:pPr>
            <a:r>
              <a:rPr lang="en-US" dirty="0"/>
              <a:t>Feedback and adaptation. </a:t>
            </a:r>
          </a:p>
          <a:p>
            <a:endParaRPr lang="en-US" dirty="0"/>
          </a:p>
        </p:txBody>
      </p:sp>
      <p:sp>
        <p:nvSpPr>
          <p:cNvPr id="4" name="TextBox 3"/>
          <p:cNvSpPr txBox="1"/>
          <p:nvPr/>
        </p:nvSpPr>
        <p:spPr>
          <a:xfrm>
            <a:off x="132347" y="3733100"/>
            <a:ext cx="11857404" cy="3170099"/>
          </a:xfrm>
          <a:prstGeom prst="rect">
            <a:avLst/>
          </a:prstGeom>
          <a:noFill/>
        </p:spPr>
        <p:txBody>
          <a:bodyPr wrap="square" rtlCol="0">
            <a:spAutoFit/>
          </a:bodyPr>
          <a:lstStyle/>
          <a:p>
            <a:pPr fontAlgn="base"/>
            <a:r>
              <a:rPr lang="en-US" sz="2000" b="1" dirty="0">
                <a:solidFill>
                  <a:schemeClr val="accent6">
                    <a:lumMod val="60000"/>
                    <a:lumOff val="40000"/>
                  </a:schemeClr>
                </a:solidFill>
              </a:rPr>
              <a:t>1. Task Definition and Planning</a:t>
            </a:r>
          </a:p>
          <a:p>
            <a:pPr marL="285750" indent="-285750" fontAlgn="base">
              <a:buFont typeface="Arial" panose="020B0604020202020204" pitchFamily="34" charset="0"/>
              <a:buChar char="•"/>
            </a:pPr>
            <a:r>
              <a:rPr lang="en-US" sz="2000" b="1" dirty="0">
                <a:solidFill>
                  <a:schemeClr val="accent6">
                    <a:lumMod val="60000"/>
                    <a:lumOff val="40000"/>
                  </a:schemeClr>
                </a:solidFill>
              </a:rPr>
              <a:t>Define and assign an objective: </a:t>
            </a:r>
            <a:r>
              <a:rPr lang="en-US" sz="2000" dirty="0">
                <a:solidFill>
                  <a:schemeClr val="accent6">
                    <a:lumMod val="60000"/>
                    <a:lumOff val="40000"/>
                  </a:schemeClr>
                </a:solidFill>
              </a:rPr>
              <a:t>giving an agent a predefined goal you want it to accomplish.</a:t>
            </a:r>
          </a:p>
          <a:p>
            <a:pPr marL="285750" indent="-285750" fontAlgn="base">
              <a:buFont typeface="Arial" panose="020B0604020202020204" pitchFamily="34" charset="0"/>
              <a:buChar char="•"/>
            </a:pPr>
            <a:r>
              <a:rPr lang="en-US" sz="2000" b="1" dirty="0">
                <a:solidFill>
                  <a:schemeClr val="accent6">
                    <a:lumMod val="60000"/>
                    <a:lumOff val="40000"/>
                  </a:schemeClr>
                </a:solidFill>
              </a:rPr>
              <a:t>Assign Resources:</a:t>
            </a:r>
            <a:r>
              <a:rPr lang="en-US" sz="2000" dirty="0">
                <a:solidFill>
                  <a:schemeClr val="accent6">
                    <a:lumMod val="60000"/>
                    <a:lumOff val="40000"/>
                  </a:schemeClr>
                </a:solidFill>
              </a:rPr>
              <a:t> select the tools and sources of information the agent will be permitted to use to achieve its goal.  </a:t>
            </a:r>
          </a:p>
          <a:p>
            <a:pPr marL="285750" indent="-285750" fontAlgn="base">
              <a:buFont typeface="Arial" panose="020B0604020202020204" pitchFamily="34" charset="0"/>
              <a:buChar char="•"/>
            </a:pPr>
            <a:r>
              <a:rPr lang="en-US" sz="2000" b="1" dirty="0">
                <a:solidFill>
                  <a:schemeClr val="accent6">
                    <a:lumMod val="60000"/>
                    <a:lumOff val="40000"/>
                  </a:schemeClr>
                </a:solidFill>
              </a:rPr>
              <a:t>Environmental assessment: </a:t>
            </a:r>
            <a:r>
              <a:rPr lang="en-US" sz="2000" dirty="0">
                <a:solidFill>
                  <a:schemeClr val="accent6">
                    <a:lumMod val="60000"/>
                    <a:lumOff val="40000"/>
                  </a:schemeClr>
                </a:solidFill>
              </a:rPr>
              <a:t>the agent uses sensors and any other available data sources to collect information about its environment; this helps it understand its given task in greater context, as well as potential obstacles.</a:t>
            </a:r>
          </a:p>
          <a:p>
            <a:pPr marL="285750" indent="-285750" fontAlgn="base">
              <a:buFont typeface="Arial" panose="020B0604020202020204" pitchFamily="34" charset="0"/>
              <a:buChar char="•"/>
            </a:pPr>
            <a:r>
              <a:rPr lang="en-US" sz="2000" b="1" dirty="0">
                <a:solidFill>
                  <a:schemeClr val="accent6">
                    <a:lumMod val="60000"/>
                    <a:lumOff val="40000"/>
                  </a:schemeClr>
                </a:solidFill>
              </a:rPr>
              <a:t>Plan generation: </a:t>
            </a:r>
            <a:r>
              <a:rPr lang="en-US" sz="2000" dirty="0">
                <a:solidFill>
                  <a:schemeClr val="accent6">
                    <a:lumMod val="60000"/>
                    <a:lumOff val="40000"/>
                  </a:schemeClr>
                </a:solidFill>
              </a:rPr>
              <a:t>taking the tools at its disposal into account, the agent devises strategies for achieving its goal, which typically involves breaking down its tasks into subtasks, and potentially also breaking the goal down into </a:t>
            </a:r>
            <a:r>
              <a:rPr lang="en-US" sz="2000" dirty="0" err="1">
                <a:solidFill>
                  <a:schemeClr val="accent6">
                    <a:lumMod val="60000"/>
                    <a:lumOff val="40000"/>
                  </a:schemeClr>
                </a:solidFill>
              </a:rPr>
              <a:t>subgoals</a:t>
            </a:r>
            <a:r>
              <a:rPr lang="en-US" sz="2000" dirty="0">
                <a:solidFill>
                  <a:schemeClr val="accent6">
                    <a:lumMod val="60000"/>
                    <a:lumOff val="40000"/>
                  </a:schemeClr>
                </a:solidFill>
              </a:rPr>
              <a:t>.  </a:t>
            </a:r>
          </a:p>
          <a:p>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3640618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267275" cy="641553"/>
          </a:xfrm>
        </p:spPr>
        <p:txBody>
          <a:bodyPr>
            <a:normAutofit fontScale="90000"/>
          </a:bodyPr>
          <a:lstStyle/>
          <a:p>
            <a:r>
              <a:rPr lang="en-US" sz="4000" b="1" dirty="0"/>
              <a:t>How Does an AI Agent Work?(p2)</a:t>
            </a:r>
            <a:endParaRPr lang="en-US" sz="4000" dirty="0"/>
          </a:p>
        </p:txBody>
      </p:sp>
      <p:sp>
        <p:nvSpPr>
          <p:cNvPr id="4" name="TextBox 3"/>
          <p:cNvSpPr txBox="1"/>
          <p:nvPr/>
        </p:nvSpPr>
        <p:spPr>
          <a:xfrm>
            <a:off x="436229" y="1182844"/>
            <a:ext cx="11553522" cy="1631216"/>
          </a:xfrm>
          <a:prstGeom prst="rect">
            <a:avLst/>
          </a:prstGeom>
          <a:noFill/>
        </p:spPr>
        <p:txBody>
          <a:bodyPr wrap="square" rtlCol="0">
            <a:spAutoFit/>
          </a:bodyPr>
          <a:lstStyle/>
          <a:p>
            <a:pPr fontAlgn="base"/>
            <a:r>
              <a:rPr lang="en-US" sz="2000" b="1" dirty="0">
                <a:solidFill>
                  <a:schemeClr val="accent6">
                    <a:lumMod val="60000"/>
                    <a:lumOff val="40000"/>
                  </a:schemeClr>
                </a:solidFill>
              </a:rPr>
              <a:t>2. Decision-Making</a:t>
            </a:r>
            <a:endParaRPr lang="en-US" sz="2000" dirty="0">
              <a:solidFill>
                <a:schemeClr val="accent6">
                  <a:lumMod val="60000"/>
                  <a:lumOff val="40000"/>
                </a:schemeClr>
              </a:solidFill>
            </a:endParaRPr>
          </a:p>
          <a:p>
            <a:pPr marL="285750" indent="-285750" fontAlgn="base">
              <a:buFont typeface="Arial" panose="020B0604020202020204" pitchFamily="34" charset="0"/>
              <a:buChar char="•"/>
            </a:pPr>
            <a:r>
              <a:rPr lang="en-US" sz="2000" b="1" dirty="0">
                <a:solidFill>
                  <a:schemeClr val="accent6">
                    <a:lumMod val="60000"/>
                    <a:lumOff val="40000"/>
                  </a:schemeClr>
                </a:solidFill>
              </a:rPr>
              <a:t>Data analysis: </a:t>
            </a:r>
            <a:r>
              <a:rPr lang="en-US" sz="2000" dirty="0">
                <a:solidFill>
                  <a:schemeClr val="accent6">
                    <a:lumMod val="60000"/>
                    <a:lumOff val="40000"/>
                  </a:schemeClr>
                </a:solidFill>
              </a:rPr>
              <a:t>analyzing available data – such as environmental sensor readings, past experiences, and the model that powers it, to predict the outcomes of prospective actions it could take.</a:t>
            </a:r>
          </a:p>
          <a:p>
            <a:pPr marL="285750" indent="-285750" fontAlgn="base">
              <a:buFont typeface="Arial" panose="020B0604020202020204" pitchFamily="34" charset="0"/>
              <a:buChar char="•"/>
            </a:pPr>
            <a:r>
              <a:rPr lang="en-US" sz="2000" b="1" dirty="0">
                <a:solidFill>
                  <a:schemeClr val="accent6">
                    <a:lumMod val="60000"/>
                    <a:lumOff val="40000"/>
                  </a:schemeClr>
                </a:solidFill>
              </a:rPr>
              <a:t>Action execution: </a:t>
            </a:r>
            <a:r>
              <a:rPr lang="en-US" sz="2000" dirty="0">
                <a:solidFill>
                  <a:schemeClr val="accent6">
                    <a:lumMod val="60000"/>
                    <a:lumOff val="40000"/>
                  </a:schemeClr>
                </a:solidFill>
              </a:rPr>
              <a:t>the agent sequentially selects and executes the action it has determined will maximize the likelihood of success. </a:t>
            </a:r>
          </a:p>
        </p:txBody>
      </p:sp>
      <p:sp>
        <p:nvSpPr>
          <p:cNvPr id="6" name="TextBox 5"/>
          <p:cNvSpPr txBox="1"/>
          <p:nvPr/>
        </p:nvSpPr>
        <p:spPr>
          <a:xfrm>
            <a:off x="427839" y="3825379"/>
            <a:ext cx="11450815" cy="2246769"/>
          </a:xfrm>
          <a:prstGeom prst="rect">
            <a:avLst/>
          </a:prstGeom>
          <a:noFill/>
        </p:spPr>
        <p:txBody>
          <a:bodyPr wrap="square" rtlCol="0">
            <a:spAutoFit/>
          </a:bodyPr>
          <a:lstStyle/>
          <a:p>
            <a:pPr fontAlgn="base"/>
            <a:r>
              <a:rPr lang="en-US" sz="2000" b="1" dirty="0">
                <a:solidFill>
                  <a:schemeClr val="accent6">
                    <a:lumMod val="60000"/>
                    <a:lumOff val="40000"/>
                  </a:schemeClr>
                </a:solidFill>
              </a:rPr>
              <a:t>3. Feedback and Adaptation</a:t>
            </a:r>
            <a:endParaRPr lang="en-US" sz="2000" dirty="0">
              <a:solidFill>
                <a:schemeClr val="accent6">
                  <a:lumMod val="60000"/>
                  <a:lumOff val="40000"/>
                </a:schemeClr>
              </a:solidFill>
            </a:endParaRPr>
          </a:p>
          <a:p>
            <a:pPr marL="285750" indent="-285750" fontAlgn="base">
              <a:buFont typeface="Arial" panose="020B0604020202020204" pitchFamily="34" charset="0"/>
              <a:buChar char="•"/>
            </a:pPr>
            <a:r>
              <a:rPr lang="en-US" sz="2000" b="1" dirty="0">
                <a:solidFill>
                  <a:schemeClr val="accent6">
                    <a:lumMod val="60000"/>
                    <a:lumOff val="40000"/>
                  </a:schemeClr>
                </a:solidFill>
              </a:rPr>
              <a:t>Performance Monitoring: </a:t>
            </a:r>
            <a:r>
              <a:rPr lang="en-US" sz="2000" dirty="0">
                <a:solidFill>
                  <a:schemeClr val="accent6">
                    <a:lumMod val="60000"/>
                    <a:lumOff val="40000"/>
                  </a:schemeClr>
                </a:solidFill>
              </a:rPr>
              <a:t>the agent monitors the outcome of its actions and evaluates if they brought it closer to accomplishing the given objective. </a:t>
            </a:r>
          </a:p>
          <a:p>
            <a:pPr marL="285750" indent="-285750" fontAlgn="base">
              <a:buFont typeface="Arial" panose="020B0604020202020204" pitchFamily="34" charset="0"/>
              <a:buChar char="•"/>
            </a:pPr>
            <a:r>
              <a:rPr lang="en-US" sz="2000" b="1" dirty="0">
                <a:solidFill>
                  <a:schemeClr val="accent6">
                    <a:lumMod val="60000"/>
                    <a:lumOff val="40000"/>
                  </a:schemeClr>
                </a:solidFill>
              </a:rPr>
              <a:t>Feedback loop: </a:t>
            </a:r>
            <a:r>
              <a:rPr lang="en-US" sz="2000" dirty="0">
                <a:solidFill>
                  <a:schemeClr val="accent6">
                    <a:lumMod val="60000"/>
                    <a:lumOff val="40000"/>
                  </a:schemeClr>
                </a:solidFill>
              </a:rPr>
              <a:t>The agent uses the feedback to adjust its strategy and potential actions to take. If permitted, i.e., if programmed to do so, it can ask for human intervention if it is stuck on a task. </a:t>
            </a:r>
          </a:p>
          <a:p>
            <a:pPr marL="285750" indent="-285750" fontAlgn="base">
              <a:buFont typeface="Arial" panose="020B0604020202020204" pitchFamily="34" charset="0"/>
              <a:buChar char="•"/>
            </a:pPr>
            <a:r>
              <a:rPr lang="en-US" sz="2000" b="1" dirty="0">
                <a:solidFill>
                  <a:schemeClr val="accent6">
                    <a:lumMod val="60000"/>
                    <a:lumOff val="40000"/>
                  </a:schemeClr>
                </a:solidFill>
              </a:rPr>
              <a:t>Adaptation and learning: </a:t>
            </a:r>
            <a:r>
              <a:rPr lang="en-US" sz="2000" dirty="0">
                <a:solidFill>
                  <a:schemeClr val="accent6">
                    <a:lumMod val="60000"/>
                    <a:lumOff val="40000"/>
                  </a:schemeClr>
                </a:solidFill>
              </a:rPr>
              <a:t>The agent continuously learns from its experiences. It monitors the results of its actions and updates its knowledge base and decision-making processes based on the new information.</a:t>
            </a:r>
          </a:p>
        </p:txBody>
      </p:sp>
    </p:spTree>
    <p:extLst>
      <p:ext uri="{BB962C8B-B14F-4D97-AF65-F5344CB8AC3E}">
        <p14:creationId xmlns:p14="http://schemas.microsoft.com/office/powerpoint/2010/main" val="488549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178"/>
            <a:ext cx="10515600" cy="700277"/>
          </a:xfrm>
        </p:spPr>
        <p:txBody>
          <a:bodyPr/>
          <a:lstStyle/>
          <a:p>
            <a:r>
              <a:rPr lang="en-US" b="1" dirty="0"/>
              <a:t>The Components of an AI agent</a:t>
            </a:r>
            <a:endParaRPr lang="en-US" dirty="0"/>
          </a:p>
        </p:txBody>
      </p:sp>
      <p:sp>
        <p:nvSpPr>
          <p:cNvPr id="3" name="Content Placeholder 2"/>
          <p:cNvSpPr>
            <a:spLocks noGrp="1"/>
          </p:cNvSpPr>
          <p:nvPr>
            <p:ph idx="1"/>
          </p:nvPr>
        </p:nvSpPr>
        <p:spPr>
          <a:xfrm>
            <a:off x="352338" y="844112"/>
            <a:ext cx="11839662" cy="3442662"/>
          </a:xfrm>
        </p:spPr>
        <p:txBody>
          <a:bodyPr>
            <a:normAutofit/>
          </a:bodyPr>
          <a:lstStyle/>
          <a:p>
            <a:pPr fontAlgn="base"/>
            <a:r>
              <a:rPr lang="en-US" sz="2000" b="1" dirty="0"/>
              <a:t>AI Model: </a:t>
            </a:r>
            <a:r>
              <a:rPr lang="en-US" sz="2000" dirty="0"/>
              <a:t>recent advances such as an LLM, VLM (vision-language model), or, more recently, LMM (large multi-modal model) could be used as the core of an AI agent, acting as its</a:t>
            </a:r>
            <a:r>
              <a:rPr lang="en-US" sz="2000" b="1" dirty="0"/>
              <a:t> </a:t>
            </a:r>
            <a:r>
              <a:rPr lang="en-US" sz="2000" dirty="0"/>
              <a:t>decision-making mechanism. The model will process data collected by sensors, make decisions based on said data, and take actions to achieve the agent’s goals.</a:t>
            </a:r>
          </a:p>
          <a:p>
            <a:pPr fontAlgn="base"/>
            <a:r>
              <a:rPr lang="en-US" sz="2000" b="1" dirty="0"/>
              <a:t>Sensors</a:t>
            </a:r>
            <a:r>
              <a:rPr lang="en-US" sz="2000" dirty="0"/>
              <a:t>: components responsible for collecting data from the agent’s environment so it can “perceive” it accurately and act accordingly. Sensors are an agent’s input devices, enabling it to learn about the world. In software agents, a sensor would be digital interfaces to websites or databases, while in a robotic agent, these include cameras and microphones. </a:t>
            </a:r>
          </a:p>
          <a:p>
            <a:pPr fontAlgn="base"/>
            <a:r>
              <a:rPr lang="en-US" sz="2000" b="1" dirty="0"/>
              <a:t>Actuators</a:t>
            </a:r>
            <a:r>
              <a:rPr lang="en-US" sz="2000" dirty="0"/>
              <a:t>: these are an agent’s means of output – enabling it to take actions based on its given objective and data collected from its sensors. In software agents, these are components that can control other applications or devices, while for a robotic agent, these could be appendages, i.e., limbs, display screens, or speakers. </a:t>
            </a:r>
          </a:p>
        </p:txBody>
      </p:sp>
    </p:spTree>
    <p:extLst>
      <p:ext uri="{BB962C8B-B14F-4D97-AF65-F5344CB8AC3E}">
        <p14:creationId xmlns:p14="http://schemas.microsoft.com/office/powerpoint/2010/main" val="2160857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902D-FED6-06DD-5FBA-2A3A8469E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738CA-A675-3C98-CA54-11053793EBFA}"/>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ADEF9D1D-5D0D-5F47-A816-0026075E66B4}"/>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575370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1221</TotalTime>
  <Words>1984</Words>
  <Application>Microsoft Office PowerPoint</Application>
  <PresentationFormat>Widescreen</PresentationFormat>
  <Paragraphs>246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Does an AI Agent Work?(p1)</vt:lpstr>
      <vt:lpstr>How Does an AI Agent Work?(p2)</vt:lpstr>
      <vt:lpstr>The Components of an AI agent</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228</cp:revision>
  <dcterms:created xsi:type="dcterms:W3CDTF">2025-09-22T02:44:38Z</dcterms:created>
  <dcterms:modified xsi:type="dcterms:W3CDTF">2026-07-09T02:56:55Z</dcterms:modified>
</cp:coreProperties>
</file>