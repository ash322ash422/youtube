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77" r:id="rId3"/>
    <p:sldId id="279" r:id="rId4"/>
    <p:sldId id="281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CFCDAA-7E66-CB0C-153A-EF2A3F22CDD3}"/>
              </a:ext>
            </a:extLst>
          </p:cNvPr>
          <p:cNvSpPr txBox="1"/>
          <p:nvPr/>
        </p:nvSpPr>
        <p:spPr>
          <a:xfrm>
            <a:off x="1563624" y="3241224"/>
            <a:ext cx="90251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 Types of AI based on its capability</a:t>
            </a:r>
            <a:endParaRPr lang="en-US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DBC76-F074-4D6A-9D12-4A6E235E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0561E9-6D2F-41AC-7540-09DAF78DF02B}"/>
              </a:ext>
            </a:extLst>
          </p:cNvPr>
          <p:cNvSpPr txBox="1"/>
          <p:nvPr/>
        </p:nvSpPr>
        <p:spPr>
          <a:xfrm>
            <a:off x="320040" y="166401"/>
            <a:ext cx="11402568" cy="484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R"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Narrow AI (Weak AI):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This type of AI is designed to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perform a specific task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lacks the ability to learn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or generalize to other tasks.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Examples include 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facial recognition software, 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virtual assistants (like Siri or Alexa), and </a:t>
            </a:r>
          </a:p>
          <a:p>
            <a:pPr marL="342900" marR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spam filters.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Machine learning, Traditional AI and Generative AI comes under Weak AI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2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F0212-3EFC-017B-449D-71A98FF49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93B864-0B3E-8641-497C-5C69CAD15EC1}"/>
              </a:ext>
            </a:extLst>
          </p:cNvPr>
          <p:cNvSpPr txBox="1"/>
          <p:nvPr/>
        </p:nvSpPr>
        <p:spPr>
          <a:xfrm>
            <a:off x="320040" y="166401"/>
            <a:ext cx="11402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2) General AI (Artificial General Intelligence, AGI):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AGI aims to mimic human-level intelligence, meaning it can understand, learn, and perform any intellectual task that a human being can. This is a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theoretical concept that is currently not yet fully realized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. 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Key Characteristics of AGI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Versatility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can handle multiple tasks across different domains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without needing to be retrained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for each one. </a:t>
            </a:r>
          </a:p>
          <a:p>
            <a:pPr lvl="0"/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For example, it could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play chess, compose music, conduct scientific research, and interpret human emotions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—all with the same underlying intelligence. </a:t>
            </a:r>
          </a:p>
          <a:p>
            <a:pPr lvl="0"/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Adaptability and Self-Improvement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: AGI systems can learn from past experiences and 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apply that knowledge to unfamiliar scenarios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enabling them to navigate and solve complex challenges efficiently. </a:t>
            </a: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820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CBAA-8E60-1CDB-50CE-73B669A63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C69043-2E50-D772-0B4F-D08941703080}"/>
              </a:ext>
            </a:extLst>
          </p:cNvPr>
          <p:cNvSpPr txBox="1"/>
          <p:nvPr/>
        </p:nvSpPr>
        <p:spPr>
          <a:xfrm>
            <a:off x="320040" y="166401"/>
            <a:ext cx="114025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 </a:t>
            </a:r>
            <a:r>
              <a:rPr lang="en-IN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Super AI (Artificial Superintelligence, ASI):</a:t>
            </a:r>
          </a:p>
          <a:p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represents AI that surpasses human intelligence in all aspects. This is also a theoretical concept and a potential future development.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could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solve complex problems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400">
                <a:solidFill>
                  <a:schemeClr val="accent6">
                    <a:lumMod val="40000"/>
                    <a:lumOff val="60000"/>
                  </a:schemeClr>
                </a:solidFill>
              </a:rPr>
              <a:t>and </a:t>
            </a:r>
            <a:r>
              <a:rPr lang="en-US" sz="2400" b="1" i="1">
                <a:solidFill>
                  <a:schemeClr val="accent6">
                    <a:lumMod val="40000"/>
                    <a:lumOff val="60000"/>
                  </a:schemeClr>
                </a:solidFill>
              </a:rPr>
              <a:t>make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predictions with high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autonomously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enhance its own algorithms and knowledge base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leading to rapid and continuous improvement.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understand and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interpret human emotions, social cues, and cultural contexts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 enabling it to interact seamlessly with humans.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ASI would have virtually </a:t>
            </a:r>
            <a:r>
              <a:rPr lang="en-US" sz="2400" b="1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unlimited memory and processing capabilities</a:t>
            </a:r>
            <a:r>
              <a:rPr lang="en-US" sz="24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,</a:t>
            </a:r>
            <a:r>
              <a:rPr lang="en-US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allowing it to analyze vast amounts of data and perform complex computations at unprecedented speeds.</a:t>
            </a:r>
          </a:p>
        </p:txBody>
      </p:sp>
    </p:spTree>
    <p:extLst>
      <p:ext uri="{BB962C8B-B14F-4D97-AF65-F5344CB8AC3E}">
        <p14:creationId xmlns:p14="http://schemas.microsoft.com/office/powerpoint/2010/main" val="3795858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5876-3DB5-38A3-17B9-DD251810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13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1104</TotalTime>
  <Words>308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2026-05-27T18:26:52Z</dcterms:modified>
</cp:coreProperties>
</file>