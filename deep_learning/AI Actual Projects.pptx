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6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866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6728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700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046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349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484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212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61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187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81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416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83F68-03B4-41A9-9EF5-87438ABC6FC7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C3AE7-3595-4F49-B06E-F09DD1E506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92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AI Actual Projects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57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5819" y="3338005"/>
            <a:ext cx="4587078" cy="306006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80" y="2166151"/>
            <a:ext cx="6841974" cy="4279038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207363" y="736847"/>
            <a:ext cx="2476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Crowd density 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837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862" y="1675151"/>
            <a:ext cx="8531287" cy="4645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9239" y="266330"/>
            <a:ext cx="24042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Working or not working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9702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975" y="1340529"/>
            <a:ext cx="8582577" cy="50153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447060" y="603682"/>
            <a:ext cx="16718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Queue statistics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4706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60" y="1394687"/>
            <a:ext cx="6561797" cy="3746824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3460" y="3725846"/>
            <a:ext cx="4849705" cy="28313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420427" y="355107"/>
            <a:ext cx="1629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Theft detection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247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14</Words>
  <Application>Microsoft Office PowerPoint</Application>
  <PresentationFormat>Widescreen</PresentationFormat>
  <Paragraphs>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AI Actual Projects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Actual Projects</dc:title>
  <dc:creator>hi</dc:creator>
  <cp:lastModifiedBy>hi</cp:lastModifiedBy>
  <cp:revision>4</cp:revision>
  <dcterms:created xsi:type="dcterms:W3CDTF">2025-05-29T07:50:39Z</dcterms:created>
  <dcterms:modified xsi:type="dcterms:W3CDTF">2025-05-29T07:59:47Z</dcterms:modified>
</cp:coreProperties>
</file>