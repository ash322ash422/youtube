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6" r:id="rId2"/>
    <p:sldId id="257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66589"/>
            <a:ext cx="11700387" cy="404164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2B2F0B-CB87-B495-2FD4-E6ECE2CD486E}"/>
              </a:ext>
            </a:extLst>
          </p:cNvPr>
          <p:cNvSpPr txBox="1"/>
          <p:nvPr/>
        </p:nvSpPr>
        <p:spPr>
          <a:xfrm>
            <a:off x="594845" y="306939"/>
            <a:ext cx="8529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Fkds;fds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08872-44FE-C987-D1E3-A093E1C9B1C1}"/>
              </a:ext>
            </a:extLst>
          </p:cNvPr>
          <p:cNvSpPr txBox="1"/>
          <p:nvPr/>
        </p:nvSpPr>
        <p:spPr>
          <a:xfrm>
            <a:off x="383458" y="1371879"/>
            <a:ext cx="100289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Cccc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1077</TotalTime>
  <Words>9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XXX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172</cp:revision>
  <dcterms:created xsi:type="dcterms:W3CDTF">2025-09-22T02:44:38Z</dcterms:created>
  <dcterms:modified xsi:type="dcterms:W3CDTF">2026-04-02T02:34:11Z</dcterms:modified>
</cp:coreProperties>
</file>