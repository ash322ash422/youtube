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handoutMasterIdLst>
    <p:handoutMasterId r:id="rId19"/>
  </p:handoutMasterIdLst>
  <p:sldIdLst>
    <p:sldId id="257" r:id="rId2"/>
    <p:sldId id="276" r:id="rId3"/>
    <p:sldId id="277" r:id="rId4"/>
    <p:sldId id="286" r:id="rId5"/>
    <p:sldId id="295" r:id="rId6"/>
    <p:sldId id="287" r:id="rId7"/>
    <p:sldId id="289" r:id="rId8"/>
    <p:sldId id="278" r:id="rId9"/>
    <p:sldId id="288" r:id="rId10"/>
    <p:sldId id="279" r:id="rId11"/>
    <p:sldId id="294" r:id="rId12"/>
    <p:sldId id="292" r:id="rId13"/>
    <p:sldId id="293" r:id="rId14"/>
    <p:sldId id="291" r:id="rId15"/>
    <p:sldId id="290" r:id="rId16"/>
    <p:sldId id="275"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4/25/2026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18:00.792"/>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18:01.888"/>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0:57.109"/>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0:57.110"/>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7"/>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8"/>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7"/>
    </inkml:context>
    <inkml:brush xml:id="br0">
      <inkml:brushProperty name="width" value="0.1" units="cm"/>
      <inkml:brushProperty name="height" value="0.1" units="cm"/>
      <inkml:brushProperty name="color" value="#FFC114"/>
    </inkml:brush>
  </inkml:definitions>
  <inkml:trace contextRef="#ctx0" brushRef="#br0">52 179 24575,'-2'0'0,"0"1"0,0-1 0,-1 0 0,1 0 0,0 0 0,0 0 0,0 0 0,0 0 0,0 0 0,0 0 0,0-1 0,0 1 0,0 0 0,0 0 0,0-1 0,0 1 0,0 0 0,0-1 0,0 1 0,1 0 0,-1-1 0,0 1 0,1-1 0,-3 0 0,29-12 0,84-9 0,113-3 0,4 3 0,355-17 0,24 11 0,-387 17 0,-105 5 0,168-1 0,1359 8 0,-1513 1 0,174 12 0,-114-4 0,-50-1 0,-1 2 0,152 21 0,-235-26 0,27 6 5,-60-9-233,1 0 0,-1 0-1,1-1 1,1 0-1,26 2 1,-2-4-6598</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23:09.758"/>
    </inkml:context>
    <inkml:brush xml:id="br0">
      <inkml:brushProperty name="width" value="0.1" units="cm"/>
      <inkml:brushProperty name="height" value="0.1" units="cm"/>
      <inkml:brushProperty name="color" value="#FFC114"/>
    </inkml:brush>
  </inkml:definitions>
  <inkml:trace contextRef="#ctx0" brushRef="#br0">678 73 24575,'1'-5'0,"-1"-1"0,0 1 0,-1 0 0,0-1 0,-1 1 0,-1 0 0,0-1 0,-1 1 0,0 0 0,-1 0 0,-14-9 0,8 15 0,6 12 0,5 14 0,13-6 0,2 0 0,3 0 0,3 0 0,1-1 0,3 0 0,3-1 0,48 26 0,9-2 0,189 73 0,-252-107 0,-1 0 0,-1 0 0,-1 0 0,-1 1 0,15 11 0,-29-19 0,-2 0 0,1 0 0,0 0 0,-1 0 0,0 0 0,0 0 0,-1 0 0,1 0 0,-1 0 0,-1 1 0,1-1 0,-1 0 0,0 0 0,0 0 0,0 0 0,-1 0 0,0 1 0,0-1 0,-1 0 0,1 0 0,-1 0 0,-1 0 0,1 0 0,-1 0 0,0 0 0,0-1 0,0 1 0,0 0 0,-1 0 0,0-1 0,0 1 0,0-1 0,-1 1 0,-9 1 0,-39 8 0,-2-1 0,-2-1 0,0-1 0,-74 7 0,-131 19 0,-354 81-1365,557-103-5461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23.815"/>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23.816"/>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47.559"/>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47.560"/>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15"/>
    </inkml:context>
    <inkml:brush xml:id="br0">
      <inkml:brushProperty name="width" value="0.1" units="cm"/>
      <inkml:brushProperty name="height" value="0.1" units="cm"/>
      <inkml:brushProperty name="color" value="#FFC114"/>
    </inkml:brush>
  </inkml:definitions>
  <inkml:trace contextRef="#ctx0" brushRef="#br0">252 0 24575,'-5'1'0,"1"0"0,-1 0 0,1 0 0,0 0 0,-1 1 0,1 0 0,0-1 0,0 2 0,0-1 0,0 0 0,0 1 0,1 0 0,-1-1 0,1 2 0,0-1 0,0 0 0,-4 6 0,-6 8 0,0 1 0,-12 23 0,21-34 0,-8 18 0,1 1 0,1 0 0,1 1 0,2 0 0,-8 49 0,-6 24 0,9-48 0,-5 68 0,10-64 0,6-34 0,0 0 0,2 1 0,0-1 0,8 37 0,-3-28 0,0 44 0,-6-44 0,0 14 0,2-1 0,11 65 0,-4-61 0,2-1 0,3 0 0,1 0 0,3-2 0,1 0 0,2-1 0,43 65 0,2-3 0,72 162 0,-46-84 0,-75-152 0,5 11 0,2-1 0,36 50 0,-36-70-1365</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16"/>
    </inkml:context>
    <inkml:brush xml:id="br0">
      <inkml:brushProperty name="width" value="0.1" units="cm"/>
      <inkml:brushProperty name="height" value="0.1" units="cm"/>
      <inkml:brushProperty name="color" value="#FFC114"/>
    </inkml:brush>
  </inkml:definitions>
  <inkml:trace contextRef="#ctx0" brushRef="#br0">9 263 24575,'-5'-20'0,"1"-4"0,8 21 0,9 10 0,91 89 0,-74-65 0,58 45 0,-74-66 0,4 4 0,1-1 0,0 0 0,0-2 0,35 15 0,-50-24 0,1 0 0,0-1 0,0 0 0,-1 0 0,1 0 0,0 0 0,0-1 0,0 1 0,0-1 0,0-1 0,0 1 0,0-1 0,0 0 0,0 0 0,-1 0 0,1 0 0,0-1 0,-1 0 0,1 0 0,-1 0 0,1-1 0,-1 0 0,0 1 0,0-2 0,0 1 0,6-7 0,17-23 0,-2-2 0,-1-1 0,36-73 0,-2 3 0,-48 91-195,-1-2 0,0 1 0,-1-1 0,-1 0 0,-1-1 0,5-22 0,-7 16-6631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17"/>
    </inkml:context>
    <inkml:brush xml:id="br0">
      <inkml:brushProperty name="width" value="0.1" units="cm"/>
      <inkml:brushProperty name="height" value="0.1" units="cm"/>
      <inkml:brushProperty name="color" value="#FFC114"/>
    </inkml:brush>
  </inkml:definitions>
  <inkml:trace contextRef="#ctx0" brushRef="#br0">2 32 24575,'-1'-14'0,"1"-4"0,6 28 0,1 17 0,-1 1 0,-2 0 0,0 1 0,-1 33 0,-1-22 0,8 49 0,0-16 0,-5-64-1365</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18"/>
    </inkml:context>
    <inkml:brush xml:id="br0">
      <inkml:brushProperty name="width" value="0.1" units="cm"/>
      <inkml:brushProperty name="height" value="0.1" units="cm"/>
      <inkml:brushProperty name="color" value="#FFC114"/>
    </inkml:brush>
  </inkml:definitions>
  <inkml:trace contextRef="#ctx0" brushRef="#br0">611 51 24575,'-6'-5'0,"1"0"0,-1 0 0,-1 1 0,1-1 0,0 1 0,-1 1 0,0-1 0,0 1 0,0 1 0,0-1 0,-1 1 0,1 0 0,-1 1 0,1-1 0,-11 1 0,6 1 0,-1 1 0,1 0 0,-1 1 0,1 1 0,0 0 0,0 0 0,0 1 0,-19 9 0,2 3 0,1 0 0,1 2 0,0 1 0,1 2 0,1 0 0,-29 33 0,38-37 0,0 2 0,1 0 0,1 1 0,1 0 0,1 1 0,1 0 0,0 1 0,-11 36 0,18-41 0,0 0 0,1 0 0,0 0 0,2 0 0,0 0 0,1 0 0,0 1 0,2-1 0,0 0 0,1 0 0,0 0 0,11 29 0,-8-30 0,0 0 0,1 0 0,1 0 0,1-1 0,0-1 0,1 1 0,0-1 0,1-1 0,1 0 0,0 0 0,0-1 0,2-1 0,-1 0 0,1-1 0,1-1 0,0 0 0,0-1 0,1 0 0,0-1 0,0-1 0,19 5 0,-2-1 0,0-1 0,0-2 0,1-1 0,-1-1 0,56 0 0,-74-6 0,0 0 0,0 0 0,-1-2 0,1 1 0,-1-2 0,1 0 0,-1-1 0,-1 0 0,1-1 0,16-10 0,-10 2 0,0 0 0,0-2 0,-2 0 0,0-1 0,22-26 0,-29 29 0,0 0 0,-1 0 0,0 0 0,-1-2 0,-1 1 0,0-1 0,-1 0 0,-1-1 0,0 1 0,4-24 0,-4 13 0,-4 18 0,0 0 0,0 0 0,0 0 0,-1 0 0,-1 0 0,0-1 0,0 1 0,-1 0 0,-3-17 0,0 8 0,0-4 0,0 1 0,-2 0 0,-1 0 0,0 0 0,-1 1 0,-2 1 0,-20-35 0,16 36 0,-2 0 0,1 1 0,-2 0 0,0 2 0,-30-22 0,3 8 0,-63-32 0,38 36-204,51 20-957,-2-1-5665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19"/>
    </inkml:context>
    <inkml:brush xml:id="br0">
      <inkml:brushProperty name="width" value="0.1" units="cm"/>
      <inkml:brushProperty name="height" value="0.1" units="cm"/>
      <inkml:brushProperty name="color" value="#FFC114"/>
    </inkml:brush>
  </inkml:definitions>
  <inkml:trace contextRef="#ctx0" brushRef="#br0">56 325 24575,'0'-1'0,"0"0"0,0 1 0,0-1 0,0 0 0,0 0 0,0 0 0,0 1 0,0-1 0,0 0 0,0 0 0,0 1 0,-1-1 0,1 0 0,0 0 0,-1 1 0,1-1 0,0 0 0,-1 1 0,1-1 0,-1 0 0,1 1 0,-1-1 0,1 1 0,-1-1 0,1 1 0,-1-1 0,0 1 0,1-1 0,-1 1 0,0 0 0,1-1 0,-1 1 0,0 0 0,1-1 0,-1 1 0,0 0 0,0 0 0,1 0 0,-1 0 0,0 0 0,0 0 0,-1 0 0,1 0 0,-1 1 0,1-1 0,0 1 0,-1-1 0,1 1 0,0-1 0,-1 1 0,1 0 0,0 0 0,0 0 0,0 0 0,0 0 0,0 0 0,0 0 0,0 0 0,0 0 0,0 0 0,0 1 0,1-1 0,-1 0 0,0 1 0,1-1 0,-1 2 0,-2 10 0,0 0 0,1 1 0,1-1 0,0 1 0,1-1 0,2 22 0,18 81 0,-15-94 0,7 31 0,-10-46 0,-8-36 0,0 4 0,1 0 0,2 0 0,0-1 0,2 1 0,3-48 0,28-143 0,-28 205 0,0-7 0,1 0 0,1 0 0,1 0 0,8-23 0,-11 36 0,1 1 0,-1-1 0,0 1 0,1 0 0,0 0 0,0 0 0,1 0 0,-1 0 0,1 1 0,-1 0 0,1-1 0,0 1 0,0 0 0,1 1 0,-1-1 0,0 1 0,1 0 0,0 0 0,-1 0 0,1 1 0,5-1 0,-6 1 0,1 1 0,-1-1 0,0 1 0,0 1 0,0-1 0,1 0 0,-1 1 0,0 0 0,0 0 0,0 0 0,0 1 0,0-1 0,0 1 0,-1 0 0,1 0 0,0 0 0,-1 0 0,0 1 0,1 0 0,-1-1 0,0 1 0,0 0 0,-1 1 0,1-1 0,3 5 0,4 9 0,1 0 0,-2 1 0,14 36 0,-20-45 0,18 50 0,14 71 0,-32-113 0,-1-1 0,0 33 0,4 20 0,1-55-1365</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0"/>
    </inkml:context>
    <inkml:brush xml:id="br0">
      <inkml:brushProperty name="width" value="0.1" units="cm"/>
      <inkml:brushProperty name="height" value="0.1" units="cm"/>
      <inkml:brushProperty name="color" value="#FFC114"/>
    </inkml:brush>
  </inkml:definitions>
  <inkml:trace contextRef="#ctx0" brushRef="#br0">22 73 24575,'-5'0'0,"-5"0"0,3-5 0,7 0 0,8-5 0,7 0 0,5 1 0,4 3 0,1 1 0,2-1 0,0-1 0,0 1 0,-5 2-8191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1"/>
    </inkml:context>
    <inkml:brush xml:id="br0">
      <inkml:brushProperty name="width" value="0.1" units="cm"/>
      <inkml:brushProperty name="height" value="0.1" units="cm"/>
      <inkml:brushProperty name="color" value="#FFC114"/>
    </inkml:brush>
  </inkml:definitions>
  <inkml:trace contextRef="#ctx0" brushRef="#br0">272 1 24575,'-34'0'0,"3"-1"0,-51 6 0,73-4 0,0 1 0,0 0 0,0 0 0,0 1 0,0 0 0,1 0 0,0 1 0,0 0 0,0 1 0,-9 6 0,16-10 0,-1 0 0,1 0 0,-1 0 0,1 0 0,-1 0 0,1 1 0,0-1 0,0 0 0,-1 1 0,1-1 0,0 1 0,0 0 0,1-1 0,-1 1 0,0-1 0,0 1 0,1 0 0,-1 0 0,1-1 0,0 1 0,-1 0 0,1 0 0,0 0 0,0 0 0,0 1 0,1 0 0,0-1 0,1 1 0,-1-1 0,0 0 0,1 0 0,-1 0 0,1 1 0,0-2 0,0 1 0,0 0 0,0 0 0,0 0 0,0-1 0,0 1 0,3 0 0,10 6 0,1 0 0,0-2 0,32 9 0,11 0 0,50 14 0,-99-25 0,1 0 0,0 1 0,-1 0 0,0 0 0,0 1 0,0 1 0,10 9 0,-19-16 0,0 1 0,0 0 0,0 0 0,0 0 0,0 0 0,0 0 0,0 0 0,0 0 0,0 1 0,-1-1 0,1 0 0,0 0 0,-1 1 0,1-1 0,-1 0 0,1 1 0,-1-1 0,0 0 0,0 1 0,0-1 0,1 1 0,-1-1 0,0 1 0,-1-1 0,1 0 0,0 1 0,0-1 0,-1 2 0,-1 0 0,1-1 0,-1 1 0,0-1 0,0 1 0,0-1 0,0 0 0,-1 0 0,1 0 0,0 0 0,-1 0 0,0 0 0,-3 1 0,-8 4 0,0-1 0,0-1 0,-1 0 0,-17 4 0,-4-4 0,1-1 0,0-2 0,-1-2 0,-56-5 0,90 5-52,0 0-1,0 0 1,0 0-1,0-1 1,0 1-1,1 0 1,-1-1-1,0 1 1,0-1-1,1 0 1,-1 0-1,0 0 1,1 1-1,-1-1 1,0-1-1,1 1 1,0 0-1,-1 0 1,1-1-1,0 1 0,-1 0 1,1-1-1,0 0 1,0 1-1,-1-3 1</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2"/>
    </inkml:context>
    <inkml:brush xml:id="br0">
      <inkml:brushProperty name="width" value="0.1" units="cm"/>
      <inkml:brushProperty name="height" value="0.1" units="cm"/>
      <inkml:brushProperty name="color" value="#FFC114"/>
    </inkml:brush>
  </inkml:definitions>
  <inkml:trace contextRef="#ctx0" brushRef="#br0">5 369 24575,'-4'-3'0,"13"-5"0,13-5 0,-4 5 0,0-1 0,-1 0 0,-1-1 0,1-1 0,-1-1 0,21-19 0,-34 27 0,1 0 0,-1 0 0,1 0 0,-1-1 0,0 1 0,-1-1 0,1 1 0,-1-1 0,0 0 0,0 0 0,-1 0 0,1 0 0,-1-1 0,0 1 0,0 0 0,-1 0 0,0-1 0,0 1 0,0 0 0,-1-1 0,1 1 0,-1 0 0,0 0 0,-1-1 0,1 1 0,-1 0 0,0 0 0,-5-8 0,2 3 0,-1-1 0,0 1 0,-1 0 0,0 1 0,-1-1 0,0 2 0,0-1 0,-16-12 0,24 21 0,-1-1 0,0 1 0,0-1 0,0 0 0,1 1 0,-1 0 0,0-1 0,0 1 0,0-1 0,0 1 0,0 0 0,0 0 0,0 0 0,0-1 0,0 1 0,0 0 0,0 0 0,0 0 0,0 1 0,0-1 0,0 0 0,0 0 0,0 0 0,0 1 0,0-1 0,0 1 0,-1 0 0,1 0 0,-1 0 0,1 1 0,0-1 0,0 1 0,0-1 0,0 1 0,0 0 0,0-1 0,0 1 0,0 0 0,1 0 0,-1-1 0,0 4 0,0 3 0,-1 0 0,1 0 0,1 0 0,0 1 0,1 12 0,32 234 0,-28-168 0,-5-65 0,1 0 0,1 0 0,6 26 0,-8-46-96,0-1 62,0-1 1,0 1 0,0-1-1,0 1 1,0 0 0,0-1-1,0 1 1,0-1-1,1 1 1,-1-1 0,0 1-1,0 0 1,0-1-1,1 1 1,-1-1 0,0 1-1,1-1 1,-1 1-1,0-1 1,1 0 0,-1 1-1,1-1 1,-1 1-1,0-1 1,1 0 0,-1 1-1,1-1 1,-1 0-1,1 1 1,-1-1 0,1 0-1,0 0 1,-1 0 0,1 0-1,-1 1 1,1-1-1,1 0 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3"/>
    </inkml:context>
    <inkml:brush xml:id="br0">
      <inkml:brushProperty name="width" value="0.1" units="cm"/>
      <inkml:brushProperty name="height" value="0.1" units="cm"/>
      <inkml:brushProperty name="color" value="#FFC114"/>
    </inkml:brush>
  </inkml:definitions>
  <inkml:trace contextRef="#ctx0" brushRef="#br0">5 58 24575,'0'0'0,"-1"-1"0,1 0 0,-1 1 0,1-1 0,0 0 0,-1 1 0,1-1 0,0 0 0,0 0 0,-1 1 0,1-1 0,0 0 0,0 0 0,0 1 0,0-1 0,0 0 0,0 0 0,0 1 0,0-1 0,0 0 0,0 0 0,1 1 0,-1-1 0,0 0 0,0 0 0,1 1 0,-1-1 0,1 0 0,-1 1 0,0-1 0,1 0 0,-1 1 0,1-1 0,-1 1 0,1-1 0,0 1 0,-1-1 0,1 1 0,0-1 0,-1 1 0,1 0 0,0-1 0,-1 1 0,1 0 0,0-1 0,1 1 0,35-15 0,-14 10 0,0 1 0,43 0 0,-54 3 0,0 2 0,0-1 0,0 1 0,0 1 0,0 1 0,-1-1 0,16 7 0,-25-8 0,0-1 0,0 1 0,0 0 0,0-1 0,0 1 0,-1 0 0,1 1 0,0-1 0,-1 0 0,1 0 0,-1 1 0,1-1 0,-1 1 0,0-1 0,1 1 0,-1-1 0,0 1 0,0 0 0,0 0 0,0 0 0,-1-1 0,1 1 0,0 0 0,-1 0 0,1 0 0,-1 0 0,0 0 0,0 0 0,0 0 0,0 0 0,0 0 0,0 0 0,0 0 0,0 0 0,-1 0 0,1 0 0,-1 0 0,0 0 0,0 0 0,1 0 0,-3 2 0,0 2 0,-1-2 0,1 1 0,-1 0 0,0-1 0,0 0 0,-1 1 0,1-2 0,-1 1 0,0 0 0,0-1 0,0 0 0,0 0 0,-6 2 0,-22 5 0,-1-1 0,0-1 0,0-2 0,-49 2 0,121 7 0,30 1 0,-1 3 0,94 40 0,-156-57-124,-1 0 0,1 0 0,0-1 0,0 0 0,0 1 0,0-2-1,0 1 1,0 0 0,0-1 0,9-1 0,5-2-6702</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4"/>
    </inkml:context>
    <inkml:brush xml:id="br0">
      <inkml:brushProperty name="width" value="0.1" units="cm"/>
      <inkml:brushProperty name="height" value="0.1" units="cm"/>
      <inkml:brushProperty name="color" value="#FFC114"/>
    </inkml:brush>
  </inkml:definitions>
  <inkml:trace contextRef="#ctx0" brushRef="#br0">239 26 24575,'-1'-1'0,"1"0"0,-1 0 0,1 0 0,-1 0 0,1 0 0,-1 0 0,0 0 0,1 0 0,-1 0 0,0 0 0,0 0 0,0 0 0,0 1 0,0-1 0,0 0 0,0 1 0,0-1 0,0 0 0,0 1 0,0 0 0,0-1 0,0 1 0,-1-1 0,1 1 0,0 0 0,0 0 0,-2 0 0,-39-5 0,37 5 0,-4-1 0,-75 1 0,80 0 0,0 0 0,0 0 0,0 1 0,0 0 0,1 0 0,-1 0 0,0 0 0,0 1 0,0-1 0,1 1 0,-1 0 0,1 0 0,-1 0 0,1 1 0,0-1 0,0 1 0,-3 3 0,5-4 0,0-1 0,1 0 0,0 1 0,-1-1 0,1 0 0,0 1 0,0-1 0,0 0 0,0 1 0,0-1 0,0 0 0,0 1 0,0-1 0,1 1 0,-1-1 0,0 0 0,1 0 0,-1 1 0,1-1 0,-1 0 0,1 0 0,0 1 0,0-1 0,-1 0 0,1 0 0,0 0 0,0 0 0,0 0 0,0 0 0,0-1 0,0 1 0,1 0 0,-1 0 0,0-1 0,0 1 0,1-1 0,0 1 0,56 27 0,-52-26 0,114 56 0,-52-23 0,-67-35 0,1 1 0,-1-1 0,1 1 0,-1 0 0,1 0 0,-1 0 0,1 0 0,-1 0 0,0 0 0,1 0 0,-1 0 0,0 0 0,0 0 0,0 1 0,0-1 0,0 1 0,0-1 0,0 1 0,-1-1 0,1 1 0,-1-1 0,1 1 0,-1-1 0,1 4 0,-1-3 0,-1-1 0,1 0 0,-1 1 0,0-1 0,0 0 0,1 1 0,-1-1 0,0 0 0,0 0 0,0 0 0,0 0 0,0 0 0,-1 0 0,1 0 0,0 0 0,0 0 0,-1-1 0,1 1 0,0 0 0,-1-1 0,1 1 0,-1-1 0,1 1 0,-1-1 0,1 0 0,-1 0 0,-2 0 0,-33 4 0,0-1 0,-1-3 0,-58-6 0,71 2-1365,3-1-5461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5"/>
    </inkml:context>
    <inkml:brush xml:id="br0">
      <inkml:brushProperty name="width" value="0.1" units="cm"/>
      <inkml:brushProperty name="height" value="0.1" units="cm"/>
      <inkml:brushProperty name="color" value="#FFC114"/>
    </inkml:brush>
  </inkml:definitions>
  <inkml:trace contextRef="#ctx0" brushRef="#br0">1 71 24575,'7'0'0,"1"-1"0,0 0 0,0-1 0,15-5 0,24-4 0,642-37 0,-201 69 0,-448-13-34,10 3 155,-48-11-212,1 0 1,-1 1-1,1-1 0,-1 0 0,0-1 1,1 1-1,-1 0 0,1-1 0,-1 0 1,0 1-1,1-1 0,-1 0 0,0 0 0,0 0 1,4-3-1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6"/>
    </inkml:context>
    <inkml:brush xml:id="br0">
      <inkml:brushProperty name="width" value="0.1" units="cm"/>
      <inkml:brushProperty name="height" value="0.1" units="cm"/>
      <inkml:brushProperty name="color" value="#FFC114"/>
    </inkml:brush>
  </inkml:definitions>
  <inkml:trace contextRef="#ctx0" brushRef="#br0">54 2 24575,'-11'-1'0,"15"1"0,26 2 0,83 26 0,-47-13 0,-1 3 0,79 32 0,-142-50 0,0 1 0,-1 0 0,1-1 0,0 1 0,-1 0 0,1 0 0,-1 0 0,1 0 0,-1 0 0,0 0 0,1 1 0,-1-1 0,0 0 0,0 1 0,0-1 0,0 1 0,0-1 0,0 1 0,0-1 0,1 4 0,-2-4 0,0 1 0,-1-1 0,1 0 0,0 1 0,0-1 0,-1 1 0,1-1 0,-1 0 0,1 1 0,-1-1 0,0 0 0,1 1 0,-1-1 0,0 0 0,0 0 0,0 0 0,0 1 0,0-1 0,-1 1 0,-7 5 0,-1 0 0,1-1 0,-1 0 0,-20 9 0,-245 83 7,160-62-1379,93-28-5454</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7"/>
    </inkml:context>
    <inkml:brush xml:id="br0">
      <inkml:brushProperty name="width" value="0.1" units="cm"/>
      <inkml:brushProperty name="height" value="0.1" units="cm"/>
      <inkml:brushProperty name="color" value="#FFC114"/>
    </inkml:brush>
  </inkml:definitions>
  <inkml:trace contextRef="#ctx0" brushRef="#br0">26 2346 24575,'-1'0'0,"0"0"0,1 0 0,-1 1 0,0-1 0,0 0 0,0 0 0,0 0 0,0-1 0,0 1 0,0 0 0,0 0 0,1 0 0,-1-1 0,0 1 0,0 0 0,0-1 0,1 1 0,-1-1 0,0 1 0,0-1 0,1 1 0,-1-1 0,0 0 0,1 1 0,-1-1 0,0 0 0,1 1 0,-1-1 0,1 0 0,0 0 0,-1 0 0,1 1 0,0-1 0,-1 0 0,1 0 0,0 0 0,0 0 0,-1 0 0,1 0 0,0 1 0,0-1 0,0 0 0,0 0 0,1 0 0,-1 0 0,0 0 0,0 0 0,0 0 0,1 1 0,-1-1 0,0 0 0,1 0 0,-1 0 0,1 1 0,-1-1 0,1 0 0,-1 0 0,2 0 0,2-6 0,0 0 0,0 1 0,1 0 0,0 0 0,9-8 0,15-11 0,-1-1 0,-1-1 0,-2-1 0,0-2 0,-2 0 0,-1-1 0,28-56 0,-22 25 0,-2-1 0,26-106 0,2-12 0,-47 149 0,-1 6 0,-1-2 0,0 1 0,-1-36 0,-2 31 0,11-60 0,-4 37 0,11-64 0,-8 52 0,-2 0 0,0-86 0,-9 19 0,-4-113 0,-21 95 0,22 138 0,-1 0 0,0 0 0,-1 0 0,0 1 0,-13-26 0,16 37 0,0 0 0,0 0 0,0 0 0,0 0 0,-1 0 0,1 0 0,-1 0 0,1 1 0,-1-1 0,0 1 0,0-1 0,0 1 0,0-1 0,0 1 0,0 0 0,0 0 0,0 0 0,0 0 0,-1 0 0,1 1 0,0-1 0,0 1 0,-1-1 0,1 1 0,-1 0 0,1 0 0,0 0 0,-1 0 0,1 0 0,0 1 0,-1-1 0,1 1 0,0 0 0,0-1 0,-1 1 0,1 0 0,0 0 0,0 0 0,0 1 0,0-1 0,0 0 0,-3 4 0,-31 23 0,0 2 0,-41 46 0,38-37 0,-45 36 0,82-75 0,5-7 0,12-19 0,23-32 0,-22 35 0,0 1 0,2 1 0,1 0 0,0 1 0,2 1 0,0 1 0,1 1 0,1 1 0,0 1 0,41-19 0,-58 31 0,0 0 0,0 1 0,1 0 0,-1 0 0,1 0 0,-1 1 0,1 0 0,0 0 0,0 1 0,-1 0 0,1 0 0,0 0 0,-1 1 0,1 0 0,0 1 0,-1-1 0,1 1 0,-1 0 0,0 1 0,0 0 0,12 6 0,210 94 0,-202-90 120,-26-13-143,1 1 1,-1-1-1,0 0 1,1 0-1,-1 0 1,0 1-1,1-1 1,-1 0-1,0 0 1,0 1-1,1-1 1,-1 0-1,0 0 1,0 1-1,1-1 1,-1 0-1,0 1 1,0-1-1,0 0 1,0 1-1,1-1 1,-1 1-1,0-1 1,0 0-1,0 1 1,0-1-1,0 0 1,0 1-1,0-1 1,0 1-1,0-1 1,0 0-1,0 1 1,0-1-1,-1 1 1,1-1-1,0 0 1,0 1-1,0-1 1,0 0-1,-1 1 1,1-1-1,0 0 1,0 1-1,0-1 1,-1 0-1,1 0 1,0 1-1,-1-1 1,1 0-1,0 0 1,-1 0-1,1 1 1,0-1-1,-1 0 1,1 0-1,0 0 1,-1 0-1,1 0 1,0 1-1,-1-1 1,1 0-1,-1 0 1,1 0-1,-1 0 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8"/>
    </inkml:context>
    <inkml:brush xml:id="br0">
      <inkml:brushProperty name="width" value="0.1" units="cm"/>
      <inkml:brushProperty name="height" value="0.1" units="cm"/>
      <inkml:brushProperty name="color" value="#FFC114"/>
    </inkml:brush>
  </inkml:definitions>
  <inkml:trace contextRef="#ctx0" brushRef="#br0">35 96 24575,'-2'0'0,"0"0"0,0 0 0,0-1 0,0 1 0,0 0 0,0-1 0,0 1 0,0-1 0,0 1 0,0-1 0,0 0 0,-2-1 0,4 2 0,-1-1 0,1 1 0,-1-1 0,1 1 0,-1-1 0,1 1 0,-1-1 0,1 0 0,0 1 0,-1-1 0,1 1 0,0-1 0,-1 0 0,1 1 0,0-1 0,0 0 0,0 1 0,0-1 0,0 0 0,0 0 0,-1 1 0,2-1 0,-1-1 0,0 0 0,1 0 0,0 0 0,0 0 0,0 0 0,0 0 0,0 0 0,1 0 0,-1 0 0,1 0 0,-1 0 0,1 1 0,0-1 0,-1 1 0,1-1 0,0 1 0,0 0 0,0-1 0,0 1 0,3-1 0,14-5 0,2 1 0,-1 0 0,1 1 0,23-2 0,-15 2 0,-22 4 0,1 1 0,-1-1 0,1 1 0,-1 0 0,0 1 0,1 0 0,-1 0 0,0 0 0,1 1 0,-1 0 0,0 1 0,0 0 0,0 0 0,-1 0 0,9 6 0,-12-7 0,-1 0 0,1 0 0,-1 0 0,1 1 0,-1-1 0,0 1 0,0-1 0,0 1 0,0 0 0,-1 0 0,1 0 0,-1 0 0,0 0 0,1 0 0,-1 0 0,-1 0 0,1 0 0,0 0 0,-1 1 0,0-1 0,0 0 0,0 1 0,0-1 0,0 0 0,-1 0 0,1 1 0,-1-1 0,0 0 0,0 0 0,0 0 0,0 0 0,-1 0 0,1 0 0,-1 0 0,0 0 0,-2 3 0,-4 4 0,1-1 0,-1 0 0,0-1 0,-1 0 0,0 0 0,-20 13 0,-13 10 0,42-30 0,-1-1 0,1 0 0,-1 1 0,1-1 0,-1 0 0,1 1 0,-1-1 0,1 0 0,-1 1 0,1-1 0,0 1 0,-1-1 0,1 1 0,0-1 0,-1 1 0,1-1 0,0 1 0,-1 0 0,1-1 0,0 1 0,0-1 0,0 1 0,0 0 0,0-1 0,0 1 0,0-1 0,0 1 0,0 0 0,0-1 0,0 1 0,0-1 0,0 1 0,0 0 0,1 0 0,21 9 0,36-6 0,-56-4 0,25 0 0,1 1 0,0 1 0,35 7 0,-55-7-195,-1 0 0,1-1 0,0 0 0,0-1 0,-1 0 0,14-1 0,-1-3-6631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29"/>
    </inkml:context>
    <inkml:brush xml:id="br0">
      <inkml:brushProperty name="width" value="0.1" units="cm"/>
      <inkml:brushProperty name="height" value="0.1" units="cm"/>
      <inkml:brushProperty name="color" value="#FFC114"/>
    </inkml:brush>
  </inkml:definitions>
  <inkml:trace contextRef="#ctx0" brushRef="#br0">765 83 24575,'-1'-2'0,"0"-1"0,0 1 0,0-1 0,0 1 0,0 0 0,0-1 0,-1 1 0,1 0 0,-1 0 0,1 0 0,-1 0 0,0 0 0,0 0 0,0 0 0,0 1 0,0-1 0,0 1 0,-1 0 0,1-1 0,0 1 0,-4-1 0,-52-20 0,34 16 0,-1 2 0,1 0 0,0 2 0,-1 1 0,0 1 0,1 1 0,-26 4 0,2 3 0,0 1 0,-72 25 0,107-30 0,0 1 0,0 0 0,0 1 0,1 0 0,0 1 0,0 0 0,1 1 0,0 1 0,0 0 0,1 0 0,0 0 0,1 2 0,0-1 0,1 1 0,0 0 0,0 1 0,1 0 0,1 0 0,0 1 0,0-1 0,2 1 0,-1 0 0,2 1 0,0-1 0,0 1 0,1-1 0,0 25 0,3-21 0,1 0 0,0 0 0,1 0 0,1 0 0,0-1 0,2 0 0,0 0 0,0 0 0,2 0 0,0-1 0,0 0 0,2-1 0,0 0 0,0 0 0,1-1 0,1-1 0,0 0 0,1 0 0,21 14 0,-8-5 0,-6-5 0,0 0 0,1-2 0,0 0 0,32 14 0,-34-20 0,0-1 0,0-1 0,1-1 0,-1-1 0,40 4 0,-32-5 0,-1-1 0,1-1 0,-1-2 0,1 0 0,0-2 0,-1-1 0,0-1 0,0-1 0,-1-1 0,1-2 0,41-20 0,-43 18 0,-2-2 0,30-21 0,-44 27 0,0 0 0,0 0 0,-1 0 0,0-1 0,-1 0 0,0 0 0,0-1 0,9-18 0,-8 10 0,0 0 0,-2-1 0,0 0 0,-1 0 0,0 0 0,0-26 0,-2 1 0,-7-71 0,4 103 0,-1 1 0,1 0 0,-1-1 0,-1 1 0,0 0 0,-1 0 0,0 1 0,0-1 0,-1 1 0,0-1 0,-1 2 0,-7-11 0,4 10 0,0 0 0,0 0 0,0 1 0,-1 1 0,-1 0 0,1 0 0,-1 1 0,0 0 0,-23-8 0,3 2-195,0 1 0,-1 1 0,0 2 0,0 1 0,-1 1 0,-33 0 0,45 6-6631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0"/>
    </inkml:context>
    <inkml:brush xml:id="br0">
      <inkml:brushProperty name="width" value="0.1" units="cm"/>
      <inkml:brushProperty name="height" value="0.1" units="cm"/>
      <inkml:brushProperty name="color" value="#FFC114"/>
    </inkml:brush>
  </inkml:definitions>
  <inkml:trace contextRef="#ctx0" brushRef="#br0">4 56 24575,'0'0'0,"0"0"0,-1 0 0,1 0 0,0 0 0,0 0 0,0 0 0,0 0 0,0 0 0,0 0 0,-1 0 0,1 0 0,0 0 0,0 0 0,0-1 0,0 1 0,0 0 0,0 0 0,0 0 0,-1 0 0,1 0 0,0 0 0,0 0 0,0 0 0,0 0 0,0 0 0,0-1 0,0 1 0,0 0 0,0 0 0,0 0 0,0 0 0,0 0 0,0 0 0,0-1 0,0 1 0,0 0 0,-1 0 0,1 0 0,0 0 0,1 0 0,-1 0 0,0-1 0,0 1 0,0 0 0,0 0 0,0 0 0,0 0 0,0 0 0,0 0 0,0-1 0,0 1 0,0 0 0,0 0 0,0 0 0,0 0 0,0 0 0,0 0 0,1 0 0,-1 0 0,0-1 0,10-11 0,15-8 0,-10 15 0,1 1 0,-1 1 0,1 0 0,0 2 0,-1-1 0,1 2 0,0 0 0,0 1 0,-1 1 0,1 0 0,0 1 0,-1 1 0,0 0 0,0 1 0,27 13 0,-40-17 0,0-1 0,0 1 0,-1 0 0,1 0 0,0 0 0,-1 0 0,1 0 0,-1 0 0,1 0 0,-1 0 0,0 1 0,1-1 0,-1 1 0,0-1 0,0 1 0,0-1 0,0 1 0,0-1 0,-1 1 0,1 0 0,0 0 0,-1-1 0,1 4 0,-1-2 0,0-1 0,-1 0 0,1 0 0,-1 1 0,0-1 0,0 0 0,0 0 0,0 0 0,0 0 0,0 0 0,0 0 0,-1-1 0,1 1 0,-1 0 0,1-1 0,-4 3 0,-5 4 0,0 0 0,-1-1 0,0 0 0,-1-1 0,-18 8 0,26-13 0,-1 1 0,1 0 0,0 0 0,-1 0 0,1 0 0,0 1 0,0 0 0,-4 4 0,7-7 0,1 0 0,0 1 0,0-1 0,-1 1 0,1-1 0,0 1 0,0-1 0,0 0 0,-1 1 0,1-1 0,0 1 0,0-1 0,0 1 0,0-1 0,0 1 0,0-1 0,0 1 0,0-1 0,0 0 0,0 1 0,0-1 0,1 1 0,-1-1 0,0 1 0,0-1 0,0 1 0,1-1 0,-1 0 0,0 1 0,1 0 0,24 15 0,0-7 0,45 11 0,-54-17 0,0 1 0,-1 0 0,1 1 0,-1 1 0,0 0 0,0 1 0,-1 1 0,19 13 0,-31-20 0,-1 0 0,0 0 0,1 0 0,-1 0 0,0 0 0,1 0 0,-1 1 0,0-1 0,0 0 0,0 1 0,0-1 0,0 1 0,0-1 0,-1 1 0,1-1 0,0 1 0,-1 0 0,1-1 0,-1 1 0,0 0 0,0-1 0,1 1 0,-1 0 0,0-1 0,0 1 0,-1 0 0,1 0 0,0-1 0,0 1 0,-1 0 0,1-1 0,-1 1 0,0-1 0,1 1 0,-1 0 0,0-1 0,0 0 0,0 1 0,0-1 0,0 1 0,0-1 0,0 0 0,-1 0 0,1 0 0,0 0 0,-1 0 0,-1 1 0,-4 3 0,-1 0 0,1-1 0,-1 0 0,0 0 0,0-1 0,0 0 0,0-1 0,-11 3 0,-41 6 0,38-5 0,0-2 0,0 0 0,-1-2 0,1 0 0,0-1 0,-1-1 0,-42-7 0,62 7-57,1 0 0,0-1 1,0 1-1,0-1 0,0 1 0,0-1 0,0 0 0,0 0 0,1 0 0,-1 0 0,0 0 1,0 0-1,1-1 0,-1 1 0,1-1 0,-1 1 0,1-1 0,-1 1 0,1-1 1,0 0-1,0 0 0,0 1 0,-1-4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1"/>
    </inkml:context>
    <inkml:brush xml:id="br0">
      <inkml:brushProperty name="width" value="0.1" units="cm"/>
      <inkml:brushProperty name="height" value="0.1" units="cm"/>
      <inkml:brushProperty name="color" value="#FFC114"/>
    </inkml:brush>
  </inkml:definitions>
  <inkml:trace contextRef="#ctx0" brushRef="#br0">689 99 24575,'-1'-1'0,"1"-1"0,-1 0 0,0 1 0,0-1 0,0 1 0,0-1 0,0 1 0,0-1 0,0 1 0,-1 0 0,1 0 0,0 0 0,-1 0 0,1-1 0,-1 2 0,1-1 0,-4-1 0,-29-14 0,8 8 0,0 0 0,0 2 0,0 2 0,0 0 0,-1 1 0,0 2 0,0 1 0,1 1 0,-1 1 0,-34 8 0,40-6 0,1 1 0,-1 0 0,1 2 0,-32 15 0,42-16 0,1 0 0,0 1 0,0-1 0,0 2 0,1-1 0,0 1 0,0 0 0,1 1 0,0 0 0,-9 16 0,5-9 0,2 1 0,0 1 0,1 0 0,1 0 0,1 0 0,0 1 0,2 0 0,0 0 0,1 0 0,1 1 0,0-1 0,2 0 0,0 1 0,1-1 0,1 1 0,1-1 0,1 0 0,1 0 0,9 27 0,0-13 0,2 0 0,31 50 0,-38-71 0,1 1 0,0-1 0,1-1 0,0 0 0,1 0 0,0-1 0,1-1 0,22 14 0,-11-11 0,0-1 0,0-1 0,1-2 0,1 0 0,-1-2 0,51 7 0,-28-9 0,0-2 0,91-7 0,-125 3 0,0-1 0,0-1 0,0 0 0,0-1 0,-1 0 0,0-1 0,0 0 0,-1-1 0,1-1 0,-1 0 0,-1 0 0,0-1 0,0-1 0,-1 0 0,10-11 0,2-6 0,-1-1 0,-1 0 0,-1-2 0,-2 0 0,14-33 0,-25 44 0,-1 0 0,-1 0 0,-1 0 0,-1 0 0,-1-1 0,0 1 0,-1-1 0,-6-37 0,4 45 0,-1-1 0,-1 1 0,0 0 0,-1 0 0,0 1 0,-1-1 0,0 1 0,0 0 0,-1 1 0,-1-1 0,0 1 0,0 1 0,-15-13 0,-1 0 0,-1 0 0,-2 2 0,-56-33 0,44 33-341,-1 1 0,-1 2-1,-52-15 1,76 28-6485</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2"/>
    </inkml:context>
    <inkml:brush xml:id="br0">
      <inkml:brushProperty name="width" value="0.1" units="cm"/>
      <inkml:brushProperty name="height" value="0.1" units="cm"/>
      <inkml:brushProperty name="color" value="#FFC114"/>
    </inkml:brush>
  </inkml:definitions>
  <inkml:trace contextRef="#ctx0" brushRef="#br0">51 108 24575,'-2'-3'0,"1"1"0,-1 0 0,1-1 0,0 1 0,-1-1 0,1 1 0,1-1 0,-1 0 0,0 1 0,1-1 0,-1 0 0,1 1 0,0-1 0,0 0 0,0 0 0,0 1 0,0-1 0,1 0 0,-1 0 0,1 1 0,0-4 0,0 4 0,0 0 0,-1-1 0,1 1 0,-1-1 0,1 1 0,-1 0 0,0-1 0,0 1 0,-1-1 0,1 1 0,0-1 0,-1 1 0,1 0 0,-1-1 0,0 1 0,0 0 0,-2-4 0,3 6 0,-1 0 0,1 0 0,-1 0 0,0 0 0,1 0 0,-1 0 0,0 0 0,1 1 0,-1-1 0,1 0 0,-1 0 0,0 1 0,1-1 0,-1 0 0,1 1 0,-1-1 0,1 1 0,-1-1 0,1 1 0,0-1 0,-1 1 0,1-1 0,-1 1 0,1-1 0,0 1 0,0-1 0,-1 1 0,1 0 0,0-1 0,0 1 0,-1 0 0,-10 21 0,9-16 0,0 0 0,0 0 0,1 1 0,0-1 0,0 0 0,0 1 0,1-1 0,0 1 0,0-1 0,0 0 0,1 1 0,0-1 0,0 1 0,1-1 0,0 0 0,0 0 0,0 0 0,1 0 0,0 0 0,0-1 0,0 1 0,1-1 0,0 0 0,8 9 0,-4-7 0,1 0 0,0 0 0,0-1 0,0 0 0,1-1 0,0 0 0,0-1 0,0 0 0,0 0 0,1-1 0,-1 0 0,1-1 0,0 0 0,11 0 0,-8-1 0,0-1 0,1 0 0,-1 0 0,0-1 0,0-1 0,14-4 0,-23 5 0,0-1 0,1 0 0,-1 0 0,0-1 0,-1 1 0,1-1 0,0 0 0,-1 0 0,1-1 0,-1 1 0,0-1 0,0 0 0,-1 0 0,1 0 0,-1-1 0,0 1 0,0-1 0,3-6 0,21-60 0,-25 66 0,-1 0 0,1-1 0,-1 1 0,-1 0 0,1 0 0,-1-1 0,0 1 0,0 0 0,0-1 0,-1 1 0,-2-10 0,3 15 0,0 0 0,0 0 0,0 0 0,0-1 0,0 1 0,0 0 0,0 0 0,0 0 0,0-1 0,-1 1 0,1 0 0,0 0 0,0 0 0,0 0 0,0-1 0,0 1 0,0 0 0,-1 0 0,1 0 0,0 0 0,0 0 0,0-1 0,-1 1 0,1 0 0,0 0 0,0 0 0,0 0 0,0 0 0,-1 0 0,1 0 0,0 0 0,0 0 0,-1 0 0,1 0 0,0 0 0,0 0 0,0 0 0,-1 0 0,1 0 0,0 0 0,0 0 0,0 0 0,-1 0 0,1 0 0,0 1 0,-9 9 0,-4 17 0,9-12 0,1 0 0,1 0 0,0 0 0,1 0 0,0 1 0,2-1 0,-1 0 0,2 0 0,5 23 0,2 51 0,-9-64 0,-1-20 0,0 1 0,1-1 0,0 1 0,0-1 0,0 1 0,1-1 0,0 1 0,0-1 0,0 1 0,3 5 0,5-5-1365</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3"/>
    </inkml:context>
    <inkml:brush xml:id="br0">
      <inkml:brushProperty name="width" value="0.1" units="cm"/>
      <inkml:brushProperty name="height" value="0.1" units="cm"/>
      <inkml:brushProperty name="color" value="#FFC114"/>
    </inkml:brush>
  </inkml:definitions>
  <inkml:trace contextRef="#ctx0" brushRef="#br0">710 100 24575,'-1'-2'0,"1"-1"0,-1 1 0,0 0 0,0-1 0,0 1 0,0 0 0,0-1 0,0 1 0,-1 0 0,1 0 0,-1 0 0,1 0 0,-1 0 0,0 1 0,0-1 0,0 0 0,0 1 0,0-1 0,-3-1 0,-49-25 0,44 23 0,-3 0 0,0 0 0,0 2 0,0-1 0,-1 2 0,1-1 0,-1 2 0,1 0 0,-1 1 0,0 0 0,1 1 0,-1 0 0,-23 6 0,7 0 0,-1 2 0,2 1 0,-1 2 0,-40 21 0,53-23 0,1 1 0,0 0 0,1 1 0,0 1 0,1 0 0,0 1 0,1 1 0,1 0 0,0 1 0,1 0 0,1 0 0,0 1 0,2 1 0,0 0 0,0 0 0,2 0 0,0 1 0,1 0 0,2 0 0,-3 24 0,5-31 0,1-1 0,0 1 0,1 0 0,0-1 0,1 1 0,0-1 0,1 1 0,0-1 0,1 0 0,0 0 0,0 0 0,2-1 0,10 18 0,-3-8 0,2-1 0,0 0 0,1-1 0,0-1 0,33 26 0,-30-29 0,2 0 0,0-2 0,0 0 0,1-2 0,0 0 0,38 10 0,5-3 0,76 10 0,-107-22 0,-1-2 0,1-1 0,0-2 0,-1-2 0,1 0 0,48-11 0,-61 8 0,0-1 0,0 0 0,-1-1 0,0-2 0,0 0 0,-1-1 0,0-1 0,-1 0 0,0-2 0,-1 0 0,19-19 0,-27 24 0,-1-1 0,0 0 0,-1 0 0,0-1 0,0 0 0,-1 0 0,-1-1 0,1 0 0,-2 0 0,1 0 0,-2 0 0,1-1 0,-2 1 0,0-1 0,0 0 0,-1 0 0,0 0 0,-1 0 0,0 1 0,-1-1 0,0 0 0,-1 0 0,-1 0 0,0 1 0,0-1 0,-1 1 0,0 0 0,-11-18 0,3 8 0,-1 1 0,-2 0 0,1 1 0,-2 1 0,-1 1 0,0 0 0,-1 1 0,0 1 0,-29-18 0,17 15 0,-1 1 0,-1 1 0,0 2 0,-1 2 0,-61-16 0,-58-6-1365,130 28-5461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4"/>
    </inkml:context>
    <inkml:brush xml:id="br0">
      <inkml:brushProperty name="width" value="0.1" units="cm"/>
      <inkml:brushProperty name="height" value="0.1" units="cm"/>
      <inkml:brushProperty name="color" value="#FFC114"/>
    </inkml:brush>
  </inkml:definitions>
  <inkml:trace contextRef="#ctx0" brushRef="#br0">122 34 24575,'0'-1'0,"0"0"0,0-1 0,0 1 0,-1-1 0,1 1 0,0 0 0,-1-1 0,1 1 0,-1 0 0,1-1 0,-1 1 0,1 0 0,-1 0 0,0-1 0,0 1 0,0 0 0,0 0 0,0 0 0,0 0 0,0 0 0,0 0 0,0 1 0,0-1 0,0 0 0,-1 0 0,1 1 0,0-1 0,-1 1 0,1-1 0,0 1 0,-1 0 0,1-1 0,0 1 0,-1 0 0,1 0 0,-1 0 0,-1 0 0,-1 0 0,0 0 0,1 1 0,-1-1 0,1 1 0,-1-1 0,0 1 0,1 0 0,-1 1 0,1-1 0,0 1 0,0-1 0,-1 1 0,-3 3 0,4-2 0,0 0 0,0 1 0,0-1 0,1 1 0,-1 0 0,1 0 0,0 0 0,0 0 0,0 0 0,0 0 0,1 1 0,0-1 0,0 0 0,0 1 0,0-1 0,1 6 0,0-8 0,0 0 0,0 0 0,0-1 0,0 1 0,0 0 0,1-1 0,-1 1 0,1 0 0,0-1 0,-1 1 0,1-1 0,0 1 0,0-1 0,0 1 0,0-1 0,0 0 0,0 1 0,0-1 0,0 0 0,1 0 0,-1 0 0,0 0 0,1 0 0,-1 0 0,1 0 0,-1 0 0,1-1 0,-1 1 0,1-1 0,0 1 0,-1-1 0,1 1 0,0-1 0,-1 0 0,1 0 0,0 0 0,0 0 0,-1 0 0,1 0 0,0 0 0,-1-1 0,1 1 0,0-1 0,2 0 0,8-2 0,1 0 0,0-1 0,16-8 0,-27 12 0,1-1 0,0 0 0,-1 0 0,1-1 0,-1 1 0,0-1 0,1 1 0,-1-1 0,0 0 0,0 0 0,0 1 0,0-2 0,0 1 0,0 0 0,-1 0 0,1 0 0,-1-1 0,1 1 0,-1-1 0,0 1 0,1-6 0,-2 7 0,0 1 0,0-1 0,0 0 0,0 1 0,0-1 0,0 0 0,0 1 0,0-1 0,0 0 0,-1 1 0,1-1 0,0 1 0,-1-1 0,1 0 0,0 1 0,-1-1 0,1 1 0,0-1 0,-1 1 0,1-1 0,-1 1 0,1-1 0,-1 1 0,0 0 0,1-1 0,-1 1 0,1 0 0,-1-1 0,0 1 0,0-1 0,-27 2 0,24 0 0,-1 1 0,1-1 0,-1 1 0,1-1 0,-1 1 0,1 1 0,0-1 0,0 1 0,-5 3 0,-16 19-1365</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5"/>
    </inkml:context>
    <inkml:brush xml:id="br0">
      <inkml:brushProperty name="width" value="0.1" units="cm"/>
      <inkml:brushProperty name="height" value="0.1" units="cm"/>
      <inkml:brushProperty name="color" value="#FFC114"/>
    </inkml:brush>
  </inkml:definitions>
  <inkml:trace contextRef="#ctx0" brushRef="#br0">182 20 24575,'0'-1'0,"0"0"0,-1 0 0,1 0 0,-1 0 0,1 0 0,-1 0 0,1 0 0,-1 0 0,0 0 0,1 0 0,-1 1 0,0-1 0,0 0 0,0 0 0,0 1 0,0-1 0,1 0 0,-1 1 0,0-1 0,0 1 0,0-1 0,-1 1 0,1 0 0,0-1 0,0 1 0,0 0 0,0 0 0,0 0 0,0 0 0,0 0 0,0 0 0,-1 0 0,1 0 0,-1 0 0,-40 5 0,35-3 0,0 1 0,1-1 0,-1 1 0,1 1 0,-8 4 0,12-7 0,1 0 0,-1 0 0,0 0 0,1 0 0,-1 1 0,1-1 0,-1 1 0,1-1 0,0 1 0,0-1 0,-1 1 0,1 0 0,0 0 0,0 0 0,1-1 0,-1 1 0,0 0 0,1 0 0,-1 0 0,1 0 0,0 0 0,-1 3 0,1-4 0,0 0 0,1-1 0,-1 1 0,0 0 0,0-1 0,0 1 0,1 0 0,-1-1 0,0 1 0,1-1 0,-1 1 0,0 0 0,1-1 0,-1 1 0,1-1 0,-1 1 0,1-1 0,-1 1 0,1-1 0,-1 0 0,1 1 0,-1-1 0,1 1 0,0-1 0,-1 0 0,1 0 0,0 1 0,-1-1 0,1 0 0,1 0 0,27-3 0,-26 2 0,1 0 0,-1 0 0,0 0 0,0 0 0,0-1 0,0 1 0,0-1 0,0 0 0,-1 0 0,1 0 0,-1 0 0,1 0 0,-1 0 0,4-5 0,-6 7 0,0 0 0,0 0 0,0 0 0,0-1 0,0 1 0,0 0 0,0 0 0,0 0 0,0 0 0,0 0 0,0-1 0,0 1 0,0 0 0,0 0 0,0 0 0,0 0 0,0 0 0,0-1 0,0 1 0,0 0 0,0 0 0,-1 0 0,1 0 0,0 0 0,0 0 0,0 0 0,0-1 0,0 1 0,0 0 0,0 0 0,0 0 0,-1 0 0,1 0 0,0 0 0,0 0 0,0 0 0,0 0 0,0 0 0,-1 0 0,1 0 0,0 0 0,0 0 0,0-1 0,0 1 0,0 0 0,-1 0 0,1 1 0,0-1 0,0 0 0,0 0 0,0 0 0,-1 0 0,-12 3 0,-10 9 0,13 1 0,13-5 0,-1-7 0,0-1 0,0 1 0,0-1 0,0 1 0,0-1 0,0 0 0,0 0 0,0 0 0,0 0 0,0 0 0,0-1 0,2 0 0,-3 1 0,1 0 0,-1 0 0,0-1 0,1 1 0,-1 0 0,0-1 0,0 1 0,1-1 0,-1 0 0,0 1 0,0-1 0,0 0 0,0 0 0,0 1 0,0-1 0,0 0 0,1-2 0,-6-6 0,-16-1 0,14 8-114,0 1 1,0 0-1,-1 0 0,1 0 0,0 1 1,0 0-1,0 0 0,-1 0 0,1 1 1,0 0-1,-12 4 0,0 0-6712</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6"/>
    </inkml:context>
    <inkml:brush xml:id="br0">
      <inkml:brushProperty name="width" value="0.1" units="cm"/>
      <inkml:brushProperty name="height" value="0.1" units="cm"/>
      <inkml:brushProperty name="color" value="#FFC114"/>
    </inkml:brush>
  </inkml:definitions>
  <inkml:trace contextRef="#ctx0" brushRef="#br0">8 62 24575,'0'0'0,"0"0"0,0 0 0,-1 1 0,1-1 0,0 0 0,0 0 0,0 0 0,0 0 0,-1 0 0,1 0 0,0 0 0,0 0 0,0 0 0,0 0 0,-1 0 0,1 0 0,0 0 0,0 0 0,0 0 0,-1 0 0,1 0 0,0 0 0,0 0 0,0-1 0,0 1 0,-1 0 0,1 0 0,0 0 0,0 0 0,0 0 0,0 0 0,0 0 0,0-1 0,-1 1 0,1 0 0,0 0 0,0 0 0,0 0 0,0 0 0,0-1 0,0 1 0,0 0 0,0 0 0,0 0 0,0-1 0,0 1 0,0 0 0,0 0 0,0 0 0,0 0 0,0-1 0,0 1 0,0 0 0,0 0 0,-1 1 0,1 0 0,0 0 0,0 0 0,-1 0 0,1 1 0,0-1 0,0 0 0,0 0 0,0 0 0,0 0 0,1 1 0,-1-1 0,0 0 0,1 0 0,-1 0 0,0 0 0,1 0 0,-1 0 0,1 1 0,1 0 0,13 16 0,0 0 0,2-1 0,0-1 0,1-1 0,0 0 0,31 18 0,-20-13 0,3 2 0,0-2 0,1-1 0,1-1 0,1-2 0,40 12 0,-15-11 0,0-3 0,2-2 0,77 4 0,-101-14 0,-1-2 0,1-2 0,0-1 0,-1-2 0,1-2 0,41-12 0,25-17 0,-2-4 0,176-98 0,-199 100 0,-56 29 0,-1-1 0,0-1 0,-1-1 0,0-1 0,-1-1 0,36-32 0,-46 30-1365</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7"/>
    </inkml:context>
    <inkml:brush xml:id="br0">
      <inkml:brushProperty name="width" value="0.1" units="cm"/>
      <inkml:brushProperty name="height" value="0.1" units="cm"/>
      <inkml:brushProperty name="color" value="#FFC114"/>
    </inkml:brush>
  </inkml:definitions>
  <inkml:trace contextRef="#ctx0" brushRef="#br0">1 8 24575,'0'-8'0,"0"11"0,8 17 0,3-6 0,0 0 0,1 0 0,0-1 0,2-1 0,-1 0 0,1-1 0,19 11 0,-12-7 0,0 1 0,24 24 0,-44-39-34,0-1 0,0 1 0,-1 0 0,1-1 0,0 1-1,0 0 1,-1 0 0,1-1 0,0 1 0,-1 0 0,1 0 0,-1 0 0,1 0-1,-1 0 1,0 0 0,1 0 0,-1 0 0,0 0 0,0 0 0,1 0-1,-1 0 1,0 0 0,0 0 0,0 0 0,0 0 0,0 0 0,-1 0 0,1 0-1,0 0 1,0 0 0,-1 0 0,1-1 0,0 1 0,-1 0 0,1 0 0,-1 0-1,1 0 1,-1 0 0,-1 1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8"/>
    </inkml:context>
    <inkml:brush xml:id="br0">
      <inkml:brushProperty name="width" value="0.1" units="cm"/>
      <inkml:brushProperty name="height" value="0.1" units="cm"/>
      <inkml:brushProperty name="color" value="#FFC114"/>
    </inkml:brush>
  </inkml:definitions>
  <inkml:trace contextRef="#ctx0" brushRef="#br0">317 240 24575,'-8'-2'0,"1"0"0,-1-1 0,1 0 0,-1 0 0,1 0 0,0-1 0,0 0 0,1-1 0,-1 0 0,1 0 0,0 0 0,-6-7 0,-4-2 0,-66-47 0,-24-19 0,105 79-91,-1-1 0,1 1 0,-1-1 0,1 1 0,-1-1 0,1 0 0,0 0 0,0 0 0,0 1 0,0-1 0,0 0 0,1 0 0,-1 0 0,0-3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39"/>
    </inkml:context>
    <inkml:brush xml:id="br0">
      <inkml:brushProperty name="width" value="0.1" units="cm"/>
      <inkml:brushProperty name="height" value="0.1" units="cm"/>
      <inkml:brushProperty name="color" value="#FFC114"/>
    </inkml:brush>
  </inkml:definitions>
  <inkml:trace contextRef="#ctx0" brushRef="#br0">504 1 24575,'-12'1'0,"-1"0"0,0 1 0,1 0 0,0 1 0,-1 0 0,1 1 0,1 0 0,-20 11 0,-9 7 0,-40 31 0,23-15 0,-122 94-1365,160-120-5461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40"/>
    </inkml:context>
    <inkml:brush xml:id="br0">
      <inkml:brushProperty name="width" value="0.1" units="cm"/>
      <inkml:brushProperty name="height" value="0.1" units="cm"/>
      <inkml:brushProperty name="color" value="#FFC114"/>
    </inkml:brush>
  </inkml:definitions>
  <inkml:trace contextRef="#ctx0" brushRef="#br0">244 64 24575,'-7'-7'0,"0"0"0,-1 0 0,0 1 0,0 0 0,0 0 0,-1 1 0,1 0 0,-15-5 0,19 9 0,0 0 0,0 0 0,0 0 0,0 1 0,0-1 0,0 1 0,0 0 0,0 0 0,0 1 0,0-1 0,1 1 0,-1 0 0,0 0 0,0 0 0,0 0 0,1 1 0,-1 0 0,1 0 0,-1 0 0,1 0 0,0 0 0,-1 0 0,1 1 0,-3 3 0,0 0 0,1-1 0,0 1 0,0 0 0,0 1 0,1-1 0,0 1 0,0-1 0,1 1 0,-1 1 0,2-1 0,-1 0 0,-2 13 0,5-17 0,-1 0 0,1 0 0,0 0 0,0 0 0,0 0 0,1 0 0,-1 1 0,1-1 0,0 0 0,-1 0 0,1 0 0,1-1 0,-1 1 0,0 0 0,1 0 0,-1-1 0,1 1 0,0 0 0,0-1 0,0 0 0,0 1 0,0-1 0,1 0 0,-1 0 0,1 0 0,-1-1 0,1 1 0,0-1 0,-1 1 0,1-1 0,0 0 0,0 0 0,4 1 0,1 0 0,1 0 0,-1 0 0,0-1 0,1 0 0,-1-1 0,1 0 0,-1 0 0,1 0 0,-1-1 0,0-1 0,1 0 0,-1 0 0,9-3 0,-12 3 0,-1 0 0,1 0 0,-1 0 0,1 0 0,-1-1 0,0 0 0,0 0 0,0 0 0,0 0 0,-1-1 0,1 1 0,-1-1 0,0 0 0,0 0 0,0 0 0,-1-1 0,1 1 0,-1-1 0,0 1 0,0-1 0,-1 0 0,0 1 0,2-9 0,-3 9 0,0 1 0,1 0 0,-2-1 0,1 1 0,0 0 0,-1-1 0,0 1 0,1 0 0,-1-1 0,0 1 0,-1 0 0,1 0 0,-1 0 0,1 0 0,-1 0 0,0 0 0,0 1 0,0-1 0,0 1 0,-1-1 0,1 1 0,-1 0 0,0 0 0,1 0 0,-1 0 0,0 0 0,0 1 0,0-1 0,0 1 0,0 0 0,-6-2 0,2 1 0,0 0 0,0 1 0,0-1 0,-1 1 0,1 1 0,0 0 0,0 0 0,0 0 0,-1 1 0,1 0 0,0 0 0,0 1 0,0-1 0,-7 5 0,4-1 0,0 1 0,0 0 0,1 1 0,0 0 0,-9 10 0,15-14 0,0 0 0,0 0 0,0 1 0,1-1 0,-1 1 0,1 0 0,-3 6 0,4-8 0,1-1 0,0 1 0,-1-1 0,1 0 0,0 1 0,0-1 0,0 1 0,0-1 0,0 0 0,0 1 0,0-1 0,0 1 0,0-1 0,1 0 0,-1 1 0,1-1 0,-1 0 0,1 1 0,-1-1 0,1 0 0,0 0 0,1 3 0,0-3 0,0 1 0,0-1 0,0 0 0,0 0 0,1 0 0,-1 0 0,0 0 0,0-1 0,1 1 0,-1-1 0,0 1 0,1-1 0,-1 0 0,1 0 0,-1 0 0,0 0 0,1 0 0,-1-1 0,0 1 0,1-1 0,-1 1 0,0-1 0,0 0 0,1 0 0,-1 0 0,0 0 0,2-2 0,3 0 0,0-1 0,0 0 0,-1 0 0,1-1 0,-1 1 0,0-1 0,7-8 0,-13 12 0,1 1 0,-1 0 0,1-1 0,-1 1 0,1-1 0,-1 1 0,1-1 0,-1 0 0,0 1 0,1-1 0,-1 1 0,0-1 0,1 0 0,-1 1 0,0-1 0,0 0 0,0 1 0,0-1 0,0 0 0,1 1 0,-1-1 0,0 0 0,0 1 0,-1-1 0,1 0 0,0 1 0,0-1 0,0 0 0,-1 0 0,-16-2 0,-26 16 0,29 0-1365</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29.741"/>
    </inkml:context>
    <inkml:brush xml:id="br0">
      <inkml:brushProperty name="width" value="0.1" units="cm"/>
      <inkml:brushProperty name="height" value="0.1" units="cm"/>
      <inkml:brushProperty name="color" value="#FFC114"/>
    </inkml:brush>
  </inkml:definitions>
  <inkml:trace contextRef="#ctx0" brushRef="#br0">248 25 24575,'-3'-3'0,"-1"1"0,0-1 0,1 1 0,-1 0 0,0 0 0,0 0 0,-1 0 0,1 1 0,0-1 0,-1 1 0,1 0 0,0 0 0,-1 1 0,1 0 0,-1-1 0,1 2 0,-1-1 0,1 0 0,-1 1 0,1 0 0,-6 1 0,1 0 0,1 1 0,0 0 0,0 0 0,0 1 0,0 0 0,0 0 0,1 1 0,0 0 0,0 0 0,-6 7 0,7-6 0,0 1 0,0-1 0,1 2 0,0-1 0,1 0 0,-1 1 0,1 0 0,1 0 0,0 0 0,0 0 0,0 0 0,-1 13 0,3-18 0,1 0 0,0 1 0,0-1 0,0 0 0,0 1 0,1-1 0,-1 0 0,1 0 0,0 1 0,0-1 0,0 0 0,0 0 0,1 0 0,-1 0 0,1 0 0,0 0 0,0 0 0,0-1 0,0 1 0,0-1 0,0 1 0,1-1 0,-1 0 0,1 0 0,0 0 0,-1 0 0,1-1 0,0 1 0,0-1 0,0 1 0,0-1 0,1 0 0,-1 0 0,0-1 0,5 2 0,2 0 0,1-1 0,-1 1 0,0-2 0,0 0 0,1 0 0,-1 0 0,0-1 0,0-1 0,0 0 0,0 0 0,17-7 0,-23 8 0,-1-1 0,1 0 0,0 0 0,-1 0 0,1 0 0,-1-1 0,0 1 0,1-1 0,-1 0 0,0 0 0,-1 0 0,1 0 0,-1 0 0,1-1 0,-1 1 0,0-1 0,0 0 0,0 1 0,-1-1 0,1 0 0,-1 0 0,0 0 0,0 0 0,-1 0 0,1-1 0,-1 1 0,0 0 0,0 0 0,0 0 0,0 0 0,-2-7 0,1 9 0,1 0 0,-1-1 0,1 1 0,-1-1 0,0 1 0,0 0 0,0-1 0,0 1 0,-1 0 0,1 0 0,0 0 0,-1 0 0,0 0 0,1 0 0,-1 0 0,0 1 0,0-1 0,0 0 0,0 1 0,0 0 0,0-1 0,-1 1 0,-4-2 0,3 2 0,0 0 0,0 1 0,-1-1 0,1 1 0,0 0 0,-1 0 0,1 0 0,-1 0 0,1 1 0,0 0 0,0 0 0,-1 0 0,-4 2 0,4-1 0,1 0 0,-1 0 0,1 1 0,-1-1 0,1 1 0,0 0 0,0 0 0,0 0 0,0 1 0,1 0 0,-6 6 0,7-7 0,1-1 0,-1 0 0,1 1 0,0 0 0,0-1 0,0 1 0,0 0 0,0-1 0,1 1 0,-1 0 0,1 0 0,0 0 0,-1 0 0,1 0 0,1-1 0,-1 1 0,0 0 0,1 0 0,-1 0 0,1-1 0,1 5 0,-1-6 0,-1 1 0,1-1 0,-1 0 0,1 0 0,0 1 0,-1-1 0,1 0 0,0 0 0,0 0 0,0 0 0,0 0 0,0 0 0,0 0 0,0 0 0,0 0 0,0-1 0,0 1 0,0 0 0,1-1 0,-1 1 0,0-1 0,1 1 0,-1-1 0,0 0 0,2 1 0,0-1 0,-1 0 0,1-1 0,-1 1 0,1-1 0,-1 1 0,1-1 0,-1 0 0,0 0 0,1 0 0,-1 0 0,0 0 0,0 0 0,2-2 0,0 0 0,0 0 0,0 0 0,-1 0 0,1 0 0,-1-1 0,0 1 0,0-1 0,0 0 0,-1 0 0,1 0 0,-1 0 0,0-1 0,0 1 0,2-8 0,-4 12 0,0-1 0,0 0 0,0 0 0,0 1 0,0-1 0,0 0 0,0 0 0,0 1 0,0-1 0,0 0 0,-1 0 0,1 1 0,0-1 0,0 0 0,-1 1 0,1-1 0,-1 0 0,1 1 0,-1-1 0,1 0 0,-1 1 0,1-1 0,-1 1 0,1-1 0,-1 1 0,0-1 0,1 1 0,-1 0 0,0-1 0,1 1 0,-1 0 0,0-1 0,1 1 0,-1 0 0,0 0 0,0 0 0,-2-1 0,0 1 0,0 0 0,1 0 0,-1 0 0,0 1 0,1-1 0,-1 1 0,0-1 0,1 1 0,-6 2 0,6-2 0,1-1 0,-1 1 0,0 0 0,0 0 0,1 0 0,-1 0 0,0 1 0,1-1 0,0 0 0,-1 1 0,1-1 0,0 1 0,-1-1 0,0 3 0,2-3 0,-1 0 0,1 0 0,0 0 0,0-1 0,0 1 0,0 0 0,0 0 0,0 0 0,0-1 0,0 1 0,1 0 0,-1 0 0,0 0 0,0-1 0,1 1 0,-1 0 0,0 0 0,1-1 0,-1 1 0,1 0 0,-1-1 0,1 1 0,-1 0 0,1-1 0,0 1 0,-1-1 0,1 1 0,-1-1 0,1 1 0,0-1 0,0 1 0,-1-1 0,1 0 0,0 1 0,1-1 0,0 1 0,1 0 0,-1 0 0,0 0 0,1 0 0,-1-1 0,1 1 0,-1-1 0,1 1 0,-1-1 0,1 0 0,-1 0 0,1 0 0,-1-1 0,1 1 0,-1-1 0,1 1 0,-1-1 0,5-1 0,-7 1-25,0 1-1,0 0 0,0 0 1,0-1-1,1 1 0,-1 0 1,0 0-1,0-1 0,0 1 1,0 0-1,0-1 0,0 1 0,0 0 1,0 0-1,0-1 0,0 1 1,0 0-1,-1 0 0,1-1 1,0 1-1,0 0 0,0 0 1,0-1-1,0 1 0,0 0 1,0 0-1,-1-1 0,1 1 1,0 0-1,0 0 0,0 0 1,-1-1-1,1 1 0,0 0 1,0 0-1,-1 0 0,1 0 1,0 0-1,0-1 0,-1 1 1,1 0-1,0 0 0,0 0 1,-1 0-1,1 0 0,0 0 1,-1 0-1,1 0 0,0 0 1,0 0-1,-1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49.57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2:49.57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3"/>
    </inkml:context>
    <inkml:brush xml:id="br0">
      <inkml:brushProperty name="width" value="0.1" units="cm"/>
      <inkml:brushProperty name="height" value="0.1" units="cm"/>
      <inkml:brushProperty name="color" value="#FFC114"/>
    </inkml:brush>
  </inkml:definitions>
  <inkml:trace contextRef="#ctx0" brushRef="#br0">252 0 24575,'-5'1'0,"1"0"0,-1 0 0,1 0 0,0 0 0,-1 1 0,1 0 0,0-1 0,0 2 0,0-1 0,0 0 0,0 1 0,1 0 0,-1-1 0,1 2 0,0-1 0,0 0 0,-4 6 0,-6 8 0,0 1 0,-12 23 0,21-34 0,-8 18 0,1 1 0,1 0 0,1 1 0,2 0 0,-8 49 0,-6 24 0,9-48 0,-5 68 0,10-64 0,6-34 0,0 0 0,2 1 0,0-1 0,8 37 0,-3-28 0,0 44 0,-6-44 0,0 14 0,2-1 0,11 65 0,-4-61 0,2-1 0,3 0 0,1 0 0,3-2 0,1 0 0,2-1 0,43 65 0,2-3 0,72 162 0,-46-84 0,-75-152 0,5 11 0,2-1 0,36 50 0,-36-70-1365</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4"/>
    </inkml:context>
    <inkml:brush xml:id="br0">
      <inkml:brushProperty name="width" value="0.1" units="cm"/>
      <inkml:brushProperty name="height" value="0.1" units="cm"/>
      <inkml:brushProperty name="color" value="#FFC114"/>
    </inkml:brush>
  </inkml:definitions>
  <inkml:trace contextRef="#ctx0" brushRef="#br0">9 263 24575,'-5'-20'0,"1"-4"0,8 21 0,9 10 0,91 89 0,-74-65 0,58 45 0,-74-66 0,4 4 0,1-1 0,0 0 0,0-2 0,35 15 0,-50-24 0,1 0 0,0-1 0,0 0 0,-1 0 0,1 0 0,0 0 0,0-1 0,0 1 0,0-1 0,0-1 0,0 1 0,0-1 0,0 0 0,0 0 0,-1 0 0,1 0 0,0-1 0,-1 0 0,1 0 0,-1 0 0,1-1 0,-1 0 0,0 1 0,0-2 0,0 1 0,6-7 0,17-23 0,-2-2 0,-1-1 0,36-73 0,-2 3 0,-48 91-195,-1-2 0,0 1 0,-1-1 0,-1 0 0,-1-1 0,5-22 0,-7 16-6631</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5"/>
    </inkml:context>
    <inkml:brush xml:id="br0">
      <inkml:brushProperty name="width" value="0.1" units="cm"/>
      <inkml:brushProperty name="height" value="0.1" units="cm"/>
      <inkml:brushProperty name="color" value="#FFC114"/>
    </inkml:brush>
  </inkml:definitions>
  <inkml:trace contextRef="#ctx0" brushRef="#br0">2 32 24575,'-1'-14'0,"1"-4"0,6 28 0,1 17 0,-1 1 0,-2 0 0,0 1 0,-1 33 0,-1-22 0,8 49 0,0-16 0,-5-64-1365</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6"/>
    </inkml:context>
    <inkml:brush xml:id="br0">
      <inkml:brushProperty name="width" value="0.1" units="cm"/>
      <inkml:brushProperty name="height" value="0.1" units="cm"/>
      <inkml:brushProperty name="color" value="#FFC114"/>
    </inkml:brush>
  </inkml:definitions>
  <inkml:trace contextRef="#ctx0" brushRef="#br0">611 51 24575,'-6'-5'0,"1"0"0,-1 0 0,-1 1 0,1-1 0,0 1 0,-1 1 0,0-1 0,0 1 0,0 1 0,0-1 0,-1 1 0,1 0 0,-1 1 0,1-1 0,-11 1 0,6 1 0,-1 1 0,1 0 0,-1 1 0,1 1 0,0 0 0,0 0 0,0 1 0,-19 9 0,2 3 0,1 0 0,1 2 0,0 1 0,1 2 0,1 0 0,-29 33 0,38-37 0,0 2 0,1 0 0,1 1 0,1 0 0,1 1 0,1 0 0,0 1 0,-11 36 0,18-41 0,0 0 0,1 0 0,0 0 0,2 0 0,0 0 0,1 0 0,0 1 0,2-1 0,0 0 0,1 0 0,0 0 0,11 29 0,-8-30 0,0 0 0,1 0 0,1 0 0,1-1 0,0-1 0,1 1 0,0-1 0,1-1 0,1 0 0,0 0 0,0-1 0,2-1 0,-1 0 0,1-1 0,1-1 0,0 0 0,0-1 0,1 0 0,0-1 0,0-1 0,19 5 0,-2-1 0,0-1 0,0-2 0,1-1 0,-1-1 0,56 0 0,-74-6 0,0 0 0,0 0 0,-1-2 0,1 1 0,-1-2 0,1 0 0,-1-1 0,-1 0 0,1-1 0,16-10 0,-10 2 0,0 0 0,0-2 0,-2 0 0,0-1 0,22-26 0,-29 29 0,0 0 0,-1 0 0,0 0 0,-1-2 0,-1 1 0,0-1 0,-1 0 0,-1-1 0,0 1 0,4-24 0,-4 13 0,-4 18 0,0 0 0,0 0 0,0 0 0,-1 0 0,-1 0 0,0-1 0,0 1 0,-1 0 0,-3-17 0,0 8 0,0-4 0,0 1 0,-2 0 0,-1 0 0,0 0 0,-1 1 0,-2 1 0,-20-35 0,16 36 0,-2 0 0,1 1 0,-2 0 0,0 2 0,-30-22 0,3 8 0,-63-32 0,38 36-204,51 20-957,-2-1-5665</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7"/>
    </inkml:context>
    <inkml:brush xml:id="br0">
      <inkml:brushProperty name="width" value="0.1" units="cm"/>
      <inkml:brushProperty name="height" value="0.1" units="cm"/>
      <inkml:brushProperty name="color" value="#FFC114"/>
    </inkml:brush>
  </inkml:definitions>
  <inkml:trace contextRef="#ctx0" brushRef="#br0">56 325 24575,'0'-1'0,"0"0"0,0 1 0,0-1 0,0 0 0,0 0 0,0 0 0,0 1 0,0-1 0,0 0 0,0 0 0,0 1 0,-1-1 0,1 0 0,0 0 0,-1 1 0,1-1 0,0 0 0,-1 1 0,1-1 0,-1 0 0,1 1 0,-1-1 0,1 1 0,-1-1 0,1 1 0,-1-1 0,0 1 0,1-1 0,-1 1 0,0 0 0,1-1 0,-1 1 0,0 0 0,1-1 0,-1 1 0,0 0 0,0 0 0,1 0 0,-1 0 0,0 0 0,0 0 0,-1 0 0,1 0 0,-1 1 0,1-1 0,0 1 0,-1-1 0,1 1 0,0-1 0,-1 1 0,1 0 0,0 0 0,0 0 0,0 0 0,0 0 0,0 0 0,0 0 0,0 0 0,0 0 0,0 0 0,0 1 0,1-1 0,-1 0 0,0 1 0,1-1 0,-1 2 0,-2 10 0,0 0 0,1 1 0,1-1 0,0 1 0,1-1 0,2 22 0,18 81 0,-15-94 0,7 31 0,-10-46 0,-8-36 0,0 4 0,1 0 0,2 0 0,0-1 0,2 1 0,3-48 0,28-143 0,-28 205 0,0-7 0,1 0 0,1 0 0,1 0 0,8-23 0,-11 36 0,1 1 0,-1-1 0,0 1 0,1 0 0,0 0 0,0 0 0,1 0 0,-1 0 0,1 1 0,-1 0 0,1-1 0,0 1 0,0 0 0,1 1 0,-1-1 0,0 1 0,1 0 0,0 0 0,-1 0 0,1 1 0,5-1 0,-6 1 0,1 1 0,-1-1 0,0 1 0,0 1 0,0-1 0,1 0 0,-1 1 0,0 0 0,0 0 0,0 0 0,0 1 0,0-1 0,0 1 0,-1 0 0,1 0 0,0 0 0,-1 0 0,0 1 0,1 0 0,-1-1 0,0 1 0,0 0 0,-1 1 0,1-1 0,3 5 0,4 9 0,1 0 0,-2 1 0,14 36 0,-20-45 0,18 50 0,14 71 0,-32-113 0,-1-1 0,0 33 0,4 20 0,1-55-1365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8"/>
    </inkml:context>
    <inkml:brush xml:id="br0">
      <inkml:brushProperty name="width" value="0.1" units="cm"/>
      <inkml:brushProperty name="height" value="0.1" units="cm"/>
      <inkml:brushProperty name="color" value="#FFC114"/>
    </inkml:brush>
  </inkml:definitions>
  <inkml:trace contextRef="#ctx0" brushRef="#br0">22 73 24575,'-5'0'0,"-5"0"0,3-5 0,7 0 0,8-5 0,7 0 0,5 1 0,4 3 0,1 1 0,2-1 0,0-1 0,0 1 0,-5 2-8191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19"/>
    </inkml:context>
    <inkml:brush xml:id="br0">
      <inkml:brushProperty name="width" value="0.1" units="cm"/>
      <inkml:brushProperty name="height" value="0.1" units="cm"/>
      <inkml:brushProperty name="color" value="#FFC114"/>
    </inkml:brush>
  </inkml:definitions>
  <inkml:trace contextRef="#ctx0" brushRef="#br0">272 1 24575,'-34'0'0,"3"-1"0,-51 6 0,73-4 0,0 1 0,0 0 0,0 0 0,0 1 0,0 0 0,1 0 0,0 1 0,0 0 0,0 1 0,-9 6 0,16-10 0,-1 0 0,1 0 0,-1 0 0,1 0 0,-1 0 0,1 1 0,0-1 0,0 0 0,-1 1 0,1-1 0,0 1 0,0 0 0,1-1 0,-1 1 0,0-1 0,0 1 0,1 0 0,-1 0 0,1-1 0,0 1 0,-1 0 0,1 0 0,0 0 0,0 0 0,0 1 0,1 0 0,0-1 0,1 1 0,-1-1 0,0 0 0,1 0 0,-1 0 0,1 1 0,0-2 0,0 1 0,0 0 0,0 0 0,0 0 0,0-1 0,0 1 0,3 0 0,10 6 0,1 0 0,0-2 0,32 9 0,11 0 0,50 14 0,-99-25 0,1 0 0,0 1 0,-1 0 0,0 0 0,0 1 0,0 1 0,10 9 0,-19-16 0,0 1 0,0 0 0,0 0 0,0 0 0,0 0 0,0 0 0,0 0 0,0 0 0,0 1 0,-1-1 0,1 0 0,0 0 0,-1 1 0,1-1 0,-1 0 0,1 1 0,-1-1 0,0 0 0,0 1 0,0-1 0,1 1 0,-1-1 0,0 1 0,-1-1 0,1 0 0,0 1 0,0-1 0,-1 2 0,-1 0 0,1-1 0,-1 1 0,0-1 0,0 1 0,0-1 0,0 0 0,-1 0 0,1 0 0,0 0 0,-1 0 0,0 0 0,-3 1 0,-8 4 0,0-1 0,0-1 0,-1 0 0,-17 4 0,-4-4 0,1-1 0,0-2 0,-1-2 0,-56-5 0,90 5-52,0 0-1,0 0 1,0 0-1,0-1 1,0 1-1,1 0 1,-1-1-1,0 1 1,0-1-1,1 0 1,-1 0-1,0 0 1,1 1-1,-1-1 1,0-1-1,1 1 1,0 0-1,-1 0 1,1-1-1,0 1 0,-1 0 1,1-1-1,0 0 1,0 1-1,-1-3 1</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0"/>
    </inkml:context>
    <inkml:brush xml:id="br0">
      <inkml:brushProperty name="width" value="0.1" units="cm"/>
      <inkml:brushProperty name="height" value="0.1" units="cm"/>
      <inkml:brushProperty name="color" value="#FFC114"/>
    </inkml:brush>
  </inkml:definitions>
  <inkml:trace contextRef="#ctx0" brushRef="#br0">5 369 24575,'-4'-3'0,"13"-5"0,13-5 0,-4 5 0,0-1 0,-1 0 0,-1-1 0,1-1 0,-1-1 0,21-19 0,-34 27 0,1 0 0,-1 0 0,1 0 0,-1-1 0,0 1 0,-1-1 0,1 1 0,-1-1 0,0 0 0,0 0 0,-1 0 0,1 0 0,-1-1 0,0 1 0,0 0 0,-1 0 0,0-1 0,0 1 0,0 0 0,-1-1 0,1 1 0,-1 0 0,0 0 0,-1-1 0,1 1 0,-1 0 0,0 0 0,-5-8 0,2 3 0,-1-1 0,0 1 0,-1 0 0,0 1 0,-1-1 0,0 2 0,0-1 0,-16-12 0,24 21 0,-1-1 0,0 1 0,0-1 0,0 0 0,1 1 0,-1 0 0,0-1 0,0 1 0,0-1 0,0 1 0,0 0 0,0 0 0,0 0 0,0-1 0,0 1 0,0 0 0,0 0 0,0 0 0,0 1 0,0-1 0,0 0 0,0 0 0,0 0 0,0 1 0,0-1 0,0 1 0,-1 0 0,1 0 0,-1 0 0,1 1 0,0-1 0,0 1 0,0-1 0,0 1 0,0 0 0,0-1 0,0 1 0,0 0 0,1 0 0,-1-1 0,0 4 0,0 3 0,-1 0 0,1 0 0,1 0 0,0 1 0,1 12 0,32 234 0,-28-168 0,-5-65 0,1 0 0,1 0 0,6 26 0,-8-46-96,0-1 62,0-1 1,0 1 0,0-1-1,0 1 1,0 0 0,0-1-1,0 1 1,0-1-1,1 1 1,-1-1 0,0 1-1,0 0 1,0-1-1,1 1 1,-1-1 0,0 1-1,1-1 1,-1 1-1,0-1 1,1 0 0,-1 1-1,1-1 1,-1 1-1,0-1 1,1 0 0,-1 1-1,1-1 1,-1 0-1,1 1 1,-1-1 0,1 0-1,0 0 1,-1 0 0,1 0-1,-1 1 1,1-1-1,1 0 1</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1"/>
    </inkml:context>
    <inkml:brush xml:id="br0">
      <inkml:brushProperty name="width" value="0.1" units="cm"/>
      <inkml:brushProperty name="height" value="0.1" units="cm"/>
      <inkml:brushProperty name="color" value="#FFC114"/>
    </inkml:brush>
  </inkml:definitions>
  <inkml:trace contextRef="#ctx0" brushRef="#br0">5 58 24575,'0'0'0,"-1"-1"0,1 0 0,-1 1 0,1-1 0,0 0 0,-1 1 0,1-1 0,0 0 0,0 0 0,-1 1 0,1-1 0,0 0 0,0 0 0,0 1 0,0-1 0,0 0 0,0 0 0,0 1 0,0-1 0,0 0 0,0 0 0,1 1 0,-1-1 0,0 0 0,0 0 0,1 1 0,-1-1 0,1 0 0,-1 1 0,0-1 0,1 0 0,-1 1 0,1-1 0,-1 1 0,1-1 0,0 1 0,-1-1 0,1 1 0,0-1 0,-1 1 0,1 0 0,0-1 0,-1 1 0,1 0 0,0-1 0,1 1 0,35-15 0,-14 10 0,0 1 0,43 0 0,-54 3 0,0 2 0,0-1 0,0 1 0,0 1 0,0 1 0,-1-1 0,16 7 0,-25-8 0,0-1 0,0 1 0,0 0 0,0-1 0,0 1 0,-1 0 0,1 1 0,0-1 0,-1 0 0,1 0 0,-1 1 0,1-1 0,-1 1 0,0-1 0,1 1 0,-1-1 0,0 1 0,0 0 0,0 0 0,0 0 0,-1-1 0,1 1 0,0 0 0,-1 0 0,1 0 0,-1 0 0,0 0 0,0 0 0,0 0 0,0 0 0,0 0 0,0 0 0,0 0 0,0 0 0,-1 0 0,1 0 0,-1 0 0,0 0 0,0 0 0,1 0 0,-3 2 0,0 2 0,-1-2 0,1 1 0,-1 0 0,0-1 0,0 0 0,-1 1 0,1-2 0,-1 1 0,0 0 0,0-1 0,0 0 0,0 0 0,-6 2 0,-22 5 0,-1-1 0,0-1 0,0-2 0,-49 2 0,121 7 0,30 1 0,-1 3 0,94 40 0,-156-57-124,-1 0 0,1 0 0,0-1 0,0 0 0,0 1 0,0-2-1,0 1 1,0 0 0,0-1 0,9-1 0,5-2-6702</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2"/>
    </inkml:context>
    <inkml:brush xml:id="br0">
      <inkml:brushProperty name="width" value="0.1" units="cm"/>
      <inkml:brushProperty name="height" value="0.1" units="cm"/>
      <inkml:brushProperty name="color" value="#FFC114"/>
    </inkml:brush>
  </inkml:definitions>
  <inkml:trace contextRef="#ctx0" brushRef="#br0">239 26 24575,'-1'-1'0,"1"0"0,-1 0 0,1 0 0,-1 0 0,1 0 0,-1 0 0,0 0 0,1 0 0,-1 0 0,0 0 0,0 0 0,0 0 0,0 1 0,0-1 0,0 0 0,0 1 0,0-1 0,0 0 0,0 1 0,0 0 0,0-1 0,0 1 0,-1-1 0,1 1 0,0 0 0,0 0 0,-2 0 0,-39-5 0,37 5 0,-4-1 0,-75 1 0,80 0 0,0 0 0,0 0 0,0 1 0,0 0 0,1 0 0,-1 0 0,0 0 0,0 1 0,0-1 0,1 1 0,-1 0 0,1 0 0,-1 0 0,1 1 0,0-1 0,0 1 0,-3 3 0,5-4 0,0-1 0,1 0 0,0 1 0,-1-1 0,1 0 0,0 1 0,0-1 0,0 0 0,0 1 0,0-1 0,0 0 0,0 1 0,0-1 0,1 1 0,-1-1 0,0 0 0,1 0 0,-1 1 0,1-1 0,-1 0 0,1 0 0,0 1 0,0-1 0,-1 0 0,1 0 0,0 0 0,0 0 0,0 0 0,0 0 0,0-1 0,0 1 0,1 0 0,-1 0 0,0-1 0,0 1 0,1-1 0,0 1 0,56 27 0,-52-26 0,114 56 0,-52-23 0,-67-35 0,1 1 0,-1-1 0,1 1 0,-1 0 0,1 0 0,-1 0 0,1 0 0,-1 0 0,0 0 0,1 0 0,-1 0 0,0 0 0,0 0 0,0 1 0,0-1 0,0 1 0,0-1 0,0 1 0,-1-1 0,1 1 0,-1-1 0,1 1 0,-1-1 0,1 4 0,-1-3 0,-1-1 0,1 0 0,-1 1 0,0-1 0,0 0 0,1 1 0,-1-1 0,0 0 0,0 0 0,0 0 0,0 0 0,0 0 0,-1 0 0,1 0 0,0 0 0,0 0 0,-1-1 0,1 1 0,0 0 0,-1-1 0,1 1 0,-1-1 0,1 1 0,-1-1 0,1 0 0,-1 0 0,-2 0 0,-33 4 0,0-1 0,-1-3 0,-58-6 0,71 2-1365,3-1-5461</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3"/>
    </inkml:context>
    <inkml:brush xml:id="br0">
      <inkml:brushProperty name="width" value="0.1" units="cm"/>
      <inkml:brushProperty name="height" value="0.1" units="cm"/>
      <inkml:brushProperty name="color" value="#FFC114"/>
    </inkml:brush>
  </inkml:definitions>
  <inkml:trace contextRef="#ctx0" brushRef="#br0">26 2346 24575,'-1'0'0,"0"0"0,1 0 0,-1 1 0,0-1 0,0 0 0,0 0 0,0 0 0,0-1 0,0 1 0,0 0 0,0 0 0,1 0 0,-1-1 0,0 1 0,0 0 0,0-1 0,1 1 0,-1-1 0,0 1 0,0-1 0,1 1 0,-1-1 0,0 0 0,1 1 0,-1-1 0,0 0 0,1 1 0,-1-1 0,1 0 0,0 0 0,-1 0 0,1 1 0,0-1 0,-1 0 0,1 0 0,0 0 0,0 0 0,-1 0 0,1 0 0,0 1 0,0-1 0,0 0 0,0 0 0,1 0 0,-1 0 0,0 0 0,0 0 0,0 0 0,1 1 0,-1-1 0,0 0 0,1 0 0,-1 0 0,1 1 0,-1-1 0,1 0 0,-1 0 0,2 0 0,2-6 0,0 0 0,0 1 0,1 0 0,0 0 0,9-8 0,15-11 0,-1-1 0,-1-1 0,-2-1 0,0-2 0,-2 0 0,-1-1 0,28-56 0,-22 25 0,-2-1 0,26-106 0,2-12 0,-47 149 0,-1 6 0,-1-2 0,0 1 0,-1-36 0,-2 31 0,11-60 0,-4 37 0,11-64 0,-8 52 0,-2 0 0,0-86 0,-9 19 0,-4-113 0,-21 95 0,22 138 0,-1 0 0,0 0 0,-1 0 0,0 1 0,-13-26 0,16 37 0,0 0 0,0 0 0,0 0 0,0 0 0,-1 0 0,1 0 0,-1 0 0,1 1 0,-1-1 0,0 1 0,0-1 0,0 1 0,0-1 0,0 1 0,0 0 0,0 0 0,0 0 0,0 0 0,-1 0 0,1 1 0,0-1 0,0 1 0,-1-1 0,1 1 0,-1 0 0,1 0 0,0 0 0,-1 0 0,1 0 0,0 1 0,-1-1 0,1 1 0,0 0 0,0-1 0,-1 1 0,1 0 0,0 0 0,0 0 0,0 1 0,0-1 0,0 0 0,-3 4 0,-31 23 0,0 2 0,-41 46 0,38-37 0,-45 36 0,82-75 0,5-7 0,12-19 0,23-32 0,-22 35 0,0 1 0,2 1 0,1 0 0,0 1 0,2 1 0,0 1 0,1 1 0,1 1 0,0 1 0,41-19 0,-58 31 0,0 0 0,0 1 0,1 0 0,-1 0 0,1 0 0,-1 1 0,1 0 0,0 0 0,0 1 0,-1 0 0,1 0 0,0 0 0,-1 1 0,1 0 0,0 1 0,-1-1 0,1 1 0,-1 0 0,0 1 0,0 0 0,12 6 0,210 94 0,-202-90 120,-26-13-143,1 1 1,-1-1-1,0 0 1,1 0-1,-1 0 1,0 1-1,1-1 1,-1 0-1,0 0 1,0 1-1,1-1 1,-1 0-1,0 0 1,0 1-1,1-1 1,-1 0-1,0 1 1,0-1-1,0 0 1,0 1-1,1-1 1,-1 1-1,0-1 1,0 0-1,0 1 1,0-1-1,0 0 1,0 1-1,0-1 1,0 1-1,0-1 1,0 0-1,0 1 1,0-1-1,-1 1 1,1-1-1,0 0 1,0 1-1,0-1 1,0 0-1,-1 1 1,1-1-1,0 0 1,0 1-1,0-1 1,-1 0-1,1 0 1,0 1-1,-1-1 1,1 0-1,0 0 1,-1 0-1,1 1 1,0-1-1,-1 0 1,1 0-1,0 0 1,-1 0-1,1 0 1,0 1-1,-1-1 1,1 0-1,-1 0 1,1 0-1,-1 0 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4"/>
    </inkml:context>
    <inkml:brush xml:id="br0">
      <inkml:brushProperty name="width" value="0.1" units="cm"/>
      <inkml:brushProperty name="height" value="0.1" units="cm"/>
      <inkml:brushProperty name="color" value="#FFC114"/>
    </inkml:brush>
  </inkml:definitions>
  <inkml:trace contextRef="#ctx0" brushRef="#br0">35 96 24575,'-2'0'0,"0"0"0,0 0 0,0-1 0,0 1 0,0 0 0,0-1 0,0 1 0,0-1 0,0 1 0,0-1 0,0 0 0,-2-1 0,4 2 0,-1-1 0,1 1 0,-1-1 0,1 1 0,-1-1 0,1 1 0,-1-1 0,1 0 0,0 1 0,-1-1 0,1 1 0,0-1 0,-1 0 0,1 1 0,0-1 0,0 0 0,0 1 0,0-1 0,0 0 0,0 0 0,-1 1 0,2-1 0,-1-1 0,0 0 0,1 0 0,0 0 0,0 0 0,0 0 0,0 0 0,0 0 0,1 0 0,-1 0 0,1 0 0,-1 0 0,1 1 0,0-1 0,-1 1 0,1-1 0,0 1 0,0 0 0,0-1 0,0 1 0,3-1 0,14-5 0,2 1 0,-1 0 0,1 1 0,23-2 0,-15 2 0,-22 4 0,1 1 0,-1-1 0,1 1 0,-1 0 0,0 1 0,1 0 0,-1 0 0,0 0 0,1 1 0,-1 0 0,0 1 0,0 0 0,0 0 0,-1 0 0,9 6 0,-12-7 0,-1 0 0,1 0 0,-1 0 0,1 1 0,-1-1 0,0 1 0,0-1 0,0 1 0,0 0 0,-1 0 0,1 0 0,-1 0 0,0 0 0,1 0 0,-1 0 0,-1 0 0,1 0 0,0 0 0,-1 1 0,0-1 0,0 0 0,0 1 0,0-1 0,0 0 0,-1 0 0,1 1 0,-1-1 0,0 0 0,0 0 0,0 0 0,0 0 0,-1 0 0,1 0 0,-1 0 0,0 0 0,-2 3 0,-4 4 0,1-1 0,-1 0 0,0-1 0,-1 0 0,0 0 0,-20 13 0,-13 10 0,42-30 0,-1-1 0,1 0 0,-1 1 0,1-1 0,-1 0 0,1 1 0,-1-1 0,1 0 0,-1 1 0,1-1 0,0 1 0,-1-1 0,1 1 0,0-1 0,-1 1 0,1-1 0,0 1 0,-1 0 0,1-1 0,0 1 0,0-1 0,0 1 0,0 0 0,0-1 0,0 1 0,0-1 0,0 1 0,0 0 0,0-1 0,0 1 0,0-1 0,0 1 0,0 0 0,1 0 0,21 9 0,36-6 0,-56-4 0,25 0 0,1 1 0,0 1 0,35 7 0,-55-7-195,-1 0 0,1-1 0,0 0 0,0-1 0,-1 0 0,14-1 0,-1-3-6631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5"/>
    </inkml:context>
    <inkml:brush xml:id="br0">
      <inkml:brushProperty name="width" value="0.1" units="cm"/>
      <inkml:brushProperty name="height" value="0.1" units="cm"/>
      <inkml:brushProperty name="color" value="#FFC114"/>
    </inkml:brush>
  </inkml:definitions>
  <inkml:trace contextRef="#ctx0" brushRef="#br0">765 83 24575,'-1'-2'0,"0"-1"0,0 1 0,0-1 0,0 1 0,0 0 0,0-1 0,-1 1 0,1 0 0,-1 0 0,1 0 0,-1 0 0,0 0 0,0 0 0,0 0 0,0 1 0,0-1 0,0 1 0,-1 0 0,1-1 0,0 1 0,-4-1 0,-52-20 0,34 16 0,-1 2 0,1 0 0,0 2 0,-1 1 0,0 1 0,1 1 0,-26 4 0,2 3 0,0 1 0,-72 25 0,107-30 0,0 1 0,0 0 0,0 1 0,1 0 0,0 1 0,0 0 0,1 1 0,0 1 0,0 0 0,1 0 0,0 0 0,1 2 0,0-1 0,1 1 0,0 0 0,0 1 0,1 0 0,1 0 0,0 1 0,0-1 0,2 1 0,-1 0 0,2 1 0,0-1 0,0 1 0,1-1 0,0 25 0,3-21 0,1 0 0,0 0 0,1 0 0,1 0 0,0-1 0,2 0 0,0 0 0,0 0 0,2 0 0,0-1 0,0 0 0,2-1 0,0 0 0,0 0 0,1-1 0,1-1 0,0 0 0,1 0 0,21 14 0,-8-5 0,-6-5 0,0 0 0,1-2 0,0 0 0,32 14 0,-34-20 0,0-1 0,0-1 0,1-1 0,-1-1 0,40 4 0,-32-5 0,-1-1 0,1-1 0,-1-2 0,1 0 0,0-2 0,-1-1 0,0-1 0,0-1 0,-1-1 0,1-2 0,41-20 0,-43 18 0,-2-2 0,30-21 0,-44 27 0,0 0 0,0 0 0,-1 0 0,0-1 0,-1 0 0,0 0 0,0-1 0,9-18 0,-8 10 0,0 0 0,-2-1 0,0 0 0,-1 0 0,0 0 0,0-26 0,-2 1 0,-7-71 0,4 103 0,-1 1 0,1 0 0,-1-1 0,-1 1 0,0 0 0,-1 0 0,0 1 0,0-1 0,-1 1 0,0-1 0,-1 2 0,-7-11 0,4 10 0,0 0 0,0 0 0,0 1 0,-1 1 0,-1 0 0,1 0 0,-1 1 0,0 0 0,-23-8 0,3 2-195,0 1 0,-1 1 0,0 2 0,0 1 0,-1 1 0,-33 0 0,45 6-6631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6"/>
    </inkml:context>
    <inkml:brush xml:id="br0">
      <inkml:brushProperty name="width" value="0.1" units="cm"/>
      <inkml:brushProperty name="height" value="0.1" units="cm"/>
      <inkml:brushProperty name="color" value="#FFC114"/>
    </inkml:brush>
  </inkml:definitions>
  <inkml:trace contextRef="#ctx0" brushRef="#br0">4 56 24575,'0'0'0,"0"0"0,-1 0 0,1 0 0,0 0 0,0 0 0,0 0 0,0 0 0,0 0 0,0 0 0,-1 0 0,1 0 0,0 0 0,0 0 0,0-1 0,0 1 0,0 0 0,0 0 0,0 0 0,-1 0 0,1 0 0,0 0 0,0 0 0,0 0 0,0 0 0,0 0 0,0-1 0,0 1 0,0 0 0,0 0 0,0 0 0,0 0 0,0 0 0,0 0 0,0-1 0,0 1 0,0 0 0,-1 0 0,1 0 0,0 0 0,1 0 0,-1 0 0,0-1 0,0 1 0,0 0 0,0 0 0,0 0 0,0 0 0,0 0 0,0 0 0,0-1 0,0 1 0,0 0 0,0 0 0,0 0 0,0 0 0,0 0 0,0 0 0,1 0 0,-1 0 0,0-1 0,10-11 0,15-8 0,-10 15 0,1 1 0,-1 1 0,1 0 0,0 2 0,-1-1 0,1 2 0,0 0 0,0 1 0,-1 1 0,1 0 0,0 1 0,-1 1 0,0 0 0,0 1 0,27 13 0,-40-17 0,0-1 0,0 1 0,-1 0 0,1 0 0,0 0 0,-1 0 0,1 0 0,-1 0 0,1 0 0,-1 0 0,0 1 0,1-1 0,-1 1 0,0-1 0,0 1 0,0-1 0,0 1 0,0-1 0,-1 1 0,1 0 0,0 0 0,-1-1 0,1 4 0,-1-2 0,0-1 0,-1 0 0,1 0 0,-1 1 0,0-1 0,0 0 0,0 0 0,0 0 0,0 0 0,0 0 0,0 0 0,-1-1 0,1 1 0,-1 0 0,1-1 0,-4 3 0,-5 4 0,0 0 0,-1-1 0,0 0 0,-1-1 0,-18 8 0,26-13 0,-1 1 0,1 0 0,0 0 0,-1 0 0,1 0 0,0 1 0,0 0 0,-4 4 0,7-7 0,1 0 0,0 1 0,0-1 0,-1 1 0,1-1 0,0 1 0,0-1 0,0 0 0,-1 1 0,1-1 0,0 1 0,0-1 0,0 1 0,0-1 0,0 1 0,0-1 0,0 1 0,0-1 0,0 0 0,0 1 0,0-1 0,1 1 0,-1-1 0,0 1 0,0-1 0,0 1 0,1-1 0,-1 0 0,0 1 0,1 0 0,24 15 0,0-7 0,45 11 0,-54-17 0,0 1 0,-1 0 0,1 1 0,-1 1 0,0 0 0,0 1 0,-1 1 0,19 13 0,-31-20 0,-1 0 0,0 0 0,1 0 0,-1 0 0,0 0 0,1 0 0,-1 1 0,0-1 0,0 0 0,0 1 0,0-1 0,0 1 0,0-1 0,-1 1 0,1-1 0,0 1 0,-1 0 0,1-1 0,-1 1 0,0 0 0,0-1 0,1 1 0,-1 0 0,0-1 0,0 1 0,-1 0 0,1 0 0,0-1 0,0 1 0,-1 0 0,1-1 0,-1 1 0,0-1 0,1 1 0,-1 0 0,0-1 0,0 0 0,0 1 0,0-1 0,0 1 0,0-1 0,0 0 0,-1 0 0,1 0 0,0 0 0,-1 0 0,-1 1 0,-4 3 0,-1 0 0,1-1 0,-1 0 0,0 0 0,0-1 0,0 0 0,0-1 0,-11 3 0,-41 6 0,38-5 0,0-2 0,0 0 0,-1-2 0,1 0 0,0-1 0,-1-1 0,-42-7 0,62 7-57,1 0 0,0-1 1,0 1-1,0-1 0,0 1 0,0-1 0,0 0 0,0 0 0,1 0 0,-1 0 0,0 0 1,0 0-1,1-1 0,-1 1 0,1-1 0,-1 1 0,1-1 0,-1 1 0,1-1 1,0 0-1,0 0 0,0 1 0,-1-4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7"/>
    </inkml:context>
    <inkml:brush xml:id="br0">
      <inkml:brushProperty name="width" value="0.1" units="cm"/>
      <inkml:brushProperty name="height" value="0.1" units="cm"/>
      <inkml:brushProperty name="color" value="#FFC114"/>
    </inkml:brush>
  </inkml:definitions>
  <inkml:trace contextRef="#ctx0" brushRef="#br0">689 99 24575,'-1'-1'0,"1"-1"0,-1 0 0,0 1 0,0-1 0,0 1 0,0-1 0,0 1 0,0-1 0,0 1 0,-1 0 0,1 0 0,0 0 0,-1 0 0,1-1 0,-1 2 0,1-1 0,-4-1 0,-29-14 0,8 8 0,0 0 0,0 2 0,0 2 0,0 0 0,-1 1 0,0 2 0,0 1 0,1 1 0,-1 1 0,-34 8 0,40-6 0,1 1 0,-1 0 0,1 2 0,-32 15 0,42-16 0,1 0 0,0 1 0,0-1 0,0 2 0,1-1 0,0 1 0,0 0 0,1 1 0,0 0 0,-9 16 0,5-9 0,2 1 0,0 1 0,1 0 0,1 0 0,1 0 0,0 1 0,2 0 0,0 0 0,1 0 0,1 1 0,0-1 0,2 0 0,0 1 0,1-1 0,1 1 0,1-1 0,1 0 0,1 0 0,9 27 0,0-13 0,2 0 0,31 50 0,-38-71 0,1 1 0,0-1 0,1-1 0,0 0 0,1 0 0,0-1 0,1-1 0,22 14 0,-11-11 0,0-1 0,0-1 0,1-2 0,1 0 0,-1-2 0,51 7 0,-28-9 0,0-2 0,91-7 0,-125 3 0,0-1 0,0-1 0,0 0 0,0-1 0,-1 0 0,0-1 0,0 0 0,-1-1 0,1-1 0,-1 0 0,-1 0 0,0-1 0,0-1 0,-1 0 0,10-11 0,2-6 0,-1-1 0,-1 0 0,-1-2 0,-2 0 0,14-33 0,-25 44 0,-1 0 0,-1 0 0,-1 0 0,-1 0 0,-1-1 0,0 1 0,-1-1 0,-6-37 0,4 45 0,-1-1 0,-1 1 0,0 0 0,-1 0 0,0 1 0,-1-1 0,0 1 0,0 0 0,-1 1 0,-1-1 0,0 1 0,0 1 0,-15-13 0,-1 0 0,-1 0 0,-2 2 0,-56-33 0,44 33-341,-1 1 0,-1 2-1,-52-15 1,76 28-6485</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8"/>
    </inkml:context>
    <inkml:brush xml:id="br0">
      <inkml:brushProperty name="width" value="0.1" units="cm"/>
      <inkml:brushProperty name="height" value="0.1" units="cm"/>
      <inkml:brushProperty name="color" value="#FFC114"/>
    </inkml:brush>
  </inkml:definitions>
  <inkml:trace contextRef="#ctx0" brushRef="#br0">51 108 24575,'-2'-3'0,"1"1"0,-1 0 0,1-1 0,0 1 0,-1-1 0,1 1 0,1-1 0,-1 0 0,0 1 0,1-1 0,-1 0 0,1 1 0,0-1 0,0 0 0,0 0 0,0 1 0,0-1 0,1 0 0,-1 0 0,1 1 0,0-4 0,0 4 0,0 0 0,-1-1 0,1 1 0,-1-1 0,1 1 0,-1 0 0,0-1 0,0 1 0,-1-1 0,1 1 0,0-1 0,-1 1 0,1 0 0,-1-1 0,0 1 0,0 0 0,-2-4 0,3 6 0,-1 0 0,1 0 0,-1 0 0,0 0 0,1 0 0,-1 0 0,0 0 0,1 1 0,-1-1 0,1 0 0,-1 0 0,0 1 0,1-1 0,-1 0 0,1 1 0,-1-1 0,1 1 0,-1-1 0,1 1 0,0-1 0,-1 1 0,1-1 0,-1 1 0,1-1 0,0 1 0,0-1 0,-1 1 0,1 0 0,0-1 0,0 1 0,-1 0 0,-10 21 0,9-16 0,0 0 0,0 0 0,1 1 0,0-1 0,0 0 0,0 1 0,1-1 0,0 1 0,0-1 0,0 0 0,1 1 0,0-1 0,0 1 0,1-1 0,0 0 0,0 0 0,0 0 0,1 0 0,0 0 0,0-1 0,0 1 0,1-1 0,0 0 0,8 9 0,-4-7 0,1 0 0,0 0 0,0-1 0,0 0 0,1-1 0,0 0 0,0-1 0,0 0 0,0 0 0,1-1 0,-1 0 0,1-1 0,0 0 0,11 0 0,-8-1 0,0-1 0,1 0 0,-1 0 0,0-1 0,0-1 0,14-4 0,-23 5 0,0-1 0,1 0 0,-1 0 0,0-1 0,-1 1 0,1-1 0,0 0 0,-1 0 0,1-1 0,-1 1 0,0-1 0,0 0 0,-1 0 0,1 0 0,-1-1 0,0 1 0,0-1 0,3-6 0,21-60 0,-25 66 0,-1 0 0,1-1 0,-1 1 0,-1 0 0,1 0 0,-1-1 0,0 1 0,0 0 0,0-1 0,-1 1 0,-2-10 0,3 15 0,0 0 0,0 0 0,0 0 0,0-1 0,0 1 0,0 0 0,0 0 0,0 0 0,0-1 0,-1 1 0,1 0 0,0 0 0,0 0 0,0 0 0,0-1 0,0 1 0,0 0 0,-1 0 0,1 0 0,0 0 0,0 0 0,0-1 0,-1 1 0,1 0 0,0 0 0,0 0 0,0 0 0,0 0 0,-1 0 0,1 0 0,0 0 0,0 0 0,-1 0 0,1 0 0,0 0 0,0 0 0,0 0 0,-1 0 0,1 0 0,0 0 0,0 0 0,0 0 0,-1 0 0,1 0 0,0 1 0,-9 9 0,-4 17 0,9-12 0,1 0 0,1 0 0,0 0 0,1 0 0,0 1 0,2-1 0,-1 0 0,2 0 0,5 23 0,2 51 0,-9-64 0,-1-20 0,0 1 0,1-1 0,0 1 0,0-1 0,0 1 0,1-1 0,0 1 0,0-1 0,0 1 0,3 5 0,5-5-1365</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29"/>
    </inkml:context>
    <inkml:brush xml:id="br0">
      <inkml:brushProperty name="width" value="0.1" units="cm"/>
      <inkml:brushProperty name="height" value="0.1" units="cm"/>
      <inkml:brushProperty name="color" value="#FFC114"/>
    </inkml:brush>
  </inkml:definitions>
  <inkml:trace contextRef="#ctx0" brushRef="#br0">710 100 24575,'-1'-2'0,"1"-1"0,-1 1 0,0 0 0,0-1 0,0 1 0,0 0 0,0-1 0,0 1 0,-1 0 0,1 0 0,-1 0 0,1 0 0,-1 0 0,0 1 0,0-1 0,0 0 0,0 1 0,0-1 0,-3-1 0,-49-25 0,44 23 0,-3 0 0,0 0 0,0 2 0,0-1 0,-1 2 0,1-1 0,-1 2 0,1 0 0,-1 1 0,0 0 0,1 1 0,-1 0 0,-23 6 0,7 0 0,-1 2 0,2 1 0,-1 2 0,-40 21 0,53-23 0,1 1 0,0 0 0,1 1 0,0 1 0,1 0 0,0 1 0,1 1 0,1 0 0,0 1 0,1 0 0,1 0 0,0 1 0,2 1 0,0 0 0,0 0 0,2 0 0,0 1 0,1 0 0,2 0 0,-3 24 0,5-31 0,1-1 0,0 1 0,1 0 0,0-1 0,1 1 0,0-1 0,1 1 0,0-1 0,1 0 0,0 0 0,0 0 0,2-1 0,10 18 0,-3-8 0,2-1 0,0 0 0,1-1 0,0-1 0,33 26 0,-30-29 0,2 0 0,0-2 0,0 0 0,1-2 0,0 0 0,38 10 0,5-3 0,76 10 0,-107-22 0,-1-2 0,1-1 0,0-2 0,-1-2 0,1 0 0,48-11 0,-61 8 0,0-1 0,0 0 0,-1-1 0,0-2 0,0 0 0,-1-1 0,0-1 0,-1 0 0,0-2 0,-1 0 0,19-19 0,-27 24 0,-1-1 0,0 0 0,-1 0 0,0-1 0,0 0 0,-1 0 0,-1-1 0,1 0 0,-2 0 0,1 0 0,-2 0 0,1-1 0,-2 1 0,0-1 0,0 0 0,-1 0 0,0 0 0,-1 0 0,0 1 0,-1-1 0,0 0 0,-1 0 0,-1 0 0,0 1 0,0-1 0,-1 1 0,0 0 0,-11-18 0,3 8 0,-1 1 0,-2 0 0,1 1 0,-2 1 0,-1 1 0,0 0 0,-1 1 0,0 1 0,-29-18 0,17 15 0,-1 1 0,-1 1 0,0 2 0,-1 2 0,-61-16 0,-58-6-1365,130 28-5461</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0"/>
    </inkml:context>
    <inkml:brush xml:id="br0">
      <inkml:brushProperty name="width" value="0.1" units="cm"/>
      <inkml:brushProperty name="height" value="0.1" units="cm"/>
      <inkml:brushProperty name="color" value="#FFC114"/>
    </inkml:brush>
  </inkml:definitions>
  <inkml:trace contextRef="#ctx0" brushRef="#br0">8 62 24575,'0'0'0,"0"0"0,0 0 0,-1 1 0,1-1 0,0 0 0,0 0 0,0 0 0,0 0 0,-1 0 0,1 0 0,0 0 0,0 0 0,0 0 0,0 0 0,-1 0 0,1 0 0,0 0 0,0 0 0,0 0 0,-1 0 0,1 0 0,0 0 0,0 0 0,0-1 0,0 1 0,-1 0 0,1 0 0,0 0 0,0 0 0,0 0 0,0 0 0,0 0 0,0-1 0,-1 1 0,1 0 0,0 0 0,0 0 0,0 0 0,0 0 0,0-1 0,0 1 0,0 0 0,0 0 0,0 0 0,0-1 0,0 1 0,0 0 0,0 0 0,0 0 0,0 0 0,0-1 0,0 1 0,0 0 0,0 0 0,-1 1 0,1 0 0,0 0 0,0 0 0,-1 0 0,1 1 0,0-1 0,0 0 0,0 0 0,0 0 0,0 0 0,1 1 0,-1-1 0,0 0 0,1 0 0,-1 0 0,0 0 0,1 0 0,-1 0 0,1 1 0,1 0 0,13 16 0,0 0 0,2-1 0,0-1 0,1-1 0,0 0 0,31 18 0,-20-13 0,3 2 0,0-2 0,1-1 0,1-1 0,1-2 0,40 12 0,-15-11 0,0-3 0,2-2 0,77 4 0,-101-14 0,-1-2 0,1-2 0,0-1 0,-1-2 0,1-2 0,41-12 0,25-17 0,-2-4 0,176-98 0,-199 100 0,-56 29 0,-1-1 0,0-1 0,-1-1 0,0-1 0,-1-1 0,36-32 0,-46 30-1365</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1"/>
    </inkml:context>
    <inkml:brush xml:id="br0">
      <inkml:brushProperty name="width" value="0.1" units="cm"/>
      <inkml:brushProperty name="height" value="0.1" units="cm"/>
      <inkml:brushProperty name="color" value="#FFC114"/>
    </inkml:brush>
  </inkml:definitions>
  <inkml:trace contextRef="#ctx0" brushRef="#br0">1 8 24575,'0'-8'0,"0"11"0,8 17 0,3-6 0,0 0 0,1 0 0,0-1 0,2-1 0,-1 0 0,1-1 0,19 11 0,-12-7 0,0 1 0,24 24 0,-44-39-34,0-1 0,0 1 0,-1 0 0,1-1 0,0 1-1,0 0 1,-1 0 0,1-1 0,0 1 0,-1 0 0,1 0 0,-1 0 0,1 0-1,-1 0 1,0 0 0,1 0 0,-1 0 0,0 0 0,0 0 0,1 0-1,-1 0 1,0 0 0,0 0 0,0 0 0,0 0 0,0 0 0,-1 0 0,1 0-1,0 0 1,0 0 0,-1 0 0,1-1 0,0 1 0,-1 0 0,1 0 0,-1 0-1,1 0 1,-1 0 0,-1 1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2"/>
    </inkml:context>
    <inkml:brush xml:id="br0">
      <inkml:brushProperty name="width" value="0.1" units="cm"/>
      <inkml:brushProperty name="height" value="0.1" units="cm"/>
      <inkml:brushProperty name="color" value="#FFC114"/>
    </inkml:brush>
  </inkml:definitions>
  <inkml:trace contextRef="#ctx0" brushRef="#br0">317 240 24575,'-8'-2'0,"1"0"0,-1-1 0,1 0 0,-1 0 0,1 0 0,0-1 0,0 0 0,1-1 0,-1 0 0,1 0 0,0 0 0,-6-7 0,-4-2 0,-66-47 0,-24-19 0,105 79-91,-1-1 0,1 1 0,-1-1 0,1 1 0,-1-1 0,1 0 0,0 0 0,0 0 0,0 1 0,0-1 0,0 0 0,1 0 0,-1 0 0,0-3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3"/>
    </inkml:context>
    <inkml:brush xml:id="br0">
      <inkml:brushProperty name="width" value="0.1" units="cm"/>
      <inkml:brushProperty name="height" value="0.1" units="cm"/>
      <inkml:brushProperty name="color" value="#FFC114"/>
    </inkml:brush>
  </inkml:definitions>
  <inkml:trace contextRef="#ctx0" brushRef="#br0">504 1 24575,'-12'1'0,"-1"0"0,0 1 0,1 0 0,0 1 0,-1 0 0,1 1 0,1 0 0,-20 11 0,-9 7 0,-40 31 0,23-15 0,-122 94-1365,160-120-5461</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4"/>
    </inkml:context>
    <inkml:brush xml:id="br0">
      <inkml:brushProperty name="width" value="0.1" units="cm"/>
      <inkml:brushProperty name="height" value="0.1" units="cm"/>
      <inkml:brushProperty name="color" value="#FFC114"/>
    </inkml:brush>
  </inkml:definitions>
  <inkml:trace contextRef="#ctx0" brushRef="#br0">244 64 24575,'-7'-7'0,"0"0"0,-1 0 0,0 1 0,0 0 0,0 0 0,-1 1 0,1 0 0,-15-5 0,19 9 0,0 0 0,0 0 0,0 0 0,0 1 0,0-1 0,0 1 0,0 0 0,0 0 0,0 1 0,0-1 0,1 1 0,-1 0 0,0 0 0,0 0 0,0 0 0,1 1 0,-1 0 0,1 0 0,-1 0 0,1 0 0,0 0 0,-1 0 0,1 1 0,-3 3 0,0 0 0,1-1 0,0 1 0,0 0 0,0 1 0,1-1 0,0 1 0,0-1 0,1 1 0,-1 1 0,2-1 0,-1 0 0,-2 13 0,5-17 0,-1 0 0,1 0 0,0 0 0,0 0 0,0 0 0,1 0 0,-1 1 0,1-1 0,0 0 0,-1 0 0,1 0 0,1-1 0,-1 1 0,0 0 0,1 0 0,-1-1 0,1 1 0,0 0 0,0-1 0,0 0 0,0 1 0,0-1 0,1 0 0,-1 0 0,1 0 0,-1-1 0,1 1 0,0-1 0,-1 1 0,1-1 0,0 0 0,0 0 0,4 1 0,1 0 0,1 0 0,-1 0 0,0-1 0,1 0 0,-1-1 0,1 0 0,-1 0 0,1 0 0,-1-1 0,0-1 0,1 0 0,-1 0 0,9-3 0,-12 3 0,-1 0 0,1 0 0,-1 0 0,1 0 0,-1-1 0,0 0 0,0 0 0,0 0 0,0 0 0,-1-1 0,1 1 0,-1-1 0,0 0 0,0 0 0,0 0 0,-1-1 0,1 1 0,-1-1 0,0 1 0,0-1 0,-1 0 0,0 1 0,2-9 0,-3 9 0,0 1 0,1 0 0,-2-1 0,1 1 0,0 0 0,-1-1 0,0 1 0,1 0 0,-1-1 0,0 1 0,-1 0 0,1 0 0,-1 0 0,1 0 0,-1 0 0,0 0 0,0 1 0,0-1 0,0 1 0,-1-1 0,1 1 0,-1 0 0,0 0 0,1 0 0,-1 0 0,0 0 0,0 1 0,0-1 0,0 1 0,0 0 0,-6-2 0,2 1 0,0 0 0,0 1 0,0-1 0,-1 1 0,1 1 0,0 0 0,0 0 0,0 0 0,-1 1 0,1 0 0,0 0 0,0 1 0,0-1 0,-7 5 0,4-1 0,0 1 0,0 0 0,1 1 0,0 0 0,-9 10 0,15-14 0,0 0 0,0 0 0,0 1 0,1-1 0,-1 1 0,1 0 0,-3 6 0,4-8 0,1-1 0,0 1 0,-1-1 0,1 0 0,0 1 0,0-1 0,0 1 0,0-1 0,0 0 0,0 1 0,0-1 0,0 1 0,0-1 0,1 0 0,-1 1 0,1-1 0,-1 0 0,1 1 0,-1-1 0,1 0 0,0 0 0,1 3 0,0-3 0,0 1 0,0-1 0,0 0 0,0 0 0,1 0 0,-1 0 0,0 0 0,0-1 0,1 1 0,-1-1 0,0 1 0,1-1 0,-1 0 0,1 0 0,-1 0 0,0 0 0,1 0 0,-1-1 0,0 1 0,1-1 0,-1 1 0,0-1 0,0 0 0,1 0 0,-1 0 0,0 0 0,2-2 0,3 0 0,0-1 0,0 0 0,-1 0 0,1-1 0,-1 1 0,0-1 0,7-8 0,-13 12 0,1 1 0,-1 0 0,1-1 0,-1 1 0,1-1 0,-1 1 0,1-1 0,-1 0 0,0 1 0,1-1 0,-1 1 0,0-1 0,1 0 0,-1 1 0,0-1 0,0 0 0,0 1 0,0-1 0,0 0 0,1 1 0,-1-1 0,0 0 0,0 1 0,-1-1 0,1 0 0,0 1 0,0-1 0,0 0 0,-1 0 0,-16-2 0,-26 16 0,29 0-1365</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15.235"/>
    </inkml:context>
    <inkml:brush xml:id="br0">
      <inkml:brushProperty name="width" value="0.1" units="cm"/>
      <inkml:brushProperty name="height" value="0.1" units="cm"/>
      <inkml:brushProperty name="color" value="#FFC114"/>
    </inkml:brush>
  </inkml:definitions>
  <inkml:trace contextRef="#ctx0" brushRef="#br0">248 25 24575,'-3'-3'0,"-1"1"0,0-1 0,1 1 0,-1 0 0,0 0 0,0 0 0,-1 0 0,1 1 0,0-1 0,-1 1 0,1 0 0,0 0 0,-1 1 0,1 0 0,-1-1 0,1 2 0,-1-1 0,1 0 0,-1 1 0,1 0 0,-6 1 0,1 0 0,1 1 0,0 0 0,0 0 0,0 1 0,0 0 0,0 0 0,1 1 0,0 0 0,0 0 0,-6 7 0,7-6 0,0 1 0,0-1 0,1 2 0,0-1 0,1 0 0,-1 1 0,1 0 0,1 0 0,0 0 0,0 0 0,0 0 0,-1 13 0,3-18 0,1 0 0,0 1 0,0-1 0,0 0 0,0 1 0,1-1 0,-1 0 0,1 0 0,0 1 0,0-1 0,0 0 0,0 0 0,1 0 0,-1 0 0,1 0 0,0 0 0,0 0 0,0-1 0,0 1 0,0-1 0,0 1 0,1-1 0,-1 0 0,1 0 0,0 0 0,-1 0 0,1-1 0,0 1 0,0-1 0,0 1 0,0-1 0,1 0 0,-1 0 0,0-1 0,5 2 0,2 0 0,1-1 0,-1 1 0,0-2 0,0 0 0,1 0 0,-1 0 0,0-1 0,0-1 0,0 0 0,0 0 0,17-7 0,-23 8 0,-1-1 0,1 0 0,0 0 0,-1 0 0,1 0 0,-1-1 0,0 1 0,1-1 0,-1 0 0,0 0 0,-1 0 0,1 0 0,-1 0 0,1-1 0,-1 1 0,0-1 0,0 0 0,0 1 0,-1-1 0,1 0 0,-1 0 0,0 0 0,0 0 0,-1 0 0,1-1 0,-1 1 0,0 0 0,0 0 0,0 0 0,0 0 0,-2-7 0,1 9 0,1 0 0,-1-1 0,1 1 0,-1-1 0,0 1 0,0 0 0,0-1 0,0 1 0,-1 0 0,1 0 0,0 0 0,-1 0 0,0 0 0,1 0 0,-1 0 0,0 1 0,0-1 0,0 0 0,0 1 0,0 0 0,0-1 0,-1 1 0,-4-2 0,3 2 0,0 0 0,0 1 0,-1-1 0,1 1 0,0 0 0,-1 0 0,1 0 0,-1 0 0,1 1 0,0 0 0,0 0 0,-1 0 0,-4 2 0,4-1 0,1 0 0,-1 0 0,1 1 0,-1-1 0,1 1 0,0 0 0,0 0 0,0 0 0,0 1 0,1 0 0,-6 6 0,7-7 0,1-1 0,-1 0 0,1 1 0,0 0 0,0-1 0,0 1 0,0 0 0,0-1 0,1 1 0,-1 0 0,1 0 0,0 0 0,-1 0 0,1 0 0,1-1 0,-1 1 0,0 0 0,1 0 0,-1 0 0,1-1 0,1 5 0,-1-6 0,-1 1 0,1-1 0,-1 0 0,1 0 0,0 1 0,-1-1 0,1 0 0,0 0 0,0 0 0,0 0 0,0 0 0,0 0 0,0 0 0,0 0 0,0 0 0,0-1 0,0 1 0,0 0 0,1-1 0,-1 1 0,0-1 0,1 1 0,-1-1 0,0 0 0,2 1 0,0-1 0,-1 0 0,1-1 0,-1 1 0,1-1 0,-1 1 0,1-1 0,-1 0 0,0 0 0,1 0 0,-1 0 0,0 0 0,0 0 0,2-2 0,0 0 0,0 0 0,0 0 0,-1 0 0,1 0 0,-1-1 0,0 1 0,0-1 0,0 0 0,-1 0 0,1 0 0,-1 0 0,0-1 0,0 1 0,2-8 0,-4 12 0,0-1 0,0 0 0,0 0 0,0 1 0,0-1 0,0 0 0,0 0 0,0 1 0,0-1 0,0 0 0,-1 0 0,1 1 0,0-1 0,0 0 0,-1 1 0,1-1 0,-1 0 0,1 1 0,-1-1 0,1 0 0,-1 1 0,1-1 0,-1 1 0,1-1 0,-1 1 0,0-1 0,1 1 0,-1 0 0,0-1 0,1 1 0,-1 0 0,0-1 0,1 1 0,-1 0 0,0 0 0,0 0 0,-2-1 0,0 1 0,0 0 0,1 0 0,-1 0 0,0 1 0,1-1 0,-1 1 0,0-1 0,1 1 0,-6 2 0,6-2 0,1-1 0,-1 1 0,0 0 0,0 0 0,1 0 0,-1 0 0,0 1 0,1-1 0,0 0 0,-1 1 0,1-1 0,0 1 0,-1-1 0,0 3 0,2-3 0,-1 0 0,1 0 0,0 0 0,0-1 0,0 1 0,0 0 0,0 0 0,0 0 0,0-1 0,0 1 0,1 0 0,-1 0 0,0 0 0,0-1 0,1 1 0,-1 0 0,0 0 0,1-1 0,-1 1 0,1 0 0,-1-1 0,1 1 0,-1 0 0,1-1 0,0 1 0,-1-1 0,1 1 0,-1-1 0,1 1 0,0-1 0,0 1 0,-1-1 0,1 0 0,0 1 0,1-1 0,0 1 0,1 0 0,-1 0 0,0 0 0,1 0 0,-1-1 0,1 1 0,-1-1 0,1 1 0,-1-1 0,1 0 0,-1 0 0,1 0 0,-1-1 0,1 1 0,-1-1 0,1 1 0,-1-1 0,5-1 0,-7 1-25,0 1-1,0 0 0,0 0 1,0-1-1,1 1 0,-1 0 1,0 0-1,0-1 0,0 1 1,0 0-1,0-1 0,0 1 0,0 0 1,0 0-1,0-1 0,0 1 1,0 0-1,-1 0 0,1-1 1,0 1-1,0 0 0,0 0 1,0-1-1,0 1 0,0 0 1,0 0-1,-1-1 0,1 1 1,0 0-1,0 0 0,0 0 1,-1-1-1,1 1 0,0 0 1,0 0-1,-1 0 0,1 0 1,0 0-1,0-1 0,-1 1 1,1 0-1,0 0 0,0 0 1,-1 0-1,1 0 0,0 0 1,-1 0-1,1 0 0,0 0 1,0 0-1,-1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39.347"/>
    </inkml:context>
    <inkml:brush xml:id="br0">
      <inkml:brushProperty name="width" value="0.1" units="cm"/>
      <inkml:brushProperty name="height" value="0.1" units="cm"/>
      <inkml:brushProperty name="color" value="#FFC114"/>
    </inkml:brush>
  </inkml:definitions>
  <inkml:trace contextRef="#ctx0" brushRef="#br0">1 71 24575,'7'0'0,"1"-1"0,0 0 0,0-1 0,15-5 0,24-4 0,642-37 0,-201 69 0,-448-13-34,10 3 155,-48-11-212,1 0 1,-1 1-1,1-1 0,-1 0 0,0-1 1,1 1-1,-1 0 0,1-1 0,-1 0 1,0 1-1,1-1 0,-1 0 0,0 0 0,0 0 1,4-3-1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4-23T15:13:39.348"/>
    </inkml:context>
    <inkml:brush xml:id="br0">
      <inkml:brushProperty name="width" value="0.1" units="cm"/>
      <inkml:brushProperty name="height" value="0.1" units="cm"/>
      <inkml:brushProperty name="color" value="#FFC114"/>
    </inkml:brush>
  </inkml:definitions>
  <inkml:trace contextRef="#ctx0" brushRef="#br0">54 2 24575,'-11'-1'0,"15"1"0,26 2 0,83 26 0,-47-13 0,-1 3 0,79 32 0,-142-50 0,0 1 0,-1 0 0,1-1 0,0 1 0,-1 0 0,1 0 0,-1 0 0,1 0 0,-1 0 0,0 0 0,1 1 0,-1-1 0,0 0 0,0 1 0,0-1 0,0 1 0,0-1 0,0 1 0,0-1 0,1 4 0,-2-4 0,0 1 0,-1-1 0,1 0 0,0 1 0,0-1 0,-1 1 0,1-1 0,-1 0 0,1 1 0,-1-1 0,0 0 0,1 1 0,-1-1 0,0 0 0,0 0 0,0 0 0,0 1 0,0-1 0,-1 1 0,-7 5 0,-1 0 0,1-1 0,-1 0 0,-20 9 0,-245 83 7,160-62-1379,93-28-5454</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1"/>
    </inkml:context>
    <inkml:brush xml:id="br0">
      <inkml:brushProperty name="width" value="0.1" units="cm"/>
      <inkml:brushProperty name="height" value="0.1" units="cm"/>
      <inkml:brushProperty name="color" value="#FFC114"/>
    </inkml:brush>
  </inkml:definitions>
  <inkml:trace contextRef="#ctx0" brushRef="#br0">19 179 24575,'-1'0'0,"0"1"0,1-1 0,-1 0 0,0 0 0,0 0 0,1 0 0,-1 0 0,0 0 0,0 0 0,0 0 0,1-1 0,-1 1 0,0 0 0,0 0 0,1-1 0,-1 1 0,0 0 0,1-1 0,-1 1 0,0 0 0,1-1 0,-1 1 0,1-1 0,-2 0 0,11-12 0,32-9 0,42-3 0,0 3 0,133-17 0,9 11 0,-144 17 0,-39 5 0,62-1 0,506 8 0,-563 1 0,65 12 0,-43-4 0,-18-1 0,0 2 0,55 21 0,-86-26 0,10 6 5,-22-9-233,-1 0 0,1 0-1,0-1 1,-1 0-1,11 2 1,0-4-6598</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26T07:33:56.712"/>
    </inkml:context>
    <inkml:brush xml:id="br0">
      <inkml:brushProperty name="width" value="0.1" units="cm"/>
      <inkml:brushProperty name="height" value="0.1" units="cm"/>
      <inkml:brushProperty name="color" value="#FFC114"/>
    </inkml:brush>
  </inkml:definitions>
  <inkml:trace contextRef="#ctx0" brushRef="#br0">252 73 24575,'0'-5'0,"0"-1"0,0 1 0,0 0 0,-1-1 0,1 1 0,-1 0 0,-1-1 0,1 1 0,-1 0 0,0 0 0,-5-9 0,3 15 0,2 12 0,3 14 0,3-6 0,2 0 0,1 0 0,0 0 0,2-1 0,0 0 0,1-1 0,18 26 0,4-2 0,70 73 0,-94-107 0,0 0 0,-1 0 0,0 0 0,0 1 0,5 11 0,-10-19 0,-1 0 0,0 0 0,0 0 0,-1 0 0,1 0 0,0 0 0,-1 0 0,1 0 0,-1 0 0,1 1 0,-1-1 0,0 0 0,0 0 0,0 0 0,0 0 0,-1 0 0,1 1 0,0-1 0,-1 0 0,0 0 0,1 0 0,-1 0 0,0 0 0,0 0 0,0 0 0,0-1 0,0 1 0,-1 0 0,1 0 0,-1-1 0,1 1 0,-1-1 0,1 1 0,-4 1 0,-15 8 0,-1-1 0,0-1 0,0-1 0,-28 7 0,-48 19 0,-132 81-1365,207-103-5461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customXml" Target="../ink/ink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customXml" Target="../ink/ink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ustomXml" Target="../ink/ink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customXml" Target="../ink/ink5.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customXml" Target="../ink/ink6.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customXml" Target="../ink/ink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customXml" Target="../ink/ink8.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9.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0.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11.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12.xml"/></Relationships>
</file>

<file path=ppt/slides/_rels/slide10.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customXml" Target="../ink/ink21.xml"/><Relationship Id="rId26" Type="http://schemas.openxmlformats.org/officeDocument/2006/relationships/customXml" Target="../ink/ink25.xml"/><Relationship Id="rId39" Type="http://schemas.openxmlformats.org/officeDocument/2006/relationships/image" Target="../media/image22.png"/><Relationship Id="rId21" Type="http://schemas.openxmlformats.org/officeDocument/2006/relationships/image" Target="../media/image13.png"/><Relationship Id="rId34" Type="http://schemas.openxmlformats.org/officeDocument/2006/relationships/customXml" Target="../ink/ink29.xml"/><Relationship Id="rId42" Type="http://schemas.openxmlformats.org/officeDocument/2006/relationships/customXml" Target="../ink/ink33.xml"/><Relationship Id="rId47" Type="http://schemas.openxmlformats.org/officeDocument/2006/relationships/image" Target="../media/image26.png"/><Relationship Id="rId50" Type="http://schemas.openxmlformats.org/officeDocument/2006/relationships/customXml" Target="../ink/ink37.xml"/><Relationship Id="rId55" Type="http://schemas.openxmlformats.org/officeDocument/2006/relationships/image" Target="../media/image30.png"/><Relationship Id="rId7" Type="http://schemas.openxmlformats.org/officeDocument/2006/relationships/image" Target="../media/image60.png"/><Relationship Id="rId12" Type="http://schemas.openxmlformats.org/officeDocument/2006/relationships/customXml" Target="../ink/ink18.xml"/><Relationship Id="rId17" Type="http://schemas.openxmlformats.org/officeDocument/2006/relationships/image" Target="../media/image11.png"/><Relationship Id="rId25" Type="http://schemas.openxmlformats.org/officeDocument/2006/relationships/image" Target="../media/image15.png"/><Relationship Id="rId33" Type="http://schemas.openxmlformats.org/officeDocument/2006/relationships/image" Target="../media/image19.png"/><Relationship Id="rId38" Type="http://schemas.openxmlformats.org/officeDocument/2006/relationships/customXml" Target="../ink/ink31.xml"/><Relationship Id="rId46" Type="http://schemas.openxmlformats.org/officeDocument/2006/relationships/customXml" Target="../ink/ink35.xml"/><Relationship Id="rId59" Type="http://schemas.openxmlformats.org/officeDocument/2006/relationships/image" Target="../media/image32.png"/><Relationship Id="rId2" Type="http://schemas.openxmlformats.org/officeDocument/2006/relationships/customXml" Target="../ink/ink13.xml"/><Relationship Id="rId16" Type="http://schemas.openxmlformats.org/officeDocument/2006/relationships/customXml" Target="../ink/ink20.xml"/><Relationship Id="rId20" Type="http://schemas.openxmlformats.org/officeDocument/2006/relationships/customXml" Target="../ink/ink22.xml"/><Relationship Id="rId29" Type="http://schemas.openxmlformats.org/officeDocument/2006/relationships/image" Target="../media/image17.png"/><Relationship Id="rId41" Type="http://schemas.openxmlformats.org/officeDocument/2006/relationships/image" Target="../media/image23.png"/><Relationship Id="rId54" Type="http://schemas.openxmlformats.org/officeDocument/2006/relationships/customXml" Target="../ink/ink39.xml"/><Relationship Id="rId1" Type="http://schemas.openxmlformats.org/officeDocument/2006/relationships/slideLayout" Target="../slideLayouts/slideLayout2.xml"/><Relationship Id="rId6" Type="http://schemas.openxmlformats.org/officeDocument/2006/relationships/customXml" Target="../ink/ink15.xml"/><Relationship Id="rId11" Type="http://schemas.openxmlformats.org/officeDocument/2006/relationships/image" Target="../media/image80.png"/><Relationship Id="rId24" Type="http://schemas.openxmlformats.org/officeDocument/2006/relationships/customXml" Target="../ink/ink24.xml"/><Relationship Id="rId32" Type="http://schemas.openxmlformats.org/officeDocument/2006/relationships/customXml" Target="../ink/ink28.xml"/><Relationship Id="rId37" Type="http://schemas.openxmlformats.org/officeDocument/2006/relationships/image" Target="../media/image21.png"/><Relationship Id="rId40" Type="http://schemas.openxmlformats.org/officeDocument/2006/relationships/customXml" Target="../ink/ink32.xml"/><Relationship Id="rId45" Type="http://schemas.openxmlformats.org/officeDocument/2006/relationships/image" Target="../media/image25.png"/><Relationship Id="rId53" Type="http://schemas.openxmlformats.org/officeDocument/2006/relationships/image" Target="../media/image29.png"/><Relationship Id="rId58" Type="http://schemas.openxmlformats.org/officeDocument/2006/relationships/customXml" Target="../ink/ink41.xml"/><Relationship Id="rId5" Type="http://schemas.openxmlformats.org/officeDocument/2006/relationships/image" Target="../media/image9.png"/><Relationship Id="rId15" Type="http://schemas.openxmlformats.org/officeDocument/2006/relationships/image" Target="../media/image10.png"/><Relationship Id="rId23" Type="http://schemas.openxmlformats.org/officeDocument/2006/relationships/image" Target="../media/image14.png"/><Relationship Id="rId28" Type="http://schemas.openxmlformats.org/officeDocument/2006/relationships/customXml" Target="../ink/ink26.xml"/><Relationship Id="rId36" Type="http://schemas.openxmlformats.org/officeDocument/2006/relationships/customXml" Target="../ink/ink30.xml"/><Relationship Id="rId49" Type="http://schemas.openxmlformats.org/officeDocument/2006/relationships/image" Target="../media/image27.png"/><Relationship Id="rId57" Type="http://schemas.openxmlformats.org/officeDocument/2006/relationships/image" Target="../media/image31.png"/><Relationship Id="rId10" Type="http://schemas.openxmlformats.org/officeDocument/2006/relationships/customXml" Target="../ink/ink17.xml"/><Relationship Id="rId19" Type="http://schemas.openxmlformats.org/officeDocument/2006/relationships/image" Target="../media/image12.png"/><Relationship Id="rId31" Type="http://schemas.openxmlformats.org/officeDocument/2006/relationships/image" Target="../media/image18.png"/><Relationship Id="rId44" Type="http://schemas.openxmlformats.org/officeDocument/2006/relationships/customXml" Target="../ink/ink34.xml"/><Relationship Id="rId52" Type="http://schemas.openxmlformats.org/officeDocument/2006/relationships/customXml" Target="../ink/ink38.xml"/><Relationship Id="rId4" Type="http://schemas.openxmlformats.org/officeDocument/2006/relationships/customXml" Target="../ink/ink14.xml"/><Relationship Id="rId9" Type="http://schemas.openxmlformats.org/officeDocument/2006/relationships/image" Target="../media/image70.png"/><Relationship Id="rId14" Type="http://schemas.openxmlformats.org/officeDocument/2006/relationships/customXml" Target="../ink/ink19.xml"/><Relationship Id="rId22" Type="http://schemas.openxmlformats.org/officeDocument/2006/relationships/customXml" Target="../ink/ink23.xml"/><Relationship Id="rId27" Type="http://schemas.openxmlformats.org/officeDocument/2006/relationships/image" Target="../media/image16.png"/><Relationship Id="rId30" Type="http://schemas.openxmlformats.org/officeDocument/2006/relationships/customXml" Target="../ink/ink27.xml"/><Relationship Id="rId35" Type="http://schemas.openxmlformats.org/officeDocument/2006/relationships/image" Target="../media/image20.png"/><Relationship Id="rId43" Type="http://schemas.openxmlformats.org/officeDocument/2006/relationships/image" Target="../media/image24.png"/><Relationship Id="rId48" Type="http://schemas.openxmlformats.org/officeDocument/2006/relationships/customXml" Target="../ink/ink36.xml"/><Relationship Id="rId56" Type="http://schemas.openxmlformats.org/officeDocument/2006/relationships/customXml" Target="../ink/ink40.xml"/><Relationship Id="rId8" Type="http://schemas.openxmlformats.org/officeDocument/2006/relationships/customXml" Target="../ink/ink16.xml"/><Relationship Id="rId51" Type="http://schemas.openxmlformats.org/officeDocument/2006/relationships/image" Target="../media/image28.png"/><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3" Type="http://schemas.openxmlformats.org/officeDocument/2006/relationships/image" Target="../media/image90.png"/><Relationship Id="rId18" Type="http://schemas.openxmlformats.org/officeDocument/2006/relationships/customXml" Target="../ink/ink50.xml"/><Relationship Id="rId26" Type="http://schemas.openxmlformats.org/officeDocument/2006/relationships/customXml" Target="../ink/ink54.xml"/><Relationship Id="rId39" Type="http://schemas.openxmlformats.org/officeDocument/2006/relationships/image" Target="../media/image24.png"/><Relationship Id="rId21" Type="http://schemas.openxmlformats.org/officeDocument/2006/relationships/image" Target="../media/image13.png"/><Relationship Id="rId34" Type="http://schemas.openxmlformats.org/officeDocument/2006/relationships/customXml" Target="../ink/ink58.xml"/><Relationship Id="rId47" Type="http://schemas.openxmlformats.org/officeDocument/2006/relationships/image" Target="../media/image28.png"/><Relationship Id="rId50" Type="http://schemas.openxmlformats.org/officeDocument/2006/relationships/customXml" Target="../ink/ink64.xml"/><Relationship Id="rId55" Type="http://schemas.openxmlformats.org/officeDocument/2006/relationships/image" Target="../media/image32.png"/><Relationship Id="rId7" Type="http://schemas.openxmlformats.org/officeDocument/2006/relationships/image" Target="../media/image60.png"/><Relationship Id="rId12" Type="http://schemas.openxmlformats.org/officeDocument/2006/relationships/customXml" Target="../ink/ink47.xml"/><Relationship Id="rId17" Type="http://schemas.openxmlformats.org/officeDocument/2006/relationships/image" Target="../media/image11.png"/><Relationship Id="rId25" Type="http://schemas.openxmlformats.org/officeDocument/2006/relationships/image" Target="../media/image15.png"/><Relationship Id="rId33" Type="http://schemas.openxmlformats.org/officeDocument/2006/relationships/image" Target="../media/image21.png"/><Relationship Id="rId38" Type="http://schemas.openxmlformats.org/officeDocument/2006/relationships/customXml" Target="../ink/ink60.xml"/><Relationship Id="rId46" Type="http://schemas.openxmlformats.org/officeDocument/2006/relationships/customXml" Target="../ink/ink62.xml"/><Relationship Id="rId59" Type="http://schemas.openxmlformats.org/officeDocument/2006/relationships/image" Target="../media/image17.png"/><Relationship Id="rId2" Type="http://schemas.openxmlformats.org/officeDocument/2006/relationships/customXml" Target="../ink/ink42.xml"/><Relationship Id="rId16" Type="http://schemas.openxmlformats.org/officeDocument/2006/relationships/customXml" Target="../ink/ink49.xml"/><Relationship Id="rId20" Type="http://schemas.openxmlformats.org/officeDocument/2006/relationships/customXml" Target="../ink/ink51.xml"/><Relationship Id="rId29" Type="http://schemas.openxmlformats.org/officeDocument/2006/relationships/image" Target="../media/image19.png"/><Relationship Id="rId54" Type="http://schemas.openxmlformats.org/officeDocument/2006/relationships/customXml" Target="../ink/ink66.xml"/><Relationship Id="rId1" Type="http://schemas.openxmlformats.org/officeDocument/2006/relationships/slideLayout" Target="../slideLayouts/slideLayout2.xml"/><Relationship Id="rId6" Type="http://schemas.openxmlformats.org/officeDocument/2006/relationships/customXml" Target="../ink/ink44.xml"/><Relationship Id="rId11" Type="http://schemas.openxmlformats.org/officeDocument/2006/relationships/image" Target="../media/image80.png"/><Relationship Id="rId24" Type="http://schemas.openxmlformats.org/officeDocument/2006/relationships/customXml" Target="../ink/ink53.xml"/><Relationship Id="rId32" Type="http://schemas.openxmlformats.org/officeDocument/2006/relationships/customXml" Target="../ink/ink57.xml"/><Relationship Id="rId37" Type="http://schemas.openxmlformats.org/officeDocument/2006/relationships/image" Target="../media/image23.png"/><Relationship Id="rId40" Type="http://schemas.openxmlformats.org/officeDocument/2006/relationships/customXml" Target="../ink/ink61.xml"/><Relationship Id="rId45" Type="http://schemas.openxmlformats.org/officeDocument/2006/relationships/image" Target="../media/image27.png"/><Relationship Id="rId53" Type="http://schemas.openxmlformats.org/officeDocument/2006/relationships/image" Target="../media/image31.png"/><Relationship Id="rId58" Type="http://schemas.openxmlformats.org/officeDocument/2006/relationships/customXml" Target="../ink/ink68.xml"/><Relationship Id="rId5" Type="http://schemas.openxmlformats.org/officeDocument/2006/relationships/image" Target="../media/image9.png"/><Relationship Id="rId15" Type="http://schemas.openxmlformats.org/officeDocument/2006/relationships/image" Target="../media/image10.png"/><Relationship Id="rId23" Type="http://schemas.openxmlformats.org/officeDocument/2006/relationships/image" Target="../media/image14.png"/><Relationship Id="rId28" Type="http://schemas.openxmlformats.org/officeDocument/2006/relationships/customXml" Target="../ink/ink55.xml"/><Relationship Id="rId36" Type="http://schemas.openxmlformats.org/officeDocument/2006/relationships/customXml" Target="../ink/ink59.xml"/><Relationship Id="rId49" Type="http://schemas.openxmlformats.org/officeDocument/2006/relationships/image" Target="../media/image29.png"/><Relationship Id="rId57" Type="http://schemas.openxmlformats.org/officeDocument/2006/relationships/image" Target="../media/image16.png"/><Relationship Id="rId10" Type="http://schemas.openxmlformats.org/officeDocument/2006/relationships/customXml" Target="../ink/ink46.xml"/><Relationship Id="rId19" Type="http://schemas.openxmlformats.org/officeDocument/2006/relationships/image" Target="../media/image12.png"/><Relationship Id="rId31" Type="http://schemas.openxmlformats.org/officeDocument/2006/relationships/image" Target="../media/image20.png"/><Relationship Id="rId52" Type="http://schemas.openxmlformats.org/officeDocument/2006/relationships/customXml" Target="../ink/ink65.xml"/><Relationship Id="rId4" Type="http://schemas.openxmlformats.org/officeDocument/2006/relationships/customXml" Target="../ink/ink43.xml"/><Relationship Id="rId9" Type="http://schemas.openxmlformats.org/officeDocument/2006/relationships/image" Target="../media/image70.png"/><Relationship Id="rId14" Type="http://schemas.openxmlformats.org/officeDocument/2006/relationships/customXml" Target="../ink/ink48.xml"/><Relationship Id="rId22" Type="http://schemas.openxmlformats.org/officeDocument/2006/relationships/customXml" Target="../ink/ink52.xml"/><Relationship Id="rId27" Type="http://schemas.openxmlformats.org/officeDocument/2006/relationships/image" Target="../media/image18.png"/><Relationship Id="rId30" Type="http://schemas.openxmlformats.org/officeDocument/2006/relationships/customXml" Target="../ink/ink56.xml"/><Relationship Id="rId35" Type="http://schemas.openxmlformats.org/officeDocument/2006/relationships/image" Target="../media/image22.png"/><Relationship Id="rId48" Type="http://schemas.openxmlformats.org/officeDocument/2006/relationships/customXml" Target="../ink/ink63.xml"/><Relationship Id="rId56" Type="http://schemas.openxmlformats.org/officeDocument/2006/relationships/customXml" Target="../ink/ink67.xml"/><Relationship Id="rId8" Type="http://schemas.openxmlformats.org/officeDocument/2006/relationships/customXml" Target="../ink/ink45.xml"/><Relationship Id="rId51" Type="http://schemas.openxmlformats.org/officeDocument/2006/relationships/image" Target="../media/image30.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customXml" Target="../ink/ink69.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customXml" Target="../ink/ink70.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customXml" Target="../ink/ink71.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customXml" Target="../ink/ink7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customXml" Target="../ink/ink7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customXml" Target="../ink/ink7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68EEAE26-EEC1-43C8-1E10-2F8BA9771177}"/>
              </a:ext>
            </a:extLst>
          </p:cNvPr>
          <p:cNvSpPr txBox="1"/>
          <p:nvPr/>
        </p:nvSpPr>
        <p:spPr>
          <a:xfrm>
            <a:off x="477520" y="1003776"/>
            <a:ext cx="10292080" cy="584775"/>
          </a:xfrm>
          <a:prstGeom prst="rect">
            <a:avLst/>
          </a:prstGeom>
          <a:noFill/>
        </p:spPr>
        <p:txBody>
          <a:bodyPr wrap="square">
            <a:spAutoFit/>
          </a:bodyPr>
          <a:lstStyle/>
          <a:p>
            <a:pPr algn="ctr">
              <a:buNone/>
            </a:pPr>
            <a:r>
              <a:rPr lang="en-US" sz="3200" b="1" dirty="0">
                <a:solidFill>
                  <a:schemeClr val="accent6">
                    <a:lumMod val="60000"/>
                    <a:lumOff val="40000"/>
                  </a:schemeClr>
                </a:solidFill>
              </a:rPr>
              <a:t>What is Fine Tuning ? </a:t>
            </a:r>
          </a:p>
        </p:txBody>
      </p:sp>
    </p:spTree>
    <p:extLst>
      <p:ext uri="{BB962C8B-B14F-4D97-AF65-F5344CB8AC3E}">
        <p14:creationId xmlns:p14="http://schemas.microsoft.com/office/powerpoint/2010/main" val="2340642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0F1FA-0297-7E70-E79A-87F9DB06E89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81C69A7-3C93-939F-7016-9BDF9AB2DF43}"/>
              </a:ext>
            </a:extLst>
          </p:cNvPr>
          <p:cNvSpPr txBox="1"/>
          <p:nvPr/>
        </p:nvSpPr>
        <p:spPr>
          <a:xfrm>
            <a:off x="148336" y="199104"/>
            <a:ext cx="10979912" cy="3416320"/>
          </a:xfrm>
          <a:prstGeom prst="rect">
            <a:avLst/>
          </a:prstGeom>
          <a:noFill/>
        </p:spPr>
        <p:txBody>
          <a:bodyPr wrap="square">
            <a:spAutoFit/>
          </a:bodyPr>
          <a:lstStyle/>
          <a:p>
            <a:r>
              <a:rPr lang="en-US" sz="2400" b="1" dirty="0">
                <a:solidFill>
                  <a:schemeClr val="accent6">
                    <a:lumMod val="60000"/>
                    <a:lumOff val="40000"/>
                  </a:schemeClr>
                </a:solidFill>
              </a:rPr>
              <a:t>1. Fine-Tuning (FT)</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Definition:</a:t>
            </a:r>
            <a:br>
              <a:rPr lang="en-US" sz="2400" dirty="0">
                <a:solidFill>
                  <a:schemeClr val="accent6">
                    <a:lumMod val="60000"/>
                    <a:lumOff val="40000"/>
                  </a:schemeClr>
                </a:solidFill>
              </a:rPr>
            </a:br>
            <a:r>
              <a:rPr lang="en-US" sz="2400" dirty="0">
                <a:solidFill>
                  <a:schemeClr val="accent6">
                    <a:lumMod val="60000"/>
                    <a:lumOff val="40000"/>
                  </a:schemeClr>
                </a:solidFill>
              </a:rPr>
              <a:t>Fine-tuning means </a:t>
            </a:r>
            <a:r>
              <a:rPr lang="en-US" sz="2400" b="1" dirty="0">
                <a:solidFill>
                  <a:schemeClr val="accent6">
                    <a:lumMod val="60000"/>
                    <a:lumOff val="40000"/>
                  </a:schemeClr>
                </a:solidFill>
              </a:rPr>
              <a:t>training a model further on your own data</a:t>
            </a:r>
            <a:r>
              <a:rPr lang="en-US" sz="2400" dirty="0">
                <a:solidFill>
                  <a:schemeClr val="accent6">
                    <a:lumMod val="60000"/>
                    <a:lumOff val="40000"/>
                  </a:schemeClr>
                </a:solidFill>
              </a:rPr>
              <a:t> so it </a:t>
            </a:r>
            <a:r>
              <a:rPr lang="en-US" sz="2400" b="1" dirty="0">
                <a:solidFill>
                  <a:schemeClr val="accent4">
                    <a:lumMod val="60000"/>
                    <a:lumOff val="40000"/>
                  </a:schemeClr>
                </a:solidFill>
              </a:rPr>
              <a:t>learns new behavior or knowledge.</a:t>
            </a:r>
          </a:p>
          <a:p>
            <a:r>
              <a:rPr lang="en-US" sz="2400" dirty="0">
                <a:solidFill>
                  <a:schemeClr val="accent6">
                    <a:lumMod val="60000"/>
                    <a:lumOff val="40000"/>
                  </a:schemeClr>
                </a:solidFill>
              </a:rPr>
              <a:t>You are molding/changing the base model to your needs. </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What actually happens?</a:t>
            </a:r>
          </a:p>
          <a:p>
            <a:r>
              <a:rPr lang="en-US" sz="2400" dirty="0">
                <a:solidFill>
                  <a:schemeClr val="accent6">
                    <a:lumMod val="60000"/>
                    <a:lumOff val="40000"/>
                  </a:schemeClr>
                </a:solidFill>
              </a:rPr>
              <a:t>You take a base model (like OpenAI models) and </a:t>
            </a:r>
            <a:r>
              <a:rPr lang="en-US" sz="2400" b="1" dirty="0">
                <a:solidFill>
                  <a:schemeClr val="accent4">
                    <a:lumMod val="60000"/>
                    <a:lumOff val="40000"/>
                  </a:schemeClr>
                </a:solidFill>
              </a:rPr>
              <a:t>update its weights</a:t>
            </a:r>
            <a:r>
              <a:rPr lang="en-US" sz="2400" dirty="0">
                <a:solidFill>
                  <a:schemeClr val="accent4">
                    <a:lumMod val="60000"/>
                    <a:lumOff val="40000"/>
                  </a:schemeClr>
                </a:solidFill>
              </a:rPr>
              <a:t> </a:t>
            </a:r>
            <a:r>
              <a:rPr lang="en-US" sz="2400" dirty="0">
                <a:solidFill>
                  <a:schemeClr val="accent6">
                    <a:lumMod val="60000"/>
                    <a:lumOff val="40000"/>
                  </a:schemeClr>
                </a:solidFill>
              </a:rPr>
              <a:t>using your dataset.</a:t>
            </a:r>
          </a:p>
        </p:txBody>
      </p:sp>
      <p:sp>
        <p:nvSpPr>
          <p:cNvPr id="3" name="Oval 2">
            <a:extLst>
              <a:ext uri="{FF2B5EF4-FFF2-40B4-BE49-F238E27FC236}">
                <a16:creationId xmlns:a16="http://schemas.microsoft.com/office/drawing/2014/main" id="{F2CD6C6F-108A-B83E-1CEA-057AB3B39368}"/>
              </a:ext>
            </a:extLst>
          </p:cNvPr>
          <p:cNvSpPr/>
          <p:nvPr/>
        </p:nvSpPr>
        <p:spPr>
          <a:xfrm>
            <a:off x="4784048" y="4497507"/>
            <a:ext cx="2942632" cy="113711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18C9B7C7-671B-46C4-A5BA-578E6A31D478}"/>
              </a:ext>
            </a:extLst>
          </p:cNvPr>
          <p:cNvSpPr/>
          <p:nvPr/>
        </p:nvSpPr>
        <p:spPr>
          <a:xfrm>
            <a:off x="548640" y="4069080"/>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11" name="Group 10">
            <a:extLst>
              <a:ext uri="{FF2B5EF4-FFF2-40B4-BE49-F238E27FC236}">
                <a16:creationId xmlns:a16="http://schemas.microsoft.com/office/drawing/2014/main" id="{49B2155C-F6CC-6FC7-6755-E29A94FB2A8B}"/>
              </a:ext>
            </a:extLst>
          </p:cNvPr>
          <p:cNvGrpSpPr/>
          <p:nvPr/>
        </p:nvGrpSpPr>
        <p:grpSpPr>
          <a:xfrm>
            <a:off x="2910024" y="4874904"/>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4AE8ED4E-85C1-A057-6DAC-F9DBDC1F3F6C}"/>
                    </a:ext>
                  </a:extLst>
                </p14:cNvPr>
                <p14:cNvContentPartPr/>
                <p14:nvPr/>
              </p14:nvContentPartPr>
              <p14:xfrm>
                <a:off x="2910024" y="4525776"/>
                <a:ext cx="739440" cy="64800"/>
              </p14:xfrm>
            </p:contentPart>
          </mc:Choice>
          <mc:Fallback xmlns="">
            <p:pic>
              <p:nvPicPr>
                <p:cNvPr id="8" name="Ink 7">
                  <a:extLst>
                    <a:ext uri="{FF2B5EF4-FFF2-40B4-BE49-F238E27FC236}">
                      <a16:creationId xmlns:a16="http://schemas.microsoft.com/office/drawing/2014/main" id="{4AE8ED4E-85C1-A057-6DAC-F9DBDC1F3F6C}"/>
                    </a:ext>
                  </a:extLst>
                </p:cNvPr>
                <p:cNvPicPr/>
                <p:nvPr/>
              </p:nvPicPr>
              <p:blipFill>
                <a:blip r:embed="rId3"/>
                <a:stretch>
                  <a:fillRect/>
                </a:stretch>
              </p:blipFill>
              <p:spPr>
                <a:xfrm>
                  <a:off x="2892024" y="4508136"/>
                  <a:ext cx="77508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71828EEF-FC81-FE9B-591A-88E165309464}"/>
                    </a:ext>
                  </a:extLst>
                </p14:cNvPr>
                <p14:cNvContentPartPr/>
                <p14:nvPr/>
              </p14:nvContentPartPr>
              <p14:xfrm>
                <a:off x="3521304" y="4399416"/>
                <a:ext cx="181440" cy="266760"/>
              </p14:xfrm>
            </p:contentPart>
          </mc:Choice>
          <mc:Fallback xmlns="">
            <p:pic>
              <p:nvPicPr>
                <p:cNvPr id="10" name="Ink 9">
                  <a:extLst>
                    <a:ext uri="{FF2B5EF4-FFF2-40B4-BE49-F238E27FC236}">
                      <a16:creationId xmlns:a16="http://schemas.microsoft.com/office/drawing/2014/main" id="{71828EEF-FC81-FE9B-591A-88E165309464}"/>
                    </a:ext>
                  </a:extLst>
                </p:cNvPr>
                <p:cNvPicPr/>
                <p:nvPr/>
              </p:nvPicPr>
              <p:blipFill>
                <a:blip r:embed="rId5"/>
                <a:stretch>
                  <a:fillRect/>
                </a:stretch>
              </p:blipFill>
              <p:spPr>
                <a:xfrm>
                  <a:off x="3503304" y="4381776"/>
                  <a:ext cx="217080" cy="302400"/>
                </a:xfrm>
                <a:prstGeom prst="rect">
                  <a:avLst/>
                </a:prstGeom>
              </p:spPr>
            </p:pic>
          </mc:Fallback>
        </mc:AlternateContent>
      </p:grpSp>
    </p:spTree>
    <p:extLst>
      <p:ext uri="{BB962C8B-B14F-4D97-AF65-F5344CB8AC3E}">
        <p14:creationId xmlns:p14="http://schemas.microsoft.com/office/powerpoint/2010/main" val="6990485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2C47-34CC-11FB-CF47-01AC996B47B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479AA42E-A86A-DF15-1547-4716DB0B5639}"/>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a:t>
            </a:r>
            <a:r>
              <a:rPr lang="en-US" sz="2400" b="1" dirty="0">
                <a:solidFill>
                  <a:schemeClr val="accent6">
                    <a:lumMod val="60000"/>
                    <a:lumOff val="40000"/>
                  </a:schemeClr>
                </a:solidFill>
              </a:rPr>
              <a:t>Legal documents </a:t>
            </a:r>
            <a:r>
              <a:rPr lang="en-US" sz="2400" dirty="0">
                <a:solidFill>
                  <a:schemeClr val="accent6">
                    <a:lumMod val="60000"/>
                    <a:lumOff val="40000"/>
                  </a:schemeClr>
                </a:solidFill>
              </a:rPr>
              <a:t>→ Model becomes better lawyer assistant </a:t>
            </a:r>
          </a:p>
        </p:txBody>
      </p:sp>
      <p:sp>
        <p:nvSpPr>
          <p:cNvPr id="3" name="TextBox 2">
            <a:extLst>
              <a:ext uri="{FF2B5EF4-FFF2-40B4-BE49-F238E27FC236}">
                <a16:creationId xmlns:a16="http://schemas.microsoft.com/office/drawing/2014/main" id="{F1C63AA3-08A9-8F6D-21AA-AF42C7B56547}"/>
              </a:ext>
            </a:extLst>
          </p:cNvPr>
          <p:cNvSpPr txBox="1"/>
          <p:nvPr/>
        </p:nvSpPr>
        <p:spPr>
          <a:xfrm>
            <a:off x="114300" y="1732895"/>
            <a:ext cx="5125212" cy="3447098"/>
          </a:xfrm>
          <a:prstGeom prst="rect">
            <a:avLst/>
          </a:prstGeom>
          <a:noFill/>
        </p:spPr>
        <p:txBody>
          <a:bodyPr wrap="square">
            <a:spAutoFit/>
          </a:bodyPr>
          <a:lstStyle/>
          <a:p>
            <a:pPr>
              <a:buNone/>
            </a:pPr>
            <a:r>
              <a:rPr lang="en-US" sz="2000" b="1" dirty="0">
                <a:solidFill>
                  <a:schemeClr val="accent6">
                    <a:lumMod val="60000"/>
                    <a:lumOff val="40000"/>
                  </a:schemeClr>
                </a:solidFill>
              </a:rPr>
              <a:t>Without Fine-Tuning (Generic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 have not paid your bill. Please pay it as soon as possible to avoid issues.</a:t>
            </a:r>
          </a:p>
          <a:p>
            <a:pPr>
              <a:buNone/>
            </a:pPr>
            <a:endParaRPr lang="en-US" sz="2000" dirty="0">
              <a:solidFill>
                <a:schemeClr val="accent4">
                  <a:lumMod val="60000"/>
                  <a:lumOff val="40000"/>
                </a:schemeClr>
              </a:solidFill>
            </a:endParaRPr>
          </a:p>
          <a:p>
            <a:pPr>
              <a:buNone/>
            </a:pPr>
            <a:endParaRPr lang="en-US" sz="2000" dirty="0">
              <a:solidFill>
                <a:schemeClr val="accent6">
                  <a:lumMod val="60000"/>
                  <a:lumOff val="40000"/>
                </a:schemeClr>
              </a:solidFill>
            </a:endParaRPr>
          </a:p>
          <a:p>
            <a:r>
              <a:rPr lang="en-US" sz="2000" dirty="0">
                <a:solidFill>
                  <a:schemeClr val="accent6">
                    <a:lumMod val="60000"/>
                    <a:lumOff val="40000"/>
                  </a:schemeClr>
                </a:solidFill>
              </a:rPr>
              <a:t>Problems:</a:t>
            </a:r>
          </a:p>
          <a:p>
            <a:pPr marL="285750" indent="-285750">
              <a:buFont typeface="Arial" panose="020B0604020202020204" pitchFamily="34" charset="0"/>
              <a:buChar char="•"/>
            </a:pPr>
            <a:r>
              <a:rPr lang="en-US" sz="2000" dirty="0">
                <a:solidFill>
                  <a:schemeClr val="accent6">
                    <a:lumMod val="60000"/>
                    <a:lumOff val="40000"/>
                  </a:schemeClr>
                </a:solidFill>
              </a:rPr>
              <a:t>Too casual </a:t>
            </a:r>
          </a:p>
          <a:p>
            <a:pPr marL="285750" indent="-285750">
              <a:buFont typeface="Arial" panose="020B0604020202020204" pitchFamily="34" charset="0"/>
              <a:buChar char="•"/>
            </a:pPr>
            <a:r>
              <a:rPr lang="en-US" sz="2000" dirty="0">
                <a:solidFill>
                  <a:schemeClr val="accent6">
                    <a:lumMod val="60000"/>
                    <a:lumOff val="40000"/>
                  </a:schemeClr>
                </a:solidFill>
              </a:rPr>
              <a:t>Not precise </a:t>
            </a:r>
          </a:p>
          <a:p>
            <a:pPr marL="285750" indent="-285750">
              <a:buFont typeface="Arial" panose="020B0604020202020204" pitchFamily="34" charset="0"/>
              <a:buChar char="•"/>
            </a:pPr>
            <a:r>
              <a:rPr lang="en-US" sz="2000" dirty="0">
                <a:solidFill>
                  <a:schemeClr val="accent6">
                    <a:lumMod val="60000"/>
                    <a:lumOff val="40000"/>
                  </a:schemeClr>
                </a:solidFill>
              </a:rPr>
              <a:t>Not legally safe </a:t>
            </a:r>
          </a:p>
          <a:p>
            <a:pPr marL="285750" indent="-285750">
              <a:buFont typeface="Arial" panose="020B0604020202020204" pitchFamily="34" charset="0"/>
              <a:buChar char="•"/>
            </a:pPr>
            <a:r>
              <a:rPr lang="en-US" sz="2000" dirty="0">
                <a:solidFill>
                  <a:schemeClr val="accent6">
                    <a:lumMod val="60000"/>
                    <a:lumOff val="40000"/>
                  </a:schemeClr>
                </a:solidFill>
              </a:rPr>
              <a:t>Lacks structure</a:t>
            </a:r>
          </a:p>
        </p:txBody>
      </p:sp>
      <p:sp>
        <p:nvSpPr>
          <p:cNvPr id="5" name="TextBox 4">
            <a:extLst>
              <a:ext uri="{FF2B5EF4-FFF2-40B4-BE49-F238E27FC236}">
                <a16:creationId xmlns:a16="http://schemas.microsoft.com/office/drawing/2014/main" id="{B24B084D-E664-6D74-7D95-4980B3E3A159}"/>
              </a:ext>
            </a:extLst>
          </p:cNvPr>
          <p:cNvSpPr txBox="1"/>
          <p:nvPr/>
        </p:nvSpPr>
        <p:spPr>
          <a:xfrm>
            <a:off x="5500116" y="1714375"/>
            <a:ext cx="6190488" cy="4708981"/>
          </a:xfrm>
          <a:prstGeom prst="rect">
            <a:avLst/>
          </a:prstGeom>
          <a:noFill/>
        </p:spPr>
        <p:txBody>
          <a:bodyPr wrap="square">
            <a:spAutoFit/>
          </a:bodyPr>
          <a:lstStyle/>
          <a:p>
            <a:pPr>
              <a:buNone/>
            </a:pPr>
            <a:r>
              <a:rPr lang="en-US" sz="2000" b="1" dirty="0">
                <a:solidFill>
                  <a:schemeClr val="accent6">
                    <a:lumMod val="60000"/>
                    <a:lumOff val="40000"/>
                  </a:schemeClr>
                </a:solidFill>
              </a:rPr>
              <a:t>With Fine-Tuning (Legal Document Tone)</a:t>
            </a:r>
          </a:p>
          <a:p>
            <a:pPr>
              <a:buNone/>
            </a:pPr>
            <a:endParaRPr lang="en-US" sz="2000" b="1" dirty="0">
              <a:solidFill>
                <a:schemeClr val="accent6">
                  <a:lumMod val="60000"/>
                  <a:lumOff val="40000"/>
                </a:schemeClr>
              </a:solidFill>
            </a:endParaRPr>
          </a:p>
          <a:p>
            <a:pPr>
              <a:buNone/>
            </a:pPr>
            <a:r>
              <a:rPr lang="en-US" sz="2000" b="1" dirty="0">
                <a:solidFill>
                  <a:schemeClr val="accent4">
                    <a:lumMod val="60000"/>
                    <a:lumOff val="40000"/>
                  </a:schemeClr>
                </a:solidFill>
              </a:rPr>
              <a:t>Notice of Outstanding Payment</a:t>
            </a: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This is to formally notify you that payment in the amount of ₹10,000 remains outstanding as of the date of this notice.</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According to Loxford Academy policies, it is required to remit the outstanding balance within seven (7) days from receipt of this notice, failing which further action may be initiated in accordance with contractual obligations defined by Loxford Agreement 3.6.67</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This notice is issued without prejudice to any other rights or remedies available.</a:t>
            </a:r>
          </a:p>
        </p:txBody>
      </p:sp>
      <p:sp>
        <p:nvSpPr>
          <p:cNvPr id="6" name="Oval 5">
            <a:extLst>
              <a:ext uri="{FF2B5EF4-FFF2-40B4-BE49-F238E27FC236}">
                <a16:creationId xmlns:a16="http://schemas.microsoft.com/office/drawing/2014/main" id="{2429F763-6A7E-F1B8-0BAB-4BAF5DD5D160}"/>
              </a:ext>
            </a:extLst>
          </p:cNvPr>
          <p:cNvSpPr/>
          <p:nvPr/>
        </p:nvSpPr>
        <p:spPr>
          <a:xfrm>
            <a:off x="6318504" y="1081100"/>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8" name="Group 7">
            <a:extLst>
              <a:ext uri="{FF2B5EF4-FFF2-40B4-BE49-F238E27FC236}">
                <a16:creationId xmlns:a16="http://schemas.microsoft.com/office/drawing/2014/main" id="{C947BF97-3FE2-6CCE-1759-948CE48EE9CC}"/>
              </a:ext>
            </a:extLst>
          </p:cNvPr>
          <p:cNvGrpSpPr/>
          <p:nvPr/>
        </p:nvGrpSpPr>
        <p:grpSpPr>
          <a:xfrm>
            <a:off x="3809880" y="1114738"/>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51C7A33B-5B62-0BFD-3CF4-1878D25B08AE}"/>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51C7A33B-5B62-0BFD-3CF4-1878D25B08AE}"/>
                    </a:ext>
                  </a:extLst>
                </p:cNvPr>
                <p:cNvPicPr/>
                <p:nvPr/>
              </p:nvPicPr>
              <p:blipFill>
                <a:blip r:embed="rId3"/>
                <a:stretch>
                  <a:fillRect/>
                </a:stretch>
              </p:blipFill>
              <p:spPr>
                <a:xfrm>
                  <a:off x="2903336" y="450813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B22145DF-B926-EC1A-FEA4-4B6AE92D2FDD}"/>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B22145DF-B926-EC1A-FEA4-4B6AE92D2FDD}"/>
                    </a:ext>
                  </a:extLst>
                </p:cNvPr>
                <p:cNvPicPr/>
                <p:nvPr/>
              </p:nvPicPr>
              <p:blipFill>
                <a:blip r:embed="rId5"/>
                <a:stretch>
                  <a:fillRect/>
                </a:stretch>
              </p:blipFill>
              <p:spPr>
                <a:xfrm>
                  <a:off x="3514604" y="4381776"/>
                  <a:ext cx="194706" cy="302400"/>
                </a:xfrm>
                <a:prstGeom prst="rect">
                  <a:avLst/>
                </a:prstGeom>
              </p:spPr>
            </p:pic>
          </mc:Fallback>
        </mc:AlternateContent>
      </p:grpSp>
      <p:sp>
        <p:nvSpPr>
          <p:cNvPr id="12" name="Freeform: Shape 11">
            <a:extLst>
              <a:ext uri="{FF2B5EF4-FFF2-40B4-BE49-F238E27FC236}">
                <a16:creationId xmlns:a16="http://schemas.microsoft.com/office/drawing/2014/main" id="{4F94ED1D-6927-41C1-C1D6-461D20B18993}"/>
              </a:ext>
            </a:extLst>
          </p:cNvPr>
          <p:cNvSpPr/>
          <p:nvPr/>
        </p:nvSpPr>
        <p:spPr>
          <a:xfrm>
            <a:off x="2183242" y="940707"/>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19135926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ACD597-447B-36D1-BA6A-9C5586DA0BB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573D0798-9958-3DF2-E941-0DA3F61D5FEB}"/>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a:t>
            </a:r>
            <a:r>
              <a:rPr lang="en-US" sz="2400" b="1" dirty="0">
                <a:solidFill>
                  <a:schemeClr val="accent6">
                    <a:lumMod val="60000"/>
                    <a:lumOff val="40000"/>
                  </a:schemeClr>
                </a:solidFill>
              </a:rPr>
              <a:t>Medical records </a:t>
            </a:r>
            <a:r>
              <a:rPr lang="en-US" sz="2400" dirty="0">
                <a:solidFill>
                  <a:schemeClr val="accent6">
                    <a:lumMod val="60000"/>
                    <a:lumOff val="40000"/>
                  </a:schemeClr>
                </a:solidFill>
              </a:rPr>
              <a:t>→ Model becomes healthcare assistant </a:t>
            </a:r>
          </a:p>
        </p:txBody>
      </p:sp>
      <p:sp>
        <p:nvSpPr>
          <p:cNvPr id="3" name="TextBox 2">
            <a:extLst>
              <a:ext uri="{FF2B5EF4-FFF2-40B4-BE49-F238E27FC236}">
                <a16:creationId xmlns:a16="http://schemas.microsoft.com/office/drawing/2014/main" id="{880454C4-B1BE-6BB0-D8D0-3321F319DC73}"/>
              </a:ext>
            </a:extLst>
          </p:cNvPr>
          <p:cNvSpPr txBox="1"/>
          <p:nvPr/>
        </p:nvSpPr>
        <p:spPr>
          <a:xfrm>
            <a:off x="205740" y="1204990"/>
            <a:ext cx="5298948" cy="3170099"/>
          </a:xfrm>
          <a:prstGeom prst="rect">
            <a:avLst/>
          </a:prstGeom>
          <a:noFill/>
        </p:spPr>
        <p:txBody>
          <a:bodyPr wrap="square">
            <a:spAutoFit/>
          </a:bodyPr>
          <a:lstStyle/>
          <a:p>
            <a:r>
              <a:rPr lang="en-US" sz="2000" b="1" dirty="0">
                <a:solidFill>
                  <a:schemeClr val="accent6">
                    <a:lumMod val="60000"/>
                    <a:lumOff val="40000"/>
                  </a:schemeClr>
                </a:solidFill>
              </a:rPr>
              <a:t>Without Fine-Tuning (Generic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The patient was admitted for stomach pain. They got better and are going home with medicines.</a:t>
            </a:r>
          </a:p>
          <a:p>
            <a:pPr>
              <a:buNone/>
            </a:pPr>
            <a:endParaRPr lang="en-US" sz="2000" dirty="0">
              <a:solidFill>
                <a:schemeClr val="accent6">
                  <a:lumMod val="60000"/>
                  <a:lumOff val="40000"/>
                </a:schemeClr>
              </a:solidFill>
            </a:endParaRPr>
          </a:p>
          <a:p>
            <a:pPr>
              <a:buNone/>
            </a:pPr>
            <a:r>
              <a:rPr lang="en-US" sz="2000" dirty="0">
                <a:solidFill>
                  <a:schemeClr val="accent6">
                    <a:lumMod val="60000"/>
                    <a:lumOff val="40000"/>
                  </a:schemeClr>
                </a:solidFill>
              </a:rPr>
              <a:t>Problems:</a:t>
            </a:r>
          </a:p>
          <a:p>
            <a:pPr marL="285750" indent="-285750">
              <a:buFont typeface="Arial" panose="020B0604020202020204" pitchFamily="34" charset="0"/>
              <a:buChar char="•"/>
            </a:pPr>
            <a:r>
              <a:rPr lang="en-US" sz="2000" dirty="0">
                <a:solidFill>
                  <a:schemeClr val="accent6">
                    <a:lumMod val="60000"/>
                    <a:lumOff val="40000"/>
                  </a:schemeClr>
                </a:solidFill>
              </a:rPr>
              <a:t>No diagnosis clarity </a:t>
            </a:r>
          </a:p>
          <a:p>
            <a:pPr marL="285750" indent="-285750">
              <a:buFont typeface="Arial" panose="020B0604020202020204" pitchFamily="34" charset="0"/>
              <a:buChar char="•"/>
            </a:pPr>
            <a:r>
              <a:rPr lang="en-US" sz="2000" dirty="0">
                <a:solidFill>
                  <a:schemeClr val="accent6">
                    <a:lumMod val="60000"/>
                    <a:lumOff val="40000"/>
                  </a:schemeClr>
                </a:solidFill>
              </a:rPr>
              <a:t>No timeline </a:t>
            </a:r>
          </a:p>
          <a:p>
            <a:pPr marL="285750" indent="-285750">
              <a:buFont typeface="Arial" panose="020B0604020202020204" pitchFamily="34" charset="0"/>
              <a:buChar char="•"/>
            </a:pPr>
            <a:r>
              <a:rPr lang="en-US" sz="2000" dirty="0">
                <a:solidFill>
                  <a:schemeClr val="accent6">
                    <a:lumMod val="60000"/>
                    <a:lumOff val="40000"/>
                  </a:schemeClr>
                </a:solidFill>
              </a:rPr>
              <a:t>No instructions </a:t>
            </a:r>
          </a:p>
          <a:p>
            <a:pPr marL="285750" indent="-285750">
              <a:buFont typeface="Arial" panose="020B0604020202020204" pitchFamily="34" charset="0"/>
              <a:buChar char="•"/>
            </a:pPr>
            <a:r>
              <a:rPr lang="en-US" sz="2000" dirty="0">
                <a:solidFill>
                  <a:schemeClr val="accent6">
                    <a:lumMod val="60000"/>
                    <a:lumOff val="40000"/>
                  </a:schemeClr>
                </a:solidFill>
              </a:rPr>
              <a:t>Unsafe in real healthcare context</a:t>
            </a:r>
          </a:p>
        </p:txBody>
      </p:sp>
      <p:sp>
        <p:nvSpPr>
          <p:cNvPr id="5" name="TextBox 4">
            <a:extLst>
              <a:ext uri="{FF2B5EF4-FFF2-40B4-BE49-F238E27FC236}">
                <a16:creationId xmlns:a16="http://schemas.microsoft.com/office/drawing/2014/main" id="{1AF23F6A-2E55-0E51-8FA1-E76D2F091E8A}"/>
              </a:ext>
            </a:extLst>
          </p:cNvPr>
          <p:cNvSpPr txBox="1"/>
          <p:nvPr/>
        </p:nvSpPr>
        <p:spPr>
          <a:xfrm>
            <a:off x="5939028" y="1191596"/>
            <a:ext cx="6190488" cy="5632311"/>
          </a:xfrm>
          <a:prstGeom prst="rect">
            <a:avLst/>
          </a:prstGeom>
          <a:noFill/>
        </p:spPr>
        <p:txBody>
          <a:bodyPr wrap="square">
            <a:spAutoFit/>
          </a:bodyPr>
          <a:lstStyle/>
          <a:p>
            <a:pPr>
              <a:buNone/>
            </a:pPr>
            <a:r>
              <a:rPr lang="en-US" sz="2000" b="1" dirty="0">
                <a:solidFill>
                  <a:schemeClr val="accent6">
                    <a:lumMod val="60000"/>
                    <a:lumOff val="40000"/>
                  </a:schemeClr>
                </a:solidFill>
              </a:rPr>
              <a:t>With Fine-Tuning (Medical Documentation Tone)</a:t>
            </a:r>
          </a:p>
          <a:p>
            <a:pPr>
              <a:buNone/>
            </a:pPr>
            <a:endParaRPr lang="en-US" b="1" dirty="0">
              <a:solidFill>
                <a:schemeClr val="accent6">
                  <a:lumMod val="60000"/>
                  <a:lumOff val="40000"/>
                </a:schemeClr>
              </a:solidFill>
            </a:endParaRPr>
          </a:p>
          <a:p>
            <a:pPr>
              <a:buNone/>
            </a:pPr>
            <a:r>
              <a:rPr lang="en-US" b="1" dirty="0">
                <a:solidFill>
                  <a:schemeClr val="accent4">
                    <a:lumMod val="60000"/>
                    <a:lumOff val="40000"/>
                  </a:schemeClr>
                </a:solidFill>
              </a:rPr>
              <a:t>Discharge Summary</a:t>
            </a:r>
            <a:endParaRPr lang="en-US" dirty="0">
              <a:solidFill>
                <a:schemeClr val="accent4">
                  <a:lumMod val="60000"/>
                  <a:lumOff val="40000"/>
                </a:schemeClr>
              </a:solidFill>
            </a:endParaRPr>
          </a:p>
          <a:p>
            <a:pPr>
              <a:buNone/>
            </a:pPr>
            <a:r>
              <a:rPr lang="en-US" b="1" dirty="0">
                <a:solidFill>
                  <a:schemeClr val="accent4">
                    <a:lumMod val="60000"/>
                    <a:lumOff val="40000"/>
                  </a:schemeClr>
                </a:solidFill>
              </a:rPr>
              <a:t>Admission Date:</a:t>
            </a:r>
            <a:r>
              <a:rPr lang="en-US" dirty="0">
                <a:solidFill>
                  <a:schemeClr val="accent4">
                    <a:lumMod val="60000"/>
                    <a:lumOff val="40000"/>
                  </a:schemeClr>
                </a:solidFill>
              </a:rPr>
              <a:t> 12 March 2018</a:t>
            </a:r>
            <a:br>
              <a:rPr lang="en-US" dirty="0">
                <a:solidFill>
                  <a:schemeClr val="accent4">
                    <a:lumMod val="60000"/>
                    <a:lumOff val="40000"/>
                  </a:schemeClr>
                </a:solidFill>
              </a:rPr>
            </a:br>
            <a:r>
              <a:rPr lang="en-US" b="1" dirty="0">
                <a:solidFill>
                  <a:schemeClr val="accent4">
                    <a:lumMod val="60000"/>
                    <a:lumOff val="40000"/>
                  </a:schemeClr>
                </a:solidFill>
              </a:rPr>
              <a:t>Discharge Date:</a:t>
            </a:r>
            <a:r>
              <a:rPr lang="en-US" dirty="0">
                <a:solidFill>
                  <a:schemeClr val="accent4">
                    <a:lumMod val="60000"/>
                    <a:lumOff val="40000"/>
                  </a:schemeClr>
                </a:solidFill>
              </a:rPr>
              <a:t> 15 March 2018</a:t>
            </a:r>
          </a:p>
          <a:p>
            <a:pPr>
              <a:buNone/>
            </a:pPr>
            <a:endParaRPr lang="en-US" b="1" dirty="0">
              <a:solidFill>
                <a:schemeClr val="accent4">
                  <a:lumMod val="60000"/>
                  <a:lumOff val="40000"/>
                </a:schemeClr>
              </a:solidFill>
            </a:endParaRPr>
          </a:p>
          <a:p>
            <a:pPr>
              <a:buNone/>
            </a:pPr>
            <a:r>
              <a:rPr lang="en-US" b="1" dirty="0">
                <a:solidFill>
                  <a:schemeClr val="accent4">
                    <a:lumMod val="60000"/>
                    <a:lumOff val="40000"/>
                  </a:schemeClr>
                </a:solidFill>
              </a:rPr>
              <a:t>Diagnosis:</a:t>
            </a:r>
            <a:r>
              <a:rPr lang="en-US" dirty="0">
                <a:solidFill>
                  <a:schemeClr val="accent4">
                    <a:lumMod val="60000"/>
                    <a:lumOff val="40000"/>
                  </a:schemeClr>
                </a:solidFill>
              </a:rPr>
              <a:t> Acute gastritis</a:t>
            </a:r>
          </a:p>
          <a:p>
            <a:pPr>
              <a:buNone/>
            </a:pPr>
            <a:r>
              <a:rPr lang="en-US" b="1" dirty="0">
                <a:solidFill>
                  <a:schemeClr val="accent4">
                    <a:lumMod val="60000"/>
                    <a:lumOff val="40000"/>
                  </a:schemeClr>
                </a:solidFill>
              </a:rPr>
              <a:t>Hospital Course:</a:t>
            </a:r>
            <a:br>
              <a:rPr lang="en-US" dirty="0">
                <a:solidFill>
                  <a:schemeClr val="accent4">
                    <a:lumMod val="60000"/>
                    <a:lumOff val="40000"/>
                  </a:schemeClr>
                </a:solidFill>
              </a:rPr>
            </a:br>
            <a:r>
              <a:rPr lang="en-US" dirty="0">
                <a:solidFill>
                  <a:schemeClr val="accent4">
                    <a:lumMod val="60000"/>
                    <a:lumOff val="40000"/>
                  </a:schemeClr>
                </a:solidFill>
              </a:rPr>
              <a:t>The patient was admitted with complaints of epigastric pain and nausea. Laboratory investigations were within normal limits. The patient was managed conservatively with proton pump inhibitors and supportive care, resulting in symptomatic improvement.</a:t>
            </a:r>
          </a:p>
          <a:p>
            <a:pPr>
              <a:buNone/>
            </a:pPr>
            <a:endParaRPr lang="en-US" dirty="0">
              <a:solidFill>
                <a:schemeClr val="accent4">
                  <a:lumMod val="60000"/>
                  <a:lumOff val="40000"/>
                </a:schemeClr>
              </a:solidFill>
            </a:endParaRPr>
          </a:p>
          <a:p>
            <a:pPr>
              <a:buNone/>
            </a:pPr>
            <a:r>
              <a:rPr lang="en-US" b="1" dirty="0">
                <a:solidFill>
                  <a:schemeClr val="accent4">
                    <a:lumMod val="60000"/>
                    <a:lumOff val="40000"/>
                  </a:schemeClr>
                </a:solidFill>
              </a:rPr>
              <a:t>Condition at Discharge:</a:t>
            </a:r>
            <a:r>
              <a:rPr lang="en-US" dirty="0">
                <a:solidFill>
                  <a:schemeClr val="accent4">
                    <a:lumMod val="60000"/>
                    <a:lumOff val="40000"/>
                  </a:schemeClr>
                </a:solidFill>
              </a:rPr>
              <a:t> Stable</a:t>
            </a:r>
          </a:p>
          <a:p>
            <a:pPr>
              <a:buNone/>
            </a:pPr>
            <a:r>
              <a:rPr lang="en-US" b="1" dirty="0">
                <a:solidFill>
                  <a:schemeClr val="accent4">
                    <a:lumMod val="60000"/>
                    <a:lumOff val="40000"/>
                  </a:schemeClr>
                </a:solidFill>
              </a:rPr>
              <a:t>Discharge Medications:</a:t>
            </a:r>
            <a:endParaRPr lang="en-US" dirty="0">
              <a:solidFill>
                <a:schemeClr val="accent4">
                  <a:lumMod val="60000"/>
                  <a:lumOff val="40000"/>
                </a:schemeClr>
              </a:solidFill>
            </a:endParaRPr>
          </a:p>
          <a:p>
            <a:pPr marL="285750" indent="-285750">
              <a:buFont typeface="Arial" panose="020B0604020202020204" pitchFamily="34" charset="0"/>
              <a:buChar char="•"/>
            </a:pPr>
            <a:r>
              <a:rPr lang="en-US" dirty="0">
                <a:solidFill>
                  <a:schemeClr val="accent4">
                    <a:lumMod val="60000"/>
                    <a:lumOff val="40000"/>
                  </a:schemeClr>
                </a:solidFill>
              </a:rPr>
              <a:t>Pantoprazole 40 mg once daily before meals </a:t>
            </a:r>
          </a:p>
          <a:p>
            <a:pPr>
              <a:buNone/>
            </a:pPr>
            <a:r>
              <a:rPr lang="en-US" b="1" dirty="0">
                <a:solidFill>
                  <a:schemeClr val="accent4">
                    <a:lumMod val="60000"/>
                    <a:lumOff val="40000"/>
                  </a:schemeClr>
                </a:solidFill>
              </a:rPr>
              <a:t>Discharge Instructions:</a:t>
            </a:r>
            <a:endParaRPr lang="en-US" dirty="0">
              <a:solidFill>
                <a:schemeClr val="accent4">
                  <a:lumMod val="60000"/>
                  <a:lumOff val="40000"/>
                </a:schemeClr>
              </a:solidFill>
            </a:endParaRPr>
          </a:p>
          <a:p>
            <a:pPr marL="285750" indent="-285750">
              <a:buFont typeface="Arial" panose="020B0604020202020204" pitchFamily="34" charset="0"/>
              <a:buChar char="•"/>
            </a:pPr>
            <a:r>
              <a:rPr lang="en-US" dirty="0">
                <a:solidFill>
                  <a:schemeClr val="accent4">
                    <a:lumMod val="60000"/>
                    <a:lumOff val="40000"/>
                  </a:schemeClr>
                </a:solidFill>
              </a:rPr>
              <a:t>Avoid spicy and oily foods </a:t>
            </a:r>
          </a:p>
          <a:p>
            <a:pPr marL="285750" indent="-285750">
              <a:buFont typeface="Arial" panose="020B0604020202020204" pitchFamily="34" charset="0"/>
              <a:buChar char="•"/>
            </a:pPr>
            <a:r>
              <a:rPr lang="en-US" dirty="0">
                <a:solidFill>
                  <a:schemeClr val="accent4">
                    <a:lumMod val="60000"/>
                    <a:lumOff val="40000"/>
                  </a:schemeClr>
                </a:solidFill>
              </a:rPr>
              <a:t>Follow up in outpatient department after 1 week</a:t>
            </a:r>
          </a:p>
        </p:txBody>
      </p:sp>
    </p:spTree>
    <p:extLst>
      <p:ext uri="{BB962C8B-B14F-4D97-AF65-F5344CB8AC3E}">
        <p14:creationId xmlns:p14="http://schemas.microsoft.com/office/powerpoint/2010/main" val="4070405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99663-C34A-BDC8-8C93-FEE1F2F4CF6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AB49F01-89A3-D7D6-71EB-591BBDEF6474}"/>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fine tune a model on </a:t>
            </a:r>
            <a:r>
              <a:rPr lang="en-US" sz="2400" b="1" dirty="0">
                <a:solidFill>
                  <a:schemeClr val="accent6">
                    <a:lumMod val="60000"/>
                    <a:lumOff val="40000"/>
                  </a:schemeClr>
                </a:solidFill>
              </a:rPr>
              <a:t>Math problems </a:t>
            </a:r>
            <a:r>
              <a:rPr lang="en-US" sz="2400" dirty="0">
                <a:solidFill>
                  <a:schemeClr val="accent6">
                    <a:lumMod val="60000"/>
                    <a:lumOff val="40000"/>
                  </a:schemeClr>
                </a:solidFill>
              </a:rPr>
              <a:t>to produce JSON output</a:t>
            </a:r>
          </a:p>
        </p:txBody>
      </p:sp>
      <p:sp>
        <p:nvSpPr>
          <p:cNvPr id="3" name="TextBox 2">
            <a:extLst>
              <a:ext uri="{FF2B5EF4-FFF2-40B4-BE49-F238E27FC236}">
                <a16:creationId xmlns:a16="http://schemas.microsoft.com/office/drawing/2014/main" id="{1F743DBE-9694-7583-7E25-12AAC82CC810}"/>
              </a:ext>
            </a:extLst>
          </p:cNvPr>
          <p:cNvSpPr txBox="1"/>
          <p:nvPr/>
        </p:nvSpPr>
        <p:spPr>
          <a:xfrm>
            <a:off x="148336" y="2283680"/>
            <a:ext cx="4082796" cy="1015663"/>
          </a:xfrm>
          <a:prstGeom prst="rect">
            <a:avLst/>
          </a:prstGeom>
          <a:noFill/>
        </p:spPr>
        <p:txBody>
          <a:bodyPr wrap="square">
            <a:spAutoFit/>
          </a:bodyPr>
          <a:lstStyle/>
          <a:p>
            <a:pPr>
              <a:buNone/>
            </a:pPr>
            <a:r>
              <a:rPr lang="en-US" sz="2000" b="1" u="sng" dirty="0">
                <a:solidFill>
                  <a:schemeClr val="accent4">
                    <a:lumMod val="60000"/>
                    <a:lumOff val="40000"/>
                  </a:schemeClr>
                </a:solidFill>
              </a:rPr>
              <a:t>Input:</a:t>
            </a:r>
          </a:p>
          <a:p>
            <a:pPr>
              <a:buNone/>
            </a:pPr>
            <a:endParaRPr lang="en-US" sz="2000" b="1" u="sng" dirty="0">
              <a:solidFill>
                <a:schemeClr val="accent4">
                  <a:lumMod val="60000"/>
                  <a:lumOff val="40000"/>
                </a:schemeClr>
              </a:solidFill>
            </a:endParaRPr>
          </a:p>
          <a:p>
            <a:pPr>
              <a:buNone/>
            </a:pPr>
            <a:r>
              <a:rPr lang="en-US" sz="2000" dirty="0">
                <a:solidFill>
                  <a:schemeClr val="accent4">
                    <a:lumMod val="60000"/>
                    <a:lumOff val="40000"/>
                  </a:schemeClr>
                </a:solidFill>
              </a:rPr>
              <a:t>Michael bought 6 bananas for $12</a:t>
            </a:r>
          </a:p>
        </p:txBody>
      </p:sp>
      <p:sp>
        <p:nvSpPr>
          <p:cNvPr id="5" name="TextBox 4">
            <a:extLst>
              <a:ext uri="{FF2B5EF4-FFF2-40B4-BE49-F238E27FC236}">
                <a16:creationId xmlns:a16="http://schemas.microsoft.com/office/drawing/2014/main" id="{2F53F2B6-4443-D462-4ED2-B70A7BFC9BD3}"/>
              </a:ext>
            </a:extLst>
          </p:cNvPr>
          <p:cNvSpPr txBox="1"/>
          <p:nvPr/>
        </p:nvSpPr>
        <p:spPr>
          <a:xfrm>
            <a:off x="6396228" y="2178827"/>
            <a:ext cx="2926080" cy="2031325"/>
          </a:xfrm>
          <a:prstGeom prst="rect">
            <a:avLst/>
          </a:prstGeom>
          <a:noFill/>
        </p:spPr>
        <p:txBody>
          <a:bodyPr wrap="square">
            <a:spAutoFit/>
          </a:bodyPr>
          <a:lstStyle/>
          <a:p>
            <a:pPr>
              <a:buNone/>
            </a:pPr>
            <a:r>
              <a:rPr lang="en-US" b="1" u="sng" dirty="0">
                <a:solidFill>
                  <a:schemeClr val="accent4">
                    <a:lumMod val="60000"/>
                    <a:lumOff val="40000"/>
                  </a:schemeClr>
                </a:solidFill>
              </a:rPr>
              <a:t>Output:</a:t>
            </a:r>
          </a:p>
          <a:p>
            <a:pPr>
              <a:buNone/>
            </a:pPr>
            <a:endParaRPr lang="en-US" b="1" dirty="0">
              <a:solidFill>
                <a:schemeClr val="accent4">
                  <a:lumMod val="60000"/>
                  <a:lumOff val="40000"/>
                </a:schemeClr>
              </a:solidFill>
            </a:endParaRPr>
          </a:p>
          <a:p>
            <a:pPr>
              <a:buNone/>
            </a:pPr>
            <a:r>
              <a:rPr lang="en-US" dirty="0">
                <a:solidFill>
                  <a:schemeClr val="accent4">
                    <a:lumMod val="60000"/>
                    <a:lumOff val="40000"/>
                  </a:schemeClr>
                </a:solidFill>
              </a:rPr>
              <a:t>{"name": "Michael", </a:t>
            </a:r>
          </a:p>
          <a:p>
            <a:pPr>
              <a:buNone/>
            </a:pPr>
            <a:r>
              <a:rPr lang="en-US" dirty="0">
                <a:solidFill>
                  <a:schemeClr val="accent4">
                    <a:lumMod val="60000"/>
                    <a:lumOff val="40000"/>
                  </a:schemeClr>
                </a:solidFill>
              </a:rPr>
              <a:t>"item": "bananas", </a:t>
            </a:r>
          </a:p>
          <a:p>
            <a:pPr>
              <a:buNone/>
            </a:pPr>
            <a:r>
              <a:rPr lang="en-US" dirty="0">
                <a:solidFill>
                  <a:schemeClr val="accent4">
                    <a:lumMod val="60000"/>
                    <a:lumOff val="40000"/>
                  </a:schemeClr>
                </a:solidFill>
              </a:rPr>
              <a:t>"quantity": 6, </a:t>
            </a:r>
          </a:p>
          <a:p>
            <a:pPr>
              <a:buNone/>
            </a:pPr>
            <a:r>
              <a:rPr lang="en-US" dirty="0">
                <a:solidFill>
                  <a:schemeClr val="accent4">
                    <a:lumMod val="60000"/>
                    <a:lumOff val="40000"/>
                  </a:schemeClr>
                </a:solidFill>
              </a:rPr>
              <a:t>"price": 12</a:t>
            </a:r>
          </a:p>
          <a:p>
            <a:pPr>
              <a:buNone/>
            </a:pPr>
            <a:r>
              <a:rPr lang="en-US" dirty="0">
                <a:solidFill>
                  <a:schemeClr val="accent4">
                    <a:lumMod val="60000"/>
                    <a:lumOff val="40000"/>
                  </a:schemeClr>
                </a:solidFill>
              </a:rPr>
              <a:t>}</a:t>
            </a:r>
          </a:p>
        </p:txBody>
      </p:sp>
      <p:sp>
        <p:nvSpPr>
          <p:cNvPr id="2" name="TextBox 1">
            <a:extLst>
              <a:ext uri="{FF2B5EF4-FFF2-40B4-BE49-F238E27FC236}">
                <a16:creationId xmlns:a16="http://schemas.microsoft.com/office/drawing/2014/main" id="{586F9BC4-851F-5582-DC78-9BA95B75CD58}"/>
              </a:ext>
            </a:extLst>
          </p:cNvPr>
          <p:cNvSpPr txBox="1"/>
          <p:nvPr/>
        </p:nvSpPr>
        <p:spPr>
          <a:xfrm>
            <a:off x="75184" y="4609464"/>
            <a:ext cx="4844288" cy="1015663"/>
          </a:xfrm>
          <a:prstGeom prst="rect">
            <a:avLst/>
          </a:prstGeom>
          <a:noFill/>
        </p:spPr>
        <p:txBody>
          <a:bodyPr wrap="square">
            <a:spAutoFit/>
          </a:bodyPr>
          <a:lstStyle/>
          <a:p>
            <a:r>
              <a:rPr lang="en-US" sz="2000" b="1" u="sng" dirty="0">
                <a:solidFill>
                  <a:schemeClr val="accent4">
                    <a:lumMod val="60000"/>
                    <a:lumOff val="40000"/>
                  </a:schemeClr>
                </a:solidFill>
              </a:rPr>
              <a:t>Input:</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James bought 2 pen and  it cost him  for $4</a:t>
            </a:r>
          </a:p>
        </p:txBody>
      </p:sp>
      <p:sp>
        <p:nvSpPr>
          <p:cNvPr id="4" name="TextBox 3">
            <a:extLst>
              <a:ext uri="{FF2B5EF4-FFF2-40B4-BE49-F238E27FC236}">
                <a16:creationId xmlns:a16="http://schemas.microsoft.com/office/drawing/2014/main" id="{A070E300-E50E-F985-F5DF-455D84B1A26B}"/>
              </a:ext>
            </a:extLst>
          </p:cNvPr>
          <p:cNvSpPr txBox="1"/>
          <p:nvPr/>
        </p:nvSpPr>
        <p:spPr>
          <a:xfrm>
            <a:off x="6396228" y="4444646"/>
            <a:ext cx="2926080" cy="2031325"/>
          </a:xfrm>
          <a:prstGeom prst="rect">
            <a:avLst/>
          </a:prstGeom>
          <a:noFill/>
        </p:spPr>
        <p:txBody>
          <a:bodyPr wrap="square">
            <a:spAutoFit/>
          </a:bodyPr>
          <a:lstStyle/>
          <a:p>
            <a:pPr>
              <a:buNone/>
            </a:pPr>
            <a:r>
              <a:rPr lang="en-US" b="1" u="sng" dirty="0">
                <a:solidFill>
                  <a:schemeClr val="accent4">
                    <a:lumMod val="60000"/>
                    <a:lumOff val="40000"/>
                  </a:schemeClr>
                </a:solidFill>
              </a:rPr>
              <a:t>Output:</a:t>
            </a:r>
          </a:p>
          <a:p>
            <a:pPr>
              <a:buNone/>
            </a:pPr>
            <a:endParaRPr lang="en-US" b="1" dirty="0">
              <a:solidFill>
                <a:schemeClr val="accent4">
                  <a:lumMod val="60000"/>
                  <a:lumOff val="40000"/>
                </a:schemeClr>
              </a:solidFill>
            </a:endParaRPr>
          </a:p>
          <a:p>
            <a:pPr>
              <a:buNone/>
            </a:pPr>
            <a:r>
              <a:rPr lang="en-US" dirty="0">
                <a:solidFill>
                  <a:schemeClr val="accent4">
                    <a:lumMod val="60000"/>
                    <a:lumOff val="40000"/>
                  </a:schemeClr>
                </a:solidFill>
              </a:rPr>
              <a:t>{"name": “James", </a:t>
            </a:r>
          </a:p>
          <a:p>
            <a:pPr>
              <a:buNone/>
            </a:pPr>
            <a:r>
              <a:rPr lang="en-US" dirty="0">
                <a:solidFill>
                  <a:schemeClr val="accent4">
                    <a:lumMod val="60000"/>
                    <a:lumOff val="40000"/>
                  </a:schemeClr>
                </a:solidFill>
              </a:rPr>
              <a:t>"item": “pen", </a:t>
            </a:r>
          </a:p>
          <a:p>
            <a:pPr>
              <a:buNone/>
            </a:pPr>
            <a:r>
              <a:rPr lang="en-US" dirty="0">
                <a:solidFill>
                  <a:schemeClr val="accent4">
                    <a:lumMod val="60000"/>
                    <a:lumOff val="40000"/>
                  </a:schemeClr>
                </a:solidFill>
              </a:rPr>
              <a:t>"quantity": 2, </a:t>
            </a:r>
          </a:p>
          <a:p>
            <a:pPr>
              <a:buNone/>
            </a:pPr>
            <a:r>
              <a:rPr lang="en-US" dirty="0">
                <a:solidFill>
                  <a:schemeClr val="accent4">
                    <a:lumMod val="60000"/>
                    <a:lumOff val="40000"/>
                  </a:schemeClr>
                </a:solidFill>
              </a:rPr>
              <a:t>"price": 4</a:t>
            </a:r>
          </a:p>
          <a:p>
            <a:pPr>
              <a:buNone/>
            </a:pPr>
            <a:r>
              <a:rPr lang="en-US" dirty="0">
                <a:solidFill>
                  <a:schemeClr val="accent4">
                    <a:lumMod val="60000"/>
                    <a:lumOff val="40000"/>
                  </a:schemeClr>
                </a:solidFill>
              </a:rPr>
              <a:t>}</a:t>
            </a:r>
          </a:p>
        </p:txBody>
      </p:sp>
      <p:sp>
        <p:nvSpPr>
          <p:cNvPr id="6" name="Oval 5">
            <a:extLst>
              <a:ext uri="{FF2B5EF4-FFF2-40B4-BE49-F238E27FC236}">
                <a16:creationId xmlns:a16="http://schemas.microsoft.com/office/drawing/2014/main" id="{D74FACE1-1E45-DCF7-9863-37BA74CB21FF}"/>
              </a:ext>
            </a:extLst>
          </p:cNvPr>
          <p:cNvSpPr/>
          <p:nvPr/>
        </p:nvSpPr>
        <p:spPr>
          <a:xfrm>
            <a:off x="3628646" y="1270160"/>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Tree>
    <p:extLst>
      <p:ext uri="{BB962C8B-B14F-4D97-AF65-F5344CB8AC3E}">
        <p14:creationId xmlns:p14="http://schemas.microsoft.com/office/powerpoint/2010/main" val="2672051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A1FA-6B02-3C74-9ACC-FD1D4F323B9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AA22694-26F9-9577-AB5C-2BD74DE9F149}"/>
              </a:ext>
            </a:extLst>
          </p:cNvPr>
          <p:cNvSpPr txBox="1"/>
          <p:nvPr/>
        </p:nvSpPr>
        <p:spPr>
          <a:xfrm>
            <a:off x="148336" y="199104"/>
            <a:ext cx="10292080" cy="830997"/>
          </a:xfrm>
          <a:prstGeom prst="rect">
            <a:avLst/>
          </a:prstGeom>
          <a:noFill/>
        </p:spPr>
        <p:txBody>
          <a:bodyPr wrap="square">
            <a:spAutoFit/>
          </a:bodyPr>
          <a:lstStyle/>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You train a model on your </a:t>
            </a:r>
            <a:r>
              <a:rPr lang="en-US" sz="2400" b="1" dirty="0">
                <a:solidFill>
                  <a:schemeClr val="accent6">
                    <a:lumMod val="60000"/>
                    <a:lumOff val="40000"/>
                  </a:schemeClr>
                </a:solidFill>
              </a:rPr>
              <a:t>company tone </a:t>
            </a:r>
            <a:r>
              <a:rPr lang="en-US" sz="2400" dirty="0">
                <a:solidFill>
                  <a:schemeClr val="accent6">
                    <a:lumMod val="60000"/>
                    <a:lumOff val="40000"/>
                  </a:schemeClr>
                </a:solidFill>
              </a:rPr>
              <a:t>→ Model replies in your brand voice</a:t>
            </a:r>
          </a:p>
        </p:txBody>
      </p:sp>
      <p:sp>
        <p:nvSpPr>
          <p:cNvPr id="3" name="TextBox 2">
            <a:extLst>
              <a:ext uri="{FF2B5EF4-FFF2-40B4-BE49-F238E27FC236}">
                <a16:creationId xmlns:a16="http://schemas.microsoft.com/office/drawing/2014/main" id="{CFC400AE-8D33-A854-B472-44DA85B94120}"/>
              </a:ext>
            </a:extLst>
          </p:cNvPr>
          <p:cNvSpPr txBox="1"/>
          <p:nvPr/>
        </p:nvSpPr>
        <p:spPr>
          <a:xfrm>
            <a:off x="123444" y="1862251"/>
            <a:ext cx="3753612" cy="1015663"/>
          </a:xfrm>
          <a:prstGeom prst="rect">
            <a:avLst/>
          </a:prstGeom>
          <a:noFill/>
        </p:spPr>
        <p:txBody>
          <a:bodyPr wrap="square">
            <a:spAutoFit/>
          </a:bodyPr>
          <a:lstStyle/>
          <a:p>
            <a:pPr>
              <a:buNone/>
            </a:pPr>
            <a:r>
              <a:rPr lang="en-US" sz="2000" b="1" dirty="0">
                <a:solidFill>
                  <a:schemeClr val="accent6">
                    <a:lumMod val="60000"/>
                    <a:lumOff val="40000"/>
                  </a:schemeClr>
                </a:solidFill>
              </a:rPr>
              <a:t>Generic Base Model</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Your order has been shipped.</a:t>
            </a:r>
          </a:p>
        </p:txBody>
      </p:sp>
      <p:sp>
        <p:nvSpPr>
          <p:cNvPr id="5" name="TextBox 4">
            <a:extLst>
              <a:ext uri="{FF2B5EF4-FFF2-40B4-BE49-F238E27FC236}">
                <a16:creationId xmlns:a16="http://schemas.microsoft.com/office/drawing/2014/main" id="{69DE0A89-0A07-032A-B120-EFE464763AFF}"/>
              </a:ext>
            </a:extLst>
          </p:cNvPr>
          <p:cNvSpPr txBox="1"/>
          <p:nvPr/>
        </p:nvSpPr>
        <p:spPr>
          <a:xfrm>
            <a:off x="4585716" y="1791546"/>
            <a:ext cx="6190488" cy="4370427"/>
          </a:xfrm>
          <a:prstGeom prst="rect">
            <a:avLst/>
          </a:prstGeom>
          <a:noFill/>
        </p:spPr>
        <p:txBody>
          <a:bodyPr wrap="square">
            <a:spAutoFit/>
          </a:bodyPr>
          <a:lstStyle/>
          <a:p>
            <a:pPr>
              <a:buNone/>
            </a:pPr>
            <a:r>
              <a:rPr lang="en-US" sz="2000" b="1" dirty="0">
                <a:solidFill>
                  <a:schemeClr val="accent6">
                    <a:lumMod val="60000"/>
                    <a:lumOff val="40000"/>
                  </a:schemeClr>
                </a:solidFill>
              </a:rPr>
              <a:t>Fine-Tuned (Luxury Tone)</a:t>
            </a:r>
          </a:p>
          <a:p>
            <a:pPr>
              <a:buNone/>
            </a:pPr>
            <a:endParaRPr lang="en-US" sz="2000" b="1" dirty="0">
              <a:solidFill>
                <a:schemeClr val="accent6">
                  <a:lumMod val="60000"/>
                  <a:lumOff val="40000"/>
                </a:schemeClr>
              </a:solidFill>
            </a:endParaRPr>
          </a:p>
          <a:p>
            <a:pPr>
              <a:buNone/>
            </a:pPr>
            <a:r>
              <a:rPr lang="en-US" sz="2000" dirty="0">
                <a:solidFill>
                  <a:schemeClr val="accent4">
                    <a:lumMod val="60000"/>
                    <a:lumOff val="40000"/>
                  </a:schemeClr>
                </a:solidFill>
              </a:rPr>
              <a:t>Your order has been carefully prepared and is now on its way to you. We hope it brings you an exceptional experience.</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Please leave a review on www.LoxfordAcademy.com</a:t>
            </a:r>
          </a:p>
          <a:p>
            <a:pPr>
              <a:buNone/>
            </a:pPr>
            <a:endParaRPr lang="en-US" sz="2000" dirty="0">
              <a:solidFill>
                <a:schemeClr val="accent4">
                  <a:lumMod val="60000"/>
                  <a:lumOff val="40000"/>
                </a:schemeClr>
              </a:solidFill>
            </a:endParaRPr>
          </a:p>
          <a:p>
            <a:pPr>
              <a:buNone/>
            </a:pPr>
            <a:r>
              <a:rPr lang="en-US" sz="2000" dirty="0">
                <a:solidFill>
                  <a:schemeClr val="accent4">
                    <a:lumMod val="60000"/>
                    <a:lumOff val="40000"/>
                  </a:schemeClr>
                </a:solidFill>
              </a:rPr>
              <a:t>Thank you</a:t>
            </a:r>
          </a:p>
          <a:p>
            <a:pPr>
              <a:buNone/>
            </a:pPr>
            <a:endParaRPr lang="en-US" sz="2000" dirty="0">
              <a:solidFill>
                <a:schemeClr val="accent6">
                  <a:lumMod val="60000"/>
                  <a:lumOff val="40000"/>
                </a:schemeClr>
              </a:solidFill>
            </a:endParaRPr>
          </a:p>
          <a:p>
            <a:pPr>
              <a:buNone/>
            </a:pPr>
            <a:r>
              <a:rPr lang="en-US" sz="2000" b="1" u="sng" dirty="0">
                <a:solidFill>
                  <a:schemeClr val="accent6">
                    <a:lumMod val="60000"/>
                    <a:lumOff val="40000"/>
                  </a:schemeClr>
                </a:solidFill>
              </a:rPr>
              <a:t>What changed?</a:t>
            </a:r>
            <a:endParaRPr lang="en-US" sz="2000" u="sng" dirty="0">
              <a:solidFill>
                <a:schemeClr val="accent6">
                  <a:lumMod val="60000"/>
                  <a:lumOff val="40000"/>
                </a:schemeClr>
              </a:solidFill>
            </a:endParaRPr>
          </a:p>
          <a:p>
            <a:pPr marL="285750" indent="-285750">
              <a:buFont typeface="Arial" panose="020B0604020202020204" pitchFamily="34" charset="0"/>
              <a:buChar char="•"/>
            </a:pPr>
            <a:r>
              <a:rPr lang="en-US" sz="2000" dirty="0">
                <a:solidFill>
                  <a:schemeClr val="accent6">
                    <a:lumMod val="60000"/>
                    <a:lumOff val="40000"/>
                  </a:schemeClr>
                </a:solidFill>
              </a:rPr>
              <a:t>Elegant wording </a:t>
            </a:r>
          </a:p>
          <a:p>
            <a:pPr marL="285750" indent="-285750">
              <a:buFont typeface="Arial" panose="020B0604020202020204" pitchFamily="34" charset="0"/>
              <a:buChar char="•"/>
            </a:pPr>
            <a:r>
              <a:rPr lang="en-US" sz="2000" dirty="0">
                <a:solidFill>
                  <a:schemeClr val="accent6">
                    <a:lumMod val="60000"/>
                    <a:lumOff val="40000"/>
                  </a:schemeClr>
                </a:solidFill>
              </a:rPr>
              <a:t>Premium feel </a:t>
            </a:r>
          </a:p>
          <a:p>
            <a:pPr marL="285750" indent="-285750">
              <a:buFont typeface="Arial" panose="020B0604020202020204" pitchFamily="34" charset="0"/>
              <a:buChar char="•"/>
            </a:pPr>
            <a:r>
              <a:rPr lang="en-US" sz="2000" dirty="0">
                <a:solidFill>
                  <a:schemeClr val="accent6">
                    <a:lumMod val="60000"/>
                    <a:lumOff val="40000"/>
                  </a:schemeClr>
                </a:solidFill>
              </a:rPr>
              <a:t>Experience-focused language</a:t>
            </a:r>
          </a:p>
        </p:txBody>
      </p:sp>
      <p:sp>
        <p:nvSpPr>
          <p:cNvPr id="6" name="Oval 5">
            <a:extLst>
              <a:ext uri="{FF2B5EF4-FFF2-40B4-BE49-F238E27FC236}">
                <a16:creationId xmlns:a16="http://schemas.microsoft.com/office/drawing/2014/main" id="{ACDE8943-80F1-250E-8B3E-12D8D6D1693F}"/>
              </a:ext>
            </a:extLst>
          </p:cNvPr>
          <p:cNvSpPr/>
          <p:nvPr/>
        </p:nvSpPr>
        <p:spPr>
          <a:xfrm>
            <a:off x="6318504" y="1081100"/>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290E12A3-FFEA-C3DE-1A5B-C1E343C54A09}"/>
              </a:ext>
            </a:extLst>
          </p:cNvPr>
          <p:cNvSpPr/>
          <p:nvPr/>
        </p:nvSpPr>
        <p:spPr>
          <a:xfrm>
            <a:off x="2183242" y="940707"/>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8" name="Group 7">
            <a:extLst>
              <a:ext uri="{FF2B5EF4-FFF2-40B4-BE49-F238E27FC236}">
                <a16:creationId xmlns:a16="http://schemas.microsoft.com/office/drawing/2014/main" id="{76404261-5549-CAC1-FCA0-56F07066C1D1}"/>
              </a:ext>
            </a:extLst>
          </p:cNvPr>
          <p:cNvGrpSpPr/>
          <p:nvPr/>
        </p:nvGrpSpPr>
        <p:grpSpPr>
          <a:xfrm>
            <a:off x="3809880" y="1114738"/>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F421EE02-1A4C-5DE7-4500-DFD1677FCB95}"/>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F421EE02-1A4C-5DE7-4500-DFD1677FCB95}"/>
                    </a:ext>
                  </a:extLst>
                </p:cNvPr>
                <p:cNvPicPr/>
                <p:nvPr/>
              </p:nvPicPr>
              <p:blipFill>
                <a:blip r:embed="rId3"/>
                <a:stretch>
                  <a:fillRect/>
                </a:stretch>
              </p:blipFill>
              <p:spPr>
                <a:xfrm>
                  <a:off x="2903336" y="450813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B6C33600-82C1-65E3-79EF-0E4B4EBC10A1}"/>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B6C33600-82C1-65E3-79EF-0E4B4EBC10A1}"/>
                    </a:ext>
                  </a:extLst>
                </p:cNvPr>
                <p:cNvPicPr/>
                <p:nvPr/>
              </p:nvPicPr>
              <p:blipFill>
                <a:blip r:embed="rId5"/>
                <a:stretch>
                  <a:fillRect/>
                </a:stretch>
              </p:blipFill>
              <p:spPr>
                <a:xfrm>
                  <a:off x="3514604" y="4381776"/>
                  <a:ext cx="194706" cy="302400"/>
                </a:xfrm>
                <a:prstGeom prst="rect">
                  <a:avLst/>
                </a:prstGeom>
              </p:spPr>
            </p:pic>
          </mc:Fallback>
        </mc:AlternateContent>
      </p:grpSp>
    </p:spTree>
    <p:extLst>
      <p:ext uri="{BB962C8B-B14F-4D97-AF65-F5344CB8AC3E}">
        <p14:creationId xmlns:p14="http://schemas.microsoft.com/office/powerpoint/2010/main" val="2073077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26E93-6081-7589-981C-62D80D218E6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421FC9F-E8E2-CEB9-683F-ED5B292E8340}"/>
              </a:ext>
            </a:extLst>
          </p:cNvPr>
          <p:cNvSpPr txBox="1"/>
          <p:nvPr/>
        </p:nvSpPr>
        <p:spPr>
          <a:xfrm>
            <a:off x="148336" y="199104"/>
            <a:ext cx="11199368" cy="1938992"/>
          </a:xfrm>
          <a:prstGeom prst="rect">
            <a:avLst/>
          </a:prstGeom>
          <a:noFill/>
        </p:spPr>
        <p:txBody>
          <a:bodyPr wrap="square">
            <a:spAutoFit/>
          </a:bodyPr>
          <a:lstStyle/>
          <a:p>
            <a:r>
              <a:rPr lang="en-US" sz="2400" b="1" dirty="0">
                <a:solidFill>
                  <a:schemeClr val="accent6">
                    <a:lumMod val="60000"/>
                    <a:lumOff val="40000"/>
                  </a:schemeClr>
                </a:solidFill>
              </a:rPr>
              <a:t>Example</a:t>
            </a:r>
          </a:p>
          <a:p>
            <a:endParaRPr lang="en-US" sz="2400" b="1" dirty="0">
              <a:solidFill>
                <a:schemeClr val="accent6">
                  <a:lumMod val="60000"/>
                  <a:lumOff val="40000"/>
                </a:schemeClr>
              </a:solidFill>
            </a:endParaRPr>
          </a:p>
          <a:p>
            <a:r>
              <a:rPr lang="en-US" sz="2400" dirty="0">
                <a:solidFill>
                  <a:schemeClr val="accent6">
                    <a:lumMod val="60000"/>
                    <a:lumOff val="40000"/>
                  </a:schemeClr>
                </a:solidFill>
              </a:rPr>
              <a:t>Sentiment analysis</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Fine-tune a classifier to identify sentiment in social media related to </a:t>
            </a:r>
            <a:r>
              <a:rPr lang="en-US" sz="2400" b="1" dirty="0">
                <a:solidFill>
                  <a:schemeClr val="accent6">
                    <a:lumMod val="60000"/>
                    <a:lumOff val="40000"/>
                  </a:schemeClr>
                </a:solidFill>
              </a:rPr>
              <a:t>your products.</a:t>
            </a:r>
          </a:p>
        </p:txBody>
      </p:sp>
      <p:sp>
        <p:nvSpPr>
          <p:cNvPr id="6" name="Oval 5">
            <a:extLst>
              <a:ext uri="{FF2B5EF4-FFF2-40B4-BE49-F238E27FC236}">
                <a16:creationId xmlns:a16="http://schemas.microsoft.com/office/drawing/2014/main" id="{A0C3FC96-6962-8D1A-5B53-D6D8DCCD26A5}"/>
              </a:ext>
            </a:extLst>
          </p:cNvPr>
          <p:cNvSpPr/>
          <p:nvPr/>
        </p:nvSpPr>
        <p:spPr>
          <a:xfrm>
            <a:off x="6318504" y="2608148"/>
            <a:ext cx="3003804" cy="56375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53FACDC1-A9DE-B066-BE04-F7B7A8B0BCAA}"/>
              </a:ext>
            </a:extLst>
          </p:cNvPr>
          <p:cNvSpPr/>
          <p:nvPr/>
        </p:nvSpPr>
        <p:spPr>
          <a:xfrm>
            <a:off x="2183242" y="2467755"/>
            <a:ext cx="1251734" cy="830997"/>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8" name="Group 7">
            <a:extLst>
              <a:ext uri="{FF2B5EF4-FFF2-40B4-BE49-F238E27FC236}">
                <a16:creationId xmlns:a16="http://schemas.microsoft.com/office/drawing/2014/main" id="{835CB6A7-2F47-841C-CBCC-8DF723067D09}"/>
              </a:ext>
            </a:extLst>
          </p:cNvPr>
          <p:cNvGrpSpPr/>
          <p:nvPr/>
        </p:nvGrpSpPr>
        <p:grpSpPr>
          <a:xfrm>
            <a:off x="3809880" y="2641786"/>
            <a:ext cx="2133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8BB776F3-8E6C-CA3E-634A-F746A2D63484}"/>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8BB776F3-8E6C-CA3E-634A-F746A2D63484}"/>
                    </a:ext>
                  </a:extLst>
                </p:cNvPr>
                <p:cNvPicPr/>
                <p:nvPr/>
              </p:nvPicPr>
              <p:blipFill>
                <a:blip r:embed="rId3"/>
                <a:stretch>
                  <a:fillRect/>
                </a:stretch>
              </p:blipFill>
              <p:spPr>
                <a:xfrm>
                  <a:off x="2903336" y="4507776"/>
                  <a:ext cx="75268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DB39EF24-E30C-ED50-7341-7196EB348B6A}"/>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DB39EF24-E30C-ED50-7341-7196EB348B6A}"/>
                    </a:ext>
                  </a:extLst>
                </p:cNvPr>
                <p:cNvPicPr/>
                <p:nvPr/>
              </p:nvPicPr>
              <p:blipFill>
                <a:blip r:embed="rId5"/>
                <a:stretch>
                  <a:fillRect/>
                </a:stretch>
              </p:blipFill>
              <p:spPr>
                <a:xfrm>
                  <a:off x="3514604" y="4381392"/>
                  <a:ext cx="194706" cy="302448"/>
                </a:xfrm>
                <a:prstGeom prst="rect">
                  <a:avLst/>
                </a:prstGeom>
              </p:spPr>
            </p:pic>
          </mc:Fallback>
        </mc:AlternateContent>
      </p:grpSp>
    </p:spTree>
    <p:extLst>
      <p:ext uri="{BB962C8B-B14F-4D97-AF65-F5344CB8AC3E}">
        <p14:creationId xmlns:p14="http://schemas.microsoft.com/office/powerpoint/2010/main" val="42643054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33C7D-B5EC-CE70-7A7C-0616A581D10D}"/>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39B2A20-AFAF-6C40-474D-FEBDE05ECF54}"/>
              </a:ext>
            </a:extLst>
          </p:cNvPr>
          <p:cNvSpPr txBox="1"/>
          <p:nvPr/>
        </p:nvSpPr>
        <p:spPr>
          <a:xfrm>
            <a:off x="148336" y="199104"/>
            <a:ext cx="10292080" cy="1569660"/>
          </a:xfrm>
          <a:prstGeom prst="rect">
            <a:avLst/>
          </a:prstGeom>
          <a:noFill/>
        </p:spPr>
        <p:txBody>
          <a:bodyPr wrap="square">
            <a:spAutoFit/>
          </a:bodyPr>
          <a:lstStyle/>
          <a:p>
            <a:r>
              <a:rPr lang="en-US" sz="2400" b="1" dirty="0">
                <a:solidFill>
                  <a:schemeClr val="accent6">
                    <a:lumMod val="60000"/>
                    <a:lumOff val="40000"/>
                  </a:schemeClr>
                </a:solidFill>
              </a:rPr>
              <a:t>✅ When to use fine-tuning</a:t>
            </a:r>
          </a:p>
          <a:p>
            <a:pPr marL="342900" indent="-342900">
              <a:buFont typeface="Arial" panose="020B0604020202020204" pitchFamily="34" charset="0"/>
              <a:buChar char="•"/>
            </a:pPr>
            <a:r>
              <a:rPr lang="en-US" sz="2400" dirty="0">
                <a:solidFill>
                  <a:schemeClr val="accent6">
                    <a:lumMod val="60000"/>
                    <a:lumOff val="40000"/>
                  </a:schemeClr>
                </a:solidFill>
              </a:rPr>
              <a:t>You want </a:t>
            </a:r>
            <a:r>
              <a:rPr lang="en-US" sz="2400" b="1" dirty="0">
                <a:solidFill>
                  <a:schemeClr val="accent6">
                    <a:lumMod val="60000"/>
                    <a:lumOff val="40000"/>
                  </a:schemeClr>
                </a:solidFill>
              </a:rPr>
              <a:t>consistent style or tone</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You need </a:t>
            </a:r>
            <a:r>
              <a:rPr lang="en-US" sz="2400" b="1" dirty="0">
                <a:solidFill>
                  <a:schemeClr val="accent6">
                    <a:lumMod val="60000"/>
                    <a:lumOff val="40000"/>
                  </a:schemeClr>
                </a:solidFill>
              </a:rPr>
              <a:t>task-specific behavior</a:t>
            </a:r>
            <a:r>
              <a:rPr lang="en-US" sz="2400" dirty="0">
                <a:solidFill>
                  <a:schemeClr val="accent6">
                    <a:lumMod val="60000"/>
                    <a:lumOff val="40000"/>
                  </a:schemeClr>
                </a:solidFill>
              </a:rPr>
              <a:t> </a:t>
            </a:r>
          </a:p>
          <a:p>
            <a:pPr marL="342900" indent="-342900">
              <a:buFont typeface="Arial" panose="020B0604020202020204" pitchFamily="34" charset="0"/>
              <a:buChar char="•"/>
            </a:pPr>
            <a:r>
              <a:rPr lang="en-US" sz="2400" dirty="0">
                <a:solidFill>
                  <a:schemeClr val="accent6">
                    <a:lumMod val="60000"/>
                    <a:lumOff val="40000"/>
                  </a:schemeClr>
                </a:solidFill>
              </a:rPr>
              <a:t>You want model to follow </a:t>
            </a:r>
            <a:r>
              <a:rPr lang="en-US" sz="2400" b="1" dirty="0">
                <a:solidFill>
                  <a:schemeClr val="accent6">
                    <a:lumMod val="60000"/>
                    <a:lumOff val="40000"/>
                  </a:schemeClr>
                </a:solidFill>
              </a:rPr>
              <a:t>strict formats</a:t>
            </a:r>
          </a:p>
        </p:txBody>
      </p:sp>
      <p:sp>
        <p:nvSpPr>
          <p:cNvPr id="2" name="Oval 1">
            <a:extLst>
              <a:ext uri="{FF2B5EF4-FFF2-40B4-BE49-F238E27FC236}">
                <a16:creationId xmlns:a16="http://schemas.microsoft.com/office/drawing/2014/main" id="{B82CE82B-486D-B7D7-0BB8-9A8BE9E16818}"/>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sp>
        <p:nvSpPr>
          <p:cNvPr id="7" name="Freeform: Shape 6">
            <a:extLst>
              <a:ext uri="{FF2B5EF4-FFF2-40B4-BE49-F238E27FC236}">
                <a16:creationId xmlns:a16="http://schemas.microsoft.com/office/drawing/2014/main" id="{344E8735-9E8D-0EFD-92C1-F3B3DE41E29C}"/>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grpSp>
        <p:nvGrpSpPr>
          <p:cNvPr id="3" name="Group 2">
            <a:extLst>
              <a:ext uri="{FF2B5EF4-FFF2-40B4-BE49-F238E27FC236}">
                <a16:creationId xmlns:a16="http://schemas.microsoft.com/office/drawing/2014/main" id="{9D5EBBA6-C461-7C43-0E5A-E9303A8FAAF4}"/>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8" name="Ink 7">
                  <a:extLst>
                    <a:ext uri="{FF2B5EF4-FFF2-40B4-BE49-F238E27FC236}">
                      <a16:creationId xmlns:a16="http://schemas.microsoft.com/office/drawing/2014/main" id="{B734E104-6377-CB61-9EE1-5149FF20B4D0}"/>
                    </a:ext>
                  </a:extLst>
                </p14:cNvPr>
                <p14:cNvContentPartPr/>
                <p14:nvPr/>
              </p14:nvContentPartPr>
              <p14:xfrm>
                <a:off x="2910024" y="4525776"/>
                <a:ext cx="739440" cy="64800"/>
              </p14:xfrm>
            </p:contentPart>
          </mc:Choice>
          <mc:Fallback xmlns="">
            <p:pic>
              <p:nvPicPr>
                <p:cNvPr id="8" name="Ink 7">
                  <a:extLst>
                    <a:ext uri="{FF2B5EF4-FFF2-40B4-BE49-F238E27FC236}">
                      <a16:creationId xmlns:a16="http://schemas.microsoft.com/office/drawing/2014/main" id="{B734E104-6377-CB61-9EE1-5149FF20B4D0}"/>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8D0EC889-927D-14F3-9504-BDC018AABB00}"/>
                    </a:ext>
                  </a:extLst>
                </p14:cNvPr>
                <p14:cNvContentPartPr/>
                <p14:nvPr/>
              </p14:nvContentPartPr>
              <p14:xfrm>
                <a:off x="3521304" y="4399416"/>
                <a:ext cx="181440" cy="266760"/>
              </p14:xfrm>
            </p:contentPart>
          </mc:Choice>
          <mc:Fallback xmlns="">
            <p:pic>
              <p:nvPicPr>
                <p:cNvPr id="10" name="Ink 9">
                  <a:extLst>
                    <a:ext uri="{FF2B5EF4-FFF2-40B4-BE49-F238E27FC236}">
                      <a16:creationId xmlns:a16="http://schemas.microsoft.com/office/drawing/2014/main" id="{8D0EC889-927D-14F3-9504-BDC018AABB00}"/>
                    </a:ext>
                  </a:extLst>
                </p:cNvPr>
                <p:cNvPicPr/>
                <p:nvPr/>
              </p:nvPicPr>
              <p:blipFill>
                <a:blip r:embed="rId5"/>
                <a:stretch>
                  <a:fillRect/>
                </a:stretch>
              </p:blipFill>
              <p:spPr>
                <a:xfrm>
                  <a:off x="3503304" y="4381392"/>
                  <a:ext cx="217080" cy="302448"/>
                </a:xfrm>
                <a:prstGeom prst="rect">
                  <a:avLst/>
                </a:prstGeom>
              </p:spPr>
            </p:pic>
          </mc:Fallback>
        </mc:AlternateContent>
      </p:grpSp>
    </p:spTree>
    <p:extLst>
      <p:ext uri="{BB962C8B-B14F-4D97-AF65-F5344CB8AC3E}">
        <p14:creationId xmlns:p14="http://schemas.microsoft.com/office/powerpoint/2010/main" val="7452504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28F00-DEAD-79BD-8CA3-0A7C12A5A801}"/>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8C3F698-F21B-1D92-2FAA-F6B2AC2CD1A4}"/>
              </a:ext>
            </a:extLst>
          </p:cNvPr>
          <p:cNvSpPr txBox="1"/>
          <p:nvPr/>
        </p:nvSpPr>
        <p:spPr>
          <a:xfrm>
            <a:off x="148336" y="199104"/>
            <a:ext cx="10292080" cy="830997"/>
          </a:xfrm>
          <a:prstGeom prst="rect">
            <a:avLst/>
          </a:prstGeom>
          <a:noFill/>
        </p:spPr>
        <p:txBody>
          <a:bodyPr wrap="square">
            <a:spAutoFit/>
          </a:bodyPr>
          <a:lstStyle/>
          <a:p>
            <a:r>
              <a:rPr lang="en-US" sz="2400" dirty="0">
                <a:solidFill>
                  <a:schemeClr val="accent6">
                    <a:lumMod val="60000"/>
                    <a:lumOff val="40000"/>
                  </a:schemeClr>
                </a:solidFill>
              </a:rPr>
              <a:t>NOTE: </a:t>
            </a:r>
          </a:p>
          <a:p>
            <a:r>
              <a:rPr lang="en-US" sz="2400" dirty="0">
                <a:solidFill>
                  <a:schemeClr val="accent6">
                    <a:lumMod val="60000"/>
                    <a:lumOff val="40000"/>
                  </a:schemeClr>
                </a:solidFill>
              </a:rPr>
              <a:t>A </a:t>
            </a:r>
            <a:r>
              <a:rPr lang="en-US" sz="2400" b="1" dirty="0">
                <a:solidFill>
                  <a:schemeClr val="accent6">
                    <a:lumMod val="60000"/>
                    <a:lumOff val="40000"/>
                  </a:schemeClr>
                </a:solidFill>
              </a:rPr>
              <a:t>smaller fine-tuned</a:t>
            </a:r>
            <a:r>
              <a:rPr lang="en-US" sz="2400" dirty="0">
                <a:solidFill>
                  <a:schemeClr val="accent6">
                    <a:lumMod val="60000"/>
                    <a:lumOff val="40000"/>
                  </a:schemeClr>
                </a:solidFill>
              </a:rPr>
              <a:t> model can outperform the larger base model</a:t>
            </a:r>
          </a:p>
        </p:txBody>
      </p:sp>
      <p:sp>
        <p:nvSpPr>
          <p:cNvPr id="7" name="Freeform: Shape 6">
            <a:extLst>
              <a:ext uri="{FF2B5EF4-FFF2-40B4-BE49-F238E27FC236}">
                <a16:creationId xmlns:a16="http://schemas.microsoft.com/office/drawing/2014/main" id="{D5F35BEC-DA0B-C59D-411D-689965933345}"/>
              </a:ext>
            </a:extLst>
          </p:cNvPr>
          <p:cNvSpPr/>
          <p:nvPr/>
        </p:nvSpPr>
        <p:spPr>
          <a:xfrm>
            <a:off x="274320" y="2889504"/>
            <a:ext cx="4078224" cy="299008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
        <p:nvSpPr>
          <p:cNvPr id="3" name="Oval 2">
            <a:extLst>
              <a:ext uri="{FF2B5EF4-FFF2-40B4-BE49-F238E27FC236}">
                <a16:creationId xmlns:a16="http://schemas.microsoft.com/office/drawing/2014/main" id="{DE22D1DF-259E-1CC8-F265-D434060099F8}"/>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8" name="Group 7">
            <a:extLst>
              <a:ext uri="{FF2B5EF4-FFF2-40B4-BE49-F238E27FC236}">
                <a16:creationId xmlns:a16="http://schemas.microsoft.com/office/drawing/2014/main" id="{33A74F51-6EE3-8480-3F5C-9E35B175339E}"/>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0" name="Ink 9">
                  <a:extLst>
                    <a:ext uri="{FF2B5EF4-FFF2-40B4-BE49-F238E27FC236}">
                      <a16:creationId xmlns:a16="http://schemas.microsoft.com/office/drawing/2014/main" id="{CCD839BD-4347-462F-AC29-084818E84A94}"/>
                    </a:ext>
                  </a:extLst>
                </p14:cNvPr>
                <p14:cNvContentPartPr/>
                <p14:nvPr/>
              </p14:nvContentPartPr>
              <p14:xfrm>
                <a:off x="2910024" y="4525776"/>
                <a:ext cx="739440" cy="64800"/>
              </p14:xfrm>
            </p:contentPart>
          </mc:Choice>
          <mc:Fallback xmlns="">
            <p:pic>
              <p:nvPicPr>
                <p:cNvPr id="10" name="Ink 9">
                  <a:extLst>
                    <a:ext uri="{FF2B5EF4-FFF2-40B4-BE49-F238E27FC236}">
                      <a16:creationId xmlns:a16="http://schemas.microsoft.com/office/drawing/2014/main" id="{CCD839BD-4347-462F-AC29-084818E84A94}"/>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1" name="Ink 10">
                  <a:extLst>
                    <a:ext uri="{FF2B5EF4-FFF2-40B4-BE49-F238E27FC236}">
                      <a16:creationId xmlns:a16="http://schemas.microsoft.com/office/drawing/2014/main" id="{EFE146C4-ADD8-516C-5ED4-9A1E3F3B836A}"/>
                    </a:ext>
                  </a:extLst>
                </p14:cNvPr>
                <p14:cNvContentPartPr/>
                <p14:nvPr/>
              </p14:nvContentPartPr>
              <p14:xfrm>
                <a:off x="3521304" y="4399416"/>
                <a:ext cx="181440" cy="266760"/>
              </p14:xfrm>
            </p:contentPart>
          </mc:Choice>
          <mc:Fallback xmlns="">
            <p:pic>
              <p:nvPicPr>
                <p:cNvPr id="11" name="Ink 10">
                  <a:extLst>
                    <a:ext uri="{FF2B5EF4-FFF2-40B4-BE49-F238E27FC236}">
                      <a16:creationId xmlns:a16="http://schemas.microsoft.com/office/drawing/2014/main" id="{EFE146C4-ADD8-516C-5ED4-9A1E3F3B836A}"/>
                    </a:ext>
                  </a:extLst>
                </p:cNvPr>
                <p:cNvPicPr/>
                <p:nvPr/>
              </p:nvPicPr>
              <p:blipFill>
                <a:blip r:embed="rId5"/>
                <a:stretch>
                  <a:fillRect/>
                </a:stretch>
              </p:blipFill>
              <p:spPr>
                <a:xfrm>
                  <a:off x="3503304" y="4381392"/>
                  <a:ext cx="217080" cy="302448"/>
                </a:xfrm>
                <a:prstGeom prst="rect">
                  <a:avLst/>
                </a:prstGeom>
              </p:spPr>
            </p:pic>
          </mc:Fallback>
        </mc:AlternateContent>
      </p:grpSp>
    </p:spTree>
    <p:extLst>
      <p:ext uri="{BB962C8B-B14F-4D97-AF65-F5344CB8AC3E}">
        <p14:creationId xmlns:p14="http://schemas.microsoft.com/office/powerpoint/2010/main" val="1902430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B84CC-4929-13D9-91B2-B60EAE3A3F3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D0E6666B-181D-D4FE-2B5C-51EB40C8C5B9}"/>
              </a:ext>
            </a:extLst>
          </p:cNvPr>
          <p:cNvSpPr txBox="1"/>
          <p:nvPr/>
        </p:nvSpPr>
        <p:spPr>
          <a:xfrm>
            <a:off x="148336" y="199104"/>
            <a:ext cx="8337296" cy="6370975"/>
          </a:xfrm>
          <a:prstGeom prst="rect">
            <a:avLst/>
          </a:prstGeom>
          <a:noFill/>
        </p:spPr>
        <p:txBody>
          <a:bodyPr wrap="square">
            <a:spAutoFit/>
          </a:bodyPr>
          <a:lstStyle/>
          <a:p>
            <a:r>
              <a:rPr lang="en-US" sz="2400" b="1" dirty="0">
                <a:solidFill>
                  <a:schemeClr val="accent6">
                    <a:lumMod val="60000"/>
                    <a:lumOff val="40000"/>
                  </a:schemeClr>
                </a:solidFill>
              </a:rPr>
              <a:t>Advantage of Fine tuning over RAG: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1) When behavior matters more than knowledge</a:t>
            </a:r>
          </a:p>
          <a:p>
            <a:r>
              <a:rPr lang="en-US" sz="2400" dirty="0">
                <a:solidFill>
                  <a:schemeClr val="accent6">
                    <a:lumMod val="60000"/>
                    <a:lumOff val="40000"/>
                  </a:schemeClr>
                </a:solidFill>
              </a:rPr>
              <a:t>RAG is good at:</a:t>
            </a:r>
          </a:p>
          <a:p>
            <a:pPr marL="342900" indent="-342900">
              <a:buFont typeface="Arial" panose="020B0604020202020204" pitchFamily="34" charset="0"/>
              <a:buChar char="•"/>
            </a:pPr>
            <a:r>
              <a:rPr lang="en-US" sz="2400" dirty="0">
                <a:solidFill>
                  <a:schemeClr val="accent6">
                    <a:lumMod val="60000"/>
                    <a:lumOff val="40000"/>
                  </a:schemeClr>
                </a:solidFill>
              </a:rPr>
              <a:t>fetching facts / retrieving documents </a:t>
            </a:r>
          </a:p>
          <a:p>
            <a:pPr marL="342900" indent="-342900">
              <a:buFont typeface="Arial" panose="020B0604020202020204" pitchFamily="34" charset="0"/>
              <a:buChar char="•"/>
            </a:pPr>
            <a:r>
              <a:rPr lang="en-US" sz="2400" dirty="0">
                <a:solidFill>
                  <a:schemeClr val="accent6">
                    <a:lumMod val="60000"/>
                    <a:lumOff val="40000"/>
                  </a:schemeClr>
                </a:solidFill>
              </a:rPr>
              <a:t>But it does NOT change how the model </a:t>
            </a:r>
            <a:r>
              <a:rPr lang="en-US" sz="2400" i="1" dirty="0">
                <a:solidFill>
                  <a:schemeClr val="accent6">
                    <a:lumMod val="60000"/>
                    <a:lumOff val="40000"/>
                  </a:schemeClr>
                </a:solidFill>
              </a:rPr>
              <a:t>thinks or behaves</a:t>
            </a:r>
            <a:r>
              <a:rPr lang="en-US" sz="2400" dirty="0">
                <a:solidFill>
                  <a:schemeClr val="accent6">
                    <a:lumMod val="60000"/>
                    <a:lumOff val="40000"/>
                  </a:schemeClr>
                </a:solidFill>
              </a:rPr>
              <a:t>.</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Fine-tuning helps when you want:</a:t>
            </a:r>
          </a:p>
          <a:p>
            <a:pPr marL="342900" indent="-342900">
              <a:buFont typeface="Arial" panose="020B0604020202020204" pitchFamily="34" charset="0"/>
              <a:buChar char="•"/>
            </a:pPr>
            <a:r>
              <a:rPr lang="en-US" sz="2400" dirty="0">
                <a:solidFill>
                  <a:schemeClr val="accent6">
                    <a:lumMod val="60000"/>
                    <a:lumOff val="40000"/>
                  </a:schemeClr>
                </a:solidFill>
              </a:rPr>
              <a:t>consistent tone  + domain-specific reasoning style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Example:</a:t>
            </a:r>
          </a:p>
          <a:p>
            <a:r>
              <a:rPr lang="en-US" sz="2400" dirty="0">
                <a:solidFill>
                  <a:schemeClr val="accent6">
                    <a:lumMod val="60000"/>
                    <a:lumOff val="40000"/>
                  </a:schemeClr>
                </a:solidFill>
              </a:rPr>
              <a:t>A legal assistant bot must:</a:t>
            </a:r>
          </a:p>
          <a:p>
            <a:pPr marL="342900" indent="-342900">
              <a:buFont typeface="Arial" panose="020B0604020202020204" pitchFamily="34" charset="0"/>
              <a:buChar char="•"/>
            </a:pPr>
            <a:r>
              <a:rPr lang="en-US" sz="2400" dirty="0">
                <a:solidFill>
                  <a:schemeClr val="accent6">
                    <a:lumMod val="60000"/>
                    <a:lumOff val="40000"/>
                  </a:schemeClr>
                </a:solidFill>
              </a:rPr>
              <a:t>always respond in legal format </a:t>
            </a:r>
          </a:p>
          <a:p>
            <a:pPr marL="342900" indent="-342900">
              <a:buFont typeface="Arial" panose="020B0604020202020204" pitchFamily="34" charset="0"/>
              <a:buChar char="•"/>
            </a:pPr>
            <a:r>
              <a:rPr lang="en-US" sz="2400" dirty="0">
                <a:solidFill>
                  <a:schemeClr val="accent6">
                    <a:lumMod val="60000"/>
                    <a:lumOff val="40000"/>
                  </a:schemeClr>
                </a:solidFill>
              </a:rPr>
              <a:t>cite sections properly </a:t>
            </a:r>
          </a:p>
          <a:p>
            <a:pPr marL="342900" indent="-342900">
              <a:buFont typeface="Arial" panose="020B0604020202020204" pitchFamily="34" charset="0"/>
              <a:buChar char="•"/>
            </a:pPr>
            <a:r>
              <a:rPr lang="en-US" sz="2400" dirty="0">
                <a:solidFill>
                  <a:schemeClr val="accent6">
                    <a:lumMod val="60000"/>
                    <a:lumOff val="40000"/>
                  </a:schemeClr>
                </a:solidFill>
              </a:rPr>
              <a:t>use formal reasoning style </a:t>
            </a:r>
          </a:p>
          <a:p>
            <a:r>
              <a:rPr lang="en-US" sz="2400" dirty="0">
                <a:solidFill>
                  <a:schemeClr val="accent6">
                    <a:lumMod val="60000"/>
                    <a:lumOff val="40000"/>
                  </a:schemeClr>
                </a:solidFill>
              </a:rPr>
              <a:t>👉 RAG alone cannot guarantee this behavior</a:t>
            </a:r>
            <a:br>
              <a:rPr lang="en-US" sz="2400" dirty="0">
                <a:solidFill>
                  <a:schemeClr val="accent6">
                    <a:lumMod val="60000"/>
                    <a:lumOff val="40000"/>
                  </a:schemeClr>
                </a:solidFill>
              </a:rPr>
            </a:br>
            <a:r>
              <a:rPr lang="en-US" sz="2400" dirty="0">
                <a:solidFill>
                  <a:schemeClr val="accent6">
                    <a:lumMod val="60000"/>
                    <a:lumOff val="40000"/>
                  </a:schemeClr>
                </a:solidFill>
              </a:rPr>
              <a:t>👉 Fine-tuning teaches it permanently</a:t>
            </a:r>
          </a:p>
        </p:txBody>
      </p:sp>
      <p:sp>
        <p:nvSpPr>
          <p:cNvPr id="11" name="Oval 10">
            <a:extLst>
              <a:ext uri="{FF2B5EF4-FFF2-40B4-BE49-F238E27FC236}">
                <a16:creationId xmlns:a16="http://schemas.microsoft.com/office/drawing/2014/main" id="{65B464CF-78FC-91E9-22A1-007969381CD2}"/>
              </a:ext>
            </a:extLst>
          </p:cNvPr>
          <p:cNvSpPr/>
          <p:nvPr/>
        </p:nvSpPr>
        <p:spPr>
          <a:xfrm>
            <a:off x="9372600" y="5100696"/>
            <a:ext cx="2734056" cy="8402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33D3C230-06F9-6A09-1288-1BF7BFFC4055}"/>
              </a:ext>
            </a:extLst>
          </p:cNvPr>
          <p:cNvGrpSpPr/>
          <p:nvPr/>
        </p:nvGrpSpPr>
        <p:grpSpPr>
          <a:xfrm>
            <a:off x="8403336" y="51937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8185845F-5C03-8707-80BB-7767DA04B8CF}"/>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8185845F-5C03-8707-80BB-7767DA04B8CF}"/>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636C7884-F3AE-C9D4-4121-F723C1D044E5}"/>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636C7884-F3AE-C9D4-4121-F723C1D044E5}"/>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A1597FDB-B0D0-DFAE-EEFC-7EC7CAFC50E5}"/>
              </a:ext>
            </a:extLst>
          </p:cNvPr>
          <p:cNvSpPr/>
          <p:nvPr/>
        </p:nvSpPr>
        <p:spPr>
          <a:xfrm>
            <a:off x="6586872" y="4556736"/>
            <a:ext cx="1678079" cy="1699992"/>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
        <p:nvSpPr>
          <p:cNvPr id="2" name="Oval 1">
            <a:extLst>
              <a:ext uri="{FF2B5EF4-FFF2-40B4-BE49-F238E27FC236}">
                <a16:creationId xmlns:a16="http://schemas.microsoft.com/office/drawing/2014/main" id="{FBD55428-9B5F-1B8D-A47F-A3AEB4A7D835}"/>
              </a:ext>
            </a:extLst>
          </p:cNvPr>
          <p:cNvSpPr/>
          <p:nvPr/>
        </p:nvSpPr>
        <p:spPr>
          <a:xfrm>
            <a:off x="10013688" y="512424"/>
            <a:ext cx="1306584" cy="1124712"/>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User</a:t>
            </a:r>
          </a:p>
        </p:txBody>
      </p:sp>
      <p:sp>
        <p:nvSpPr>
          <p:cNvPr id="3" name="Oval 2">
            <a:extLst>
              <a:ext uri="{FF2B5EF4-FFF2-40B4-BE49-F238E27FC236}">
                <a16:creationId xmlns:a16="http://schemas.microsoft.com/office/drawing/2014/main" id="{92534EC1-3EE9-02C3-ADB9-E563614EA973}"/>
              </a:ext>
            </a:extLst>
          </p:cNvPr>
          <p:cNvSpPr/>
          <p:nvPr/>
        </p:nvSpPr>
        <p:spPr>
          <a:xfrm>
            <a:off x="9470136" y="2804520"/>
            <a:ext cx="2316480" cy="9692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a:p>
            <a:pPr algn="ctr"/>
            <a:r>
              <a:rPr lang="en-US" dirty="0"/>
              <a:t>(ChatGPT, </a:t>
            </a:r>
            <a:r>
              <a:rPr lang="en-US" dirty="0" err="1"/>
              <a:t>etc</a:t>
            </a:r>
            <a:r>
              <a:rPr lang="en-US" dirty="0"/>
              <a:t>)</a:t>
            </a:r>
          </a:p>
        </p:txBody>
      </p:sp>
      <p:sp>
        <p:nvSpPr>
          <p:cNvPr id="4" name="Rectangle 3">
            <a:extLst>
              <a:ext uri="{FF2B5EF4-FFF2-40B4-BE49-F238E27FC236}">
                <a16:creationId xmlns:a16="http://schemas.microsoft.com/office/drawing/2014/main" id="{F213B128-CC58-7EA2-1455-FC5F60A3746C}"/>
              </a:ext>
            </a:extLst>
          </p:cNvPr>
          <p:cNvSpPr/>
          <p:nvPr/>
        </p:nvSpPr>
        <p:spPr>
          <a:xfrm>
            <a:off x="7242048" y="2950824"/>
            <a:ext cx="1499616" cy="798576"/>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Private Data</a:t>
            </a:r>
          </a:p>
        </p:txBody>
      </p:sp>
      <p:grpSp>
        <p:nvGrpSpPr>
          <p:cNvPr id="5" name="Group 4">
            <a:extLst>
              <a:ext uri="{FF2B5EF4-FFF2-40B4-BE49-F238E27FC236}">
                <a16:creationId xmlns:a16="http://schemas.microsoft.com/office/drawing/2014/main" id="{DE4DAFDC-4661-2200-9B3B-EF8E1753AEA0}"/>
              </a:ext>
            </a:extLst>
          </p:cNvPr>
          <p:cNvGrpSpPr/>
          <p:nvPr/>
        </p:nvGrpSpPr>
        <p:grpSpPr>
          <a:xfrm>
            <a:off x="10013688" y="1710144"/>
            <a:ext cx="337680" cy="907560"/>
            <a:chOff x="9455904" y="3291696"/>
            <a:chExt cx="337680" cy="907560"/>
          </a:xfrm>
        </p:grpSpPr>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EF64DFB4-7AFB-9A7C-9F86-7EA8A1F25F0A}"/>
                    </a:ext>
                  </a:extLst>
                </p14:cNvPr>
                <p14:cNvContentPartPr/>
                <p14:nvPr/>
              </p14:nvContentPartPr>
              <p14:xfrm>
                <a:off x="9455904" y="3291696"/>
                <a:ext cx="234720" cy="851760"/>
              </p14:xfrm>
            </p:contentPart>
          </mc:Choice>
          <mc:Fallback xmlns="">
            <p:pic>
              <p:nvPicPr>
                <p:cNvPr id="8" name="Ink 7">
                  <a:extLst>
                    <a:ext uri="{FF2B5EF4-FFF2-40B4-BE49-F238E27FC236}">
                      <a16:creationId xmlns:a16="http://schemas.microsoft.com/office/drawing/2014/main" id="{88426E6E-3230-67F4-43DE-62D9D2CB0666}"/>
                    </a:ext>
                  </a:extLst>
                </p:cNvPr>
                <p:cNvPicPr/>
                <p:nvPr/>
              </p:nvPicPr>
              <p:blipFill>
                <a:blip r:embed="rId7"/>
                <a:stretch>
                  <a:fillRect/>
                </a:stretch>
              </p:blipFill>
              <p:spPr>
                <a:xfrm>
                  <a:off x="9437904" y="3273696"/>
                  <a:ext cx="270360" cy="887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EB6AF910-0D1E-3BCD-DE3F-3FE14542521E}"/>
                    </a:ext>
                  </a:extLst>
                </p14:cNvPr>
                <p14:cNvContentPartPr/>
                <p14:nvPr/>
              </p14:nvContentPartPr>
              <p14:xfrm>
                <a:off x="9515664" y="4010976"/>
                <a:ext cx="277920" cy="188280"/>
              </p14:xfrm>
            </p:contentPart>
          </mc:Choice>
          <mc:Fallback xmlns="">
            <p:pic>
              <p:nvPicPr>
                <p:cNvPr id="10" name="Ink 9">
                  <a:extLst>
                    <a:ext uri="{FF2B5EF4-FFF2-40B4-BE49-F238E27FC236}">
                      <a16:creationId xmlns:a16="http://schemas.microsoft.com/office/drawing/2014/main" id="{F899B411-75FA-99E7-D2AF-15C51AAE7A6C}"/>
                    </a:ext>
                  </a:extLst>
                </p:cNvPr>
                <p:cNvPicPr/>
                <p:nvPr/>
              </p:nvPicPr>
              <p:blipFill>
                <a:blip r:embed="rId9"/>
                <a:stretch>
                  <a:fillRect/>
                </a:stretch>
              </p:blipFill>
              <p:spPr>
                <a:xfrm>
                  <a:off x="9497664" y="3993336"/>
                  <a:ext cx="313560" cy="223920"/>
                </a:xfrm>
                <a:prstGeom prst="rect">
                  <a:avLst/>
                </a:prstGeom>
              </p:spPr>
            </p:pic>
          </mc:Fallback>
        </mc:AlternateContent>
      </p:grpSp>
      <p:grpSp>
        <p:nvGrpSpPr>
          <p:cNvPr id="8" name="Group 7">
            <a:extLst>
              <a:ext uri="{FF2B5EF4-FFF2-40B4-BE49-F238E27FC236}">
                <a16:creationId xmlns:a16="http://schemas.microsoft.com/office/drawing/2014/main" id="{BD753B27-4153-CCC6-2128-8DA776313211}"/>
              </a:ext>
            </a:extLst>
          </p:cNvPr>
          <p:cNvGrpSpPr/>
          <p:nvPr/>
        </p:nvGrpSpPr>
        <p:grpSpPr>
          <a:xfrm>
            <a:off x="8831448" y="1659744"/>
            <a:ext cx="894600" cy="563760"/>
            <a:chOff x="8273664" y="3241296"/>
            <a:chExt cx="894600" cy="563760"/>
          </a:xfrm>
        </p:grpSpPr>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33040239-D160-D1A2-56B4-61A1BC113C87}"/>
                    </a:ext>
                  </a:extLst>
                </p14:cNvPr>
                <p14:cNvContentPartPr/>
                <p14:nvPr/>
              </p14:nvContentPartPr>
              <p14:xfrm>
                <a:off x="8996904" y="3554856"/>
                <a:ext cx="20880" cy="142560"/>
              </p14:xfrm>
            </p:contentPart>
          </mc:Choice>
          <mc:Fallback xmlns="">
            <p:pic>
              <p:nvPicPr>
                <p:cNvPr id="12" name="Ink 11">
                  <a:extLst>
                    <a:ext uri="{FF2B5EF4-FFF2-40B4-BE49-F238E27FC236}">
                      <a16:creationId xmlns:a16="http://schemas.microsoft.com/office/drawing/2014/main" id="{DF432866-E2DD-21C0-213C-E528F2E45B0D}"/>
                    </a:ext>
                  </a:extLst>
                </p:cNvPr>
                <p:cNvPicPr/>
                <p:nvPr/>
              </p:nvPicPr>
              <p:blipFill>
                <a:blip r:embed="rId11"/>
                <a:stretch>
                  <a:fillRect/>
                </a:stretch>
              </p:blipFill>
              <p:spPr>
                <a:xfrm>
                  <a:off x="8979264" y="3536856"/>
                  <a:ext cx="5652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6" name="Ink 15">
                  <a:extLst>
                    <a:ext uri="{FF2B5EF4-FFF2-40B4-BE49-F238E27FC236}">
                      <a16:creationId xmlns:a16="http://schemas.microsoft.com/office/drawing/2014/main" id="{C3321625-C4D6-966C-F7A5-FC3DBF9EB76B}"/>
                    </a:ext>
                  </a:extLst>
                </p14:cNvPr>
                <p14:cNvContentPartPr/>
                <p14:nvPr/>
              </p14:nvContentPartPr>
              <p14:xfrm>
                <a:off x="8814384" y="3456216"/>
                <a:ext cx="353880" cy="348840"/>
              </p14:xfrm>
            </p:contentPart>
          </mc:Choice>
          <mc:Fallback xmlns="">
            <p:pic>
              <p:nvPicPr>
                <p:cNvPr id="13" name="Ink 12">
                  <a:extLst>
                    <a:ext uri="{FF2B5EF4-FFF2-40B4-BE49-F238E27FC236}">
                      <a16:creationId xmlns:a16="http://schemas.microsoft.com/office/drawing/2014/main" id="{43ECEBC8-7A1A-BBA0-B233-11937321D795}"/>
                    </a:ext>
                  </a:extLst>
                </p:cNvPr>
                <p:cNvPicPr/>
                <p:nvPr/>
              </p:nvPicPr>
              <p:blipFill>
                <a:blip r:embed="rId13"/>
                <a:stretch>
                  <a:fillRect/>
                </a:stretch>
              </p:blipFill>
              <p:spPr>
                <a:xfrm>
                  <a:off x="8796744" y="3438216"/>
                  <a:ext cx="389520" cy="3844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7" name="Ink 16">
                  <a:extLst>
                    <a:ext uri="{FF2B5EF4-FFF2-40B4-BE49-F238E27FC236}">
                      <a16:creationId xmlns:a16="http://schemas.microsoft.com/office/drawing/2014/main" id="{050BAF6F-49FB-02FA-C443-A75E26F03A9C}"/>
                    </a:ext>
                  </a:extLst>
                </p14:cNvPr>
                <p14:cNvContentPartPr/>
                <p14:nvPr/>
              </p14:nvContentPartPr>
              <p14:xfrm>
                <a:off x="8273664" y="3284496"/>
                <a:ext cx="142560" cy="230400"/>
              </p14:xfrm>
            </p:contentPart>
          </mc:Choice>
          <mc:Fallback xmlns="">
            <p:pic>
              <p:nvPicPr>
                <p:cNvPr id="15" name="Ink 14">
                  <a:extLst>
                    <a:ext uri="{FF2B5EF4-FFF2-40B4-BE49-F238E27FC236}">
                      <a16:creationId xmlns:a16="http://schemas.microsoft.com/office/drawing/2014/main" id="{9DB8F780-5473-A123-8886-14FDB0BAD76D}"/>
                    </a:ext>
                  </a:extLst>
                </p:cNvPr>
                <p:cNvPicPr/>
                <p:nvPr/>
              </p:nvPicPr>
              <p:blipFill>
                <a:blip r:embed="rId15"/>
                <a:stretch>
                  <a:fillRect/>
                </a:stretch>
              </p:blipFill>
              <p:spPr>
                <a:xfrm>
                  <a:off x="8256024" y="3266496"/>
                  <a:ext cx="17820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8" name="Ink 17">
                  <a:extLst>
                    <a:ext uri="{FF2B5EF4-FFF2-40B4-BE49-F238E27FC236}">
                      <a16:creationId xmlns:a16="http://schemas.microsoft.com/office/drawing/2014/main" id="{78215124-77F0-53A0-7DA8-B3F83BC4C53A}"/>
                    </a:ext>
                  </a:extLst>
                </p14:cNvPr>
                <p14:cNvContentPartPr/>
                <p14:nvPr/>
              </p14:nvContentPartPr>
              <p14:xfrm>
                <a:off x="8304264" y="3411936"/>
                <a:ext cx="70560" cy="26280"/>
              </p14:xfrm>
            </p:contentPart>
          </mc:Choice>
          <mc:Fallback xmlns="">
            <p:pic>
              <p:nvPicPr>
                <p:cNvPr id="16" name="Ink 15">
                  <a:extLst>
                    <a:ext uri="{FF2B5EF4-FFF2-40B4-BE49-F238E27FC236}">
                      <a16:creationId xmlns:a16="http://schemas.microsoft.com/office/drawing/2014/main" id="{4349F2BA-B32B-92E4-31D4-F73206289EE1}"/>
                    </a:ext>
                  </a:extLst>
                </p:cNvPr>
                <p:cNvPicPr/>
                <p:nvPr/>
              </p:nvPicPr>
              <p:blipFill>
                <a:blip r:embed="rId17"/>
                <a:stretch>
                  <a:fillRect/>
                </a:stretch>
              </p:blipFill>
              <p:spPr>
                <a:xfrm>
                  <a:off x="8286264" y="3393936"/>
                  <a:ext cx="106200" cy="61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9" name="Ink 18">
                  <a:extLst>
                    <a:ext uri="{FF2B5EF4-FFF2-40B4-BE49-F238E27FC236}">
                      <a16:creationId xmlns:a16="http://schemas.microsoft.com/office/drawing/2014/main" id="{AB717EDA-F4A1-F509-3983-6609483F13D1}"/>
                    </a:ext>
                  </a:extLst>
                </p14:cNvPr>
                <p14:cNvContentPartPr/>
                <p14:nvPr/>
              </p14:nvContentPartPr>
              <p14:xfrm>
                <a:off x="8469864" y="3337056"/>
                <a:ext cx="144000" cy="130680"/>
              </p14:xfrm>
            </p:contentPart>
          </mc:Choice>
          <mc:Fallback xmlns="">
            <p:pic>
              <p:nvPicPr>
                <p:cNvPr id="17" name="Ink 16">
                  <a:extLst>
                    <a:ext uri="{FF2B5EF4-FFF2-40B4-BE49-F238E27FC236}">
                      <a16:creationId xmlns:a16="http://schemas.microsoft.com/office/drawing/2014/main" id="{4ADADBC0-1287-633C-4540-786952FF53FB}"/>
                    </a:ext>
                  </a:extLst>
                </p:cNvPr>
                <p:cNvPicPr/>
                <p:nvPr/>
              </p:nvPicPr>
              <p:blipFill>
                <a:blip r:embed="rId19"/>
                <a:stretch>
                  <a:fillRect/>
                </a:stretch>
              </p:blipFill>
              <p:spPr>
                <a:xfrm>
                  <a:off x="8451864" y="3319056"/>
                  <a:ext cx="1796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0" name="Ink 19">
                  <a:extLst>
                    <a:ext uri="{FF2B5EF4-FFF2-40B4-BE49-F238E27FC236}">
                      <a16:creationId xmlns:a16="http://schemas.microsoft.com/office/drawing/2014/main" id="{037BBD1D-EE80-594E-3DA6-2FA1846189BE}"/>
                    </a:ext>
                  </a:extLst>
                </p14:cNvPr>
                <p14:cNvContentPartPr/>
                <p14:nvPr/>
              </p14:nvContentPartPr>
              <p14:xfrm>
                <a:off x="8612064" y="3241296"/>
                <a:ext cx="74880" cy="203400"/>
              </p14:xfrm>
            </p:contentPart>
          </mc:Choice>
          <mc:Fallback xmlns="">
            <p:pic>
              <p:nvPicPr>
                <p:cNvPr id="18" name="Ink 17">
                  <a:extLst>
                    <a:ext uri="{FF2B5EF4-FFF2-40B4-BE49-F238E27FC236}">
                      <a16:creationId xmlns:a16="http://schemas.microsoft.com/office/drawing/2014/main" id="{B132E71D-4D5E-4FA4-78C8-6A8D017BFD11}"/>
                    </a:ext>
                  </a:extLst>
                </p:cNvPr>
                <p:cNvPicPr/>
                <p:nvPr/>
              </p:nvPicPr>
              <p:blipFill>
                <a:blip r:embed="rId21"/>
                <a:stretch>
                  <a:fillRect/>
                </a:stretch>
              </p:blipFill>
              <p:spPr>
                <a:xfrm>
                  <a:off x="8594424" y="3223296"/>
                  <a:ext cx="11052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Ink 20">
                  <a:extLst>
                    <a:ext uri="{FF2B5EF4-FFF2-40B4-BE49-F238E27FC236}">
                      <a16:creationId xmlns:a16="http://schemas.microsoft.com/office/drawing/2014/main" id="{4CED4E41-C7B0-DA0F-B1AE-934BE20DA12A}"/>
                    </a:ext>
                  </a:extLst>
                </p14:cNvPr>
                <p14:cNvContentPartPr/>
                <p14:nvPr/>
              </p14:nvContentPartPr>
              <p14:xfrm>
                <a:off x="8666784" y="3316536"/>
                <a:ext cx="156240" cy="111240"/>
              </p14:xfrm>
            </p:contentPart>
          </mc:Choice>
          <mc:Fallback xmlns="">
            <p:pic>
              <p:nvPicPr>
                <p:cNvPr id="19" name="Ink 18">
                  <a:extLst>
                    <a:ext uri="{FF2B5EF4-FFF2-40B4-BE49-F238E27FC236}">
                      <a16:creationId xmlns:a16="http://schemas.microsoft.com/office/drawing/2014/main" id="{543F36F5-E3CC-23E3-985C-A9A698CD7922}"/>
                    </a:ext>
                  </a:extLst>
                </p:cNvPr>
                <p:cNvPicPr/>
                <p:nvPr/>
              </p:nvPicPr>
              <p:blipFill>
                <a:blip r:embed="rId23"/>
                <a:stretch>
                  <a:fillRect/>
                </a:stretch>
              </p:blipFill>
              <p:spPr>
                <a:xfrm>
                  <a:off x="8649144" y="3298536"/>
                  <a:ext cx="19188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2" name="Ink 21">
                  <a:extLst>
                    <a:ext uri="{FF2B5EF4-FFF2-40B4-BE49-F238E27FC236}">
                      <a16:creationId xmlns:a16="http://schemas.microsoft.com/office/drawing/2014/main" id="{C0B1AC10-BFE3-D773-A2A3-FC847DCE5C13}"/>
                    </a:ext>
                  </a:extLst>
                </p14:cNvPr>
                <p14:cNvContentPartPr/>
                <p14:nvPr/>
              </p14:nvContentPartPr>
              <p14:xfrm>
                <a:off x="8856864" y="3309696"/>
                <a:ext cx="109080" cy="93960"/>
              </p14:xfrm>
            </p:contentPart>
          </mc:Choice>
          <mc:Fallback xmlns="">
            <p:pic>
              <p:nvPicPr>
                <p:cNvPr id="20" name="Ink 19">
                  <a:extLst>
                    <a:ext uri="{FF2B5EF4-FFF2-40B4-BE49-F238E27FC236}">
                      <a16:creationId xmlns:a16="http://schemas.microsoft.com/office/drawing/2014/main" id="{10CD522A-DB0C-2138-5CC2-93A723F85761}"/>
                    </a:ext>
                  </a:extLst>
                </p:cNvPr>
                <p:cNvPicPr/>
                <p:nvPr/>
              </p:nvPicPr>
              <p:blipFill>
                <a:blip r:embed="rId25"/>
                <a:stretch>
                  <a:fillRect/>
                </a:stretch>
              </p:blipFill>
              <p:spPr>
                <a:xfrm>
                  <a:off x="8839224" y="3292056"/>
                  <a:ext cx="144720" cy="129600"/>
                </a:xfrm>
                <a:prstGeom prst="rect">
                  <a:avLst/>
                </a:prstGeom>
              </p:spPr>
            </p:pic>
          </mc:Fallback>
        </mc:AlternateContent>
      </p:grpSp>
      <p:grpSp>
        <p:nvGrpSpPr>
          <p:cNvPr id="23" name="Group 22">
            <a:extLst>
              <a:ext uri="{FF2B5EF4-FFF2-40B4-BE49-F238E27FC236}">
                <a16:creationId xmlns:a16="http://schemas.microsoft.com/office/drawing/2014/main" id="{3065AC72-7537-4D42-E50B-9E538F322BED}"/>
              </a:ext>
            </a:extLst>
          </p:cNvPr>
          <p:cNvGrpSpPr/>
          <p:nvPr/>
        </p:nvGrpSpPr>
        <p:grpSpPr>
          <a:xfrm>
            <a:off x="8869608" y="3236544"/>
            <a:ext cx="551520" cy="126360"/>
            <a:chOff x="8311824" y="4818096"/>
            <a:chExt cx="551520" cy="126360"/>
          </a:xfrm>
        </p:grpSpPr>
        <mc:AlternateContent xmlns:mc="http://schemas.openxmlformats.org/markup-compatibility/2006" xmlns:p14="http://schemas.microsoft.com/office/powerpoint/2010/main">
          <mc:Choice Requires="p14">
            <p:contentPart p14:bwMode="auto" r:id="rId26">
              <p14:nvContentPartPr>
                <p14:cNvPr id="24" name="Ink 23">
                  <a:extLst>
                    <a:ext uri="{FF2B5EF4-FFF2-40B4-BE49-F238E27FC236}">
                      <a16:creationId xmlns:a16="http://schemas.microsoft.com/office/drawing/2014/main" id="{B8747E99-F8D9-5651-EEB1-D671DE9160EF}"/>
                    </a:ext>
                  </a:extLst>
                </p14:cNvPr>
                <p14:cNvContentPartPr/>
                <p14:nvPr/>
              </p14:nvContentPartPr>
              <p14:xfrm>
                <a:off x="8311824" y="4866336"/>
                <a:ext cx="507960" cy="25920"/>
              </p14:xfrm>
            </p:contentPart>
          </mc:Choice>
          <mc:Fallback xmlns="">
            <p:pic>
              <p:nvPicPr>
                <p:cNvPr id="22" name="Ink 21">
                  <a:extLst>
                    <a:ext uri="{FF2B5EF4-FFF2-40B4-BE49-F238E27FC236}">
                      <a16:creationId xmlns:a16="http://schemas.microsoft.com/office/drawing/2014/main" id="{6C181C98-598D-3B44-6EDD-B8F12D2E9027}"/>
                    </a:ext>
                  </a:extLst>
                </p:cNvPr>
                <p:cNvPicPr/>
                <p:nvPr/>
              </p:nvPicPr>
              <p:blipFill>
                <a:blip r:embed="rId27"/>
                <a:stretch>
                  <a:fillRect/>
                </a:stretch>
              </p:blipFill>
              <p:spPr>
                <a:xfrm>
                  <a:off x="8294184" y="4848696"/>
                  <a:ext cx="54360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5" name="Ink 24">
                  <a:extLst>
                    <a:ext uri="{FF2B5EF4-FFF2-40B4-BE49-F238E27FC236}">
                      <a16:creationId xmlns:a16="http://schemas.microsoft.com/office/drawing/2014/main" id="{C0FEDFE4-EFA9-3925-0D13-CEDD1FB81711}"/>
                    </a:ext>
                  </a:extLst>
                </p14:cNvPr>
                <p14:cNvContentPartPr/>
                <p14:nvPr/>
              </p14:nvContentPartPr>
              <p14:xfrm>
                <a:off x="8685504" y="4818096"/>
                <a:ext cx="177840" cy="126360"/>
              </p14:xfrm>
            </p:contentPart>
          </mc:Choice>
          <mc:Fallback xmlns="">
            <p:pic>
              <p:nvPicPr>
                <p:cNvPr id="23" name="Ink 22">
                  <a:extLst>
                    <a:ext uri="{FF2B5EF4-FFF2-40B4-BE49-F238E27FC236}">
                      <a16:creationId xmlns:a16="http://schemas.microsoft.com/office/drawing/2014/main" id="{8AE588F6-4D65-BF1F-B26D-09620B15EB49}"/>
                    </a:ext>
                  </a:extLst>
                </p:cNvPr>
                <p:cNvPicPr/>
                <p:nvPr/>
              </p:nvPicPr>
              <p:blipFill>
                <a:blip r:embed="rId29"/>
                <a:stretch>
                  <a:fillRect/>
                </a:stretch>
              </p:blipFill>
              <p:spPr>
                <a:xfrm>
                  <a:off x="8667864" y="4800456"/>
                  <a:ext cx="213480" cy="16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
            <p14:nvContentPartPr>
              <p14:cNvPr id="26" name="Ink 25">
                <a:extLst>
                  <a:ext uri="{FF2B5EF4-FFF2-40B4-BE49-F238E27FC236}">
                    <a16:creationId xmlns:a16="http://schemas.microsoft.com/office/drawing/2014/main" id="{3E8FA6FB-24CF-3C29-53B7-DD2856D9713F}"/>
                  </a:ext>
                </a:extLst>
              </p14:cNvPr>
              <p14:cNvContentPartPr/>
              <p14:nvPr/>
            </p14:nvContentPartPr>
            <p14:xfrm>
              <a:off x="10798848" y="1734264"/>
              <a:ext cx="304920" cy="844920"/>
            </p14:xfrm>
          </p:contentPart>
        </mc:Choice>
        <mc:Fallback xmlns="">
          <p:pic>
            <p:nvPicPr>
              <p:cNvPr id="26" name="Ink 25">
                <a:extLst>
                  <a:ext uri="{FF2B5EF4-FFF2-40B4-BE49-F238E27FC236}">
                    <a16:creationId xmlns:a16="http://schemas.microsoft.com/office/drawing/2014/main" id="{3E8FA6FB-24CF-3C29-53B7-DD2856D9713F}"/>
                  </a:ext>
                </a:extLst>
              </p:cNvPr>
              <p:cNvPicPr/>
              <p:nvPr/>
            </p:nvPicPr>
            <p:blipFill>
              <a:blip r:embed="rId31"/>
              <a:stretch>
                <a:fillRect/>
              </a:stretch>
            </p:blipFill>
            <p:spPr>
              <a:xfrm>
                <a:off x="10780848" y="1716264"/>
                <a:ext cx="340560" cy="880560"/>
              </a:xfrm>
              <a:prstGeom prst="rect">
                <a:avLst/>
              </a:prstGeom>
            </p:spPr>
          </p:pic>
        </mc:Fallback>
      </mc:AlternateContent>
      <p:grpSp>
        <p:nvGrpSpPr>
          <p:cNvPr id="27" name="Group 26">
            <a:extLst>
              <a:ext uri="{FF2B5EF4-FFF2-40B4-BE49-F238E27FC236}">
                <a16:creationId xmlns:a16="http://schemas.microsoft.com/office/drawing/2014/main" id="{9696B533-4321-DB9F-B48F-9680B9D70EC4}"/>
              </a:ext>
            </a:extLst>
          </p:cNvPr>
          <p:cNvGrpSpPr/>
          <p:nvPr/>
        </p:nvGrpSpPr>
        <p:grpSpPr>
          <a:xfrm>
            <a:off x="8722368" y="2643984"/>
            <a:ext cx="853560" cy="329760"/>
            <a:chOff x="8164584" y="4225536"/>
            <a:chExt cx="853560" cy="329760"/>
          </a:xfrm>
        </p:grpSpPr>
        <mc:AlternateContent xmlns:mc="http://schemas.openxmlformats.org/markup-compatibility/2006" xmlns:p14="http://schemas.microsoft.com/office/powerpoint/2010/main">
          <mc:Choice Requires="p14">
            <p:contentPart p14:bwMode="auto" r:id="rId32">
              <p14:nvContentPartPr>
                <p14:cNvPr id="28" name="Ink 27">
                  <a:extLst>
                    <a:ext uri="{FF2B5EF4-FFF2-40B4-BE49-F238E27FC236}">
                      <a16:creationId xmlns:a16="http://schemas.microsoft.com/office/drawing/2014/main" id="{636CEB7A-702A-8C57-C83D-992AB3B57874}"/>
                    </a:ext>
                  </a:extLst>
                </p14:cNvPr>
                <p14:cNvContentPartPr/>
                <p14:nvPr/>
              </p14:nvContentPartPr>
              <p14:xfrm>
                <a:off x="8262864" y="4345416"/>
                <a:ext cx="185400" cy="106560"/>
              </p14:xfrm>
            </p:contentPart>
          </mc:Choice>
          <mc:Fallback xmlns="">
            <p:pic>
              <p:nvPicPr>
                <p:cNvPr id="29" name="Ink 28">
                  <a:extLst>
                    <a:ext uri="{FF2B5EF4-FFF2-40B4-BE49-F238E27FC236}">
                      <a16:creationId xmlns:a16="http://schemas.microsoft.com/office/drawing/2014/main" id="{0CCAAC7A-3C96-E70F-3231-D613E1FF9C44}"/>
                    </a:ext>
                  </a:extLst>
                </p:cNvPr>
                <p:cNvPicPr/>
                <p:nvPr/>
              </p:nvPicPr>
              <p:blipFill>
                <a:blip r:embed="rId33"/>
                <a:stretch>
                  <a:fillRect/>
                </a:stretch>
              </p:blipFill>
              <p:spPr>
                <a:xfrm>
                  <a:off x="8244864" y="4327416"/>
                  <a:ext cx="2210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9" name="Ink 28">
                  <a:extLst>
                    <a:ext uri="{FF2B5EF4-FFF2-40B4-BE49-F238E27FC236}">
                      <a16:creationId xmlns:a16="http://schemas.microsoft.com/office/drawing/2014/main" id="{3F9779D4-C9CC-84B1-A5BB-7ED0EB72E33E}"/>
                    </a:ext>
                  </a:extLst>
                </p14:cNvPr>
                <p14:cNvContentPartPr/>
                <p14:nvPr/>
              </p14:nvContentPartPr>
              <p14:xfrm>
                <a:off x="8164584" y="4249296"/>
                <a:ext cx="378000" cy="298440"/>
              </p14:xfrm>
            </p:contentPart>
          </mc:Choice>
          <mc:Fallback xmlns="">
            <p:pic>
              <p:nvPicPr>
                <p:cNvPr id="30" name="Ink 29">
                  <a:extLst>
                    <a:ext uri="{FF2B5EF4-FFF2-40B4-BE49-F238E27FC236}">
                      <a16:creationId xmlns:a16="http://schemas.microsoft.com/office/drawing/2014/main" id="{10ADA723-8238-C03C-1854-C5C46704874D}"/>
                    </a:ext>
                  </a:extLst>
                </p:cNvPr>
                <p:cNvPicPr/>
                <p:nvPr/>
              </p:nvPicPr>
              <p:blipFill>
                <a:blip r:embed="rId35"/>
                <a:stretch>
                  <a:fillRect/>
                </a:stretch>
              </p:blipFill>
              <p:spPr>
                <a:xfrm>
                  <a:off x="8146584" y="4231656"/>
                  <a:ext cx="41364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0" name="Ink 29">
                  <a:extLst>
                    <a:ext uri="{FF2B5EF4-FFF2-40B4-BE49-F238E27FC236}">
                      <a16:creationId xmlns:a16="http://schemas.microsoft.com/office/drawing/2014/main" id="{9DC64346-0A29-A2EC-42B7-C7756540FF08}"/>
                    </a:ext>
                  </a:extLst>
                </p14:cNvPr>
                <p14:cNvContentPartPr/>
                <p14:nvPr/>
              </p14:nvContentPartPr>
              <p14:xfrm>
                <a:off x="8740224" y="4314096"/>
                <a:ext cx="177120" cy="158760"/>
              </p14:xfrm>
            </p:contentPart>
          </mc:Choice>
          <mc:Fallback xmlns="">
            <p:pic>
              <p:nvPicPr>
                <p:cNvPr id="31" name="Ink 30">
                  <a:extLst>
                    <a:ext uri="{FF2B5EF4-FFF2-40B4-BE49-F238E27FC236}">
                      <a16:creationId xmlns:a16="http://schemas.microsoft.com/office/drawing/2014/main" id="{6AB49C60-6662-8017-B0A6-CDC9C9F8C472}"/>
                    </a:ext>
                  </a:extLst>
                </p:cNvPr>
                <p:cNvPicPr/>
                <p:nvPr/>
              </p:nvPicPr>
              <p:blipFill>
                <a:blip r:embed="rId37"/>
                <a:stretch>
                  <a:fillRect/>
                </a:stretch>
              </p:blipFill>
              <p:spPr>
                <a:xfrm>
                  <a:off x="8722224" y="4296096"/>
                  <a:ext cx="212760" cy="1944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1" name="Ink 30">
                  <a:extLst>
                    <a:ext uri="{FF2B5EF4-FFF2-40B4-BE49-F238E27FC236}">
                      <a16:creationId xmlns:a16="http://schemas.microsoft.com/office/drawing/2014/main" id="{A9C10B44-FE15-426C-6B7D-C61B2A1B60A3}"/>
                    </a:ext>
                  </a:extLst>
                </p14:cNvPr>
                <p14:cNvContentPartPr/>
                <p14:nvPr/>
              </p14:nvContentPartPr>
              <p14:xfrm>
                <a:off x="8640144" y="4225536"/>
                <a:ext cx="378000" cy="329760"/>
              </p14:xfrm>
            </p:contentPart>
          </mc:Choice>
          <mc:Fallback xmlns="">
            <p:pic>
              <p:nvPicPr>
                <p:cNvPr id="32" name="Ink 31">
                  <a:extLst>
                    <a:ext uri="{FF2B5EF4-FFF2-40B4-BE49-F238E27FC236}">
                      <a16:creationId xmlns:a16="http://schemas.microsoft.com/office/drawing/2014/main" id="{54C9E551-A748-36C0-E991-22F3FA161BD1}"/>
                    </a:ext>
                  </a:extLst>
                </p:cNvPr>
                <p:cNvPicPr/>
                <p:nvPr/>
              </p:nvPicPr>
              <p:blipFill>
                <a:blip r:embed="rId39"/>
                <a:stretch>
                  <a:fillRect/>
                </a:stretch>
              </p:blipFill>
              <p:spPr>
                <a:xfrm>
                  <a:off x="8622504" y="4207896"/>
                  <a:ext cx="413640" cy="365400"/>
                </a:xfrm>
                <a:prstGeom prst="rect">
                  <a:avLst/>
                </a:prstGeom>
              </p:spPr>
            </p:pic>
          </mc:Fallback>
        </mc:AlternateContent>
      </p:grpSp>
      <p:grpSp>
        <p:nvGrpSpPr>
          <p:cNvPr id="32" name="Group 31">
            <a:extLst>
              <a:ext uri="{FF2B5EF4-FFF2-40B4-BE49-F238E27FC236}">
                <a16:creationId xmlns:a16="http://schemas.microsoft.com/office/drawing/2014/main" id="{6899278C-4BB8-9EB8-D5A2-9EF21F70F946}"/>
              </a:ext>
            </a:extLst>
          </p:cNvPr>
          <p:cNvGrpSpPr/>
          <p:nvPr/>
        </p:nvGrpSpPr>
        <p:grpSpPr>
          <a:xfrm>
            <a:off x="11073888" y="2012544"/>
            <a:ext cx="426600" cy="320040"/>
            <a:chOff x="10516104" y="3594096"/>
            <a:chExt cx="426600" cy="320040"/>
          </a:xfrm>
        </p:grpSpPr>
        <mc:AlternateContent xmlns:mc="http://schemas.openxmlformats.org/markup-compatibility/2006" xmlns:p14="http://schemas.microsoft.com/office/powerpoint/2010/main">
          <mc:Choice Requires="p14">
            <p:contentPart p14:bwMode="auto" r:id="rId40">
              <p14:nvContentPartPr>
                <p14:cNvPr id="33" name="Ink 32">
                  <a:extLst>
                    <a:ext uri="{FF2B5EF4-FFF2-40B4-BE49-F238E27FC236}">
                      <a16:creationId xmlns:a16="http://schemas.microsoft.com/office/drawing/2014/main" id="{5E942094-A3E9-9FB7-C160-7F4DE4E2C263}"/>
                    </a:ext>
                  </a:extLst>
                </p14:cNvPr>
                <p14:cNvContentPartPr/>
                <p14:nvPr/>
              </p14:nvContentPartPr>
              <p14:xfrm>
                <a:off x="10616184" y="3692016"/>
                <a:ext cx="156240" cy="156600"/>
              </p14:xfrm>
            </p:contentPart>
          </mc:Choice>
          <mc:Fallback xmlns="">
            <p:pic>
              <p:nvPicPr>
                <p:cNvPr id="34" name="Ink 33">
                  <a:extLst>
                    <a:ext uri="{FF2B5EF4-FFF2-40B4-BE49-F238E27FC236}">
                      <a16:creationId xmlns:a16="http://schemas.microsoft.com/office/drawing/2014/main" id="{B6ED7EA7-3CA2-677A-61F7-A8921532BB1C}"/>
                    </a:ext>
                  </a:extLst>
                </p:cNvPr>
                <p:cNvPicPr/>
                <p:nvPr/>
              </p:nvPicPr>
              <p:blipFill>
                <a:blip r:embed="rId41"/>
                <a:stretch>
                  <a:fillRect/>
                </a:stretch>
              </p:blipFill>
              <p:spPr>
                <a:xfrm>
                  <a:off x="10598544" y="3674376"/>
                  <a:ext cx="191880" cy="1922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4" name="Ink 33">
                  <a:extLst>
                    <a:ext uri="{FF2B5EF4-FFF2-40B4-BE49-F238E27FC236}">
                      <a16:creationId xmlns:a16="http://schemas.microsoft.com/office/drawing/2014/main" id="{34F71E24-9A79-C464-A5B1-FA5B7B346EE1}"/>
                    </a:ext>
                  </a:extLst>
                </p14:cNvPr>
                <p14:cNvContentPartPr/>
                <p14:nvPr/>
              </p14:nvContentPartPr>
              <p14:xfrm>
                <a:off x="10516104" y="3594096"/>
                <a:ext cx="426600" cy="320040"/>
              </p14:xfrm>
            </p:contentPart>
          </mc:Choice>
          <mc:Fallback xmlns="">
            <p:pic>
              <p:nvPicPr>
                <p:cNvPr id="35" name="Ink 34">
                  <a:extLst>
                    <a:ext uri="{FF2B5EF4-FFF2-40B4-BE49-F238E27FC236}">
                      <a16:creationId xmlns:a16="http://schemas.microsoft.com/office/drawing/2014/main" id="{1EA7B2CC-21B6-2802-DC85-59D99004FD8F}"/>
                    </a:ext>
                  </a:extLst>
                </p:cNvPr>
                <p:cNvPicPr/>
                <p:nvPr/>
              </p:nvPicPr>
              <p:blipFill>
                <a:blip r:embed="rId43"/>
                <a:stretch>
                  <a:fillRect/>
                </a:stretch>
              </p:blipFill>
              <p:spPr>
                <a:xfrm>
                  <a:off x="10498464" y="3576456"/>
                  <a:ext cx="462240" cy="355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35" name="Ink 34">
                <a:extLst>
                  <a:ext uri="{FF2B5EF4-FFF2-40B4-BE49-F238E27FC236}">
                    <a16:creationId xmlns:a16="http://schemas.microsoft.com/office/drawing/2014/main" id="{C9490484-5CD3-6E24-C8B6-5433F343010C}"/>
                  </a:ext>
                </a:extLst>
              </p14:cNvPr>
              <p14:cNvContentPartPr/>
              <p14:nvPr/>
            </p14:nvContentPartPr>
            <p14:xfrm>
              <a:off x="10325448" y="774504"/>
              <a:ext cx="60480" cy="47520"/>
            </p14:xfrm>
          </p:contentPart>
        </mc:Choice>
        <mc:Fallback xmlns="">
          <p:pic>
            <p:nvPicPr>
              <p:cNvPr id="35" name="Ink 34">
                <a:extLst>
                  <a:ext uri="{FF2B5EF4-FFF2-40B4-BE49-F238E27FC236}">
                    <a16:creationId xmlns:a16="http://schemas.microsoft.com/office/drawing/2014/main" id="{C9490484-5CD3-6E24-C8B6-5433F343010C}"/>
                  </a:ext>
                </a:extLst>
              </p:cNvPr>
              <p:cNvPicPr/>
              <p:nvPr/>
            </p:nvPicPr>
            <p:blipFill>
              <a:blip r:embed="rId45"/>
              <a:stretch>
                <a:fillRect/>
              </a:stretch>
            </p:blipFill>
            <p:spPr>
              <a:xfrm>
                <a:off x="10307340" y="756504"/>
                <a:ext cx="96333"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6" name="Ink 35">
                <a:extLst>
                  <a:ext uri="{FF2B5EF4-FFF2-40B4-BE49-F238E27FC236}">
                    <a16:creationId xmlns:a16="http://schemas.microsoft.com/office/drawing/2014/main" id="{6E89D9A1-036C-91A5-D907-3B2FC2997B28}"/>
                  </a:ext>
                </a:extLst>
              </p14:cNvPr>
              <p14:cNvContentPartPr/>
              <p14:nvPr/>
            </p14:nvContentPartPr>
            <p14:xfrm>
              <a:off x="10898208" y="806904"/>
              <a:ext cx="65520" cy="30960"/>
            </p14:xfrm>
          </p:contentPart>
        </mc:Choice>
        <mc:Fallback xmlns="">
          <p:pic>
            <p:nvPicPr>
              <p:cNvPr id="36" name="Ink 35">
                <a:extLst>
                  <a:ext uri="{FF2B5EF4-FFF2-40B4-BE49-F238E27FC236}">
                    <a16:creationId xmlns:a16="http://schemas.microsoft.com/office/drawing/2014/main" id="{6E89D9A1-036C-91A5-D907-3B2FC2997B28}"/>
                  </a:ext>
                </a:extLst>
              </p:cNvPr>
              <p:cNvPicPr/>
              <p:nvPr/>
            </p:nvPicPr>
            <p:blipFill>
              <a:blip r:embed="rId47"/>
              <a:stretch>
                <a:fillRect/>
              </a:stretch>
            </p:blipFill>
            <p:spPr>
              <a:xfrm>
                <a:off x="10880208" y="788904"/>
                <a:ext cx="101160" cy="66600"/>
              </a:xfrm>
              <a:prstGeom prst="rect">
                <a:avLst/>
              </a:prstGeom>
            </p:spPr>
          </p:pic>
        </mc:Fallback>
      </mc:AlternateContent>
      <p:grpSp>
        <p:nvGrpSpPr>
          <p:cNvPr id="37" name="Group 36">
            <a:extLst>
              <a:ext uri="{FF2B5EF4-FFF2-40B4-BE49-F238E27FC236}">
                <a16:creationId xmlns:a16="http://schemas.microsoft.com/office/drawing/2014/main" id="{284F2A36-05BC-072F-7039-E3263B4B4C44}"/>
              </a:ext>
            </a:extLst>
          </p:cNvPr>
          <p:cNvGrpSpPr/>
          <p:nvPr/>
        </p:nvGrpSpPr>
        <p:grpSpPr>
          <a:xfrm>
            <a:off x="10160208" y="1179504"/>
            <a:ext cx="894240" cy="239040"/>
            <a:chOff x="9602424" y="2761056"/>
            <a:chExt cx="894240" cy="239040"/>
          </a:xfrm>
        </p:grpSpPr>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AAC011E2-0C6B-F74D-5BB2-BB3A79A01EF9}"/>
                    </a:ext>
                  </a:extLst>
                </p14:cNvPr>
                <p14:cNvContentPartPr/>
                <p14:nvPr/>
              </p14:nvContentPartPr>
              <p14:xfrm>
                <a:off x="9790344" y="2848896"/>
                <a:ext cx="651600" cy="151200"/>
              </p14:xfrm>
            </p:contentPart>
          </mc:Choice>
          <mc:Fallback xmlns="">
            <p:pic>
              <p:nvPicPr>
                <p:cNvPr id="40" name="Ink 39">
                  <a:extLst>
                    <a:ext uri="{FF2B5EF4-FFF2-40B4-BE49-F238E27FC236}">
                      <a16:creationId xmlns:a16="http://schemas.microsoft.com/office/drawing/2014/main" id="{A51581A7-6284-89DA-3365-1C060C962501}"/>
                    </a:ext>
                  </a:extLst>
                </p:cNvPr>
                <p:cNvPicPr/>
                <p:nvPr/>
              </p:nvPicPr>
              <p:blipFill>
                <a:blip r:embed="rId49"/>
                <a:stretch>
                  <a:fillRect/>
                </a:stretch>
              </p:blipFill>
              <p:spPr>
                <a:xfrm>
                  <a:off x="9772344" y="2830896"/>
                  <a:ext cx="68724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B0851A65-C34D-0773-8992-C70473A15E4D}"/>
                    </a:ext>
                  </a:extLst>
                </p14:cNvPr>
                <p14:cNvContentPartPr/>
                <p14:nvPr/>
              </p14:nvContentPartPr>
              <p14:xfrm>
                <a:off x="10414584" y="2804616"/>
                <a:ext cx="82080" cy="87480"/>
              </p14:xfrm>
            </p:contentPart>
          </mc:Choice>
          <mc:Fallback xmlns="">
            <p:pic>
              <p:nvPicPr>
                <p:cNvPr id="41" name="Ink 40">
                  <a:extLst>
                    <a:ext uri="{FF2B5EF4-FFF2-40B4-BE49-F238E27FC236}">
                      <a16:creationId xmlns:a16="http://schemas.microsoft.com/office/drawing/2014/main" id="{6951254D-881E-D11D-2245-ADEF168194B2}"/>
                    </a:ext>
                  </a:extLst>
                </p:cNvPr>
                <p:cNvPicPr/>
                <p:nvPr/>
              </p:nvPicPr>
              <p:blipFill>
                <a:blip r:embed="rId51"/>
                <a:stretch>
                  <a:fillRect/>
                </a:stretch>
              </p:blipFill>
              <p:spPr>
                <a:xfrm>
                  <a:off x="10396944" y="2786616"/>
                  <a:ext cx="1177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CB833FF5-A3D6-43AB-0A67-7FE900EE1469}"/>
                    </a:ext>
                  </a:extLst>
                </p14:cNvPr>
                <p14:cNvContentPartPr/>
                <p14:nvPr/>
              </p14:nvContentPartPr>
              <p14:xfrm>
                <a:off x="9706464" y="2821536"/>
                <a:ext cx="114480" cy="86760"/>
              </p14:xfrm>
            </p:contentPart>
          </mc:Choice>
          <mc:Fallback xmlns="">
            <p:pic>
              <p:nvPicPr>
                <p:cNvPr id="43" name="Ink 42">
                  <a:extLst>
                    <a:ext uri="{FF2B5EF4-FFF2-40B4-BE49-F238E27FC236}">
                      <a16:creationId xmlns:a16="http://schemas.microsoft.com/office/drawing/2014/main" id="{D87A8007-C872-ED75-9F29-A0D2D116C65B}"/>
                    </a:ext>
                  </a:extLst>
                </p:cNvPr>
                <p:cNvPicPr/>
                <p:nvPr/>
              </p:nvPicPr>
              <p:blipFill>
                <a:blip r:embed="rId53"/>
                <a:stretch>
                  <a:fillRect/>
                </a:stretch>
              </p:blipFill>
              <p:spPr>
                <a:xfrm>
                  <a:off x="9688464" y="2803536"/>
                  <a:ext cx="15012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1" name="Ink 40">
                  <a:extLst>
                    <a:ext uri="{FF2B5EF4-FFF2-40B4-BE49-F238E27FC236}">
                      <a16:creationId xmlns:a16="http://schemas.microsoft.com/office/drawing/2014/main" id="{730D94FC-B648-619D-85ED-BBD0927CA40A}"/>
                    </a:ext>
                  </a:extLst>
                </p14:cNvPr>
                <p14:cNvContentPartPr/>
                <p14:nvPr/>
              </p14:nvContentPartPr>
              <p14:xfrm>
                <a:off x="9602424" y="2761056"/>
                <a:ext cx="181800" cy="105480"/>
              </p14:xfrm>
            </p:contentPart>
          </mc:Choice>
          <mc:Fallback xmlns="">
            <p:pic>
              <p:nvPicPr>
                <p:cNvPr id="44" name="Ink 43">
                  <a:extLst>
                    <a:ext uri="{FF2B5EF4-FFF2-40B4-BE49-F238E27FC236}">
                      <a16:creationId xmlns:a16="http://schemas.microsoft.com/office/drawing/2014/main" id="{D5E4451B-F3DC-6488-5BC9-7BE98F3548E0}"/>
                    </a:ext>
                  </a:extLst>
                </p:cNvPr>
                <p:cNvPicPr/>
                <p:nvPr/>
              </p:nvPicPr>
              <p:blipFill>
                <a:blip r:embed="rId55"/>
                <a:stretch>
                  <a:fillRect/>
                </a:stretch>
              </p:blipFill>
              <p:spPr>
                <a:xfrm>
                  <a:off x="9584424" y="2743416"/>
                  <a:ext cx="217440" cy="141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6">
            <p14:nvContentPartPr>
              <p14:cNvPr id="42" name="Ink 41">
                <a:extLst>
                  <a:ext uri="{FF2B5EF4-FFF2-40B4-BE49-F238E27FC236}">
                    <a16:creationId xmlns:a16="http://schemas.microsoft.com/office/drawing/2014/main" id="{132C04DF-12BC-4AB8-BF47-1FF085FCCB9B}"/>
                  </a:ext>
                </a:extLst>
              </p14:cNvPr>
              <p14:cNvContentPartPr/>
              <p14:nvPr/>
            </p14:nvContentPartPr>
            <p14:xfrm>
              <a:off x="10290528" y="772704"/>
              <a:ext cx="96480" cy="78480"/>
            </p14:xfrm>
          </p:contentPart>
        </mc:Choice>
        <mc:Fallback xmlns="">
          <p:pic>
            <p:nvPicPr>
              <p:cNvPr id="42" name="Ink 41">
                <a:extLst>
                  <a:ext uri="{FF2B5EF4-FFF2-40B4-BE49-F238E27FC236}">
                    <a16:creationId xmlns:a16="http://schemas.microsoft.com/office/drawing/2014/main" id="{132C04DF-12BC-4AB8-BF47-1FF085FCCB9B}"/>
                  </a:ext>
                </a:extLst>
              </p:cNvPr>
              <p:cNvPicPr/>
              <p:nvPr/>
            </p:nvPicPr>
            <p:blipFill>
              <a:blip r:embed="rId57"/>
              <a:stretch>
                <a:fillRect/>
              </a:stretch>
            </p:blipFill>
            <p:spPr>
              <a:xfrm>
                <a:off x="10272528" y="754704"/>
                <a:ext cx="13212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3" name="Ink 42">
                <a:extLst>
                  <a:ext uri="{FF2B5EF4-FFF2-40B4-BE49-F238E27FC236}">
                    <a16:creationId xmlns:a16="http://schemas.microsoft.com/office/drawing/2014/main" id="{79A1DAE2-6962-5200-C3F8-C274039F3C62}"/>
                  </a:ext>
                </a:extLst>
              </p14:cNvPr>
              <p14:cNvContentPartPr/>
              <p14:nvPr/>
            </p14:nvContentPartPr>
            <p14:xfrm>
              <a:off x="10856088" y="786744"/>
              <a:ext cx="97920" cy="93240"/>
            </p14:xfrm>
          </p:contentPart>
        </mc:Choice>
        <mc:Fallback xmlns="">
          <p:pic>
            <p:nvPicPr>
              <p:cNvPr id="43" name="Ink 42">
                <a:extLst>
                  <a:ext uri="{FF2B5EF4-FFF2-40B4-BE49-F238E27FC236}">
                    <a16:creationId xmlns:a16="http://schemas.microsoft.com/office/drawing/2014/main" id="{79A1DAE2-6962-5200-C3F8-C274039F3C62}"/>
                  </a:ext>
                </a:extLst>
              </p:cNvPr>
              <p:cNvPicPr/>
              <p:nvPr/>
            </p:nvPicPr>
            <p:blipFill>
              <a:blip r:embed="rId59"/>
              <a:stretch>
                <a:fillRect/>
              </a:stretch>
            </p:blipFill>
            <p:spPr>
              <a:xfrm>
                <a:off x="10838088" y="768744"/>
                <a:ext cx="133560" cy="128880"/>
              </a:xfrm>
              <a:prstGeom prst="rect">
                <a:avLst/>
              </a:prstGeom>
            </p:spPr>
          </p:pic>
        </mc:Fallback>
      </mc:AlternateContent>
    </p:spTree>
    <p:extLst>
      <p:ext uri="{BB962C8B-B14F-4D97-AF65-F5344CB8AC3E}">
        <p14:creationId xmlns:p14="http://schemas.microsoft.com/office/powerpoint/2010/main" val="1785913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46FEB-D231-0629-D8ED-5B8339BCA253}"/>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6304719E-BC05-8978-B171-67EC2252A48E}"/>
              </a:ext>
            </a:extLst>
          </p:cNvPr>
          <p:cNvSpPr txBox="1"/>
          <p:nvPr/>
        </p:nvSpPr>
        <p:spPr>
          <a:xfrm>
            <a:off x="148336" y="199104"/>
            <a:ext cx="11720576" cy="5632311"/>
          </a:xfrm>
          <a:prstGeom prst="rect">
            <a:avLst/>
          </a:prstGeom>
          <a:noFill/>
        </p:spPr>
        <p:txBody>
          <a:bodyPr wrap="square">
            <a:spAutoFit/>
          </a:bodyPr>
          <a:lstStyle/>
          <a:p>
            <a:r>
              <a:rPr lang="en-US" sz="2400" b="1" dirty="0">
                <a:solidFill>
                  <a:schemeClr val="accent6">
                    <a:lumMod val="60000"/>
                    <a:lumOff val="40000"/>
                  </a:schemeClr>
                </a:solidFill>
              </a:rPr>
              <a:t>Advantage of Fine tuning over RAG: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Question to Loxford Academy: </a:t>
            </a:r>
          </a:p>
          <a:p>
            <a:r>
              <a:rPr lang="en-US" sz="2400" dirty="0">
                <a:solidFill>
                  <a:schemeClr val="accent6">
                    <a:lumMod val="60000"/>
                    <a:lumOff val="40000"/>
                  </a:schemeClr>
                </a:solidFill>
              </a:rPr>
              <a:t>“Can I get a refund for a failed UPI transaction that is older than 7 days but marked as ‘debited’ in my account?”</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RAG</a:t>
            </a:r>
            <a:r>
              <a:rPr lang="en-US" sz="2400" dirty="0">
                <a:solidFill>
                  <a:schemeClr val="accent6">
                    <a:lumMod val="60000"/>
                    <a:lumOff val="40000"/>
                  </a:schemeClr>
                </a:solidFill>
              </a:rPr>
              <a:t> : “According to policy, refunds are processed within 5–7 working days. Please contact support if your issue persists.”             </a:t>
            </a:r>
            <a:r>
              <a:rPr lang="en-US" sz="2400" dirty="0">
                <a:solidFill>
                  <a:schemeClr val="accent4">
                    <a:lumMod val="60000"/>
                    <a:lumOff val="40000"/>
                  </a:schemeClr>
                </a:solidFill>
              </a:rPr>
              <a:t>(-&gt; does not sound like trained human agent)</a:t>
            </a:r>
          </a:p>
          <a:p>
            <a:endParaRPr lang="en-US" sz="2400" dirty="0">
              <a:solidFill>
                <a:schemeClr val="accent6">
                  <a:lumMod val="60000"/>
                  <a:lumOff val="40000"/>
                </a:schemeClr>
              </a:solidFill>
            </a:endParaRPr>
          </a:p>
          <a:p>
            <a:r>
              <a:rPr lang="en-US" sz="2400" b="1" dirty="0">
                <a:solidFill>
                  <a:schemeClr val="accent6">
                    <a:lumMod val="60000"/>
                    <a:lumOff val="40000"/>
                  </a:schemeClr>
                </a:solidFill>
              </a:rPr>
              <a:t>Fine tuned </a:t>
            </a:r>
            <a:r>
              <a:rPr lang="en-US" sz="2400" dirty="0">
                <a:solidFill>
                  <a:schemeClr val="accent6">
                    <a:lumMod val="60000"/>
                    <a:lumOff val="40000"/>
                  </a:schemeClr>
                </a:solidFill>
              </a:rPr>
              <a:t>: “Thank you for reaching out. Since your UPI transaction is older than 7 days and still marked as debited, it is outside the automatic refund window and may require manual reconciliation.</a:t>
            </a:r>
          </a:p>
          <a:p>
            <a:r>
              <a:rPr lang="en-US" sz="2400" dirty="0">
                <a:solidFill>
                  <a:schemeClr val="accent6">
                    <a:lumMod val="60000"/>
                    <a:lumOff val="40000"/>
                  </a:schemeClr>
                </a:solidFill>
              </a:rPr>
              <a:t>Please raise a dispute through your bank’s support so the internal team can review and assist you further. Such cases are typically resolved once escalated.”                            </a:t>
            </a:r>
          </a:p>
          <a:p>
            <a:r>
              <a:rPr lang="en-US" sz="2400" dirty="0">
                <a:solidFill>
                  <a:schemeClr val="accent4">
                    <a:lumMod val="60000"/>
                    <a:lumOff val="40000"/>
                  </a:schemeClr>
                </a:solidFill>
              </a:rPr>
              <a:t>(-&gt; does sound like a trained human agent)</a:t>
            </a:r>
          </a:p>
        </p:txBody>
      </p:sp>
    </p:spTree>
    <p:extLst>
      <p:ext uri="{BB962C8B-B14F-4D97-AF65-F5344CB8AC3E}">
        <p14:creationId xmlns:p14="http://schemas.microsoft.com/office/powerpoint/2010/main" val="34626957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479512-11C9-913F-CF05-ABC6BD9D981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B878292-0942-2F7B-7AE1-A5E171598109}"/>
              </a:ext>
            </a:extLst>
          </p:cNvPr>
          <p:cNvSpPr txBox="1"/>
          <p:nvPr/>
        </p:nvSpPr>
        <p:spPr>
          <a:xfrm>
            <a:off x="148336" y="199104"/>
            <a:ext cx="11757152" cy="5632311"/>
          </a:xfrm>
          <a:prstGeom prst="rect">
            <a:avLst/>
          </a:prstGeom>
          <a:noFill/>
        </p:spPr>
        <p:txBody>
          <a:bodyPr wrap="square">
            <a:spAutoFit/>
          </a:bodyPr>
          <a:lstStyle/>
          <a:p>
            <a:r>
              <a:rPr lang="en-US" sz="2400" b="1" dirty="0">
                <a:solidFill>
                  <a:schemeClr val="accent6">
                    <a:lumMod val="60000"/>
                    <a:lumOff val="40000"/>
                  </a:schemeClr>
                </a:solidFill>
              </a:rPr>
              <a:t>Advantage of Fine tuning over RAG: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2.  Lower latency (faster inference)</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RAG pipeline adds overhead:</a:t>
            </a:r>
          </a:p>
          <a:p>
            <a:r>
              <a:rPr lang="en-US" sz="2400" dirty="0">
                <a:solidFill>
                  <a:schemeClr val="accent6">
                    <a:lumMod val="60000"/>
                    <a:lumOff val="40000"/>
                  </a:schemeClr>
                </a:solidFill>
              </a:rPr>
              <a:t>embedding query + vector search + retrieving documents </a:t>
            </a:r>
          </a:p>
          <a:p>
            <a:r>
              <a:rPr lang="en-US" sz="2400" dirty="0">
                <a:solidFill>
                  <a:schemeClr val="accent6">
                    <a:lumMod val="60000"/>
                    <a:lumOff val="40000"/>
                  </a:schemeClr>
                </a:solidFill>
              </a:rPr>
              <a:t>+ injecting context into prompt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Fine-tuned model:</a:t>
            </a:r>
          </a:p>
          <a:p>
            <a:pPr marL="342900" indent="-342900">
              <a:buFont typeface="Arial" panose="020B0604020202020204" pitchFamily="34" charset="0"/>
              <a:buChar char="•"/>
            </a:pPr>
            <a:r>
              <a:rPr lang="en-US" sz="2400" dirty="0">
                <a:solidFill>
                  <a:schemeClr val="accent6">
                    <a:lumMod val="60000"/>
                    <a:lumOff val="40000"/>
                  </a:schemeClr>
                </a:solidFill>
              </a:rPr>
              <a:t>Just forward pass </a:t>
            </a:r>
          </a:p>
          <a:p>
            <a:pPr marL="342900" indent="-342900">
              <a:buFont typeface="Arial" panose="020B0604020202020204" pitchFamily="34" charset="0"/>
              <a:buChar char="•"/>
            </a:pPr>
            <a:r>
              <a:rPr lang="en-US" sz="2400" dirty="0">
                <a:solidFill>
                  <a:schemeClr val="accent6">
                    <a:lumMod val="60000"/>
                    <a:lumOff val="40000"/>
                  </a:schemeClr>
                </a:solidFill>
              </a:rPr>
              <a:t>No retrieval step </a:t>
            </a:r>
          </a:p>
          <a:p>
            <a:pPr marL="342900" indent="-342900">
              <a:buFont typeface="Arial" panose="020B0604020202020204" pitchFamily="34" charset="0"/>
              <a:buChar char="•"/>
            </a:pPr>
            <a:endParaRPr lang="en-US" sz="2400" dirty="0">
              <a:solidFill>
                <a:schemeClr val="accent6">
                  <a:lumMod val="60000"/>
                  <a:lumOff val="40000"/>
                </a:schemeClr>
              </a:solidFill>
            </a:endParaRPr>
          </a:p>
          <a:p>
            <a:r>
              <a:rPr lang="en-US" sz="2400" dirty="0">
                <a:solidFill>
                  <a:schemeClr val="accent6">
                    <a:lumMod val="60000"/>
                    <a:lumOff val="40000"/>
                  </a:schemeClr>
                </a:solidFill>
              </a:rPr>
              <a:t>✔ Faster responses</a:t>
            </a:r>
            <a:br>
              <a:rPr lang="en-US" sz="2400" dirty="0">
                <a:solidFill>
                  <a:schemeClr val="accent6">
                    <a:lumMod val="60000"/>
                    <a:lumOff val="40000"/>
                  </a:schemeClr>
                </a:solidFill>
              </a:rPr>
            </a:br>
            <a:r>
              <a:rPr lang="en-US" sz="2400" dirty="0">
                <a:solidFill>
                  <a:schemeClr val="accent6">
                    <a:lumMod val="60000"/>
                    <a:lumOff val="40000"/>
                  </a:schemeClr>
                </a:solidFill>
              </a:rPr>
              <a:t>✔ Simpler deployment</a:t>
            </a:r>
            <a:br>
              <a:rPr lang="en-US" sz="2400" dirty="0">
                <a:solidFill>
                  <a:schemeClr val="accent6">
                    <a:lumMod val="60000"/>
                    <a:lumOff val="40000"/>
                  </a:schemeClr>
                </a:solidFill>
              </a:rPr>
            </a:br>
            <a:r>
              <a:rPr lang="en-US" sz="2400" dirty="0">
                <a:solidFill>
                  <a:schemeClr val="accent6">
                    <a:lumMod val="60000"/>
                    <a:lumOff val="40000"/>
                  </a:schemeClr>
                </a:solidFill>
              </a:rPr>
              <a:t>✔ Better for real-time systems</a:t>
            </a:r>
          </a:p>
        </p:txBody>
      </p:sp>
      <p:sp>
        <p:nvSpPr>
          <p:cNvPr id="2" name="Oval 1">
            <a:extLst>
              <a:ext uri="{FF2B5EF4-FFF2-40B4-BE49-F238E27FC236}">
                <a16:creationId xmlns:a16="http://schemas.microsoft.com/office/drawing/2014/main" id="{946F3594-7590-0D22-CAAA-914D7805219F}"/>
              </a:ext>
            </a:extLst>
          </p:cNvPr>
          <p:cNvSpPr/>
          <p:nvPr/>
        </p:nvSpPr>
        <p:spPr>
          <a:xfrm>
            <a:off x="9372600" y="5100696"/>
            <a:ext cx="2734056" cy="8402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3" name="Group 2">
            <a:extLst>
              <a:ext uri="{FF2B5EF4-FFF2-40B4-BE49-F238E27FC236}">
                <a16:creationId xmlns:a16="http://schemas.microsoft.com/office/drawing/2014/main" id="{AE47F3EC-99EE-0755-3766-CE4FEDE29AD0}"/>
              </a:ext>
            </a:extLst>
          </p:cNvPr>
          <p:cNvGrpSpPr/>
          <p:nvPr/>
        </p:nvGrpSpPr>
        <p:grpSpPr>
          <a:xfrm>
            <a:off x="8403336" y="51937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8B9BD9FB-FD9A-C2B7-D1FE-FF91C11D04FE}"/>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8185845F-5C03-8707-80BB-7767DA04B8CF}"/>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678275CE-1D44-A892-E3DA-C83794CEB8E7}"/>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636C7884-F3AE-C9D4-4121-F723C1D044E5}"/>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6" name="Freeform: Shape 5">
            <a:extLst>
              <a:ext uri="{FF2B5EF4-FFF2-40B4-BE49-F238E27FC236}">
                <a16:creationId xmlns:a16="http://schemas.microsoft.com/office/drawing/2014/main" id="{8F6955E7-E2EE-7797-7214-FF22DECCA3E8}"/>
              </a:ext>
            </a:extLst>
          </p:cNvPr>
          <p:cNvSpPr/>
          <p:nvPr/>
        </p:nvSpPr>
        <p:spPr>
          <a:xfrm>
            <a:off x="6586872" y="4556736"/>
            <a:ext cx="1678079" cy="1699992"/>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
        <p:nvSpPr>
          <p:cNvPr id="7" name="Oval 6">
            <a:extLst>
              <a:ext uri="{FF2B5EF4-FFF2-40B4-BE49-F238E27FC236}">
                <a16:creationId xmlns:a16="http://schemas.microsoft.com/office/drawing/2014/main" id="{A27741EB-A990-A7CE-5300-E6A9ECDC7407}"/>
              </a:ext>
            </a:extLst>
          </p:cNvPr>
          <p:cNvSpPr/>
          <p:nvPr/>
        </p:nvSpPr>
        <p:spPr>
          <a:xfrm>
            <a:off x="10013688" y="512424"/>
            <a:ext cx="1306584" cy="1124712"/>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User</a:t>
            </a:r>
          </a:p>
        </p:txBody>
      </p:sp>
      <p:sp>
        <p:nvSpPr>
          <p:cNvPr id="8" name="Oval 7">
            <a:extLst>
              <a:ext uri="{FF2B5EF4-FFF2-40B4-BE49-F238E27FC236}">
                <a16:creationId xmlns:a16="http://schemas.microsoft.com/office/drawing/2014/main" id="{CB08212A-AECB-022C-94A6-EDB95A73D806}"/>
              </a:ext>
            </a:extLst>
          </p:cNvPr>
          <p:cNvSpPr/>
          <p:nvPr/>
        </p:nvSpPr>
        <p:spPr>
          <a:xfrm>
            <a:off x="9470136" y="2804520"/>
            <a:ext cx="2316480" cy="969264"/>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a:p>
            <a:pPr algn="ctr"/>
            <a:r>
              <a:rPr lang="en-US" dirty="0"/>
              <a:t>(ChatGPT, </a:t>
            </a:r>
            <a:r>
              <a:rPr lang="en-US" dirty="0" err="1"/>
              <a:t>etc</a:t>
            </a:r>
            <a:r>
              <a:rPr lang="en-US" dirty="0"/>
              <a:t>)</a:t>
            </a:r>
          </a:p>
        </p:txBody>
      </p:sp>
      <p:sp>
        <p:nvSpPr>
          <p:cNvPr id="10" name="Rectangle 9">
            <a:extLst>
              <a:ext uri="{FF2B5EF4-FFF2-40B4-BE49-F238E27FC236}">
                <a16:creationId xmlns:a16="http://schemas.microsoft.com/office/drawing/2014/main" id="{BDADEC14-7315-026C-1A71-5069E730B4A8}"/>
              </a:ext>
            </a:extLst>
          </p:cNvPr>
          <p:cNvSpPr/>
          <p:nvPr/>
        </p:nvSpPr>
        <p:spPr>
          <a:xfrm>
            <a:off x="7242048" y="2950824"/>
            <a:ext cx="1499616" cy="798576"/>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Private Data</a:t>
            </a:r>
          </a:p>
        </p:txBody>
      </p:sp>
      <p:grpSp>
        <p:nvGrpSpPr>
          <p:cNvPr id="16" name="Group 15">
            <a:extLst>
              <a:ext uri="{FF2B5EF4-FFF2-40B4-BE49-F238E27FC236}">
                <a16:creationId xmlns:a16="http://schemas.microsoft.com/office/drawing/2014/main" id="{257B26C2-BA61-BFE2-6469-43D9915B3C3A}"/>
              </a:ext>
            </a:extLst>
          </p:cNvPr>
          <p:cNvGrpSpPr/>
          <p:nvPr/>
        </p:nvGrpSpPr>
        <p:grpSpPr>
          <a:xfrm>
            <a:off x="10013688" y="1710144"/>
            <a:ext cx="337680" cy="907560"/>
            <a:chOff x="9455904" y="3291696"/>
            <a:chExt cx="337680" cy="907560"/>
          </a:xfrm>
        </p:grpSpPr>
        <mc:AlternateContent xmlns:mc="http://schemas.openxmlformats.org/markup-compatibility/2006" xmlns:p14="http://schemas.microsoft.com/office/powerpoint/2010/main">
          <mc:Choice Requires="p14">
            <p:contentPart p14:bwMode="auto" r:id="rId6">
              <p14:nvContentPartPr>
                <p14:cNvPr id="17" name="Ink 16">
                  <a:extLst>
                    <a:ext uri="{FF2B5EF4-FFF2-40B4-BE49-F238E27FC236}">
                      <a16:creationId xmlns:a16="http://schemas.microsoft.com/office/drawing/2014/main" id="{CE52D536-E660-8C72-EDD6-F0CA4C7A3CB7}"/>
                    </a:ext>
                  </a:extLst>
                </p14:cNvPr>
                <p14:cNvContentPartPr/>
                <p14:nvPr/>
              </p14:nvContentPartPr>
              <p14:xfrm>
                <a:off x="9455904" y="3291696"/>
                <a:ext cx="234720" cy="851760"/>
              </p14:xfrm>
            </p:contentPart>
          </mc:Choice>
          <mc:Fallback xmlns="">
            <p:pic>
              <p:nvPicPr>
                <p:cNvPr id="8" name="Ink 7">
                  <a:extLst>
                    <a:ext uri="{FF2B5EF4-FFF2-40B4-BE49-F238E27FC236}">
                      <a16:creationId xmlns:a16="http://schemas.microsoft.com/office/drawing/2014/main" id="{88426E6E-3230-67F4-43DE-62D9D2CB0666}"/>
                    </a:ext>
                  </a:extLst>
                </p:cNvPr>
                <p:cNvPicPr/>
                <p:nvPr/>
              </p:nvPicPr>
              <p:blipFill>
                <a:blip r:embed="rId7"/>
                <a:stretch>
                  <a:fillRect/>
                </a:stretch>
              </p:blipFill>
              <p:spPr>
                <a:xfrm>
                  <a:off x="9437904" y="3273696"/>
                  <a:ext cx="270360" cy="887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8" name="Ink 17">
                  <a:extLst>
                    <a:ext uri="{FF2B5EF4-FFF2-40B4-BE49-F238E27FC236}">
                      <a16:creationId xmlns:a16="http://schemas.microsoft.com/office/drawing/2014/main" id="{2C919557-E170-793C-A471-E472725465F5}"/>
                    </a:ext>
                  </a:extLst>
                </p14:cNvPr>
                <p14:cNvContentPartPr/>
                <p14:nvPr/>
              </p14:nvContentPartPr>
              <p14:xfrm>
                <a:off x="9515664" y="4010976"/>
                <a:ext cx="277920" cy="188280"/>
              </p14:xfrm>
            </p:contentPart>
          </mc:Choice>
          <mc:Fallback xmlns="">
            <p:pic>
              <p:nvPicPr>
                <p:cNvPr id="10" name="Ink 9">
                  <a:extLst>
                    <a:ext uri="{FF2B5EF4-FFF2-40B4-BE49-F238E27FC236}">
                      <a16:creationId xmlns:a16="http://schemas.microsoft.com/office/drawing/2014/main" id="{F899B411-75FA-99E7-D2AF-15C51AAE7A6C}"/>
                    </a:ext>
                  </a:extLst>
                </p:cNvPr>
                <p:cNvPicPr/>
                <p:nvPr/>
              </p:nvPicPr>
              <p:blipFill>
                <a:blip r:embed="rId9"/>
                <a:stretch>
                  <a:fillRect/>
                </a:stretch>
              </p:blipFill>
              <p:spPr>
                <a:xfrm>
                  <a:off x="9497664" y="3993336"/>
                  <a:ext cx="313560" cy="223920"/>
                </a:xfrm>
                <a:prstGeom prst="rect">
                  <a:avLst/>
                </a:prstGeom>
              </p:spPr>
            </p:pic>
          </mc:Fallback>
        </mc:AlternateContent>
      </p:grpSp>
      <p:grpSp>
        <p:nvGrpSpPr>
          <p:cNvPr id="19" name="Group 18">
            <a:extLst>
              <a:ext uri="{FF2B5EF4-FFF2-40B4-BE49-F238E27FC236}">
                <a16:creationId xmlns:a16="http://schemas.microsoft.com/office/drawing/2014/main" id="{08F37B8E-880F-71B7-606C-EBBBFAA8FD96}"/>
              </a:ext>
            </a:extLst>
          </p:cNvPr>
          <p:cNvGrpSpPr/>
          <p:nvPr/>
        </p:nvGrpSpPr>
        <p:grpSpPr>
          <a:xfrm>
            <a:off x="8831448" y="1659744"/>
            <a:ext cx="894600" cy="563760"/>
            <a:chOff x="8273664" y="3241296"/>
            <a:chExt cx="894600" cy="563760"/>
          </a:xfrm>
        </p:grpSpPr>
        <mc:AlternateContent xmlns:mc="http://schemas.openxmlformats.org/markup-compatibility/2006" xmlns:p14="http://schemas.microsoft.com/office/powerpoint/2010/main">
          <mc:Choice Requires="p14">
            <p:contentPart p14:bwMode="auto" r:id="rId10">
              <p14:nvContentPartPr>
                <p14:cNvPr id="20" name="Ink 19">
                  <a:extLst>
                    <a:ext uri="{FF2B5EF4-FFF2-40B4-BE49-F238E27FC236}">
                      <a16:creationId xmlns:a16="http://schemas.microsoft.com/office/drawing/2014/main" id="{3E4F78DF-6778-BA25-35CC-D5E562C6E796}"/>
                    </a:ext>
                  </a:extLst>
                </p14:cNvPr>
                <p14:cNvContentPartPr/>
                <p14:nvPr/>
              </p14:nvContentPartPr>
              <p14:xfrm>
                <a:off x="8996904" y="3554856"/>
                <a:ext cx="20880" cy="142560"/>
              </p14:xfrm>
            </p:contentPart>
          </mc:Choice>
          <mc:Fallback xmlns="">
            <p:pic>
              <p:nvPicPr>
                <p:cNvPr id="12" name="Ink 11">
                  <a:extLst>
                    <a:ext uri="{FF2B5EF4-FFF2-40B4-BE49-F238E27FC236}">
                      <a16:creationId xmlns:a16="http://schemas.microsoft.com/office/drawing/2014/main" id="{DF432866-E2DD-21C0-213C-E528F2E45B0D}"/>
                    </a:ext>
                  </a:extLst>
                </p:cNvPr>
                <p:cNvPicPr/>
                <p:nvPr/>
              </p:nvPicPr>
              <p:blipFill>
                <a:blip r:embed="rId11"/>
                <a:stretch>
                  <a:fillRect/>
                </a:stretch>
              </p:blipFill>
              <p:spPr>
                <a:xfrm>
                  <a:off x="8979264" y="3536856"/>
                  <a:ext cx="5652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1" name="Ink 20">
                  <a:extLst>
                    <a:ext uri="{FF2B5EF4-FFF2-40B4-BE49-F238E27FC236}">
                      <a16:creationId xmlns:a16="http://schemas.microsoft.com/office/drawing/2014/main" id="{609E6E86-9ACE-4F37-F5F4-D24C1DF5D69D}"/>
                    </a:ext>
                  </a:extLst>
                </p14:cNvPr>
                <p14:cNvContentPartPr/>
                <p14:nvPr/>
              </p14:nvContentPartPr>
              <p14:xfrm>
                <a:off x="8814384" y="3456216"/>
                <a:ext cx="353880" cy="348840"/>
              </p14:xfrm>
            </p:contentPart>
          </mc:Choice>
          <mc:Fallback xmlns="">
            <p:pic>
              <p:nvPicPr>
                <p:cNvPr id="13" name="Ink 12">
                  <a:extLst>
                    <a:ext uri="{FF2B5EF4-FFF2-40B4-BE49-F238E27FC236}">
                      <a16:creationId xmlns:a16="http://schemas.microsoft.com/office/drawing/2014/main" id="{43ECEBC8-7A1A-BBA0-B233-11937321D795}"/>
                    </a:ext>
                  </a:extLst>
                </p:cNvPr>
                <p:cNvPicPr/>
                <p:nvPr/>
              </p:nvPicPr>
              <p:blipFill>
                <a:blip r:embed="rId13"/>
                <a:stretch>
                  <a:fillRect/>
                </a:stretch>
              </p:blipFill>
              <p:spPr>
                <a:xfrm>
                  <a:off x="8796744" y="3438216"/>
                  <a:ext cx="389520" cy="3844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2" name="Ink 21">
                  <a:extLst>
                    <a:ext uri="{FF2B5EF4-FFF2-40B4-BE49-F238E27FC236}">
                      <a16:creationId xmlns:a16="http://schemas.microsoft.com/office/drawing/2014/main" id="{26E48C65-77DD-F461-E3C2-D941A4122CD0}"/>
                    </a:ext>
                  </a:extLst>
                </p14:cNvPr>
                <p14:cNvContentPartPr/>
                <p14:nvPr/>
              </p14:nvContentPartPr>
              <p14:xfrm>
                <a:off x="8273664" y="3284496"/>
                <a:ext cx="142560" cy="230400"/>
              </p14:xfrm>
            </p:contentPart>
          </mc:Choice>
          <mc:Fallback xmlns="">
            <p:pic>
              <p:nvPicPr>
                <p:cNvPr id="15" name="Ink 14">
                  <a:extLst>
                    <a:ext uri="{FF2B5EF4-FFF2-40B4-BE49-F238E27FC236}">
                      <a16:creationId xmlns:a16="http://schemas.microsoft.com/office/drawing/2014/main" id="{9DB8F780-5473-A123-8886-14FDB0BAD76D}"/>
                    </a:ext>
                  </a:extLst>
                </p:cNvPr>
                <p:cNvPicPr/>
                <p:nvPr/>
              </p:nvPicPr>
              <p:blipFill>
                <a:blip r:embed="rId15"/>
                <a:stretch>
                  <a:fillRect/>
                </a:stretch>
              </p:blipFill>
              <p:spPr>
                <a:xfrm>
                  <a:off x="8256024" y="3266496"/>
                  <a:ext cx="178200" cy="266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3" name="Ink 22">
                  <a:extLst>
                    <a:ext uri="{FF2B5EF4-FFF2-40B4-BE49-F238E27FC236}">
                      <a16:creationId xmlns:a16="http://schemas.microsoft.com/office/drawing/2014/main" id="{C17C0576-E4A0-2A7C-87F4-CA4C368F61B5}"/>
                    </a:ext>
                  </a:extLst>
                </p14:cNvPr>
                <p14:cNvContentPartPr/>
                <p14:nvPr/>
              </p14:nvContentPartPr>
              <p14:xfrm>
                <a:off x="8304264" y="3411936"/>
                <a:ext cx="70560" cy="26280"/>
              </p14:xfrm>
            </p:contentPart>
          </mc:Choice>
          <mc:Fallback xmlns="">
            <p:pic>
              <p:nvPicPr>
                <p:cNvPr id="16" name="Ink 15">
                  <a:extLst>
                    <a:ext uri="{FF2B5EF4-FFF2-40B4-BE49-F238E27FC236}">
                      <a16:creationId xmlns:a16="http://schemas.microsoft.com/office/drawing/2014/main" id="{4349F2BA-B32B-92E4-31D4-F73206289EE1}"/>
                    </a:ext>
                  </a:extLst>
                </p:cNvPr>
                <p:cNvPicPr/>
                <p:nvPr/>
              </p:nvPicPr>
              <p:blipFill>
                <a:blip r:embed="rId17"/>
                <a:stretch>
                  <a:fillRect/>
                </a:stretch>
              </p:blipFill>
              <p:spPr>
                <a:xfrm>
                  <a:off x="8286264" y="3393936"/>
                  <a:ext cx="106200" cy="61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4" name="Ink 23">
                  <a:extLst>
                    <a:ext uri="{FF2B5EF4-FFF2-40B4-BE49-F238E27FC236}">
                      <a16:creationId xmlns:a16="http://schemas.microsoft.com/office/drawing/2014/main" id="{ABDB0088-E85D-C8F1-0487-747FFC6927C7}"/>
                    </a:ext>
                  </a:extLst>
                </p14:cNvPr>
                <p14:cNvContentPartPr/>
                <p14:nvPr/>
              </p14:nvContentPartPr>
              <p14:xfrm>
                <a:off x="8469864" y="3337056"/>
                <a:ext cx="144000" cy="130680"/>
              </p14:xfrm>
            </p:contentPart>
          </mc:Choice>
          <mc:Fallback xmlns="">
            <p:pic>
              <p:nvPicPr>
                <p:cNvPr id="17" name="Ink 16">
                  <a:extLst>
                    <a:ext uri="{FF2B5EF4-FFF2-40B4-BE49-F238E27FC236}">
                      <a16:creationId xmlns:a16="http://schemas.microsoft.com/office/drawing/2014/main" id="{4ADADBC0-1287-633C-4540-786952FF53FB}"/>
                    </a:ext>
                  </a:extLst>
                </p:cNvPr>
                <p:cNvPicPr/>
                <p:nvPr/>
              </p:nvPicPr>
              <p:blipFill>
                <a:blip r:embed="rId19"/>
                <a:stretch>
                  <a:fillRect/>
                </a:stretch>
              </p:blipFill>
              <p:spPr>
                <a:xfrm>
                  <a:off x="8451864" y="3319056"/>
                  <a:ext cx="179640" cy="166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5" name="Ink 24">
                  <a:extLst>
                    <a:ext uri="{FF2B5EF4-FFF2-40B4-BE49-F238E27FC236}">
                      <a16:creationId xmlns:a16="http://schemas.microsoft.com/office/drawing/2014/main" id="{F90EE80D-338D-53D4-8076-A281B23D7822}"/>
                    </a:ext>
                  </a:extLst>
                </p14:cNvPr>
                <p14:cNvContentPartPr/>
                <p14:nvPr/>
              </p14:nvContentPartPr>
              <p14:xfrm>
                <a:off x="8612064" y="3241296"/>
                <a:ext cx="74880" cy="203400"/>
              </p14:xfrm>
            </p:contentPart>
          </mc:Choice>
          <mc:Fallback xmlns="">
            <p:pic>
              <p:nvPicPr>
                <p:cNvPr id="18" name="Ink 17">
                  <a:extLst>
                    <a:ext uri="{FF2B5EF4-FFF2-40B4-BE49-F238E27FC236}">
                      <a16:creationId xmlns:a16="http://schemas.microsoft.com/office/drawing/2014/main" id="{B132E71D-4D5E-4FA4-78C8-6A8D017BFD11}"/>
                    </a:ext>
                  </a:extLst>
                </p:cNvPr>
                <p:cNvPicPr/>
                <p:nvPr/>
              </p:nvPicPr>
              <p:blipFill>
                <a:blip r:embed="rId21"/>
                <a:stretch>
                  <a:fillRect/>
                </a:stretch>
              </p:blipFill>
              <p:spPr>
                <a:xfrm>
                  <a:off x="8594424" y="3223296"/>
                  <a:ext cx="11052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6" name="Ink 25">
                  <a:extLst>
                    <a:ext uri="{FF2B5EF4-FFF2-40B4-BE49-F238E27FC236}">
                      <a16:creationId xmlns:a16="http://schemas.microsoft.com/office/drawing/2014/main" id="{43A603D8-CC40-B2CF-62EA-8271A34F3948}"/>
                    </a:ext>
                  </a:extLst>
                </p14:cNvPr>
                <p14:cNvContentPartPr/>
                <p14:nvPr/>
              </p14:nvContentPartPr>
              <p14:xfrm>
                <a:off x="8666784" y="3316536"/>
                <a:ext cx="156240" cy="111240"/>
              </p14:xfrm>
            </p:contentPart>
          </mc:Choice>
          <mc:Fallback xmlns="">
            <p:pic>
              <p:nvPicPr>
                <p:cNvPr id="19" name="Ink 18">
                  <a:extLst>
                    <a:ext uri="{FF2B5EF4-FFF2-40B4-BE49-F238E27FC236}">
                      <a16:creationId xmlns:a16="http://schemas.microsoft.com/office/drawing/2014/main" id="{543F36F5-E3CC-23E3-985C-A9A698CD7922}"/>
                    </a:ext>
                  </a:extLst>
                </p:cNvPr>
                <p:cNvPicPr/>
                <p:nvPr/>
              </p:nvPicPr>
              <p:blipFill>
                <a:blip r:embed="rId23"/>
                <a:stretch>
                  <a:fillRect/>
                </a:stretch>
              </p:blipFill>
              <p:spPr>
                <a:xfrm>
                  <a:off x="8649144" y="3298536"/>
                  <a:ext cx="19188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7" name="Ink 26">
                  <a:extLst>
                    <a:ext uri="{FF2B5EF4-FFF2-40B4-BE49-F238E27FC236}">
                      <a16:creationId xmlns:a16="http://schemas.microsoft.com/office/drawing/2014/main" id="{C19618F2-A8D3-A4F6-324E-C92C8C2E3280}"/>
                    </a:ext>
                  </a:extLst>
                </p14:cNvPr>
                <p14:cNvContentPartPr/>
                <p14:nvPr/>
              </p14:nvContentPartPr>
              <p14:xfrm>
                <a:off x="8856864" y="3309696"/>
                <a:ext cx="109080" cy="93960"/>
              </p14:xfrm>
            </p:contentPart>
          </mc:Choice>
          <mc:Fallback xmlns="">
            <p:pic>
              <p:nvPicPr>
                <p:cNvPr id="20" name="Ink 19">
                  <a:extLst>
                    <a:ext uri="{FF2B5EF4-FFF2-40B4-BE49-F238E27FC236}">
                      <a16:creationId xmlns:a16="http://schemas.microsoft.com/office/drawing/2014/main" id="{10CD522A-DB0C-2138-5CC2-93A723F85761}"/>
                    </a:ext>
                  </a:extLst>
                </p:cNvPr>
                <p:cNvPicPr/>
                <p:nvPr/>
              </p:nvPicPr>
              <p:blipFill>
                <a:blip r:embed="rId25"/>
                <a:stretch>
                  <a:fillRect/>
                </a:stretch>
              </p:blipFill>
              <p:spPr>
                <a:xfrm>
                  <a:off x="8839224" y="3292056"/>
                  <a:ext cx="144720" cy="129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6">
            <p14:nvContentPartPr>
              <p14:cNvPr id="28" name="Ink 27">
                <a:extLst>
                  <a:ext uri="{FF2B5EF4-FFF2-40B4-BE49-F238E27FC236}">
                    <a16:creationId xmlns:a16="http://schemas.microsoft.com/office/drawing/2014/main" id="{E1B2E237-7B78-219D-12C6-2068C74E742F}"/>
                  </a:ext>
                </a:extLst>
              </p14:cNvPr>
              <p14:cNvContentPartPr/>
              <p14:nvPr/>
            </p14:nvContentPartPr>
            <p14:xfrm>
              <a:off x="10798848" y="1734264"/>
              <a:ext cx="304920" cy="844920"/>
            </p14:xfrm>
          </p:contentPart>
        </mc:Choice>
        <mc:Fallback xmlns="">
          <p:pic>
            <p:nvPicPr>
              <p:cNvPr id="28" name="Ink 27">
                <a:extLst>
                  <a:ext uri="{FF2B5EF4-FFF2-40B4-BE49-F238E27FC236}">
                    <a16:creationId xmlns:a16="http://schemas.microsoft.com/office/drawing/2014/main" id="{E1B2E237-7B78-219D-12C6-2068C74E742F}"/>
                  </a:ext>
                </a:extLst>
              </p:cNvPr>
              <p:cNvPicPr/>
              <p:nvPr/>
            </p:nvPicPr>
            <p:blipFill>
              <a:blip r:embed="rId27"/>
              <a:stretch>
                <a:fillRect/>
              </a:stretch>
            </p:blipFill>
            <p:spPr>
              <a:xfrm>
                <a:off x="10780848" y="1716264"/>
                <a:ext cx="340560" cy="880560"/>
              </a:xfrm>
              <a:prstGeom prst="rect">
                <a:avLst/>
              </a:prstGeom>
            </p:spPr>
          </p:pic>
        </mc:Fallback>
      </mc:AlternateContent>
      <p:grpSp>
        <p:nvGrpSpPr>
          <p:cNvPr id="29" name="Group 28">
            <a:extLst>
              <a:ext uri="{FF2B5EF4-FFF2-40B4-BE49-F238E27FC236}">
                <a16:creationId xmlns:a16="http://schemas.microsoft.com/office/drawing/2014/main" id="{E703CB43-428D-6C76-5853-A614C0AD1E2D}"/>
              </a:ext>
            </a:extLst>
          </p:cNvPr>
          <p:cNvGrpSpPr/>
          <p:nvPr/>
        </p:nvGrpSpPr>
        <p:grpSpPr>
          <a:xfrm>
            <a:off x="8722368" y="2643984"/>
            <a:ext cx="853560" cy="329760"/>
            <a:chOff x="8164584" y="4225536"/>
            <a:chExt cx="853560" cy="329760"/>
          </a:xfrm>
        </p:grpSpPr>
        <mc:AlternateContent xmlns:mc="http://schemas.openxmlformats.org/markup-compatibility/2006" xmlns:p14="http://schemas.microsoft.com/office/powerpoint/2010/main">
          <mc:Choice Requires="p14">
            <p:contentPart p14:bwMode="auto" r:id="rId28">
              <p14:nvContentPartPr>
                <p14:cNvPr id="30" name="Ink 29">
                  <a:extLst>
                    <a:ext uri="{FF2B5EF4-FFF2-40B4-BE49-F238E27FC236}">
                      <a16:creationId xmlns:a16="http://schemas.microsoft.com/office/drawing/2014/main" id="{B7E478DE-90FC-05A7-632E-231DFC631392}"/>
                    </a:ext>
                  </a:extLst>
                </p14:cNvPr>
                <p14:cNvContentPartPr/>
                <p14:nvPr/>
              </p14:nvContentPartPr>
              <p14:xfrm>
                <a:off x="8262864" y="4345416"/>
                <a:ext cx="185400" cy="106560"/>
              </p14:xfrm>
            </p:contentPart>
          </mc:Choice>
          <mc:Fallback xmlns="">
            <p:pic>
              <p:nvPicPr>
                <p:cNvPr id="29" name="Ink 28">
                  <a:extLst>
                    <a:ext uri="{FF2B5EF4-FFF2-40B4-BE49-F238E27FC236}">
                      <a16:creationId xmlns:a16="http://schemas.microsoft.com/office/drawing/2014/main" id="{0CCAAC7A-3C96-E70F-3231-D613E1FF9C44}"/>
                    </a:ext>
                  </a:extLst>
                </p:cNvPr>
                <p:cNvPicPr/>
                <p:nvPr/>
              </p:nvPicPr>
              <p:blipFill>
                <a:blip r:embed="rId29"/>
                <a:stretch>
                  <a:fillRect/>
                </a:stretch>
              </p:blipFill>
              <p:spPr>
                <a:xfrm>
                  <a:off x="8244864" y="4327416"/>
                  <a:ext cx="2210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1" name="Ink 30">
                  <a:extLst>
                    <a:ext uri="{FF2B5EF4-FFF2-40B4-BE49-F238E27FC236}">
                      <a16:creationId xmlns:a16="http://schemas.microsoft.com/office/drawing/2014/main" id="{0BC179F8-6DB3-F800-498C-CAEB49A9E479}"/>
                    </a:ext>
                  </a:extLst>
                </p14:cNvPr>
                <p14:cNvContentPartPr/>
                <p14:nvPr/>
              </p14:nvContentPartPr>
              <p14:xfrm>
                <a:off x="8164584" y="4249296"/>
                <a:ext cx="378000" cy="298440"/>
              </p14:xfrm>
            </p:contentPart>
          </mc:Choice>
          <mc:Fallback xmlns="">
            <p:pic>
              <p:nvPicPr>
                <p:cNvPr id="30" name="Ink 29">
                  <a:extLst>
                    <a:ext uri="{FF2B5EF4-FFF2-40B4-BE49-F238E27FC236}">
                      <a16:creationId xmlns:a16="http://schemas.microsoft.com/office/drawing/2014/main" id="{10ADA723-8238-C03C-1854-C5C46704874D}"/>
                    </a:ext>
                  </a:extLst>
                </p:cNvPr>
                <p:cNvPicPr/>
                <p:nvPr/>
              </p:nvPicPr>
              <p:blipFill>
                <a:blip r:embed="rId31"/>
                <a:stretch>
                  <a:fillRect/>
                </a:stretch>
              </p:blipFill>
              <p:spPr>
                <a:xfrm>
                  <a:off x="8146584" y="4231656"/>
                  <a:ext cx="41364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2" name="Ink 31">
                  <a:extLst>
                    <a:ext uri="{FF2B5EF4-FFF2-40B4-BE49-F238E27FC236}">
                      <a16:creationId xmlns:a16="http://schemas.microsoft.com/office/drawing/2014/main" id="{AFA6D259-B218-2E18-EE01-109366D69CC3}"/>
                    </a:ext>
                  </a:extLst>
                </p14:cNvPr>
                <p14:cNvContentPartPr/>
                <p14:nvPr/>
              </p14:nvContentPartPr>
              <p14:xfrm>
                <a:off x="8740224" y="4314096"/>
                <a:ext cx="177120" cy="158760"/>
              </p14:xfrm>
            </p:contentPart>
          </mc:Choice>
          <mc:Fallback xmlns="">
            <p:pic>
              <p:nvPicPr>
                <p:cNvPr id="31" name="Ink 30">
                  <a:extLst>
                    <a:ext uri="{FF2B5EF4-FFF2-40B4-BE49-F238E27FC236}">
                      <a16:creationId xmlns:a16="http://schemas.microsoft.com/office/drawing/2014/main" id="{6AB49C60-6662-8017-B0A6-CDC9C9F8C472}"/>
                    </a:ext>
                  </a:extLst>
                </p:cNvPr>
                <p:cNvPicPr/>
                <p:nvPr/>
              </p:nvPicPr>
              <p:blipFill>
                <a:blip r:embed="rId33"/>
                <a:stretch>
                  <a:fillRect/>
                </a:stretch>
              </p:blipFill>
              <p:spPr>
                <a:xfrm>
                  <a:off x="8722224" y="4296096"/>
                  <a:ext cx="212760" cy="1944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3" name="Ink 32">
                  <a:extLst>
                    <a:ext uri="{FF2B5EF4-FFF2-40B4-BE49-F238E27FC236}">
                      <a16:creationId xmlns:a16="http://schemas.microsoft.com/office/drawing/2014/main" id="{FED6A896-8567-A397-FEB5-89D7D4DBB661}"/>
                    </a:ext>
                  </a:extLst>
                </p14:cNvPr>
                <p14:cNvContentPartPr/>
                <p14:nvPr/>
              </p14:nvContentPartPr>
              <p14:xfrm>
                <a:off x="8640144" y="4225536"/>
                <a:ext cx="378000" cy="329760"/>
              </p14:xfrm>
            </p:contentPart>
          </mc:Choice>
          <mc:Fallback xmlns="">
            <p:pic>
              <p:nvPicPr>
                <p:cNvPr id="32" name="Ink 31">
                  <a:extLst>
                    <a:ext uri="{FF2B5EF4-FFF2-40B4-BE49-F238E27FC236}">
                      <a16:creationId xmlns:a16="http://schemas.microsoft.com/office/drawing/2014/main" id="{54C9E551-A748-36C0-E991-22F3FA161BD1}"/>
                    </a:ext>
                  </a:extLst>
                </p:cNvPr>
                <p:cNvPicPr/>
                <p:nvPr/>
              </p:nvPicPr>
              <p:blipFill>
                <a:blip r:embed="rId35"/>
                <a:stretch>
                  <a:fillRect/>
                </a:stretch>
              </p:blipFill>
              <p:spPr>
                <a:xfrm>
                  <a:off x="8622504" y="4207896"/>
                  <a:ext cx="413640" cy="365400"/>
                </a:xfrm>
                <a:prstGeom prst="rect">
                  <a:avLst/>
                </a:prstGeom>
              </p:spPr>
            </p:pic>
          </mc:Fallback>
        </mc:AlternateContent>
      </p:grpSp>
      <p:grpSp>
        <p:nvGrpSpPr>
          <p:cNvPr id="34" name="Group 33">
            <a:extLst>
              <a:ext uri="{FF2B5EF4-FFF2-40B4-BE49-F238E27FC236}">
                <a16:creationId xmlns:a16="http://schemas.microsoft.com/office/drawing/2014/main" id="{E1AF4B71-F0C9-8E0E-6EB1-8173808C8019}"/>
              </a:ext>
            </a:extLst>
          </p:cNvPr>
          <p:cNvGrpSpPr/>
          <p:nvPr/>
        </p:nvGrpSpPr>
        <p:grpSpPr>
          <a:xfrm>
            <a:off x="11073888" y="2012544"/>
            <a:ext cx="426600" cy="320040"/>
            <a:chOff x="10516104" y="3594096"/>
            <a:chExt cx="426600" cy="320040"/>
          </a:xfrm>
        </p:grpSpPr>
        <mc:AlternateContent xmlns:mc="http://schemas.openxmlformats.org/markup-compatibility/2006" xmlns:p14="http://schemas.microsoft.com/office/powerpoint/2010/main">
          <mc:Choice Requires="p14">
            <p:contentPart p14:bwMode="auto" r:id="rId36">
              <p14:nvContentPartPr>
                <p14:cNvPr id="35" name="Ink 34">
                  <a:extLst>
                    <a:ext uri="{FF2B5EF4-FFF2-40B4-BE49-F238E27FC236}">
                      <a16:creationId xmlns:a16="http://schemas.microsoft.com/office/drawing/2014/main" id="{FAFAAE7F-FF20-AC13-98BA-3A68E65CB59D}"/>
                    </a:ext>
                  </a:extLst>
                </p14:cNvPr>
                <p14:cNvContentPartPr/>
                <p14:nvPr/>
              </p14:nvContentPartPr>
              <p14:xfrm>
                <a:off x="10616184" y="3692016"/>
                <a:ext cx="156240" cy="156600"/>
              </p14:xfrm>
            </p:contentPart>
          </mc:Choice>
          <mc:Fallback xmlns="">
            <p:pic>
              <p:nvPicPr>
                <p:cNvPr id="34" name="Ink 33">
                  <a:extLst>
                    <a:ext uri="{FF2B5EF4-FFF2-40B4-BE49-F238E27FC236}">
                      <a16:creationId xmlns:a16="http://schemas.microsoft.com/office/drawing/2014/main" id="{B6ED7EA7-3CA2-677A-61F7-A8921532BB1C}"/>
                    </a:ext>
                  </a:extLst>
                </p:cNvPr>
                <p:cNvPicPr/>
                <p:nvPr/>
              </p:nvPicPr>
              <p:blipFill>
                <a:blip r:embed="rId37"/>
                <a:stretch>
                  <a:fillRect/>
                </a:stretch>
              </p:blipFill>
              <p:spPr>
                <a:xfrm>
                  <a:off x="10598544" y="3674376"/>
                  <a:ext cx="191880" cy="192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6" name="Ink 35">
                  <a:extLst>
                    <a:ext uri="{FF2B5EF4-FFF2-40B4-BE49-F238E27FC236}">
                      <a16:creationId xmlns:a16="http://schemas.microsoft.com/office/drawing/2014/main" id="{87D6729D-42AD-185B-E2C9-99AF323A2A6E}"/>
                    </a:ext>
                  </a:extLst>
                </p14:cNvPr>
                <p14:cNvContentPartPr/>
                <p14:nvPr/>
              </p14:nvContentPartPr>
              <p14:xfrm>
                <a:off x="10516104" y="3594096"/>
                <a:ext cx="426600" cy="320040"/>
              </p14:xfrm>
            </p:contentPart>
          </mc:Choice>
          <mc:Fallback xmlns="">
            <p:pic>
              <p:nvPicPr>
                <p:cNvPr id="35" name="Ink 34">
                  <a:extLst>
                    <a:ext uri="{FF2B5EF4-FFF2-40B4-BE49-F238E27FC236}">
                      <a16:creationId xmlns:a16="http://schemas.microsoft.com/office/drawing/2014/main" id="{1EA7B2CC-21B6-2802-DC85-59D99004FD8F}"/>
                    </a:ext>
                  </a:extLst>
                </p:cNvPr>
                <p:cNvPicPr/>
                <p:nvPr/>
              </p:nvPicPr>
              <p:blipFill>
                <a:blip r:embed="rId39"/>
                <a:stretch>
                  <a:fillRect/>
                </a:stretch>
              </p:blipFill>
              <p:spPr>
                <a:xfrm>
                  <a:off x="10498464" y="3576456"/>
                  <a:ext cx="462240" cy="355680"/>
                </a:xfrm>
                <a:prstGeom prst="rect">
                  <a:avLst/>
                </a:prstGeom>
              </p:spPr>
            </p:pic>
          </mc:Fallback>
        </mc:AlternateContent>
      </p:grpSp>
      <p:grpSp>
        <p:nvGrpSpPr>
          <p:cNvPr id="37" name="Group 36">
            <a:extLst>
              <a:ext uri="{FF2B5EF4-FFF2-40B4-BE49-F238E27FC236}">
                <a16:creationId xmlns:a16="http://schemas.microsoft.com/office/drawing/2014/main" id="{263D69A3-8A3D-5910-8FE9-88CDBF431A9E}"/>
              </a:ext>
            </a:extLst>
          </p:cNvPr>
          <p:cNvGrpSpPr/>
          <p:nvPr/>
        </p:nvGrpSpPr>
        <p:grpSpPr>
          <a:xfrm>
            <a:off x="10160208" y="1179504"/>
            <a:ext cx="894240" cy="239040"/>
            <a:chOff x="9602424" y="2761056"/>
            <a:chExt cx="894240" cy="239040"/>
          </a:xfrm>
        </p:grpSpPr>
        <mc:AlternateContent xmlns:mc="http://schemas.openxmlformats.org/markup-compatibility/2006" xmlns:p14="http://schemas.microsoft.com/office/powerpoint/2010/main">
          <mc:Choice Requires="p14">
            <p:contentPart p14:bwMode="auto" r:id="rId40">
              <p14:nvContentPartPr>
                <p14:cNvPr id="38" name="Ink 37">
                  <a:extLst>
                    <a:ext uri="{FF2B5EF4-FFF2-40B4-BE49-F238E27FC236}">
                      <a16:creationId xmlns:a16="http://schemas.microsoft.com/office/drawing/2014/main" id="{AEE79D89-23F5-DBDE-76BD-9639D19E9F5F}"/>
                    </a:ext>
                  </a:extLst>
                </p14:cNvPr>
                <p14:cNvContentPartPr/>
                <p14:nvPr/>
              </p14:nvContentPartPr>
              <p14:xfrm>
                <a:off x="9790344" y="2848896"/>
                <a:ext cx="651600" cy="151200"/>
              </p14:xfrm>
            </p:contentPart>
          </mc:Choice>
          <mc:Fallback xmlns="">
            <p:pic>
              <p:nvPicPr>
                <p:cNvPr id="40" name="Ink 39">
                  <a:extLst>
                    <a:ext uri="{FF2B5EF4-FFF2-40B4-BE49-F238E27FC236}">
                      <a16:creationId xmlns:a16="http://schemas.microsoft.com/office/drawing/2014/main" id="{A51581A7-6284-89DA-3365-1C060C962501}"/>
                    </a:ext>
                  </a:extLst>
                </p:cNvPr>
                <p:cNvPicPr/>
                <p:nvPr/>
              </p:nvPicPr>
              <p:blipFill>
                <a:blip r:embed="rId45"/>
                <a:stretch>
                  <a:fillRect/>
                </a:stretch>
              </p:blipFill>
              <p:spPr>
                <a:xfrm>
                  <a:off x="9772344" y="2830896"/>
                  <a:ext cx="68724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9" name="Ink 38">
                  <a:extLst>
                    <a:ext uri="{FF2B5EF4-FFF2-40B4-BE49-F238E27FC236}">
                      <a16:creationId xmlns:a16="http://schemas.microsoft.com/office/drawing/2014/main" id="{A3EA7B6A-40D2-4F30-94B2-F228D340238E}"/>
                    </a:ext>
                  </a:extLst>
                </p14:cNvPr>
                <p14:cNvContentPartPr/>
                <p14:nvPr/>
              </p14:nvContentPartPr>
              <p14:xfrm>
                <a:off x="10414584" y="2804616"/>
                <a:ext cx="82080" cy="87480"/>
              </p14:xfrm>
            </p:contentPart>
          </mc:Choice>
          <mc:Fallback xmlns="">
            <p:pic>
              <p:nvPicPr>
                <p:cNvPr id="41" name="Ink 40">
                  <a:extLst>
                    <a:ext uri="{FF2B5EF4-FFF2-40B4-BE49-F238E27FC236}">
                      <a16:creationId xmlns:a16="http://schemas.microsoft.com/office/drawing/2014/main" id="{6951254D-881E-D11D-2245-ADEF168194B2}"/>
                    </a:ext>
                  </a:extLst>
                </p:cNvPr>
                <p:cNvPicPr/>
                <p:nvPr/>
              </p:nvPicPr>
              <p:blipFill>
                <a:blip r:embed="rId47"/>
                <a:stretch>
                  <a:fillRect/>
                </a:stretch>
              </p:blipFill>
              <p:spPr>
                <a:xfrm>
                  <a:off x="10396944" y="2786616"/>
                  <a:ext cx="1177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40" name="Ink 39">
                  <a:extLst>
                    <a:ext uri="{FF2B5EF4-FFF2-40B4-BE49-F238E27FC236}">
                      <a16:creationId xmlns:a16="http://schemas.microsoft.com/office/drawing/2014/main" id="{90996D25-635A-FEF3-3D6B-5EBE4947A739}"/>
                    </a:ext>
                  </a:extLst>
                </p14:cNvPr>
                <p14:cNvContentPartPr/>
                <p14:nvPr/>
              </p14:nvContentPartPr>
              <p14:xfrm>
                <a:off x="9706464" y="2821536"/>
                <a:ext cx="114480" cy="86760"/>
              </p14:xfrm>
            </p:contentPart>
          </mc:Choice>
          <mc:Fallback xmlns="">
            <p:pic>
              <p:nvPicPr>
                <p:cNvPr id="43" name="Ink 42">
                  <a:extLst>
                    <a:ext uri="{FF2B5EF4-FFF2-40B4-BE49-F238E27FC236}">
                      <a16:creationId xmlns:a16="http://schemas.microsoft.com/office/drawing/2014/main" id="{D87A8007-C872-ED75-9F29-A0D2D116C65B}"/>
                    </a:ext>
                  </a:extLst>
                </p:cNvPr>
                <p:cNvPicPr/>
                <p:nvPr/>
              </p:nvPicPr>
              <p:blipFill>
                <a:blip r:embed="rId49"/>
                <a:stretch>
                  <a:fillRect/>
                </a:stretch>
              </p:blipFill>
              <p:spPr>
                <a:xfrm>
                  <a:off x="9688464" y="2803536"/>
                  <a:ext cx="15012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41" name="Ink 40">
                  <a:extLst>
                    <a:ext uri="{FF2B5EF4-FFF2-40B4-BE49-F238E27FC236}">
                      <a16:creationId xmlns:a16="http://schemas.microsoft.com/office/drawing/2014/main" id="{FCC91A26-6DAF-533C-D2C9-88CCEF6C8271}"/>
                    </a:ext>
                  </a:extLst>
                </p14:cNvPr>
                <p14:cNvContentPartPr/>
                <p14:nvPr/>
              </p14:nvContentPartPr>
              <p14:xfrm>
                <a:off x="9602424" y="2761056"/>
                <a:ext cx="181800" cy="105480"/>
              </p14:xfrm>
            </p:contentPart>
          </mc:Choice>
          <mc:Fallback xmlns="">
            <p:pic>
              <p:nvPicPr>
                <p:cNvPr id="44" name="Ink 43">
                  <a:extLst>
                    <a:ext uri="{FF2B5EF4-FFF2-40B4-BE49-F238E27FC236}">
                      <a16:creationId xmlns:a16="http://schemas.microsoft.com/office/drawing/2014/main" id="{D5E4451B-F3DC-6488-5BC9-7BE98F3548E0}"/>
                    </a:ext>
                  </a:extLst>
                </p:cNvPr>
                <p:cNvPicPr/>
                <p:nvPr/>
              </p:nvPicPr>
              <p:blipFill>
                <a:blip r:embed="rId51"/>
                <a:stretch>
                  <a:fillRect/>
                </a:stretch>
              </p:blipFill>
              <p:spPr>
                <a:xfrm>
                  <a:off x="9584424" y="2743416"/>
                  <a:ext cx="217440" cy="141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2">
            <p14:nvContentPartPr>
              <p14:cNvPr id="42" name="Ink 41">
                <a:extLst>
                  <a:ext uri="{FF2B5EF4-FFF2-40B4-BE49-F238E27FC236}">
                    <a16:creationId xmlns:a16="http://schemas.microsoft.com/office/drawing/2014/main" id="{49B38A48-9FC9-758F-AC94-C0833EF356B5}"/>
                  </a:ext>
                </a:extLst>
              </p14:cNvPr>
              <p14:cNvContentPartPr/>
              <p14:nvPr/>
            </p14:nvContentPartPr>
            <p14:xfrm>
              <a:off x="10290528" y="772704"/>
              <a:ext cx="96480" cy="78480"/>
            </p14:xfrm>
          </p:contentPart>
        </mc:Choice>
        <mc:Fallback xmlns="">
          <p:pic>
            <p:nvPicPr>
              <p:cNvPr id="42" name="Ink 41">
                <a:extLst>
                  <a:ext uri="{FF2B5EF4-FFF2-40B4-BE49-F238E27FC236}">
                    <a16:creationId xmlns:a16="http://schemas.microsoft.com/office/drawing/2014/main" id="{49B38A48-9FC9-758F-AC94-C0833EF356B5}"/>
                  </a:ext>
                </a:extLst>
              </p:cNvPr>
              <p:cNvPicPr/>
              <p:nvPr/>
            </p:nvPicPr>
            <p:blipFill>
              <a:blip r:embed="rId53"/>
              <a:stretch>
                <a:fillRect/>
              </a:stretch>
            </p:blipFill>
            <p:spPr>
              <a:xfrm>
                <a:off x="10272528" y="754704"/>
                <a:ext cx="13212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3" name="Ink 42">
                <a:extLst>
                  <a:ext uri="{FF2B5EF4-FFF2-40B4-BE49-F238E27FC236}">
                    <a16:creationId xmlns:a16="http://schemas.microsoft.com/office/drawing/2014/main" id="{A82F636C-B6DD-9128-8E48-EBCFA9DA703E}"/>
                  </a:ext>
                </a:extLst>
              </p14:cNvPr>
              <p14:cNvContentPartPr/>
              <p14:nvPr/>
            </p14:nvContentPartPr>
            <p14:xfrm>
              <a:off x="10856088" y="786744"/>
              <a:ext cx="97920" cy="93240"/>
            </p14:xfrm>
          </p:contentPart>
        </mc:Choice>
        <mc:Fallback xmlns="">
          <p:pic>
            <p:nvPicPr>
              <p:cNvPr id="43" name="Ink 42">
                <a:extLst>
                  <a:ext uri="{FF2B5EF4-FFF2-40B4-BE49-F238E27FC236}">
                    <a16:creationId xmlns:a16="http://schemas.microsoft.com/office/drawing/2014/main" id="{A82F636C-B6DD-9128-8E48-EBCFA9DA703E}"/>
                  </a:ext>
                </a:extLst>
              </p:cNvPr>
              <p:cNvPicPr/>
              <p:nvPr/>
            </p:nvPicPr>
            <p:blipFill>
              <a:blip r:embed="rId55"/>
              <a:stretch>
                <a:fillRect/>
              </a:stretch>
            </p:blipFill>
            <p:spPr>
              <a:xfrm>
                <a:off x="10838088" y="768744"/>
                <a:ext cx="133560" cy="128880"/>
              </a:xfrm>
              <a:prstGeom prst="rect">
                <a:avLst/>
              </a:prstGeom>
            </p:spPr>
          </p:pic>
        </mc:Fallback>
      </mc:AlternateContent>
      <p:grpSp>
        <p:nvGrpSpPr>
          <p:cNvPr id="44" name="Group 43">
            <a:extLst>
              <a:ext uri="{FF2B5EF4-FFF2-40B4-BE49-F238E27FC236}">
                <a16:creationId xmlns:a16="http://schemas.microsoft.com/office/drawing/2014/main" id="{6B576F61-8F24-B9AB-37A0-0806C8A6A15C}"/>
              </a:ext>
            </a:extLst>
          </p:cNvPr>
          <p:cNvGrpSpPr/>
          <p:nvPr/>
        </p:nvGrpSpPr>
        <p:grpSpPr>
          <a:xfrm>
            <a:off x="8869608" y="3236544"/>
            <a:ext cx="551520" cy="126360"/>
            <a:chOff x="8311824" y="4818096"/>
            <a:chExt cx="551520" cy="126360"/>
          </a:xfrm>
        </p:grpSpPr>
        <mc:AlternateContent xmlns:mc="http://schemas.openxmlformats.org/markup-compatibility/2006" xmlns:p14="http://schemas.microsoft.com/office/powerpoint/2010/main">
          <mc:Choice Requires="p14">
            <p:contentPart p14:bwMode="auto" r:id="rId56">
              <p14:nvContentPartPr>
                <p14:cNvPr id="45" name="Ink 44">
                  <a:extLst>
                    <a:ext uri="{FF2B5EF4-FFF2-40B4-BE49-F238E27FC236}">
                      <a16:creationId xmlns:a16="http://schemas.microsoft.com/office/drawing/2014/main" id="{532F0C9F-0B77-40AB-59C5-CB300EC4690F}"/>
                    </a:ext>
                  </a:extLst>
                </p14:cNvPr>
                <p14:cNvContentPartPr/>
                <p14:nvPr/>
              </p14:nvContentPartPr>
              <p14:xfrm>
                <a:off x="8311824" y="4866336"/>
                <a:ext cx="507960" cy="25920"/>
              </p14:xfrm>
            </p:contentPart>
          </mc:Choice>
          <mc:Fallback xmlns="">
            <p:pic>
              <p:nvPicPr>
                <p:cNvPr id="22" name="Ink 21">
                  <a:extLst>
                    <a:ext uri="{FF2B5EF4-FFF2-40B4-BE49-F238E27FC236}">
                      <a16:creationId xmlns:a16="http://schemas.microsoft.com/office/drawing/2014/main" id="{6C181C98-598D-3B44-6EDD-B8F12D2E9027}"/>
                    </a:ext>
                  </a:extLst>
                </p:cNvPr>
                <p:cNvPicPr/>
                <p:nvPr/>
              </p:nvPicPr>
              <p:blipFill>
                <a:blip r:embed="rId57"/>
                <a:stretch>
                  <a:fillRect/>
                </a:stretch>
              </p:blipFill>
              <p:spPr>
                <a:xfrm>
                  <a:off x="8294184" y="4848696"/>
                  <a:ext cx="54360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6" name="Ink 45">
                  <a:extLst>
                    <a:ext uri="{FF2B5EF4-FFF2-40B4-BE49-F238E27FC236}">
                      <a16:creationId xmlns:a16="http://schemas.microsoft.com/office/drawing/2014/main" id="{105378DD-626C-DC28-90AF-824BE9088487}"/>
                    </a:ext>
                  </a:extLst>
                </p14:cNvPr>
                <p14:cNvContentPartPr/>
                <p14:nvPr/>
              </p14:nvContentPartPr>
              <p14:xfrm>
                <a:off x="8685504" y="4818096"/>
                <a:ext cx="177840" cy="126360"/>
              </p14:xfrm>
            </p:contentPart>
          </mc:Choice>
          <mc:Fallback xmlns="">
            <p:pic>
              <p:nvPicPr>
                <p:cNvPr id="23" name="Ink 22">
                  <a:extLst>
                    <a:ext uri="{FF2B5EF4-FFF2-40B4-BE49-F238E27FC236}">
                      <a16:creationId xmlns:a16="http://schemas.microsoft.com/office/drawing/2014/main" id="{8AE588F6-4D65-BF1F-B26D-09620B15EB49}"/>
                    </a:ext>
                  </a:extLst>
                </p:cNvPr>
                <p:cNvPicPr/>
                <p:nvPr/>
              </p:nvPicPr>
              <p:blipFill>
                <a:blip r:embed="rId59"/>
                <a:stretch>
                  <a:fillRect/>
                </a:stretch>
              </p:blipFill>
              <p:spPr>
                <a:xfrm>
                  <a:off x="8667864" y="4800456"/>
                  <a:ext cx="213480" cy="162000"/>
                </a:xfrm>
                <a:prstGeom prst="rect">
                  <a:avLst/>
                </a:prstGeom>
              </p:spPr>
            </p:pic>
          </mc:Fallback>
        </mc:AlternateContent>
      </p:grpSp>
    </p:spTree>
    <p:extLst>
      <p:ext uri="{BB962C8B-B14F-4D97-AF65-F5344CB8AC3E}">
        <p14:creationId xmlns:p14="http://schemas.microsoft.com/office/powerpoint/2010/main" val="13267265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7CB40-BBB9-5127-8D00-B24F457D3F42}"/>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8C3772D7-4C85-9991-4DA6-C175191C94CE}"/>
              </a:ext>
            </a:extLst>
          </p:cNvPr>
          <p:cNvSpPr txBox="1"/>
          <p:nvPr/>
        </p:nvSpPr>
        <p:spPr>
          <a:xfrm>
            <a:off x="148336" y="199104"/>
            <a:ext cx="11757152" cy="5632311"/>
          </a:xfrm>
          <a:prstGeom prst="rect">
            <a:avLst/>
          </a:prstGeom>
          <a:noFill/>
        </p:spPr>
        <p:txBody>
          <a:bodyPr wrap="square">
            <a:spAutoFit/>
          </a:bodyPr>
          <a:lstStyle/>
          <a:p>
            <a:r>
              <a:rPr lang="en-US" sz="2400" b="1" dirty="0">
                <a:solidFill>
                  <a:schemeClr val="accent6">
                    <a:lumMod val="60000"/>
                    <a:lumOff val="40000"/>
                  </a:schemeClr>
                </a:solidFill>
              </a:rPr>
              <a:t>Advantage of Fine tuning over RAG:</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3. 🔒 Better for sensitive decision systems</a:t>
            </a:r>
          </a:p>
          <a:p>
            <a:r>
              <a:rPr lang="en-US" sz="2400" dirty="0">
                <a:solidFill>
                  <a:schemeClr val="accent6">
                    <a:lumMod val="60000"/>
                    <a:lumOff val="40000"/>
                  </a:schemeClr>
                </a:solidFill>
              </a:rPr>
              <a:t>In regulated systems:</a:t>
            </a:r>
          </a:p>
          <a:p>
            <a:pPr marL="342900" indent="-342900">
              <a:buFont typeface="Arial" panose="020B0604020202020204" pitchFamily="34" charset="0"/>
              <a:buChar char="•"/>
            </a:pPr>
            <a:r>
              <a:rPr lang="en-US" sz="2400" dirty="0">
                <a:solidFill>
                  <a:schemeClr val="accent6">
                    <a:lumMod val="60000"/>
                    <a:lumOff val="40000"/>
                  </a:schemeClr>
                </a:solidFill>
              </a:rPr>
              <a:t>healthcare triage </a:t>
            </a:r>
          </a:p>
          <a:p>
            <a:pPr marL="342900" indent="-342900">
              <a:buFont typeface="Arial" panose="020B0604020202020204" pitchFamily="34" charset="0"/>
              <a:buChar char="•"/>
            </a:pPr>
            <a:r>
              <a:rPr lang="en-US" sz="2400" dirty="0">
                <a:solidFill>
                  <a:schemeClr val="accent6">
                    <a:lumMod val="60000"/>
                    <a:lumOff val="40000"/>
                  </a:schemeClr>
                </a:solidFill>
              </a:rPr>
              <a:t>banking risk scoring </a:t>
            </a:r>
          </a:p>
          <a:p>
            <a:pPr marL="342900" indent="-342900">
              <a:buFont typeface="Arial" panose="020B0604020202020204" pitchFamily="34" charset="0"/>
              <a:buChar char="•"/>
            </a:pPr>
            <a:r>
              <a:rPr lang="en-US" sz="2400" dirty="0">
                <a:solidFill>
                  <a:schemeClr val="accent6">
                    <a:lumMod val="60000"/>
                    <a:lumOff val="40000"/>
                  </a:schemeClr>
                </a:solidFill>
              </a:rPr>
              <a:t>insurance underwriting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You often want:</a:t>
            </a:r>
          </a:p>
          <a:p>
            <a:pPr marL="342900" indent="-342900">
              <a:buFont typeface="Arial" panose="020B0604020202020204" pitchFamily="34" charset="0"/>
              <a:buChar char="•"/>
            </a:pPr>
            <a:r>
              <a:rPr lang="en-US" sz="2400" dirty="0">
                <a:solidFill>
                  <a:schemeClr val="accent6">
                    <a:lumMod val="60000"/>
                    <a:lumOff val="40000"/>
                  </a:schemeClr>
                </a:solidFill>
              </a:rPr>
              <a:t>deterministic behavior </a:t>
            </a:r>
          </a:p>
          <a:p>
            <a:pPr marL="342900" indent="-342900">
              <a:buFont typeface="Arial" panose="020B0604020202020204" pitchFamily="34" charset="0"/>
              <a:buChar char="•"/>
            </a:pPr>
            <a:r>
              <a:rPr lang="en-US" sz="2400" dirty="0">
                <a:solidFill>
                  <a:schemeClr val="accent6">
                    <a:lumMod val="60000"/>
                    <a:lumOff val="40000"/>
                  </a:schemeClr>
                </a:solidFill>
              </a:rPr>
              <a:t>controlled logic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Fine-tuning provides:</a:t>
            </a:r>
            <a:br>
              <a:rPr lang="en-US" sz="2400" dirty="0">
                <a:solidFill>
                  <a:schemeClr val="accent6">
                    <a:lumMod val="60000"/>
                    <a:lumOff val="40000"/>
                  </a:schemeClr>
                </a:solidFill>
              </a:rPr>
            </a:br>
            <a:r>
              <a:rPr lang="en-US" sz="2400" dirty="0">
                <a:solidFill>
                  <a:schemeClr val="accent6">
                    <a:lumMod val="60000"/>
                    <a:lumOff val="40000"/>
                  </a:schemeClr>
                </a:solidFill>
              </a:rPr>
              <a:t>✔ predictable responses</a:t>
            </a:r>
            <a:br>
              <a:rPr lang="en-US" sz="2400" dirty="0">
                <a:solidFill>
                  <a:schemeClr val="accent6">
                    <a:lumMod val="60000"/>
                    <a:lumOff val="40000"/>
                  </a:schemeClr>
                </a:solidFill>
              </a:rPr>
            </a:br>
            <a:r>
              <a:rPr lang="en-US" sz="2400" dirty="0">
                <a:solidFill>
                  <a:schemeClr val="accent6">
                    <a:lumMod val="60000"/>
                    <a:lumOff val="40000"/>
                  </a:schemeClr>
                </a:solidFill>
              </a:rPr>
              <a:t>✔ stable decision patterns</a:t>
            </a:r>
          </a:p>
        </p:txBody>
      </p:sp>
      <p:sp>
        <p:nvSpPr>
          <p:cNvPr id="11" name="Oval 10">
            <a:extLst>
              <a:ext uri="{FF2B5EF4-FFF2-40B4-BE49-F238E27FC236}">
                <a16:creationId xmlns:a16="http://schemas.microsoft.com/office/drawing/2014/main" id="{AED65077-1A01-7FF7-5D12-8B6D32C15533}"/>
              </a:ext>
            </a:extLst>
          </p:cNvPr>
          <p:cNvSpPr/>
          <p:nvPr/>
        </p:nvSpPr>
        <p:spPr>
          <a:xfrm>
            <a:off x="9372600" y="3939408"/>
            <a:ext cx="2734056" cy="84027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3003F391-F443-EEE6-114C-EE69B687B8DE}"/>
              </a:ext>
            </a:extLst>
          </p:cNvPr>
          <p:cNvGrpSpPr/>
          <p:nvPr/>
        </p:nvGrpSpPr>
        <p:grpSpPr>
          <a:xfrm>
            <a:off x="8403336" y="4032504"/>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B029A4A0-50B6-AA5D-E113-8E1D4933B095}"/>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B029A4A0-50B6-AA5D-E113-8E1D4933B095}"/>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14797694-428A-B5D6-F730-E3E3F048C28B}"/>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14797694-428A-B5D6-F730-E3E3F048C28B}"/>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301CE17F-D13C-F1AF-BAD1-3948FE3EAF3C}"/>
              </a:ext>
            </a:extLst>
          </p:cNvPr>
          <p:cNvSpPr/>
          <p:nvPr/>
        </p:nvSpPr>
        <p:spPr>
          <a:xfrm>
            <a:off x="6586872" y="3395448"/>
            <a:ext cx="1678079" cy="1699992"/>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25024742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90EFD-B000-2063-B991-1F10991DEC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AF6419E2-2E93-6359-8A5A-B319887805F2}"/>
              </a:ext>
            </a:extLst>
          </p:cNvPr>
          <p:cNvSpPr txBox="1"/>
          <p:nvPr/>
        </p:nvSpPr>
        <p:spPr>
          <a:xfrm>
            <a:off x="148336" y="199104"/>
            <a:ext cx="11711432" cy="3416320"/>
          </a:xfrm>
          <a:prstGeom prst="rect">
            <a:avLst/>
          </a:prstGeom>
          <a:noFill/>
        </p:spPr>
        <p:txBody>
          <a:bodyPr wrap="square">
            <a:spAutoFit/>
          </a:bodyPr>
          <a:lstStyle/>
          <a:p>
            <a:r>
              <a:rPr lang="en-US" sz="2400" b="1" dirty="0">
                <a:solidFill>
                  <a:schemeClr val="accent6">
                    <a:lumMod val="60000"/>
                    <a:lumOff val="40000"/>
                  </a:schemeClr>
                </a:solidFill>
              </a:rPr>
              <a:t>When not to fine-tune:</a:t>
            </a:r>
          </a:p>
          <a:p>
            <a:pPr marL="342900" indent="-342900">
              <a:buFont typeface="Arial" panose="020B0604020202020204" pitchFamily="34" charset="0"/>
              <a:buChar char="•"/>
            </a:pPr>
            <a:r>
              <a:rPr lang="en-US" sz="2400" b="1" dirty="0">
                <a:solidFill>
                  <a:schemeClr val="accent6">
                    <a:lumMod val="60000"/>
                    <a:lumOff val="40000"/>
                  </a:schemeClr>
                </a:solidFill>
              </a:rPr>
              <a:t>Your dataset is very small</a:t>
            </a:r>
            <a:r>
              <a:rPr lang="en-US" sz="2400" dirty="0">
                <a:solidFill>
                  <a:schemeClr val="accent6">
                    <a:lumMod val="60000"/>
                    <a:lumOff val="40000"/>
                  </a:schemeClr>
                </a:solidFill>
              </a:rPr>
              <a:t>. Fine-tuning requires hundreds to thousands of quality examples.</a:t>
            </a:r>
          </a:p>
          <a:p>
            <a:pPr marL="342900" indent="-342900">
              <a:buFont typeface="Arial" panose="020B0604020202020204" pitchFamily="34" charset="0"/>
              <a:buChar char="•"/>
            </a:pPr>
            <a:r>
              <a:rPr lang="en-US" sz="2400" dirty="0">
                <a:solidFill>
                  <a:schemeClr val="accent6">
                    <a:lumMod val="60000"/>
                    <a:lumOff val="40000"/>
                  </a:schemeClr>
                </a:solidFill>
              </a:rPr>
              <a:t>Your </a:t>
            </a:r>
            <a:r>
              <a:rPr lang="en-US" sz="2400" b="1" dirty="0">
                <a:solidFill>
                  <a:schemeClr val="accent6">
                    <a:lumMod val="60000"/>
                    <a:lumOff val="40000"/>
                  </a:schemeClr>
                </a:solidFill>
              </a:rPr>
              <a:t>task is extremely dissimilar</a:t>
            </a:r>
            <a:r>
              <a:rPr lang="en-US" sz="2400" dirty="0">
                <a:solidFill>
                  <a:schemeClr val="accent6">
                    <a:lumMod val="60000"/>
                    <a:lumOff val="40000"/>
                  </a:schemeClr>
                </a:solidFill>
              </a:rPr>
              <a:t> from the base model’s training data. The model may struggle to connect its existing knowledge to this new domain.</a:t>
            </a:r>
          </a:p>
          <a:p>
            <a:pPr marL="342900" indent="-342900">
              <a:buFont typeface="Arial" panose="020B0604020202020204" pitchFamily="34" charset="0"/>
              <a:buChar char="•"/>
            </a:pPr>
            <a:r>
              <a:rPr lang="en-US" sz="2400" dirty="0">
                <a:solidFill>
                  <a:schemeClr val="accent6">
                    <a:lumMod val="60000"/>
                    <a:lumOff val="40000"/>
                  </a:schemeClr>
                </a:solidFill>
              </a:rPr>
              <a:t>You need to </a:t>
            </a:r>
            <a:r>
              <a:rPr lang="en-US" sz="2400" b="1" dirty="0">
                <a:solidFill>
                  <a:schemeClr val="accent6">
                    <a:lumMod val="60000"/>
                    <a:lumOff val="40000"/>
                  </a:schemeClr>
                </a:solidFill>
              </a:rPr>
              <a:t>frequently update</a:t>
            </a:r>
            <a:r>
              <a:rPr lang="en-US" sz="2400" dirty="0">
                <a:solidFill>
                  <a:schemeClr val="accent6">
                    <a:lumMod val="60000"/>
                    <a:lumOff val="40000"/>
                  </a:schemeClr>
                </a:solidFill>
              </a:rPr>
              <a:t> the model. Retraining from scratch allows for more flexibility.</a:t>
            </a:r>
          </a:p>
          <a:p>
            <a:pPr marL="342900" indent="-342900">
              <a:buFont typeface="Arial" panose="020B0604020202020204" pitchFamily="34" charset="0"/>
              <a:buChar char="•"/>
            </a:pPr>
            <a:r>
              <a:rPr lang="en-US" sz="2400" dirty="0">
                <a:solidFill>
                  <a:schemeClr val="accent6">
                    <a:lumMod val="60000"/>
                    <a:lumOff val="40000"/>
                  </a:schemeClr>
                </a:solidFill>
              </a:rPr>
              <a:t>Your </a:t>
            </a:r>
            <a:r>
              <a:rPr lang="en-US" sz="2400" b="1" dirty="0">
                <a:solidFill>
                  <a:schemeClr val="accent6">
                    <a:lumMod val="60000"/>
                    <a:lumOff val="40000"/>
                  </a:schemeClr>
                </a:solidFill>
              </a:rPr>
              <a:t>problem can be solved with simpler methods</a:t>
            </a:r>
            <a:r>
              <a:rPr lang="en-US" sz="2400" dirty="0">
                <a:solidFill>
                  <a:schemeClr val="accent6">
                    <a:lumMod val="60000"/>
                    <a:lumOff val="40000"/>
                  </a:schemeClr>
                </a:solidFill>
              </a:rPr>
              <a:t>. Fine-tuning large models can be overkill.</a:t>
            </a:r>
          </a:p>
        </p:txBody>
      </p:sp>
      <p:sp>
        <p:nvSpPr>
          <p:cNvPr id="11" name="Oval 10">
            <a:extLst>
              <a:ext uri="{FF2B5EF4-FFF2-40B4-BE49-F238E27FC236}">
                <a16:creationId xmlns:a16="http://schemas.microsoft.com/office/drawing/2014/main" id="{D0A0DACA-5CBC-4F67-F0B5-B78B97A13975}"/>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54434C73-17D7-4F67-31BC-DDC41BB3557E}"/>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01E5CE3A-07AD-A4FF-5240-EC84CF1975E1}"/>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01E5CE3A-07AD-A4FF-5240-EC84CF1975E1}"/>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5168827E-66DD-2572-DD13-3186E929EC5D}"/>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5168827E-66DD-2572-DD13-3186E929EC5D}"/>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1BEF4C29-7982-F7D8-72EF-AEF3EF02F8E6}"/>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7566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9F317-A865-F278-C0E2-CF451F11C6A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FA009D26-D23A-326C-D837-2E6FAD1FBC4F}"/>
              </a:ext>
            </a:extLst>
          </p:cNvPr>
          <p:cNvSpPr txBox="1"/>
          <p:nvPr/>
        </p:nvSpPr>
        <p:spPr>
          <a:xfrm>
            <a:off x="148336" y="199104"/>
            <a:ext cx="10292080" cy="1569660"/>
          </a:xfrm>
          <a:prstGeom prst="rect">
            <a:avLst/>
          </a:prstGeom>
          <a:noFill/>
        </p:spPr>
        <p:txBody>
          <a:bodyPr wrap="square">
            <a:spAutoFit/>
          </a:bodyPr>
          <a:lstStyle/>
          <a:p>
            <a:r>
              <a:rPr lang="en-US" sz="2400" b="1" dirty="0">
                <a:solidFill>
                  <a:schemeClr val="accent6">
                    <a:lumMod val="60000"/>
                    <a:lumOff val="40000"/>
                  </a:schemeClr>
                </a:solidFill>
              </a:rPr>
              <a:t>❌ Limitations</a:t>
            </a:r>
          </a:p>
          <a:p>
            <a:pPr marL="342900" indent="-342900">
              <a:buFont typeface="Arial" panose="020B0604020202020204" pitchFamily="34" charset="0"/>
              <a:buChar char="•"/>
            </a:pPr>
            <a:r>
              <a:rPr lang="en-US" sz="2400" dirty="0">
                <a:solidFill>
                  <a:schemeClr val="accent6">
                    <a:lumMod val="60000"/>
                    <a:lumOff val="40000"/>
                  </a:schemeClr>
                </a:solidFill>
              </a:rPr>
              <a:t>Expensive (training cost 💰) </a:t>
            </a:r>
          </a:p>
          <a:p>
            <a:pPr marL="342900" indent="-342900">
              <a:buFont typeface="Arial" panose="020B0604020202020204" pitchFamily="34" charset="0"/>
              <a:buChar char="•"/>
            </a:pPr>
            <a:r>
              <a:rPr lang="en-US" sz="2400" dirty="0">
                <a:solidFill>
                  <a:schemeClr val="accent6">
                    <a:lumMod val="60000"/>
                    <a:lumOff val="40000"/>
                  </a:schemeClr>
                </a:solidFill>
              </a:rPr>
              <a:t>Static knowledge (doesn’t update automatically) </a:t>
            </a:r>
          </a:p>
          <a:p>
            <a:pPr marL="342900" indent="-342900">
              <a:buFont typeface="Arial" panose="020B0604020202020204" pitchFamily="34" charset="0"/>
              <a:buChar char="•"/>
            </a:pPr>
            <a:r>
              <a:rPr lang="en-US" sz="2400" dirty="0">
                <a:solidFill>
                  <a:schemeClr val="accent6">
                    <a:lumMod val="60000"/>
                    <a:lumOff val="40000"/>
                  </a:schemeClr>
                </a:solidFill>
              </a:rPr>
              <a:t>Needs retraining for new data</a:t>
            </a:r>
          </a:p>
        </p:txBody>
      </p:sp>
      <p:sp>
        <p:nvSpPr>
          <p:cNvPr id="11" name="Oval 10">
            <a:extLst>
              <a:ext uri="{FF2B5EF4-FFF2-40B4-BE49-F238E27FC236}">
                <a16:creationId xmlns:a16="http://schemas.microsoft.com/office/drawing/2014/main" id="{89FD650A-4027-D1AA-B8E1-6C367ED776A6}"/>
              </a:ext>
            </a:extLst>
          </p:cNvPr>
          <p:cNvSpPr/>
          <p:nvPr/>
        </p:nvSpPr>
        <p:spPr>
          <a:xfrm>
            <a:off x="4965192" y="4096512"/>
            <a:ext cx="3749040" cy="114951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Fine Tuned Model</a:t>
            </a:r>
          </a:p>
        </p:txBody>
      </p:sp>
      <p:grpSp>
        <p:nvGrpSpPr>
          <p:cNvPr id="12" name="Group 11">
            <a:extLst>
              <a:ext uri="{FF2B5EF4-FFF2-40B4-BE49-F238E27FC236}">
                <a16:creationId xmlns:a16="http://schemas.microsoft.com/office/drawing/2014/main" id="{8236BE1E-01AC-F690-C000-5E4AC0BA4DED}"/>
              </a:ext>
            </a:extLst>
          </p:cNvPr>
          <p:cNvGrpSpPr/>
          <p:nvPr/>
        </p:nvGrpSpPr>
        <p:grpSpPr>
          <a:xfrm>
            <a:off x="3675888" y="4279392"/>
            <a:ext cx="792720" cy="266760"/>
            <a:chOff x="2910024" y="4399416"/>
            <a:chExt cx="792720" cy="266760"/>
          </a:xfrm>
        </p:grpSpPr>
        <mc:AlternateContent xmlns:mc="http://schemas.openxmlformats.org/markup-compatibility/2006" xmlns:p14="http://schemas.microsoft.com/office/powerpoint/2010/main">
          <mc:Choice Requires="p14">
            <p:contentPart p14:bwMode="auto" r:id="rId2">
              <p14:nvContentPartPr>
                <p14:cNvPr id="13" name="Ink 12">
                  <a:extLst>
                    <a:ext uri="{FF2B5EF4-FFF2-40B4-BE49-F238E27FC236}">
                      <a16:creationId xmlns:a16="http://schemas.microsoft.com/office/drawing/2014/main" id="{9E7F9CAA-0DE7-0F51-4A9C-40450E0A81C4}"/>
                    </a:ext>
                  </a:extLst>
                </p14:cNvPr>
                <p14:cNvContentPartPr/>
                <p14:nvPr/>
              </p14:nvContentPartPr>
              <p14:xfrm>
                <a:off x="2910024" y="4525776"/>
                <a:ext cx="739440" cy="64800"/>
              </p14:xfrm>
            </p:contentPart>
          </mc:Choice>
          <mc:Fallback xmlns="">
            <p:pic>
              <p:nvPicPr>
                <p:cNvPr id="13" name="Ink 12">
                  <a:extLst>
                    <a:ext uri="{FF2B5EF4-FFF2-40B4-BE49-F238E27FC236}">
                      <a16:creationId xmlns:a16="http://schemas.microsoft.com/office/drawing/2014/main" id="{9E7F9CAA-0DE7-0F51-4A9C-40450E0A81C4}"/>
                    </a:ext>
                  </a:extLst>
                </p:cNvPr>
                <p:cNvPicPr/>
                <p:nvPr/>
              </p:nvPicPr>
              <p:blipFill>
                <a:blip r:embed="rId3"/>
                <a:stretch>
                  <a:fillRect/>
                </a:stretch>
              </p:blipFill>
              <p:spPr>
                <a:xfrm>
                  <a:off x="2892033" y="4507776"/>
                  <a:ext cx="775063"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4" name="Ink 13">
                  <a:extLst>
                    <a:ext uri="{FF2B5EF4-FFF2-40B4-BE49-F238E27FC236}">
                      <a16:creationId xmlns:a16="http://schemas.microsoft.com/office/drawing/2014/main" id="{1636769D-E49B-6AF2-04A1-1AA8376ADB9D}"/>
                    </a:ext>
                  </a:extLst>
                </p14:cNvPr>
                <p14:cNvContentPartPr/>
                <p14:nvPr/>
              </p14:nvContentPartPr>
              <p14:xfrm>
                <a:off x="3521304" y="4399416"/>
                <a:ext cx="181440" cy="266760"/>
              </p14:xfrm>
            </p:contentPart>
          </mc:Choice>
          <mc:Fallback xmlns="">
            <p:pic>
              <p:nvPicPr>
                <p:cNvPr id="14" name="Ink 13">
                  <a:extLst>
                    <a:ext uri="{FF2B5EF4-FFF2-40B4-BE49-F238E27FC236}">
                      <a16:creationId xmlns:a16="http://schemas.microsoft.com/office/drawing/2014/main" id="{1636769D-E49B-6AF2-04A1-1AA8376ADB9D}"/>
                    </a:ext>
                  </a:extLst>
                </p:cNvPr>
                <p:cNvPicPr/>
                <p:nvPr/>
              </p:nvPicPr>
              <p:blipFill>
                <a:blip r:embed="rId5"/>
                <a:stretch>
                  <a:fillRect/>
                </a:stretch>
              </p:blipFill>
              <p:spPr>
                <a:xfrm>
                  <a:off x="3503304" y="4381392"/>
                  <a:ext cx="217080" cy="302448"/>
                </a:xfrm>
                <a:prstGeom prst="rect">
                  <a:avLst/>
                </a:prstGeom>
              </p:spPr>
            </p:pic>
          </mc:Fallback>
        </mc:AlternateContent>
      </p:grpSp>
      <p:sp>
        <p:nvSpPr>
          <p:cNvPr id="15" name="Freeform: Shape 14">
            <a:extLst>
              <a:ext uri="{FF2B5EF4-FFF2-40B4-BE49-F238E27FC236}">
                <a16:creationId xmlns:a16="http://schemas.microsoft.com/office/drawing/2014/main" id="{6732E60D-6D5A-BD98-EE0D-F647BACCED13}"/>
              </a:ext>
            </a:extLst>
          </p:cNvPr>
          <p:cNvSpPr/>
          <p:nvPr/>
        </p:nvSpPr>
        <p:spPr>
          <a:xfrm>
            <a:off x="548640" y="3922776"/>
            <a:ext cx="2249424" cy="1938528"/>
          </a:xfrm>
          <a:custGeom>
            <a:avLst/>
            <a:gdLst>
              <a:gd name="csX0" fmla="*/ 813816 w 1618488"/>
              <a:gd name="csY0" fmla="*/ 54864 h 1472184"/>
              <a:gd name="csX1" fmla="*/ 713232 w 1618488"/>
              <a:gd name="csY1" fmla="*/ 18288 h 1472184"/>
              <a:gd name="csX2" fmla="*/ 603504 w 1618488"/>
              <a:gd name="csY2" fmla="*/ 9144 h 1472184"/>
              <a:gd name="csX3" fmla="*/ 393192 w 1618488"/>
              <a:gd name="csY3" fmla="*/ 27432 h 1472184"/>
              <a:gd name="csX4" fmla="*/ 310896 w 1618488"/>
              <a:gd name="csY4" fmla="*/ 64008 h 1472184"/>
              <a:gd name="csX5" fmla="*/ 228600 w 1618488"/>
              <a:gd name="csY5" fmla="*/ 118872 h 1472184"/>
              <a:gd name="csX6" fmla="*/ 182880 w 1618488"/>
              <a:gd name="csY6" fmla="*/ 164592 h 1472184"/>
              <a:gd name="csX7" fmla="*/ 91440 w 1618488"/>
              <a:gd name="csY7" fmla="*/ 301752 h 1472184"/>
              <a:gd name="csX8" fmla="*/ 27432 w 1618488"/>
              <a:gd name="csY8" fmla="*/ 502920 h 1472184"/>
              <a:gd name="csX9" fmla="*/ 18288 w 1618488"/>
              <a:gd name="csY9" fmla="*/ 594360 h 1472184"/>
              <a:gd name="csX10" fmla="*/ 0 w 1618488"/>
              <a:gd name="csY10" fmla="*/ 841248 h 1472184"/>
              <a:gd name="csX11" fmla="*/ 36576 w 1618488"/>
              <a:gd name="csY11" fmla="*/ 1106424 h 1472184"/>
              <a:gd name="csX12" fmla="*/ 64008 w 1618488"/>
              <a:gd name="csY12" fmla="*/ 1179576 h 1472184"/>
              <a:gd name="csX13" fmla="*/ 118872 w 1618488"/>
              <a:gd name="csY13" fmla="*/ 1243584 h 1472184"/>
              <a:gd name="csX14" fmla="*/ 283464 w 1618488"/>
              <a:gd name="csY14" fmla="*/ 1362456 h 1472184"/>
              <a:gd name="csX15" fmla="*/ 484632 w 1618488"/>
              <a:gd name="csY15" fmla="*/ 1444752 h 1472184"/>
              <a:gd name="csX16" fmla="*/ 722376 w 1618488"/>
              <a:gd name="csY16" fmla="*/ 1472184 h 1472184"/>
              <a:gd name="csX17" fmla="*/ 877824 w 1618488"/>
              <a:gd name="csY17" fmla="*/ 1453896 h 1472184"/>
              <a:gd name="csX18" fmla="*/ 996696 w 1618488"/>
              <a:gd name="csY18" fmla="*/ 1408176 h 1472184"/>
              <a:gd name="csX19" fmla="*/ 1051560 w 1618488"/>
              <a:gd name="csY19" fmla="*/ 1353312 h 1472184"/>
              <a:gd name="csX20" fmla="*/ 1152144 w 1618488"/>
              <a:gd name="csY20" fmla="*/ 1271016 h 1472184"/>
              <a:gd name="csX21" fmla="*/ 1298448 w 1618488"/>
              <a:gd name="csY21" fmla="*/ 1243584 h 1472184"/>
              <a:gd name="csX22" fmla="*/ 1490472 w 1618488"/>
              <a:gd name="csY22" fmla="*/ 1207008 h 1472184"/>
              <a:gd name="csX23" fmla="*/ 1563624 w 1618488"/>
              <a:gd name="csY23" fmla="*/ 1152144 h 1472184"/>
              <a:gd name="csX24" fmla="*/ 1618488 w 1618488"/>
              <a:gd name="csY24" fmla="*/ 1005840 h 1472184"/>
              <a:gd name="csX25" fmla="*/ 1572768 w 1618488"/>
              <a:gd name="csY25" fmla="*/ 877824 h 1472184"/>
              <a:gd name="csX26" fmla="*/ 1517904 w 1618488"/>
              <a:gd name="csY26" fmla="*/ 804672 h 1472184"/>
              <a:gd name="csX27" fmla="*/ 1362456 w 1618488"/>
              <a:gd name="csY27" fmla="*/ 667512 h 1472184"/>
              <a:gd name="csX28" fmla="*/ 1289304 w 1618488"/>
              <a:gd name="csY28" fmla="*/ 603504 h 1472184"/>
              <a:gd name="csX29" fmla="*/ 1197864 w 1618488"/>
              <a:gd name="csY29" fmla="*/ 493776 h 1472184"/>
              <a:gd name="csX30" fmla="*/ 1106424 w 1618488"/>
              <a:gd name="csY30" fmla="*/ 402336 h 1472184"/>
              <a:gd name="csX31" fmla="*/ 1088136 w 1618488"/>
              <a:gd name="csY31" fmla="*/ 356616 h 1472184"/>
              <a:gd name="csX32" fmla="*/ 1051560 w 1618488"/>
              <a:gd name="csY32" fmla="*/ 283464 h 1472184"/>
              <a:gd name="csX33" fmla="*/ 1042416 w 1618488"/>
              <a:gd name="csY33" fmla="*/ 246888 h 1472184"/>
              <a:gd name="csX34" fmla="*/ 987552 w 1618488"/>
              <a:gd name="csY34" fmla="*/ 164592 h 1472184"/>
              <a:gd name="csX35" fmla="*/ 969264 w 1618488"/>
              <a:gd name="csY35" fmla="*/ 137160 h 1472184"/>
              <a:gd name="csX36" fmla="*/ 932688 w 1618488"/>
              <a:gd name="csY36" fmla="*/ 91440 h 1472184"/>
              <a:gd name="csX37" fmla="*/ 914400 w 1618488"/>
              <a:gd name="csY37" fmla="*/ 64008 h 1472184"/>
              <a:gd name="csX38" fmla="*/ 850392 w 1618488"/>
              <a:gd name="csY38" fmla="*/ 9144 h 1472184"/>
              <a:gd name="csX39" fmla="*/ 822960 w 1618488"/>
              <a:gd name="csY39" fmla="*/ 0 h 1472184"/>
              <a:gd name="csX40" fmla="*/ 795528 w 1618488"/>
              <a:gd name="csY40" fmla="*/ 9144 h 1472184"/>
              <a:gd name="csX41" fmla="*/ 740664 w 1618488"/>
              <a:gd name="csY41" fmla="*/ 18288 h 1472184"/>
              <a:gd name="csX42" fmla="*/ 694944 w 1618488"/>
              <a:gd name="csY42" fmla="*/ 27432 h 1472184"/>
              <a:gd name="csX43" fmla="*/ 749808 w 1618488"/>
              <a:gd name="csY43" fmla="*/ 45720 h 1472184"/>
              <a:gd name="csX44" fmla="*/ 813816 w 1618488"/>
              <a:gd name="csY44" fmla="*/ 54864 h 14721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8488" h="1472184">
                <a:moveTo>
                  <a:pt x="813816" y="54864"/>
                </a:moveTo>
                <a:cubicBezTo>
                  <a:pt x="807720" y="50292"/>
                  <a:pt x="733356" y="21642"/>
                  <a:pt x="713232" y="18288"/>
                </a:cubicBezTo>
                <a:cubicBezTo>
                  <a:pt x="677029" y="12254"/>
                  <a:pt x="640080" y="12192"/>
                  <a:pt x="603504" y="9144"/>
                </a:cubicBezTo>
                <a:cubicBezTo>
                  <a:pt x="533400" y="15240"/>
                  <a:pt x="462355" y="14464"/>
                  <a:pt x="393192" y="27432"/>
                </a:cubicBezTo>
                <a:cubicBezTo>
                  <a:pt x="363687" y="32964"/>
                  <a:pt x="337138" y="49429"/>
                  <a:pt x="310896" y="64008"/>
                </a:cubicBezTo>
                <a:cubicBezTo>
                  <a:pt x="282076" y="80019"/>
                  <a:pt x="254524" y="98503"/>
                  <a:pt x="228600" y="118872"/>
                </a:cubicBezTo>
                <a:cubicBezTo>
                  <a:pt x="211653" y="132188"/>
                  <a:pt x="197378" y="148644"/>
                  <a:pt x="182880" y="164592"/>
                </a:cubicBezTo>
                <a:cubicBezTo>
                  <a:pt x="139283" y="212548"/>
                  <a:pt x="119439" y="239531"/>
                  <a:pt x="91440" y="301752"/>
                </a:cubicBezTo>
                <a:cubicBezTo>
                  <a:pt x="60691" y="370082"/>
                  <a:pt x="47005" y="431151"/>
                  <a:pt x="27432" y="502920"/>
                </a:cubicBezTo>
                <a:cubicBezTo>
                  <a:pt x="24384" y="533400"/>
                  <a:pt x="20396" y="563801"/>
                  <a:pt x="18288" y="594360"/>
                </a:cubicBezTo>
                <a:cubicBezTo>
                  <a:pt x="628" y="850433"/>
                  <a:pt x="19398" y="686061"/>
                  <a:pt x="0" y="841248"/>
                </a:cubicBezTo>
                <a:cubicBezTo>
                  <a:pt x="9630" y="1033853"/>
                  <a:pt x="-9704" y="975298"/>
                  <a:pt x="36576" y="1106424"/>
                </a:cubicBezTo>
                <a:cubicBezTo>
                  <a:pt x="45243" y="1130981"/>
                  <a:pt x="50609" y="1157245"/>
                  <a:pt x="64008" y="1179576"/>
                </a:cubicBezTo>
                <a:cubicBezTo>
                  <a:pt x="78466" y="1203673"/>
                  <a:pt x="99001" y="1223713"/>
                  <a:pt x="118872" y="1243584"/>
                </a:cubicBezTo>
                <a:cubicBezTo>
                  <a:pt x="168419" y="1293131"/>
                  <a:pt x="219484" y="1332465"/>
                  <a:pt x="283464" y="1362456"/>
                </a:cubicBezTo>
                <a:cubicBezTo>
                  <a:pt x="349065" y="1393206"/>
                  <a:pt x="413024" y="1433735"/>
                  <a:pt x="484632" y="1444752"/>
                </a:cubicBezTo>
                <a:cubicBezTo>
                  <a:pt x="642783" y="1469083"/>
                  <a:pt x="563532" y="1459965"/>
                  <a:pt x="722376" y="1472184"/>
                </a:cubicBezTo>
                <a:cubicBezTo>
                  <a:pt x="774192" y="1466088"/>
                  <a:pt x="826422" y="1462835"/>
                  <a:pt x="877824" y="1453896"/>
                </a:cubicBezTo>
                <a:cubicBezTo>
                  <a:pt x="906578" y="1448895"/>
                  <a:pt x="972928" y="1418362"/>
                  <a:pt x="996696" y="1408176"/>
                </a:cubicBezTo>
                <a:cubicBezTo>
                  <a:pt x="1014984" y="1389888"/>
                  <a:pt x="1034163" y="1372449"/>
                  <a:pt x="1051560" y="1353312"/>
                </a:cubicBezTo>
                <a:cubicBezTo>
                  <a:pt x="1091695" y="1309164"/>
                  <a:pt x="1086039" y="1291135"/>
                  <a:pt x="1152144" y="1271016"/>
                </a:cubicBezTo>
                <a:cubicBezTo>
                  <a:pt x="1199612" y="1256569"/>
                  <a:pt x="1249552" y="1252014"/>
                  <a:pt x="1298448" y="1243584"/>
                </a:cubicBezTo>
                <a:cubicBezTo>
                  <a:pt x="1476555" y="1212876"/>
                  <a:pt x="1356864" y="1240410"/>
                  <a:pt x="1490472" y="1207008"/>
                </a:cubicBezTo>
                <a:cubicBezTo>
                  <a:pt x="1514856" y="1188720"/>
                  <a:pt x="1542950" y="1174541"/>
                  <a:pt x="1563624" y="1152144"/>
                </a:cubicBezTo>
                <a:cubicBezTo>
                  <a:pt x="1604285" y="1108095"/>
                  <a:pt x="1606141" y="1061400"/>
                  <a:pt x="1618488" y="1005840"/>
                </a:cubicBezTo>
                <a:cubicBezTo>
                  <a:pt x="1603248" y="963168"/>
                  <a:pt x="1593032" y="918352"/>
                  <a:pt x="1572768" y="877824"/>
                </a:cubicBezTo>
                <a:cubicBezTo>
                  <a:pt x="1559137" y="850562"/>
                  <a:pt x="1537975" y="827611"/>
                  <a:pt x="1517904" y="804672"/>
                </a:cubicBezTo>
                <a:cubicBezTo>
                  <a:pt x="1448328" y="725156"/>
                  <a:pt x="1443603" y="734339"/>
                  <a:pt x="1362456" y="667512"/>
                </a:cubicBezTo>
                <a:cubicBezTo>
                  <a:pt x="1337445" y="646915"/>
                  <a:pt x="1313047" y="625551"/>
                  <a:pt x="1289304" y="603504"/>
                </a:cubicBezTo>
                <a:cubicBezTo>
                  <a:pt x="1142500" y="467186"/>
                  <a:pt x="1313712" y="626174"/>
                  <a:pt x="1197864" y="493776"/>
                </a:cubicBezTo>
                <a:cubicBezTo>
                  <a:pt x="1169479" y="461336"/>
                  <a:pt x="1106424" y="402336"/>
                  <a:pt x="1106424" y="402336"/>
                </a:cubicBezTo>
                <a:cubicBezTo>
                  <a:pt x="1100328" y="387096"/>
                  <a:pt x="1095014" y="371519"/>
                  <a:pt x="1088136" y="356616"/>
                </a:cubicBezTo>
                <a:cubicBezTo>
                  <a:pt x="1076712" y="331863"/>
                  <a:pt x="1058172" y="309912"/>
                  <a:pt x="1051560" y="283464"/>
                </a:cubicBezTo>
                <a:cubicBezTo>
                  <a:pt x="1048512" y="271272"/>
                  <a:pt x="1047520" y="258372"/>
                  <a:pt x="1042416" y="246888"/>
                </a:cubicBezTo>
                <a:cubicBezTo>
                  <a:pt x="1027866" y="214149"/>
                  <a:pt x="1007878" y="193049"/>
                  <a:pt x="987552" y="164592"/>
                </a:cubicBezTo>
                <a:cubicBezTo>
                  <a:pt x="981164" y="155649"/>
                  <a:pt x="975858" y="145952"/>
                  <a:pt x="969264" y="137160"/>
                </a:cubicBezTo>
                <a:cubicBezTo>
                  <a:pt x="957554" y="121547"/>
                  <a:pt x="944398" y="107053"/>
                  <a:pt x="932688" y="91440"/>
                </a:cubicBezTo>
                <a:cubicBezTo>
                  <a:pt x="926094" y="82648"/>
                  <a:pt x="921552" y="72352"/>
                  <a:pt x="914400" y="64008"/>
                </a:cubicBezTo>
                <a:cubicBezTo>
                  <a:pt x="897527" y="44322"/>
                  <a:pt x="874659" y="21278"/>
                  <a:pt x="850392" y="9144"/>
                </a:cubicBezTo>
                <a:cubicBezTo>
                  <a:pt x="841771" y="4833"/>
                  <a:pt x="832104" y="3048"/>
                  <a:pt x="822960" y="0"/>
                </a:cubicBezTo>
                <a:cubicBezTo>
                  <a:pt x="813816" y="3048"/>
                  <a:pt x="804937" y="7053"/>
                  <a:pt x="795528" y="9144"/>
                </a:cubicBezTo>
                <a:cubicBezTo>
                  <a:pt x="777429" y="13166"/>
                  <a:pt x="758905" y="14971"/>
                  <a:pt x="740664" y="18288"/>
                </a:cubicBezTo>
                <a:cubicBezTo>
                  <a:pt x="725373" y="21068"/>
                  <a:pt x="710184" y="24384"/>
                  <a:pt x="694944" y="27432"/>
                </a:cubicBezTo>
                <a:cubicBezTo>
                  <a:pt x="713232" y="33528"/>
                  <a:pt x="731106" y="41045"/>
                  <a:pt x="749808" y="45720"/>
                </a:cubicBezTo>
                <a:cubicBezTo>
                  <a:pt x="792996" y="56517"/>
                  <a:pt x="819912" y="59436"/>
                  <a:pt x="813816" y="54864"/>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 Model</a:t>
            </a:r>
          </a:p>
        </p:txBody>
      </p:sp>
    </p:spTree>
    <p:extLst>
      <p:ext uri="{BB962C8B-B14F-4D97-AF65-F5344CB8AC3E}">
        <p14:creationId xmlns:p14="http://schemas.microsoft.com/office/powerpoint/2010/main" val="28267331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1477328"/>
          </a:xfrm>
          <a:prstGeom prst="rect">
            <a:avLst/>
          </a:prstGeom>
          <a:noFill/>
        </p:spPr>
        <p:txBody>
          <a:bodyPr wrap="square">
            <a:spAutoFit/>
          </a:bodyPr>
          <a:lstStyle/>
          <a:p>
            <a:pPr marL="0" indent="0">
              <a:buNone/>
            </a:pPr>
            <a:r>
              <a:rPr lang="en-US" dirty="0" err="1">
                <a:solidFill>
                  <a:schemeClr val="accent6">
                    <a:lumMod val="60000"/>
                    <a:lumOff val="40000"/>
                  </a:schemeClr>
                </a:solidFill>
              </a:rPr>
              <a:t>Ffnbksdfd</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Fdslj;f</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Fl;ds</a:t>
            </a:r>
            <a:endParaRPr lang="en-US" dirty="0">
              <a:solidFill>
                <a:schemeClr val="accent6">
                  <a:lumMod val="60000"/>
                  <a:lumOff val="40000"/>
                </a:schemeClr>
              </a:solidFill>
            </a:endParaRPr>
          </a:p>
          <a:p>
            <a:pPr marL="0" indent="0">
              <a:buNone/>
            </a:pP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1543</TotalTime>
  <Words>1077</Words>
  <Application>Microsoft Office PowerPoint</Application>
  <PresentationFormat>Widescreen</PresentationFormat>
  <Paragraphs>200</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288</cp:revision>
  <dcterms:created xsi:type="dcterms:W3CDTF">2025-09-22T02:44:38Z</dcterms:created>
  <dcterms:modified xsi:type="dcterms:W3CDTF">2026-04-24T19:59:46Z</dcterms:modified>
</cp:coreProperties>
</file>