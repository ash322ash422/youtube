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77" r:id="rId3"/>
    <p:sldId id="276" r:id="rId4"/>
    <p:sldId id="275" r:id="rId5"/>
    <p:sldId id="279" r:id="rId6"/>
    <p:sldId id="280" r:id="rId7"/>
    <p:sldId id="27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2:21:24.6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2645 1933 24575,'0'1'0,"0"-1"0,0 0 0,0 0 0,1 0 0,-1 0 0,0 0 0,0 1 0,0-1 0,0 0 0,0 0 0,0 0 0,0 0 0,0 0 0,0 0 0,0 1 0,0-1 0,0 0 0,0 0 0,0 0 0,1 0 0,-1 0 0,0 0 0,0 0 0,0 0 0,0 0 0,0 1 0,0-1 0,1 0 0,-1 0 0,0 0 0,0 0 0,0 0 0,0 0 0,0 0 0,1 0 0,-1 0 0,0 0 0,0 0 0,0 0 0,0 0 0,0 0 0,0 0 0,1 0 0,-1 0 0,0 0 0,0 0 0,0 0 0,0-1 0,0 1 0,1 0 0,-1 0 0,0 0 0,0 0 0,0 0 0,13-8 0,9-12 0,5-10 0,-2-1 0,0-1 0,-3-1 0,0-2 0,-3 0 0,0 0 0,-3-2 0,16-47 0,-17 31 0,-2-1 0,-2-1 0,-2 0 0,-3 0 0,-1-80 0,-4 50 0,1 45 0,-2 0 0,-1 0 0,-3 0 0,0 0 0,-13-43 0,12 68 0,-1 0 0,-1 1 0,-1 0 0,0 0 0,0 1 0,-16-19 0,-70-69 0,77 83 0,-23-20 0,-1 3 0,-2 1 0,-1 2 0,-2 2 0,-75-38 0,-259-91 0,278 120 0,38 16 0,-1 3 0,-1 3 0,-115-15 0,56 21 0,-137 4 0,56 7 0,-147 4 0,332-3 0,-1 1 0,1 1 0,-1 1 0,1 2 0,0-1 0,1 2 0,0 1 0,-33 17 0,23-7 0,2 2 0,0 0 0,1 2 0,-42 43 0,44-39 0,2 1 0,0 1 0,2 1 0,-34 60 0,45-68 0,0 1 0,1 1 0,1-1 0,2 1 0,0 0 0,1 1 0,1 0 0,-1 34 0,9 357 0,0-382 0,0-1 0,3 1 0,0-1 0,2-1 0,1 0 0,2 0 0,28 54 0,0-16 0,2-2 0,57 68 0,-78-108 0,2-1 0,1 0 0,0-2 0,2-1 0,1-1 0,1-2 0,0 0 0,2-2 0,0-1 0,55 22 0,162 63-1365,-215-89-5461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2:21:26.3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761 1 24575,'8'20'0,"-1"1"0,0 0 0,-1 0 0,-2 1 0,4 34 0,2 12 0,-9-64 0,17 82 0,-3 2 0,4 135 0,-19-208 0,2 0 0,-1 1 0,8 27 0,-8-42 0,-1 1 0,0-1 0,1 0 0,-1 1 0,0-1 0,0 0 0,0 1 0,0-1 0,0 0 0,-1 1 0,1-1 0,0 0 0,-1 1 0,1-1 0,-1 0 0,1 0 0,-1 1 0,1-1 0,-1 0 0,0 0 0,0 0 0,0 0 0,1 0 0,-1 0 0,0 0 0,0 0 0,0 0 0,-1 0 0,1-1 0,0 1 0,0 0 0,0-1 0,0 1 0,-1-1 0,1 1 0,-3 0 0,-5 1 0,0 0 0,-1-1 0,1 1 0,-13-2 0,13 1 0,-380-2 0,147-3 0,110 4-1365,111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63EA86-9651-E9BA-E51C-5E17F52FE6B6}"/>
              </a:ext>
            </a:extLst>
          </p:cNvPr>
          <p:cNvSpPr txBox="1"/>
          <p:nvPr/>
        </p:nvSpPr>
        <p:spPr>
          <a:xfrm>
            <a:off x="3108960" y="2359152"/>
            <a:ext cx="66786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Fine Tune an Open AI Model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A17B0-2317-6300-05E6-CA7871758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FC6C65-0BA4-0169-396C-38D4E341D7A0}"/>
              </a:ext>
            </a:extLst>
          </p:cNvPr>
          <p:cNvSpPr txBox="1"/>
          <p:nvPr/>
        </p:nvSpPr>
        <p:spPr>
          <a:xfrm>
            <a:off x="294210" y="385084"/>
            <a:ext cx="111906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task is to design a fine-tuned model that would take input hospital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unstructured data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give output as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structured data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 the form of JSON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4ED367-0B16-3DC4-9E42-EF6923744366}"/>
              </a:ext>
            </a:extLst>
          </p:cNvPr>
          <p:cNvSpPr txBox="1"/>
          <p:nvPr/>
        </p:nvSpPr>
        <p:spPr>
          <a:xfrm>
            <a:off x="190517" y="2435858"/>
            <a:ext cx="403401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Victoria Gupta, a 27-year-old female, presents with chronic fatigue, muscle pain, and tender points throughout body. Reports unrefreshing sleep and cognitive difficulties. Started on Duloxetine 30mg daily with gradual increase to 60mg.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3B82DC-B053-1DFD-1DE5-57AA6EC12CD7}"/>
              </a:ext>
            </a:extLst>
          </p:cNvPr>
          <p:cNvSpPr txBox="1"/>
          <p:nvPr/>
        </p:nvSpPr>
        <p:spPr>
          <a:xfrm>
            <a:off x="7150607" y="2637040"/>
            <a:ext cx="494690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"patient name": "Victoria Gupta",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"age": 27,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"diagnosis": "fibromyalgia",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"prescribed medication": "Duloxetine“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236459D-9650-908C-4B61-3079E438849C}"/>
              </a:ext>
            </a:extLst>
          </p:cNvPr>
          <p:cNvSpPr/>
          <p:nvPr/>
        </p:nvSpPr>
        <p:spPr>
          <a:xfrm>
            <a:off x="4640062" y="3297426"/>
            <a:ext cx="1691640" cy="1024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Fine Tuned</a:t>
            </a:r>
          </a:p>
          <a:p>
            <a:pPr algn="ctr"/>
            <a:r>
              <a:rPr lang="en-US" sz="2400" dirty="0"/>
              <a:t>Model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ACB062B-9A66-ADBE-F1CF-31EC2989687D}"/>
              </a:ext>
            </a:extLst>
          </p:cNvPr>
          <p:cNvSpPr/>
          <p:nvPr/>
        </p:nvSpPr>
        <p:spPr>
          <a:xfrm>
            <a:off x="4023360" y="3630168"/>
            <a:ext cx="521208" cy="329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EF39431-45E7-BB65-47F1-C29197AECA01}"/>
              </a:ext>
            </a:extLst>
          </p:cNvPr>
          <p:cNvSpPr/>
          <p:nvPr/>
        </p:nvSpPr>
        <p:spPr>
          <a:xfrm>
            <a:off x="6427196" y="3617976"/>
            <a:ext cx="521208" cy="329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656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3DF311C-21E8-278C-B84C-BE04237E57F0}"/>
              </a:ext>
            </a:extLst>
          </p:cNvPr>
          <p:cNvSpPr/>
          <p:nvPr/>
        </p:nvSpPr>
        <p:spPr>
          <a:xfrm>
            <a:off x="214884" y="1743699"/>
            <a:ext cx="1161290" cy="1024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Get API Key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91B50D4-F053-AE02-CF37-C90BA4777C4A}"/>
              </a:ext>
            </a:extLst>
          </p:cNvPr>
          <p:cNvSpPr/>
          <p:nvPr/>
        </p:nvSpPr>
        <p:spPr>
          <a:xfrm>
            <a:off x="2189990" y="1739237"/>
            <a:ext cx="1691640" cy="1024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Prepare dataset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73A055-120C-A047-C78E-2E2F70191DA2}"/>
              </a:ext>
            </a:extLst>
          </p:cNvPr>
          <p:cNvSpPr/>
          <p:nvPr/>
        </p:nvSpPr>
        <p:spPr>
          <a:xfrm>
            <a:off x="4846318" y="1593130"/>
            <a:ext cx="1691640" cy="12891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Upload training file</a:t>
            </a:r>
          </a:p>
          <a:p>
            <a:pPr algn="ctr"/>
            <a:r>
              <a:rPr lang="en-US" dirty="0"/>
              <a:t>+</a:t>
            </a:r>
          </a:p>
          <a:p>
            <a:pPr algn="ctr"/>
            <a:r>
              <a:rPr lang="en-US" dirty="0"/>
              <a:t>validation file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7A5FA3E-D114-7DBD-EAE6-FBF0666B606F}"/>
              </a:ext>
            </a:extLst>
          </p:cNvPr>
          <p:cNvSpPr/>
          <p:nvPr/>
        </p:nvSpPr>
        <p:spPr>
          <a:xfrm>
            <a:off x="7470660" y="1809338"/>
            <a:ext cx="1691640" cy="1024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Fine Tuning job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48B15C-B065-952A-1BB7-9AF88E9F2236}"/>
              </a:ext>
            </a:extLst>
          </p:cNvPr>
          <p:cNvSpPr/>
          <p:nvPr/>
        </p:nvSpPr>
        <p:spPr>
          <a:xfrm>
            <a:off x="10002010" y="1858117"/>
            <a:ext cx="1691640" cy="1024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Monitor Fine Tuning Job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3C10102-3CCF-F893-5587-FC2DBF731007}"/>
              </a:ext>
            </a:extLst>
          </p:cNvPr>
          <p:cNvSpPr/>
          <p:nvPr/>
        </p:nvSpPr>
        <p:spPr>
          <a:xfrm>
            <a:off x="10110979" y="3839312"/>
            <a:ext cx="1691640" cy="1024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the model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0097FD3-6BCA-236A-FA4C-15FF759E60CC}"/>
              </a:ext>
            </a:extLst>
          </p:cNvPr>
          <p:cNvSpPr/>
          <p:nvPr/>
        </p:nvSpPr>
        <p:spPr>
          <a:xfrm>
            <a:off x="1465328" y="2008988"/>
            <a:ext cx="694942" cy="399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7D9374C-1196-81B8-9EB2-44F43CC9DF52}"/>
              </a:ext>
            </a:extLst>
          </p:cNvPr>
          <p:cNvSpPr/>
          <p:nvPr/>
        </p:nvSpPr>
        <p:spPr>
          <a:xfrm>
            <a:off x="4000504" y="2080615"/>
            <a:ext cx="694942" cy="399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95FBB028-D46B-6130-10EF-165CAF0B4B71}"/>
              </a:ext>
            </a:extLst>
          </p:cNvPr>
          <p:cNvSpPr/>
          <p:nvPr/>
        </p:nvSpPr>
        <p:spPr>
          <a:xfrm>
            <a:off x="6656838" y="2051658"/>
            <a:ext cx="694942" cy="399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94BDA97-26BD-A10A-51D8-A05090C147A8}"/>
              </a:ext>
            </a:extLst>
          </p:cNvPr>
          <p:cNvSpPr/>
          <p:nvPr/>
        </p:nvSpPr>
        <p:spPr>
          <a:xfrm>
            <a:off x="9244604" y="2170538"/>
            <a:ext cx="694942" cy="399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03B357A-1187-E8D3-B35A-942C9078B07D}"/>
              </a:ext>
            </a:extLst>
          </p:cNvPr>
          <p:cNvSpPr/>
          <p:nvPr/>
        </p:nvSpPr>
        <p:spPr>
          <a:xfrm rot="5400000">
            <a:off x="10500359" y="3161135"/>
            <a:ext cx="694942" cy="399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F7973F-5520-FDC3-B55C-07416CD83696}"/>
              </a:ext>
            </a:extLst>
          </p:cNvPr>
          <p:cNvSpPr txBox="1"/>
          <p:nvPr/>
        </p:nvSpPr>
        <p:spPr>
          <a:xfrm>
            <a:off x="2437890" y="210312"/>
            <a:ext cx="2544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 flow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BE57C65-A889-2B56-1857-8966E05FFF4E}"/>
              </a:ext>
            </a:extLst>
          </p:cNvPr>
          <p:cNvGrpSpPr/>
          <p:nvPr/>
        </p:nvGrpSpPr>
        <p:grpSpPr>
          <a:xfrm>
            <a:off x="10038744" y="1041336"/>
            <a:ext cx="1064160" cy="780120"/>
            <a:chOff x="10038744" y="1041336"/>
            <a:chExt cx="1064160" cy="78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AA2A615-98AD-90B0-D41C-D0B9A55A92EA}"/>
                    </a:ext>
                  </a:extLst>
                </p14:cNvPr>
                <p14:cNvContentPartPr/>
                <p14:nvPr/>
              </p14:nvContentPartPr>
              <p14:xfrm>
                <a:off x="10038744" y="1041336"/>
                <a:ext cx="1064160" cy="727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AA2A615-98AD-90B0-D41C-D0B9A55A92E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020744" y="1023336"/>
                  <a:ext cx="1099800" cy="76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485B749-A98C-4C97-FA7F-E45A54DC8136}"/>
                    </a:ext>
                  </a:extLst>
                </p14:cNvPr>
                <p14:cNvContentPartPr/>
                <p14:nvPr/>
              </p14:nvContentPartPr>
              <p14:xfrm>
                <a:off x="10049544" y="1544976"/>
                <a:ext cx="316440" cy="276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485B749-A98C-4C97-FA7F-E45A54DC813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31544" y="1527336"/>
                  <a:ext cx="352080" cy="312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0DF42C-E81D-E380-9EED-02AA20E65EE6}"/>
              </a:ext>
            </a:extLst>
          </p:cNvPr>
          <p:cNvSpPr txBox="1"/>
          <p:nvPr/>
        </p:nvSpPr>
        <p:spPr>
          <a:xfrm>
            <a:off x="867266" y="490194"/>
            <a:ext cx="1631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API Key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60C924-2354-D20B-173A-F35F9EC1E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46" y="1225485"/>
            <a:ext cx="11809907" cy="563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E5071-A7B3-7DEC-53C6-8B1CE39CF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64198C-735A-389B-ADA1-FB1F6534D6F7}"/>
              </a:ext>
            </a:extLst>
          </p:cNvPr>
          <p:cNvSpPr txBox="1"/>
          <p:nvPr/>
        </p:nvSpPr>
        <p:spPr>
          <a:xfrm>
            <a:off x="0" y="78714"/>
            <a:ext cx="4474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Fine tuning on Open AI Dashboard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4121AD-BF10-07C5-B4D5-C3E68151A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32986"/>
            <a:ext cx="11497056" cy="545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77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B5997-38DB-371A-2AFF-C2A0B755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7CDA49-6464-FA5D-B443-8DE7C9A6DEE1}"/>
              </a:ext>
            </a:extLst>
          </p:cNvPr>
          <p:cNvSpPr txBox="1"/>
          <p:nvPr/>
        </p:nvSpPr>
        <p:spPr>
          <a:xfrm>
            <a:off x="1162267" y="78714"/>
            <a:ext cx="6027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Playground -&gt; Chat with your fine-tuned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33EBE4-6DA2-F200-1F48-A31DDBD45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18" y="1036854"/>
            <a:ext cx="11317405" cy="574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214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ECFA4-2524-938D-31D5-098A85E10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895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1286</TotalTime>
  <Words>144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187</cp:revision>
  <dcterms:created xsi:type="dcterms:W3CDTF">2025-09-22T02:44:38Z</dcterms:created>
  <dcterms:modified xsi:type="dcterms:W3CDTF">2026-04-26T02:21:29Z</dcterms:modified>
</cp:coreProperties>
</file>