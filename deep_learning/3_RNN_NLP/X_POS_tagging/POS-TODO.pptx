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6" r:id="rId2"/>
    <p:sldId id="257" r:id="rId3"/>
    <p:sldId id="277" r:id="rId4"/>
    <p:sldId id="278" r:id="rId5"/>
    <p:sldId id="27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2421B1E-A3AD-96A5-D746-AA5427D60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745" y="239513"/>
            <a:ext cx="1147572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Consider the word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"book"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these two sentences: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want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book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 flight."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just finished a great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book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knowing its grammatical role, the machine cannot determine if the user wants to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 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(reserve a seat)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refers to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physical object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(a novel).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ambiguity leads to major errors in downstream tasks like translation or voice assistants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DE083C-9082-5778-5754-BF0953687942}"/>
              </a:ext>
            </a:extLst>
          </p:cNvPr>
          <p:cNvSpPr txBox="1"/>
          <p:nvPr/>
        </p:nvSpPr>
        <p:spPr>
          <a:xfrm>
            <a:off x="182880" y="574373"/>
            <a:ext cx="11283696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The Solution: POS Tagging in NLP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POS tagging solves this by assigning a grammatical category (like Noun, Verb, or Adjective) to every word in a sentence based on its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context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.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By labeling "book" as a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Verb (VB)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in the first sentence and a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Noun (NN)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in the second, POS tagging immediately clears up what the word means. 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9D4CB-59B9-9B3F-3992-81FAC0653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3C2C11-0E94-5214-FFC0-C970712413AC}"/>
              </a:ext>
            </a:extLst>
          </p:cNvPr>
          <p:cNvSpPr txBox="1"/>
          <p:nvPr/>
        </p:nvSpPr>
        <p:spPr>
          <a:xfrm>
            <a:off x="182880" y="574373"/>
            <a:ext cx="11283696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Tagging identifies how words relate to each other. 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For instance, it helps a machine recognize that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Google Sans"/>
            </a:endParaRPr>
          </a:p>
          <a:p>
            <a:pPr marL="342900" indent="-3429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a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Determiner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("the") is likely followed by a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Noun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("dog"). 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Google Sans"/>
            </a:endParaRP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This creates a predictable map of the sentence's structure, allowing models to extract </a:t>
            </a:r>
            <a:r>
              <a:rPr lang="en-US" sz="2400" b="1" u="sng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who did what to whom.</a:t>
            </a:r>
          </a:p>
        </p:txBody>
      </p:sp>
    </p:spTree>
    <p:extLst>
      <p:ext uri="{BB962C8B-B14F-4D97-AF65-F5344CB8AC3E}">
        <p14:creationId xmlns:p14="http://schemas.microsoft.com/office/powerpoint/2010/main" val="1986333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99682-6EF2-53A0-1289-7EE4D34F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584285-0992-34D8-FF2E-C3E4D96995B1}"/>
              </a:ext>
            </a:extLst>
          </p:cNvPr>
          <p:cNvSpPr txBox="1"/>
          <p:nvPr/>
        </p:nvSpPr>
        <p:spPr>
          <a:xfrm>
            <a:off x="182880" y="574373"/>
            <a:ext cx="11283696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Translation: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spcBef>
                <a:spcPts val="900"/>
              </a:spcBef>
              <a:spcAft>
                <a:spcPts val="1200"/>
              </a:spcAft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translate "book" correctly into another language, the system must first know if it is an </a:t>
            </a:r>
          </a:p>
          <a:p>
            <a:pPr marL="342900" indent="-3429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 or </a:t>
            </a:r>
          </a:p>
          <a:p>
            <a:pPr marL="342900" indent="-3429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object.</a:t>
            </a:r>
            <a:endParaRPr lang="en-US" sz="2400" b="1" u="sng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704948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1084</TotalTime>
  <Words>225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175</cp:revision>
  <dcterms:created xsi:type="dcterms:W3CDTF">2025-09-22T02:44:38Z</dcterms:created>
  <dcterms:modified xsi:type="dcterms:W3CDTF">2026-05-05T13:49:47Z</dcterms:modified>
</cp:coreProperties>
</file>