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8"/>
  </p:notesMasterIdLst>
  <p:handoutMasterIdLst>
    <p:handoutMasterId r:id="rId19"/>
  </p:handoutMasterIdLst>
  <p:sldIdLst>
    <p:sldId id="256" r:id="rId5"/>
    <p:sldId id="270" r:id="rId6"/>
    <p:sldId id="268" r:id="rId7"/>
    <p:sldId id="271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5274" autoAdjust="0"/>
  </p:normalViewPr>
  <p:slideViewPr>
    <p:cSldViewPr>
      <p:cViewPr varScale="1">
        <p:scale>
          <a:sx n="107" d="100"/>
          <a:sy n="107" d="100"/>
        </p:scale>
        <p:origin x="84" y="136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C3BA93-DDA4-4910-A738-C8FAD77C782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908C255-9B5D-4A3D-88DA-4253AF48E9BD}" type="pres">
      <dgm:prSet presAssocID="{BEC3BA93-DDA4-4910-A738-C8FAD77C782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41177D78-6401-4CD0-9798-69CD9117C595}" type="presOf" srcId="{BEC3BA93-DDA4-4910-A738-C8FAD77C782F}" destId="{9908C255-9B5D-4A3D-88DA-4253AF48E9BD}" srcOrd="0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78D38C-C3DD-41D3-A368-D78745D4355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10CE03F-35A6-4D7E-AEAC-26501B9D0493}">
      <dgm:prSet phldrT="[Text]"/>
      <dgm:spPr/>
      <dgm:t>
        <a:bodyPr/>
        <a:lstStyle/>
        <a:p>
          <a:r>
            <a:rPr lang="en-IN" dirty="0"/>
            <a:t>Data Structure</a:t>
          </a:r>
        </a:p>
      </dgm:t>
    </dgm:pt>
    <dgm:pt modelId="{F884BBD6-BBE0-4E01-81BD-5886D5E06EC1}" type="parTrans" cxnId="{FFCC5E85-8261-4A80-82A8-4AE3ABD690DF}">
      <dgm:prSet/>
      <dgm:spPr/>
      <dgm:t>
        <a:bodyPr/>
        <a:lstStyle/>
        <a:p>
          <a:endParaRPr lang="en-IN"/>
        </a:p>
      </dgm:t>
    </dgm:pt>
    <dgm:pt modelId="{C6504265-ABEC-49E2-BEE0-1B451BD663EA}" type="sibTrans" cxnId="{FFCC5E85-8261-4A80-82A8-4AE3ABD690DF}">
      <dgm:prSet/>
      <dgm:spPr/>
      <dgm:t>
        <a:bodyPr/>
        <a:lstStyle/>
        <a:p>
          <a:endParaRPr lang="en-IN"/>
        </a:p>
      </dgm:t>
    </dgm:pt>
    <dgm:pt modelId="{A0F8CF74-9535-48C7-AAE5-89E4A9FB6F54}">
      <dgm:prSet phldrT="[Text]"/>
      <dgm:spPr/>
      <dgm:t>
        <a:bodyPr/>
        <a:lstStyle/>
        <a:p>
          <a:r>
            <a:rPr lang="en-IN" dirty="0"/>
            <a:t>Unstructured Data</a:t>
          </a:r>
        </a:p>
      </dgm:t>
    </dgm:pt>
    <dgm:pt modelId="{E86BA060-0E21-4329-9903-E6E0C06F9616}" type="parTrans" cxnId="{6D01985C-5501-4167-9651-52C159A4CA54}">
      <dgm:prSet/>
      <dgm:spPr/>
      <dgm:t>
        <a:bodyPr/>
        <a:lstStyle/>
        <a:p>
          <a:endParaRPr lang="en-IN"/>
        </a:p>
      </dgm:t>
    </dgm:pt>
    <dgm:pt modelId="{70500F38-9D8B-442F-9858-9A3F271DA7BB}" type="sibTrans" cxnId="{6D01985C-5501-4167-9651-52C159A4CA54}">
      <dgm:prSet/>
      <dgm:spPr/>
      <dgm:t>
        <a:bodyPr/>
        <a:lstStyle/>
        <a:p>
          <a:endParaRPr lang="en-IN"/>
        </a:p>
      </dgm:t>
    </dgm:pt>
    <dgm:pt modelId="{D72A3CB5-2789-4988-A649-11A91A8DDDCA}">
      <dgm:prSet phldrT="[Text]"/>
      <dgm:spPr/>
      <dgm:t>
        <a:bodyPr/>
        <a:lstStyle/>
        <a:p>
          <a:r>
            <a:rPr lang="en-IN" dirty="0"/>
            <a:t>Quasi-structure Data</a:t>
          </a:r>
        </a:p>
      </dgm:t>
    </dgm:pt>
    <dgm:pt modelId="{13B77FAE-29CA-4818-8535-FD52DE348D50}" type="parTrans" cxnId="{5E9FB419-9D3E-422E-8E4F-CF3C24FB321A}">
      <dgm:prSet/>
      <dgm:spPr/>
      <dgm:t>
        <a:bodyPr/>
        <a:lstStyle/>
        <a:p>
          <a:endParaRPr lang="en-IN"/>
        </a:p>
      </dgm:t>
    </dgm:pt>
    <dgm:pt modelId="{8FE49BD8-015F-43B4-9953-62605432950A}" type="sibTrans" cxnId="{5E9FB419-9D3E-422E-8E4F-CF3C24FB321A}">
      <dgm:prSet/>
      <dgm:spPr/>
      <dgm:t>
        <a:bodyPr/>
        <a:lstStyle/>
        <a:p>
          <a:endParaRPr lang="en-IN"/>
        </a:p>
      </dgm:t>
    </dgm:pt>
    <dgm:pt modelId="{4FA81A69-8245-4A11-9C54-DA5BBE8E5F67}">
      <dgm:prSet phldrT="[Text]"/>
      <dgm:spPr/>
      <dgm:t>
        <a:bodyPr/>
        <a:lstStyle/>
        <a:p>
          <a:r>
            <a:rPr lang="en-IN" dirty="0"/>
            <a:t>Semi-structured Data</a:t>
          </a:r>
        </a:p>
      </dgm:t>
    </dgm:pt>
    <dgm:pt modelId="{B20866D5-A1ED-4C0E-96D8-40375D1018CD}" type="parTrans" cxnId="{CC6D4166-CE16-4D0A-86D9-B62FB0AB053E}">
      <dgm:prSet/>
      <dgm:spPr/>
      <dgm:t>
        <a:bodyPr/>
        <a:lstStyle/>
        <a:p>
          <a:endParaRPr lang="en-IN"/>
        </a:p>
      </dgm:t>
    </dgm:pt>
    <dgm:pt modelId="{5B4E08FB-C515-4D3F-AC5F-5D8314D82272}" type="sibTrans" cxnId="{CC6D4166-CE16-4D0A-86D9-B62FB0AB053E}">
      <dgm:prSet/>
      <dgm:spPr/>
      <dgm:t>
        <a:bodyPr/>
        <a:lstStyle/>
        <a:p>
          <a:endParaRPr lang="en-IN"/>
        </a:p>
      </dgm:t>
    </dgm:pt>
    <dgm:pt modelId="{3591D59A-BFA7-4E0B-9E7B-A43220D8F1E8}">
      <dgm:prSet phldrT="[Text]"/>
      <dgm:spPr/>
      <dgm:t>
        <a:bodyPr/>
        <a:lstStyle/>
        <a:p>
          <a:r>
            <a:rPr lang="en-IN" dirty="0"/>
            <a:t>Structured Data</a:t>
          </a:r>
        </a:p>
      </dgm:t>
    </dgm:pt>
    <dgm:pt modelId="{3AB0E36F-71D2-4EC7-8498-E21A3B84A603}" type="parTrans" cxnId="{8FF4782A-8573-4D37-85A1-37BD3B803CC5}">
      <dgm:prSet/>
      <dgm:spPr/>
      <dgm:t>
        <a:bodyPr/>
        <a:lstStyle/>
        <a:p>
          <a:endParaRPr lang="en-IN"/>
        </a:p>
      </dgm:t>
    </dgm:pt>
    <dgm:pt modelId="{12AC5EF4-3FF6-4E8B-8FF9-37084571F297}" type="sibTrans" cxnId="{8FF4782A-8573-4D37-85A1-37BD3B803CC5}">
      <dgm:prSet/>
      <dgm:spPr/>
      <dgm:t>
        <a:bodyPr/>
        <a:lstStyle/>
        <a:p>
          <a:endParaRPr lang="en-IN"/>
        </a:p>
      </dgm:t>
    </dgm:pt>
    <dgm:pt modelId="{446FA5AA-8ACA-4F5B-A298-9206577A6452}" type="pres">
      <dgm:prSet presAssocID="{5378D38C-C3DD-41D3-A368-D78745D4355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C1637B3-CA7D-4F38-ABE0-6AE0960500D2}" type="pres">
      <dgm:prSet presAssocID="{610CE03F-35A6-4D7E-AEAC-26501B9D0493}" presName="hierRoot1" presStyleCnt="0">
        <dgm:presLayoutVars>
          <dgm:hierBranch val="init"/>
        </dgm:presLayoutVars>
      </dgm:prSet>
      <dgm:spPr/>
    </dgm:pt>
    <dgm:pt modelId="{F3FE0F7C-CC70-4DAD-9AC6-0756CC26C227}" type="pres">
      <dgm:prSet presAssocID="{610CE03F-35A6-4D7E-AEAC-26501B9D0493}" presName="rootComposite1" presStyleCnt="0"/>
      <dgm:spPr/>
    </dgm:pt>
    <dgm:pt modelId="{6F73A210-2A28-4465-84E0-0BB54895F194}" type="pres">
      <dgm:prSet presAssocID="{610CE03F-35A6-4D7E-AEAC-26501B9D0493}" presName="rootText1" presStyleLbl="node0" presStyleIdx="0" presStyleCnt="1">
        <dgm:presLayoutVars>
          <dgm:chPref val="3"/>
        </dgm:presLayoutVars>
      </dgm:prSet>
      <dgm:spPr/>
    </dgm:pt>
    <dgm:pt modelId="{3558A8E3-3CC1-454A-80D4-72CCADB7915A}" type="pres">
      <dgm:prSet presAssocID="{610CE03F-35A6-4D7E-AEAC-26501B9D0493}" presName="rootConnector1" presStyleLbl="node1" presStyleIdx="0" presStyleCnt="0"/>
      <dgm:spPr/>
    </dgm:pt>
    <dgm:pt modelId="{B41F78EE-F147-4EB5-BCFA-A9CBCDCEB94E}" type="pres">
      <dgm:prSet presAssocID="{610CE03F-35A6-4D7E-AEAC-26501B9D0493}" presName="hierChild2" presStyleCnt="0"/>
      <dgm:spPr/>
    </dgm:pt>
    <dgm:pt modelId="{7DC50B73-0AB4-4880-8085-5904046314A5}" type="pres">
      <dgm:prSet presAssocID="{E86BA060-0E21-4329-9903-E6E0C06F9616}" presName="Name37" presStyleLbl="parChTrans1D2" presStyleIdx="0" presStyleCnt="4"/>
      <dgm:spPr/>
    </dgm:pt>
    <dgm:pt modelId="{21A7715F-D8E9-4D53-AE22-14981987AE7C}" type="pres">
      <dgm:prSet presAssocID="{A0F8CF74-9535-48C7-AAE5-89E4A9FB6F54}" presName="hierRoot2" presStyleCnt="0">
        <dgm:presLayoutVars>
          <dgm:hierBranch val="init"/>
        </dgm:presLayoutVars>
      </dgm:prSet>
      <dgm:spPr/>
    </dgm:pt>
    <dgm:pt modelId="{DAFC667B-6402-4BB4-A415-45AE14CCFDEF}" type="pres">
      <dgm:prSet presAssocID="{A0F8CF74-9535-48C7-AAE5-89E4A9FB6F54}" presName="rootComposite" presStyleCnt="0"/>
      <dgm:spPr/>
    </dgm:pt>
    <dgm:pt modelId="{D8D6862E-01E3-40DC-9E7E-D9F37C838B1F}" type="pres">
      <dgm:prSet presAssocID="{A0F8CF74-9535-48C7-AAE5-89E4A9FB6F54}" presName="rootText" presStyleLbl="node2" presStyleIdx="0" presStyleCnt="4">
        <dgm:presLayoutVars>
          <dgm:chPref val="3"/>
        </dgm:presLayoutVars>
      </dgm:prSet>
      <dgm:spPr/>
    </dgm:pt>
    <dgm:pt modelId="{654CFA54-B722-4DC8-A8C2-45DBD761BD12}" type="pres">
      <dgm:prSet presAssocID="{A0F8CF74-9535-48C7-AAE5-89E4A9FB6F54}" presName="rootConnector" presStyleLbl="node2" presStyleIdx="0" presStyleCnt="4"/>
      <dgm:spPr/>
    </dgm:pt>
    <dgm:pt modelId="{04CA7786-2397-4197-93E8-CC96B20258A5}" type="pres">
      <dgm:prSet presAssocID="{A0F8CF74-9535-48C7-AAE5-89E4A9FB6F54}" presName="hierChild4" presStyleCnt="0"/>
      <dgm:spPr/>
    </dgm:pt>
    <dgm:pt modelId="{4F1F97CB-D80B-4483-8651-F1D8E770BE77}" type="pres">
      <dgm:prSet presAssocID="{A0F8CF74-9535-48C7-AAE5-89E4A9FB6F54}" presName="hierChild5" presStyleCnt="0"/>
      <dgm:spPr/>
    </dgm:pt>
    <dgm:pt modelId="{789D16CE-E7E8-41F6-9BAE-B52622F9E7EF}" type="pres">
      <dgm:prSet presAssocID="{13B77FAE-29CA-4818-8535-FD52DE348D50}" presName="Name37" presStyleLbl="parChTrans1D2" presStyleIdx="1" presStyleCnt="4"/>
      <dgm:spPr/>
    </dgm:pt>
    <dgm:pt modelId="{B96CAE99-439C-4160-988C-889C66D664A7}" type="pres">
      <dgm:prSet presAssocID="{D72A3CB5-2789-4988-A649-11A91A8DDDCA}" presName="hierRoot2" presStyleCnt="0">
        <dgm:presLayoutVars>
          <dgm:hierBranch val="init"/>
        </dgm:presLayoutVars>
      </dgm:prSet>
      <dgm:spPr/>
    </dgm:pt>
    <dgm:pt modelId="{0D3E9D07-A5AB-4246-8CD1-7F767AFB4C52}" type="pres">
      <dgm:prSet presAssocID="{D72A3CB5-2789-4988-A649-11A91A8DDDCA}" presName="rootComposite" presStyleCnt="0"/>
      <dgm:spPr/>
    </dgm:pt>
    <dgm:pt modelId="{09437D7B-ADD0-41FF-863F-27842201EE7C}" type="pres">
      <dgm:prSet presAssocID="{D72A3CB5-2789-4988-A649-11A91A8DDDCA}" presName="rootText" presStyleLbl="node2" presStyleIdx="1" presStyleCnt="4">
        <dgm:presLayoutVars>
          <dgm:chPref val="3"/>
        </dgm:presLayoutVars>
      </dgm:prSet>
      <dgm:spPr/>
    </dgm:pt>
    <dgm:pt modelId="{6F09E047-BBDC-4BD2-9529-85ECCB25CE21}" type="pres">
      <dgm:prSet presAssocID="{D72A3CB5-2789-4988-A649-11A91A8DDDCA}" presName="rootConnector" presStyleLbl="node2" presStyleIdx="1" presStyleCnt="4"/>
      <dgm:spPr/>
    </dgm:pt>
    <dgm:pt modelId="{94501C18-8302-47FD-9412-A4FA2EAE4405}" type="pres">
      <dgm:prSet presAssocID="{D72A3CB5-2789-4988-A649-11A91A8DDDCA}" presName="hierChild4" presStyleCnt="0"/>
      <dgm:spPr/>
    </dgm:pt>
    <dgm:pt modelId="{62555BF0-8DDF-4945-8D60-C9E1435A9231}" type="pres">
      <dgm:prSet presAssocID="{D72A3CB5-2789-4988-A649-11A91A8DDDCA}" presName="hierChild5" presStyleCnt="0"/>
      <dgm:spPr/>
    </dgm:pt>
    <dgm:pt modelId="{23A59BE8-F4C8-4B02-9D6D-7658CCE625F0}" type="pres">
      <dgm:prSet presAssocID="{B20866D5-A1ED-4C0E-96D8-40375D1018CD}" presName="Name37" presStyleLbl="parChTrans1D2" presStyleIdx="2" presStyleCnt="4"/>
      <dgm:spPr/>
    </dgm:pt>
    <dgm:pt modelId="{7F1CE736-82F8-456F-BA54-F4D1BFBFD14D}" type="pres">
      <dgm:prSet presAssocID="{4FA81A69-8245-4A11-9C54-DA5BBE8E5F67}" presName="hierRoot2" presStyleCnt="0">
        <dgm:presLayoutVars>
          <dgm:hierBranch val="init"/>
        </dgm:presLayoutVars>
      </dgm:prSet>
      <dgm:spPr/>
    </dgm:pt>
    <dgm:pt modelId="{D3C11508-C2F7-46CA-8894-E911DC786D56}" type="pres">
      <dgm:prSet presAssocID="{4FA81A69-8245-4A11-9C54-DA5BBE8E5F67}" presName="rootComposite" presStyleCnt="0"/>
      <dgm:spPr/>
    </dgm:pt>
    <dgm:pt modelId="{4E83D830-BC54-4B47-B5FC-88451CBDE4D3}" type="pres">
      <dgm:prSet presAssocID="{4FA81A69-8245-4A11-9C54-DA5BBE8E5F67}" presName="rootText" presStyleLbl="node2" presStyleIdx="2" presStyleCnt="4">
        <dgm:presLayoutVars>
          <dgm:chPref val="3"/>
        </dgm:presLayoutVars>
      </dgm:prSet>
      <dgm:spPr>
        <a:prstGeom prst="rect">
          <a:avLst/>
        </a:prstGeom>
      </dgm:spPr>
    </dgm:pt>
    <dgm:pt modelId="{5EB6E11E-2129-4C34-9A75-019A55F43E45}" type="pres">
      <dgm:prSet presAssocID="{4FA81A69-8245-4A11-9C54-DA5BBE8E5F67}" presName="rootConnector" presStyleLbl="node2" presStyleIdx="2" presStyleCnt="4"/>
      <dgm:spPr/>
    </dgm:pt>
    <dgm:pt modelId="{DDF6744C-4930-473C-8D85-68CCB144BFF9}" type="pres">
      <dgm:prSet presAssocID="{4FA81A69-8245-4A11-9C54-DA5BBE8E5F67}" presName="hierChild4" presStyleCnt="0"/>
      <dgm:spPr/>
    </dgm:pt>
    <dgm:pt modelId="{18A96765-D286-4BDC-8940-7EA65AE6BF35}" type="pres">
      <dgm:prSet presAssocID="{4FA81A69-8245-4A11-9C54-DA5BBE8E5F67}" presName="hierChild5" presStyleCnt="0"/>
      <dgm:spPr/>
    </dgm:pt>
    <dgm:pt modelId="{02B29372-20AE-4D68-93D0-E37F8AA64EB5}" type="pres">
      <dgm:prSet presAssocID="{3AB0E36F-71D2-4EC7-8498-E21A3B84A603}" presName="Name37" presStyleLbl="parChTrans1D2" presStyleIdx="3" presStyleCnt="4"/>
      <dgm:spPr/>
    </dgm:pt>
    <dgm:pt modelId="{A1FB591D-A8DA-43E6-B33C-3F3BB902CD44}" type="pres">
      <dgm:prSet presAssocID="{3591D59A-BFA7-4E0B-9E7B-A43220D8F1E8}" presName="hierRoot2" presStyleCnt="0">
        <dgm:presLayoutVars>
          <dgm:hierBranch val="init"/>
        </dgm:presLayoutVars>
      </dgm:prSet>
      <dgm:spPr/>
    </dgm:pt>
    <dgm:pt modelId="{DAC2C2DE-A97C-43A7-8B10-C8D6204F5754}" type="pres">
      <dgm:prSet presAssocID="{3591D59A-BFA7-4E0B-9E7B-A43220D8F1E8}" presName="rootComposite" presStyleCnt="0"/>
      <dgm:spPr/>
    </dgm:pt>
    <dgm:pt modelId="{EF1C6217-44C8-48DA-AAC2-B19F87896AE9}" type="pres">
      <dgm:prSet presAssocID="{3591D59A-BFA7-4E0B-9E7B-A43220D8F1E8}" presName="rootText" presStyleLbl="node2" presStyleIdx="3" presStyleCnt="4">
        <dgm:presLayoutVars>
          <dgm:chPref val="3"/>
        </dgm:presLayoutVars>
      </dgm:prSet>
      <dgm:spPr/>
    </dgm:pt>
    <dgm:pt modelId="{0EF1FF02-51FF-4FF5-A107-FF1E6C803034}" type="pres">
      <dgm:prSet presAssocID="{3591D59A-BFA7-4E0B-9E7B-A43220D8F1E8}" presName="rootConnector" presStyleLbl="node2" presStyleIdx="3" presStyleCnt="4"/>
      <dgm:spPr/>
    </dgm:pt>
    <dgm:pt modelId="{726174C9-5C99-4A20-8AA3-3D53AEBA10E4}" type="pres">
      <dgm:prSet presAssocID="{3591D59A-BFA7-4E0B-9E7B-A43220D8F1E8}" presName="hierChild4" presStyleCnt="0"/>
      <dgm:spPr/>
    </dgm:pt>
    <dgm:pt modelId="{E93D2F1A-1C3F-4A18-9B73-AC72D2792203}" type="pres">
      <dgm:prSet presAssocID="{3591D59A-BFA7-4E0B-9E7B-A43220D8F1E8}" presName="hierChild5" presStyleCnt="0"/>
      <dgm:spPr/>
    </dgm:pt>
    <dgm:pt modelId="{28C6B329-D43F-4853-810F-6007DBDF96AF}" type="pres">
      <dgm:prSet presAssocID="{610CE03F-35A6-4D7E-AEAC-26501B9D0493}" presName="hierChild3" presStyleCnt="0"/>
      <dgm:spPr/>
    </dgm:pt>
  </dgm:ptLst>
  <dgm:cxnLst>
    <dgm:cxn modelId="{6729130A-454C-41C3-9C50-8C3D8AB6F2A1}" type="presOf" srcId="{A0F8CF74-9535-48C7-AAE5-89E4A9FB6F54}" destId="{D8D6862E-01E3-40DC-9E7E-D9F37C838B1F}" srcOrd="0" destOrd="0" presId="urn:microsoft.com/office/officeart/2005/8/layout/orgChart1"/>
    <dgm:cxn modelId="{ABBFC20C-A0B9-4F97-9731-7B275FEE84B8}" type="presOf" srcId="{610CE03F-35A6-4D7E-AEAC-26501B9D0493}" destId="{6F73A210-2A28-4465-84E0-0BB54895F194}" srcOrd="0" destOrd="0" presId="urn:microsoft.com/office/officeart/2005/8/layout/orgChart1"/>
    <dgm:cxn modelId="{DCFA1114-6CC3-4D81-B6BE-31AA90E7918A}" type="presOf" srcId="{4FA81A69-8245-4A11-9C54-DA5BBE8E5F67}" destId="{5EB6E11E-2129-4C34-9A75-019A55F43E45}" srcOrd="1" destOrd="0" presId="urn:microsoft.com/office/officeart/2005/8/layout/orgChart1"/>
    <dgm:cxn modelId="{5E9FB419-9D3E-422E-8E4F-CF3C24FB321A}" srcId="{610CE03F-35A6-4D7E-AEAC-26501B9D0493}" destId="{D72A3CB5-2789-4988-A649-11A91A8DDDCA}" srcOrd="1" destOrd="0" parTransId="{13B77FAE-29CA-4818-8535-FD52DE348D50}" sibTransId="{8FE49BD8-015F-43B4-9953-62605432950A}"/>
    <dgm:cxn modelId="{D21D361C-DA2F-4851-8067-02B5F69AF0D1}" type="presOf" srcId="{4FA81A69-8245-4A11-9C54-DA5BBE8E5F67}" destId="{4E83D830-BC54-4B47-B5FC-88451CBDE4D3}" srcOrd="0" destOrd="0" presId="urn:microsoft.com/office/officeart/2005/8/layout/orgChart1"/>
    <dgm:cxn modelId="{365F6D20-9056-4F47-BC88-9BC50B521A8D}" type="presOf" srcId="{D72A3CB5-2789-4988-A649-11A91A8DDDCA}" destId="{6F09E047-BBDC-4BD2-9529-85ECCB25CE21}" srcOrd="1" destOrd="0" presId="urn:microsoft.com/office/officeart/2005/8/layout/orgChart1"/>
    <dgm:cxn modelId="{5E249424-FAB3-4528-B2E5-099CB9E84476}" type="presOf" srcId="{B20866D5-A1ED-4C0E-96D8-40375D1018CD}" destId="{23A59BE8-F4C8-4B02-9D6D-7658CCE625F0}" srcOrd="0" destOrd="0" presId="urn:microsoft.com/office/officeart/2005/8/layout/orgChart1"/>
    <dgm:cxn modelId="{8FF4782A-8573-4D37-85A1-37BD3B803CC5}" srcId="{610CE03F-35A6-4D7E-AEAC-26501B9D0493}" destId="{3591D59A-BFA7-4E0B-9E7B-A43220D8F1E8}" srcOrd="3" destOrd="0" parTransId="{3AB0E36F-71D2-4EC7-8498-E21A3B84A603}" sibTransId="{12AC5EF4-3FF6-4E8B-8FF9-37084571F297}"/>
    <dgm:cxn modelId="{6D01985C-5501-4167-9651-52C159A4CA54}" srcId="{610CE03F-35A6-4D7E-AEAC-26501B9D0493}" destId="{A0F8CF74-9535-48C7-AAE5-89E4A9FB6F54}" srcOrd="0" destOrd="0" parTransId="{E86BA060-0E21-4329-9903-E6E0C06F9616}" sibTransId="{70500F38-9D8B-442F-9858-9A3F271DA7BB}"/>
    <dgm:cxn modelId="{CC6D4166-CE16-4D0A-86D9-B62FB0AB053E}" srcId="{610CE03F-35A6-4D7E-AEAC-26501B9D0493}" destId="{4FA81A69-8245-4A11-9C54-DA5BBE8E5F67}" srcOrd="2" destOrd="0" parTransId="{B20866D5-A1ED-4C0E-96D8-40375D1018CD}" sibTransId="{5B4E08FB-C515-4D3F-AC5F-5D8314D82272}"/>
    <dgm:cxn modelId="{94D19849-A570-4726-B5A3-F52807C9D918}" type="presOf" srcId="{610CE03F-35A6-4D7E-AEAC-26501B9D0493}" destId="{3558A8E3-3CC1-454A-80D4-72CCADB7915A}" srcOrd="1" destOrd="0" presId="urn:microsoft.com/office/officeart/2005/8/layout/orgChart1"/>
    <dgm:cxn modelId="{49616256-59E9-49E5-8E2C-253B1906EDCE}" type="presOf" srcId="{3591D59A-BFA7-4E0B-9E7B-A43220D8F1E8}" destId="{EF1C6217-44C8-48DA-AAC2-B19F87896AE9}" srcOrd="0" destOrd="0" presId="urn:microsoft.com/office/officeart/2005/8/layout/orgChart1"/>
    <dgm:cxn modelId="{C3043077-76E3-48A1-A2C9-FD2239A00DF2}" type="presOf" srcId="{3AB0E36F-71D2-4EC7-8498-E21A3B84A603}" destId="{02B29372-20AE-4D68-93D0-E37F8AA64EB5}" srcOrd="0" destOrd="0" presId="urn:microsoft.com/office/officeart/2005/8/layout/orgChart1"/>
    <dgm:cxn modelId="{7E874257-73F4-4FFF-BFB9-566EF9266676}" type="presOf" srcId="{5378D38C-C3DD-41D3-A368-D78745D43558}" destId="{446FA5AA-8ACA-4F5B-A298-9206577A6452}" srcOrd="0" destOrd="0" presId="urn:microsoft.com/office/officeart/2005/8/layout/orgChart1"/>
    <dgm:cxn modelId="{A5622085-2837-4C2C-9AF4-98472F045974}" type="presOf" srcId="{D72A3CB5-2789-4988-A649-11A91A8DDDCA}" destId="{09437D7B-ADD0-41FF-863F-27842201EE7C}" srcOrd="0" destOrd="0" presId="urn:microsoft.com/office/officeart/2005/8/layout/orgChart1"/>
    <dgm:cxn modelId="{FFCC5E85-8261-4A80-82A8-4AE3ABD690DF}" srcId="{5378D38C-C3DD-41D3-A368-D78745D43558}" destId="{610CE03F-35A6-4D7E-AEAC-26501B9D0493}" srcOrd="0" destOrd="0" parTransId="{F884BBD6-BBE0-4E01-81BD-5886D5E06EC1}" sibTransId="{C6504265-ABEC-49E2-BEE0-1B451BD663EA}"/>
    <dgm:cxn modelId="{AC9A33A6-9EAC-4B26-83F7-AD7F75525107}" type="presOf" srcId="{3591D59A-BFA7-4E0B-9E7B-A43220D8F1E8}" destId="{0EF1FF02-51FF-4FF5-A107-FF1E6C803034}" srcOrd="1" destOrd="0" presId="urn:microsoft.com/office/officeart/2005/8/layout/orgChart1"/>
    <dgm:cxn modelId="{E50999BD-35E5-4161-8E0B-BC665398293D}" type="presOf" srcId="{13B77FAE-29CA-4818-8535-FD52DE348D50}" destId="{789D16CE-E7E8-41F6-9BAE-B52622F9E7EF}" srcOrd="0" destOrd="0" presId="urn:microsoft.com/office/officeart/2005/8/layout/orgChart1"/>
    <dgm:cxn modelId="{831FADC5-5EA1-4694-B8B4-1FB07C5FFE33}" type="presOf" srcId="{E86BA060-0E21-4329-9903-E6E0C06F9616}" destId="{7DC50B73-0AB4-4880-8085-5904046314A5}" srcOrd="0" destOrd="0" presId="urn:microsoft.com/office/officeart/2005/8/layout/orgChart1"/>
    <dgm:cxn modelId="{5ABAD9F1-22C4-4EB6-A8BD-BAE050C12DEB}" type="presOf" srcId="{A0F8CF74-9535-48C7-AAE5-89E4A9FB6F54}" destId="{654CFA54-B722-4DC8-A8C2-45DBD761BD12}" srcOrd="1" destOrd="0" presId="urn:microsoft.com/office/officeart/2005/8/layout/orgChart1"/>
    <dgm:cxn modelId="{025D2111-7EFD-4284-A82B-5DE4762D9C57}" type="presParOf" srcId="{446FA5AA-8ACA-4F5B-A298-9206577A6452}" destId="{7C1637B3-CA7D-4F38-ABE0-6AE0960500D2}" srcOrd="0" destOrd="0" presId="urn:microsoft.com/office/officeart/2005/8/layout/orgChart1"/>
    <dgm:cxn modelId="{86B29B33-F3F2-4E98-A62F-7936F434717A}" type="presParOf" srcId="{7C1637B3-CA7D-4F38-ABE0-6AE0960500D2}" destId="{F3FE0F7C-CC70-4DAD-9AC6-0756CC26C227}" srcOrd="0" destOrd="0" presId="urn:microsoft.com/office/officeart/2005/8/layout/orgChart1"/>
    <dgm:cxn modelId="{9CC63631-2090-4D11-B8FB-E66CE8F57B33}" type="presParOf" srcId="{F3FE0F7C-CC70-4DAD-9AC6-0756CC26C227}" destId="{6F73A210-2A28-4465-84E0-0BB54895F194}" srcOrd="0" destOrd="0" presId="urn:microsoft.com/office/officeart/2005/8/layout/orgChart1"/>
    <dgm:cxn modelId="{187464AB-BB2E-427E-B098-4EFA66D4D863}" type="presParOf" srcId="{F3FE0F7C-CC70-4DAD-9AC6-0756CC26C227}" destId="{3558A8E3-3CC1-454A-80D4-72CCADB7915A}" srcOrd="1" destOrd="0" presId="urn:microsoft.com/office/officeart/2005/8/layout/orgChart1"/>
    <dgm:cxn modelId="{2D290ACD-30C4-4683-A4EE-E8CA06CB2AD3}" type="presParOf" srcId="{7C1637B3-CA7D-4F38-ABE0-6AE0960500D2}" destId="{B41F78EE-F147-4EB5-BCFA-A9CBCDCEB94E}" srcOrd="1" destOrd="0" presId="urn:microsoft.com/office/officeart/2005/8/layout/orgChart1"/>
    <dgm:cxn modelId="{E4C37180-5A3E-414E-97A5-BF296BA15251}" type="presParOf" srcId="{B41F78EE-F147-4EB5-BCFA-A9CBCDCEB94E}" destId="{7DC50B73-0AB4-4880-8085-5904046314A5}" srcOrd="0" destOrd="0" presId="urn:microsoft.com/office/officeart/2005/8/layout/orgChart1"/>
    <dgm:cxn modelId="{4B68B699-BF94-4926-A603-18AAF9A62E72}" type="presParOf" srcId="{B41F78EE-F147-4EB5-BCFA-A9CBCDCEB94E}" destId="{21A7715F-D8E9-4D53-AE22-14981987AE7C}" srcOrd="1" destOrd="0" presId="urn:microsoft.com/office/officeart/2005/8/layout/orgChart1"/>
    <dgm:cxn modelId="{3231B706-4466-4FBD-92D6-EBA52748E279}" type="presParOf" srcId="{21A7715F-D8E9-4D53-AE22-14981987AE7C}" destId="{DAFC667B-6402-4BB4-A415-45AE14CCFDEF}" srcOrd="0" destOrd="0" presId="urn:microsoft.com/office/officeart/2005/8/layout/orgChart1"/>
    <dgm:cxn modelId="{6372287C-5BA8-43BA-99AE-7660EFD2D0B5}" type="presParOf" srcId="{DAFC667B-6402-4BB4-A415-45AE14CCFDEF}" destId="{D8D6862E-01E3-40DC-9E7E-D9F37C838B1F}" srcOrd="0" destOrd="0" presId="urn:microsoft.com/office/officeart/2005/8/layout/orgChart1"/>
    <dgm:cxn modelId="{BFE078D1-4E2D-4998-B9C6-0EEEEE7915E6}" type="presParOf" srcId="{DAFC667B-6402-4BB4-A415-45AE14CCFDEF}" destId="{654CFA54-B722-4DC8-A8C2-45DBD761BD12}" srcOrd="1" destOrd="0" presId="urn:microsoft.com/office/officeart/2005/8/layout/orgChart1"/>
    <dgm:cxn modelId="{9BE148A8-7740-42E6-960A-7E9BF784FC93}" type="presParOf" srcId="{21A7715F-D8E9-4D53-AE22-14981987AE7C}" destId="{04CA7786-2397-4197-93E8-CC96B20258A5}" srcOrd="1" destOrd="0" presId="urn:microsoft.com/office/officeart/2005/8/layout/orgChart1"/>
    <dgm:cxn modelId="{EB6143A7-7912-4C80-8CE3-BBEA41695502}" type="presParOf" srcId="{21A7715F-D8E9-4D53-AE22-14981987AE7C}" destId="{4F1F97CB-D80B-4483-8651-F1D8E770BE77}" srcOrd="2" destOrd="0" presId="urn:microsoft.com/office/officeart/2005/8/layout/orgChart1"/>
    <dgm:cxn modelId="{5CD3286D-6259-4FBD-83BE-8E0160303A3B}" type="presParOf" srcId="{B41F78EE-F147-4EB5-BCFA-A9CBCDCEB94E}" destId="{789D16CE-E7E8-41F6-9BAE-B52622F9E7EF}" srcOrd="2" destOrd="0" presId="urn:microsoft.com/office/officeart/2005/8/layout/orgChart1"/>
    <dgm:cxn modelId="{F2435931-8F88-4A0F-BC2B-32F255EBAF8F}" type="presParOf" srcId="{B41F78EE-F147-4EB5-BCFA-A9CBCDCEB94E}" destId="{B96CAE99-439C-4160-988C-889C66D664A7}" srcOrd="3" destOrd="0" presId="urn:microsoft.com/office/officeart/2005/8/layout/orgChart1"/>
    <dgm:cxn modelId="{E8B669FB-456E-48C5-B7A8-A45E56A260AB}" type="presParOf" srcId="{B96CAE99-439C-4160-988C-889C66D664A7}" destId="{0D3E9D07-A5AB-4246-8CD1-7F767AFB4C52}" srcOrd="0" destOrd="0" presId="urn:microsoft.com/office/officeart/2005/8/layout/orgChart1"/>
    <dgm:cxn modelId="{949F8A1B-2038-44BB-8457-F1BB21448014}" type="presParOf" srcId="{0D3E9D07-A5AB-4246-8CD1-7F767AFB4C52}" destId="{09437D7B-ADD0-41FF-863F-27842201EE7C}" srcOrd="0" destOrd="0" presId="urn:microsoft.com/office/officeart/2005/8/layout/orgChart1"/>
    <dgm:cxn modelId="{AC3CEA96-E75D-4404-9726-9E0702631682}" type="presParOf" srcId="{0D3E9D07-A5AB-4246-8CD1-7F767AFB4C52}" destId="{6F09E047-BBDC-4BD2-9529-85ECCB25CE21}" srcOrd="1" destOrd="0" presId="urn:microsoft.com/office/officeart/2005/8/layout/orgChart1"/>
    <dgm:cxn modelId="{8E0DB55E-ED10-442B-B4E3-B4420083E6F4}" type="presParOf" srcId="{B96CAE99-439C-4160-988C-889C66D664A7}" destId="{94501C18-8302-47FD-9412-A4FA2EAE4405}" srcOrd="1" destOrd="0" presId="urn:microsoft.com/office/officeart/2005/8/layout/orgChart1"/>
    <dgm:cxn modelId="{20AF620D-D604-4F49-99FC-989D5132F5AF}" type="presParOf" srcId="{B96CAE99-439C-4160-988C-889C66D664A7}" destId="{62555BF0-8DDF-4945-8D60-C9E1435A9231}" srcOrd="2" destOrd="0" presId="urn:microsoft.com/office/officeart/2005/8/layout/orgChart1"/>
    <dgm:cxn modelId="{385EE4A4-D310-4277-B892-61FDB6519419}" type="presParOf" srcId="{B41F78EE-F147-4EB5-BCFA-A9CBCDCEB94E}" destId="{23A59BE8-F4C8-4B02-9D6D-7658CCE625F0}" srcOrd="4" destOrd="0" presId="urn:microsoft.com/office/officeart/2005/8/layout/orgChart1"/>
    <dgm:cxn modelId="{89DF7403-3121-446D-AA3F-888FA468FC46}" type="presParOf" srcId="{B41F78EE-F147-4EB5-BCFA-A9CBCDCEB94E}" destId="{7F1CE736-82F8-456F-BA54-F4D1BFBFD14D}" srcOrd="5" destOrd="0" presId="urn:microsoft.com/office/officeart/2005/8/layout/orgChart1"/>
    <dgm:cxn modelId="{661F60D0-84DB-4CE2-8795-6DE33A9AEADC}" type="presParOf" srcId="{7F1CE736-82F8-456F-BA54-F4D1BFBFD14D}" destId="{D3C11508-C2F7-46CA-8894-E911DC786D56}" srcOrd="0" destOrd="0" presId="urn:microsoft.com/office/officeart/2005/8/layout/orgChart1"/>
    <dgm:cxn modelId="{00CCFBCA-CA9C-458B-BF8D-50750B5037CF}" type="presParOf" srcId="{D3C11508-C2F7-46CA-8894-E911DC786D56}" destId="{4E83D830-BC54-4B47-B5FC-88451CBDE4D3}" srcOrd="0" destOrd="0" presId="urn:microsoft.com/office/officeart/2005/8/layout/orgChart1"/>
    <dgm:cxn modelId="{E46BEC59-2CD5-411F-BC2D-266D33E11A26}" type="presParOf" srcId="{D3C11508-C2F7-46CA-8894-E911DC786D56}" destId="{5EB6E11E-2129-4C34-9A75-019A55F43E45}" srcOrd="1" destOrd="0" presId="urn:microsoft.com/office/officeart/2005/8/layout/orgChart1"/>
    <dgm:cxn modelId="{1459629E-BC0E-4463-9506-3222AD160A03}" type="presParOf" srcId="{7F1CE736-82F8-456F-BA54-F4D1BFBFD14D}" destId="{DDF6744C-4930-473C-8D85-68CCB144BFF9}" srcOrd="1" destOrd="0" presId="urn:microsoft.com/office/officeart/2005/8/layout/orgChart1"/>
    <dgm:cxn modelId="{E97E668B-E5BC-4377-8205-A5BA5E27EFDA}" type="presParOf" srcId="{7F1CE736-82F8-456F-BA54-F4D1BFBFD14D}" destId="{18A96765-D286-4BDC-8940-7EA65AE6BF35}" srcOrd="2" destOrd="0" presId="urn:microsoft.com/office/officeart/2005/8/layout/orgChart1"/>
    <dgm:cxn modelId="{C9B55350-6C18-480E-8847-0DC3DA709B51}" type="presParOf" srcId="{B41F78EE-F147-4EB5-BCFA-A9CBCDCEB94E}" destId="{02B29372-20AE-4D68-93D0-E37F8AA64EB5}" srcOrd="6" destOrd="0" presId="urn:microsoft.com/office/officeart/2005/8/layout/orgChart1"/>
    <dgm:cxn modelId="{07D986C3-3B76-4097-BC7A-168F821E7A5C}" type="presParOf" srcId="{B41F78EE-F147-4EB5-BCFA-A9CBCDCEB94E}" destId="{A1FB591D-A8DA-43E6-B33C-3F3BB902CD44}" srcOrd="7" destOrd="0" presId="urn:microsoft.com/office/officeart/2005/8/layout/orgChart1"/>
    <dgm:cxn modelId="{F9F346A6-8524-4C0A-AF28-606C2C366805}" type="presParOf" srcId="{A1FB591D-A8DA-43E6-B33C-3F3BB902CD44}" destId="{DAC2C2DE-A97C-43A7-8B10-C8D6204F5754}" srcOrd="0" destOrd="0" presId="urn:microsoft.com/office/officeart/2005/8/layout/orgChart1"/>
    <dgm:cxn modelId="{775B90D6-B90E-4C78-BD14-29D53B8B555B}" type="presParOf" srcId="{DAC2C2DE-A97C-43A7-8B10-C8D6204F5754}" destId="{EF1C6217-44C8-48DA-AAC2-B19F87896AE9}" srcOrd="0" destOrd="0" presId="urn:microsoft.com/office/officeart/2005/8/layout/orgChart1"/>
    <dgm:cxn modelId="{D52A3739-DD28-4743-945A-D01CB60C7A9D}" type="presParOf" srcId="{DAC2C2DE-A97C-43A7-8B10-C8D6204F5754}" destId="{0EF1FF02-51FF-4FF5-A107-FF1E6C803034}" srcOrd="1" destOrd="0" presId="urn:microsoft.com/office/officeart/2005/8/layout/orgChart1"/>
    <dgm:cxn modelId="{9FB69FD0-2410-4167-A37D-1A757A23F676}" type="presParOf" srcId="{A1FB591D-A8DA-43E6-B33C-3F3BB902CD44}" destId="{726174C9-5C99-4A20-8AA3-3D53AEBA10E4}" srcOrd="1" destOrd="0" presId="urn:microsoft.com/office/officeart/2005/8/layout/orgChart1"/>
    <dgm:cxn modelId="{E569B844-BEE5-49EC-8670-21C58A226E6E}" type="presParOf" srcId="{A1FB591D-A8DA-43E6-B33C-3F3BB902CD44}" destId="{E93D2F1A-1C3F-4A18-9B73-AC72D2792203}" srcOrd="2" destOrd="0" presId="urn:microsoft.com/office/officeart/2005/8/layout/orgChart1"/>
    <dgm:cxn modelId="{776BD788-22A2-41B2-BE6B-1BEFB2308F5B}" type="presParOf" srcId="{7C1637B3-CA7D-4F38-ABE0-6AE0960500D2}" destId="{28C6B329-D43F-4853-810F-6007DBDF96A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B29372-20AE-4D68-93D0-E37F8AA64EB5}">
      <dsp:nvSpPr>
        <dsp:cNvPr id="0" name=""/>
        <dsp:cNvSpPr/>
      </dsp:nvSpPr>
      <dsp:spPr>
        <a:xfrm>
          <a:off x="4062941" y="2524538"/>
          <a:ext cx="3182120" cy="3681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089"/>
              </a:lnTo>
              <a:lnTo>
                <a:pt x="3182120" y="184089"/>
              </a:lnTo>
              <a:lnTo>
                <a:pt x="3182120" y="36817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A59BE8-F4C8-4B02-9D6D-7658CCE625F0}">
      <dsp:nvSpPr>
        <dsp:cNvPr id="0" name=""/>
        <dsp:cNvSpPr/>
      </dsp:nvSpPr>
      <dsp:spPr>
        <a:xfrm>
          <a:off x="4062941" y="2524538"/>
          <a:ext cx="1060706" cy="3681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089"/>
              </a:lnTo>
              <a:lnTo>
                <a:pt x="1060706" y="184089"/>
              </a:lnTo>
              <a:lnTo>
                <a:pt x="1060706" y="36817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9D16CE-E7E8-41F6-9BAE-B52622F9E7EF}">
      <dsp:nvSpPr>
        <dsp:cNvPr id="0" name=""/>
        <dsp:cNvSpPr/>
      </dsp:nvSpPr>
      <dsp:spPr>
        <a:xfrm>
          <a:off x="3002234" y="2524538"/>
          <a:ext cx="1060706" cy="368179"/>
        </a:xfrm>
        <a:custGeom>
          <a:avLst/>
          <a:gdLst/>
          <a:ahLst/>
          <a:cxnLst/>
          <a:rect l="0" t="0" r="0" b="0"/>
          <a:pathLst>
            <a:path>
              <a:moveTo>
                <a:pt x="1060706" y="0"/>
              </a:moveTo>
              <a:lnTo>
                <a:pt x="1060706" y="184089"/>
              </a:lnTo>
              <a:lnTo>
                <a:pt x="0" y="184089"/>
              </a:lnTo>
              <a:lnTo>
                <a:pt x="0" y="36817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C50B73-0AB4-4880-8085-5904046314A5}">
      <dsp:nvSpPr>
        <dsp:cNvPr id="0" name=""/>
        <dsp:cNvSpPr/>
      </dsp:nvSpPr>
      <dsp:spPr>
        <a:xfrm>
          <a:off x="880820" y="2524538"/>
          <a:ext cx="3182120" cy="368179"/>
        </a:xfrm>
        <a:custGeom>
          <a:avLst/>
          <a:gdLst/>
          <a:ahLst/>
          <a:cxnLst/>
          <a:rect l="0" t="0" r="0" b="0"/>
          <a:pathLst>
            <a:path>
              <a:moveTo>
                <a:pt x="3182120" y="0"/>
              </a:moveTo>
              <a:lnTo>
                <a:pt x="3182120" y="184089"/>
              </a:lnTo>
              <a:lnTo>
                <a:pt x="0" y="184089"/>
              </a:lnTo>
              <a:lnTo>
                <a:pt x="0" y="36817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73A210-2A28-4465-84E0-0BB54895F194}">
      <dsp:nvSpPr>
        <dsp:cNvPr id="0" name=""/>
        <dsp:cNvSpPr/>
      </dsp:nvSpPr>
      <dsp:spPr>
        <a:xfrm>
          <a:off x="3186324" y="1647921"/>
          <a:ext cx="1753234" cy="876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Data Structure</a:t>
          </a:r>
        </a:p>
      </dsp:txBody>
      <dsp:txXfrm>
        <a:off x="3186324" y="1647921"/>
        <a:ext cx="1753234" cy="876617"/>
      </dsp:txXfrm>
    </dsp:sp>
    <dsp:sp modelId="{D8D6862E-01E3-40DC-9E7E-D9F37C838B1F}">
      <dsp:nvSpPr>
        <dsp:cNvPr id="0" name=""/>
        <dsp:cNvSpPr/>
      </dsp:nvSpPr>
      <dsp:spPr>
        <a:xfrm>
          <a:off x="4203" y="2892717"/>
          <a:ext cx="1753234" cy="876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Unstructured Data</a:t>
          </a:r>
        </a:p>
      </dsp:txBody>
      <dsp:txXfrm>
        <a:off x="4203" y="2892717"/>
        <a:ext cx="1753234" cy="876617"/>
      </dsp:txXfrm>
    </dsp:sp>
    <dsp:sp modelId="{09437D7B-ADD0-41FF-863F-27842201EE7C}">
      <dsp:nvSpPr>
        <dsp:cNvPr id="0" name=""/>
        <dsp:cNvSpPr/>
      </dsp:nvSpPr>
      <dsp:spPr>
        <a:xfrm>
          <a:off x="2125617" y="2892717"/>
          <a:ext cx="1753234" cy="876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Quasi-structure Data</a:t>
          </a:r>
        </a:p>
      </dsp:txBody>
      <dsp:txXfrm>
        <a:off x="2125617" y="2892717"/>
        <a:ext cx="1753234" cy="876617"/>
      </dsp:txXfrm>
    </dsp:sp>
    <dsp:sp modelId="{4E83D830-BC54-4B47-B5FC-88451CBDE4D3}">
      <dsp:nvSpPr>
        <dsp:cNvPr id="0" name=""/>
        <dsp:cNvSpPr/>
      </dsp:nvSpPr>
      <dsp:spPr>
        <a:xfrm>
          <a:off x="4247031" y="2892717"/>
          <a:ext cx="1753234" cy="876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Semi-structured Data</a:t>
          </a:r>
        </a:p>
      </dsp:txBody>
      <dsp:txXfrm>
        <a:off x="4247031" y="2892717"/>
        <a:ext cx="1753234" cy="876617"/>
      </dsp:txXfrm>
    </dsp:sp>
    <dsp:sp modelId="{EF1C6217-44C8-48DA-AAC2-B19F87896AE9}">
      <dsp:nvSpPr>
        <dsp:cNvPr id="0" name=""/>
        <dsp:cNvSpPr/>
      </dsp:nvSpPr>
      <dsp:spPr>
        <a:xfrm>
          <a:off x="6368445" y="2892717"/>
          <a:ext cx="1753234" cy="876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Structured Data</a:t>
          </a:r>
        </a:p>
      </dsp:txBody>
      <dsp:txXfrm>
        <a:off x="6368445" y="2892717"/>
        <a:ext cx="1753234" cy="8766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6/10/2025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6/10/2025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56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6865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7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08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6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2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7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32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frame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9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frame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91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0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4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594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edu/python/regular-expressions#:~:text=Regular%20expressions%20are%20a%20powerful,module%20provides%20regular%20expression%20support.&amp;text=The%20code%20match%20=%20re.search,r'%20just%20as%20a%20habit.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Regular Expression for 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59DB7-EF27-7782-1D99-6FB44B69A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5F65B2D-0939-87FA-27D4-4CA3AC70B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72287AD-B59D-A1A6-4B94-7F1576BD9B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3489698"/>
              </p:ext>
            </p:extLst>
          </p:nvPr>
        </p:nvGraphicFramePr>
        <p:xfrm>
          <a:off x="2031471" y="720372"/>
          <a:ext cx="8125883" cy="541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41E3106-8CB9-180C-FF4E-9420BDF568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0844908"/>
              </p:ext>
            </p:extLst>
          </p:nvPr>
        </p:nvGraphicFramePr>
        <p:xfrm>
          <a:off x="1937450" y="328849"/>
          <a:ext cx="8125883" cy="541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2AA27A4-1D29-EC48-BF69-DE2DA5AC2554}"/>
              </a:ext>
            </a:extLst>
          </p:cNvPr>
          <p:cNvSpPr txBox="1"/>
          <p:nvPr/>
        </p:nvSpPr>
        <p:spPr>
          <a:xfrm>
            <a:off x="1903412" y="4648200"/>
            <a:ext cx="2057399" cy="1809726"/>
          </a:xfrm>
          <a:prstGeom prst="rect">
            <a:avLst/>
          </a:prstGeom>
          <a:noFill/>
          <a:ln w="127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Data that has no predefined structure or format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It cannot be easily organized or stored in a database or spreadsheet.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emails, social media posts, documents like Word files or PDFs, Wikipedia </a:t>
            </a:r>
            <a:r>
              <a:rPr lang="en-US" sz="1000" dirty="0" err="1"/>
              <a:t>etc</a:t>
            </a:r>
            <a:endParaRPr lang="en-US" sz="100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80-90% available data is unstructured.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IN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5062EC-BE9C-86CA-9958-B923C5663A59}"/>
              </a:ext>
            </a:extLst>
          </p:cNvPr>
          <p:cNvSpPr txBox="1"/>
          <p:nvPr/>
        </p:nvSpPr>
        <p:spPr>
          <a:xfrm>
            <a:off x="3960811" y="4636325"/>
            <a:ext cx="2057399" cy="2003625"/>
          </a:xfrm>
          <a:prstGeom prst="rect">
            <a:avLst/>
          </a:prstGeom>
          <a:noFill/>
          <a:ln w="127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Text data with inconsistent formats.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It's not structured but can be partially organized with tools.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It’s readable but needs cleaning and parsing for analysis</a:t>
            </a:r>
            <a:r>
              <a:rPr lang="en-US" dirty="0"/>
              <a:t>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b="1" dirty="0"/>
              <a:t>Typically found in</a:t>
            </a:r>
            <a:r>
              <a:rPr lang="en-US" sz="1000" dirty="0"/>
              <a:t>: Logs, clickstream data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5-10% available data is unstructured.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IN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F5EDE6-BFBB-E452-0196-37F93581D94F}"/>
              </a:ext>
            </a:extLst>
          </p:cNvPr>
          <p:cNvSpPr txBox="1"/>
          <p:nvPr/>
        </p:nvSpPr>
        <p:spPr>
          <a:xfrm>
            <a:off x="6030382" y="4636325"/>
            <a:ext cx="2057399" cy="1892826"/>
          </a:xfrm>
          <a:prstGeom prst="rect">
            <a:avLst/>
          </a:prstGeom>
          <a:noFill/>
          <a:ln w="127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Data that doesn't reside in a relational database but still has some organizational properties (tags or markers).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Example: JSON, XML files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5-10% available data is unstructured.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&lt;student&gt;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    &lt;id&gt;101&lt;/id&gt;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    &lt;name&gt;Anant&lt;/name&gt;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    &lt;age&gt;14&lt;/age&gt;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&lt;/student&gt;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IN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6A2352-4301-69E5-9994-4205794A085F}"/>
              </a:ext>
            </a:extLst>
          </p:cNvPr>
          <p:cNvSpPr txBox="1"/>
          <p:nvPr/>
        </p:nvSpPr>
        <p:spPr>
          <a:xfrm>
            <a:off x="8087781" y="4636325"/>
            <a:ext cx="2057399" cy="1477328"/>
          </a:xfrm>
          <a:prstGeom prst="rect">
            <a:avLst/>
          </a:prstGeom>
          <a:noFill/>
          <a:ln w="127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Data with a clearly defined format, organized into rows and columns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Relational databases (like MySQL, Oracle).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Easily searchable and </a:t>
            </a:r>
            <a:r>
              <a:rPr lang="en-IN" sz="1000" dirty="0" err="1"/>
              <a:t>analyzable</a:t>
            </a:r>
            <a:r>
              <a:rPr lang="en-IN" sz="1000" dirty="0"/>
              <a:t>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&lt;10% available data is unstructured.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00693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 - 1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Regular expressions are a powerful language for matching text patterns</a:t>
            </a:r>
          </a:p>
          <a:p>
            <a:r>
              <a:rPr lang="en-US" dirty="0"/>
              <a:t>A regular expression (regex or RE) is a sequence of characters that defines a search pattern. It's used to </a:t>
            </a:r>
            <a:r>
              <a:rPr lang="en-US" dirty="0">
                <a:solidFill>
                  <a:srgbClr val="FFFF00"/>
                </a:solidFill>
              </a:rPr>
              <a:t>match specific characters or patterns </a:t>
            </a:r>
            <a:r>
              <a:rPr lang="en-US" dirty="0"/>
              <a:t>within a string of text, allowing you to </a:t>
            </a:r>
            <a:r>
              <a:rPr lang="en-US" dirty="0">
                <a:solidFill>
                  <a:srgbClr val="FFFF00"/>
                </a:solidFill>
              </a:rPr>
              <a:t>find</a:t>
            </a:r>
            <a:r>
              <a:rPr lang="en-US" dirty="0"/>
              <a:t>, </a:t>
            </a:r>
            <a:r>
              <a:rPr lang="en-US" dirty="0">
                <a:solidFill>
                  <a:srgbClr val="FFFF00"/>
                </a:solidFill>
              </a:rPr>
              <a:t>replace</a:t>
            </a:r>
            <a:r>
              <a:rPr lang="en-US" dirty="0"/>
              <a:t>, or </a:t>
            </a:r>
            <a:r>
              <a:rPr lang="en-US" dirty="0">
                <a:solidFill>
                  <a:srgbClr val="FFFF00"/>
                </a:solidFill>
              </a:rPr>
              <a:t>validate text </a:t>
            </a:r>
            <a:r>
              <a:rPr lang="en-US" dirty="0"/>
              <a:t>based on certain criteria. 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FF00"/>
                </a:solidFill>
              </a:rPr>
              <a:t>re</a:t>
            </a:r>
            <a:r>
              <a:rPr lang="en-US" dirty="0"/>
              <a:t> library in Python is a built-in library that provides support for regular expressions</a:t>
            </a:r>
          </a:p>
          <a:p>
            <a:r>
              <a:rPr lang="en-US" dirty="0"/>
              <a:t>To use the re library, you first need to import it at the beginning of your Python script by using the following line: </a:t>
            </a:r>
          </a:p>
          <a:p>
            <a:pPr lvl="1"/>
            <a:r>
              <a:rPr lang="en-US" dirty="0"/>
              <a:t>import 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AC7BE7-27ED-B124-5989-F88967C25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812" y="1752600"/>
            <a:ext cx="4286470" cy="36260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2F673F-7CE7-21CD-4D25-8AE33E575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012" y="6024533"/>
            <a:ext cx="2844946" cy="5588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F7ACF7-4BA0-4598-D3CA-674FDAAD7341}"/>
              </a:ext>
            </a:extLst>
          </p:cNvPr>
          <p:cNvSpPr txBox="1"/>
          <p:nvPr/>
        </p:nvSpPr>
        <p:spPr>
          <a:xfrm>
            <a:off x="5586557" y="5576108"/>
            <a:ext cx="6095010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findall</a:t>
            </a:r>
            <a:r>
              <a:rPr lang="en-US" b="0" i="0" dirty="0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() is probably the single most powerful function in the re module. It 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findall</a:t>
            </a:r>
            <a:r>
              <a:rPr lang="en-US" b="0" i="0" dirty="0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() finds *all* the matches and returns them as a list of strings, with each string representing one match.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3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41F32-E3EB-5B0F-55BD-64E27B6EB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Regular Expression - 2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273187-8ADF-ADD2-45E3-19A89E8DE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67" y="1981200"/>
            <a:ext cx="4724643" cy="1511378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6C979474-EF44-8C3B-5801-F82CE2A4C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367" y="3520287"/>
            <a:ext cx="4724643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\w+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matches one or more word characters. A word character is any letter, digit, or underscore</a:t>
            </a:r>
            <a:r>
              <a:rPr kumimoji="0" lang="en-US" altLang="en-US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B0636C-208B-3079-3842-7E5854A2C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12" y="4343400"/>
            <a:ext cx="6012858" cy="19484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701AC9-DA1E-9DE8-C57E-C32FA96CB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255" y="2971800"/>
            <a:ext cx="5986957" cy="125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2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1A375-7383-70AA-88AD-861F23B0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68EE-108B-028B-ECB8-E152E47F6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Regular Expression - 3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3AF50B-71B0-1105-0FF2-828E3B239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12" y="1600200"/>
            <a:ext cx="7245722" cy="2616334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16D9E4B-451A-50DB-8FDD-F45320867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212" y="5521071"/>
            <a:ext cx="9420361" cy="6924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"/>
              </a:rPr>
              <a:t>In regular expressions,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\b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"/>
              </a:rPr>
              <a:t> is a special character that represents a word boundary. It indicates the position where a "word character" (letters, digits, underscores) meets a "non-word character" (anything else, including spaces and punctuation). Think of it as a marker for the beginning or end of a word. </a:t>
            </a:r>
            <a:r>
              <a:rPr kumimoji="0" lang="en-US" altLang="en-US" sz="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A50960-57CF-7255-05F9-25605EC01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412" y="2362200"/>
            <a:ext cx="5696243" cy="283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66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E0412-71CB-BAA1-F619-FFC0DBCB5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088B-2825-5DD2-AD15-72AEAB5A6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Regular Expression – 3 (Class-work)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D5A0CC-8006-D7F6-715C-2147D9766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57" y="1981200"/>
            <a:ext cx="5397777" cy="31688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590AF8-955C-7D24-BD69-A65E89B45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412" y="1911272"/>
            <a:ext cx="6255071" cy="30354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89E171-62D9-5BD2-CD00-30BC9304E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786" y="4606635"/>
            <a:ext cx="5268095" cy="225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3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63A7F-BF4B-8CA5-1E4F-AF81EDCE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D025D-F9B5-7973-9F33-5867F7B53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Regular Expression – </a:t>
            </a:r>
            <a:r>
              <a:rPr lang="en-IN" dirty="0" err="1"/>
              <a:t>re.search</a:t>
            </a:r>
            <a:r>
              <a:rPr lang="en-IN" dirty="0"/>
              <a:t>()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62E1E71-3615-3A44-81C7-260171203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414" y="1629490"/>
            <a:ext cx="5333998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re.search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(pattern, string)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 altLang="en-US" sz="2000" b="1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scans through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entire string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returns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 match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a match is found → returns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 object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no match → returns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None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B95421-482B-4C97-33D4-7AA1C25BC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12" y="3352800"/>
            <a:ext cx="4390462" cy="3124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E68168-83EB-B1F2-CBDF-052B11ECA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169" y="3429000"/>
            <a:ext cx="3991538" cy="304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CE71FD-52CB-E71B-815E-019724E40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1411" y="3350480"/>
            <a:ext cx="3427413" cy="31265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C1A946-2EA8-77BB-9F97-7356F2ECA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7612" y="302347"/>
            <a:ext cx="3351212" cy="280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51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4BDCE-3FC8-054F-23D6-CCEB3AD4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E7F22-241E-3A2D-BE8D-A2841A4B7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Regular Expression – </a:t>
            </a:r>
            <a:r>
              <a:rPr lang="en-IN" dirty="0" err="1"/>
              <a:t>re.search</a:t>
            </a:r>
            <a:r>
              <a:rPr lang="en-IN" dirty="0"/>
              <a:t>()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0384048-9528-29B9-D2E8-BB6289F0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414" y="1629490"/>
            <a:ext cx="5333998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re.search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(pattern, string)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 altLang="en-US" sz="2000" b="1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scans through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entire string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returns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 match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a match is found → returns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 object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no match → returns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None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5FFBDF-458C-30A3-E24D-6DC6244A5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147562"/>
              </p:ext>
            </p:extLst>
          </p:nvPr>
        </p:nvGraphicFramePr>
        <p:xfrm>
          <a:off x="1751012" y="4328419"/>
          <a:ext cx="9144000" cy="17373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83018817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262342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414028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re.search()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re.findall()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79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Purpose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Finds the </a:t>
                      </a:r>
                      <a:r>
                        <a:rPr lang="en-US" b="1"/>
                        <a:t>first match</a:t>
                      </a:r>
                      <a:r>
                        <a:rPr lang="en-US"/>
                        <a:t>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Finds </a:t>
                      </a:r>
                      <a:r>
                        <a:rPr lang="en-US" b="1"/>
                        <a:t>all matches</a:t>
                      </a:r>
                      <a:r>
                        <a:rPr lang="en-US"/>
                        <a:t> in the 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3293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Returns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 </a:t>
                      </a:r>
                      <a:r>
                        <a:rPr lang="en-US" b="1"/>
                        <a:t>match object</a:t>
                      </a:r>
                      <a:r>
                        <a:rPr lang="en-US"/>
                        <a:t> or 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 </a:t>
                      </a:r>
                      <a:r>
                        <a:rPr lang="en-US" b="1"/>
                        <a:t>list of strings</a:t>
                      </a:r>
                      <a:r>
                        <a:rPr lang="en-US"/>
                        <a:t> (all matches)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087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When to use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When you only need the </a:t>
                      </a:r>
                      <a:r>
                        <a:rPr lang="en-US" b="1"/>
                        <a:t>first match</a:t>
                      </a:r>
                      <a:r>
                        <a:rPr lang="en-US"/>
                        <a:t> or to </a:t>
                      </a:r>
                      <a:r>
                        <a:rPr lang="en-US" b="1"/>
                        <a:t>extract groups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When you want to </a:t>
                      </a:r>
                      <a:r>
                        <a:rPr lang="en-US" b="1" dirty="0"/>
                        <a:t>find all occurrences</a:t>
                      </a:r>
                      <a:r>
                        <a:rPr lang="en-US" dirty="0"/>
                        <a:t> of a pattern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442565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620B1FC5-4830-015F-2F02-D7FFA2C69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725" y="3776654"/>
            <a:ext cx="28841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re.search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vs  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re.findall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58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7CC4F-7C46-FA07-047F-0F81F5F49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C895A-8C0E-A48F-1583-669D74D94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Regular Expression – </a:t>
            </a:r>
            <a:r>
              <a:rPr lang="en-IN" dirty="0" err="1"/>
              <a:t>re.sub</a:t>
            </a:r>
            <a:r>
              <a:rPr lang="en-IN" dirty="0"/>
              <a:t>()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634196C-54D3-36A9-A945-26261CD11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971" y="1676400"/>
            <a:ext cx="777239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re.</a:t>
            </a:r>
            <a:r>
              <a:rPr lang="en-US" altLang="en-US" sz="2000" b="1" dirty="0" err="1">
                <a:latin typeface="Arial Unicode MS"/>
              </a:rPr>
              <a:t>sub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(pattern, </a:t>
            </a:r>
            <a:r>
              <a:rPr lang="en-US" altLang="en-US" sz="2000" b="1" dirty="0">
                <a:latin typeface="Arial Unicode MS"/>
              </a:rPr>
              <a:t>replacement, string, count=0, flags=0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 altLang="en-US" sz="20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BE7A71-691B-EC1D-373A-797EDF551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319365"/>
              </p:ext>
            </p:extLst>
          </p:nvPr>
        </p:nvGraphicFramePr>
        <p:xfrm>
          <a:off x="1506970" y="2438400"/>
          <a:ext cx="8473642" cy="2078181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236821">
                  <a:extLst>
                    <a:ext uri="{9D8B030D-6E8A-4147-A177-3AD203B41FA5}">
                      <a16:colId xmlns:a16="http://schemas.microsoft.com/office/drawing/2014/main" val="2592205622"/>
                    </a:ext>
                  </a:extLst>
                </a:gridCol>
                <a:gridCol w="4236821">
                  <a:extLst>
                    <a:ext uri="{9D8B030D-6E8A-4147-A177-3AD203B41FA5}">
                      <a16:colId xmlns:a16="http://schemas.microsoft.com/office/drawing/2014/main" val="3812726260"/>
                    </a:ext>
                  </a:extLst>
                </a:gridCol>
              </a:tblGrid>
              <a:tr h="221673">
                <a:tc>
                  <a:txBody>
                    <a:bodyPr/>
                    <a:lstStyle/>
                    <a:p>
                      <a:r>
                        <a:rPr lang="en-IN" sz="140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8298082"/>
                  </a:ext>
                </a:extLst>
              </a:tr>
              <a:tr h="221673">
                <a:tc>
                  <a:txBody>
                    <a:bodyPr/>
                    <a:lstStyle/>
                    <a:p>
                      <a:r>
                        <a:rPr lang="en-IN" sz="1400"/>
                        <a:t>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The regex pattern to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397124"/>
                  </a:ext>
                </a:extLst>
              </a:tr>
              <a:tr h="387927">
                <a:tc>
                  <a:txBody>
                    <a:bodyPr/>
                    <a:lstStyle/>
                    <a:p>
                      <a:r>
                        <a:rPr lang="en-IN" sz="1400" dirty="0"/>
                        <a:t>replacement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string to replace the matched pattern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562455"/>
                  </a:ext>
                </a:extLst>
              </a:tr>
              <a:tr h="221673">
                <a:tc>
                  <a:txBody>
                    <a:bodyPr/>
                    <a:lstStyle/>
                    <a:p>
                      <a:r>
                        <a:rPr lang="en-IN" sz="14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The input 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924948"/>
                  </a:ext>
                </a:extLst>
              </a:tr>
              <a:tr h="387927">
                <a:tc>
                  <a:txBody>
                    <a:bodyPr/>
                    <a:lstStyle/>
                    <a:p>
                      <a:r>
                        <a:rPr lang="en-IN" sz="1400"/>
                        <a:t>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Optional. Number of replacements (default = all)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733884"/>
                  </a:ext>
                </a:extLst>
              </a:tr>
              <a:tr h="387927">
                <a:tc>
                  <a:txBody>
                    <a:bodyPr/>
                    <a:lstStyle/>
                    <a:p>
                      <a:r>
                        <a:rPr lang="en-IN" sz="1400"/>
                        <a:t>flags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Optional. Modify matching behavior (e.g., ignore case)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30011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B2AAAE-3600-A10D-2EBE-BB469EDE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554175"/>
              </p:ext>
            </p:extLst>
          </p:nvPr>
        </p:nvGraphicFramePr>
        <p:xfrm>
          <a:off x="3042247" y="4961950"/>
          <a:ext cx="9144000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1586768298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924972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8938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Cleaning 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Removing extra spaces, punctuation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1466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Data Masking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Hiding phone numbers or emails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481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HTML/XML cleanup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Removing tags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2899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Pattern-based Replacements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Replacing words, abbreviations,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0043542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46EBCFC1-B637-6C99-E418-7FB3AEFC4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" y="5467311"/>
            <a:ext cx="257955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 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52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F8D9F-DEEC-6E8B-3AB9-81CC8C6E2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B95F0-5817-76D1-370B-8FB51BD5A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Regular Expression – </a:t>
            </a:r>
            <a:r>
              <a:rPr lang="en-IN" dirty="0" err="1"/>
              <a:t>re.match</a:t>
            </a:r>
            <a:r>
              <a:rPr lang="en-IN" dirty="0"/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0A5CA6-4B4D-7A1F-A8E4-1475EC5E4E55}"/>
              </a:ext>
            </a:extLst>
          </p:cNvPr>
          <p:cNvSpPr txBox="1"/>
          <p:nvPr/>
        </p:nvSpPr>
        <p:spPr>
          <a:xfrm>
            <a:off x="1522414" y="1752600"/>
            <a:ext cx="9524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Match - Match a regular expression pattern to the beginning of a string.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273382-56A7-FE5A-BEEB-B2FAA1F70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2" y="2630627"/>
            <a:ext cx="5899359" cy="369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952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4C9EE-1108-4AC8-9057-F2B89A153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6D946-C792-5D63-5A77-796BEA0A3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Regular Expression – </a:t>
            </a:r>
            <a:r>
              <a:rPr lang="en-IN" dirty="0" err="1"/>
              <a:t>re.compile</a:t>
            </a:r>
            <a:r>
              <a:rPr lang="en-IN" dirty="0"/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A65341-7427-1791-2972-7223D6A5D538}"/>
              </a:ext>
            </a:extLst>
          </p:cNvPr>
          <p:cNvSpPr txBox="1"/>
          <p:nvPr/>
        </p:nvSpPr>
        <p:spPr>
          <a:xfrm>
            <a:off x="1522414" y="1752600"/>
            <a:ext cx="9524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Match - Match a regular expression pattern to the beginning of a string.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381728-D9EF-EBCF-D79E-E04E559FD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2" y="1600200"/>
            <a:ext cx="11144823" cy="503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25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FC82E6-0037-7D11-7E1F-AF1089743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483" y="1073029"/>
            <a:ext cx="8915858" cy="47119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1BA68D-E13E-53A8-5520-8972732AEA18}"/>
              </a:ext>
            </a:extLst>
          </p:cNvPr>
          <p:cNvSpPr txBox="1"/>
          <p:nvPr/>
        </p:nvSpPr>
        <p:spPr>
          <a:xfrm>
            <a:off x="150812" y="6019800"/>
            <a:ext cx="11887200" cy="67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1400" dirty="0">
                <a:hlinkClick r:id="rId3"/>
              </a:rPr>
              <a:t>https://developers.google.com/edu/python/regular-expressions#:~:text=Regular%20expressions%20are%20a%20powerful,module%20provides%20regular%20expression%20support.&amp;text=The%20code%20match%20=%20re.search,r'%20just%20as%20a%20habit.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501830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Thank You PNGs for Free Download">
            <a:extLst>
              <a:ext uri="{FF2B5EF4-FFF2-40B4-BE49-F238E27FC236}">
                <a16:creationId xmlns:a16="http://schemas.microsoft.com/office/drawing/2014/main" id="{F5237F6D-A576-917C-993F-08005E633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012" y="609599"/>
            <a:ext cx="52578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26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Custom" id="{37DB63F3-72C7-4A67-82CB-DE1EC68F0B1F}" vid="{1DDF8815-C24B-4878-AB18-C1C7DB7407AA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2B82EB-80D3-4DDB-9A53-0D22163B57B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EBA52FF4-E484-4953-8434-9402E3BE0A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FC92C0-A33F-467F-A65D-AA0CE0BD2B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1126</TotalTime>
  <Words>807</Words>
  <Application>Microsoft Office PowerPoint</Application>
  <PresentationFormat>Custom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Unicode MS</vt:lpstr>
      <vt:lpstr>Consolas</vt:lpstr>
      <vt:lpstr>Corbel</vt:lpstr>
      <vt:lpstr>Courier New</vt:lpstr>
      <vt:lpstr>Google Sans</vt:lpstr>
      <vt:lpstr>Roboto</vt:lpstr>
      <vt:lpstr>Custom</vt:lpstr>
      <vt:lpstr>Regular Expression for Natural Language Processing</vt:lpstr>
      <vt:lpstr>Data Structures</vt:lpstr>
      <vt:lpstr>Regular Expressions - 1</vt:lpstr>
      <vt:lpstr>Regular Expression - 2</vt:lpstr>
      <vt:lpstr>Regular Expression - 3</vt:lpstr>
      <vt:lpstr>Regular Expression – 3 (Class-work)</vt:lpstr>
      <vt:lpstr>Regular Expression – re.search()</vt:lpstr>
      <vt:lpstr>Regular Expression – re.search()</vt:lpstr>
      <vt:lpstr>Regular Expression – re.sub()</vt:lpstr>
      <vt:lpstr>Regular Expression – re.match()</vt:lpstr>
      <vt:lpstr>Regular Expression – re.compile()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Anant Verma</cp:lastModifiedBy>
  <cp:revision>9</cp:revision>
  <dcterms:created xsi:type="dcterms:W3CDTF">2025-06-09T10:46:18Z</dcterms:created>
  <dcterms:modified xsi:type="dcterms:W3CDTF">2025-06-10T05:35:34Z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