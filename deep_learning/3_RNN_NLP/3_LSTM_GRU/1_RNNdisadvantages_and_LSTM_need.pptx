
<file path=[Content_Types].xml><?xml version="1.0" encoding="utf-8"?>
<Types xmlns="http://schemas.openxmlformats.org/package/2006/content-types">
  <Default Extension="jpeg" ContentType="image/jpeg"/>
  <Default Extension="jpg" ContentType="image/jpeg"/>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notesMasters/notesMaster1.xml" ContentType="application/vnd.openxmlformats-officedocument.presentationml.notesMaster+xml"/>
  <Override PartName="/ppt/handoutMasters/handoutMaster1.xml" ContentType="application/vnd.openxmlformats-officedocument.presentationml.handout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theme/theme2.xml" ContentType="application/vnd.openxmlformats-officedocument.theme+xml"/>
  <Override PartName="/ppt/theme/theme3.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48" r:id="rId1"/>
  </p:sldMasterIdLst>
  <p:notesMasterIdLst>
    <p:notesMasterId r:id="rId12"/>
  </p:notesMasterIdLst>
  <p:handoutMasterIdLst>
    <p:handoutMasterId r:id="rId13"/>
  </p:handoutMasterIdLst>
  <p:sldIdLst>
    <p:sldId id="261" r:id="rId2"/>
    <p:sldId id="282" r:id="rId3"/>
    <p:sldId id="277" r:id="rId4"/>
    <p:sldId id="278" r:id="rId5"/>
    <p:sldId id="279" r:id="rId6"/>
    <p:sldId id="280" r:id="rId7"/>
    <p:sldId id="264" r:id="rId8"/>
    <p:sldId id="281" r:id="rId9"/>
    <p:sldId id="283" r:id="rId10"/>
    <p:sldId id="275" r:id="rId11"/>
  </p:sldIdLst>
  <p:sldSz cx="12192000" cy="6858000"/>
  <p:notesSz cx="6858000" cy="9144000"/>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 uri="{2D200454-40CA-4A62-9FC3-DE9A4176ACB9}">
      <p15:notes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4995" autoAdjust="0"/>
    <p:restoredTop sz="94660"/>
  </p:normalViewPr>
  <p:slideViewPr>
    <p:cSldViewPr snapToGrid="0">
      <p:cViewPr varScale="1">
        <p:scale>
          <a:sx n="105" d="100"/>
          <a:sy n="105" d="100"/>
        </p:scale>
        <p:origin x="834" y="96"/>
      </p:cViewPr>
      <p:guideLst/>
    </p:cSldViewPr>
  </p:slideViewPr>
  <p:notesTextViewPr>
    <p:cViewPr>
      <p:scale>
        <a:sx n="1" d="1"/>
        <a:sy n="1" d="1"/>
      </p:scale>
      <p:origin x="0" y="0"/>
    </p:cViewPr>
  </p:notesTextViewPr>
  <p:notesViewPr>
    <p:cSldViewPr snapToGrid="0">
      <p:cViewPr varScale="1">
        <p:scale>
          <a:sx n="84" d="100"/>
          <a:sy n="84" d="100"/>
        </p:scale>
        <p:origin x="3054" y="96"/>
      </p:cViewPr>
      <p:guideLst/>
    </p:cSldViewPr>
  </p:notesViewPr>
  <p:gridSpacing cx="76200" cy="76200"/>
</p:viewPr>
</file>

<file path=ppt/_rels/presentation.xml.rels><?xml version="1.0" encoding="UTF-8" standalone="yes"?>
<Relationships xmlns="http://schemas.openxmlformats.org/package/2006/relationships"><Relationship Id="rId8" Type="http://schemas.openxmlformats.org/officeDocument/2006/relationships/slide" Target="slides/slide7.xml"/><Relationship Id="rId13" Type="http://schemas.openxmlformats.org/officeDocument/2006/relationships/handoutMaster" Target="handoutMasters/handoutMaster1.xml"/><Relationship Id="rId3" Type="http://schemas.openxmlformats.org/officeDocument/2006/relationships/slide" Target="slides/slide2.xml"/><Relationship Id="rId7" Type="http://schemas.openxmlformats.org/officeDocument/2006/relationships/slide" Target="slides/slide6.xml"/><Relationship Id="rId12" Type="http://schemas.openxmlformats.org/officeDocument/2006/relationships/notesMaster" Target="notesMasters/notesMaster1.xml"/><Relationship Id="rId17" Type="http://schemas.openxmlformats.org/officeDocument/2006/relationships/tableStyles" Target="tableStyles.xml"/><Relationship Id="rId2" Type="http://schemas.openxmlformats.org/officeDocument/2006/relationships/slide" Target="slides/slide1.xml"/><Relationship Id="rId16" Type="http://schemas.openxmlformats.org/officeDocument/2006/relationships/theme" Target="theme/theme1.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5" Type="http://schemas.openxmlformats.org/officeDocument/2006/relationships/slide" Target="slides/slide4.xml"/><Relationship Id="rId15" Type="http://schemas.openxmlformats.org/officeDocument/2006/relationships/viewProps" Target="viewProps.xml"/><Relationship Id="rId10" Type="http://schemas.openxmlformats.org/officeDocument/2006/relationships/slide" Target="slides/slide9.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presProps" Target="presProps.xml"/></Relationships>
</file>

<file path=ppt/handoutMasters/_rels/handoutMaster1.xml.rels><?xml version="1.0" encoding="UTF-8" standalone="yes"?>
<Relationships xmlns="http://schemas.openxmlformats.org/package/2006/relationships"><Relationship Id="rId1" Type="http://schemas.openxmlformats.org/officeDocument/2006/relationships/theme" Target="../theme/theme3.xml"/></Relationships>
</file>

<file path=ppt/handoutMasters/handoutMaster1.xml><?xml version="1.0" encoding="utf-8"?>
<p:handout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a:extLst>
              <a:ext uri="{FF2B5EF4-FFF2-40B4-BE49-F238E27FC236}">
                <a16:creationId xmlns:a16="http://schemas.microsoft.com/office/drawing/2014/main" id="{1ACA3A45-07AA-881E-EBAC-FAE1FFF9B3BB}"/>
              </a:ext>
            </a:extLst>
          </p:cNvPr>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a:extLst>
              <a:ext uri="{FF2B5EF4-FFF2-40B4-BE49-F238E27FC236}">
                <a16:creationId xmlns:a16="http://schemas.microsoft.com/office/drawing/2014/main" id="{B72C2385-62BD-1B9C-A617-554DDB21E0F4}"/>
              </a:ext>
            </a:extLst>
          </p:cNvPr>
          <p:cNvSpPr>
            <a:spLocks noGrp="1"/>
          </p:cNvSpPr>
          <p:nvPr>
            <p:ph type="dt" sz="quarter" idx="1"/>
          </p:nvPr>
        </p:nvSpPr>
        <p:spPr>
          <a:xfrm>
            <a:off x="3884613" y="0"/>
            <a:ext cx="2971800" cy="458788"/>
          </a:xfrm>
          <a:prstGeom prst="rect">
            <a:avLst/>
          </a:prstGeom>
        </p:spPr>
        <p:txBody>
          <a:bodyPr vert="horz" lIns="91440" tIns="45720" rIns="91440" bIns="45720" rtlCol="0"/>
          <a:lstStyle>
            <a:lvl1pPr algn="r">
              <a:defRPr sz="1200"/>
            </a:lvl1pPr>
          </a:lstStyle>
          <a:p>
            <a:fld id="{7BAEECA8-D063-486F-AE31-5020270C1449}" type="datetimeFigureOut">
              <a:rPr lang="en-US" smtClean="0"/>
              <a:t>4/25/2026</a:t>
            </a:fld>
            <a:endParaRPr lang="en-US"/>
          </a:p>
        </p:txBody>
      </p:sp>
      <p:sp>
        <p:nvSpPr>
          <p:cNvPr id="4" name="Footer Placeholder 3">
            <a:extLst>
              <a:ext uri="{FF2B5EF4-FFF2-40B4-BE49-F238E27FC236}">
                <a16:creationId xmlns:a16="http://schemas.microsoft.com/office/drawing/2014/main" id="{C5328A6F-7933-1F9C-E9F6-B4A61026FBA4}"/>
              </a:ext>
            </a:extLst>
          </p:cNvPr>
          <p:cNvSpPr>
            <a:spLocks noGrp="1"/>
          </p:cNvSpPr>
          <p:nvPr>
            <p:ph type="ftr" sz="quarter" idx="2"/>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5" name="Slide Number Placeholder 4">
            <a:extLst>
              <a:ext uri="{FF2B5EF4-FFF2-40B4-BE49-F238E27FC236}">
                <a16:creationId xmlns:a16="http://schemas.microsoft.com/office/drawing/2014/main" id="{66F9A57F-3A38-6EDA-B76D-A3DB4F6978A7}"/>
              </a:ext>
            </a:extLst>
          </p:cNvPr>
          <p:cNvSpPr>
            <a:spLocks noGrp="1"/>
          </p:cNvSpPr>
          <p:nvPr>
            <p:ph type="sldNum" sz="quarter" idx="3"/>
          </p:nvPr>
        </p:nvSpPr>
        <p:spPr>
          <a:xfrm>
            <a:off x="3884613" y="8685213"/>
            <a:ext cx="2971800" cy="458787"/>
          </a:xfrm>
          <a:prstGeom prst="rect">
            <a:avLst/>
          </a:prstGeom>
        </p:spPr>
        <p:txBody>
          <a:bodyPr vert="horz" lIns="91440" tIns="45720" rIns="91440" bIns="45720" rtlCol="0" anchor="b"/>
          <a:lstStyle>
            <a:lvl1pPr algn="r">
              <a:defRPr sz="1200"/>
            </a:lvl1pPr>
          </a:lstStyle>
          <a:p>
            <a:fld id="{5793F6CE-D1D9-4B7B-9040-C7CAC074A6CE}" type="slidenum">
              <a:rPr lang="en-US" smtClean="0"/>
              <a:t>‹#›</a:t>
            </a:fld>
            <a:endParaRPr lang="en-US"/>
          </a:p>
        </p:txBody>
      </p:sp>
    </p:spTree>
    <p:extLst>
      <p:ext uri="{BB962C8B-B14F-4D97-AF65-F5344CB8AC3E}">
        <p14:creationId xmlns:p14="http://schemas.microsoft.com/office/powerpoint/2010/main" val="397613359"/>
      </p:ext>
    </p:extLst>
  </p:cSld>
  <p:clrMap bg1="lt1" tx1="dk1" bg2="lt2" tx2="dk2" accent1="accent1" accent2="accent2" accent3="accent3" accent4="accent4" accent5="accent5" accent6="accent6" hlink="hlink" folHlink="folHlink"/>
</p:handoutMaster>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CB233BD1-3BA8-448D-9D08-7846095EA517}" type="datetimeFigureOut">
              <a:rPr lang="en-US" smtClean="0"/>
              <a:t>4/25/2026</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6C63499C-1FAC-4F66-96F8-6DA2CC28B748}" type="slidenum">
              <a:rPr lang="en-US" smtClean="0"/>
              <a:t>‹#›</a:t>
            </a:fld>
            <a:endParaRPr lang="en-US"/>
          </a:p>
        </p:txBody>
      </p:sp>
    </p:spTree>
    <p:extLst>
      <p:ext uri="{BB962C8B-B14F-4D97-AF65-F5344CB8AC3E}">
        <p14:creationId xmlns:p14="http://schemas.microsoft.com/office/powerpoint/2010/main" val="817539779"/>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5"/>
          </p:nvPr>
        </p:nvSpPr>
        <p:spPr/>
        <p:txBody>
          <a:bodyPr/>
          <a:lstStyle/>
          <a:p>
            <a:fld id="{6C63499C-1FAC-4F66-96F8-6DA2CC28B748}" type="slidenum">
              <a:rPr lang="en-US" smtClean="0"/>
              <a:t>8</a:t>
            </a:fld>
            <a:endParaRPr lang="en-US"/>
          </a:p>
        </p:txBody>
      </p:sp>
    </p:spTree>
    <p:extLst>
      <p:ext uri="{BB962C8B-B14F-4D97-AF65-F5344CB8AC3E}">
        <p14:creationId xmlns:p14="http://schemas.microsoft.com/office/powerpoint/2010/main" val="1951634376"/>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2235F73-AF40-D59A-702B-349D9B69D641}"/>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D1D8E882-B185-9843-CFB8-31FAEF4A405A}"/>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D2238C4A-71C2-5048-B6A4-85046D52F93D}"/>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95526AA8-C30E-70F1-4F95-1FD0C4A541C8}"/>
              </a:ext>
            </a:extLst>
          </p:cNvPr>
          <p:cNvSpPr>
            <a:spLocks noGrp="1"/>
          </p:cNvSpPr>
          <p:nvPr>
            <p:ph type="sldNum" sz="quarter" idx="5"/>
          </p:nvPr>
        </p:nvSpPr>
        <p:spPr/>
        <p:txBody>
          <a:bodyPr/>
          <a:lstStyle/>
          <a:p>
            <a:fld id="{6C63499C-1FAC-4F66-96F8-6DA2CC28B748}" type="slidenum">
              <a:rPr lang="en-US" smtClean="0"/>
              <a:t>9</a:t>
            </a:fld>
            <a:endParaRPr lang="en-US"/>
          </a:p>
        </p:txBody>
      </p:sp>
    </p:spTree>
    <p:extLst>
      <p:ext uri="{BB962C8B-B14F-4D97-AF65-F5344CB8AC3E}">
        <p14:creationId xmlns:p14="http://schemas.microsoft.com/office/powerpoint/2010/main" val="3874527405"/>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5EB0F26-247A-F2E0-8FBA-6EA7974D69E5}"/>
              </a:ext>
            </a:extLst>
          </p:cNvPr>
          <p:cNvSpPr>
            <a:spLocks noGrp="1"/>
          </p:cNvSpPr>
          <p:nvPr>
            <p:ph type="ctrTitle"/>
          </p:nvPr>
        </p:nvSpPr>
        <p:spPr>
          <a:xfrm>
            <a:off x="1524000" y="1122363"/>
            <a:ext cx="9144000" cy="2387600"/>
          </a:xfrm>
        </p:spPr>
        <p:txBody>
          <a:bodyPr anchor="b"/>
          <a:lstStyle>
            <a:lvl1pPr algn="ctr">
              <a:defRPr sz="6000"/>
            </a:lvl1pPr>
          </a:lstStyle>
          <a:p>
            <a:r>
              <a:rPr lang="en-US"/>
              <a:t>Click to edit Master title style</a:t>
            </a:r>
          </a:p>
        </p:txBody>
      </p:sp>
      <p:sp>
        <p:nvSpPr>
          <p:cNvPr id="3" name="Subtitle 2">
            <a:extLst>
              <a:ext uri="{FF2B5EF4-FFF2-40B4-BE49-F238E27FC236}">
                <a16:creationId xmlns:a16="http://schemas.microsoft.com/office/drawing/2014/main" id="{F394F308-CEE8-92BC-D91A-4212DEA015D6}"/>
              </a:ext>
            </a:extLst>
          </p:cNvPr>
          <p:cNvSpPr>
            <a:spLocks noGrp="1"/>
          </p:cNvSpPr>
          <p:nvPr>
            <p:ph type="subTitle" idx="1"/>
          </p:nvPr>
        </p:nvSpPr>
        <p:spPr>
          <a:xfrm>
            <a:off x="1524000" y="3602038"/>
            <a:ext cx="9144000" cy="1655762"/>
          </a:xfrm>
        </p:spPr>
        <p:txBody>
          <a:bodyPr/>
          <a:lstStyle>
            <a:lvl1pPr marL="0" indent="0" algn="ctr">
              <a:buNone/>
              <a:defRPr sz="24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a:t>Click to edit Master subtitle style</a:t>
            </a:r>
          </a:p>
        </p:txBody>
      </p:sp>
      <p:sp>
        <p:nvSpPr>
          <p:cNvPr id="4" name="Date Placeholder 3">
            <a:extLst>
              <a:ext uri="{FF2B5EF4-FFF2-40B4-BE49-F238E27FC236}">
                <a16:creationId xmlns:a16="http://schemas.microsoft.com/office/drawing/2014/main" id="{B32794D3-11DF-A675-8D28-EC65EF27521E}"/>
              </a:ext>
            </a:extLst>
          </p:cNvPr>
          <p:cNvSpPr>
            <a:spLocks noGrp="1"/>
          </p:cNvSpPr>
          <p:nvPr>
            <p:ph type="dt" sz="half" idx="10"/>
          </p:nvPr>
        </p:nvSpPr>
        <p:spPr/>
        <p:txBody>
          <a:bodyPr/>
          <a:lstStyle/>
          <a:p>
            <a:fld id="{6383FAE1-13DE-4511-8C1B-C8AFB720664C}" type="datetimeFigureOut">
              <a:rPr lang="en-US" smtClean="0"/>
              <a:t>4/25/2026</a:t>
            </a:fld>
            <a:endParaRPr lang="en-US"/>
          </a:p>
        </p:txBody>
      </p:sp>
      <p:sp>
        <p:nvSpPr>
          <p:cNvPr id="5" name="Footer Placeholder 4">
            <a:extLst>
              <a:ext uri="{FF2B5EF4-FFF2-40B4-BE49-F238E27FC236}">
                <a16:creationId xmlns:a16="http://schemas.microsoft.com/office/drawing/2014/main" id="{EC53FDAF-B83A-AE0A-B811-B7195D37FDD4}"/>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149530BD-9515-D107-426C-B72742CBF0BF}"/>
              </a:ext>
            </a:extLst>
          </p:cNvPr>
          <p:cNvSpPr>
            <a:spLocks noGrp="1"/>
          </p:cNvSpPr>
          <p:nvPr>
            <p:ph type="sldNum" sz="quarter" idx="12"/>
          </p:nvPr>
        </p:nvSpPr>
        <p:spPr/>
        <p:txBody>
          <a:bodyPr/>
          <a:lstStyle/>
          <a:p>
            <a:fld id="{81BC7A09-79EE-44A0-8F92-750D7C83D871}" type="slidenum">
              <a:rPr lang="en-US" smtClean="0"/>
              <a:t>‹#›</a:t>
            </a:fld>
            <a:endParaRPr lang="en-US"/>
          </a:p>
        </p:txBody>
      </p:sp>
    </p:spTree>
    <p:extLst>
      <p:ext uri="{BB962C8B-B14F-4D97-AF65-F5344CB8AC3E}">
        <p14:creationId xmlns:p14="http://schemas.microsoft.com/office/powerpoint/2010/main" val="1449282697"/>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4CE7E77-8771-0BA4-B1D5-7F1DE0138C3D}"/>
              </a:ext>
            </a:extLst>
          </p:cNvPr>
          <p:cNvSpPr>
            <a:spLocks noGrp="1"/>
          </p:cNvSpPr>
          <p:nvPr>
            <p:ph type="title"/>
          </p:nvPr>
        </p:nvSpPr>
        <p:spPr/>
        <p:txBody>
          <a:bodyPr/>
          <a:lstStyle/>
          <a:p>
            <a:r>
              <a:rPr lang="en-US" dirty="0"/>
              <a:t>Click to edit Master title style</a:t>
            </a:r>
          </a:p>
        </p:txBody>
      </p:sp>
      <p:sp>
        <p:nvSpPr>
          <p:cNvPr id="3" name="Content Placeholder 2">
            <a:extLst>
              <a:ext uri="{FF2B5EF4-FFF2-40B4-BE49-F238E27FC236}">
                <a16:creationId xmlns:a16="http://schemas.microsoft.com/office/drawing/2014/main" id="{9543F30B-85C4-D934-2F30-179E3FCE9424}"/>
              </a:ext>
            </a:extLst>
          </p:cNvPr>
          <p:cNvSpPr>
            <a:spLocks noGrp="1"/>
          </p:cNvSpPr>
          <p:nvPr>
            <p:ph idx="1"/>
          </p:nvPr>
        </p:nvSpPr>
        <p:spPr/>
        <p:txBody>
          <a:body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4" name="Date Placeholder 3">
            <a:extLst>
              <a:ext uri="{FF2B5EF4-FFF2-40B4-BE49-F238E27FC236}">
                <a16:creationId xmlns:a16="http://schemas.microsoft.com/office/drawing/2014/main" id="{7C8EF7AF-5CE7-4387-31F9-79D35620609B}"/>
              </a:ext>
            </a:extLst>
          </p:cNvPr>
          <p:cNvSpPr>
            <a:spLocks noGrp="1"/>
          </p:cNvSpPr>
          <p:nvPr>
            <p:ph type="dt" sz="half" idx="10"/>
          </p:nvPr>
        </p:nvSpPr>
        <p:spPr/>
        <p:txBody>
          <a:bodyPr/>
          <a:lstStyle/>
          <a:p>
            <a:fld id="{6383FAE1-13DE-4511-8C1B-C8AFB720664C}" type="datetimeFigureOut">
              <a:rPr lang="en-US" smtClean="0"/>
              <a:t>4/25/2026</a:t>
            </a:fld>
            <a:endParaRPr lang="en-US"/>
          </a:p>
        </p:txBody>
      </p:sp>
      <p:sp>
        <p:nvSpPr>
          <p:cNvPr id="5" name="Footer Placeholder 4">
            <a:extLst>
              <a:ext uri="{FF2B5EF4-FFF2-40B4-BE49-F238E27FC236}">
                <a16:creationId xmlns:a16="http://schemas.microsoft.com/office/drawing/2014/main" id="{B0FCCC03-E434-4684-B55E-3F2D39916923}"/>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BA1F3B05-B983-07A3-4B58-9D2E18438894}"/>
              </a:ext>
            </a:extLst>
          </p:cNvPr>
          <p:cNvSpPr>
            <a:spLocks noGrp="1"/>
          </p:cNvSpPr>
          <p:nvPr>
            <p:ph type="sldNum" sz="quarter" idx="12"/>
          </p:nvPr>
        </p:nvSpPr>
        <p:spPr/>
        <p:txBody>
          <a:bodyPr/>
          <a:lstStyle/>
          <a:p>
            <a:fld id="{81BC7A09-79EE-44A0-8F92-750D7C83D871}" type="slidenum">
              <a:rPr lang="en-US" smtClean="0"/>
              <a:t>‹#›</a:t>
            </a:fld>
            <a:endParaRPr lang="en-US"/>
          </a:p>
        </p:txBody>
      </p:sp>
    </p:spTree>
    <p:extLst>
      <p:ext uri="{BB962C8B-B14F-4D97-AF65-F5344CB8AC3E}">
        <p14:creationId xmlns:p14="http://schemas.microsoft.com/office/powerpoint/2010/main" val="1596036442"/>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F223C21-D6A5-2D17-9BFA-70B3353D6A08}"/>
              </a:ext>
            </a:extLst>
          </p:cNvPr>
          <p:cNvSpPr>
            <a:spLocks noGrp="1"/>
          </p:cNvSpPr>
          <p:nvPr>
            <p:ph type="title"/>
          </p:nvPr>
        </p:nvSpPr>
        <p:spPr>
          <a:xfrm>
            <a:off x="831850" y="1709738"/>
            <a:ext cx="10515600" cy="2852737"/>
          </a:xfrm>
        </p:spPr>
        <p:txBody>
          <a:bodyPr anchor="b"/>
          <a:lstStyle>
            <a:lvl1pPr>
              <a:defRPr sz="6000"/>
            </a:lvl1pPr>
          </a:lstStyle>
          <a:p>
            <a:r>
              <a:rPr lang="en-US"/>
              <a:t>Click to edit Master title style</a:t>
            </a:r>
          </a:p>
        </p:txBody>
      </p:sp>
      <p:sp>
        <p:nvSpPr>
          <p:cNvPr id="3" name="Text Placeholder 2">
            <a:extLst>
              <a:ext uri="{FF2B5EF4-FFF2-40B4-BE49-F238E27FC236}">
                <a16:creationId xmlns:a16="http://schemas.microsoft.com/office/drawing/2014/main" id="{E92D89B8-191B-6AAD-5D5E-32B357265743}"/>
              </a:ext>
            </a:extLst>
          </p:cNvPr>
          <p:cNvSpPr>
            <a:spLocks noGrp="1"/>
          </p:cNvSpPr>
          <p:nvPr>
            <p:ph type="body" idx="1"/>
          </p:nvPr>
        </p:nvSpPr>
        <p:spPr>
          <a:xfrm>
            <a:off x="831850" y="4589463"/>
            <a:ext cx="10515600" cy="1500187"/>
          </a:xfrm>
        </p:spPr>
        <p:txBody>
          <a:bodyPr/>
          <a:lstStyle>
            <a:lvl1pPr marL="0" indent="0">
              <a:buNone/>
              <a:defRPr sz="2400">
                <a:solidFill>
                  <a:schemeClr val="tx1">
                    <a:tint val="75000"/>
                  </a:schemeClr>
                </a:solidFill>
              </a:defRPr>
            </a:lvl1pPr>
            <a:lvl2pPr marL="457200" indent="0">
              <a:buNone/>
              <a:defRPr sz="2000">
                <a:solidFill>
                  <a:schemeClr val="tx1">
                    <a:tint val="75000"/>
                  </a:schemeClr>
                </a:solidFill>
              </a:defRPr>
            </a:lvl2pPr>
            <a:lvl3pPr marL="914400" indent="0">
              <a:buNone/>
              <a:defRPr sz="1800">
                <a:solidFill>
                  <a:schemeClr val="tx1">
                    <a:tint val="75000"/>
                  </a:schemeClr>
                </a:solidFill>
              </a:defRPr>
            </a:lvl3pPr>
            <a:lvl4pPr marL="1371600" indent="0">
              <a:buNone/>
              <a:defRPr sz="1600">
                <a:solidFill>
                  <a:schemeClr val="tx1">
                    <a:tint val="75000"/>
                  </a:schemeClr>
                </a:solidFill>
              </a:defRPr>
            </a:lvl4pPr>
            <a:lvl5pPr marL="1828800" indent="0">
              <a:buNone/>
              <a:defRPr sz="1600">
                <a:solidFill>
                  <a:schemeClr val="tx1">
                    <a:tint val="75000"/>
                  </a:schemeClr>
                </a:solidFill>
              </a:defRPr>
            </a:lvl5pPr>
            <a:lvl6pPr marL="2286000" indent="0">
              <a:buNone/>
              <a:defRPr sz="1600">
                <a:solidFill>
                  <a:schemeClr val="tx1">
                    <a:tint val="75000"/>
                  </a:schemeClr>
                </a:solidFill>
              </a:defRPr>
            </a:lvl6pPr>
            <a:lvl7pPr marL="2743200" indent="0">
              <a:buNone/>
              <a:defRPr sz="1600">
                <a:solidFill>
                  <a:schemeClr val="tx1">
                    <a:tint val="75000"/>
                  </a:schemeClr>
                </a:solidFill>
              </a:defRPr>
            </a:lvl7pPr>
            <a:lvl8pPr marL="3200400" indent="0">
              <a:buNone/>
              <a:defRPr sz="1600">
                <a:solidFill>
                  <a:schemeClr val="tx1">
                    <a:tint val="75000"/>
                  </a:schemeClr>
                </a:solidFill>
              </a:defRPr>
            </a:lvl8pPr>
            <a:lvl9pPr marL="3657600" indent="0">
              <a:buNone/>
              <a:defRPr sz="1600">
                <a:solidFill>
                  <a:schemeClr val="tx1">
                    <a:tint val="75000"/>
                  </a:schemeClr>
                </a:solidFill>
              </a:defRPr>
            </a:lvl9pPr>
          </a:lstStyle>
          <a:p>
            <a:pPr lvl="0"/>
            <a:r>
              <a:rPr lang="en-US"/>
              <a:t>Click to edit Master text styles</a:t>
            </a:r>
          </a:p>
        </p:txBody>
      </p:sp>
      <p:sp>
        <p:nvSpPr>
          <p:cNvPr id="4" name="Date Placeholder 3">
            <a:extLst>
              <a:ext uri="{FF2B5EF4-FFF2-40B4-BE49-F238E27FC236}">
                <a16:creationId xmlns:a16="http://schemas.microsoft.com/office/drawing/2014/main" id="{54CC528A-1563-9376-E089-4DA80AD11D0C}"/>
              </a:ext>
            </a:extLst>
          </p:cNvPr>
          <p:cNvSpPr>
            <a:spLocks noGrp="1"/>
          </p:cNvSpPr>
          <p:nvPr>
            <p:ph type="dt" sz="half" idx="10"/>
          </p:nvPr>
        </p:nvSpPr>
        <p:spPr/>
        <p:txBody>
          <a:bodyPr/>
          <a:lstStyle/>
          <a:p>
            <a:fld id="{6383FAE1-13DE-4511-8C1B-C8AFB720664C}" type="datetimeFigureOut">
              <a:rPr lang="en-US" smtClean="0"/>
              <a:t>4/25/2026</a:t>
            </a:fld>
            <a:endParaRPr lang="en-US"/>
          </a:p>
        </p:txBody>
      </p:sp>
      <p:sp>
        <p:nvSpPr>
          <p:cNvPr id="5" name="Footer Placeholder 4">
            <a:extLst>
              <a:ext uri="{FF2B5EF4-FFF2-40B4-BE49-F238E27FC236}">
                <a16:creationId xmlns:a16="http://schemas.microsoft.com/office/drawing/2014/main" id="{0519A01D-6FDA-C269-FF95-3FDB205C8E37}"/>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AA980A21-61AC-4B39-D886-3A327DB7346D}"/>
              </a:ext>
            </a:extLst>
          </p:cNvPr>
          <p:cNvSpPr>
            <a:spLocks noGrp="1"/>
          </p:cNvSpPr>
          <p:nvPr>
            <p:ph type="sldNum" sz="quarter" idx="12"/>
          </p:nvPr>
        </p:nvSpPr>
        <p:spPr/>
        <p:txBody>
          <a:bodyPr/>
          <a:lstStyle/>
          <a:p>
            <a:fld id="{81BC7A09-79EE-44A0-8F92-750D7C83D871}" type="slidenum">
              <a:rPr lang="en-US" smtClean="0"/>
              <a:t>‹#›</a:t>
            </a:fld>
            <a:endParaRPr lang="en-US"/>
          </a:p>
        </p:txBody>
      </p:sp>
    </p:spTree>
    <p:extLst>
      <p:ext uri="{BB962C8B-B14F-4D97-AF65-F5344CB8AC3E}">
        <p14:creationId xmlns:p14="http://schemas.microsoft.com/office/powerpoint/2010/main" val="94111402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2903C29-6DED-2A1F-5B4D-128B63652F74}"/>
              </a:ext>
            </a:extLst>
          </p:cNvPr>
          <p:cNvSpPr>
            <a:spLocks noGrp="1"/>
          </p:cNvSpPr>
          <p:nvPr>
            <p:ph type="title"/>
          </p:nvPr>
        </p:nvSpPr>
        <p:spPr/>
        <p:txBody>
          <a:bodyPr/>
          <a:lstStyle/>
          <a:p>
            <a:r>
              <a:rPr lang="en-US"/>
              <a:t>Click to edit Master title style</a:t>
            </a:r>
          </a:p>
        </p:txBody>
      </p:sp>
      <p:sp>
        <p:nvSpPr>
          <p:cNvPr id="3" name="Content Placeholder 2">
            <a:extLst>
              <a:ext uri="{FF2B5EF4-FFF2-40B4-BE49-F238E27FC236}">
                <a16:creationId xmlns:a16="http://schemas.microsoft.com/office/drawing/2014/main" id="{16494ECB-0FCA-1AD0-F19A-27A4C16DC0F2}"/>
              </a:ext>
            </a:extLst>
          </p:cNvPr>
          <p:cNvSpPr>
            <a:spLocks noGrp="1"/>
          </p:cNvSpPr>
          <p:nvPr>
            <p:ph sz="half" idx="1"/>
          </p:nvPr>
        </p:nvSpPr>
        <p:spPr>
          <a:xfrm>
            <a:off x="838200" y="1825625"/>
            <a:ext cx="5181600" cy="43513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a:extLst>
              <a:ext uri="{FF2B5EF4-FFF2-40B4-BE49-F238E27FC236}">
                <a16:creationId xmlns:a16="http://schemas.microsoft.com/office/drawing/2014/main" id="{A07402C2-E657-5A54-9627-8C9CBCBBE0A7}"/>
              </a:ext>
            </a:extLst>
          </p:cNvPr>
          <p:cNvSpPr>
            <a:spLocks noGrp="1"/>
          </p:cNvSpPr>
          <p:nvPr>
            <p:ph sz="half" idx="2"/>
          </p:nvPr>
        </p:nvSpPr>
        <p:spPr>
          <a:xfrm>
            <a:off x="6172200" y="1825625"/>
            <a:ext cx="5181600" cy="43513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a:extLst>
              <a:ext uri="{FF2B5EF4-FFF2-40B4-BE49-F238E27FC236}">
                <a16:creationId xmlns:a16="http://schemas.microsoft.com/office/drawing/2014/main" id="{1501FADA-AE3E-B30F-6353-BF0478CF0E39}"/>
              </a:ext>
            </a:extLst>
          </p:cNvPr>
          <p:cNvSpPr>
            <a:spLocks noGrp="1"/>
          </p:cNvSpPr>
          <p:nvPr>
            <p:ph type="dt" sz="half" idx="10"/>
          </p:nvPr>
        </p:nvSpPr>
        <p:spPr/>
        <p:txBody>
          <a:bodyPr/>
          <a:lstStyle/>
          <a:p>
            <a:fld id="{6383FAE1-13DE-4511-8C1B-C8AFB720664C}" type="datetimeFigureOut">
              <a:rPr lang="en-US" smtClean="0"/>
              <a:t>4/25/2026</a:t>
            </a:fld>
            <a:endParaRPr lang="en-US"/>
          </a:p>
        </p:txBody>
      </p:sp>
      <p:sp>
        <p:nvSpPr>
          <p:cNvPr id="6" name="Footer Placeholder 5">
            <a:extLst>
              <a:ext uri="{FF2B5EF4-FFF2-40B4-BE49-F238E27FC236}">
                <a16:creationId xmlns:a16="http://schemas.microsoft.com/office/drawing/2014/main" id="{7F16B517-96D7-6416-0C24-B14942ADD41C}"/>
              </a:ext>
            </a:extLst>
          </p:cNvPr>
          <p:cNvSpPr>
            <a:spLocks noGrp="1"/>
          </p:cNvSpPr>
          <p:nvPr>
            <p:ph type="ftr" sz="quarter" idx="11"/>
          </p:nvPr>
        </p:nvSpPr>
        <p:spPr/>
        <p:txBody>
          <a:bodyPr/>
          <a:lstStyle/>
          <a:p>
            <a:endParaRPr lang="en-US"/>
          </a:p>
        </p:txBody>
      </p:sp>
      <p:sp>
        <p:nvSpPr>
          <p:cNvPr id="7" name="Slide Number Placeholder 6">
            <a:extLst>
              <a:ext uri="{FF2B5EF4-FFF2-40B4-BE49-F238E27FC236}">
                <a16:creationId xmlns:a16="http://schemas.microsoft.com/office/drawing/2014/main" id="{1546F179-BF2F-393A-1AA6-C893B7B9FA37}"/>
              </a:ext>
            </a:extLst>
          </p:cNvPr>
          <p:cNvSpPr>
            <a:spLocks noGrp="1"/>
          </p:cNvSpPr>
          <p:nvPr>
            <p:ph type="sldNum" sz="quarter" idx="12"/>
          </p:nvPr>
        </p:nvSpPr>
        <p:spPr/>
        <p:txBody>
          <a:bodyPr/>
          <a:lstStyle/>
          <a:p>
            <a:fld id="{81BC7A09-79EE-44A0-8F92-750D7C83D871}" type="slidenum">
              <a:rPr lang="en-US" smtClean="0"/>
              <a:t>‹#›</a:t>
            </a:fld>
            <a:endParaRPr lang="en-US"/>
          </a:p>
        </p:txBody>
      </p:sp>
    </p:spTree>
    <p:extLst>
      <p:ext uri="{BB962C8B-B14F-4D97-AF65-F5344CB8AC3E}">
        <p14:creationId xmlns:p14="http://schemas.microsoft.com/office/powerpoint/2010/main" val="3925852381"/>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6950483-A0C8-BF5B-61DE-39BC6FF9C123}"/>
              </a:ext>
            </a:extLst>
          </p:cNvPr>
          <p:cNvSpPr>
            <a:spLocks noGrp="1"/>
          </p:cNvSpPr>
          <p:nvPr>
            <p:ph type="title"/>
          </p:nvPr>
        </p:nvSpPr>
        <p:spPr>
          <a:xfrm>
            <a:off x="839788" y="365125"/>
            <a:ext cx="10515600" cy="1325563"/>
          </a:xfrm>
        </p:spPr>
        <p:txBody>
          <a:bodyPr/>
          <a:lstStyle/>
          <a:p>
            <a:r>
              <a:rPr lang="en-US"/>
              <a:t>Click to edit Master title style</a:t>
            </a:r>
          </a:p>
        </p:txBody>
      </p:sp>
      <p:sp>
        <p:nvSpPr>
          <p:cNvPr id="3" name="Text Placeholder 2">
            <a:extLst>
              <a:ext uri="{FF2B5EF4-FFF2-40B4-BE49-F238E27FC236}">
                <a16:creationId xmlns:a16="http://schemas.microsoft.com/office/drawing/2014/main" id="{646DB55B-C040-F211-BC81-97628EA48448}"/>
              </a:ext>
            </a:extLst>
          </p:cNvPr>
          <p:cNvSpPr>
            <a:spLocks noGrp="1"/>
          </p:cNvSpPr>
          <p:nvPr>
            <p:ph type="body" idx="1"/>
          </p:nvPr>
        </p:nvSpPr>
        <p:spPr>
          <a:xfrm>
            <a:off x="839788" y="1681163"/>
            <a:ext cx="5157787"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a:extLst>
              <a:ext uri="{FF2B5EF4-FFF2-40B4-BE49-F238E27FC236}">
                <a16:creationId xmlns:a16="http://schemas.microsoft.com/office/drawing/2014/main" id="{F593EEAE-1CB3-AAC8-5818-D61E389EF1E2}"/>
              </a:ext>
            </a:extLst>
          </p:cNvPr>
          <p:cNvSpPr>
            <a:spLocks noGrp="1"/>
          </p:cNvSpPr>
          <p:nvPr>
            <p:ph sz="half" idx="2"/>
          </p:nvPr>
        </p:nvSpPr>
        <p:spPr>
          <a:xfrm>
            <a:off x="839788" y="2505075"/>
            <a:ext cx="5157787"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a:extLst>
              <a:ext uri="{FF2B5EF4-FFF2-40B4-BE49-F238E27FC236}">
                <a16:creationId xmlns:a16="http://schemas.microsoft.com/office/drawing/2014/main" id="{5ACE50F0-1141-D645-3892-2DA29633A371}"/>
              </a:ext>
            </a:extLst>
          </p:cNvPr>
          <p:cNvSpPr>
            <a:spLocks noGrp="1"/>
          </p:cNvSpPr>
          <p:nvPr>
            <p:ph type="body" sz="quarter" idx="3"/>
          </p:nvPr>
        </p:nvSpPr>
        <p:spPr>
          <a:xfrm>
            <a:off x="6172200" y="1681163"/>
            <a:ext cx="5183188"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a:extLst>
              <a:ext uri="{FF2B5EF4-FFF2-40B4-BE49-F238E27FC236}">
                <a16:creationId xmlns:a16="http://schemas.microsoft.com/office/drawing/2014/main" id="{532E976C-52C7-C22D-28F7-B21E295185E1}"/>
              </a:ext>
            </a:extLst>
          </p:cNvPr>
          <p:cNvSpPr>
            <a:spLocks noGrp="1"/>
          </p:cNvSpPr>
          <p:nvPr>
            <p:ph sz="quarter" idx="4"/>
          </p:nvPr>
        </p:nvSpPr>
        <p:spPr>
          <a:xfrm>
            <a:off x="6172200" y="2505075"/>
            <a:ext cx="5183188"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a:extLst>
              <a:ext uri="{FF2B5EF4-FFF2-40B4-BE49-F238E27FC236}">
                <a16:creationId xmlns:a16="http://schemas.microsoft.com/office/drawing/2014/main" id="{E797D00B-0B76-5C50-686B-A01396FCD6FA}"/>
              </a:ext>
            </a:extLst>
          </p:cNvPr>
          <p:cNvSpPr>
            <a:spLocks noGrp="1"/>
          </p:cNvSpPr>
          <p:nvPr>
            <p:ph type="dt" sz="half" idx="10"/>
          </p:nvPr>
        </p:nvSpPr>
        <p:spPr/>
        <p:txBody>
          <a:bodyPr/>
          <a:lstStyle/>
          <a:p>
            <a:fld id="{6383FAE1-13DE-4511-8C1B-C8AFB720664C}" type="datetimeFigureOut">
              <a:rPr lang="en-US" smtClean="0"/>
              <a:t>4/25/2026</a:t>
            </a:fld>
            <a:endParaRPr lang="en-US"/>
          </a:p>
        </p:txBody>
      </p:sp>
      <p:sp>
        <p:nvSpPr>
          <p:cNvPr id="8" name="Footer Placeholder 7">
            <a:extLst>
              <a:ext uri="{FF2B5EF4-FFF2-40B4-BE49-F238E27FC236}">
                <a16:creationId xmlns:a16="http://schemas.microsoft.com/office/drawing/2014/main" id="{7B842B8D-3B74-4B67-9462-6D2C7ED9ADCB}"/>
              </a:ext>
            </a:extLst>
          </p:cNvPr>
          <p:cNvSpPr>
            <a:spLocks noGrp="1"/>
          </p:cNvSpPr>
          <p:nvPr>
            <p:ph type="ftr" sz="quarter" idx="11"/>
          </p:nvPr>
        </p:nvSpPr>
        <p:spPr/>
        <p:txBody>
          <a:bodyPr/>
          <a:lstStyle/>
          <a:p>
            <a:endParaRPr lang="en-US"/>
          </a:p>
        </p:txBody>
      </p:sp>
      <p:sp>
        <p:nvSpPr>
          <p:cNvPr id="9" name="Slide Number Placeholder 8">
            <a:extLst>
              <a:ext uri="{FF2B5EF4-FFF2-40B4-BE49-F238E27FC236}">
                <a16:creationId xmlns:a16="http://schemas.microsoft.com/office/drawing/2014/main" id="{F992D4BE-CE8C-0250-FE7D-1F370E25FE27}"/>
              </a:ext>
            </a:extLst>
          </p:cNvPr>
          <p:cNvSpPr>
            <a:spLocks noGrp="1"/>
          </p:cNvSpPr>
          <p:nvPr>
            <p:ph type="sldNum" sz="quarter" idx="12"/>
          </p:nvPr>
        </p:nvSpPr>
        <p:spPr/>
        <p:txBody>
          <a:bodyPr/>
          <a:lstStyle/>
          <a:p>
            <a:fld id="{81BC7A09-79EE-44A0-8F92-750D7C83D871}" type="slidenum">
              <a:rPr lang="en-US" smtClean="0"/>
              <a:t>‹#›</a:t>
            </a:fld>
            <a:endParaRPr lang="en-US"/>
          </a:p>
        </p:txBody>
      </p:sp>
    </p:spTree>
    <p:extLst>
      <p:ext uri="{BB962C8B-B14F-4D97-AF65-F5344CB8AC3E}">
        <p14:creationId xmlns:p14="http://schemas.microsoft.com/office/powerpoint/2010/main" val="3765750289"/>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CBCDBE28-2732-66A2-163C-433854615E7C}"/>
              </a:ext>
            </a:extLst>
          </p:cNvPr>
          <p:cNvSpPr>
            <a:spLocks noGrp="1"/>
          </p:cNvSpPr>
          <p:nvPr>
            <p:ph type="title"/>
          </p:nvPr>
        </p:nvSpPr>
        <p:spPr/>
        <p:txBody>
          <a:bodyPr/>
          <a:lstStyle/>
          <a:p>
            <a:r>
              <a:rPr lang="en-US"/>
              <a:t>Click to edit Master title style</a:t>
            </a:r>
          </a:p>
        </p:txBody>
      </p:sp>
      <p:sp>
        <p:nvSpPr>
          <p:cNvPr id="3" name="Date Placeholder 2">
            <a:extLst>
              <a:ext uri="{FF2B5EF4-FFF2-40B4-BE49-F238E27FC236}">
                <a16:creationId xmlns:a16="http://schemas.microsoft.com/office/drawing/2014/main" id="{E270F3D6-B4BC-015F-96FA-1720B040CC96}"/>
              </a:ext>
            </a:extLst>
          </p:cNvPr>
          <p:cNvSpPr>
            <a:spLocks noGrp="1"/>
          </p:cNvSpPr>
          <p:nvPr>
            <p:ph type="dt" sz="half" idx="10"/>
          </p:nvPr>
        </p:nvSpPr>
        <p:spPr/>
        <p:txBody>
          <a:bodyPr/>
          <a:lstStyle/>
          <a:p>
            <a:fld id="{6383FAE1-13DE-4511-8C1B-C8AFB720664C}" type="datetimeFigureOut">
              <a:rPr lang="en-US" smtClean="0"/>
              <a:t>4/25/2026</a:t>
            </a:fld>
            <a:endParaRPr lang="en-US"/>
          </a:p>
        </p:txBody>
      </p:sp>
      <p:sp>
        <p:nvSpPr>
          <p:cNvPr id="4" name="Footer Placeholder 3">
            <a:extLst>
              <a:ext uri="{FF2B5EF4-FFF2-40B4-BE49-F238E27FC236}">
                <a16:creationId xmlns:a16="http://schemas.microsoft.com/office/drawing/2014/main" id="{21168A87-13A5-0A5A-4D74-C75E27775575}"/>
              </a:ext>
            </a:extLst>
          </p:cNvPr>
          <p:cNvSpPr>
            <a:spLocks noGrp="1"/>
          </p:cNvSpPr>
          <p:nvPr>
            <p:ph type="ftr" sz="quarter" idx="11"/>
          </p:nvPr>
        </p:nvSpPr>
        <p:spPr/>
        <p:txBody>
          <a:bodyPr/>
          <a:lstStyle/>
          <a:p>
            <a:endParaRPr lang="en-US"/>
          </a:p>
        </p:txBody>
      </p:sp>
      <p:sp>
        <p:nvSpPr>
          <p:cNvPr id="5" name="Slide Number Placeholder 4">
            <a:extLst>
              <a:ext uri="{FF2B5EF4-FFF2-40B4-BE49-F238E27FC236}">
                <a16:creationId xmlns:a16="http://schemas.microsoft.com/office/drawing/2014/main" id="{ADD6D7CB-BD93-54BE-CB47-7FBA06B18442}"/>
              </a:ext>
            </a:extLst>
          </p:cNvPr>
          <p:cNvSpPr>
            <a:spLocks noGrp="1"/>
          </p:cNvSpPr>
          <p:nvPr>
            <p:ph type="sldNum" sz="quarter" idx="12"/>
          </p:nvPr>
        </p:nvSpPr>
        <p:spPr/>
        <p:txBody>
          <a:bodyPr/>
          <a:lstStyle/>
          <a:p>
            <a:fld id="{81BC7A09-79EE-44A0-8F92-750D7C83D871}" type="slidenum">
              <a:rPr lang="en-US" smtClean="0"/>
              <a:t>‹#›</a:t>
            </a:fld>
            <a:endParaRPr lang="en-US"/>
          </a:p>
        </p:txBody>
      </p:sp>
    </p:spTree>
    <p:extLst>
      <p:ext uri="{BB962C8B-B14F-4D97-AF65-F5344CB8AC3E}">
        <p14:creationId xmlns:p14="http://schemas.microsoft.com/office/powerpoint/2010/main" val="734650834"/>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a:extLst>
              <a:ext uri="{FF2B5EF4-FFF2-40B4-BE49-F238E27FC236}">
                <a16:creationId xmlns:a16="http://schemas.microsoft.com/office/drawing/2014/main" id="{49B4114B-4550-9F52-0EF5-D1E9CF2FD384}"/>
              </a:ext>
            </a:extLst>
          </p:cNvPr>
          <p:cNvSpPr>
            <a:spLocks noGrp="1"/>
          </p:cNvSpPr>
          <p:nvPr>
            <p:ph type="dt" sz="half" idx="10"/>
          </p:nvPr>
        </p:nvSpPr>
        <p:spPr/>
        <p:txBody>
          <a:bodyPr/>
          <a:lstStyle/>
          <a:p>
            <a:fld id="{6383FAE1-13DE-4511-8C1B-C8AFB720664C}" type="datetimeFigureOut">
              <a:rPr lang="en-US" smtClean="0"/>
              <a:t>4/25/2026</a:t>
            </a:fld>
            <a:endParaRPr lang="en-US"/>
          </a:p>
        </p:txBody>
      </p:sp>
      <p:sp>
        <p:nvSpPr>
          <p:cNvPr id="3" name="Footer Placeholder 2">
            <a:extLst>
              <a:ext uri="{FF2B5EF4-FFF2-40B4-BE49-F238E27FC236}">
                <a16:creationId xmlns:a16="http://schemas.microsoft.com/office/drawing/2014/main" id="{0BF3136E-0C79-F4F5-F24E-D5FF71CDB55C}"/>
              </a:ext>
            </a:extLst>
          </p:cNvPr>
          <p:cNvSpPr>
            <a:spLocks noGrp="1"/>
          </p:cNvSpPr>
          <p:nvPr>
            <p:ph type="ftr" sz="quarter" idx="11"/>
          </p:nvPr>
        </p:nvSpPr>
        <p:spPr/>
        <p:txBody>
          <a:bodyPr/>
          <a:lstStyle/>
          <a:p>
            <a:endParaRPr lang="en-US"/>
          </a:p>
        </p:txBody>
      </p:sp>
      <p:sp>
        <p:nvSpPr>
          <p:cNvPr id="4" name="Slide Number Placeholder 3">
            <a:extLst>
              <a:ext uri="{FF2B5EF4-FFF2-40B4-BE49-F238E27FC236}">
                <a16:creationId xmlns:a16="http://schemas.microsoft.com/office/drawing/2014/main" id="{9F2E2157-F670-A339-0CB7-7399568D5A1C}"/>
              </a:ext>
            </a:extLst>
          </p:cNvPr>
          <p:cNvSpPr>
            <a:spLocks noGrp="1"/>
          </p:cNvSpPr>
          <p:nvPr>
            <p:ph type="sldNum" sz="quarter" idx="12"/>
          </p:nvPr>
        </p:nvSpPr>
        <p:spPr/>
        <p:txBody>
          <a:bodyPr/>
          <a:lstStyle/>
          <a:p>
            <a:fld id="{81BC7A09-79EE-44A0-8F92-750D7C83D871}" type="slidenum">
              <a:rPr lang="en-US" smtClean="0"/>
              <a:t>‹#›</a:t>
            </a:fld>
            <a:endParaRPr lang="en-US"/>
          </a:p>
        </p:txBody>
      </p:sp>
    </p:spTree>
    <p:extLst>
      <p:ext uri="{BB962C8B-B14F-4D97-AF65-F5344CB8AC3E}">
        <p14:creationId xmlns:p14="http://schemas.microsoft.com/office/powerpoint/2010/main" val="3796501475"/>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5802A98-8738-1E16-A16E-D8858EEA762D}"/>
              </a:ext>
            </a:extLst>
          </p:cNvPr>
          <p:cNvSpPr>
            <a:spLocks noGrp="1"/>
          </p:cNvSpPr>
          <p:nvPr>
            <p:ph type="title"/>
          </p:nvPr>
        </p:nvSpPr>
        <p:spPr>
          <a:xfrm>
            <a:off x="839788" y="457200"/>
            <a:ext cx="3932237" cy="1600200"/>
          </a:xfrm>
        </p:spPr>
        <p:txBody>
          <a:bodyPr anchor="b"/>
          <a:lstStyle>
            <a:lvl1pPr>
              <a:defRPr sz="3200"/>
            </a:lvl1pPr>
          </a:lstStyle>
          <a:p>
            <a:r>
              <a:rPr lang="en-US"/>
              <a:t>Click to edit Master title style</a:t>
            </a:r>
          </a:p>
        </p:txBody>
      </p:sp>
      <p:sp>
        <p:nvSpPr>
          <p:cNvPr id="3" name="Content Placeholder 2">
            <a:extLst>
              <a:ext uri="{FF2B5EF4-FFF2-40B4-BE49-F238E27FC236}">
                <a16:creationId xmlns:a16="http://schemas.microsoft.com/office/drawing/2014/main" id="{64FC67E5-1169-257D-D9E7-C7B952C21372}"/>
              </a:ext>
            </a:extLst>
          </p:cNvPr>
          <p:cNvSpPr>
            <a:spLocks noGrp="1"/>
          </p:cNvSpPr>
          <p:nvPr>
            <p:ph idx="1"/>
          </p:nvPr>
        </p:nvSpPr>
        <p:spPr>
          <a:xfrm>
            <a:off x="5183188" y="987425"/>
            <a:ext cx="6172200" cy="4873625"/>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a:extLst>
              <a:ext uri="{FF2B5EF4-FFF2-40B4-BE49-F238E27FC236}">
                <a16:creationId xmlns:a16="http://schemas.microsoft.com/office/drawing/2014/main" id="{90B2CF6C-0F85-566A-86BC-CBFEB17E755D}"/>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a:extLst>
              <a:ext uri="{FF2B5EF4-FFF2-40B4-BE49-F238E27FC236}">
                <a16:creationId xmlns:a16="http://schemas.microsoft.com/office/drawing/2014/main" id="{1A64F0FC-ECB8-638F-A224-98FFA8270730}"/>
              </a:ext>
            </a:extLst>
          </p:cNvPr>
          <p:cNvSpPr>
            <a:spLocks noGrp="1"/>
          </p:cNvSpPr>
          <p:nvPr>
            <p:ph type="dt" sz="half" idx="10"/>
          </p:nvPr>
        </p:nvSpPr>
        <p:spPr/>
        <p:txBody>
          <a:bodyPr/>
          <a:lstStyle/>
          <a:p>
            <a:fld id="{6383FAE1-13DE-4511-8C1B-C8AFB720664C}" type="datetimeFigureOut">
              <a:rPr lang="en-US" smtClean="0"/>
              <a:t>4/25/2026</a:t>
            </a:fld>
            <a:endParaRPr lang="en-US"/>
          </a:p>
        </p:txBody>
      </p:sp>
      <p:sp>
        <p:nvSpPr>
          <p:cNvPr id="6" name="Footer Placeholder 5">
            <a:extLst>
              <a:ext uri="{FF2B5EF4-FFF2-40B4-BE49-F238E27FC236}">
                <a16:creationId xmlns:a16="http://schemas.microsoft.com/office/drawing/2014/main" id="{A8095B89-4DC8-435E-3545-6187AD3E00A8}"/>
              </a:ext>
            </a:extLst>
          </p:cNvPr>
          <p:cNvSpPr>
            <a:spLocks noGrp="1"/>
          </p:cNvSpPr>
          <p:nvPr>
            <p:ph type="ftr" sz="quarter" idx="11"/>
          </p:nvPr>
        </p:nvSpPr>
        <p:spPr/>
        <p:txBody>
          <a:bodyPr/>
          <a:lstStyle/>
          <a:p>
            <a:endParaRPr lang="en-US"/>
          </a:p>
        </p:txBody>
      </p:sp>
      <p:sp>
        <p:nvSpPr>
          <p:cNvPr id="7" name="Slide Number Placeholder 6">
            <a:extLst>
              <a:ext uri="{FF2B5EF4-FFF2-40B4-BE49-F238E27FC236}">
                <a16:creationId xmlns:a16="http://schemas.microsoft.com/office/drawing/2014/main" id="{171B68CF-9592-FB7C-B517-0CC962C8B6DC}"/>
              </a:ext>
            </a:extLst>
          </p:cNvPr>
          <p:cNvSpPr>
            <a:spLocks noGrp="1"/>
          </p:cNvSpPr>
          <p:nvPr>
            <p:ph type="sldNum" sz="quarter" idx="12"/>
          </p:nvPr>
        </p:nvSpPr>
        <p:spPr/>
        <p:txBody>
          <a:bodyPr/>
          <a:lstStyle/>
          <a:p>
            <a:fld id="{81BC7A09-79EE-44A0-8F92-750D7C83D871}" type="slidenum">
              <a:rPr lang="en-US" smtClean="0"/>
              <a:t>‹#›</a:t>
            </a:fld>
            <a:endParaRPr lang="en-US"/>
          </a:p>
        </p:txBody>
      </p:sp>
    </p:spTree>
    <p:extLst>
      <p:ext uri="{BB962C8B-B14F-4D97-AF65-F5344CB8AC3E}">
        <p14:creationId xmlns:p14="http://schemas.microsoft.com/office/powerpoint/2010/main" val="2644300723"/>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53E2BC2-F728-2BA5-C848-31FA3458ADF0}"/>
              </a:ext>
            </a:extLst>
          </p:cNvPr>
          <p:cNvSpPr>
            <a:spLocks noGrp="1"/>
          </p:cNvSpPr>
          <p:nvPr>
            <p:ph type="title"/>
          </p:nvPr>
        </p:nvSpPr>
        <p:spPr>
          <a:xfrm>
            <a:off x="839788" y="457200"/>
            <a:ext cx="3932237" cy="1600200"/>
          </a:xfrm>
        </p:spPr>
        <p:txBody>
          <a:bodyPr anchor="b"/>
          <a:lstStyle>
            <a:lvl1pPr>
              <a:defRPr sz="3200"/>
            </a:lvl1pPr>
          </a:lstStyle>
          <a:p>
            <a:r>
              <a:rPr lang="en-US"/>
              <a:t>Click to edit Master title style</a:t>
            </a:r>
          </a:p>
        </p:txBody>
      </p:sp>
      <p:sp>
        <p:nvSpPr>
          <p:cNvPr id="3" name="Picture Placeholder 2">
            <a:extLst>
              <a:ext uri="{FF2B5EF4-FFF2-40B4-BE49-F238E27FC236}">
                <a16:creationId xmlns:a16="http://schemas.microsoft.com/office/drawing/2014/main" id="{B957B909-12C3-703B-57E9-008076312F68}"/>
              </a:ext>
            </a:extLst>
          </p:cNvPr>
          <p:cNvSpPr>
            <a:spLocks noGrp="1"/>
          </p:cNvSpPr>
          <p:nvPr>
            <p:ph type="pic" idx="1"/>
          </p:nvPr>
        </p:nvSpPr>
        <p:spPr>
          <a:xfrm>
            <a:off x="5183188" y="987425"/>
            <a:ext cx="6172200" cy="4873625"/>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r>
              <a:rPr lang="en-US"/>
              <a:t>Click icon to add picture</a:t>
            </a:r>
          </a:p>
        </p:txBody>
      </p:sp>
      <p:sp>
        <p:nvSpPr>
          <p:cNvPr id="4" name="Text Placeholder 3">
            <a:extLst>
              <a:ext uri="{FF2B5EF4-FFF2-40B4-BE49-F238E27FC236}">
                <a16:creationId xmlns:a16="http://schemas.microsoft.com/office/drawing/2014/main" id="{FDAE4D7A-BC41-33D0-D36D-08BB5C2C594A}"/>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a:extLst>
              <a:ext uri="{FF2B5EF4-FFF2-40B4-BE49-F238E27FC236}">
                <a16:creationId xmlns:a16="http://schemas.microsoft.com/office/drawing/2014/main" id="{FB17FB83-437D-9293-0B99-2DC89A047DD5}"/>
              </a:ext>
            </a:extLst>
          </p:cNvPr>
          <p:cNvSpPr>
            <a:spLocks noGrp="1"/>
          </p:cNvSpPr>
          <p:nvPr>
            <p:ph type="dt" sz="half" idx="10"/>
          </p:nvPr>
        </p:nvSpPr>
        <p:spPr/>
        <p:txBody>
          <a:bodyPr/>
          <a:lstStyle/>
          <a:p>
            <a:fld id="{6383FAE1-13DE-4511-8C1B-C8AFB720664C}" type="datetimeFigureOut">
              <a:rPr lang="en-US" smtClean="0"/>
              <a:t>4/25/2026</a:t>
            </a:fld>
            <a:endParaRPr lang="en-US"/>
          </a:p>
        </p:txBody>
      </p:sp>
      <p:sp>
        <p:nvSpPr>
          <p:cNvPr id="6" name="Footer Placeholder 5">
            <a:extLst>
              <a:ext uri="{FF2B5EF4-FFF2-40B4-BE49-F238E27FC236}">
                <a16:creationId xmlns:a16="http://schemas.microsoft.com/office/drawing/2014/main" id="{1EDF5674-4DC1-3171-8FEB-C280686D413B}"/>
              </a:ext>
            </a:extLst>
          </p:cNvPr>
          <p:cNvSpPr>
            <a:spLocks noGrp="1"/>
          </p:cNvSpPr>
          <p:nvPr>
            <p:ph type="ftr" sz="quarter" idx="11"/>
          </p:nvPr>
        </p:nvSpPr>
        <p:spPr/>
        <p:txBody>
          <a:bodyPr/>
          <a:lstStyle/>
          <a:p>
            <a:endParaRPr lang="en-US"/>
          </a:p>
        </p:txBody>
      </p:sp>
      <p:sp>
        <p:nvSpPr>
          <p:cNvPr id="7" name="Slide Number Placeholder 6">
            <a:extLst>
              <a:ext uri="{FF2B5EF4-FFF2-40B4-BE49-F238E27FC236}">
                <a16:creationId xmlns:a16="http://schemas.microsoft.com/office/drawing/2014/main" id="{FDD431F6-5490-78BA-7028-0BD08BF1A0FA}"/>
              </a:ext>
            </a:extLst>
          </p:cNvPr>
          <p:cNvSpPr>
            <a:spLocks noGrp="1"/>
          </p:cNvSpPr>
          <p:nvPr>
            <p:ph type="sldNum" sz="quarter" idx="12"/>
          </p:nvPr>
        </p:nvSpPr>
        <p:spPr/>
        <p:txBody>
          <a:bodyPr/>
          <a:lstStyle/>
          <a:p>
            <a:fld id="{81BC7A09-79EE-44A0-8F92-750D7C83D871}" type="slidenum">
              <a:rPr lang="en-US" smtClean="0"/>
              <a:t>‹#›</a:t>
            </a:fld>
            <a:endParaRPr lang="en-US"/>
          </a:p>
        </p:txBody>
      </p:sp>
    </p:spTree>
    <p:extLst>
      <p:ext uri="{BB962C8B-B14F-4D97-AF65-F5344CB8AC3E}">
        <p14:creationId xmlns:p14="http://schemas.microsoft.com/office/powerpoint/2010/main" val="238086031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8B3002A-A21A-4F99-1BCE-F61C85D7B652}"/>
              </a:ext>
            </a:extLst>
          </p:cNvPr>
          <p:cNvSpPr>
            <a:spLocks noGrp="1"/>
          </p:cNvSpPr>
          <p:nvPr>
            <p:ph type="title"/>
          </p:nvPr>
        </p:nvSpPr>
        <p:spPr/>
        <p:txBody>
          <a:bodyPr/>
          <a:lstStyle/>
          <a:p>
            <a:r>
              <a:rPr lang="en-US"/>
              <a:t>Click to edit Master title style</a:t>
            </a:r>
          </a:p>
        </p:txBody>
      </p:sp>
      <p:sp>
        <p:nvSpPr>
          <p:cNvPr id="3" name="Vertical Text Placeholder 2">
            <a:extLst>
              <a:ext uri="{FF2B5EF4-FFF2-40B4-BE49-F238E27FC236}">
                <a16:creationId xmlns:a16="http://schemas.microsoft.com/office/drawing/2014/main" id="{50E85D03-9A7F-4A9E-379E-2DEA86D21FC4}"/>
              </a:ext>
            </a:extLst>
          </p:cNvPr>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DFDEEFB4-95FB-FEDD-75E7-143E7ED29C8A}"/>
              </a:ext>
            </a:extLst>
          </p:cNvPr>
          <p:cNvSpPr>
            <a:spLocks noGrp="1"/>
          </p:cNvSpPr>
          <p:nvPr>
            <p:ph type="dt" sz="half" idx="10"/>
          </p:nvPr>
        </p:nvSpPr>
        <p:spPr/>
        <p:txBody>
          <a:bodyPr/>
          <a:lstStyle/>
          <a:p>
            <a:fld id="{6383FAE1-13DE-4511-8C1B-C8AFB720664C}" type="datetimeFigureOut">
              <a:rPr lang="en-US" smtClean="0"/>
              <a:t>4/25/2026</a:t>
            </a:fld>
            <a:endParaRPr lang="en-US"/>
          </a:p>
        </p:txBody>
      </p:sp>
      <p:sp>
        <p:nvSpPr>
          <p:cNvPr id="5" name="Footer Placeholder 4">
            <a:extLst>
              <a:ext uri="{FF2B5EF4-FFF2-40B4-BE49-F238E27FC236}">
                <a16:creationId xmlns:a16="http://schemas.microsoft.com/office/drawing/2014/main" id="{F1BCE0D7-1712-FF0C-D965-BFD5AE1610F2}"/>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932632A1-4243-F65B-A2B0-3F2142C3415D}"/>
              </a:ext>
            </a:extLst>
          </p:cNvPr>
          <p:cNvSpPr>
            <a:spLocks noGrp="1"/>
          </p:cNvSpPr>
          <p:nvPr>
            <p:ph type="sldNum" sz="quarter" idx="12"/>
          </p:nvPr>
        </p:nvSpPr>
        <p:spPr/>
        <p:txBody>
          <a:bodyPr/>
          <a:lstStyle/>
          <a:p>
            <a:fld id="{81BC7A09-79EE-44A0-8F92-750D7C83D871}" type="slidenum">
              <a:rPr lang="en-US" smtClean="0"/>
              <a:t>‹#›</a:t>
            </a:fld>
            <a:endParaRPr lang="en-US"/>
          </a:p>
        </p:txBody>
      </p:sp>
    </p:spTree>
    <p:extLst>
      <p:ext uri="{BB962C8B-B14F-4D97-AF65-F5344CB8AC3E}">
        <p14:creationId xmlns:p14="http://schemas.microsoft.com/office/powerpoint/2010/main" val="4275079751"/>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a:extLst>
              <a:ext uri="{FF2B5EF4-FFF2-40B4-BE49-F238E27FC236}">
                <a16:creationId xmlns:a16="http://schemas.microsoft.com/office/drawing/2014/main" id="{72293F13-2480-AB35-1A68-57A54CE6CD63}"/>
              </a:ext>
            </a:extLst>
          </p:cNvPr>
          <p:cNvSpPr>
            <a:spLocks noGrp="1"/>
          </p:cNvSpPr>
          <p:nvPr>
            <p:ph type="title" orient="vert"/>
          </p:nvPr>
        </p:nvSpPr>
        <p:spPr>
          <a:xfrm>
            <a:off x="8724900" y="365125"/>
            <a:ext cx="2628900" cy="5811838"/>
          </a:xfrm>
        </p:spPr>
        <p:txBody>
          <a:bodyPr vert="eaVert"/>
          <a:lstStyle/>
          <a:p>
            <a:r>
              <a:rPr lang="en-US"/>
              <a:t>Click to edit Master title style</a:t>
            </a:r>
          </a:p>
        </p:txBody>
      </p:sp>
      <p:sp>
        <p:nvSpPr>
          <p:cNvPr id="3" name="Vertical Text Placeholder 2">
            <a:extLst>
              <a:ext uri="{FF2B5EF4-FFF2-40B4-BE49-F238E27FC236}">
                <a16:creationId xmlns:a16="http://schemas.microsoft.com/office/drawing/2014/main" id="{3BDA286C-2521-2961-CABA-5684DF43FB2A}"/>
              </a:ext>
            </a:extLst>
          </p:cNvPr>
          <p:cNvSpPr>
            <a:spLocks noGrp="1"/>
          </p:cNvSpPr>
          <p:nvPr>
            <p:ph type="body" orient="vert" idx="1"/>
          </p:nvPr>
        </p:nvSpPr>
        <p:spPr>
          <a:xfrm>
            <a:off x="838200" y="365125"/>
            <a:ext cx="7734300" cy="5811838"/>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74D5FF44-F63B-872A-DC8D-A873790A64A3}"/>
              </a:ext>
            </a:extLst>
          </p:cNvPr>
          <p:cNvSpPr>
            <a:spLocks noGrp="1"/>
          </p:cNvSpPr>
          <p:nvPr>
            <p:ph type="dt" sz="half" idx="10"/>
          </p:nvPr>
        </p:nvSpPr>
        <p:spPr/>
        <p:txBody>
          <a:bodyPr/>
          <a:lstStyle/>
          <a:p>
            <a:fld id="{6383FAE1-13DE-4511-8C1B-C8AFB720664C}" type="datetimeFigureOut">
              <a:rPr lang="en-US" smtClean="0"/>
              <a:t>4/25/2026</a:t>
            </a:fld>
            <a:endParaRPr lang="en-US"/>
          </a:p>
        </p:txBody>
      </p:sp>
      <p:sp>
        <p:nvSpPr>
          <p:cNvPr id="5" name="Footer Placeholder 4">
            <a:extLst>
              <a:ext uri="{FF2B5EF4-FFF2-40B4-BE49-F238E27FC236}">
                <a16:creationId xmlns:a16="http://schemas.microsoft.com/office/drawing/2014/main" id="{4E653A11-7793-38C6-0506-A6FBE9A02A10}"/>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310962C0-F018-7629-445C-DDCA8AE1401B}"/>
              </a:ext>
            </a:extLst>
          </p:cNvPr>
          <p:cNvSpPr>
            <a:spLocks noGrp="1"/>
          </p:cNvSpPr>
          <p:nvPr>
            <p:ph type="sldNum" sz="quarter" idx="12"/>
          </p:nvPr>
        </p:nvSpPr>
        <p:spPr/>
        <p:txBody>
          <a:bodyPr/>
          <a:lstStyle/>
          <a:p>
            <a:fld id="{81BC7A09-79EE-44A0-8F92-750D7C83D871}" type="slidenum">
              <a:rPr lang="en-US" smtClean="0"/>
              <a:t>‹#›</a:t>
            </a:fld>
            <a:endParaRPr lang="en-US"/>
          </a:p>
        </p:txBody>
      </p:sp>
    </p:spTree>
    <p:extLst>
      <p:ext uri="{BB962C8B-B14F-4D97-AF65-F5344CB8AC3E}">
        <p14:creationId xmlns:p14="http://schemas.microsoft.com/office/powerpoint/2010/main" val="2612998807"/>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13" Type="http://schemas.openxmlformats.org/officeDocument/2006/relationships/image" Target="../media/image1.jpg"/><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Pr>
        <a:solidFill>
          <a:schemeClr val="tx1"/>
        </a:solidFill>
        <a:effectLst/>
      </p:bgPr>
    </p:bg>
    <p:spTree>
      <p:nvGrpSpPr>
        <p:cNvPr id="1" name=""/>
        <p:cNvGrpSpPr/>
        <p:nvPr/>
      </p:nvGrpSpPr>
      <p:grpSpPr>
        <a:xfrm>
          <a:off x="0" y="0"/>
          <a:ext cx="0" cy="0"/>
          <a:chOff x="0" y="0"/>
          <a:chExt cx="0" cy="0"/>
        </a:xfrm>
      </p:grpSpPr>
      <p:sp>
        <p:nvSpPr>
          <p:cNvPr id="2" name="Title Placeholder 1">
            <a:extLst>
              <a:ext uri="{FF2B5EF4-FFF2-40B4-BE49-F238E27FC236}">
                <a16:creationId xmlns:a16="http://schemas.microsoft.com/office/drawing/2014/main" id="{73CEE1C2-DF65-6CAD-D1EF-224508404395}"/>
              </a:ext>
            </a:extLst>
          </p:cNvPr>
          <p:cNvSpPr>
            <a:spLocks noGrp="1"/>
          </p:cNvSpPr>
          <p:nvPr>
            <p:ph type="title"/>
          </p:nvPr>
        </p:nvSpPr>
        <p:spPr>
          <a:xfrm>
            <a:off x="838200" y="365125"/>
            <a:ext cx="10515600" cy="1325563"/>
          </a:xfrm>
          <a:prstGeom prst="rect">
            <a:avLst/>
          </a:prstGeom>
        </p:spPr>
        <p:txBody>
          <a:bodyPr vert="horz" lIns="91440" tIns="45720" rIns="91440" bIns="45720" rtlCol="0" anchor="ctr">
            <a:normAutofit/>
          </a:bodyPr>
          <a:lstStyle/>
          <a:p>
            <a:r>
              <a:rPr lang="en-US" dirty="0"/>
              <a:t>Click to edit Master title style</a:t>
            </a:r>
          </a:p>
        </p:txBody>
      </p:sp>
      <p:sp>
        <p:nvSpPr>
          <p:cNvPr id="3" name="Text Placeholder 2">
            <a:extLst>
              <a:ext uri="{FF2B5EF4-FFF2-40B4-BE49-F238E27FC236}">
                <a16:creationId xmlns:a16="http://schemas.microsoft.com/office/drawing/2014/main" id="{46AFB6A6-8766-C849-1846-0F387502412C}"/>
              </a:ext>
            </a:extLst>
          </p:cNvPr>
          <p:cNvSpPr>
            <a:spLocks noGrp="1"/>
          </p:cNvSpPr>
          <p:nvPr>
            <p:ph type="body" idx="1"/>
          </p:nvPr>
        </p:nvSpPr>
        <p:spPr>
          <a:xfrm>
            <a:off x="838200" y="1825625"/>
            <a:ext cx="10515600" cy="4351338"/>
          </a:xfrm>
          <a:prstGeom prst="rect">
            <a:avLst/>
          </a:prstGeom>
        </p:spPr>
        <p:txBody>
          <a:bodyPr vert="horz" lIns="91440" tIns="45720" rIns="91440" bIns="45720" rtlCol="0">
            <a:normAutofit/>
          </a:body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4" name="Date Placeholder 3">
            <a:extLst>
              <a:ext uri="{FF2B5EF4-FFF2-40B4-BE49-F238E27FC236}">
                <a16:creationId xmlns:a16="http://schemas.microsoft.com/office/drawing/2014/main" id="{CB55176B-E136-1615-D0B5-186783ACB8FF}"/>
              </a:ext>
            </a:extLst>
          </p:cNvPr>
          <p:cNvSpPr>
            <a:spLocks noGrp="1"/>
          </p:cNvSpPr>
          <p:nvPr>
            <p:ph type="dt" sz="half" idx="2"/>
          </p:nvPr>
        </p:nvSpPr>
        <p:spPr>
          <a:xfrm>
            <a:off x="838200" y="6356350"/>
            <a:ext cx="27432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6383FAE1-13DE-4511-8C1B-C8AFB720664C}" type="datetimeFigureOut">
              <a:rPr lang="en-US" smtClean="0"/>
              <a:t>4/25/2026</a:t>
            </a:fld>
            <a:endParaRPr lang="en-US"/>
          </a:p>
        </p:txBody>
      </p:sp>
      <p:sp>
        <p:nvSpPr>
          <p:cNvPr id="5" name="Footer Placeholder 4">
            <a:extLst>
              <a:ext uri="{FF2B5EF4-FFF2-40B4-BE49-F238E27FC236}">
                <a16:creationId xmlns:a16="http://schemas.microsoft.com/office/drawing/2014/main" id="{5E5AAAF6-4731-DB91-AB26-A07CEF1B9D24}"/>
              </a:ext>
            </a:extLst>
          </p:cNvPr>
          <p:cNvSpPr>
            <a:spLocks noGrp="1"/>
          </p:cNvSpPr>
          <p:nvPr>
            <p:ph type="ftr" sz="quarter" idx="3"/>
          </p:nvPr>
        </p:nvSpPr>
        <p:spPr>
          <a:xfrm>
            <a:off x="4038600" y="6356350"/>
            <a:ext cx="41148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a:extLst>
              <a:ext uri="{FF2B5EF4-FFF2-40B4-BE49-F238E27FC236}">
                <a16:creationId xmlns:a16="http://schemas.microsoft.com/office/drawing/2014/main" id="{9814165E-BEE7-F086-BE90-50642610F091}"/>
              </a:ext>
            </a:extLst>
          </p:cNvPr>
          <p:cNvSpPr>
            <a:spLocks noGrp="1"/>
          </p:cNvSpPr>
          <p:nvPr>
            <p:ph type="sldNum" sz="quarter" idx="4"/>
          </p:nvPr>
        </p:nvSpPr>
        <p:spPr>
          <a:xfrm>
            <a:off x="8610600" y="6356350"/>
            <a:ext cx="27432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81BC7A09-79EE-44A0-8F92-750D7C83D871}" type="slidenum">
              <a:rPr lang="en-US" smtClean="0"/>
              <a:t>‹#›</a:t>
            </a:fld>
            <a:endParaRPr lang="en-US"/>
          </a:p>
        </p:txBody>
      </p:sp>
      <p:pic>
        <p:nvPicPr>
          <p:cNvPr id="8" name="Picture 7">
            <a:extLst>
              <a:ext uri="{FF2B5EF4-FFF2-40B4-BE49-F238E27FC236}">
                <a16:creationId xmlns:a16="http://schemas.microsoft.com/office/drawing/2014/main" id="{9F3932AB-6107-98C9-CEDA-32A7DF597298}"/>
              </a:ext>
            </a:extLst>
          </p:cNvPr>
          <p:cNvPicPr>
            <a:picLocks noChangeAspect="1"/>
          </p:cNvPicPr>
          <p:nvPr userDrawn="1"/>
        </p:nvPicPr>
        <p:blipFill>
          <a:blip r:embed="rId13">
            <a:alphaModFix amt="50000"/>
            <a:extLst>
              <a:ext uri="{28A0092B-C50C-407E-A947-70E740481C1C}">
                <a14:useLocalDpi xmlns:a14="http://schemas.microsoft.com/office/drawing/2010/main" val="0"/>
              </a:ext>
            </a:extLst>
          </a:blip>
          <a:srcRect l="26008" t="39529" r="41606" b="46715"/>
          <a:stretch>
            <a:fillRect/>
          </a:stretch>
        </p:blipFill>
        <p:spPr>
          <a:xfrm>
            <a:off x="212435" y="136524"/>
            <a:ext cx="1330037" cy="1025209"/>
          </a:xfrm>
          <a:prstGeom prst="ellipse">
            <a:avLst/>
          </a:prstGeom>
          <a:ln w="63500" cap="rnd">
            <a:solidFill>
              <a:srgbClr val="333333"/>
            </a:solidFill>
          </a:ln>
          <a:effectLst>
            <a:outerShdw blurRad="381000" dist="292100" dir="5400000" sx="-80000" sy="-18000" rotWithShape="0">
              <a:srgbClr val="000000">
                <a:alpha val="22000"/>
              </a:srgbClr>
            </a:outerShdw>
          </a:effectLst>
          <a:scene3d>
            <a:camera prst="orthographicFront"/>
            <a:lightRig rig="contrasting" dir="t">
              <a:rot lat="0" lon="0" rev="3000000"/>
            </a:lightRig>
          </a:scene3d>
          <a:sp3d contourW="7620">
            <a:bevelT w="95250" h="31750"/>
            <a:contourClr>
              <a:srgbClr val="333333"/>
            </a:contourClr>
          </a:sp3d>
        </p:spPr>
      </p:pic>
      <p:pic>
        <p:nvPicPr>
          <p:cNvPr id="7" name="Picture 6">
            <a:extLst>
              <a:ext uri="{FF2B5EF4-FFF2-40B4-BE49-F238E27FC236}">
                <a16:creationId xmlns:a16="http://schemas.microsoft.com/office/drawing/2014/main" id="{2CA22C5A-FA6D-B699-950E-8D249A969331}"/>
              </a:ext>
            </a:extLst>
          </p:cNvPr>
          <p:cNvPicPr>
            <a:picLocks noChangeAspect="1"/>
          </p:cNvPicPr>
          <p:nvPr userDrawn="1"/>
        </p:nvPicPr>
        <p:blipFill>
          <a:blip r:embed="rId13">
            <a:alphaModFix/>
            <a:extLst>
              <a:ext uri="{28A0092B-C50C-407E-A947-70E740481C1C}">
                <a14:useLocalDpi xmlns:a14="http://schemas.microsoft.com/office/drawing/2010/main" val="0"/>
              </a:ext>
            </a:extLst>
          </a:blip>
          <a:srcRect l="26008" t="39529" r="41606" b="46715"/>
          <a:stretch>
            <a:fillRect/>
          </a:stretch>
        </p:blipFill>
        <p:spPr>
          <a:xfrm>
            <a:off x="10855909" y="185738"/>
            <a:ext cx="1123656" cy="866128"/>
          </a:xfrm>
          <a:prstGeom prst="ellipse">
            <a:avLst/>
          </a:prstGeom>
          <a:ln w="63500" cap="rnd">
            <a:solidFill>
              <a:srgbClr val="333333"/>
            </a:solidFill>
          </a:ln>
          <a:effectLst>
            <a:outerShdw blurRad="381000" dist="292100" dir="5400000" sx="-80000" sy="-18000" rotWithShape="0">
              <a:srgbClr val="000000">
                <a:alpha val="22000"/>
              </a:srgbClr>
            </a:outerShdw>
          </a:effectLst>
          <a:scene3d>
            <a:camera prst="orthographicFront"/>
            <a:lightRig rig="contrasting" dir="t">
              <a:rot lat="0" lon="0" rev="3000000"/>
            </a:lightRig>
          </a:scene3d>
          <a:sp3d contourW="7620">
            <a:bevelT w="95250" h="31750"/>
            <a:contourClr>
              <a:srgbClr val="333333"/>
            </a:contourClr>
          </a:sp3d>
        </p:spPr>
      </p:pic>
    </p:spTree>
    <p:extLst>
      <p:ext uri="{BB962C8B-B14F-4D97-AF65-F5344CB8AC3E}">
        <p14:creationId xmlns:p14="http://schemas.microsoft.com/office/powerpoint/2010/main" val="1499973180"/>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l" defTabSz="914400" rtl="0" eaLnBrk="1" latinLnBrk="0" hangingPunct="1">
        <a:lnSpc>
          <a:spcPct val="90000"/>
        </a:lnSpc>
        <a:spcBef>
          <a:spcPct val="0"/>
        </a:spcBef>
        <a:buNone/>
        <a:defRPr sz="4400" kern="1200">
          <a:solidFill>
            <a:schemeClr val="accent6">
              <a:lumMod val="60000"/>
              <a:lumOff val="40000"/>
            </a:schemeClr>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accent6">
              <a:lumMod val="60000"/>
              <a:lumOff val="40000"/>
            </a:schemeClr>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accent6">
              <a:lumMod val="60000"/>
              <a:lumOff val="40000"/>
            </a:schemeClr>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accent6">
              <a:lumMod val="60000"/>
              <a:lumOff val="40000"/>
            </a:schemeClr>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accent6">
              <a:lumMod val="60000"/>
              <a:lumOff val="40000"/>
            </a:schemeClr>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accent6">
              <a:lumMod val="60000"/>
              <a:lumOff val="40000"/>
            </a:schemeClr>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xml.rels><?xml version="1.0" encoding="UTF-8" standalone="yes"?>
<Relationships xmlns="http://schemas.openxmlformats.org/package/2006/relationships"><Relationship Id="rId2" Type="http://schemas.openxmlformats.org/officeDocument/2006/relationships/image" Target="../media/image2.png"/><Relationship Id="rId1" Type="http://schemas.openxmlformats.org/officeDocument/2006/relationships/slideLayout" Target="../slideLayouts/slideLayout2.xml"/></Relationships>
</file>

<file path=ppt/slides/_rels/slide3.xml.rels><?xml version="1.0" encoding="UTF-8" standalone="yes"?>
<Relationships xmlns="http://schemas.openxmlformats.org/package/2006/relationships"><Relationship Id="rId2" Type="http://schemas.openxmlformats.org/officeDocument/2006/relationships/image" Target="../media/image2.jpg"/><Relationship Id="rId1" Type="http://schemas.openxmlformats.org/officeDocument/2006/relationships/slideLayout" Target="../slideLayouts/slideLayout2.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8.xml.rels><?xml version="1.0" encoding="UTF-8" standalone="yes"?>
<Relationships xmlns="http://schemas.openxmlformats.org/package/2006/relationships"><Relationship Id="rId2" Type="http://schemas.openxmlformats.org/officeDocument/2006/relationships/notesSlide" Target="../notesSlides/notesSlide1.xml"/><Relationship Id="rId1" Type="http://schemas.openxmlformats.org/officeDocument/2006/relationships/slideLayout" Target="../slideLayouts/slideLayout2.xml"/></Relationships>
</file>

<file path=ppt/slides/_rels/slide9.xml.rels><?xml version="1.0" encoding="UTF-8" standalone="yes"?>
<Relationships xmlns="http://schemas.openxmlformats.org/package/2006/relationships"><Relationship Id="rId3" Type="http://schemas.openxmlformats.org/officeDocument/2006/relationships/image" Target="../media/image4.png"/><Relationship Id="rId2" Type="http://schemas.openxmlformats.org/officeDocument/2006/relationships/notesSlide" Target="../notesSlides/notesSlide2.xml"/><Relationship Id="rId1" Type="http://schemas.openxmlformats.org/officeDocument/2006/relationships/slideLayout" Target="../slideLayouts/slideLayout2.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TextBox 4">
            <a:extLst>
              <a:ext uri="{FF2B5EF4-FFF2-40B4-BE49-F238E27FC236}">
                <a16:creationId xmlns:a16="http://schemas.microsoft.com/office/drawing/2014/main" id="{20EDFBC3-9D91-C0E3-C044-A3E48599551C}"/>
              </a:ext>
            </a:extLst>
          </p:cNvPr>
          <p:cNvSpPr txBox="1"/>
          <p:nvPr/>
        </p:nvSpPr>
        <p:spPr>
          <a:xfrm>
            <a:off x="489204" y="199382"/>
            <a:ext cx="6190488" cy="461665"/>
          </a:xfrm>
          <a:prstGeom prst="rect">
            <a:avLst/>
          </a:prstGeom>
          <a:noFill/>
        </p:spPr>
        <p:txBody>
          <a:bodyPr wrap="square">
            <a:spAutoFit/>
          </a:bodyPr>
          <a:lstStyle/>
          <a:p>
            <a:r>
              <a:rPr lang="en-US" sz="2400" b="1" dirty="0">
                <a:solidFill>
                  <a:schemeClr val="accent6">
                    <a:lumMod val="60000"/>
                    <a:lumOff val="40000"/>
                  </a:schemeClr>
                </a:solidFill>
              </a:rPr>
              <a:t>Disadvantages of RNN</a:t>
            </a:r>
          </a:p>
        </p:txBody>
      </p:sp>
      <p:sp>
        <p:nvSpPr>
          <p:cNvPr id="7" name="TextBox 6">
            <a:extLst>
              <a:ext uri="{FF2B5EF4-FFF2-40B4-BE49-F238E27FC236}">
                <a16:creationId xmlns:a16="http://schemas.microsoft.com/office/drawing/2014/main" id="{B2798BA2-1B0D-E97E-15AB-67BD92368A1E}"/>
              </a:ext>
            </a:extLst>
          </p:cNvPr>
          <p:cNvSpPr txBox="1"/>
          <p:nvPr/>
        </p:nvSpPr>
        <p:spPr>
          <a:xfrm>
            <a:off x="173736" y="820246"/>
            <a:ext cx="11695176" cy="4401205"/>
          </a:xfrm>
          <a:prstGeom prst="rect">
            <a:avLst/>
          </a:prstGeom>
          <a:noFill/>
        </p:spPr>
        <p:txBody>
          <a:bodyPr wrap="square">
            <a:spAutoFit/>
          </a:bodyPr>
          <a:lstStyle/>
          <a:p>
            <a:pPr marL="0" indent="0">
              <a:buNone/>
            </a:pPr>
            <a:r>
              <a:rPr lang="en-US" sz="2000" b="1" dirty="0">
                <a:solidFill>
                  <a:schemeClr val="accent6">
                    <a:lumMod val="60000"/>
                    <a:lumOff val="40000"/>
                  </a:schemeClr>
                </a:solidFill>
              </a:rPr>
              <a:t>1 . Limited Memory and Difficulty with Long Sequences:</a:t>
            </a:r>
          </a:p>
          <a:p>
            <a:pPr marL="0" indent="0" fontAlgn="ctr">
              <a:buNone/>
            </a:pPr>
            <a:endParaRPr lang="en-US" sz="2000" dirty="0">
              <a:solidFill>
                <a:schemeClr val="accent6">
                  <a:lumMod val="60000"/>
                  <a:lumOff val="40000"/>
                </a:schemeClr>
              </a:solidFill>
            </a:endParaRPr>
          </a:p>
          <a:p>
            <a:pPr marL="0" indent="0" fontAlgn="ctr">
              <a:buNone/>
            </a:pPr>
            <a:r>
              <a:rPr lang="en-US" sz="2000" dirty="0">
                <a:solidFill>
                  <a:schemeClr val="accent6">
                    <a:lumMod val="60000"/>
                    <a:lumOff val="40000"/>
                  </a:schemeClr>
                </a:solidFill>
              </a:rPr>
              <a:t>RNNs are good for short-term dependencies (e.g., "The cat sat"). They struggle when important information is far back in time (long-term dependency).</a:t>
            </a:r>
          </a:p>
          <a:p>
            <a:pPr marL="0" indent="0" fontAlgn="ctr">
              <a:buNone/>
            </a:pPr>
            <a:r>
              <a:rPr lang="en-US" sz="2000" dirty="0">
                <a:solidFill>
                  <a:schemeClr val="accent6">
                    <a:lumMod val="60000"/>
                    <a:lumOff val="40000"/>
                  </a:schemeClr>
                </a:solidFill>
              </a:rPr>
              <a:t>Basic RNNs have limited memory, making it difficult to remember and process information from previous time steps, especially when dealing with long sequences. </a:t>
            </a:r>
          </a:p>
          <a:p>
            <a:pPr marL="0" indent="0" fontAlgn="ctr">
              <a:buNone/>
            </a:pPr>
            <a:r>
              <a:rPr lang="en-US" sz="2000" dirty="0">
                <a:solidFill>
                  <a:schemeClr val="accent6">
                    <a:lumMod val="60000"/>
                    <a:lumOff val="40000"/>
                  </a:schemeClr>
                </a:solidFill>
              </a:rPr>
              <a:t>Example: “Today is Diwali, a festival that is celebrated by millions of people across different countries with lamps, fireworks, sweets, decorations, and family gatherings, bringing joy and brightness everywhere. This occasion … ”</a:t>
            </a:r>
          </a:p>
          <a:p>
            <a:pPr marL="0" indent="0" fontAlgn="ctr">
              <a:buNone/>
            </a:pPr>
            <a:r>
              <a:rPr lang="en-US" sz="2000" dirty="0">
                <a:solidFill>
                  <a:schemeClr val="accent6">
                    <a:lumMod val="60000"/>
                    <a:lumOff val="40000"/>
                  </a:schemeClr>
                </a:solidFill>
              </a:rPr>
              <a:t>Main subject = "Today is Diwali"</a:t>
            </a:r>
          </a:p>
          <a:p>
            <a:pPr marL="0" indent="0" fontAlgn="ctr">
              <a:buNone/>
            </a:pPr>
            <a:r>
              <a:rPr lang="en-US" sz="2000" dirty="0">
                <a:solidFill>
                  <a:schemeClr val="accent6">
                    <a:lumMod val="60000"/>
                    <a:lumOff val="40000"/>
                  </a:schemeClr>
                </a:solidFill>
              </a:rPr>
              <a:t>But important information ("Diwali") is hidden behind lots of extra words (celebrated by millions, across countries, lamps, sweets, decorations, gatherings...).</a:t>
            </a:r>
          </a:p>
          <a:p>
            <a:pPr marL="0" indent="0" fontAlgn="ctr">
              <a:buNone/>
            </a:pPr>
            <a:r>
              <a:rPr lang="en-US" sz="2000" dirty="0">
                <a:solidFill>
                  <a:schemeClr val="accent6">
                    <a:lumMod val="60000"/>
                    <a:lumOff val="40000"/>
                  </a:schemeClr>
                </a:solidFill>
              </a:rPr>
              <a:t>By the time the model reaches “This occasion", a basic RNN might forget that it all started with "Diwali" and context is “Diwali” and not "countries" or "families".</a:t>
            </a:r>
          </a:p>
        </p:txBody>
      </p:sp>
    </p:spTree>
    <p:extLst>
      <p:ext uri="{BB962C8B-B14F-4D97-AF65-F5344CB8AC3E}">
        <p14:creationId xmlns:p14="http://schemas.microsoft.com/office/powerpoint/2010/main" val="25366166"/>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322F040-92ED-980B-FE51-96B570545262}"/>
            </a:ext>
          </a:extLst>
        </p:cNvPr>
        <p:cNvGrpSpPr/>
        <p:nvPr/>
      </p:nvGrpSpPr>
      <p:grpSpPr>
        <a:xfrm>
          <a:off x="0" y="0"/>
          <a:ext cx="0" cy="0"/>
          <a:chOff x="0" y="0"/>
          <a:chExt cx="0" cy="0"/>
        </a:xfrm>
      </p:grpSpPr>
      <p:sp>
        <p:nvSpPr>
          <p:cNvPr id="5" name="TextBox 4">
            <a:extLst>
              <a:ext uri="{FF2B5EF4-FFF2-40B4-BE49-F238E27FC236}">
                <a16:creationId xmlns:a16="http://schemas.microsoft.com/office/drawing/2014/main" id="{FACAD6B5-DC62-9FAD-8CE5-214D57C25ED1}"/>
              </a:ext>
            </a:extLst>
          </p:cNvPr>
          <p:cNvSpPr txBox="1"/>
          <p:nvPr/>
        </p:nvSpPr>
        <p:spPr>
          <a:xfrm>
            <a:off x="489204" y="199382"/>
            <a:ext cx="6190488" cy="461665"/>
          </a:xfrm>
          <a:prstGeom prst="rect">
            <a:avLst/>
          </a:prstGeom>
          <a:noFill/>
        </p:spPr>
        <p:txBody>
          <a:bodyPr wrap="square">
            <a:spAutoFit/>
          </a:bodyPr>
          <a:lstStyle/>
          <a:p>
            <a:r>
              <a:rPr lang="en-US" sz="2400" b="1" dirty="0">
                <a:solidFill>
                  <a:schemeClr val="accent6">
                    <a:lumMod val="60000"/>
                    <a:lumOff val="40000"/>
                  </a:schemeClr>
                </a:solidFill>
              </a:rPr>
              <a:t>Disadvantages of RNN</a:t>
            </a:r>
          </a:p>
        </p:txBody>
      </p:sp>
      <mc:AlternateContent xmlns:mc="http://schemas.openxmlformats.org/markup-compatibility/2006" xmlns:a14="http://schemas.microsoft.com/office/drawing/2010/main">
        <mc:Choice Requires="a14">
          <p:sp>
            <p:nvSpPr>
              <p:cNvPr id="7" name="TextBox 6">
                <a:extLst>
                  <a:ext uri="{FF2B5EF4-FFF2-40B4-BE49-F238E27FC236}">
                    <a16:creationId xmlns:a16="http://schemas.microsoft.com/office/drawing/2014/main" id="{58106C0A-A7C3-306D-11A2-7B1CBA63288B}"/>
                  </a:ext>
                </a:extLst>
              </p:cNvPr>
              <p:cNvSpPr txBox="1"/>
              <p:nvPr/>
            </p:nvSpPr>
            <p:spPr>
              <a:xfrm>
                <a:off x="173736" y="820246"/>
                <a:ext cx="11695176" cy="3139321"/>
              </a:xfrm>
              <a:prstGeom prst="rect">
                <a:avLst/>
              </a:prstGeom>
              <a:noFill/>
            </p:spPr>
            <p:txBody>
              <a:bodyPr wrap="square">
                <a:spAutoFit/>
              </a:bodyPr>
              <a:lstStyle/>
              <a:p>
                <a:pPr marL="0" indent="0">
                  <a:buNone/>
                </a:pPr>
                <a:r>
                  <a:rPr lang="en-US" sz="2000" b="1" dirty="0">
                    <a:solidFill>
                      <a:schemeClr val="accent6">
                        <a:lumMod val="60000"/>
                        <a:lumOff val="40000"/>
                      </a:schemeClr>
                    </a:solidFill>
                  </a:rPr>
                  <a:t>Cause:</a:t>
                </a:r>
              </a:p>
              <a:p>
                <a:pPr marL="0" indent="0">
                  <a:buNone/>
                </a:pPr>
                <a:endParaRPr lang="en-US" sz="2000" b="1" dirty="0">
                  <a:solidFill>
                    <a:schemeClr val="accent6">
                      <a:lumMod val="60000"/>
                      <a:lumOff val="40000"/>
                    </a:schemeClr>
                  </a:solidFill>
                </a:endParaRPr>
              </a:p>
              <a:p>
                <a:pPr marL="0" indent="0">
                  <a:buNone/>
                </a:pPr>
                <a:r>
                  <a:rPr lang="en-US" sz="2000" b="1" dirty="0">
                    <a:solidFill>
                      <a:schemeClr val="accent6">
                        <a:lumMod val="60000"/>
                        <a:lumOff val="40000"/>
                      </a:schemeClr>
                    </a:solidFill>
                  </a:rPr>
                  <a:t>Meaning/context is "diluted"</a:t>
                </a:r>
                <a:r>
                  <a:rPr lang="en-US" sz="2000" dirty="0">
                    <a:solidFill>
                      <a:schemeClr val="accent6">
                        <a:lumMod val="60000"/>
                        <a:lumOff val="40000"/>
                      </a:schemeClr>
                    </a:solidFill>
                  </a:rPr>
                  <a:t> as time steps increase:</a:t>
                </a:r>
              </a:p>
              <a:p>
                <a:pPr marL="0" indent="0" fontAlgn="ctr">
                  <a:buNone/>
                </a:pPr>
                <a:r>
                  <a:rPr lang="en-US" sz="2000" dirty="0">
                    <a:solidFill>
                      <a:schemeClr val="accent6">
                        <a:lumMod val="60000"/>
                        <a:lumOff val="40000"/>
                      </a:schemeClr>
                    </a:solidFill>
                  </a:rPr>
                  <a:t>As more steps pass, the important signal fades (this is called </a:t>
                </a:r>
                <a:r>
                  <a:rPr lang="en-US" sz="2000" b="1" dirty="0">
                    <a:solidFill>
                      <a:schemeClr val="accent6">
                        <a:lumMod val="60000"/>
                        <a:lumOff val="40000"/>
                      </a:schemeClr>
                    </a:solidFill>
                  </a:rPr>
                  <a:t>vanishing gradient during training)</a:t>
                </a:r>
                <a:r>
                  <a:rPr lang="en-US" sz="2000" dirty="0">
                    <a:solidFill>
                      <a:schemeClr val="accent6">
                        <a:lumMod val="60000"/>
                        <a:lumOff val="40000"/>
                      </a:schemeClr>
                    </a:solidFill>
                  </a:rPr>
                  <a:t>, i.e. RNNs lose important early information over long sequences.</a:t>
                </a:r>
              </a:p>
              <a:p>
                <a:pPr marL="0" indent="0" fontAlgn="ctr">
                  <a:buNone/>
                </a:pPr>
                <a:endParaRPr lang="en-US" sz="2000" dirty="0">
                  <a:solidFill>
                    <a:schemeClr val="accent6">
                      <a:lumMod val="60000"/>
                      <a:lumOff val="40000"/>
                    </a:schemeClr>
                  </a:solidFill>
                </a:endParaRPr>
              </a:p>
              <a:p>
                <a:pPr marL="0" indent="0" fontAlgn="ctr">
                  <a:buNone/>
                </a:pPr>
                <a:endParaRPr lang="en-US" sz="2000" dirty="0">
                  <a:solidFill>
                    <a:schemeClr val="accent6">
                      <a:lumMod val="60000"/>
                      <a:lumOff val="40000"/>
                    </a:schemeClr>
                  </a:solidFill>
                </a:endParaRPr>
              </a:p>
              <a:p>
                <a:r>
                  <a:rPr lang="en-US" sz="2000" dirty="0">
                    <a:solidFill>
                      <a:schemeClr val="accent6">
                        <a:lumMod val="60000"/>
                        <a:lumOff val="40000"/>
                      </a:schemeClr>
                    </a:solidFill>
                  </a:rPr>
                  <a:t>If weights are small (&lt;1), repeated multiplication:</a:t>
                </a:r>
              </a:p>
              <a:p>
                <a:pPr/>
                <a14:m>
                  <m:oMathPara xmlns:m="http://schemas.openxmlformats.org/officeDocument/2006/math">
                    <m:oMathParaPr>
                      <m:jc m:val="centerGroup"/>
                    </m:oMathParaPr>
                    <m:oMath xmlns:m="http://schemas.openxmlformats.org/officeDocument/2006/math">
                      <m:r>
                        <a:rPr lang="en-US">
                          <a:solidFill>
                            <a:schemeClr val="accent6">
                              <a:lumMod val="60000"/>
                              <a:lumOff val="40000"/>
                            </a:schemeClr>
                          </a:solidFill>
                          <a:latin typeface="Cambria Math" panose="02040503050406030204" pitchFamily="18" charset="0"/>
                        </a:rPr>
                        <m:t>0.5×0.5×0.5×0.5⋯→0</m:t>
                      </m:r>
                    </m:oMath>
                  </m:oMathPara>
                </a14:m>
                <a:endParaRPr lang="en-US" sz="2000" dirty="0">
                  <a:solidFill>
                    <a:schemeClr val="accent6">
                      <a:lumMod val="60000"/>
                      <a:lumOff val="40000"/>
                    </a:schemeClr>
                  </a:solidFill>
                </a:endParaRPr>
              </a:p>
              <a:p>
                <a:pPr marL="0" indent="0" fontAlgn="ctr">
                  <a:buNone/>
                </a:pPr>
                <a:endParaRPr lang="en-US" sz="2000" dirty="0">
                  <a:solidFill>
                    <a:schemeClr val="accent6">
                      <a:lumMod val="60000"/>
                      <a:lumOff val="40000"/>
                    </a:schemeClr>
                  </a:solidFill>
                </a:endParaRPr>
              </a:p>
            </p:txBody>
          </p:sp>
        </mc:Choice>
        <mc:Fallback xmlns="">
          <p:sp>
            <p:nvSpPr>
              <p:cNvPr id="7" name="TextBox 6">
                <a:extLst>
                  <a:ext uri="{FF2B5EF4-FFF2-40B4-BE49-F238E27FC236}">
                    <a16:creationId xmlns:a16="http://schemas.microsoft.com/office/drawing/2014/main" id="{58106C0A-A7C3-306D-11A2-7B1CBA63288B}"/>
                  </a:ext>
                </a:extLst>
              </p:cNvPr>
              <p:cNvSpPr txBox="1">
                <a:spLocks noRot="1" noChangeAspect="1" noMove="1" noResize="1" noEditPoints="1" noAdjustHandles="1" noChangeArrowheads="1" noChangeShapeType="1" noTextEdit="1"/>
              </p:cNvSpPr>
              <p:nvPr/>
            </p:nvSpPr>
            <p:spPr>
              <a:xfrm>
                <a:off x="173736" y="820246"/>
                <a:ext cx="11695176" cy="3139321"/>
              </a:xfrm>
              <a:prstGeom prst="rect">
                <a:avLst/>
              </a:prstGeom>
              <a:blipFill>
                <a:blip r:embed="rId2"/>
                <a:stretch>
                  <a:fillRect l="-574" t="-1165" r="-52"/>
                </a:stretch>
              </a:blipFill>
            </p:spPr>
            <p:txBody>
              <a:bodyPr/>
              <a:lstStyle/>
              <a:p>
                <a:r>
                  <a:rPr lang="en-US">
                    <a:noFill/>
                  </a:rPr>
                  <a:t> </a:t>
                </a:r>
              </a:p>
            </p:txBody>
          </p:sp>
        </mc:Fallback>
      </mc:AlternateContent>
    </p:spTree>
    <p:extLst>
      <p:ext uri="{BB962C8B-B14F-4D97-AF65-F5344CB8AC3E}">
        <p14:creationId xmlns:p14="http://schemas.microsoft.com/office/powerpoint/2010/main" val="2571628642"/>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5" name="Picture 4"/>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5366935" y="4956048"/>
            <a:ext cx="2935535" cy="1758130"/>
          </a:xfrm>
          <a:prstGeom prst="rect">
            <a:avLst/>
          </a:prstGeom>
        </p:spPr>
      </p:pic>
      <p:sp>
        <p:nvSpPr>
          <p:cNvPr id="9" name="TextBox 8">
            <a:extLst>
              <a:ext uri="{FF2B5EF4-FFF2-40B4-BE49-F238E27FC236}">
                <a16:creationId xmlns:a16="http://schemas.microsoft.com/office/drawing/2014/main" id="{56A8A63D-8906-0BD6-9674-F7F0981D622E}"/>
              </a:ext>
            </a:extLst>
          </p:cNvPr>
          <p:cNvSpPr txBox="1"/>
          <p:nvPr/>
        </p:nvSpPr>
        <p:spPr>
          <a:xfrm>
            <a:off x="219456" y="290126"/>
            <a:ext cx="11658600" cy="4401205"/>
          </a:xfrm>
          <a:prstGeom prst="rect">
            <a:avLst/>
          </a:prstGeom>
          <a:noFill/>
        </p:spPr>
        <p:txBody>
          <a:bodyPr wrap="square">
            <a:spAutoFit/>
          </a:bodyPr>
          <a:lstStyle/>
          <a:p>
            <a:pPr marL="0" indent="0">
              <a:buNone/>
            </a:pPr>
            <a:r>
              <a:rPr lang="en-US" sz="2000" b="1" dirty="0">
                <a:solidFill>
                  <a:schemeClr val="accent6">
                    <a:lumMod val="60000"/>
                    <a:lumOff val="40000"/>
                  </a:schemeClr>
                </a:solidFill>
              </a:rPr>
              <a:t>Understanding the math of vanishing gradient problem during training:</a:t>
            </a:r>
          </a:p>
          <a:p>
            <a:pPr marL="514350" indent="-514350">
              <a:buFont typeface="+mj-lt"/>
              <a:buAutoNum type="arabicPeriod"/>
            </a:pPr>
            <a:r>
              <a:rPr lang="en-US" sz="2000" dirty="0">
                <a:solidFill>
                  <a:schemeClr val="accent6">
                    <a:lumMod val="60000"/>
                    <a:lumOff val="40000"/>
                  </a:schemeClr>
                </a:solidFill>
              </a:rPr>
              <a:t>During training, RNN uses backpropagation through time (BPTT) to update weights by moving backward across many time steps.</a:t>
            </a:r>
          </a:p>
          <a:p>
            <a:pPr marL="514350" indent="-514350">
              <a:buFont typeface="+mj-lt"/>
              <a:buAutoNum type="arabicPeriod"/>
            </a:pPr>
            <a:r>
              <a:rPr lang="en-US" sz="2000" dirty="0">
                <a:solidFill>
                  <a:schemeClr val="accent6">
                    <a:lumMod val="60000"/>
                    <a:lumOff val="40000"/>
                  </a:schemeClr>
                </a:solidFill>
              </a:rPr>
              <a:t>At each step, gradients (tiny error signals) are multiplied by the weights repeatedly as they flow backward.</a:t>
            </a:r>
          </a:p>
          <a:p>
            <a:pPr marL="514350" indent="-514350">
              <a:buFont typeface="+mj-lt"/>
              <a:buAutoNum type="arabicPeriod"/>
            </a:pPr>
            <a:r>
              <a:rPr lang="en-US" sz="2000" dirty="0">
                <a:solidFill>
                  <a:schemeClr val="accent6">
                    <a:lumMod val="60000"/>
                    <a:lumOff val="40000"/>
                  </a:schemeClr>
                </a:solidFill>
              </a:rPr>
              <a:t>If the weights are small (e.g., 0.5), then multiplying many times makes gradients shrink exponentially toward zero.</a:t>
            </a:r>
          </a:p>
          <a:p>
            <a:pPr marL="514350" indent="-514350">
              <a:buFont typeface="+mj-lt"/>
              <a:buAutoNum type="arabicPeriod"/>
            </a:pPr>
            <a:r>
              <a:rPr lang="en-US" sz="2000" dirty="0">
                <a:solidFill>
                  <a:schemeClr val="accent6">
                    <a:lumMod val="60000"/>
                    <a:lumOff val="40000"/>
                  </a:schemeClr>
                </a:solidFill>
              </a:rPr>
              <a:t>When gradients become very tiny, they stop updating the early layers (the start of the sequence) — this is vanishing gradients.</a:t>
            </a:r>
          </a:p>
          <a:p>
            <a:pPr marL="514350" indent="-514350">
              <a:buFont typeface="+mj-lt"/>
              <a:buAutoNum type="arabicPeriod"/>
            </a:pPr>
            <a:r>
              <a:rPr lang="en-US" sz="2000" dirty="0">
                <a:solidFill>
                  <a:schemeClr val="accent6">
                    <a:lumMod val="60000"/>
                    <a:lumOff val="40000"/>
                  </a:schemeClr>
                </a:solidFill>
              </a:rPr>
              <a:t>As a result, the RNN forgets long-term information because the model can't learn from early parts of the sequence.</a:t>
            </a:r>
          </a:p>
          <a:p>
            <a:pPr marL="514350" indent="-514350">
              <a:buFont typeface="+mj-lt"/>
              <a:buAutoNum type="arabicPeriod"/>
            </a:pPr>
            <a:r>
              <a:rPr lang="en-US" sz="2000" dirty="0">
                <a:solidFill>
                  <a:schemeClr val="accent6">
                    <a:lumMod val="60000"/>
                    <a:lumOff val="40000"/>
                  </a:schemeClr>
                </a:solidFill>
              </a:rPr>
              <a:t>Backpropagation plays the key role because it is the process that moves error signals backward, causing the repeated shrinking that leads to this problem.</a:t>
            </a:r>
          </a:p>
          <a:p>
            <a:pPr marL="0" indent="0">
              <a:buNone/>
            </a:pPr>
            <a:r>
              <a:rPr lang="en-US" sz="2000" b="1" dirty="0">
                <a:solidFill>
                  <a:schemeClr val="accent6">
                    <a:lumMod val="60000"/>
                    <a:lumOff val="40000"/>
                  </a:schemeClr>
                </a:solidFill>
              </a:rPr>
              <a:t>Backpropagation + many time steps + small weights = vanishing gradient = RNN forgets long-term memory</a:t>
            </a:r>
            <a:r>
              <a:rPr lang="en-US" sz="2000" dirty="0">
                <a:solidFill>
                  <a:schemeClr val="accent6">
                    <a:lumMod val="60000"/>
                    <a:lumOff val="40000"/>
                  </a:schemeClr>
                </a:solidFill>
              </a:rPr>
              <a:t>.</a:t>
            </a:r>
          </a:p>
          <a:p>
            <a:pPr marL="0" indent="0">
              <a:buNone/>
            </a:pPr>
            <a:r>
              <a:rPr lang="en-US" sz="2000" b="1" dirty="0">
                <a:solidFill>
                  <a:schemeClr val="accent6">
                    <a:lumMod val="60000"/>
                    <a:lumOff val="40000"/>
                  </a:schemeClr>
                </a:solidFill>
              </a:rPr>
              <a:t>Read </a:t>
            </a:r>
            <a:r>
              <a:rPr lang="en-US" sz="2000" dirty="0">
                <a:solidFill>
                  <a:schemeClr val="accent6">
                    <a:lumMod val="60000"/>
                    <a:lumOff val="40000"/>
                  </a:schemeClr>
                </a:solidFill>
              </a:rPr>
              <a:t>Source: https://dennybritz.com/posts/wildml/recurrent-neural-networks-tutorial-part-3</a:t>
            </a:r>
          </a:p>
        </p:txBody>
      </p:sp>
    </p:spTree>
    <p:extLst>
      <p:ext uri="{BB962C8B-B14F-4D97-AF65-F5344CB8AC3E}">
        <p14:creationId xmlns:p14="http://schemas.microsoft.com/office/powerpoint/2010/main" val="995260679"/>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 name="TextBox 6">
            <a:extLst>
              <a:ext uri="{FF2B5EF4-FFF2-40B4-BE49-F238E27FC236}">
                <a16:creationId xmlns:a16="http://schemas.microsoft.com/office/drawing/2014/main" id="{20F4F4BA-6882-2984-36D9-AE64B77B5EE3}"/>
              </a:ext>
            </a:extLst>
          </p:cNvPr>
          <p:cNvSpPr txBox="1"/>
          <p:nvPr/>
        </p:nvSpPr>
        <p:spPr>
          <a:xfrm>
            <a:off x="621792" y="658797"/>
            <a:ext cx="11365992" cy="6001643"/>
          </a:xfrm>
          <a:prstGeom prst="rect">
            <a:avLst/>
          </a:prstGeom>
          <a:noFill/>
        </p:spPr>
        <p:txBody>
          <a:bodyPr wrap="square">
            <a:spAutoFit/>
          </a:bodyPr>
          <a:lstStyle/>
          <a:p>
            <a:pPr marL="0" indent="0">
              <a:buNone/>
            </a:pPr>
            <a:r>
              <a:rPr lang="en-US" sz="2400" b="1" dirty="0">
                <a:solidFill>
                  <a:schemeClr val="accent6">
                    <a:lumMod val="60000"/>
                    <a:lumOff val="40000"/>
                  </a:schemeClr>
                </a:solidFill>
              </a:rPr>
              <a:t>2. Unidirectional in RNN</a:t>
            </a:r>
          </a:p>
          <a:p>
            <a:pPr marL="0" indent="0">
              <a:buNone/>
            </a:pPr>
            <a:endParaRPr lang="en-US" sz="2400" dirty="0">
              <a:solidFill>
                <a:schemeClr val="accent6">
                  <a:lumMod val="60000"/>
                  <a:lumOff val="40000"/>
                </a:schemeClr>
              </a:solidFill>
            </a:endParaRPr>
          </a:p>
          <a:p>
            <a:pPr marL="0" indent="0">
              <a:buNone/>
            </a:pPr>
            <a:r>
              <a:rPr lang="en-US" sz="2400" dirty="0">
                <a:solidFill>
                  <a:schemeClr val="accent6">
                    <a:lumMod val="60000"/>
                    <a:lumOff val="40000"/>
                  </a:schemeClr>
                </a:solidFill>
              </a:rPr>
              <a:t>RNN takes data sequentially and word by word or letter by letter. Now when we are trying to predict a particular word we are not thinking about its future context </a:t>
            </a:r>
          </a:p>
          <a:p>
            <a:pPr marL="0" indent="0">
              <a:buNone/>
            </a:pPr>
            <a:endParaRPr lang="en-US" sz="2400" dirty="0">
              <a:solidFill>
                <a:schemeClr val="accent6">
                  <a:lumMod val="60000"/>
                  <a:lumOff val="40000"/>
                </a:schemeClr>
              </a:solidFill>
            </a:endParaRPr>
          </a:p>
          <a:p>
            <a:pPr marL="0" indent="0">
              <a:buNone/>
            </a:pPr>
            <a:r>
              <a:rPr lang="en-US" sz="2400" dirty="0">
                <a:solidFill>
                  <a:schemeClr val="accent6">
                    <a:lumMod val="60000"/>
                    <a:lumOff val="40000"/>
                  </a:schemeClr>
                </a:solidFill>
              </a:rPr>
              <a:t>Example :</a:t>
            </a:r>
          </a:p>
          <a:p>
            <a:pPr marL="0" indent="0">
              <a:buNone/>
            </a:pPr>
            <a:r>
              <a:rPr lang="en-US" sz="2400" dirty="0">
                <a:solidFill>
                  <a:schemeClr val="accent6">
                    <a:lumMod val="60000"/>
                    <a:lumOff val="40000"/>
                  </a:schemeClr>
                </a:solidFill>
              </a:rPr>
              <a:t>“Mouse is really good. The mouse is used to ____ for the easy use of computers.” </a:t>
            </a:r>
          </a:p>
          <a:p>
            <a:pPr marL="0" indent="0">
              <a:buNone/>
            </a:pPr>
            <a:endParaRPr lang="en-US" sz="2400" dirty="0">
              <a:solidFill>
                <a:schemeClr val="accent6">
                  <a:lumMod val="60000"/>
                  <a:lumOff val="40000"/>
                </a:schemeClr>
              </a:solidFill>
            </a:endParaRPr>
          </a:p>
          <a:p>
            <a:pPr marL="0" indent="0">
              <a:buNone/>
            </a:pPr>
            <a:r>
              <a:rPr lang="en-US" sz="2400" dirty="0">
                <a:solidFill>
                  <a:schemeClr val="accent6">
                    <a:lumMod val="60000"/>
                    <a:lumOff val="40000"/>
                  </a:schemeClr>
                </a:solidFill>
              </a:rPr>
              <a:t>Now </a:t>
            </a:r>
            <a:r>
              <a:rPr lang="en-US" sz="2400" b="1" dirty="0">
                <a:solidFill>
                  <a:schemeClr val="accent6">
                    <a:lumMod val="60000"/>
                    <a:lumOff val="40000"/>
                  </a:schemeClr>
                </a:solidFill>
              </a:rPr>
              <a:t>if we can travel bidirectional </a:t>
            </a:r>
            <a:r>
              <a:rPr lang="en-US" sz="2400" dirty="0">
                <a:solidFill>
                  <a:schemeClr val="accent6">
                    <a:lumMod val="60000"/>
                    <a:lumOff val="40000"/>
                  </a:schemeClr>
                </a:solidFill>
              </a:rPr>
              <a:t>and we can also see future context we may say ‘Scroll’ is the appropriate word here. But, if it’s unidirectional, our model has never seen computers so how does it know if we are talking about the animal mouse or computer mouse.</a:t>
            </a:r>
          </a:p>
          <a:p>
            <a:pPr marL="0" indent="0">
              <a:buNone/>
            </a:pPr>
            <a:endParaRPr lang="en-US" sz="2400" dirty="0">
              <a:solidFill>
                <a:schemeClr val="accent6">
                  <a:lumMod val="60000"/>
                  <a:lumOff val="40000"/>
                </a:schemeClr>
              </a:solidFill>
            </a:endParaRPr>
          </a:p>
          <a:p>
            <a:pPr marL="0" indent="0">
              <a:buNone/>
            </a:pPr>
            <a:r>
              <a:rPr lang="en-US" sz="2400" dirty="0">
                <a:solidFill>
                  <a:schemeClr val="accent6">
                    <a:lumMod val="60000"/>
                    <a:lumOff val="40000"/>
                  </a:schemeClr>
                </a:solidFill>
              </a:rPr>
              <a:t>These problems are solved later using language models like BERT where we can input complete sentences and use the self-attention mechanism to understand the context of the text.</a:t>
            </a:r>
          </a:p>
        </p:txBody>
      </p:sp>
    </p:spTree>
    <p:extLst>
      <p:ext uri="{BB962C8B-B14F-4D97-AF65-F5344CB8AC3E}">
        <p14:creationId xmlns:p14="http://schemas.microsoft.com/office/powerpoint/2010/main" val="4198239690"/>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cxnSp>
        <p:nvCxnSpPr>
          <p:cNvPr id="6" name="Straight Arrow Connector 5"/>
          <p:cNvCxnSpPr/>
          <p:nvPr/>
        </p:nvCxnSpPr>
        <p:spPr>
          <a:xfrm flipH="1">
            <a:off x="9268287" y="4287915"/>
            <a:ext cx="1109709" cy="772357"/>
          </a:xfrm>
          <a:prstGeom prst="straightConnector1">
            <a:avLst/>
          </a:prstGeom>
          <a:ln>
            <a:solidFill>
              <a:schemeClr val="tx1">
                <a:lumMod val="95000"/>
                <a:lumOff val="5000"/>
              </a:schemeClr>
            </a:solidFill>
            <a:tailEnd type="triangle"/>
          </a:ln>
        </p:spPr>
        <p:style>
          <a:lnRef idx="1">
            <a:schemeClr val="accent1"/>
          </a:lnRef>
          <a:fillRef idx="0">
            <a:schemeClr val="accent1"/>
          </a:fillRef>
          <a:effectRef idx="0">
            <a:schemeClr val="accent1"/>
          </a:effectRef>
          <a:fontRef idx="minor">
            <a:schemeClr val="tx1"/>
          </a:fontRef>
        </p:style>
      </p:cxnSp>
      <p:sp>
        <p:nvSpPr>
          <p:cNvPr id="9" name="TextBox 8">
            <a:extLst>
              <a:ext uri="{FF2B5EF4-FFF2-40B4-BE49-F238E27FC236}">
                <a16:creationId xmlns:a16="http://schemas.microsoft.com/office/drawing/2014/main" id="{A6DA1CF2-CC05-3055-4BEC-F6CFC6BC9DB9}"/>
              </a:ext>
            </a:extLst>
          </p:cNvPr>
          <p:cNvSpPr txBox="1"/>
          <p:nvPr/>
        </p:nvSpPr>
        <p:spPr>
          <a:xfrm>
            <a:off x="256032" y="492299"/>
            <a:ext cx="11512296" cy="6081152"/>
          </a:xfrm>
          <a:prstGeom prst="rect">
            <a:avLst/>
          </a:prstGeom>
          <a:noFill/>
        </p:spPr>
        <p:txBody>
          <a:bodyPr wrap="square">
            <a:spAutoFit/>
          </a:bodyPr>
          <a:lstStyle/>
          <a:p>
            <a:pPr marL="0" indent="0" algn="l">
              <a:lnSpc>
                <a:spcPts val="2700"/>
              </a:lnSpc>
              <a:spcAft>
                <a:spcPts val="750"/>
              </a:spcAft>
              <a:buNone/>
            </a:pPr>
            <a:r>
              <a:rPr lang="en-US" sz="2400" b="0" i="0" dirty="0">
                <a:solidFill>
                  <a:schemeClr val="accent6">
                    <a:lumMod val="60000"/>
                    <a:lumOff val="40000"/>
                  </a:schemeClr>
                </a:solidFill>
                <a:effectLst/>
                <a:latin typeface="Inter"/>
              </a:rPr>
              <a:t>3. Computationally slower than other neural network architectures. The reason</a:t>
            </a:r>
            <a:r>
              <a:rPr lang="en-US" sz="2400" dirty="0">
                <a:solidFill>
                  <a:schemeClr val="accent6">
                    <a:lumMod val="60000"/>
                    <a:lumOff val="40000"/>
                  </a:schemeClr>
                </a:solidFill>
                <a:latin typeface="Inter"/>
              </a:rPr>
              <a:t>s are</a:t>
            </a:r>
            <a:endParaRPr lang="en-US" sz="2400" b="0" i="0" dirty="0">
              <a:solidFill>
                <a:schemeClr val="accent6">
                  <a:lumMod val="60000"/>
                  <a:lumOff val="40000"/>
                </a:schemeClr>
              </a:solidFill>
              <a:effectLst/>
              <a:latin typeface="Inter"/>
            </a:endParaRPr>
          </a:p>
          <a:p>
            <a:pPr marL="0" indent="0">
              <a:buNone/>
            </a:pPr>
            <a:r>
              <a:rPr lang="en-US" sz="2400" dirty="0">
                <a:solidFill>
                  <a:schemeClr val="accent6">
                    <a:lumMod val="60000"/>
                    <a:lumOff val="40000"/>
                  </a:schemeClr>
                </a:solidFill>
              </a:rPr>
              <a:t>a) </a:t>
            </a:r>
            <a:r>
              <a:rPr lang="en-US" sz="2400" b="1" dirty="0">
                <a:solidFill>
                  <a:schemeClr val="accent6">
                    <a:lumMod val="60000"/>
                    <a:lumOff val="40000"/>
                  </a:schemeClr>
                </a:solidFill>
              </a:rPr>
              <a:t>Sequential Dependency</a:t>
            </a:r>
            <a:r>
              <a:rPr lang="en-US" sz="2400" dirty="0">
                <a:solidFill>
                  <a:schemeClr val="accent6">
                    <a:lumMod val="60000"/>
                    <a:lumOff val="40000"/>
                  </a:schemeClr>
                </a:solidFill>
              </a:rPr>
              <a:t>: In RNNs, each output depends on the previous output — you can't compute all time steps at once.</a:t>
            </a:r>
          </a:p>
          <a:p>
            <a:pPr marL="0" indent="0">
              <a:buNone/>
            </a:pPr>
            <a:r>
              <a:rPr lang="en-US" sz="2400" dirty="0">
                <a:solidFill>
                  <a:schemeClr val="accent6">
                    <a:lumMod val="60000"/>
                    <a:lumOff val="40000"/>
                  </a:schemeClr>
                </a:solidFill>
              </a:rPr>
              <a:t>➔ You must go one step at a time, in order, which prevents parallel processing.</a:t>
            </a:r>
          </a:p>
          <a:p>
            <a:pPr marL="0" indent="0">
              <a:buNone/>
            </a:pPr>
            <a:endParaRPr lang="en-US" sz="2400" dirty="0">
              <a:solidFill>
                <a:schemeClr val="accent6">
                  <a:lumMod val="60000"/>
                  <a:lumOff val="40000"/>
                </a:schemeClr>
              </a:solidFill>
            </a:endParaRPr>
          </a:p>
          <a:p>
            <a:pPr marL="0" indent="0">
              <a:buNone/>
            </a:pPr>
            <a:r>
              <a:rPr lang="en-US" sz="2400" dirty="0">
                <a:solidFill>
                  <a:schemeClr val="accent6">
                    <a:lumMod val="60000"/>
                    <a:lumOff val="40000"/>
                  </a:schemeClr>
                </a:solidFill>
              </a:rPr>
              <a:t>b) </a:t>
            </a:r>
            <a:r>
              <a:rPr lang="en-US" sz="2400" b="1" dirty="0">
                <a:solidFill>
                  <a:schemeClr val="accent6">
                    <a:lumMod val="60000"/>
                    <a:lumOff val="40000"/>
                  </a:schemeClr>
                </a:solidFill>
              </a:rPr>
              <a:t>Backpropagation Through Time (BPTT)</a:t>
            </a:r>
            <a:r>
              <a:rPr lang="en-US" sz="2400" dirty="0">
                <a:solidFill>
                  <a:schemeClr val="accent6">
                    <a:lumMod val="60000"/>
                    <a:lumOff val="40000"/>
                  </a:schemeClr>
                </a:solidFill>
              </a:rPr>
              <a:t>: Training an RNN requires unrolling the network across many time steps and back propagating through each.</a:t>
            </a:r>
          </a:p>
          <a:p>
            <a:pPr marL="0" indent="0">
              <a:buNone/>
            </a:pPr>
            <a:r>
              <a:rPr lang="en-US" sz="2400" dirty="0">
                <a:solidFill>
                  <a:schemeClr val="accent6">
                    <a:lumMod val="60000"/>
                    <a:lumOff val="40000"/>
                  </a:schemeClr>
                </a:solidFill>
              </a:rPr>
              <a:t>➔ This makes training longer and memory-intensive compared to a simple backward pass in a feedforward network.</a:t>
            </a:r>
          </a:p>
          <a:p>
            <a:pPr marL="0" indent="0">
              <a:buNone/>
            </a:pPr>
            <a:endParaRPr lang="en-US" sz="2400" dirty="0">
              <a:solidFill>
                <a:schemeClr val="accent6">
                  <a:lumMod val="60000"/>
                  <a:lumOff val="40000"/>
                </a:schemeClr>
              </a:solidFill>
            </a:endParaRPr>
          </a:p>
          <a:p>
            <a:pPr marL="0" indent="0">
              <a:buNone/>
            </a:pPr>
            <a:r>
              <a:rPr lang="en-US" sz="2400" dirty="0">
                <a:solidFill>
                  <a:schemeClr val="accent6">
                    <a:lumMod val="60000"/>
                    <a:lumOff val="40000"/>
                  </a:schemeClr>
                </a:solidFill>
              </a:rPr>
              <a:t>c) </a:t>
            </a:r>
            <a:r>
              <a:rPr lang="en-US" sz="2400" b="1" dirty="0">
                <a:solidFill>
                  <a:schemeClr val="accent6">
                    <a:lumMod val="60000"/>
                    <a:lumOff val="40000"/>
                  </a:schemeClr>
                </a:solidFill>
              </a:rPr>
              <a:t>Long Sequences</a:t>
            </a:r>
            <a:r>
              <a:rPr lang="en-US" sz="2400" dirty="0">
                <a:solidFill>
                  <a:schemeClr val="accent6">
                    <a:lumMod val="60000"/>
                    <a:lumOff val="40000"/>
                  </a:schemeClr>
                </a:solidFill>
              </a:rPr>
              <a:t>: If the sequence is long (e.g., 1000 words), the model must do 1000 sequential calculations instead of processing all words at once like a CNN or Transformer could.</a:t>
            </a:r>
          </a:p>
          <a:p>
            <a:pPr marL="0" indent="0">
              <a:buNone/>
            </a:pPr>
            <a:endParaRPr lang="en-US" sz="2400" dirty="0">
              <a:solidFill>
                <a:schemeClr val="accent6">
                  <a:lumMod val="60000"/>
                  <a:lumOff val="40000"/>
                </a:schemeClr>
              </a:solidFill>
            </a:endParaRPr>
          </a:p>
          <a:p>
            <a:pPr marL="0" indent="0">
              <a:buNone/>
            </a:pPr>
            <a:r>
              <a:rPr lang="en-US" sz="2400" dirty="0">
                <a:solidFill>
                  <a:schemeClr val="accent6">
                    <a:lumMod val="60000"/>
                    <a:lumOff val="40000"/>
                  </a:schemeClr>
                </a:solidFill>
              </a:rPr>
              <a:t>d) </a:t>
            </a:r>
            <a:r>
              <a:rPr lang="en-US" sz="2400" b="1" dirty="0">
                <a:solidFill>
                  <a:schemeClr val="accent6">
                    <a:lumMod val="60000"/>
                    <a:lumOff val="40000"/>
                  </a:schemeClr>
                </a:solidFill>
              </a:rPr>
              <a:t>Gradient Issues</a:t>
            </a:r>
            <a:r>
              <a:rPr lang="en-US" sz="2400" dirty="0">
                <a:solidFill>
                  <a:schemeClr val="accent6">
                    <a:lumMod val="60000"/>
                    <a:lumOff val="40000"/>
                  </a:schemeClr>
                </a:solidFill>
              </a:rPr>
              <a:t>: Due to vanishing or exploding gradients, RNNs often need smaller learning rates, gradient clipping, or careful initialization, slowing down training further.</a:t>
            </a:r>
          </a:p>
        </p:txBody>
      </p:sp>
    </p:spTree>
    <p:extLst>
      <p:ext uri="{BB962C8B-B14F-4D97-AF65-F5344CB8AC3E}">
        <p14:creationId xmlns:p14="http://schemas.microsoft.com/office/powerpoint/2010/main" val="1118948137"/>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62BE0BD-B9EE-E018-3C7A-20C7B400B779}"/>
            </a:ext>
          </a:extLst>
        </p:cNvPr>
        <p:cNvGrpSpPr/>
        <p:nvPr/>
      </p:nvGrpSpPr>
      <p:grpSpPr>
        <a:xfrm>
          <a:off x="0" y="0"/>
          <a:ext cx="0" cy="0"/>
          <a:chOff x="0" y="0"/>
          <a:chExt cx="0" cy="0"/>
        </a:xfrm>
      </p:grpSpPr>
      <p:cxnSp>
        <p:nvCxnSpPr>
          <p:cNvPr id="6" name="Straight Arrow Connector 5">
            <a:extLst>
              <a:ext uri="{FF2B5EF4-FFF2-40B4-BE49-F238E27FC236}">
                <a16:creationId xmlns:a16="http://schemas.microsoft.com/office/drawing/2014/main" id="{4907AA7D-FCA2-08F8-EF0C-4B41786A93A4}"/>
              </a:ext>
            </a:extLst>
          </p:cNvPr>
          <p:cNvCxnSpPr/>
          <p:nvPr/>
        </p:nvCxnSpPr>
        <p:spPr>
          <a:xfrm flipH="1">
            <a:off x="9268287" y="4287915"/>
            <a:ext cx="1109709" cy="772357"/>
          </a:xfrm>
          <a:prstGeom prst="straightConnector1">
            <a:avLst/>
          </a:prstGeom>
          <a:ln>
            <a:solidFill>
              <a:schemeClr val="tx1">
                <a:lumMod val="95000"/>
                <a:lumOff val="5000"/>
              </a:schemeClr>
            </a:solidFill>
            <a:tailEnd type="triangle"/>
          </a:ln>
        </p:spPr>
        <p:style>
          <a:lnRef idx="1">
            <a:schemeClr val="accent1"/>
          </a:lnRef>
          <a:fillRef idx="0">
            <a:schemeClr val="accent1"/>
          </a:fillRef>
          <a:effectRef idx="0">
            <a:schemeClr val="accent1"/>
          </a:effectRef>
          <a:fontRef idx="minor">
            <a:schemeClr val="tx1"/>
          </a:fontRef>
        </p:style>
      </p:cxnSp>
      <p:sp>
        <p:nvSpPr>
          <p:cNvPr id="9" name="TextBox 8">
            <a:extLst>
              <a:ext uri="{FF2B5EF4-FFF2-40B4-BE49-F238E27FC236}">
                <a16:creationId xmlns:a16="http://schemas.microsoft.com/office/drawing/2014/main" id="{829EE076-7D86-6CFE-46CC-70DD17E6B898}"/>
              </a:ext>
            </a:extLst>
          </p:cNvPr>
          <p:cNvSpPr txBox="1"/>
          <p:nvPr/>
        </p:nvSpPr>
        <p:spPr>
          <a:xfrm>
            <a:off x="192024" y="1013507"/>
            <a:ext cx="11512296" cy="830997"/>
          </a:xfrm>
          <a:prstGeom prst="rect">
            <a:avLst/>
          </a:prstGeom>
          <a:noFill/>
        </p:spPr>
        <p:txBody>
          <a:bodyPr wrap="square">
            <a:spAutoFit/>
          </a:bodyPr>
          <a:lstStyle/>
          <a:p>
            <a:r>
              <a:rPr lang="en-US" sz="2400" b="1" dirty="0">
                <a:solidFill>
                  <a:schemeClr val="accent6">
                    <a:lumMod val="60000"/>
                    <a:lumOff val="40000"/>
                  </a:schemeClr>
                </a:solidFill>
              </a:rPr>
              <a:t>RNN is slower because it is sequential and depends on past computations, </a:t>
            </a:r>
          </a:p>
          <a:p>
            <a:r>
              <a:rPr lang="en-US" sz="2400" b="1" dirty="0">
                <a:solidFill>
                  <a:schemeClr val="accent6">
                    <a:lumMod val="60000"/>
                    <a:lumOff val="40000"/>
                  </a:schemeClr>
                </a:solidFill>
              </a:rPr>
              <a:t>while normal feedforward networks (like CNNs or MLPs) can work on all parts in parallel.</a:t>
            </a:r>
            <a:endParaRPr lang="en-IN" sz="2400" b="1" dirty="0">
              <a:solidFill>
                <a:schemeClr val="accent6">
                  <a:lumMod val="60000"/>
                  <a:lumOff val="40000"/>
                </a:schemeClr>
              </a:solidFill>
            </a:endParaRPr>
          </a:p>
        </p:txBody>
      </p:sp>
    </p:spTree>
    <p:extLst>
      <p:ext uri="{BB962C8B-B14F-4D97-AF65-F5344CB8AC3E}">
        <p14:creationId xmlns:p14="http://schemas.microsoft.com/office/powerpoint/2010/main" val="1797688744"/>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Box 3"/>
          <p:cNvSpPr txBox="1"/>
          <p:nvPr/>
        </p:nvSpPr>
        <p:spPr>
          <a:xfrm>
            <a:off x="329184" y="1512666"/>
            <a:ext cx="11658599" cy="2246769"/>
          </a:xfrm>
          <a:prstGeom prst="rect">
            <a:avLst/>
          </a:prstGeom>
          <a:noFill/>
        </p:spPr>
        <p:txBody>
          <a:bodyPr wrap="square" rtlCol="0">
            <a:spAutoFit/>
          </a:bodyPr>
          <a:lstStyle/>
          <a:p>
            <a:r>
              <a:rPr lang="en-US" sz="2800" dirty="0">
                <a:solidFill>
                  <a:schemeClr val="accent6">
                    <a:lumMod val="60000"/>
                    <a:lumOff val="40000"/>
                  </a:schemeClr>
                </a:solidFill>
              </a:rPr>
              <a:t>That's why </a:t>
            </a:r>
            <a:r>
              <a:rPr lang="en-US" sz="2800" b="1" dirty="0">
                <a:solidFill>
                  <a:schemeClr val="accent6">
                    <a:lumMod val="60000"/>
                    <a:lumOff val="40000"/>
                  </a:schemeClr>
                </a:solidFill>
              </a:rPr>
              <a:t>LSTM</a:t>
            </a:r>
            <a:r>
              <a:rPr lang="en-US" sz="2800" dirty="0">
                <a:solidFill>
                  <a:schemeClr val="accent6">
                    <a:lumMod val="60000"/>
                    <a:lumOff val="40000"/>
                  </a:schemeClr>
                </a:solidFill>
              </a:rPr>
              <a:t> (Long Short-Term Memory) and </a:t>
            </a:r>
            <a:r>
              <a:rPr lang="en-US" sz="2800" b="1" dirty="0">
                <a:solidFill>
                  <a:schemeClr val="accent6">
                    <a:lumMod val="60000"/>
                    <a:lumOff val="40000"/>
                  </a:schemeClr>
                </a:solidFill>
              </a:rPr>
              <a:t>GRU</a:t>
            </a:r>
            <a:r>
              <a:rPr lang="en-US" sz="2800" dirty="0">
                <a:solidFill>
                  <a:schemeClr val="accent6">
                    <a:lumMod val="60000"/>
                    <a:lumOff val="40000"/>
                  </a:schemeClr>
                </a:solidFill>
              </a:rPr>
              <a:t> networks were invented!</a:t>
            </a:r>
          </a:p>
          <a:p>
            <a:endParaRPr lang="en-US" sz="2800" dirty="0">
              <a:solidFill>
                <a:schemeClr val="accent6">
                  <a:lumMod val="60000"/>
                  <a:lumOff val="40000"/>
                </a:schemeClr>
              </a:solidFill>
            </a:endParaRPr>
          </a:p>
          <a:p>
            <a:r>
              <a:rPr lang="en-US" sz="2800" dirty="0">
                <a:solidFill>
                  <a:schemeClr val="accent6">
                    <a:lumMod val="60000"/>
                    <a:lumOff val="40000"/>
                  </a:schemeClr>
                </a:solidFill>
              </a:rPr>
              <a:t>They are </a:t>
            </a:r>
            <a:r>
              <a:rPr lang="en-US" sz="2800" i="1" dirty="0">
                <a:solidFill>
                  <a:schemeClr val="accent6">
                    <a:lumMod val="60000"/>
                    <a:lumOff val="40000"/>
                  </a:schemeClr>
                </a:solidFill>
              </a:rPr>
              <a:t>special types of RNNs</a:t>
            </a:r>
            <a:r>
              <a:rPr lang="en-US" sz="2800" dirty="0">
                <a:solidFill>
                  <a:schemeClr val="accent6">
                    <a:lumMod val="60000"/>
                    <a:lumOff val="40000"/>
                  </a:schemeClr>
                </a:solidFill>
              </a:rPr>
              <a:t> that can </a:t>
            </a:r>
            <a:r>
              <a:rPr lang="en-US" sz="2800" b="1" dirty="0">
                <a:solidFill>
                  <a:schemeClr val="accent6">
                    <a:lumMod val="60000"/>
                    <a:lumOff val="40000"/>
                  </a:schemeClr>
                </a:solidFill>
              </a:rPr>
              <a:t>carry long-term information</a:t>
            </a:r>
            <a:r>
              <a:rPr lang="en-US" sz="2800" dirty="0">
                <a:solidFill>
                  <a:schemeClr val="accent6">
                    <a:lumMod val="60000"/>
                    <a:lumOff val="40000"/>
                  </a:schemeClr>
                </a:solidFill>
              </a:rPr>
              <a:t> much better.</a:t>
            </a:r>
          </a:p>
          <a:p>
            <a:endParaRPr lang="en-US" sz="2800" dirty="0">
              <a:solidFill>
                <a:schemeClr val="accent6">
                  <a:lumMod val="60000"/>
                  <a:lumOff val="40000"/>
                </a:schemeClr>
              </a:solidFill>
            </a:endParaRPr>
          </a:p>
        </p:txBody>
      </p:sp>
    </p:spTree>
    <p:extLst>
      <p:ext uri="{BB962C8B-B14F-4D97-AF65-F5344CB8AC3E}">
        <p14:creationId xmlns:p14="http://schemas.microsoft.com/office/powerpoint/2010/main" val="1454455502"/>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A42B782-8D73-4DFE-FB56-FB2FE1EF1DF8}"/>
            </a:ext>
          </a:extLst>
        </p:cNvPr>
        <p:cNvGrpSpPr/>
        <p:nvPr/>
      </p:nvGrpSpPr>
      <p:grpSpPr>
        <a:xfrm>
          <a:off x="0" y="0"/>
          <a:ext cx="0" cy="0"/>
          <a:chOff x="0" y="0"/>
          <a:chExt cx="0" cy="0"/>
        </a:xfrm>
      </p:grpSpPr>
      <p:sp>
        <p:nvSpPr>
          <p:cNvPr id="8" name="TextBox 7">
            <a:extLst>
              <a:ext uri="{FF2B5EF4-FFF2-40B4-BE49-F238E27FC236}">
                <a16:creationId xmlns:a16="http://schemas.microsoft.com/office/drawing/2014/main" id="{CE7940FD-8392-47AC-BB64-BF04F0FCD513}"/>
              </a:ext>
            </a:extLst>
          </p:cNvPr>
          <p:cNvSpPr txBox="1"/>
          <p:nvPr/>
        </p:nvSpPr>
        <p:spPr>
          <a:xfrm>
            <a:off x="201168" y="706642"/>
            <a:ext cx="11064240" cy="3785652"/>
          </a:xfrm>
          <a:prstGeom prst="rect">
            <a:avLst/>
          </a:prstGeom>
          <a:noFill/>
        </p:spPr>
        <p:txBody>
          <a:bodyPr wrap="square">
            <a:spAutoFit/>
          </a:bodyPr>
          <a:lstStyle/>
          <a:p>
            <a:r>
              <a:rPr lang="en-US" sz="2400" dirty="0">
                <a:solidFill>
                  <a:schemeClr val="accent6">
                    <a:lumMod val="60000"/>
                    <a:lumOff val="40000"/>
                  </a:schemeClr>
                </a:solidFill>
              </a:rPr>
              <a:t>LSTM</a:t>
            </a:r>
          </a:p>
          <a:p>
            <a:endParaRPr lang="en-US" sz="2400" dirty="0">
              <a:solidFill>
                <a:schemeClr val="accent6">
                  <a:lumMod val="60000"/>
                  <a:lumOff val="40000"/>
                </a:schemeClr>
              </a:solidFill>
            </a:endParaRPr>
          </a:p>
          <a:p>
            <a:r>
              <a:rPr lang="en-US" sz="2400" dirty="0">
                <a:solidFill>
                  <a:schemeClr val="accent6">
                    <a:lumMod val="60000"/>
                    <a:lumOff val="40000"/>
                  </a:schemeClr>
                </a:solidFill>
              </a:rPr>
              <a:t>It is a specific type of RNN (Recurrent Neural Network) designed to address the limitations of standard RNNs, particularly in handling </a:t>
            </a:r>
            <a:r>
              <a:rPr lang="en-US" sz="2400" b="1" dirty="0">
                <a:solidFill>
                  <a:schemeClr val="accent6">
                    <a:lumMod val="60000"/>
                    <a:lumOff val="40000"/>
                  </a:schemeClr>
                </a:solidFill>
              </a:rPr>
              <a:t>long-term dependencies in sequential data. </a:t>
            </a:r>
          </a:p>
          <a:p>
            <a:endParaRPr lang="en-US" sz="2400" dirty="0">
              <a:solidFill>
                <a:schemeClr val="accent6">
                  <a:lumMod val="60000"/>
                  <a:lumOff val="40000"/>
                </a:schemeClr>
              </a:solidFill>
            </a:endParaRPr>
          </a:p>
          <a:p>
            <a:r>
              <a:rPr lang="en-US" sz="2400" dirty="0">
                <a:solidFill>
                  <a:schemeClr val="accent6">
                    <a:lumMod val="60000"/>
                    <a:lumOff val="40000"/>
                  </a:schemeClr>
                </a:solidFill>
              </a:rPr>
              <a:t>While both RNNs and LSTMs are designed for processing sequential information, LSTMs use a more sophisticated architecture with "gates" to control the flow of information, allowing them to better remember (and forget) relevant information over long periods of time. </a:t>
            </a:r>
            <a:endParaRPr lang="en-IN" sz="2400" dirty="0">
              <a:solidFill>
                <a:schemeClr val="accent6">
                  <a:lumMod val="60000"/>
                  <a:lumOff val="40000"/>
                </a:schemeClr>
              </a:solidFill>
            </a:endParaRPr>
          </a:p>
        </p:txBody>
      </p:sp>
    </p:spTree>
    <p:extLst>
      <p:ext uri="{BB962C8B-B14F-4D97-AF65-F5344CB8AC3E}">
        <p14:creationId xmlns:p14="http://schemas.microsoft.com/office/powerpoint/2010/main" val="1335280"/>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A2CB1DD-D26E-C95B-8E17-46F8C5830128}"/>
            </a:ext>
          </a:extLst>
        </p:cNvPr>
        <p:cNvGrpSpPr/>
        <p:nvPr/>
      </p:nvGrpSpPr>
      <p:grpSpPr>
        <a:xfrm>
          <a:off x="0" y="0"/>
          <a:ext cx="0" cy="0"/>
          <a:chOff x="0" y="0"/>
          <a:chExt cx="0" cy="0"/>
        </a:xfrm>
      </p:grpSpPr>
      <p:sp>
        <p:nvSpPr>
          <p:cNvPr id="8" name="TextBox 7">
            <a:extLst>
              <a:ext uri="{FF2B5EF4-FFF2-40B4-BE49-F238E27FC236}">
                <a16:creationId xmlns:a16="http://schemas.microsoft.com/office/drawing/2014/main" id="{60D0DACC-74B4-4805-B9BA-B6F1212446FF}"/>
              </a:ext>
            </a:extLst>
          </p:cNvPr>
          <p:cNvSpPr txBox="1"/>
          <p:nvPr/>
        </p:nvSpPr>
        <p:spPr>
          <a:xfrm>
            <a:off x="201168" y="423178"/>
            <a:ext cx="11064240" cy="2677656"/>
          </a:xfrm>
          <a:prstGeom prst="rect">
            <a:avLst/>
          </a:prstGeom>
          <a:noFill/>
        </p:spPr>
        <p:txBody>
          <a:bodyPr wrap="square">
            <a:spAutoFit/>
          </a:bodyPr>
          <a:lstStyle/>
          <a:p>
            <a:r>
              <a:rPr lang="en-US" sz="2400" b="1" dirty="0">
                <a:solidFill>
                  <a:schemeClr val="accent6">
                    <a:lumMod val="60000"/>
                    <a:lumOff val="40000"/>
                  </a:schemeClr>
                </a:solidFill>
              </a:rPr>
              <a:t>LSTM Components</a:t>
            </a:r>
          </a:p>
          <a:p>
            <a:endParaRPr lang="en-US" sz="2400" b="1" dirty="0">
              <a:solidFill>
                <a:schemeClr val="accent6">
                  <a:lumMod val="60000"/>
                  <a:lumOff val="40000"/>
                </a:schemeClr>
              </a:solidFill>
            </a:endParaRPr>
          </a:p>
          <a:p>
            <a:r>
              <a:rPr lang="en-US" sz="2400" b="1" dirty="0">
                <a:solidFill>
                  <a:schemeClr val="accent6">
                    <a:lumMod val="60000"/>
                    <a:lumOff val="40000"/>
                  </a:schemeClr>
                </a:solidFill>
              </a:rPr>
              <a:t>1. Forget Gate: </a:t>
            </a:r>
            <a:r>
              <a:rPr lang="en-US" sz="2400" dirty="0">
                <a:solidFill>
                  <a:schemeClr val="accent6">
                    <a:lumMod val="60000"/>
                    <a:lumOff val="40000"/>
                  </a:schemeClr>
                </a:solidFill>
              </a:rPr>
              <a:t>What to remove from memory </a:t>
            </a:r>
          </a:p>
          <a:p>
            <a:endParaRPr lang="en-US" sz="2400" b="1" dirty="0">
              <a:solidFill>
                <a:schemeClr val="accent6">
                  <a:lumMod val="60000"/>
                  <a:lumOff val="40000"/>
                </a:schemeClr>
              </a:solidFill>
            </a:endParaRPr>
          </a:p>
          <a:p>
            <a:r>
              <a:rPr lang="en-US" sz="2400" b="1" dirty="0">
                <a:solidFill>
                  <a:schemeClr val="accent6">
                    <a:lumMod val="60000"/>
                    <a:lumOff val="40000"/>
                  </a:schemeClr>
                </a:solidFill>
              </a:rPr>
              <a:t>2. Input Gate: </a:t>
            </a:r>
            <a:r>
              <a:rPr lang="en-US" sz="2400" dirty="0">
                <a:solidFill>
                  <a:schemeClr val="accent6">
                    <a:lumMod val="60000"/>
                    <a:lumOff val="40000"/>
                  </a:schemeClr>
                </a:solidFill>
              </a:rPr>
              <a:t>What new information to store </a:t>
            </a:r>
          </a:p>
          <a:p>
            <a:endParaRPr lang="en-US" sz="2400" b="1" dirty="0">
              <a:solidFill>
                <a:schemeClr val="accent6">
                  <a:lumMod val="60000"/>
                  <a:lumOff val="40000"/>
                </a:schemeClr>
              </a:solidFill>
            </a:endParaRPr>
          </a:p>
          <a:p>
            <a:r>
              <a:rPr lang="en-US" sz="2400" b="1" dirty="0">
                <a:solidFill>
                  <a:schemeClr val="accent6">
                    <a:lumMod val="60000"/>
                    <a:lumOff val="40000"/>
                  </a:schemeClr>
                </a:solidFill>
              </a:rPr>
              <a:t>3. Output Gate: </a:t>
            </a:r>
            <a:r>
              <a:rPr lang="en-US" sz="2400" dirty="0">
                <a:solidFill>
                  <a:schemeClr val="accent6">
                    <a:lumMod val="60000"/>
                    <a:lumOff val="40000"/>
                  </a:schemeClr>
                </a:solidFill>
              </a:rPr>
              <a:t>What to send as output</a:t>
            </a:r>
          </a:p>
        </p:txBody>
      </p:sp>
      <mc:AlternateContent xmlns:mc="http://schemas.openxmlformats.org/markup-compatibility/2006" xmlns:a14="http://schemas.microsoft.com/office/drawing/2010/main">
        <mc:Choice Requires="a14">
          <p:sp>
            <p:nvSpPr>
              <p:cNvPr id="3" name="TextBox 2">
                <a:extLst>
                  <a:ext uri="{FF2B5EF4-FFF2-40B4-BE49-F238E27FC236}">
                    <a16:creationId xmlns:a16="http://schemas.microsoft.com/office/drawing/2014/main" id="{41E784ED-F17C-5908-EF6F-2E4D66A7C17F}"/>
                  </a:ext>
                </a:extLst>
              </p:cNvPr>
              <p:cNvSpPr txBox="1"/>
              <p:nvPr/>
            </p:nvSpPr>
            <p:spPr>
              <a:xfrm>
                <a:off x="2176272" y="4004361"/>
                <a:ext cx="7027164" cy="1995033"/>
              </a:xfrm>
              <a:prstGeom prst="rect">
                <a:avLst/>
              </a:prstGeom>
              <a:noFill/>
            </p:spPr>
            <p:txBody>
              <a:bodyPr wrap="square">
                <a:spAutoFit/>
              </a:bodyPr>
              <a:lstStyle/>
              <a:p>
                <a:pPr>
                  <a:buNone/>
                </a:pPr>
                <a:r>
                  <a:rPr lang="en-US" sz="2400" b="1" dirty="0">
                    <a:solidFill>
                      <a:schemeClr val="accent6">
                        <a:lumMod val="60000"/>
                        <a:lumOff val="40000"/>
                      </a:schemeClr>
                    </a:solidFill>
                  </a:rPr>
                  <a:t>LSTM Key Equations</a:t>
                </a:r>
              </a:p>
              <a:p>
                <a:pPr>
                  <a:buNone/>
                </a:pPr>
                <a14:m>
                  <m:oMathPara xmlns:m="http://schemas.openxmlformats.org/officeDocument/2006/math">
                    <m:oMathParaPr>
                      <m:jc m:val="centerGroup"/>
                    </m:oMathParaPr>
                    <m:oMath xmlns:m="http://schemas.openxmlformats.org/officeDocument/2006/math">
                      <m:sSub>
                        <m:sSubPr>
                          <m:ctrlPr>
                            <a:rPr lang="ar-AE" sz="2400" i="1">
                              <a:solidFill>
                                <a:schemeClr val="accent6">
                                  <a:lumMod val="60000"/>
                                  <a:lumOff val="40000"/>
                                </a:schemeClr>
                              </a:solidFill>
                              <a:latin typeface="Cambria Math" panose="02040503050406030204" pitchFamily="18" charset="0"/>
                            </a:rPr>
                          </m:ctrlPr>
                        </m:sSubPr>
                        <m:e>
                          <m:r>
                            <a:rPr lang="ar-AE" sz="2400" i="1">
                              <a:solidFill>
                                <a:schemeClr val="accent6">
                                  <a:lumMod val="60000"/>
                                  <a:lumOff val="40000"/>
                                </a:schemeClr>
                              </a:solidFill>
                              <a:latin typeface="Cambria Math" panose="02040503050406030204" pitchFamily="18" charset="0"/>
                            </a:rPr>
                            <m:t>𝑓</m:t>
                          </m:r>
                        </m:e>
                        <m:sub>
                          <m:r>
                            <a:rPr lang="ar-AE" sz="2400" i="1">
                              <a:solidFill>
                                <a:schemeClr val="accent6">
                                  <a:lumMod val="60000"/>
                                  <a:lumOff val="40000"/>
                                </a:schemeClr>
                              </a:solidFill>
                              <a:latin typeface="Cambria Math" panose="02040503050406030204" pitchFamily="18" charset="0"/>
                            </a:rPr>
                            <m:t>𝑡</m:t>
                          </m:r>
                        </m:sub>
                      </m:sSub>
                      <m:r>
                        <a:rPr lang="ar-AE" sz="2400" i="0">
                          <a:solidFill>
                            <a:schemeClr val="accent6">
                              <a:lumMod val="60000"/>
                              <a:lumOff val="40000"/>
                            </a:schemeClr>
                          </a:solidFill>
                          <a:latin typeface="Cambria Math" panose="02040503050406030204" pitchFamily="18" charset="0"/>
                        </a:rPr>
                        <m:t>=</m:t>
                      </m:r>
                      <m:r>
                        <a:rPr lang="ar-AE" sz="2400" i="1">
                          <a:solidFill>
                            <a:schemeClr val="accent6">
                              <a:lumMod val="60000"/>
                              <a:lumOff val="40000"/>
                            </a:schemeClr>
                          </a:solidFill>
                          <a:latin typeface="Cambria Math" panose="02040503050406030204" pitchFamily="18" charset="0"/>
                        </a:rPr>
                        <m:t>𝜎</m:t>
                      </m:r>
                      <m:d>
                        <m:dPr>
                          <m:ctrlPr>
                            <a:rPr lang="ar-AE" sz="2400" i="1">
                              <a:solidFill>
                                <a:schemeClr val="accent6">
                                  <a:lumMod val="60000"/>
                                  <a:lumOff val="40000"/>
                                </a:schemeClr>
                              </a:solidFill>
                              <a:latin typeface="Cambria Math" panose="02040503050406030204" pitchFamily="18" charset="0"/>
                            </a:rPr>
                          </m:ctrlPr>
                        </m:dPr>
                        <m:e>
                          <m:sSub>
                            <m:sSubPr>
                              <m:ctrlPr>
                                <a:rPr lang="ar-AE" sz="2400" i="1">
                                  <a:solidFill>
                                    <a:schemeClr val="accent6">
                                      <a:lumMod val="60000"/>
                                      <a:lumOff val="40000"/>
                                    </a:schemeClr>
                                  </a:solidFill>
                                  <a:latin typeface="Cambria Math" panose="02040503050406030204" pitchFamily="18" charset="0"/>
                                </a:rPr>
                              </m:ctrlPr>
                            </m:sSubPr>
                            <m:e>
                              <m:r>
                                <a:rPr lang="ar-AE" sz="2400" i="1">
                                  <a:solidFill>
                                    <a:schemeClr val="accent6">
                                      <a:lumMod val="60000"/>
                                      <a:lumOff val="40000"/>
                                    </a:schemeClr>
                                  </a:solidFill>
                                  <a:latin typeface="Cambria Math" panose="02040503050406030204" pitchFamily="18" charset="0"/>
                                </a:rPr>
                                <m:t>𝑊</m:t>
                              </m:r>
                            </m:e>
                            <m:sub>
                              <m:r>
                                <a:rPr lang="ar-AE" sz="2400" i="1">
                                  <a:solidFill>
                                    <a:schemeClr val="accent6">
                                      <a:lumMod val="60000"/>
                                      <a:lumOff val="40000"/>
                                    </a:schemeClr>
                                  </a:solidFill>
                                  <a:latin typeface="Cambria Math" panose="02040503050406030204" pitchFamily="18" charset="0"/>
                                </a:rPr>
                                <m:t>𝑓</m:t>
                              </m:r>
                            </m:sub>
                          </m:sSub>
                          <m:r>
                            <a:rPr lang="ar-AE" sz="2400" i="0">
                              <a:solidFill>
                                <a:schemeClr val="accent6">
                                  <a:lumMod val="60000"/>
                                  <a:lumOff val="40000"/>
                                </a:schemeClr>
                              </a:solidFill>
                              <a:latin typeface="Cambria Math" panose="02040503050406030204" pitchFamily="18" charset="0"/>
                            </a:rPr>
                            <m:t>⋅</m:t>
                          </m:r>
                          <m:d>
                            <m:dPr>
                              <m:begChr m:val="["/>
                              <m:endChr m:val="]"/>
                              <m:sepChr m:val=","/>
                              <m:ctrlPr>
                                <a:rPr lang="ar-AE" sz="2400" i="1">
                                  <a:solidFill>
                                    <a:schemeClr val="accent6">
                                      <a:lumMod val="60000"/>
                                      <a:lumOff val="40000"/>
                                    </a:schemeClr>
                                  </a:solidFill>
                                  <a:latin typeface="Cambria Math" panose="02040503050406030204" pitchFamily="18" charset="0"/>
                                </a:rPr>
                              </m:ctrlPr>
                            </m:dPr>
                            <m:e>
                              <m:sSub>
                                <m:sSubPr>
                                  <m:ctrlPr>
                                    <a:rPr lang="ar-AE" sz="2400" i="1">
                                      <a:solidFill>
                                        <a:schemeClr val="accent6">
                                          <a:lumMod val="60000"/>
                                          <a:lumOff val="40000"/>
                                        </a:schemeClr>
                                      </a:solidFill>
                                      <a:latin typeface="Cambria Math" panose="02040503050406030204" pitchFamily="18" charset="0"/>
                                    </a:rPr>
                                  </m:ctrlPr>
                                </m:sSubPr>
                                <m:e>
                                  <m:r>
                                    <a:rPr lang="ar-AE" sz="2400" i="1">
                                      <a:solidFill>
                                        <a:schemeClr val="accent6">
                                          <a:lumMod val="60000"/>
                                          <a:lumOff val="40000"/>
                                        </a:schemeClr>
                                      </a:solidFill>
                                      <a:latin typeface="Cambria Math" panose="02040503050406030204" pitchFamily="18" charset="0"/>
                                    </a:rPr>
                                    <m:t>h</m:t>
                                  </m:r>
                                </m:e>
                                <m:sub>
                                  <m:r>
                                    <a:rPr lang="ar-AE" sz="2400" i="1">
                                      <a:solidFill>
                                        <a:schemeClr val="accent6">
                                          <a:lumMod val="60000"/>
                                          <a:lumOff val="40000"/>
                                        </a:schemeClr>
                                      </a:solidFill>
                                      <a:latin typeface="Cambria Math" panose="02040503050406030204" pitchFamily="18" charset="0"/>
                                    </a:rPr>
                                    <m:t>𝑡</m:t>
                                  </m:r>
                                  <m:r>
                                    <a:rPr lang="ar-AE" sz="2400" i="0">
                                      <a:solidFill>
                                        <a:schemeClr val="accent6">
                                          <a:lumMod val="60000"/>
                                          <a:lumOff val="40000"/>
                                        </a:schemeClr>
                                      </a:solidFill>
                                      <a:latin typeface="Cambria Math" panose="02040503050406030204" pitchFamily="18" charset="0"/>
                                    </a:rPr>
                                    <m:t>−</m:t>
                                  </m:r>
                                  <m:r>
                                    <a:rPr lang="ar-AE" sz="2400" i="0">
                                      <a:solidFill>
                                        <a:schemeClr val="accent6">
                                          <a:lumMod val="60000"/>
                                          <a:lumOff val="40000"/>
                                        </a:schemeClr>
                                      </a:solidFill>
                                      <a:latin typeface="Cambria Math" panose="02040503050406030204" pitchFamily="18" charset="0"/>
                                    </a:rPr>
                                    <m:t>1</m:t>
                                  </m:r>
                                </m:sub>
                              </m:sSub>
                              <m:r>
                                <a:rPr lang="en-US" sz="2400" b="0" i="1" smtClean="0">
                                  <a:solidFill>
                                    <a:schemeClr val="accent6">
                                      <a:lumMod val="60000"/>
                                      <a:lumOff val="40000"/>
                                    </a:schemeClr>
                                  </a:solidFill>
                                  <a:latin typeface="Cambria Math" panose="02040503050406030204" pitchFamily="18" charset="0"/>
                                </a:rPr>
                                <m:t> </m:t>
                              </m:r>
                            </m:e>
                            <m:e>
                              <m:r>
                                <a:rPr lang="en-US" sz="2400" b="0" i="1" smtClean="0">
                                  <a:solidFill>
                                    <a:schemeClr val="accent6">
                                      <a:lumMod val="60000"/>
                                      <a:lumOff val="40000"/>
                                    </a:schemeClr>
                                  </a:solidFill>
                                  <a:latin typeface="Cambria Math" panose="02040503050406030204" pitchFamily="18" charset="0"/>
                                </a:rPr>
                                <m:t> </m:t>
                              </m:r>
                              <m:sSub>
                                <m:sSubPr>
                                  <m:ctrlPr>
                                    <a:rPr lang="ar-AE" sz="2400" i="1">
                                      <a:solidFill>
                                        <a:schemeClr val="accent6">
                                          <a:lumMod val="60000"/>
                                          <a:lumOff val="40000"/>
                                        </a:schemeClr>
                                      </a:solidFill>
                                      <a:latin typeface="Cambria Math" panose="02040503050406030204" pitchFamily="18" charset="0"/>
                                    </a:rPr>
                                  </m:ctrlPr>
                                </m:sSubPr>
                                <m:e>
                                  <m:r>
                                    <a:rPr lang="ar-AE" sz="2400" i="1">
                                      <a:solidFill>
                                        <a:schemeClr val="accent6">
                                          <a:lumMod val="60000"/>
                                          <a:lumOff val="40000"/>
                                        </a:schemeClr>
                                      </a:solidFill>
                                      <a:latin typeface="Cambria Math" panose="02040503050406030204" pitchFamily="18" charset="0"/>
                                    </a:rPr>
                                    <m:t>𝑥</m:t>
                                  </m:r>
                                </m:e>
                                <m:sub>
                                  <m:r>
                                    <a:rPr lang="ar-AE" sz="2400" i="1">
                                      <a:solidFill>
                                        <a:schemeClr val="accent6">
                                          <a:lumMod val="60000"/>
                                          <a:lumOff val="40000"/>
                                        </a:schemeClr>
                                      </a:solidFill>
                                      <a:latin typeface="Cambria Math" panose="02040503050406030204" pitchFamily="18" charset="0"/>
                                    </a:rPr>
                                    <m:t>𝑡</m:t>
                                  </m:r>
                                </m:sub>
                              </m:sSub>
                            </m:e>
                          </m:d>
                          <m:r>
                            <a:rPr lang="ar-AE" sz="2400" i="0">
                              <a:solidFill>
                                <a:schemeClr val="accent6">
                                  <a:lumMod val="60000"/>
                                  <a:lumOff val="40000"/>
                                </a:schemeClr>
                              </a:solidFill>
                              <a:latin typeface="Cambria Math" panose="02040503050406030204" pitchFamily="18" charset="0"/>
                            </a:rPr>
                            <m:t>+</m:t>
                          </m:r>
                          <m:sSub>
                            <m:sSubPr>
                              <m:ctrlPr>
                                <a:rPr lang="ar-AE" sz="2400" i="1">
                                  <a:solidFill>
                                    <a:schemeClr val="accent6">
                                      <a:lumMod val="60000"/>
                                      <a:lumOff val="40000"/>
                                    </a:schemeClr>
                                  </a:solidFill>
                                  <a:latin typeface="Cambria Math" panose="02040503050406030204" pitchFamily="18" charset="0"/>
                                </a:rPr>
                              </m:ctrlPr>
                            </m:sSubPr>
                            <m:e>
                              <m:r>
                                <a:rPr lang="ar-AE" sz="2400" i="1">
                                  <a:solidFill>
                                    <a:schemeClr val="accent6">
                                      <a:lumMod val="60000"/>
                                      <a:lumOff val="40000"/>
                                    </a:schemeClr>
                                  </a:solidFill>
                                  <a:latin typeface="Cambria Math" panose="02040503050406030204" pitchFamily="18" charset="0"/>
                                </a:rPr>
                                <m:t>𝑏</m:t>
                              </m:r>
                            </m:e>
                            <m:sub>
                              <m:r>
                                <a:rPr lang="ar-AE" sz="2400" i="1">
                                  <a:solidFill>
                                    <a:schemeClr val="accent6">
                                      <a:lumMod val="60000"/>
                                      <a:lumOff val="40000"/>
                                    </a:schemeClr>
                                  </a:solidFill>
                                  <a:latin typeface="Cambria Math" panose="02040503050406030204" pitchFamily="18" charset="0"/>
                                </a:rPr>
                                <m:t>𝑓</m:t>
                              </m:r>
                            </m:sub>
                          </m:sSub>
                        </m:e>
                      </m:d>
                    </m:oMath>
                  </m:oMathPara>
                </a14:m>
                <a:endParaRPr lang="ar-AE" sz="2400" dirty="0">
                  <a:solidFill>
                    <a:schemeClr val="accent6">
                      <a:lumMod val="60000"/>
                      <a:lumOff val="40000"/>
                    </a:schemeClr>
                  </a:solidFill>
                </a:endParaRPr>
              </a:p>
              <a:p>
                <a:pPr>
                  <a:buNone/>
                </a:pPr>
                <a14:m>
                  <m:oMathPara xmlns:m="http://schemas.openxmlformats.org/officeDocument/2006/math">
                    <m:oMathParaPr>
                      <m:jc m:val="centerGroup"/>
                    </m:oMathParaPr>
                    <m:oMath xmlns:m="http://schemas.openxmlformats.org/officeDocument/2006/math">
                      <m:sSub>
                        <m:sSubPr>
                          <m:ctrlPr>
                            <a:rPr lang="ar-AE" sz="2400" i="1">
                              <a:solidFill>
                                <a:schemeClr val="accent6">
                                  <a:lumMod val="60000"/>
                                  <a:lumOff val="40000"/>
                                </a:schemeClr>
                              </a:solidFill>
                              <a:latin typeface="Cambria Math" panose="02040503050406030204" pitchFamily="18" charset="0"/>
                            </a:rPr>
                          </m:ctrlPr>
                        </m:sSubPr>
                        <m:e>
                          <m:r>
                            <a:rPr lang="ar-AE" sz="2400" i="1">
                              <a:solidFill>
                                <a:schemeClr val="accent6">
                                  <a:lumMod val="60000"/>
                                  <a:lumOff val="40000"/>
                                </a:schemeClr>
                              </a:solidFill>
                              <a:latin typeface="Cambria Math" panose="02040503050406030204" pitchFamily="18" charset="0"/>
                            </a:rPr>
                            <m:t>𝑖</m:t>
                          </m:r>
                        </m:e>
                        <m:sub>
                          <m:r>
                            <a:rPr lang="ar-AE" sz="2400" i="1">
                              <a:solidFill>
                                <a:schemeClr val="accent6">
                                  <a:lumMod val="60000"/>
                                  <a:lumOff val="40000"/>
                                </a:schemeClr>
                              </a:solidFill>
                              <a:latin typeface="Cambria Math" panose="02040503050406030204" pitchFamily="18" charset="0"/>
                            </a:rPr>
                            <m:t>𝑡</m:t>
                          </m:r>
                        </m:sub>
                      </m:sSub>
                      <m:r>
                        <a:rPr lang="ar-AE" sz="2400" i="0">
                          <a:solidFill>
                            <a:schemeClr val="accent6">
                              <a:lumMod val="60000"/>
                              <a:lumOff val="40000"/>
                            </a:schemeClr>
                          </a:solidFill>
                          <a:latin typeface="Cambria Math" panose="02040503050406030204" pitchFamily="18" charset="0"/>
                        </a:rPr>
                        <m:t>=</m:t>
                      </m:r>
                      <m:r>
                        <a:rPr lang="ar-AE" sz="2400" i="1">
                          <a:solidFill>
                            <a:schemeClr val="accent6">
                              <a:lumMod val="60000"/>
                              <a:lumOff val="40000"/>
                            </a:schemeClr>
                          </a:solidFill>
                          <a:latin typeface="Cambria Math" panose="02040503050406030204" pitchFamily="18" charset="0"/>
                        </a:rPr>
                        <m:t>𝜎</m:t>
                      </m:r>
                      <m:d>
                        <m:dPr>
                          <m:ctrlPr>
                            <a:rPr lang="ar-AE" sz="2400" i="1">
                              <a:solidFill>
                                <a:schemeClr val="accent6">
                                  <a:lumMod val="60000"/>
                                  <a:lumOff val="40000"/>
                                </a:schemeClr>
                              </a:solidFill>
                              <a:latin typeface="Cambria Math" panose="02040503050406030204" pitchFamily="18" charset="0"/>
                            </a:rPr>
                          </m:ctrlPr>
                        </m:dPr>
                        <m:e>
                          <m:sSub>
                            <m:sSubPr>
                              <m:ctrlPr>
                                <a:rPr lang="ar-AE" sz="2400" i="1">
                                  <a:solidFill>
                                    <a:schemeClr val="accent6">
                                      <a:lumMod val="60000"/>
                                      <a:lumOff val="40000"/>
                                    </a:schemeClr>
                                  </a:solidFill>
                                  <a:latin typeface="Cambria Math" panose="02040503050406030204" pitchFamily="18" charset="0"/>
                                </a:rPr>
                              </m:ctrlPr>
                            </m:sSubPr>
                            <m:e>
                              <m:r>
                                <a:rPr lang="ar-AE" sz="2400" i="1">
                                  <a:solidFill>
                                    <a:schemeClr val="accent6">
                                      <a:lumMod val="60000"/>
                                      <a:lumOff val="40000"/>
                                    </a:schemeClr>
                                  </a:solidFill>
                                  <a:latin typeface="Cambria Math" panose="02040503050406030204" pitchFamily="18" charset="0"/>
                                </a:rPr>
                                <m:t>𝑊</m:t>
                              </m:r>
                            </m:e>
                            <m:sub>
                              <m:r>
                                <a:rPr lang="ar-AE" sz="2400" i="1">
                                  <a:solidFill>
                                    <a:schemeClr val="accent6">
                                      <a:lumMod val="60000"/>
                                      <a:lumOff val="40000"/>
                                    </a:schemeClr>
                                  </a:solidFill>
                                  <a:latin typeface="Cambria Math" panose="02040503050406030204" pitchFamily="18" charset="0"/>
                                </a:rPr>
                                <m:t>𝑖</m:t>
                              </m:r>
                            </m:sub>
                          </m:sSub>
                          <m:d>
                            <m:dPr>
                              <m:begChr m:val="["/>
                              <m:endChr m:val="]"/>
                              <m:sepChr m:val=","/>
                              <m:ctrlPr>
                                <a:rPr lang="ar-AE" sz="2400" i="1" smtClean="0">
                                  <a:solidFill>
                                    <a:schemeClr val="accent6">
                                      <a:lumMod val="60000"/>
                                      <a:lumOff val="40000"/>
                                    </a:schemeClr>
                                  </a:solidFill>
                                  <a:latin typeface="Cambria Math" panose="02040503050406030204" pitchFamily="18" charset="0"/>
                                </a:rPr>
                              </m:ctrlPr>
                            </m:dPr>
                            <m:e>
                              <m:sSub>
                                <m:sSubPr>
                                  <m:ctrlPr>
                                    <a:rPr lang="ar-AE" sz="2400" i="1">
                                      <a:solidFill>
                                        <a:schemeClr val="accent6">
                                          <a:lumMod val="60000"/>
                                          <a:lumOff val="40000"/>
                                        </a:schemeClr>
                                      </a:solidFill>
                                      <a:latin typeface="Cambria Math" panose="02040503050406030204" pitchFamily="18" charset="0"/>
                                    </a:rPr>
                                  </m:ctrlPr>
                                </m:sSubPr>
                                <m:e>
                                  <m:r>
                                    <a:rPr lang="ar-AE" sz="2400" i="1">
                                      <a:solidFill>
                                        <a:schemeClr val="accent6">
                                          <a:lumMod val="60000"/>
                                          <a:lumOff val="40000"/>
                                        </a:schemeClr>
                                      </a:solidFill>
                                      <a:latin typeface="Cambria Math" panose="02040503050406030204" pitchFamily="18" charset="0"/>
                                    </a:rPr>
                                    <m:t>h</m:t>
                                  </m:r>
                                </m:e>
                                <m:sub>
                                  <m:r>
                                    <a:rPr lang="ar-AE" sz="2400" i="1">
                                      <a:solidFill>
                                        <a:schemeClr val="accent6">
                                          <a:lumMod val="60000"/>
                                          <a:lumOff val="40000"/>
                                        </a:schemeClr>
                                      </a:solidFill>
                                      <a:latin typeface="Cambria Math" panose="02040503050406030204" pitchFamily="18" charset="0"/>
                                    </a:rPr>
                                    <m:t>𝑡</m:t>
                                  </m:r>
                                  <m:r>
                                    <a:rPr lang="ar-AE" sz="2400" i="0">
                                      <a:solidFill>
                                        <a:schemeClr val="accent6">
                                          <a:lumMod val="60000"/>
                                          <a:lumOff val="40000"/>
                                        </a:schemeClr>
                                      </a:solidFill>
                                      <a:latin typeface="Cambria Math" panose="02040503050406030204" pitchFamily="18" charset="0"/>
                                    </a:rPr>
                                    <m:t>−</m:t>
                                  </m:r>
                                  <m:r>
                                    <a:rPr lang="ar-AE" sz="2400" i="0">
                                      <a:solidFill>
                                        <a:schemeClr val="accent6">
                                          <a:lumMod val="60000"/>
                                          <a:lumOff val="40000"/>
                                        </a:schemeClr>
                                      </a:solidFill>
                                      <a:latin typeface="Cambria Math" panose="02040503050406030204" pitchFamily="18" charset="0"/>
                                    </a:rPr>
                                    <m:t>1</m:t>
                                  </m:r>
                                </m:sub>
                              </m:sSub>
                              <m:r>
                                <a:rPr lang="en-US" sz="2400" b="0" i="1" smtClean="0">
                                  <a:solidFill>
                                    <a:schemeClr val="accent6">
                                      <a:lumMod val="60000"/>
                                      <a:lumOff val="40000"/>
                                    </a:schemeClr>
                                  </a:solidFill>
                                  <a:latin typeface="Cambria Math" panose="02040503050406030204" pitchFamily="18" charset="0"/>
                                </a:rPr>
                                <m:t> </m:t>
                              </m:r>
                            </m:e>
                            <m:e>
                              <m:sSub>
                                <m:sSubPr>
                                  <m:ctrlPr>
                                    <a:rPr lang="ar-AE" sz="2400" i="1">
                                      <a:solidFill>
                                        <a:schemeClr val="accent6">
                                          <a:lumMod val="60000"/>
                                          <a:lumOff val="40000"/>
                                        </a:schemeClr>
                                      </a:solidFill>
                                      <a:latin typeface="Cambria Math" panose="02040503050406030204" pitchFamily="18" charset="0"/>
                                    </a:rPr>
                                  </m:ctrlPr>
                                </m:sSubPr>
                                <m:e>
                                  <m:r>
                                    <a:rPr lang="en-US" sz="2400" b="0" i="1" smtClean="0">
                                      <a:solidFill>
                                        <a:schemeClr val="accent6">
                                          <a:lumMod val="60000"/>
                                          <a:lumOff val="40000"/>
                                        </a:schemeClr>
                                      </a:solidFill>
                                      <a:latin typeface="Cambria Math" panose="02040503050406030204" pitchFamily="18" charset="0"/>
                                    </a:rPr>
                                    <m:t> </m:t>
                                  </m:r>
                                  <m:r>
                                    <a:rPr lang="ar-AE" sz="2400" i="1">
                                      <a:solidFill>
                                        <a:schemeClr val="accent6">
                                          <a:lumMod val="60000"/>
                                          <a:lumOff val="40000"/>
                                        </a:schemeClr>
                                      </a:solidFill>
                                      <a:latin typeface="Cambria Math" panose="02040503050406030204" pitchFamily="18" charset="0"/>
                                    </a:rPr>
                                    <m:t>𝑥</m:t>
                                  </m:r>
                                </m:e>
                                <m:sub>
                                  <m:r>
                                    <a:rPr lang="ar-AE" sz="2400" i="1">
                                      <a:solidFill>
                                        <a:schemeClr val="accent6">
                                          <a:lumMod val="60000"/>
                                          <a:lumOff val="40000"/>
                                        </a:schemeClr>
                                      </a:solidFill>
                                      <a:latin typeface="Cambria Math" panose="02040503050406030204" pitchFamily="18" charset="0"/>
                                    </a:rPr>
                                    <m:t>𝑡</m:t>
                                  </m:r>
                                </m:sub>
                              </m:sSub>
                            </m:e>
                          </m:d>
                          <m:r>
                            <a:rPr lang="ar-AE" sz="2400" i="0">
                              <a:solidFill>
                                <a:schemeClr val="accent6">
                                  <a:lumMod val="60000"/>
                                  <a:lumOff val="40000"/>
                                </a:schemeClr>
                              </a:solidFill>
                              <a:latin typeface="Cambria Math" panose="02040503050406030204" pitchFamily="18" charset="0"/>
                            </a:rPr>
                            <m:t>+</m:t>
                          </m:r>
                          <m:sSub>
                            <m:sSubPr>
                              <m:ctrlPr>
                                <a:rPr lang="ar-AE" sz="2400" i="1">
                                  <a:solidFill>
                                    <a:schemeClr val="accent6">
                                      <a:lumMod val="60000"/>
                                      <a:lumOff val="40000"/>
                                    </a:schemeClr>
                                  </a:solidFill>
                                  <a:latin typeface="Cambria Math" panose="02040503050406030204" pitchFamily="18" charset="0"/>
                                </a:rPr>
                              </m:ctrlPr>
                            </m:sSubPr>
                            <m:e>
                              <m:r>
                                <a:rPr lang="ar-AE" sz="2400" i="1">
                                  <a:solidFill>
                                    <a:schemeClr val="accent6">
                                      <a:lumMod val="60000"/>
                                      <a:lumOff val="40000"/>
                                    </a:schemeClr>
                                  </a:solidFill>
                                  <a:latin typeface="Cambria Math" panose="02040503050406030204" pitchFamily="18" charset="0"/>
                                </a:rPr>
                                <m:t>𝑏</m:t>
                              </m:r>
                            </m:e>
                            <m:sub>
                              <m:r>
                                <a:rPr lang="ar-AE" sz="2400" i="1">
                                  <a:solidFill>
                                    <a:schemeClr val="accent6">
                                      <a:lumMod val="60000"/>
                                      <a:lumOff val="40000"/>
                                    </a:schemeClr>
                                  </a:solidFill>
                                  <a:latin typeface="Cambria Math" panose="02040503050406030204" pitchFamily="18" charset="0"/>
                                </a:rPr>
                                <m:t>𝑖</m:t>
                              </m:r>
                            </m:sub>
                          </m:sSub>
                        </m:e>
                      </m:d>
                    </m:oMath>
                  </m:oMathPara>
                </a14:m>
                <a:endParaRPr lang="ar-AE" sz="2400" dirty="0">
                  <a:solidFill>
                    <a:schemeClr val="accent6">
                      <a:lumMod val="60000"/>
                      <a:lumOff val="40000"/>
                    </a:schemeClr>
                  </a:solidFill>
                </a:endParaRPr>
              </a:p>
              <a:p>
                <a:pPr>
                  <a:buNone/>
                </a:pPr>
                <a14:m>
                  <m:oMathPara xmlns:m="http://schemas.openxmlformats.org/officeDocument/2006/math">
                    <m:oMathParaPr>
                      <m:jc m:val="centerGroup"/>
                    </m:oMathParaPr>
                    <m:oMath xmlns:m="http://schemas.openxmlformats.org/officeDocument/2006/math">
                      <m:sSub>
                        <m:sSubPr>
                          <m:ctrlPr>
                            <a:rPr lang="ar-AE" sz="2400" i="1">
                              <a:solidFill>
                                <a:schemeClr val="accent6">
                                  <a:lumMod val="60000"/>
                                  <a:lumOff val="40000"/>
                                </a:schemeClr>
                              </a:solidFill>
                              <a:latin typeface="Cambria Math" panose="02040503050406030204" pitchFamily="18" charset="0"/>
                            </a:rPr>
                          </m:ctrlPr>
                        </m:sSubPr>
                        <m:e>
                          <m:r>
                            <a:rPr lang="ar-AE" sz="2400" i="1">
                              <a:solidFill>
                                <a:schemeClr val="accent6">
                                  <a:lumMod val="60000"/>
                                  <a:lumOff val="40000"/>
                                </a:schemeClr>
                              </a:solidFill>
                              <a:latin typeface="Cambria Math" panose="02040503050406030204" pitchFamily="18" charset="0"/>
                            </a:rPr>
                            <m:t>𝐶</m:t>
                          </m:r>
                        </m:e>
                        <m:sub>
                          <m:r>
                            <a:rPr lang="ar-AE" sz="2400" i="1">
                              <a:solidFill>
                                <a:schemeClr val="accent6">
                                  <a:lumMod val="60000"/>
                                  <a:lumOff val="40000"/>
                                </a:schemeClr>
                              </a:solidFill>
                              <a:latin typeface="Cambria Math" panose="02040503050406030204" pitchFamily="18" charset="0"/>
                            </a:rPr>
                            <m:t>𝑡</m:t>
                          </m:r>
                        </m:sub>
                      </m:sSub>
                      <m:r>
                        <a:rPr lang="ar-AE" sz="2400" i="0">
                          <a:solidFill>
                            <a:schemeClr val="accent6">
                              <a:lumMod val="60000"/>
                              <a:lumOff val="40000"/>
                            </a:schemeClr>
                          </a:solidFill>
                          <a:latin typeface="Cambria Math" panose="02040503050406030204" pitchFamily="18" charset="0"/>
                        </a:rPr>
                        <m:t>=</m:t>
                      </m:r>
                      <m:sSub>
                        <m:sSubPr>
                          <m:ctrlPr>
                            <a:rPr lang="ar-AE" sz="2400" i="1">
                              <a:solidFill>
                                <a:schemeClr val="accent6">
                                  <a:lumMod val="60000"/>
                                  <a:lumOff val="40000"/>
                                </a:schemeClr>
                              </a:solidFill>
                              <a:latin typeface="Cambria Math" panose="02040503050406030204" pitchFamily="18" charset="0"/>
                            </a:rPr>
                          </m:ctrlPr>
                        </m:sSubPr>
                        <m:e>
                          <m:r>
                            <a:rPr lang="ar-AE" sz="2400" i="1">
                              <a:solidFill>
                                <a:schemeClr val="accent6">
                                  <a:lumMod val="60000"/>
                                  <a:lumOff val="40000"/>
                                </a:schemeClr>
                              </a:solidFill>
                              <a:latin typeface="Cambria Math" panose="02040503050406030204" pitchFamily="18" charset="0"/>
                            </a:rPr>
                            <m:t>𝑓</m:t>
                          </m:r>
                        </m:e>
                        <m:sub>
                          <m:r>
                            <a:rPr lang="ar-AE" sz="2400" i="1">
                              <a:solidFill>
                                <a:schemeClr val="accent6">
                                  <a:lumMod val="60000"/>
                                  <a:lumOff val="40000"/>
                                </a:schemeClr>
                              </a:solidFill>
                              <a:latin typeface="Cambria Math" panose="02040503050406030204" pitchFamily="18" charset="0"/>
                            </a:rPr>
                            <m:t>𝑡</m:t>
                          </m:r>
                        </m:sub>
                      </m:sSub>
                      <m:r>
                        <a:rPr lang="ar-AE" sz="2400" i="0">
                          <a:solidFill>
                            <a:schemeClr val="accent6">
                              <a:lumMod val="60000"/>
                              <a:lumOff val="40000"/>
                            </a:schemeClr>
                          </a:solidFill>
                          <a:latin typeface="Cambria Math" panose="02040503050406030204" pitchFamily="18" charset="0"/>
                        </a:rPr>
                        <m:t>⋅</m:t>
                      </m:r>
                      <m:sSub>
                        <m:sSubPr>
                          <m:ctrlPr>
                            <a:rPr lang="ar-AE" sz="2400" i="1">
                              <a:solidFill>
                                <a:schemeClr val="accent6">
                                  <a:lumMod val="60000"/>
                                  <a:lumOff val="40000"/>
                                </a:schemeClr>
                              </a:solidFill>
                              <a:latin typeface="Cambria Math" panose="02040503050406030204" pitchFamily="18" charset="0"/>
                            </a:rPr>
                          </m:ctrlPr>
                        </m:sSubPr>
                        <m:e>
                          <m:r>
                            <a:rPr lang="ar-AE" sz="2400" i="1">
                              <a:solidFill>
                                <a:schemeClr val="accent6">
                                  <a:lumMod val="60000"/>
                                  <a:lumOff val="40000"/>
                                </a:schemeClr>
                              </a:solidFill>
                              <a:latin typeface="Cambria Math" panose="02040503050406030204" pitchFamily="18" charset="0"/>
                            </a:rPr>
                            <m:t>𝐶</m:t>
                          </m:r>
                        </m:e>
                        <m:sub>
                          <m:r>
                            <a:rPr lang="ar-AE" sz="2400" i="1">
                              <a:solidFill>
                                <a:schemeClr val="accent6">
                                  <a:lumMod val="60000"/>
                                  <a:lumOff val="40000"/>
                                </a:schemeClr>
                              </a:solidFill>
                              <a:latin typeface="Cambria Math" panose="02040503050406030204" pitchFamily="18" charset="0"/>
                            </a:rPr>
                            <m:t>𝑡</m:t>
                          </m:r>
                          <m:r>
                            <a:rPr lang="ar-AE" sz="2400" i="0">
                              <a:solidFill>
                                <a:schemeClr val="accent6">
                                  <a:lumMod val="60000"/>
                                  <a:lumOff val="40000"/>
                                </a:schemeClr>
                              </a:solidFill>
                              <a:latin typeface="Cambria Math" panose="02040503050406030204" pitchFamily="18" charset="0"/>
                            </a:rPr>
                            <m:t>−</m:t>
                          </m:r>
                          <m:r>
                            <a:rPr lang="ar-AE" sz="2400" i="0">
                              <a:solidFill>
                                <a:schemeClr val="accent6">
                                  <a:lumMod val="60000"/>
                                  <a:lumOff val="40000"/>
                                </a:schemeClr>
                              </a:solidFill>
                              <a:latin typeface="Cambria Math" panose="02040503050406030204" pitchFamily="18" charset="0"/>
                            </a:rPr>
                            <m:t>1</m:t>
                          </m:r>
                        </m:sub>
                      </m:sSub>
                      <m:r>
                        <a:rPr lang="ar-AE" sz="2400" i="0">
                          <a:solidFill>
                            <a:schemeClr val="accent6">
                              <a:lumMod val="60000"/>
                              <a:lumOff val="40000"/>
                            </a:schemeClr>
                          </a:solidFill>
                          <a:latin typeface="Cambria Math" panose="02040503050406030204" pitchFamily="18" charset="0"/>
                        </a:rPr>
                        <m:t>+</m:t>
                      </m:r>
                      <m:sSub>
                        <m:sSubPr>
                          <m:ctrlPr>
                            <a:rPr lang="ar-AE" sz="2400" i="1">
                              <a:solidFill>
                                <a:schemeClr val="accent6">
                                  <a:lumMod val="60000"/>
                                  <a:lumOff val="40000"/>
                                </a:schemeClr>
                              </a:solidFill>
                              <a:latin typeface="Cambria Math" panose="02040503050406030204" pitchFamily="18" charset="0"/>
                            </a:rPr>
                          </m:ctrlPr>
                        </m:sSubPr>
                        <m:e>
                          <m:r>
                            <a:rPr lang="ar-AE" sz="2400" i="1">
                              <a:solidFill>
                                <a:schemeClr val="accent6">
                                  <a:lumMod val="60000"/>
                                  <a:lumOff val="40000"/>
                                </a:schemeClr>
                              </a:solidFill>
                              <a:latin typeface="Cambria Math" panose="02040503050406030204" pitchFamily="18" charset="0"/>
                            </a:rPr>
                            <m:t>𝑖</m:t>
                          </m:r>
                        </m:e>
                        <m:sub>
                          <m:r>
                            <a:rPr lang="ar-AE" sz="2400" i="1">
                              <a:solidFill>
                                <a:schemeClr val="accent6">
                                  <a:lumMod val="60000"/>
                                  <a:lumOff val="40000"/>
                                </a:schemeClr>
                              </a:solidFill>
                              <a:latin typeface="Cambria Math" panose="02040503050406030204" pitchFamily="18" charset="0"/>
                            </a:rPr>
                            <m:t>𝑡</m:t>
                          </m:r>
                        </m:sub>
                      </m:sSub>
                      <m:r>
                        <a:rPr lang="ar-AE" sz="2400" i="0">
                          <a:solidFill>
                            <a:schemeClr val="accent6">
                              <a:lumMod val="60000"/>
                              <a:lumOff val="40000"/>
                            </a:schemeClr>
                          </a:solidFill>
                          <a:latin typeface="Cambria Math" panose="02040503050406030204" pitchFamily="18" charset="0"/>
                        </a:rPr>
                        <m:t>⋅</m:t>
                      </m:r>
                      <m:r>
                        <a:rPr lang="ar-AE" sz="2400" i="1">
                          <a:solidFill>
                            <a:schemeClr val="accent6">
                              <a:lumMod val="60000"/>
                              <a:lumOff val="40000"/>
                            </a:schemeClr>
                          </a:solidFill>
                          <a:latin typeface="Cambria Math" panose="02040503050406030204" pitchFamily="18" charset="0"/>
                        </a:rPr>
                        <m:t>𝑡𝑖𝑙𝑑𝑒</m:t>
                      </m:r>
                      <m:sSub>
                        <m:sSubPr>
                          <m:ctrlPr>
                            <a:rPr lang="ar-AE" sz="2400" i="1">
                              <a:solidFill>
                                <a:schemeClr val="accent6">
                                  <a:lumMod val="60000"/>
                                  <a:lumOff val="40000"/>
                                </a:schemeClr>
                              </a:solidFill>
                              <a:latin typeface="Cambria Math" panose="02040503050406030204" pitchFamily="18" charset="0"/>
                            </a:rPr>
                          </m:ctrlPr>
                        </m:sSubPr>
                        <m:e>
                          <m:r>
                            <a:rPr lang="ar-AE" sz="2400" i="1">
                              <a:solidFill>
                                <a:schemeClr val="accent6">
                                  <a:lumMod val="60000"/>
                                  <a:lumOff val="40000"/>
                                </a:schemeClr>
                              </a:solidFill>
                              <a:latin typeface="Cambria Math" panose="02040503050406030204" pitchFamily="18" charset="0"/>
                            </a:rPr>
                            <m:t>𝐶</m:t>
                          </m:r>
                        </m:e>
                        <m:sub>
                          <m:r>
                            <a:rPr lang="ar-AE" sz="2400" i="1">
                              <a:solidFill>
                                <a:schemeClr val="accent6">
                                  <a:lumMod val="60000"/>
                                  <a:lumOff val="40000"/>
                                </a:schemeClr>
                              </a:solidFill>
                              <a:latin typeface="Cambria Math" panose="02040503050406030204" pitchFamily="18" charset="0"/>
                            </a:rPr>
                            <m:t>𝑡</m:t>
                          </m:r>
                        </m:sub>
                      </m:sSub>
                    </m:oMath>
                  </m:oMathPara>
                </a14:m>
                <a:endParaRPr lang="ar-AE" sz="2400" dirty="0">
                  <a:solidFill>
                    <a:schemeClr val="accent6">
                      <a:lumMod val="60000"/>
                      <a:lumOff val="40000"/>
                    </a:schemeClr>
                  </a:solidFill>
                </a:endParaRPr>
              </a:p>
              <a:p>
                <a:pPr>
                  <a:buNone/>
                </a:pPr>
                <a14:m>
                  <m:oMathPara xmlns:m="http://schemas.openxmlformats.org/officeDocument/2006/math">
                    <m:oMathParaPr>
                      <m:jc m:val="centerGroup"/>
                    </m:oMathParaPr>
                    <m:oMath xmlns:m="http://schemas.openxmlformats.org/officeDocument/2006/math">
                      <m:sSub>
                        <m:sSubPr>
                          <m:ctrlPr>
                            <a:rPr lang="ar-AE" sz="2400" i="1">
                              <a:solidFill>
                                <a:schemeClr val="accent6">
                                  <a:lumMod val="60000"/>
                                  <a:lumOff val="40000"/>
                                </a:schemeClr>
                              </a:solidFill>
                              <a:latin typeface="Cambria Math" panose="02040503050406030204" pitchFamily="18" charset="0"/>
                            </a:rPr>
                          </m:ctrlPr>
                        </m:sSubPr>
                        <m:e>
                          <m:r>
                            <a:rPr lang="ar-AE" sz="2400" i="1">
                              <a:solidFill>
                                <a:schemeClr val="accent6">
                                  <a:lumMod val="60000"/>
                                  <a:lumOff val="40000"/>
                                </a:schemeClr>
                              </a:solidFill>
                              <a:latin typeface="Cambria Math" panose="02040503050406030204" pitchFamily="18" charset="0"/>
                            </a:rPr>
                            <m:t>h</m:t>
                          </m:r>
                        </m:e>
                        <m:sub>
                          <m:r>
                            <a:rPr lang="ar-AE" sz="2400" i="1">
                              <a:solidFill>
                                <a:schemeClr val="accent6">
                                  <a:lumMod val="60000"/>
                                  <a:lumOff val="40000"/>
                                </a:schemeClr>
                              </a:solidFill>
                              <a:latin typeface="Cambria Math" panose="02040503050406030204" pitchFamily="18" charset="0"/>
                            </a:rPr>
                            <m:t>𝑡</m:t>
                          </m:r>
                        </m:sub>
                      </m:sSub>
                      <m:r>
                        <a:rPr lang="ar-AE" sz="2400" i="0">
                          <a:solidFill>
                            <a:schemeClr val="accent6">
                              <a:lumMod val="60000"/>
                              <a:lumOff val="40000"/>
                            </a:schemeClr>
                          </a:solidFill>
                          <a:latin typeface="Cambria Math" panose="02040503050406030204" pitchFamily="18" charset="0"/>
                        </a:rPr>
                        <m:t>=</m:t>
                      </m:r>
                      <m:sSub>
                        <m:sSubPr>
                          <m:ctrlPr>
                            <a:rPr lang="ar-AE" sz="2400" i="1">
                              <a:solidFill>
                                <a:schemeClr val="accent6">
                                  <a:lumMod val="60000"/>
                                  <a:lumOff val="40000"/>
                                </a:schemeClr>
                              </a:solidFill>
                              <a:latin typeface="Cambria Math" panose="02040503050406030204" pitchFamily="18" charset="0"/>
                            </a:rPr>
                          </m:ctrlPr>
                        </m:sSubPr>
                        <m:e>
                          <m:r>
                            <a:rPr lang="ar-AE" sz="2400" i="1">
                              <a:solidFill>
                                <a:schemeClr val="accent6">
                                  <a:lumMod val="60000"/>
                                  <a:lumOff val="40000"/>
                                </a:schemeClr>
                              </a:solidFill>
                              <a:latin typeface="Cambria Math" panose="02040503050406030204" pitchFamily="18" charset="0"/>
                            </a:rPr>
                            <m:t>𝑜</m:t>
                          </m:r>
                        </m:e>
                        <m:sub>
                          <m:r>
                            <a:rPr lang="ar-AE" sz="2400" i="1">
                              <a:solidFill>
                                <a:schemeClr val="accent6">
                                  <a:lumMod val="60000"/>
                                  <a:lumOff val="40000"/>
                                </a:schemeClr>
                              </a:solidFill>
                              <a:latin typeface="Cambria Math" panose="02040503050406030204" pitchFamily="18" charset="0"/>
                            </a:rPr>
                            <m:t>𝑡</m:t>
                          </m:r>
                        </m:sub>
                      </m:sSub>
                      <m:r>
                        <a:rPr lang="ar-AE" sz="2400" i="0">
                          <a:solidFill>
                            <a:schemeClr val="accent6">
                              <a:lumMod val="60000"/>
                              <a:lumOff val="40000"/>
                            </a:schemeClr>
                          </a:solidFill>
                          <a:latin typeface="Cambria Math" panose="02040503050406030204" pitchFamily="18" charset="0"/>
                        </a:rPr>
                        <m:t>⋅</m:t>
                      </m:r>
                      <m:r>
                        <m:rPr>
                          <m:sty m:val="p"/>
                        </m:rPr>
                        <a:rPr lang="en-US" sz="2400" i="0">
                          <a:solidFill>
                            <a:schemeClr val="accent6">
                              <a:lumMod val="60000"/>
                              <a:lumOff val="40000"/>
                            </a:schemeClr>
                          </a:solidFill>
                          <a:latin typeface="Cambria Math" panose="02040503050406030204" pitchFamily="18" charset="0"/>
                        </a:rPr>
                        <m:t>tanh</m:t>
                      </m:r>
                      <m:r>
                        <a:rPr lang="en-US" sz="2400" i="0">
                          <a:solidFill>
                            <a:schemeClr val="accent6">
                              <a:lumMod val="60000"/>
                              <a:lumOff val="40000"/>
                            </a:schemeClr>
                          </a:solidFill>
                          <a:latin typeface="Cambria Math" panose="02040503050406030204" pitchFamily="18" charset="0"/>
                        </a:rPr>
                        <m:t>⁡</m:t>
                      </m:r>
                      <m:d>
                        <m:dPr>
                          <m:ctrlPr>
                            <a:rPr lang="ar-AE" sz="2400" i="1">
                              <a:solidFill>
                                <a:schemeClr val="accent6">
                                  <a:lumMod val="60000"/>
                                  <a:lumOff val="40000"/>
                                </a:schemeClr>
                              </a:solidFill>
                              <a:latin typeface="Cambria Math" panose="02040503050406030204" pitchFamily="18" charset="0"/>
                            </a:rPr>
                          </m:ctrlPr>
                        </m:dPr>
                        <m:e>
                          <m:sSub>
                            <m:sSubPr>
                              <m:ctrlPr>
                                <a:rPr lang="ar-AE" sz="2400" i="1">
                                  <a:solidFill>
                                    <a:schemeClr val="accent6">
                                      <a:lumMod val="60000"/>
                                      <a:lumOff val="40000"/>
                                    </a:schemeClr>
                                  </a:solidFill>
                                  <a:latin typeface="Cambria Math" panose="02040503050406030204" pitchFamily="18" charset="0"/>
                                </a:rPr>
                              </m:ctrlPr>
                            </m:sSubPr>
                            <m:e>
                              <m:r>
                                <a:rPr lang="ar-AE" sz="2400" i="1">
                                  <a:solidFill>
                                    <a:schemeClr val="accent6">
                                      <a:lumMod val="60000"/>
                                      <a:lumOff val="40000"/>
                                    </a:schemeClr>
                                  </a:solidFill>
                                  <a:latin typeface="Cambria Math" panose="02040503050406030204" pitchFamily="18" charset="0"/>
                                </a:rPr>
                                <m:t>𝐶</m:t>
                              </m:r>
                            </m:e>
                            <m:sub>
                              <m:r>
                                <a:rPr lang="ar-AE" sz="2400" i="1">
                                  <a:solidFill>
                                    <a:schemeClr val="accent6">
                                      <a:lumMod val="60000"/>
                                      <a:lumOff val="40000"/>
                                    </a:schemeClr>
                                  </a:solidFill>
                                  <a:latin typeface="Cambria Math" panose="02040503050406030204" pitchFamily="18" charset="0"/>
                                </a:rPr>
                                <m:t>𝑡</m:t>
                              </m:r>
                            </m:sub>
                          </m:sSub>
                        </m:e>
                      </m:d>
                    </m:oMath>
                  </m:oMathPara>
                </a14:m>
                <a:endParaRPr lang="ar-AE" sz="2400" dirty="0">
                  <a:solidFill>
                    <a:schemeClr val="accent6">
                      <a:lumMod val="60000"/>
                      <a:lumOff val="40000"/>
                    </a:schemeClr>
                  </a:solidFill>
                </a:endParaRPr>
              </a:p>
            </p:txBody>
          </p:sp>
        </mc:Choice>
        <mc:Fallback xmlns="">
          <p:sp>
            <p:nvSpPr>
              <p:cNvPr id="3" name="TextBox 2">
                <a:extLst>
                  <a:ext uri="{FF2B5EF4-FFF2-40B4-BE49-F238E27FC236}">
                    <a16:creationId xmlns:a16="http://schemas.microsoft.com/office/drawing/2014/main" id="{41E784ED-F17C-5908-EF6F-2E4D66A7C17F}"/>
                  </a:ext>
                </a:extLst>
              </p:cNvPr>
              <p:cNvSpPr txBox="1">
                <a:spLocks noRot="1" noChangeAspect="1" noMove="1" noResize="1" noEditPoints="1" noAdjustHandles="1" noChangeArrowheads="1" noChangeShapeType="1" noTextEdit="1"/>
              </p:cNvSpPr>
              <p:nvPr/>
            </p:nvSpPr>
            <p:spPr>
              <a:xfrm>
                <a:off x="2176272" y="4004361"/>
                <a:ext cx="7027164" cy="1995033"/>
              </a:xfrm>
              <a:prstGeom prst="rect">
                <a:avLst/>
              </a:prstGeom>
              <a:blipFill>
                <a:blip r:embed="rId3"/>
                <a:stretch>
                  <a:fillRect l="-1301" t="-2446"/>
                </a:stretch>
              </a:blipFill>
            </p:spPr>
            <p:txBody>
              <a:bodyPr/>
              <a:lstStyle/>
              <a:p>
                <a:r>
                  <a:rPr lang="en-US">
                    <a:noFill/>
                  </a:rPr>
                  <a:t> </a:t>
                </a:r>
              </a:p>
            </p:txBody>
          </p:sp>
        </mc:Fallback>
      </mc:AlternateContent>
    </p:spTree>
    <p:extLst>
      <p:ext uri="{BB962C8B-B14F-4D97-AF65-F5344CB8AC3E}">
        <p14:creationId xmlns:p14="http://schemas.microsoft.com/office/powerpoint/2010/main" val="1159075782"/>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D931D7F-4279-DA2E-FA64-6CF3C441D414}"/>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795E1B75-886E-0812-B2FD-DD250C225521}"/>
              </a:ext>
            </a:extLst>
          </p:cNvPr>
          <p:cNvSpPr>
            <a:spLocks noGrp="1"/>
          </p:cNvSpPr>
          <p:nvPr>
            <p:ph type="title"/>
          </p:nvPr>
        </p:nvSpPr>
        <p:spPr>
          <a:xfrm>
            <a:off x="274320" y="136525"/>
            <a:ext cx="11466576" cy="832739"/>
          </a:xfrm>
        </p:spPr>
        <p:txBody>
          <a:bodyPr>
            <a:normAutofit/>
          </a:bodyPr>
          <a:lstStyle/>
          <a:p>
            <a:r>
              <a:rPr lang="en-US" sz="3600" dirty="0"/>
              <a:t>EXTRA</a:t>
            </a:r>
          </a:p>
        </p:txBody>
      </p:sp>
      <p:sp>
        <p:nvSpPr>
          <p:cNvPr id="4" name="TextBox 3">
            <a:extLst>
              <a:ext uri="{FF2B5EF4-FFF2-40B4-BE49-F238E27FC236}">
                <a16:creationId xmlns:a16="http://schemas.microsoft.com/office/drawing/2014/main" id="{902F8BE4-9CEA-0DAD-0357-E0A8215F169D}"/>
              </a:ext>
            </a:extLst>
          </p:cNvPr>
          <p:cNvSpPr txBox="1"/>
          <p:nvPr/>
        </p:nvSpPr>
        <p:spPr>
          <a:xfrm>
            <a:off x="274320" y="933117"/>
            <a:ext cx="11658600" cy="646331"/>
          </a:xfrm>
          <a:prstGeom prst="rect">
            <a:avLst/>
          </a:prstGeom>
          <a:noFill/>
        </p:spPr>
        <p:txBody>
          <a:bodyPr wrap="square">
            <a:spAutoFit/>
          </a:bodyPr>
          <a:lstStyle/>
          <a:p>
            <a:pPr marL="0" indent="0">
              <a:buNone/>
            </a:pPr>
            <a:r>
              <a:rPr lang="en-US" dirty="0" err="1">
                <a:solidFill>
                  <a:schemeClr val="accent6">
                    <a:lumMod val="60000"/>
                    <a:lumOff val="40000"/>
                  </a:schemeClr>
                </a:solidFill>
              </a:rPr>
              <a:t>Xxxxxxxxxxx</a:t>
            </a:r>
            <a:endParaRPr lang="en-US" dirty="0">
              <a:solidFill>
                <a:schemeClr val="accent6">
                  <a:lumMod val="60000"/>
                  <a:lumOff val="40000"/>
                </a:schemeClr>
              </a:solidFill>
            </a:endParaRPr>
          </a:p>
          <a:p>
            <a:pPr marL="0" indent="0">
              <a:buNone/>
            </a:pPr>
            <a:r>
              <a:rPr lang="en-US" dirty="0" err="1">
                <a:solidFill>
                  <a:schemeClr val="accent6">
                    <a:lumMod val="60000"/>
                    <a:lumOff val="40000"/>
                  </a:schemeClr>
                </a:solidFill>
              </a:rPr>
              <a:t>xxxxxxxxxxxx</a:t>
            </a:r>
            <a:endParaRPr lang="en-US" dirty="0">
              <a:solidFill>
                <a:schemeClr val="accent6">
                  <a:lumMod val="60000"/>
                  <a:lumOff val="40000"/>
                </a:schemeClr>
              </a:solidFill>
            </a:endParaRPr>
          </a:p>
        </p:txBody>
      </p:sp>
    </p:spTree>
    <p:extLst>
      <p:ext uri="{BB962C8B-B14F-4D97-AF65-F5344CB8AC3E}">
        <p14:creationId xmlns:p14="http://schemas.microsoft.com/office/powerpoint/2010/main" val="366625378"/>
      </p:ext>
    </p:extLst>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3.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emplate>What is Statistics</Template>
  <TotalTime>2046</TotalTime>
  <Words>936</Words>
  <Application>Microsoft Office PowerPoint</Application>
  <PresentationFormat>Widescreen</PresentationFormat>
  <Paragraphs>74</Paragraphs>
  <Slides>10</Slides>
  <Notes>2</Notes>
  <HiddenSlides>0</HiddenSlides>
  <MMClips>0</MMClips>
  <ScaleCrop>false</ScaleCrop>
  <HeadingPairs>
    <vt:vector size="6" baseType="variant">
      <vt:variant>
        <vt:lpstr>Fonts Used</vt:lpstr>
      </vt:variant>
      <vt:variant>
        <vt:i4>5</vt:i4>
      </vt:variant>
      <vt:variant>
        <vt:lpstr>Theme</vt:lpstr>
      </vt:variant>
      <vt:variant>
        <vt:i4>1</vt:i4>
      </vt:variant>
      <vt:variant>
        <vt:lpstr>Slide Titles</vt:lpstr>
      </vt:variant>
      <vt:variant>
        <vt:i4>10</vt:i4>
      </vt:variant>
    </vt:vector>
  </HeadingPairs>
  <TitlesOfParts>
    <vt:vector size="16" baseType="lpstr">
      <vt:lpstr>Arial</vt:lpstr>
      <vt:lpstr>Calibri</vt:lpstr>
      <vt:lpstr>Calibri Light</vt:lpstr>
      <vt:lpstr>Cambria Math</vt:lpstr>
      <vt:lpstr>Inter</vt:lpstr>
      <vt:lpstr>Office Theme</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EXTRA</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creator>Ashwani Kumar</dc:creator>
  <cp:lastModifiedBy>Ashwani Kumar</cp:lastModifiedBy>
  <cp:revision>238</cp:revision>
  <dcterms:created xsi:type="dcterms:W3CDTF">2025-09-22T02:44:38Z</dcterms:created>
  <dcterms:modified xsi:type="dcterms:W3CDTF">2026-04-25T11:25:14Z</dcterms:modified>
</cp:coreProperties>
</file>