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508872-44FE-C987-D1E3-A093E1C9B1C1}"/>
              </a:ext>
            </a:extLst>
          </p:cNvPr>
          <p:cNvSpPr txBox="1"/>
          <p:nvPr/>
        </p:nvSpPr>
        <p:spPr>
          <a:xfrm>
            <a:off x="383458" y="36855"/>
            <a:ext cx="113482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1. What is NLP Pipeline?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 pipeline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sequence of steps to convert raw text into a format a model can understand.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 Flow: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Text → Tokenization → Integer Encoding → Padding → Embeddings → Model (RNN)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18CA1-F79B-6944-D6D7-268990BAC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F08A55-79E1-9E6E-901F-A55D5BD70E40}"/>
              </a:ext>
            </a:extLst>
          </p:cNvPr>
          <p:cNvSpPr txBox="1"/>
          <p:nvPr/>
        </p:nvSpPr>
        <p:spPr>
          <a:xfrm>
            <a:off x="383458" y="36855"/>
            <a:ext cx="113482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Tokenization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Concept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= Breaking text into smaller units (words/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subwords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love Cherry" → ["I", "love", “Cherry"]</a:t>
            </a:r>
          </a:p>
        </p:txBody>
      </p:sp>
    </p:spTree>
    <p:extLst>
      <p:ext uri="{BB962C8B-B14F-4D97-AF65-F5344CB8AC3E}">
        <p14:creationId xmlns:p14="http://schemas.microsoft.com/office/powerpoint/2010/main" val="2936013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A5E4-4A29-16D5-D06D-BFAED4BC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3E90E-133C-A1F6-CD7A-6FD947AB3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71" y="0"/>
            <a:ext cx="6731718" cy="389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87B60F-26A8-E59D-71A2-56A7E5E60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71" y="4096512"/>
            <a:ext cx="7601455" cy="6094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872621-5304-34CB-FCD3-591757C6A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16" y="4705958"/>
            <a:ext cx="9123540" cy="43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7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E007-A685-7519-80F9-DD6BDF27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EFE28C-2895-3D3F-5BBC-6442123FF15E}"/>
              </a:ext>
            </a:extLst>
          </p:cNvPr>
          <p:cNvSpPr txBox="1"/>
          <p:nvPr/>
        </p:nvSpPr>
        <p:spPr>
          <a:xfrm>
            <a:off x="201168" y="154770"/>
            <a:ext cx="98846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Text → Sequences (Integer Encoding)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words into numbers: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"I love Cherry" → [3, 4, 7]</a:t>
            </a:r>
          </a:p>
        </p:txBody>
      </p:sp>
    </p:spTree>
    <p:extLst>
      <p:ext uri="{BB962C8B-B14F-4D97-AF65-F5344CB8AC3E}">
        <p14:creationId xmlns:p14="http://schemas.microsoft.com/office/powerpoint/2010/main" val="316941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BFA3-7B3E-3327-1EFE-6C6EBBD84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E8AA15E-71D9-897C-3EEC-51A7DCFF0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5" y="73152"/>
            <a:ext cx="8209313" cy="415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3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E3E8-9CFE-299D-FDB0-DB8A53D56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6A746B-347D-2B09-8595-15D11C06E14C}"/>
              </a:ext>
            </a:extLst>
          </p:cNvPr>
          <p:cNvSpPr txBox="1"/>
          <p:nvPr/>
        </p:nvSpPr>
        <p:spPr>
          <a:xfrm>
            <a:off x="246888" y="229261"/>
            <a:ext cx="10762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Padding (Very Important)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sentences have different lengths → Neural networks need fixed size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zeros (padding)</a:t>
            </a:r>
          </a:p>
        </p:txBody>
      </p:sp>
    </p:spTree>
    <p:extLst>
      <p:ext uri="{BB962C8B-B14F-4D97-AF65-F5344CB8AC3E}">
        <p14:creationId xmlns:p14="http://schemas.microsoft.com/office/powerpoint/2010/main" val="896573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FA1D0-D396-685B-EFB6-B37C6212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60AC57-9294-F5B6-610D-2B4FE3A50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61" y="195560"/>
            <a:ext cx="8364117" cy="3924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6143B5-EC6A-7292-B5E1-D94303D00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61" y="5129784"/>
            <a:ext cx="3087073" cy="14482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EFCEF1-10DF-86DD-D2EF-56648FAFE893}"/>
              </a:ext>
            </a:extLst>
          </p:cNvPr>
          <p:cNvSpPr txBox="1"/>
          <p:nvPr/>
        </p:nvSpPr>
        <p:spPr>
          <a:xfrm>
            <a:off x="5184648" y="4587163"/>
            <a:ext cx="6716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padding='pre' → add zeros at start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padding='post' → add zeros at end (recommended)</a:t>
            </a:r>
          </a:p>
        </p:txBody>
      </p:sp>
    </p:spTree>
    <p:extLst>
      <p:ext uri="{BB962C8B-B14F-4D97-AF65-F5344CB8AC3E}">
        <p14:creationId xmlns:p14="http://schemas.microsoft.com/office/powerpoint/2010/main" val="214844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236A-9FCF-ACC0-A29E-5EAA6D37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CA9EE0-4452-B3CD-4801-D3C4BA0369EA}"/>
              </a:ext>
            </a:extLst>
          </p:cNvPr>
          <p:cNvSpPr txBox="1"/>
          <p:nvPr/>
        </p:nvSpPr>
        <p:spPr>
          <a:xfrm>
            <a:off x="402336" y="154770"/>
            <a:ext cx="88011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Embeddings (Core Concept)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Numbers like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[3,4,7]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meaning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Solution: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into dense vectors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3 → [0.2, -0.1, 0.9]</a:t>
            </a:r>
          </a:p>
        </p:txBody>
      </p:sp>
    </p:spTree>
    <p:extLst>
      <p:ext uri="{BB962C8B-B14F-4D97-AF65-F5344CB8AC3E}">
        <p14:creationId xmlns:p14="http://schemas.microsoft.com/office/powerpoint/2010/main" val="4283922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6A600-2A51-B354-1B0A-FE08D2EA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76DBC-9FE6-E2DC-F99F-D450DE56E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817" y="521208"/>
            <a:ext cx="6730326" cy="265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6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1126</TotalTime>
  <Words>197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179</cp:revision>
  <dcterms:created xsi:type="dcterms:W3CDTF">2025-09-22T02:44:38Z</dcterms:created>
  <dcterms:modified xsi:type="dcterms:W3CDTF">2026-04-11T02:27:47Z</dcterms:modified>
</cp:coreProperties>
</file>