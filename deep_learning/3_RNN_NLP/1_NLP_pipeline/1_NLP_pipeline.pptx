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3685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1. What is NLP Pipeline?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pipeline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 to convert raw text into a format a model can understand.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→ Tokenization → Integer Encoding → Padding → Embeddings → Model (RNN)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8CA1-F79B-6944-D6D7-268990B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F08A55-79E1-9E6E-901F-A55D5BD70E40}"/>
              </a:ext>
            </a:extLst>
          </p:cNvPr>
          <p:cNvSpPr txBox="1"/>
          <p:nvPr/>
        </p:nvSpPr>
        <p:spPr>
          <a:xfrm>
            <a:off x="383458" y="3685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Tokenization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(words/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 Cherry" → ["I", "love", “Cherry"]</a:t>
            </a:r>
          </a:p>
        </p:txBody>
      </p:sp>
    </p:spTree>
    <p:extLst>
      <p:ext uri="{BB962C8B-B14F-4D97-AF65-F5344CB8AC3E}">
        <p14:creationId xmlns:p14="http://schemas.microsoft.com/office/powerpoint/2010/main" val="293601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A5E4-4A29-16D5-D06D-BFAED4BC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3E90E-133C-A1F6-CD7A-6FD947AB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1" y="0"/>
            <a:ext cx="6731718" cy="389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7B60F-26A8-E59D-71A2-56A7E5E6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71" y="4096512"/>
            <a:ext cx="7601455" cy="6094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72621-5304-34CB-FCD3-591757C6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16" y="4705958"/>
            <a:ext cx="9123540" cy="4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7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E007-A685-7519-80F9-DD6BDF2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FE28C-2895-3D3F-5BBC-6442123FF15E}"/>
              </a:ext>
            </a:extLst>
          </p:cNvPr>
          <p:cNvSpPr txBox="1"/>
          <p:nvPr/>
        </p:nvSpPr>
        <p:spPr>
          <a:xfrm>
            <a:off x="201168" y="154770"/>
            <a:ext cx="9884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Text → Sequences (Integer Encoding)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into numbers: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"I love Cherry" → [3, 4, 7]</a:t>
            </a:r>
          </a:p>
        </p:txBody>
      </p:sp>
    </p:spTree>
    <p:extLst>
      <p:ext uri="{BB962C8B-B14F-4D97-AF65-F5344CB8AC3E}">
        <p14:creationId xmlns:p14="http://schemas.microsoft.com/office/powerpoint/2010/main" val="316941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BFA3-7B3E-3327-1EFE-6C6EBBD8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8AA15E-71D9-897C-3EEC-51A7DCFF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" y="73152"/>
            <a:ext cx="8209313" cy="41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3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E3E8-9CFE-299D-FDB0-DB8A53D5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A746B-347D-2B09-8595-15D11C06E14C}"/>
              </a:ext>
            </a:extLst>
          </p:cNvPr>
          <p:cNvSpPr txBox="1"/>
          <p:nvPr/>
        </p:nvSpPr>
        <p:spPr>
          <a:xfrm>
            <a:off x="246888" y="229261"/>
            <a:ext cx="10762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Padding (Very Important)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sentences have different lengths → Neural networks need fixed size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zeros (padding)</a:t>
            </a:r>
          </a:p>
        </p:txBody>
      </p:sp>
    </p:spTree>
    <p:extLst>
      <p:ext uri="{BB962C8B-B14F-4D97-AF65-F5344CB8AC3E}">
        <p14:creationId xmlns:p14="http://schemas.microsoft.com/office/powerpoint/2010/main" val="89657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A1D0-D396-685B-EFB6-B37C6212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0AC57-9294-F5B6-610D-2B4FE3A5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61" y="195560"/>
            <a:ext cx="8364117" cy="3924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143B5-EC6A-7292-B5E1-D94303D00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61" y="5129784"/>
            <a:ext cx="3087073" cy="1448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FCEF1-10DF-86DD-D2EF-56648FAFE893}"/>
              </a:ext>
            </a:extLst>
          </p:cNvPr>
          <p:cNvSpPr txBox="1"/>
          <p:nvPr/>
        </p:nvSpPr>
        <p:spPr>
          <a:xfrm>
            <a:off x="5184648" y="4587163"/>
            <a:ext cx="67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padding='pre' → add zeros at start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padding='post' → add zeros at end (recommended)</a:t>
            </a:r>
          </a:p>
        </p:txBody>
      </p:sp>
    </p:spTree>
    <p:extLst>
      <p:ext uri="{BB962C8B-B14F-4D97-AF65-F5344CB8AC3E}">
        <p14:creationId xmlns:p14="http://schemas.microsoft.com/office/powerpoint/2010/main" val="21484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36A-9FCF-ACC0-A29E-5EAA6D37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A9EE0-4452-B3CD-4801-D3C4BA0369EA}"/>
              </a:ext>
            </a:extLst>
          </p:cNvPr>
          <p:cNvSpPr txBox="1"/>
          <p:nvPr/>
        </p:nvSpPr>
        <p:spPr>
          <a:xfrm>
            <a:off x="402336" y="154770"/>
            <a:ext cx="8801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Embeddings (Core Concept)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like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[3,4,7]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meaning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into dense vectors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3 → [0.2, -0.1, 0.9]</a:t>
            </a:r>
          </a:p>
        </p:txBody>
      </p:sp>
    </p:spTree>
    <p:extLst>
      <p:ext uri="{BB962C8B-B14F-4D97-AF65-F5344CB8AC3E}">
        <p14:creationId xmlns:p14="http://schemas.microsoft.com/office/powerpoint/2010/main" val="428392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600-2A51-B354-1B0A-FE08D2EA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76DBC-9FE6-E2DC-F99F-D450DE56E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17" y="521208"/>
            <a:ext cx="6730326" cy="265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1126</TotalTime>
  <Words>198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XXX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2026-04-05T09:48:10Z</dcterms:modified>
</cp:coreProperties>
</file>