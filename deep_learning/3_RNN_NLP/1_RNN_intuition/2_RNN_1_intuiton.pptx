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76" r:id="rId2"/>
    <p:sldId id="277" r:id="rId3"/>
    <p:sldId id="283" r:id="rId4"/>
    <p:sldId id="284" r:id="rId5"/>
    <p:sldId id="285" r:id="rId6"/>
    <p:sldId id="282" r:id="rId7"/>
    <p:sldId id="278" r:id="rId8"/>
    <p:sldId id="287" r:id="rId9"/>
    <p:sldId id="286" r:id="rId10"/>
    <p:sldId id="292" r:id="rId11"/>
    <p:sldId id="273" r:id="rId12"/>
    <p:sldId id="290" r:id="rId13"/>
    <p:sldId id="291" r:id="rId14"/>
    <p:sldId id="272" r:id="rId15"/>
    <p:sldId id="279" r:id="rId16"/>
    <p:sldId id="294" r:id="rId17"/>
    <p:sldId id="293" r:id="rId18"/>
    <p:sldId id="280" r:id="rId19"/>
    <p:sldId id="281" r:id="rId20"/>
    <p:sldId id="288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18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12 445 3512 0 0,'0'0'-202'0'0,"-11"9"2347"0"0,164-95-1953 0 0,164-66 0 0 0,-176 87-148 0 0,-94 44-50 0 0,-19 9 17 0 0,-1 0 0 0 0,27-18-1 0 0,3 5 88 0 0,-55 24-69 0 0,-2 1-28 0 0,0 0 0 0 0,1 0 0 0 0,-1 0 1 0 0,0 0-1 0 0,0 0 0 0 0,0 0 0 0 0,1 0 0 0 0,-1 0 0 0 0,0 0 0 0 0,0-1 1 0 0,0 1-1 0 0,0 0 0 0 0,1 0 0 0 0,-1 0 0 0 0,0 0 0 0 0,0 0 1 0 0,0 0-1 0 0,0 0 0 0 0,1 0 0 0 0,-1-1 0 0 0,0 1 0 0 0,0 0 0 0 0,0 0 1 0 0,0 0-1 0 0,0 0 0 0 0,0 0 0 0 0,0-1 0 0 0,1 1 0 0 0,-1 0 0 0 0,0 0 1 0 0,0 0-1 0 0,0-1 0 0 0,0 1 0 0 0,0 0 0 0 0,0 0 0 0 0,0 0 1 0 0,0 0-1 0 0,0-1 0 0 0,0 1 0 0 0,0 0 0 0 0,0 0 0 0 0,0 0 0 0 0,0-1 1 0 0,0 1-1 0 0,0 0 0 0 0,0 0 0 0 0,0 0 0 0 0,0-1 0 0 0,0 1 1 0 0,-1 0-1 0 0,1 0 0 0 0,-13-7-22 0 0,-1 2-1 0 0,0 0 1 0 0,0 0 0 0 0,-1 1-1 0 0,1 1 1 0 0,-1 0 0 0 0,0 1-1 0 0,1 1 1 0 0,-24 1 0 0 0,131-7 55 0 0,-91 7-34 0 0,19 0-7 0 0,1 2 0 0 0,0 0 1 0 0,-1 1-1 0 0,0 1 0 0 0,40 13 1 0 0,-61-16 8 0 0,0-1 1 0 0,1 1-1 0 0,-1-1 1 0 0,1 1-1 0 0,-1-1 1 0 0,0 1-1 0 0,0-1 1 0 0,1 1-1 0 0,-1 0 1 0 0,0-1-1 0 0,0 1 1 0 0,0-1-1 0 0,1 1 1 0 0,-1 0-1 0 0,0-1 1 0 0,0 1-1 0 0,0-1 1 0 0,0 1-1 0 0,0 0 1 0 0,0-1-1 0 0,0 1 1 0 0,-1-1-1 0 0,1 1 1 0 0,0 0-1 0 0,0-1 1 0 0,0 1-1 0 0,0-1 1 0 0,-1 1-1 0 0,1-1 1 0 0,0 1-1 0 0,-1-1 1 0 0,1 1-1 0 0,0-1 1 0 0,-1 1-1 0 0,1-1 1 0 0,-1 1-1 0 0,0 0 1 0 0,-16 20 58 0 0,-2-2-68 0 0,-41 32-1 0 0,21-29-2810 0 0,26-15 1474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1.1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0 3996 0 0,'0'0'-288'0'0,"-5"5"-735"0"0,5-5 1026 0 0,0 1 0 0 0,0-1 0 0 0,0 0 0 0 0,1 0 0 0 0,-1 0 0 0 0,0 1 0 0 0,0-1 0 0 0,0 0 0 0 0,0 0 0 0 0,0 0 0 0 0,0 1 0 0 0,0-1-1 0 0,0 0 1 0 0,0 0 0 0 0,1 1 0 0 0,1 3 0 0 0,1 0 0 0 0,0-1 0 0 0,0 1 0 0 0,0 0 0 0 0,1-1 0 0 0,-1 0 1 0 0,1 0-1 0 0,0 0 0 0 0,0 0 0 0 0,0 0 0 0 0,0-1 0 0 0,0 0 0 0 0,1 1 0 0 0,-1-2 0 0 0,1 1 0 0 0,8 2 0 0 0,4 1 8 0 0,177 61 112 0 0,64 25 29 0 0,-107-37 375 0 0,-149-53-517 0 0,12 4-1263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1.7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18 2876 0 0,'-14'-18'3076'0'0,"36"33"-3062"0"0,0-1 0 0 0,0-1 0 0 0,36 15 1 0 0,-37-19-10 0 0,0 1 0 0 0,-1 0 0 0 0,-1 2 0 0 0,0 0 0 0 0,0 1 0 0 0,26 24 1 0 0,-45-36-3 0 0,1 0 1 0 0,0 0-1 0 0,0 0 1 0 0,-1 0-1 0 0,1 0 1 0 0,-1 0-1 0 0,1 0 1 0 0,-1 0-1 0 0,0 0 0 0 0,1 0 1 0 0,-1 0-1 0 0,0 0 1 0 0,0 0-1 0 0,1 0 1 0 0,-1 0-1 0 0,0 0 1 0 0,0 1-1 0 0,0-1 1 0 0,0 0-1 0 0,-1 0 1 0 0,1 0-1 0 0,0 0 1 0 0,-1 2-1 0 0,-18 27 54 0 0,-41 19 19 0 0,52-44-61 0 0,-134 112-2940 0 0,125-103 1430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3.3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0 475 4600 0 0,'0'0'-318'0'0,"3"-5"-702"0"0,39-56 943 0 0,-28 44 283 0 0,-1-1 0 0 0,17-32 0 0 0,-21 37-150 0 0,0 1 1 0 0,0 0-1 0 0,1 0 0 0 0,1 0 0 0 0,0 2 1 0 0,1-1-1 0 0,23-16 0 0 0,-10 8-17 0 0,19-15-23 0 0,2 1 0 0 0,1 3 1 0 0,1 2-1 0 0,81-34 0 0 0,-118 59-18 0 0,0 1 1 0 0,1 0-1 0 0,0 1 1 0 0,20 0-1 0 0,1 3-4 0 0,0 2 1 0 0,0 0-1 0 0,-1 3 0 0 0,0 0 1 0 0,0 2-1 0 0,0 2 0 0 0,-2 1 0 0 0,1 1 1 0 0,-1 1-1 0 0,43 29 0 0 0,-55-30 25 0 0,-1 0-1 0 0,0 1 1 0 0,-1 1-1 0 0,0 1 0 0 0,-1 0 1 0 0,-1 1-1 0 0,-1 1 0 0 0,0 0 1 0 0,-1 0-1 0 0,-1 1 0 0 0,-1 1 1 0 0,-1 0-1 0 0,0 0 1 0 0,-2 1-1 0 0,0 0 0 0 0,-1 0 1 0 0,-1 1-1 0 0,-2 0 0 0 0,3 42 1 0 0,-6-48 51 0 0,-2 1-1 0 0,0-1 1 0 0,0 0 0 0 0,-2 0 0 0 0,0 0-1 0 0,-1 0 1 0 0,0 0 0 0 0,-1-1 0 0 0,-1 0 0 0 0,-1 0-1 0 0,-12 19 1 0 0,3-11 10 0 0,0 0-1 0 0,-2-1 1 0 0,-1-1-1 0 0,0-1 1 0 0,-39 30 0 0 0,41-37-20 0 0,-1-1 0 0 0,0-1 0 0 0,-1-1 0 0 0,0 0 0 0 0,0-2-1 0 0,-36 11 1 0 0,14-9 24 0 0,0-1 0 0 0,-63 4-1 0 0,18-8 38 0 0,-52 6 90 0 0,137-10-178 0 0,-21-1 132 0 0,22 0-114 0 0,-1 0-90 0 0,1 0 0 0 0,0 0 0 0 0,0 1 0 0 0,-1-1 1 0 0,1 0-1 0 0,0 0 0 0 0,-1 0 0 0 0,1 0 0 0 0,0-1 0 0 0,-1 1 0 0 0,1 0 0 0 0,0-1 0 0 0,0 1 0 0 0,-1 0 0 0 0,1-1 0 0 0,0 0 0 0 0,0 1 0 0 0,0-1 0 0 0,0 0 0 0 0,0 1 0 0 0,0-1 0 0 0,0 0 0 0 0,0 0 0 0 0,0 0 0 0 0,0 0 0 0 0,0 0 0 0 0,0-1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3.8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290 14 4660 0 0,'0'0'-7'0'0,"1"0"-1"0"0,-1 0 1 0 0,0 0-1 0 0,0-1 1 0 0,1 1 0 0 0,-1 0-1 0 0,0 0 1 0 0,0-1-1 0 0,1 1 1 0 0,-1 0-1 0 0,0-1 1 0 0,0 1-1 0 0,0 0 1 0 0,0-1-1 0 0,0 1 1 0 0,1 0-1 0 0,-1-1 1 0 0,0 1-1 0 0,0 0 1 0 0,0-1-1 0 0,0 1 1 0 0,0 0-1 0 0,0-1 1 0 0,0 1-1 0 0,0 0 1 0 0,0-1-1 0 0,0 1 1 0 0,0 0-1 0 0,0-1 1 0 0,-1 1-1 0 0,1 0 1 0 0,0-1-1 0 0,0 1 1 0 0,0 0-1 0 0,0-1 1 0 0,-1 1-1 0 0,1 0 1 0 0,0-1-1 0 0,0 1 1 0 0,0 0 0 0 0,-1 0-1 0 0,1-1 1 0 0,0 1-1 0 0,-1 0 1 0 0,-13 8 648 0 0,5-3-798 0 0,-10 7 256 0 0,1 0-1 0 0,0 0 0 0 0,-21 22 0 0 0,-22 15 85 0 0,54-45-152 0 0,-10 7 35 0 0,1 0-1 0 0,0 1 1 0 0,1 1-1 0 0,-23 24 1 0 0,38-37-65 0 0,-1 1 1 0 0,1-1 0 0 0,0 1 0 0 0,0 0 0 0 0,-1-1 0 0 0,1 1 0 0 0,0 0 0 0 0,0-1 0 0 0,0 1 0 0 0,0 0 0 0 0,0-1 0 0 0,0 1 0 0 0,0 0 0 0 0,0-1 0 0 0,0 1 0 0 0,0 0 0 0 0,0-1 0 0 0,0 1 0 0 0,1 0 0 0 0,-1-1 0 0 0,0 1 0 0 0,0 0 0 0 0,1-1 0 0 0,-1 1 0 0 0,0-1 0 0 0,1 1 0 0 0,-1-1 0 0 0,1 1 0 0 0,-1-1 0 0 0,1 1 0 0 0,-1-1 0 0 0,1 1 0 0 0,-1-1 0 0 0,1 1 0 0 0,-1-1 0 0 0,1 0 0 0 0,0 1 0 0 0,-1-1-1 0 0,1 0 1 0 0,-1 0 0 0 0,1 1 0 0 0,0-1 0 0 0,-1 0 0 0 0,1 0 0 0 0,0 0 0 0 0,-1 0 0 0 0,1 0 0 0 0,1 0 0 0 0,35 8 40 0 0,117 7 30 0 0,154 21-34 0 0,-294-34-20 0 0,32 9 38 0 0,-27-2-128 0 0,-18-8-88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41.2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36 275 3340 0 0,'-20'-2'261'0'0,"18"0"-219"0"0,0-1 0 0 0,0 1-1 0 0,1-1 1 0 0,-1 0 0 0 0,1 0 0 0 0,0 1 0 0 0,0-1 0 0 0,0 0-1 0 0,0 0 1 0 0,1 0 0 0 0,-1 0 0 0 0,1 0 0 0 0,0 0 0 0 0,0-1-1 0 0,0 1 1 0 0,0 0 0 0 0,0 0 0 0 0,1 0 0 0 0,-1 0 0 0 0,1 0-1 0 0,0 0 1 0 0,0 0 0 0 0,0 0 0 0 0,0 1 0 0 0,0-1 0 0 0,1 0-1 0 0,-1 0 1 0 0,1 1 0 0 0,0-1 0 0 0,3-3 0 0 0,7-9-36 0 0,0 0-1 0 0,2 1 1 0 0,-1 0 0 0 0,2 1 0 0 0,0 1 0 0 0,0 0 0 0 0,1 1-1 0 0,0 0 1 0 0,1 2 0 0 0,1 0 0 0 0,-1 1 0 0 0,1 0 0 0 0,0 2-1 0 0,1 0 1 0 0,20-3 0 0 0,-23 6-14 0 0,0 0 0 0 0,0 1-1 0 0,0 1 1 0 0,0 1 0 0 0,0 1 0 0 0,0 0 0 0 0,0 1-1 0 0,0 0 1 0 0,0 1 0 0 0,-1 1 0 0 0,29 11-1 0 0,-10-1 21 0 0,-24-11-18 0 0,0 1 0 0 0,0 0 0 0 0,-1 0 0 0 0,0 1 0 0 0,0 0 0 0 0,0 0 0 0 0,0 1 0 0 0,-1 1 0 0 0,0-1 0 0 0,0 1 0 0 0,0 1 0 0 0,7 9 0 0 0,-13-13 11 0 0,0 0-1 0 0,-1 0 0 0 0,1 1 0 0 0,-1-1 0 0 0,0 1 0 0 0,0-1 0 0 0,0 1 0 0 0,-1 0 0 0 0,0-1 1 0 0,0 1-1 0 0,0-1 0 0 0,0 1 0 0 0,-1 0 0 0 0,1-1 0 0 0,-1 1 0 0 0,0-1 0 0 0,-1 1 0 0 0,1-1 0 0 0,-1 0 1 0 0,0 1-1 0 0,0-1 0 0 0,0 0 0 0 0,0 0 0 0 0,-1 0 0 0 0,-4 5 0 0 0,-8 10 16 0 0,0-1 1 0 0,-1 0-1 0 0,-27 22 0 0 0,17-17 104 0 0,-1-2-1 0 0,-1-1 1 0 0,-1-2 0 0 0,-1 0 0 0 0,0-2-1 0 0,-1-1 1 0 0,-1-2 0 0 0,0-1-1 0 0,-41 9 1 0 0,45-18 235 0 0,27-2-489 0 0,0-1-1 0 0,0 0 1 0 0,0 0-1 0 0,0 0 1 0 0,0 0-1 0 0,1 0 1 0 0,-1 0-1 0 0,0 0 1 0 0,0 0-1 0 0,0 0 1 0 0,0 0-1 0 0,0 0 1 0 0,0-1-1 0 0,1 1 1 0 0,-1 0 0 0 0,0 0-1 0 0,0-1 1 0 0,0 1-1 0 0,1-1 1 0 0,-1 1-1 0 0,0-1 1 0 0,1 1-1 0 0,-1-1 1 0 0,0 1-1 0 0,1-1 1 0 0,-1 0-1 0 0,0 0 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41.6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163 2 3652 0 0,'-3'0'-9'0'0,"1"-1"0"0"0,0 1 0 0 0,0 0-1 0 0,0-1 1 0 0,-1 1 0 0 0,1 0-1 0 0,0 0 1 0 0,0 0 0 0 0,0 1 0 0 0,-1-1-1 0 0,1 1 1 0 0,0-1 0 0 0,0 1-1 0 0,0-1 1 0 0,0 1 0 0 0,0 0 0 0 0,0 0-1 0 0,0 0 1 0 0,0 0 0 0 0,0 1 0 0 0,0-1-1 0 0,-2 3 1 0 0,-44 42 465 0 0,26-23-339 0 0,9-8 6 0 0,11-11-84 0 0,-1-1 0 0 0,0 1 0 0 0,1-1 1 0 0,-1 0-1 0 0,0 0 0 0 0,-1 0 0 0 0,-4 3 0 0 0,45 9 104 0 0,17-9-43 0 0,92 0 0 0 0,-33-3-24 0 0,-8 2-385 0 0,-102-5 55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0.6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38 3212 0 0,'-14'-30'18'0'0,"12"28"134"0"0,-12-3 280 0 0,10 4-407 0 0,0 1 0 0 0,0 0 0 0 0,0 1 0 0 0,0-1 0 0 0,0 1 0 0 0,0-1 0 0 0,0 1 0 0 0,0 0 0 0 0,0 1 0 0 0,1-1 0 0 0,-1 1 0 0 0,0 0 1 0 0,1-1-1 0 0,-1 2 0 0 0,1-1 0 0 0,-4 3 0 0 0,1 0-5 0 0,1-1 0 0 0,0 1 0 0 0,0 0 0 0 0,0 1 1 0 0,1-1-1 0 0,0 1 0 0 0,0 0 0 0 0,0 0 1 0 0,-3 7-1 0 0,7-12-20 0 0,-1-1 0 0 0,1 1 0 0 0,0-1 1 0 0,0 1-1 0 0,-1-1 0 0 0,1 1 0 0 0,0 0 0 0 0,0-1 1 0 0,-1 1-1 0 0,1-1 0 0 0,0 1 0 0 0,0 0 0 0 0,0-1 1 0 0,0 1-1 0 0,0 0 0 0 0,0-1 0 0 0,0 1 1 0 0,0 0-1 0 0,0-1 0 0 0,0 1 0 0 0,0-1 0 0 0,1 1 1 0 0,-1 0-1 0 0,0-1 0 0 0,0 1 0 0 0,1-1 0 0 0,-1 1 1 0 0,0 0-1 0 0,1-1 0 0 0,-1 1 0 0 0,1-1 0 0 0,-1 1 1 0 0,0-1-1 0 0,1 0 0 0 0,-1 1 0 0 0,1-1 1 0 0,-1 1-1 0 0,1-1 0 0 0,-1 0 0 0 0,1 1 0 0 0,0-1 1 0 0,-1 0-1 0 0,1 0 0 0 0,-1 1 0 0 0,1-1 0 0 0,0 0 1 0 0,-1 0-1 0 0,1 0 0 0 0,0 0 0 0 0,-1 0 0 0 0,1 0 1 0 0,0 0-1 0 0,-1 0 0 0 0,1 0 0 0 0,-1 0 0 0 0,1 0 1 0 0,0 0-1 0 0,-1-1 0 0 0,2 1 0 0 0,33-8-184 0 0,-24 4 166 0 0,-1-1 1 0 0,0 0 0 0 0,0-1-1 0 0,0 0 1 0 0,0 0 0 0 0,-1-1-1 0 0,0 0 1 0 0,-1-1 0 0 0,1 0-1 0 0,7-10 1 0 0,-16 18 22 0 0,0 0-1 0 0,0 0 1 0 0,0 0-1 0 0,-1 0 1 0 0,1 0-1 0 0,0 0 1 0 0,0 0 0 0 0,-1 0-1 0 0,1 0 1 0 0,0 0-1 0 0,0 0 1 0 0,0 0-1 0 0,-1 0 1 0 0,1 0-1 0 0,0 0 1 0 0,0 0 0 0 0,0 0-1 0 0,-1 0 1 0 0,1 0-1 0 0,0 0 1 0 0,0 0-1 0 0,0 0 1 0 0,-1 0-1 0 0,1-1 1 0 0,0 1 0 0 0,0 0-1 0 0,0 0 1 0 0,0 0-1 0 0,-1 0 1 0 0,1 0-1 0 0,0-1 1 0 0,0 1 0 0 0,0 0-1 0 0,0 0 1 0 0,0 0-1 0 0,0 0 1 0 0,0-1-1 0 0,-1 1 1 0 0,1 0-1 0 0,0 0 1 0 0,0 0 0 0 0,0-1-1 0 0,0 1 1 0 0,0 0-1 0 0,0 0 1 0 0,0-1-1 0 0,0 1 1 0 0,0 0-1 0 0,0 0 1 0 0,0 0 0 0 0,0-1-1 0 0,0 1 1 0 0,0 0-1 0 0,0 0 1 0 0,0 0-1 0 0,1-1 1 0 0,-1 1-1 0 0,0 0 1 0 0,0 0 0 0 0,0 0-1 0 0,0-1 1 0 0,-11 4 7 0 0,0 1 0 0 0,0 0 0 0 0,1 0 1 0 0,-14 8-1 0 0,19-10-6 0 0,1 1 0 0 0,0-1 1 0 0,0 1-1 0 0,0 0 1 0 0,0 0-1 0 0,0 0 0 0 0,1 1 1 0 0,-1-1-1 0 0,1 1 0 0 0,0 0 1 0 0,0 0-1 0 0,1 0 1 0 0,-1 0-1 0 0,1 1 0 0 0,0-1 1 0 0,-3 9-1 0 0,4-11 29 0 0,8-2-17 0 0,0 0 0 0 0,-1-1 1 0 0,1 0-1 0 0,0-1 1 0 0,-1 1-1 0 0,1-1 0 0 0,-1 0 1 0 0,0-1-1 0 0,0 0 0 0 0,7-4 1 0 0,15-6 425 0 0,-33 13-760 0 0,0 0 1 0 0,0 0 0 0 0,1 1-1 0 0,-1-1 1 0 0,0 1-1 0 0,0 1 1 0 0,0-1-1 0 0,-8 4 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2.98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20 466 4260 0 0,'0'0'-160'0'0,"-4"0"258"0"0,2 0-201 0 0,1 0 122 0 0,1 0 0 0 0,0 0-1 0 0,-1 1 1 0 0,1-1 0 0 0,-1 0-1 0 0,1 0 1 0 0,0 0 0 0 0,-1 0-1 0 0,1 0 1 0 0,-1 0 0 0 0,1 0-1 0 0,0 0 1 0 0,-1 0 0 0 0,1 0-1 0 0,-1 0 1 0 0,1 0 0 0 0,0 0-1 0 0,-1-1 1 0 0,1 1 0 0 0,0 0-1 0 0,-1 0 1 0 0,1 0 0 0 0,-1 0-1 0 0,1-1 1 0 0,0 1 0 0 0,-1 0 0 0 0,1 0-1 0 0,0-1 1 0 0,0 1 0 0 0,-1 0-1 0 0,1-1 1 0 0,0 1 0 0 0,0 0-1 0 0,-1-1 1 0 0,1 1 0 0 0,0 0-1 0 0,0-1 1 0 0,0 1 0 0 0,0 0-1 0 0,-1-1 1 0 0,1 1 0 0 0,0-1-1 0 0,0 1 1 0 0,0 0 0 0 0,0-1-1 0 0,0 1 1 0 0,0-1 0 0 0,0 1-1 0 0,0 0 1 0 0,0-1 0 0 0,1-1 57 0 0,20-29 126 0 0,-4 15-179 0 0,0 0 0 0 0,1 1 1 0 0,1 1-1 0 0,0 0 0 0 0,1 2 0 0 0,1 0 1 0 0,39-16-1 0 0,0-3-9 0 0,71-34-20 0 0,96-56 44 0 0,-223 118-40 0 0,-2 2-4 0 0,0 0 0 0 0,0 0-1 0 0,0 0 1 0 0,0 0-1 0 0,0-1 1 0 0,0 1 0 0 0,0-1-1 0 0,-1 0 1 0 0,1 1 0 0 0,-1-1-1 0 0,1 0 1 0 0,-1 0 0 0 0,3-4-1 0 0,-7 4 4 0 0,0 1 1 0 0,0-1-1 0 0,0 1 0 0 0,0 0 0 0 0,0-1 0 0 0,-1 1 1 0 0,1 1-1 0 0,0-1 0 0 0,-1 0 0 0 0,-5 1 0 0 0,-133 9 49 0 0,-38 1 12 0 0,178-10-35 0 0,9-2-17 0 0,22-8-10 0 0,1 1 1 0 0,0 2-1 0 0,50-5 1 0 0,103-2-19 0 0,-153 12 22 0 0,-13 1 13 0 0,0 0 1 0 0,0 2 0 0 0,18 2-1 0 0,-33-3 49 0 0,-4 3-34 0 0,-5 4-10 0 0,0-1 0 0 0,-1 0 0 0 0,0-1 0 0 0,0 0 0 0 0,0 0 0 0 0,0 0 0 0 0,-18 6 0 0 0,-37 22-72 0 0,49-23-154 0 0,-16 16-2169 0 0,22-17 1051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3.8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5 4252 0 0,'0'0'-94'0'0,"-14"-4"139"0"0,4 5 910 0 0,19 8-952 0 0,1 0 0 0 0,0 0 1 0 0,1-1-1 0 0,0-1 0 0 0,0 0 1 0 0,1 0-1 0 0,-1-1 0 0 0,19 6 1 0 0,113 35 50 0 0,-89-31-24 0 0,251 70 54 0 0,-284-80-38 0 0,18 3-139 0 0,-25-18-2384 0 0,-14-2 1501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4.18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30 3748 0 0,'-10'-1'102'0'0,"0"0"0"0"0,1-1 0 0 0,-1 0 0 0 0,-13-5-1 0 0,-1 1 520 0 0,23 5-445 0 0,-15-4 154 0 0,8 2-62 0 0,13 2 391 0 0,41 7-637 0 0,-1 1-1 0 0,0 3 1 0 0,0 2 0 0 0,80 32-1 0 0,-124-44-19 0 0,-1 0-1 0 0,1 0 0 0 0,-1 0 1 0 0,1 1-1 0 0,-1-1 0 0 0,1 0 1 0 0,-1 0-1 0 0,1 0 0 0 0,-1 1 1 0 0,1-1-1 0 0,-1 0 0 0 0,1 1 1 0 0,-1-1-1 0 0,0 0 0 0 0,1 1 1 0 0,-1-1-1 0 0,0 1 0 0 0,1-1 0 0 0,-1 1 1 0 0,0-1-1 0 0,1 0 0 0 0,-1 1 1 0 0,0-1-1 0 0,0 1 0 0 0,1 0 1 0 0,-1-1-1 0 0,0 1 0 0 0,0-1 1 0 0,0 1-1 0 0,0-1 0 0 0,0 1 1 0 0,0 0-1 0 0,-12 14 29 0 0,-26 9-11 0 0,38-24-19 0 0,-143 70-45 0 0,47-25-3302 0 0,78-37 2083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5.4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319 0 4416 0 0,'0'0'-262'0'0,"-5"5"-440"0"0,-72 69 873 0 0,-105 109 18 0 0,143-137-22 0 0,37-45-148 0 0,-11 11-1917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8.81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0 416 0 0,'0'0'3534'0'0,"6"3"-3538"0"0,33 12 23 0 0,2-2-1 0 0,-1-1 1 0 0,1-3-1 0 0,48 6 0 0 0,41 9-5 0 0,85 28 1 0 0,-213-51-14 0 0,3-1-6 0 0,-1 1 0 0 0,0 0 0 0 0,0 0 0 0 0,1 0 0 0 0,-1 0 0 0 0,0 1 0 0 0,0 0 0 0 0,6 4 1 0 0,2 0 34 0 0,-10-5-12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9.5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114 33 2592 0 0,'0'0'-10'0'0,"-9"-32"4564"0"0,17 47-4551 0 0,1-1-1 0 0,1 0 1 0 0,1 0-1 0 0,0-1 1 0 0,0-1-1 0 0,1 0 1 0 0,1 0-1 0 0,0-1 1 0 0,16 10-1 0 0,53 51-11 0 0,-81-71 11 0 0,-1 0 0 0 0,1 0 0 0 0,0 0 0 0 0,-1 0 0 0 0,1 0 0 0 0,0 0 0 0 0,-1 0 0 0 0,1 0-1 0 0,-1 0 1 0 0,1 0 0 0 0,-1 0 0 0 0,0 0 0 0 0,0 1 0 0 0,1-1 0 0 0,-1 0 0 0 0,0 0 0 0 0,0 0 0 0 0,0 0 0 0 0,0 1 0 0 0,0-1 0 0 0,-1 0 0 0 0,1 0 0 0 0,0 0 0 0 0,0 0 0 0 0,-2 3 0 0 0,1-1 1 0 0,-1 0 0 0 0,0 0 1 0 0,0 0-1 0 0,0 0 0 0 0,-1 0 1 0 0,1 0-1 0 0,-1 0 1 0 0,-4 3-1 0 0,-6 4 12 0 0,-1 0 1 0 0,-25 13-1 0 0,-51 23 126 0 0,5-2-579 0 0,31-14-3259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3.9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1 720 4200 0 0,'0'0'-222'0'0,"18"-24"-877"0"0,46-29 1409 0 0,77-47 0 0 0,-1 0-8 0 0,-31 4 171 0 0,-62 53-363 0 0,-6 7-105 0 0,2 1 0 0 0,86-53-1 0 0,-112 78-14 0 0,-2 1 19 0 0,1 0 0 0 0,-2-1-1 0 0,1-1 1 0 0,24-24 0 0 0,-8 11 197 0 0,-30 23-98 0 0,1 0 65 0 0,0 0-1 0 0,-1 0 1 0 0,1 0 0 0 0,0-1-1 0 0,-1 1 1 0 0,1 0-1 0 0,0-1 1 0 0,-1 1-1 0 0,0-1 1 0 0,1 0-1 0 0,-1 1 1 0 0,2-5-1 0 0,-7 4-166 0 0,1 0-1 0 0,-1 0 1 0 0,0 1-1 0 0,0-1 1 0 0,0 1-1 0 0,0 0 1 0 0,0 0-1 0 0,-1 0 1 0 0,1 1-1 0 0,0-1 0 0 0,0 1 1 0 0,-1 0-1 0 0,-6 1 1 0 0,-72 12-33 0 0,17-1 3 0 0,20-9-15 0 0,64-7 21 0 0,1 0 1 0 0,0 2-1 0 0,-1 0 1 0 0,1 1-1 0 0,0 1 1 0 0,0 1-1 0 0,-1 0 1 0 0,1 1-1 0 0,-1 2 1 0 0,1 0-1 0 0,-1 0 1 0 0,0 2-1 0 0,22 9 1 0 0,-39-14 14 0 0,0-1 0 0 0,0 0 0 0 0,0 1 0 0 0,0-1 1 0 0,0 1-1 0 0,0-1 0 0 0,0 1 0 0 0,0 0 1 0 0,0-1-1 0 0,0 1 0 0 0,0 0 0 0 0,0 0 0 0 0,0 0 1 0 0,-1-1-1 0 0,1 1 0 0 0,0 0 0 0 0,-1 0 0 0 0,1 0 1 0 0,0 0-1 0 0,-1 0 0 0 0,1 0 0 0 0,-1 1 1 0 0,0-1-1 0 0,1 0 0 0 0,-1 0 0 0 0,0 0 0 0 0,0 0 1 0 0,0 0-1 0 0,0 1 0 0 0,0 1 0 0 0,-1 0 11 0 0,0 0 0 0 0,0-1-1 0 0,0 1 1 0 0,0 0-1 0 0,-1-1 1 0 0,1 1 0 0 0,-1-1-1 0 0,0 1 1 0 0,0-1 0 0 0,0 0-1 0 0,-4 4 1 0 0,-3 2-117 0 0,0-1-1 0 0,0-1 1 0 0,0 1 0 0 0,-1-1 0 0 0,-19 8 0 0 0,2-9-2988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8.0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 81 3876 0 0,'0'0'-212'0'0,"-12"-28"966"0"0,15 24-740 0 0,0 1 1 0 0,0 0 0 0 0,1 0 0 0 0,0 0-1 0 0,-1 0 1 0 0,1 1 0 0 0,0-1-1 0 0,0 1 1 0 0,0 0 0 0 0,1 0 0 0 0,-1 1-1 0 0,0-1 1 0 0,1 1 0 0 0,4-1-1 0 0,12-3-21 0 0,0 1 0 0 0,0 1-1 0 0,0 0 1 0 0,0 2-1 0 0,0 0 1 0 0,32 4-1 0 0,-43-1-3 0 0,-1 1-1 0 0,0-1 0 0 0,-1 2 0 0 0,1 0 0 0 0,-1 0 0 0 0,1 0 1 0 0,-1 1-1 0 0,13 11 0 0 0,-6-5-7 0 0,-1 2 1 0 0,0 0-1 0 0,19 23 1 0 0,-28-28 13 0 0,0-1 1 0 0,-1 0 0 0 0,-1 1-1 0 0,1 0 1 0 0,-1 0 0 0 0,0 0-1 0 0,-1 0 1 0 0,0 1 0 0 0,0-1-1 0 0,-1 0 1 0 0,0 1-1 0 0,0 0 1 0 0,-1-1 0 0 0,0 1-1 0 0,-1-1 1 0 0,0 1 0 0 0,-2 11-1 0 0,-2 2 12 0 0,-1-1 0 0 0,0 0 0 0 0,-2 0 0 0 0,0 0 0 0 0,-17 28-1 0 0,21-42 30 0 0,0 0-1 0 0,-1-1 1 0 0,0 1-1 0 0,-1-1 1 0 0,1-1-1 0 0,-1 1 1 0 0,0-1 0 0 0,-1 0-1 0 0,1 0 1 0 0,-1-1-1 0 0,0 1 1 0 0,-14 5-1 0 0,-5 0 226 0 0,0-1 0 0 0,-38 8 1 0 0,9-3 289 0 0,52-13-491 0 0,-50 4-1221 0 0,47-13-401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8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214 5 4512 0 0,'0'0'-194'0'0,"-2"-1"56"0"0,1 0 152 0 0,-1 1 0 0 0,1-1 0 0 0,0 1-1 0 0,-1 0 1 0 0,1-1 0 0 0,-1 1 0 0 0,1 0 0 0 0,-1 0-1 0 0,1 0 1 0 0,-1 0 0 0 0,1 0 0 0 0,-3 1 0 0 0,-98 68 171 0 0,17-8-84 0 0,85-61-100 0 0,0 0-1 0 0,-1 0 1 0 0,1 1 0 0 0,0-1 0 0 0,0 0 0 0 0,-1 0 0 0 0,1 1 0 0 0,0-1 0 0 0,0 0-1 0 0,-1 1 1 0 0,1-1 0 0 0,0 0 0 0 0,0 1 0 0 0,0-1 0 0 0,0 0 0 0 0,-1 1-1 0 0,1-1 1 0 0,0 0 0 0 0,0 1 0 0 0,0-1 0 0 0,0 1 0 0 0,0-1 0 0 0,0 0-1 0 0,0 1 1 0 0,0-1 0 0 0,0 0 0 0 0,0 1 0 0 0,0-1 0 0 0,0 1 0 0 0,1-1 0 0 0,-1 0-1 0 0,0 1 1 0 0,0-1 0 0 0,0 0 0 0 0,0 1 0 0 0,1-1 0 0 0,-1 0 0 0 0,0 1-1 0 0,0-1 1 0 0,1 0 0 0 0,-1 0 0 0 0,0 1 0 0 0,1-1 0 0 0,10 10 32 0 0,-10-10-34 0 0,15 8 21 0 0,0 0 0 0 0,1-1 0 0 0,0-1 0 0 0,0-1 0 0 0,0 0 0 0 0,23 2 0 0 0,14 5-8 0 0,91 28-128 0 0,-135-33-1973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5.6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11 218 3388 0 0,'-11'-31'-570'0'0,"12"25"601"0"0,0 1 0 0 0,1 0 0 0 0,-1-1 0 0 0,1 1 0 0 0,0 0 0 0 0,1 0 0 0 0,-1 0 0 0 0,1 0 0 0 0,0 0 0 0 0,0 1 0 0 0,0-1 1 0 0,1 1-1 0 0,0 0 0 0 0,-1 0 0 0 0,2 0 0 0 0,-1 1 0 0 0,0-1 0 0 0,1 1 0 0 0,-1 0 0 0 0,11-5 0 0 0,7-4-33 0 0,1 0-1 0 0,0 2 0 0 0,31-10 1 0 0,-28 11 8 0 0,-10 3-21 0 0,0 1-1 0 0,1 1 0 0 0,-1 0 0 0 0,21-2 1 0 0,-29 6 10 0 0,0 0 0 0 0,0 0 0 0 0,0 1 0 0 0,0 0 0 0 0,0 1 0 0 0,0 0 0 0 0,0 0 0 0 0,0 0 0 0 0,-1 1 0 0 0,1 0 0 0 0,-1 1 0 0 0,10 6 0 0 0,-6-4 11 0 0,0 2 1 0 0,0-1-1 0 0,0 2 1 0 0,-1-1-1 0 0,0 2 1 0 0,-1-1-1 0 0,0 1 1 0 0,0 0-1 0 0,-1 1 1 0 0,-1 0-1 0 0,1 1 0 0 0,-2-1 1 0 0,0 1-1 0 0,0 0 1 0 0,-1 1-1 0 0,-1 0 1 0 0,0-1-1 0 0,0 1 1 0 0,-2 0-1 0 0,1 1 1 0 0,-2-1-1 0 0,0 0 0 0 0,0 1 1 0 0,-2 17-1 0 0,0-17 63 0 0,-1 0-1 0 0,1 0 1 0 0,-2 0-1 0 0,0-1 1 0 0,-1 1-1 0 0,0-1 1 0 0,-1 0-1 0 0,-1 0 1 0 0,0 0-1 0 0,0-1 1 0 0,-1 0-1 0 0,-1 0 1 0 0,0-1-1 0 0,0 0 1 0 0,-1 0-1 0 0,-1-1 1 0 0,0 0-1 0 0,0-1 1 0 0,-1 0-1 0 0,0-1 1 0 0,-1 0-1 0 0,-22 12 1 0 0,-9-1 227 0 0,0-1 1 0 0,-47 11 0 0 0,10-3 199 0 0,78-25-452 0 0,-12 4 378 0 0,17-32-5478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6.0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188 7 3816 0 0,'0'0'-192'0'0,"-1"0"113"0"0,1 0 94 0 0,0 0 1 0 0,0 0-1 0 0,0-1 0 0 0,0 1 1 0 0,0 0-1 0 0,-1 0 1 0 0,1 0-1 0 0,0 0 1 0 0,0 0-1 0 0,0 0 1 0 0,0 0-1 0 0,0 0 0 0 0,0 0 1 0 0,-1 0-1 0 0,1-1 1 0 0,0 1-1 0 0,0 0 1 0 0,0 0-1 0 0,0 0 1 0 0,0 0-1 0 0,0 0 0 0 0,0 0 1 0 0,0-1-1 0 0,0 1 1 0 0,0 0-1 0 0,0 0 1 0 0,0 0-1 0 0,-1 0 1 0 0,1-1-1 0 0,0 1 0 0 0,0 0 1 0 0,0 0-1 0 0,0 0 1 0 0,0 0-1 0 0,0 0 1 0 0,1-1-1 0 0,-1 1 1 0 0,0 0-1 0 0,0 0 0 0 0,0 0 1 0 0,0 0-1 0 0,0 0 1 0 0,0-1-1 0 0,0 1 1 0 0,0 0-1 0 0,-122 107 721 0 0,70-59-472 0 0,51-47-258 0 0,0-1 0 0 0,1 1 0 0 0,-1-1 0 0 0,0 1 0 0 0,1-1 0 0 0,-1 1 0 0 0,1-1 0 0 0,-1 1 0 0 0,0 0 0 0 0,1-1 0 0 0,0 1 0 0 0,-1 0 0 0 0,1-1 0 0 0,-1 1 0 0 0,1 0 0 0 0,0-1 0 0 0,0 1 0 0 0,-1 0 0 0 0,1 0 0 0 0,0-1 0 0 0,0 1 0 0 0,0 0 0 0 0,0 0 0 0 0,0 0 0 0 0,0-1 0 0 0,0 1 0 0 0,0 0 0 0 0,0 0 0 0 0,0 1 0 0 0,1-1-1 0 0,0 0 0 0 0,0 0 0 0 0,1 0 0 0 0,-1 0 0 0 0,0 0 0 0 0,0 0 0 0 0,0 0 0 0 0,1 0 1 0 0,-1-1-1 0 0,0 1 0 0 0,1-1 0 0 0,-1 1 0 0 0,1-1 0 0 0,2 1 0 0 0,63 8 35 0 0,-59-9-22 0 0,102 10 52 0 0,96 5 10 0 0,-204-15-86 0 0,0 0 1 0 0,0 0-1 0 0,1 0 0 0 0,-1 1 0 0 0,0-1 0 0 0,0 0 0 0 0,0 1 1 0 0,0 0-1 0 0,0-1 0 0 0,-1 1 0 0 0,1 0 0 0 0,0 0 1 0 0,0 0-1 0 0,0 0 0 0 0,-1 1 0 0 0,1-1 0 0 0,1 2 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8.6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1 368 3676 0 0,'0'0'640'0'0,"29"-41"47"0"0,9 6-658 0 0,1 2-1 0 0,2 1 0 0 0,1 2 1 0 0,1 2-1 0 0,62-30 1 0 0,-72 43 51 0 0,50-30 0 0 0,-68 33 464 0 0,-27 2-265 0 0,8 8-240 0 0,-44-5 154 0 0,31 5-155 0 0,-24-4-17 0 0,41 6-21 0 0,0 0-1 0 0,0 0 1 0 0,0 0-1 0 0,0 0 1 0 0,0 0 0 0 0,0 0-1 0 0,1 0 1 0 0,-1 0-1 0 0,0 0 1 0 0,0 0 0 0 0,0 0-1 0 0,0 0 1 0 0,0 0-1 0 0,0 0 1 0 0,0 0 0 0 0,0 0-1 0 0,0 0 1 0 0,1 0-1 0 0,-1 0 1 0 0,0-1-1 0 0,0 1 1 0 0,0 0 0 0 0,0 0-1 0 0,0 0 1 0 0,0 0-1 0 0,0 0 1 0 0,0 0 0 0 0,0 0-1 0 0,0 0 1 0 0,0 0-1 0 0,0 0 1 0 0,0 0 0 0 0,0-1-1 0 0,1 1 1 0 0,-1 0-1 0 0,0 0 1 0 0,0 0 0 0 0,0 0-1 0 0,0 0 1 0 0,0 0-1 0 0,0 0 1 0 0,0 0 0 0 0,0 0-1 0 0,0-1 1 0 0,0 1-1 0 0,0 0 1 0 0,0 0 0 0 0,0 0-1 0 0,0 0 1 0 0,-1 0-1 0 0,1 0 1 0 0,0 0-1 0 0,0-1 1 0 0,30-2-18 0 0,-9 1-9 0 0,1 0 0 0 0,0 2 1 0 0,-1 0-1 0 0,1 2 0 0 0,-1 0 0 0 0,1 2 1 0 0,-1 0-1 0 0,27 9 0 0 0,-47-13 26 0 0,-1 1 1 0 0,1-1-1 0 0,0 0 0 0 0,0 1 0 0 0,-1-1 1 0 0,1 1-1 0 0,0-1 0 0 0,-1 1 0 0 0,1-1 1 0 0,-1 1-1 0 0,1-1 0 0 0,0 1 0 0 0,-1 0 1 0 0,1-1-1 0 0,-1 1 0 0 0,0 0 0 0 0,1-1 1 0 0,-1 1-1 0 0,0 0 0 0 0,1 0 0 0 0,-1-1 1 0 0,0 1-1 0 0,0 0 0 0 0,1 0 0 0 0,-1 0 1 0 0,0-1-1 0 0,0 1 0 0 0,0 0 0 0 0,0 0 1 0 0,0 0-1 0 0,0-1 0 0 0,0 1 0 0 0,-1 0 1 0 0,1 0-1 0 0,0 0 0 0 0,0-1 0 0 0,-1 1 1 0 0,1 0-1 0 0,0 0 0 0 0,-1-1 0 0 0,1 1 1 0 0,0 0-1 0 0,-1-1 0 0 0,1 1 0 0 0,-1 0 1 0 0,0-1-1 0 0,1 1 0 0 0,-1-1 0 0 0,0 2 1 0 0,-37 30 13 0 0,32-27-16 0 0,-49 34-29 0 0,35-26-149 0 0,1 1 0 0 0,0 1 0 0 0,0 0 0 0 0,2 2 0 0 0,-16 18 0 0 0,29-26-1862 0 0,4 1 920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9.5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40 32 3748 0 0,'-33'-30'2365'0'0,"33"30"-2359"0"0,0 0 0 0 0,0 0 0 0 0,0 0 0 0 0,0 0-1 0 0,0 0 1 0 0,0-1 0 0 0,0 1 0 0 0,-1 0 0 0 0,1 0 0 0 0,0 0 0 0 0,0 0 0 0 0,0 0 0 0 0,0 0 0 0 0,0 0 0 0 0,-1 0 0 0 0,1 0 0 0 0,0 0 0 0 0,0-1 0 0 0,0 1 0 0 0,0 0 0 0 0,0 0 0 0 0,-1 0 0 0 0,1 0 0 0 0,0 0 0 0 0,0 0 0 0 0,0 0 0 0 0,0 0 0 0 0,-1 0 0 0 0,1 0 0 0 0,0 0 0 0 0,0 0 0 0 0,0 0 0 0 0,0 0 0 0 0,0 1 0 0 0,-1-1 0 0 0,1 0 0 0 0,0 0 0 0 0,0 0 0 0 0,0 0 0 0 0,0 0 0 0 0,0 0 0 0 0,-1 0 0 0 0,1 0 0 0 0,0 0 0 0 0,0 1 0 0 0,0-1 0 0 0,0 0 0 0 0,0 0 0 0 0,0 0 0 0 0,0 0 0 0 0,0 0 0 0 0,-1 1 0 0 0,37 22 10 0 0,1-2 1 0 0,1-1-1 0 0,44 16 0 0 0,129 39 42 0 0,-105-32 64 0 0,-104-42-15 0 0,2 4 285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9.9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121 82 3892 0 0,'-19'-48'-858'0'0,"19"46"952"0"0,-19-30 2369 0 0,25 36-2447 0 0,26 18 1 0 0,-13-11-8 0 0,-2 0 1 0 0,1 1-1 0 0,-2 1 0 0 0,1 1 0 0 0,-2 0 0 0 0,0 2 1 0 0,15 18-1 0 0,-29-32-6 0 0,-1-1 0 0 0,1 0 0 0 0,0 1 0 0 0,-1-1 0 0 0,1 1 0 0 0,-1-1 1 0 0,1 1-1 0 0,-1 0 0 0 0,0-1 0 0 0,0 1 0 0 0,1-1 0 0 0,-1 1 0 0 0,0 0 0 0 0,-1-1 0 0 0,1 1 0 0 0,0-1 1 0 0,0 1-1 0 0,-1 0 0 0 0,1-1 0 0 0,-1 1 0 0 0,1-1 0 0 0,-2 2 0 0 0,0 1 7 0 0,0 0 0 0 0,-1 0 0 0 0,0-1 1 0 0,1 1-1 0 0,-2-1 0 0 0,1 1 0 0 0,-7 4 0 0 0,-4 3 21 0 0,-1-1 0 0 0,0-1-1 0 0,-17 8 1 0 0,16-9-48 0 0,3-1-63 0 0,1 0-1 0 0,-1-1 1 0 0,0-1-1 0 0,-1 0 0 0 0,1-1 1 0 0,-1 0-1 0 0,-17 2 1 0 0,6-16-3376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4.32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0 539 4068 0 0,'0'0'-211'0'0,"1"-34"1926"0"0,13 9-1659 0 0,1 0 0 0 0,0 1 1 0 0,2 1-1 0 0,1 1 0 0 0,21-21 0 0 0,-10 11-20 0 0,29-44 0 0 0,-23 31-33 0 0,-24 32-10 0 0,0-1 1 0 0,0 0-1 0 0,-2-1 0 0 0,1 0 1 0 0,10-25-1 0 0,16-16 42 0 0,-32 50-3 0 0,-3 5 50 0 0,5-3-69 0 0,-5 1 27 0 0,-8 3 184 0 0,-72 17-217 0 0,2 3 1 0 0,-77 30 0 0 0,121-40 50 0 0,44-17-63 0 0,54-20-1 0 0,145-16-19 0 0,-67 15-151 0 0,-141 28 147 0 0,2 0 17 0 0,-3 0 10 0 0,-1 0 0 0 0,1 0 0 0 0,0 0-1 0 0,0 1 1 0 0,0-1 0 0 0,0 0 0 0 0,0 0 0 0 0,0 1 0 0 0,0-1 0 0 0,-1 0 0 0 0,1 1-1 0 0,0-1 1 0 0,0 1 0 0 0,0-1 0 0 0,-1 1 0 0 0,1-1 0 0 0,0 1 0 0 0,-1 0 0 0 0,1-1-1 0 0,0 1 1 0 0,-1 0 0 0 0,1 0 0 0 0,-1-1 0 0 0,1 1 0 0 0,-1 0 0 0 0,1 0 0 0 0,-1 0-1 0 0,1 1 1 0 0,-1 0-1 0 0,0 0-1 0 0,0 0 1 0 0,0 1-1 0 0,0-1 1 0 0,-1 0 0 0 0,1 0-1 0 0,-1 0 1 0 0,1 0-1 0 0,-1 1 1 0 0,0-1-1 0 0,1 0 1 0 0,-1 0-1 0 0,-3 3 1 0 0,-7 14-43 0 0,-2-1-1 0 0,0-1 1 0 0,-21 23-1 0 0,0-7-2824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6.88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0 3868 0 0,'0'0'-138'0'0,"-7"1"1400"0"0,26 9-1255 0 0,1-2 0 0 0,0 0-1 0 0,1-1 1 0 0,32 7-1 0 0,100 10 21 0 0,-43-7-29 0 0,196 42 102 0 0,-240-49 756 0 0,-64-10-899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7.3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52 32 3988 0 0,'-32'-23'250'0'0,"13"14"1960"0"0,42 20-1847 0 0,48 24-514 0 0,-60-29 152 0 0,-1 1 0 0 0,0 0 0 0 0,0 0-1 0 0,-1 1 1 0 0,0 0 0 0 0,10 13 0 0 0,-17-19 1 0 0,0 0 1 0 0,-1 1-1 0 0,1-1 0 0 0,-1 1 1 0 0,0 0-1 0 0,0-1 0 0 0,0 1 0 0 0,0 0 1 0 0,0 0-1 0 0,0-1 0 0 0,-1 1 1 0 0,0 0-1 0 0,1 0 0 0 0,-1 0 1 0 0,0 0-1 0 0,0 0 0 0 0,-1 0 0 0 0,1 0 1 0 0,0 0-1 0 0,-1-1 0 0 0,0 1 1 0 0,0 0-1 0 0,0 0 0 0 0,0 0 0 0 0,0-1 1 0 0,0 1-1 0 0,-1-1 0 0 0,1 1 1 0 0,-1-1-1 0 0,-4 5 0 0 0,-61 69-176 0 0,15-32-2792 0 0,40-36 1225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8.9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0 709 4636 0 0,'0'0'-204'0'0,"5"-2"-564"0"0,81-40 928 0 0,-2-4 1 0 0,-2-3 0 0 0,-2-4-1 0 0,85-74 1 0 0,85-78 66 0 0,-204 169-93 0 0,54-54 271 0 0,-94 85-331 0 0,-1 0 0 0 0,0 0-1 0 0,0-1 1 0 0,0 1 0 0 0,6-11 0 0 0,-11 15-6 0 0,0 0-43 0 0,0 0 0 0 0,0 1 0 0 0,0-1 0 0 0,0 0 0 0 0,0 0 0 0 0,-1 1 0 0 0,1-1 0 0 0,0 1 0 0 0,0-1 0 0 0,-1 0 0 0 0,1 1 0 0 0,0-1 0 0 0,-1 1 0 0 0,1-1 0 0 0,-1 1 0 0 0,1-1-1 0 0,-1 1 1 0 0,1-1 0 0 0,-1 1 0 0 0,1-1 0 0 0,-1 1 0 0 0,0-1 0 0 0,1 1 0 0 0,-1 0 0 0 0,0 0 0 0 0,1-1 0 0 0,-1 1 0 0 0,0 0 0 0 0,1 0 0 0 0,-1 0 0 0 0,0 0 0 0 0,1-1 0 0 0,-1 1 0 0 0,0 0 0 0 0,1 0 0 0 0,-1 0 0 0 0,0 1 0 0 0,1-1 0 0 0,-1 0 0 0 0,-1 0 0 0 0,-39 6 84 0 0,13-2-64 0 0,0-1-1 0 0,-31-1 1 0 0,53-2-38 0 0,-3 2 5 0 0,-25 4 17 0 0,27-5-38 0 0,11-1-13 0 0,72-2-26 0 0,-34 6 26 0 0,-22-4-3 0 0,0 2 0 0 0,-1 0 0 0 0,1 1 0 0 0,-1 1 0 0 0,1 1 0 0 0,-1 0 0 0 0,28 14 0 0 0,-46-19 24 0 0,0 1 0 0 0,0 0 0 0 0,0 0 1 0 0,0 0-1 0 0,0 0 0 0 0,-1 0 0 0 0,1 0 0 0 0,0 0 1 0 0,-1 1-1 0 0,1-1 0 0 0,-1 0 0 0 0,1 0 0 0 0,-1 0 0 0 0,1 1 1 0 0,-1-1-1 0 0,0 0 0 0 0,0 0 0 0 0,0 1 0 0 0,0-1 1 0 0,0 0-1 0 0,0 1 0 0 0,0-1 0 0 0,0 0 0 0 0,0 0 0 0 0,0 1 1 0 0,-1-1-1 0 0,1 0 0 0 0,-1 0 0 0 0,1 1 0 0 0,-1-1 1 0 0,1 0-1 0 0,-1 0 0 0 0,1 0 0 0 0,-1 0 0 0 0,0 0 0 0 0,0 0 1 0 0,-1 2-1 0 0,-38 45 23 0 0,32-39-20 0 0,-2 1-705 0 0,-1 1-1 0 0,0-1 0 0 0,0-1 1 0 0,-15 9-1 0 0,16-15-673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0.3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5 403 4116 0 0,'0'0'-138'0'0,"-5"-22"-204"0"0,12 8 346 0 0,0 0 1 0 0,1 0-1 0 0,0 1 0 0 0,1 0 1 0 0,1 1-1 0 0,0-1 1 0 0,1 2-1 0 0,0 0 1 0 0,0 0-1 0 0,1 1 1 0 0,20-13-1 0 0,6-1-1 0 0,0 1 1 0 0,76-32-1 0 0,-52 29 3 0 0,0 4 0 0 0,2 2 0 0 0,0 3 1 0 0,118-15-1 0 0,-173 31-10 0 0,0 0 0 0 0,-1 1 0 0 0,1 0 1 0 0,0 0-1 0 0,0 1 0 0 0,0 0 0 0 0,0 1 0 0 0,-1 0 1 0 0,1 0-1 0 0,-1 1 0 0 0,0 0 0 0 0,1 0 0 0 0,-1 1 1 0 0,-1 0-1 0 0,13 8 0 0 0,-8-1 2 0 0,1 0 0 0 0,-2 0 0 0 0,0 1 0 0 0,0 0 0 0 0,-1 1-1 0 0,11 18 1 0 0,-17-25 11 0 0,1 1 0 0 0,-2 0 0 0 0,1-1 0 0 0,-1 2 0 0 0,0-1-1 0 0,0 0 1 0 0,0 0 0 0 0,-1 1 0 0 0,-1 0 0 0 0,1-1 0 0 0,-1 1-1 0 0,0 14 1 0 0,-2-17 21 0 0,1 1-1 0 0,-2-1 1 0 0,1 1 0 0 0,0-1-1 0 0,-1 0 1 0 0,0 0-1 0 0,0 0 1 0 0,-1 0-1 0 0,1 0 1 0 0,-1 0 0 0 0,0-1-1 0 0,-1 1 1 0 0,1-1-1 0 0,-1 0 1 0 0,0 0-1 0 0,0 0 1 0 0,0 0-1 0 0,-7 4 1 0 0,-23 16 96 0 0,-2-1 0 0 0,0-2-1 0 0,-1-2 1 0 0,-48 18 0 0 0,-160 42 743 0 0,170-56-417 0 0,17-14-348 0 0,55-9-481 0 0,6-30-2589 0 0,2 20 1780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0.72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232 6 4172 0 0,'-1'-1'55'0'0,"0"0"-1"0"0,0 1 1 0 0,0-1-1 0 0,0 1 1 0 0,0-1-1 0 0,-1 1 1 0 0,1-1-1 0 0,0 1 0 0 0,0 0 1 0 0,0 0-1 0 0,0-1 1 0 0,0 1-1 0 0,0 0 1 0 0,-1 0-1 0 0,1 0 1 0 0,0 0-1 0 0,0 0 1 0 0,0 1-1 0 0,0-1 1 0 0,-1 0-1 0 0,1 0 0 0 0,0 1 1 0 0,0-1-1 0 0,-1 1 1 0 0,-35 23 441 0 0,-34 47-473 0 0,57-55 118 0 0,-65 82 8 0 0,79-98-148 0 0,0 1 0 0 0,-1-1 0 0 0,1 1 0 0 0,0-1 0 0 0,0 1 0 0 0,0-1 0 0 0,0 1 0 0 0,0-1 0 0 0,0 1 0 0 0,0-1 0 0 0,0 1 0 0 0,0-1 0 0 0,0 1 0 0 0,0 0 0 0 0,0-1 0 0 0,0 1 0 0 0,0-1 0 0 0,0 1 0 0 0,0-1 0 0 0,1 0 0 0 0,-1 1 0 0 0,0-1 0 0 0,0 1 0 0 0,1-1 0 0 0,-1 1 0 0 0,0-1 0 0 0,1 1 0 0 0,-1-1 0 0 0,0 0 0 0 0,1 1 1 0 0,-1-1-1 0 0,0 0 0 0 0,1 1 0 0 0,-1-1 0 0 0,1 0 0 0 0,-1 0 0 0 0,1 1 0 0 0,-1-1 0 0 0,1 0 0 0 0,-1 0 0 0 0,1 0 0 0 0,-1 0 0 0 0,1 0 0 0 0,-1 1 0 0 0,1-1 0 0 0,-1 0 0 0 0,2 0 0 0 0,26 5 30 0 0,-27-5-27 0 0,127 10 109 0 0,25 3-2042 0 0,-139-10 533 0 0,-5 1 37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2.2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282 49 4152 0 0,'0'0'-202'0'0,"-4"-1"-83"0"0,-3-1-82 0 0,8-2 141 0 0,23-5 68 0 0,45-7 88 0 0,-64 15 65 0 0,43-6-2 0 0,1 2 0 0 0,65 1-1 0 0,-101 5 13 0 0,0 0-1 0 0,1 0 1 0 0,-1 1 0 0 0,0 1-1 0 0,0 0 1 0 0,0 1-1 0 0,0 0 1 0 0,-1 1-1 0 0,0 0 1 0 0,0 1-1 0 0,0 1 1 0 0,-1 0-1 0 0,19 14 1 0 0,-6 0 5 0 0,-8-8 4 0 0,-1 1 0 0 0,-1 1 0 0 0,16 19 0 0 0,-26-28-2 0 0,0 0 1 0 0,0 0-1 0 0,-1 1 0 0 0,0-1 1 0 0,0 1-1 0 0,0 0 0 0 0,-1 0 0 0 0,0 0 1 0 0,0 0-1 0 0,-1 1 0 0 0,0-1 1 0 0,0 14-1 0 0,-1-4 29 0 0,-2-1 0 0 0,0 1 0 0 0,-1-1 1 0 0,0 0-1 0 0,-1 0 0 0 0,-1 0 0 0 0,-1 0 0 0 0,0-1 0 0 0,-1 0 1 0 0,-1 0-1 0 0,0-1 0 0 0,-1 0 0 0 0,0 0 0 0 0,-1-1 0 0 0,-13 14 1 0 0,5-10 59 0 0,0 1 1 0 0,-1-2-1 0 0,0-1 1 0 0,-2 0-1 0 0,0-1 0 0 0,0-2 1 0 0,-1 0-1 0 0,-1-1 1 0 0,-32 11-1 0 0,7-6 180 0 0,0-3-1 0 0,0-2 0 0 0,-1-1 1 0 0,-1-3-1 0 0,1-3 0 0 0,-76-1 1 0 0,15-12 851 0 0,107 9-1041 0 0,-32-12-1662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2.8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505 5 4052 0 0,'0'0'-199'0'0,"7"-4"-8"0"0,-4 3 194 0 0,-7 5-73 0 0,-40 25 293 0 0,-2-3 1 0 0,-1-1-1 0 0,-74 28 1 0 0,52-24 211 0 0,-79 46-1 0 0,141-72-406 0 0,5-2-4 0 0,0 0-1 0 0,0 0 1 0 0,-1 0 0 0 0,1 0 0 0 0,0 0 0 0 0,0 1 0 0 0,1-1 0 0 0,-1 1 0 0 0,0-1-1 0 0,0 1 1 0 0,1-1 0 0 0,-1 1 0 0 0,-1 2 0 0 0,3-3 3 0 0,58 15 38 0 0,178 10 10 0 0,56 11 11 0 0,-253-30-63 0 0,-19-4-21 0 0,0 0 1 0 0,0 2-1 0 0,31 11 1 0 0,-50-15-127 0 0,-1-1 1 0 0,1 1 0 0 0,0-1-1 0 0,0 1 1 0 0,0-1-1 0 0,-1 1 1 0 0,1 0-1 0 0,0-1 1 0 0,0 1 0 0 0,-1 0-1 0 0,1 0 1 0 0,-1 0-1 0 0,1 0 1 0 0,-1-1 0 0 0,1 1-1 0 0,-1 0 1 0 0,1 2-1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7.27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3925 0 3656 0 0,'0'0'-199'0'0,"6"2"-86"0"0,18 5 276 0 0,-18-6-2 0 0,-1 46 15 0 0,36 129-9 0 0,-4-51 35 0 0,-18-68-5 0 0,16 89 1 0 0,-7 85 148 0 0,-22-169-169 0 0,8 116 34 0 0,-13-157 60 0 0,-2-1 0 0 0,0 1 0 0 0,-1-1 1 0 0,-1 1-1 0 0,-1-1 0 0 0,-1 0 0 0 0,-1 0 0 0 0,-14 32 0 0 0,15-44-19 0 0,-1 0 1 0 0,0 0 0 0 0,-1-1 0 0 0,1 0-1 0 0,-2 0 1 0 0,1 0 0 0 0,-1-1 0 0 0,0-1-1 0 0,0 1 1 0 0,0-1 0 0 0,-1 0-1 0 0,0-1 1 0 0,0 0 0 0 0,0-1 0 0 0,0 1-1 0 0,-14 1 1 0 0,-20 5 130 0 0,-1-3-1 0 0,-60 4 0 0 0,51-7-121 0 0,-376 23 413 0 0,256-19-445 0 0,-158 25-51 0 0,94-7-20 0 0,-406 48 0 0 0,314-40-34 0 0,276-30 66 0 0,-341 30 140 0 0,356-32-152 0 0,-14 3 13 0 0,16-3-24 0 0,-120 13 23 0 0,151-14-10 0 0,-2 0-12 0 0,-61 4 216 0 0,66-4-132 0 0,-65 3 474 0 0,18-10-480 0 0,47 5-34 0 0,-24-8 310 0 0,3-17-197 0 0,-136-175-1 0 0,117 145-146 0 0,-11-54 13 0 0,50 107-18 0 0,-9-26-4 0 0,10 24 0 0 0,-5-11-4 0 0,2 0 0 0 0,0-1 0 0 0,0 0 0 0 0,2 0-1 0 0,0 0 1 0 0,1 0 0 0 0,1-33 0 0 0,6-69-9 0 0,-2 80 37 0 0,-3 38-12 0 0,9-44-73 0 0,26-124-10 0 0,-31 138 88 0 0,-1-1-1 0 0,-2 1 0 0 0,-3-37 0 0 0,1-9-35 0 0,1 75 27 0 0,0 0-7 0 0,0-19 7 0 0,0 14-9 0 0,0 1 0 0 0,0-1 0 0 0,1 1 0 0 0,-1-1-1 0 0,2 1 1 0 0,-1 0 0 0 0,3-8 0 0 0,-4 13 10 0 0,1 1-6 0 0,-1-1-2 0 0,0 0 2 0 0,-1 0 0 0 0,1 0-1 0 0,-1 0 1 0 0,1 0-1 0 0,0 0 1 0 0,-1-1 0 0 0,1 1-1 0 0,0 0 1 0 0,0 0-1 0 0,0 0 1 0 0,0-1 0 0 0,0 1-1 0 0,0 0 1 0 0,0 0-1 0 0,0-1 1 0 0,0 1 0 0 0,0 0-1 0 0,1 0 1 0 0,-1 0-1 0 0,0 0 1 0 0,1-1 0 0 0,-1 1-1 0 0,1 0 1 0 0,1-1-1 0 0,-2 0-1 0 0,1-2 11 0 0,-1 0 0 0 0,0 0 1 0 0,0 0-1 0 0,0 0 0 0 0,0 0 0 0 0,-1 0 1 0 0,-1-8-1 0 0,1 10 7 0 0,1 1-18 0 0,-4-4-1 0 0,3 4 4 0 0,-3-4-59 0 0,3 5 50 0 0,1-1 0 0 0,0 1 0 0 0,0-1 1 0 0,0 1-1 0 0,0-1 0 0 0,-1 1 0 0 0,1-1 0 0 0,0 1 0 0 0,0-1 1 0 0,-1 1-1 0 0,1 0 0 0 0,0-1 0 0 0,-1 1 0 0 0,1 0 0 0 0,0-1 1 0 0,-1 1-1 0 0,1 0 0 0 0,-1-1 0 0 0,1 1 0 0 0,-1 0 1 0 0,1 0-1 0 0,0 0 0 0 0,-1-1 0 0 0,1 1 0 0 0,-1 0 0 0 0,1 0 1 0 0,-1 0-1 0 0,1 0 0 0 0,-1 0 0 0 0,1 0 0 0 0,-1 0 1 0 0,1 0-1 0 0,-1 0 0 0 0,1 0 0 0 0,-1 0 0 0 0,1 0 0 0 0,-1 0 1 0 0,1 0-1 0 0,-1 0 0 0 0,0 1 0 0 0,-9 4-24 0 0,0 0 0 0 0,0 1 0 0 0,0 0 0 0 0,0 1-1 0 0,1 0 1 0 0,-12 13 0 0 0,-54 61-46 0 0,15-15 60 0 0,25-35 5 0 0,20-19 9 0 0,1 1 0 0 0,0 1 0 0 0,1 0 0 0 0,-13 19 1 0 0,25-31 1 0 0,4-4-2 0 0,0 0 1 0 0,1 0-1 0 0,-1 0 1 0 0,-1 0 0 0 0,1-1-1 0 0,0 1 1 0 0,-1-1-1 0 0,4-4 1 0 0,4-3-13 0 0,280-279-401 0 0,-242 241 325 0 0,-46 47 78 0 0,-1-1-4 0 0,4-4 2 0 0,-3 4 2 0 0,-1 1 8 0 0,5-2 2 0 0,-5 2-3 0 0,21 10-410 0 0,86 52 332 0 0,-78-49 28 0 0,1 0-87 0 0,-1 2-1 0 0,0 1 1 0 0,43 28-1 0 0,-73-43 94 0 0,11 16-2959 0 0,-9-8 1754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89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12 445 3512 0 0,'0'0'-202'0'0,"-11"9"2347"0"0,164-95-1953 0 0,164-66 0 0 0,-176 87-148 0 0,-94 44-50 0 0,-19 9 17 0 0,-1 0 0 0 0,27-18-1 0 0,3 5 88 0 0,-55 24-69 0 0,-2 1-28 0 0,0 0 0 0 0,1 0 0 0 0,-1 0 1 0 0,0 0-1 0 0,0 0 0 0 0,0 0 0 0 0,1 0 0 0 0,-1 0 0 0 0,0 0 0 0 0,0-1 1 0 0,0 1-1 0 0,0 0 0 0 0,1 0 0 0 0,-1 0 0 0 0,0 0 0 0 0,0 0 1 0 0,0 0-1 0 0,0 0 0 0 0,1 0 0 0 0,-1-1 0 0 0,0 1 0 0 0,0 0 0 0 0,0 0 1 0 0,0 0-1 0 0,0 0 0 0 0,0 0 0 0 0,0-1 0 0 0,1 1 0 0 0,-1 0 0 0 0,0 0 1 0 0,0 0-1 0 0,0-1 0 0 0,0 1 0 0 0,0 0 0 0 0,0 0 0 0 0,0 0 1 0 0,0 0-1 0 0,0-1 0 0 0,0 1 0 0 0,0 0 0 0 0,0 0 0 0 0,0 0 0 0 0,0-1 1 0 0,0 1-1 0 0,0 0 0 0 0,0 0 0 0 0,0 0 0 0 0,0-1 0 0 0,0 1 1 0 0,-1 0-1 0 0,1 0 0 0 0,-13-7-22 0 0,-1 2-1 0 0,0 0 1 0 0,0 0 0 0 0,-1 1-1 0 0,1 1 1 0 0,-1 0 0 0 0,0 1-1 0 0,1 1 1 0 0,-24 1 0 0 0,131-7 55 0 0,-91 7-34 0 0,19 0-7 0 0,1 2 0 0 0,0 0 1 0 0,-1 1-1 0 0,0 1 0 0 0,40 13 1 0 0,-61-16 8 0 0,0-1 1 0 0,1 1-1 0 0,-1-1 1 0 0,1 1-1 0 0,-1-1 1 0 0,0 1-1 0 0,0-1 1 0 0,1 1-1 0 0,-1 0 1 0 0,0-1-1 0 0,0 1 1 0 0,0-1-1 0 0,1 1 1 0 0,-1 0-1 0 0,0-1 1 0 0,0 1-1 0 0,0-1 1 0 0,0 1-1 0 0,0 0 1 0 0,0-1-1 0 0,0 1 1 0 0,-1-1-1 0 0,1 1 1 0 0,0 0-1 0 0,0-1 1 0 0,0 1-1 0 0,0-1 1 0 0,-1 1-1 0 0,1-1 1 0 0,0 1-1 0 0,-1-1 1 0 0,1 1-1 0 0,0-1 1 0 0,-1 1-1 0 0,1-1 1 0 0,-1 1-1 0 0,0 0 1 0 0,-16 20 58 0 0,-2-2-68 0 0,-41 32-1 0 0,21-29-2810 0 0,26-15 1474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0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38 3212 0 0,'-14'-30'18'0'0,"12"28"134"0"0,-12-3 280 0 0,10 4-407 0 0,0 1 0 0 0,0 0 0 0 0,0 1 0 0 0,0-1 0 0 0,0 1 0 0 0,0-1 0 0 0,0 1 0 0 0,0 0 0 0 0,0 1 0 0 0,1-1 0 0 0,-1 1 0 0 0,0 0 1 0 0,1-1-1 0 0,-1 2 0 0 0,1-1 0 0 0,-4 3 0 0 0,1 0-5 0 0,1-1 0 0 0,0 1 0 0 0,0 0 0 0 0,0 1 1 0 0,1-1-1 0 0,0 1 0 0 0,0 0 0 0 0,0 0 1 0 0,-3 7-1 0 0,7-12-20 0 0,-1-1 0 0 0,1 1 0 0 0,0-1 1 0 0,0 1-1 0 0,-1-1 0 0 0,1 1 0 0 0,0 0 0 0 0,0-1 1 0 0,-1 1-1 0 0,1-1 0 0 0,0 1 0 0 0,0 0 0 0 0,0-1 1 0 0,0 1-1 0 0,0 0 0 0 0,0-1 0 0 0,0 1 1 0 0,0 0-1 0 0,0-1 0 0 0,0 1 0 0 0,0-1 0 0 0,1 1 1 0 0,-1 0-1 0 0,0-1 0 0 0,0 1 0 0 0,1-1 0 0 0,-1 1 1 0 0,0 0-1 0 0,1-1 0 0 0,-1 1 0 0 0,1-1 0 0 0,-1 1 1 0 0,0-1-1 0 0,1 0 0 0 0,-1 1 0 0 0,1-1 1 0 0,-1 1-1 0 0,1-1 0 0 0,-1 0 0 0 0,1 1 0 0 0,0-1 1 0 0,-1 0-1 0 0,1 0 0 0 0,-1 1 0 0 0,1-1 0 0 0,0 0 1 0 0,-1 0-1 0 0,1 0 0 0 0,0 0 0 0 0,-1 0 0 0 0,1 0 1 0 0,0 0-1 0 0,-1 0 0 0 0,1 0 0 0 0,-1 0 0 0 0,1 0 1 0 0,0 0-1 0 0,-1-1 0 0 0,2 1 0 0 0,33-8-184 0 0,-24 4 166 0 0,-1-1 1 0 0,0 0 0 0 0,0-1-1 0 0,0 0 1 0 0,0 0 0 0 0,-1-1-1 0 0,0 0 1 0 0,-1-1 0 0 0,1 0-1 0 0,7-10 1 0 0,-16 18 22 0 0,0 0-1 0 0,0 0 1 0 0,0 0-1 0 0,-1 0 1 0 0,1 0-1 0 0,0 0 1 0 0,0 0 0 0 0,-1 0-1 0 0,1 0 1 0 0,0 0-1 0 0,0 0 1 0 0,0 0-1 0 0,-1 0 1 0 0,1 0-1 0 0,0 0 1 0 0,0 0 0 0 0,0 0-1 0 0,-1 0 1 0 0,1 0-1 0 0,0 0 1 0 0,0 0-1 0 0,0 0 1 0 0,-1 0-1 0 0,1-1 1 0 0,0 1 0 0 0,0 0-1 0 0,0 0 1 0 0,0 0-1 0 0,-1 0 1 0 0,1 0-1 0 0,0-1 1 0 0,0 1 0 0 0,0 0-1 0 0,0 0 1 0 0,0 0-1 0 0,0 0 1 0 0,0-1-1 0 0,-1 1 1 0 0,1 0-1 0 0,0 0 1 0 0,0 0 0 0 0,0-1-1 0 0,0 1 1 0 0,0 0-1 0 0,0 0 1 0 0,0-1-1 0 0,0 1 1 0 0,0 0-1 0 0,0 0 1 0 0,0 0 0 0 0,0-1-1 0 0,0 1 1 0 0,0 0-1 0 0,0 0 1 0 0,0 0-1 0 0,1-1 1 0 0,-1 1-1 0 0,0 0 1 0 0,0 0 0 0 0,0 0-1 0 0,0-1 1 0 0,-11 4 7 0 0,0 1 0 0 0,0 0 0 0 0,1 0 1 0 0,-14 8-1 0 0,19-10-6 0 0,1 1 0 0 0,0-1 1 0 0,0 1-1 0 0,0 0 1 0 0,0 0-1 0 0,0 0 0 0 0,1 1 1 0 0,-1-1-1 0 0,1 1 0 0 0,0 0 1 0 0,0 0-1 0 0,1 0 1 0 0,-1 0-1 0 0,1 1 0 0 0,0-1 1 0 0,-3 9-1 0 0,4-11 29 0 0,8-2-17 0 0,0 0 0 0 0,-1-1 1 0 0,1 0-1 0 0,0-1 1 0 0,-1 1-1 0 0,1-1 0 0 0,-1 0 1 0 0,0-1-1 0 0,0 0 0 0 0,7-4 1 0 0,15-6 425 0 0,-33 13-760 0 0,0 0 1 0 0,0 0 0 0 0,1 1-1 0 0,-1-1 1 0 0,0 1-1 0 0,0 1 1 0 0,0-1-1 0 0,-8 4 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4 211 3300 0 0,'0'0'-265'0'0,"-4"-1"32"0"0,9-4-405 0 0,27-5 722 0 0,48-11 375 0 0,287-66 332 0 0,-111 33-351 0 0,-255 54-395 0 0,37-3 430 0 0,-30 1-645 0 0,13-6 866 0 0,-5-11-3824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59 3 2976 0 0,'-4'0'-69'0'0,"-10"0"36"0"0,10 0 116 0 0,-15-3 837 0 0,1 4 1666 0 0,50 12-2156 0 0,59 16-620 0 0,-69-23 190 0 0,-2-1-3 0 0,1 1 0 0 0,-1 1 0 0 0,-1 1 1 0 0,1 0-1 0 0,-1 2 0 0 0,22 14 0 0 0,-40-23 4 0 0,0 0 0 0 0,1 0 0 0 0,-1 0 0 0 0,0 0 0 0 0,0 0 0 0 0,0 1 0 0 0,0-1 0 0 0,0 0 0 0 0,0 1 0 0 0,0-1 0 0 0,-1 0 0 0 0,1 1 1 0 0,0-1-1 0 0,-1 1 0 0 0,1-1 0 0 0,-1 1 0 0 0,0 0 0 0 0,1-1 0 0 0,-1 1 0 0 0,0-1 0 0 0,0 1 0 0 0,0 3 0 0 0,-1-2 1 0 0,0 1-1 0 0,0-1 1 0 0,0 0-1 0 0,-1 1 1 0 0,1-1-1 0 0,-1 0 0 0 0,1 0 1 0 0,-1 0-1 0 0,0 0 1 0 0,-3 3-1 0 0,-6 7-1 0 0,-1-1 0 0 0,-1 0-1 0 0,-18 13 1 0 0,29-24-1 0 0,-178 131-669 0 0,158-115-2163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4012 0 0,'0'0'-231'0'0,"5"36"-764"0"0,-4-35 1007 0 0,2 9 14 0 0,1-1 0 0 0,1 1 0 0 0,0-1 1 0 0,0 0-1 0 0,0 0 0 0 0,1-1 0 0 0,1 0 0 0 0,-1 0 0 0 0,2 0 0 0 0,14 13 0 0 0,212 171 241 0 0,-86-76 14 0 0,-3-3-110 0 0,11 11-35 0 0,-119-97-182 0 0,-9-6 64 0 0,-1 0 1 0 0,-1 2-1 0 0,-1 1 0 0 0,23 29 0 0 0,-35-37 3 0 0,0-1-1 0 0,1-1 1 0 0,0 0 0 0 0,1-1-1 0 0,0 0 1 0 0,1-2 0 0 0,31 18-1 0 0,-30-20-1598 0 0,-15-28 862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234 47 3164 0 0,'-6'-7'-370'0'0,"2"1"335"0"0,-1-7 748 0 0,-7-8 2157 0 0,5 26-2953 0 0,7-4 83 0 0,-1-1 0 0 0,0 0 1 0 0,0 1-1 0 0,1-1 0 0 0,-1 1 1 0 0,1-1-1 0 0,-1 1 0 0 0,0-1 1 0 0,1 1-1 0 0,-1-1 0 0 0,1 1 1 0 0,-1 0-1 0 0,1-1 0 0 0,-1 1 1 0 0,1 0-1 0 0,0-1 0 0 0,-1 1 1 0 0,1 0-1 0 0,0 0 0 0 0,0-1 1 0 0,-1 1-1 0 0,1 0 0 0 0,0 0 1 0 0,0 0-1 0 0,0-1 0 0 0,0 1 1 0 0,0 0-1 0 0,0 0 0 0 0,0 0 1 0 0,0-1-1 0 0,0 1 0 0 0,1 0 1 0 0,-1 0-1 0 0,0-1 0 0 0,1 2 1 0 0,1 14 11 0 0,1 0 1 0 0,1 0-1 0 0,0-1 1 0 0,1 1-1 0 0,1-1 1 0 0,0 0-1 0 0,1-1 1 0 0,1 0-1 0 0,0 0 1 0 0,1 0-1 0 0,0-1 1 0 0,17 18-1 0 0,-22-26-8 0 0,-2-4-3 0 0,0 1 0 0 0,0-1 0 0 0,-1 1-1 0 0,1 0 1 0 0,0 0 0 0 0,-1 0 0 0 0,0-1 0 0 0,1 2 0 0 0,-1-1 0 0 0,0 0 0 0 0,0 0 0 0 0,0 0 0 0 0,-1 0-1 0 0,1 1 1 0 0,0 3 0 0 0,-2-3 3 0 0,0 0-1 0 0,-1 0 0 0 0,1 0 0 0 0,-1 0 1 0 0,0-1-1 0 0,0 1 0 0 0,0 0 0 0 0,-1-1 1 0 0,1 1-1 0 0,0-1 0 0 0,-1 0 0 0 0,0 0 1 0 0,1 0-1 0 0,-1 0 0 0 0,0 0 0 0 0,0-1 1 0 0,0 1-1 0 0,0-1 0 0 0,0 0 1 0 0,-1 0-1 0 0,-3 1 0 0 0,-4 2 3 0 0,-223 87-46 0 0,223-90-337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1277 3884 0 0,'0'0'138'0'0,"3"-3"-99"0"0,53-65 92 0 0,3 4-1 0 0,97-82 1 0 0,-89 88-145 0 0,-29 26 40 0 0,-1-1 0 0 0,56-66 0 0 0,64-106 183 0 0,-28 42-194 0 0,-88 114-14 0 0,4-7 2 0 0,-15 18 58 0 0,62-62 1 0 0,-82 90-55 0 0,0-1 1 0 0,0 0-1 0 0,11-18 1 0 0,-12 15 9 0 0,1 0 0 0 0,1 1 0 0 0,20-19 0 0 0,-30 32 8 0 0,-1-1 0 0 0,1 1 0 0 0,0-1 0 0 0,0 1 0 0 0,-1-1 0 0 0,1 1-1 0 0,0-1 1 0 0,-1 0 0 0 0,1 1 0 0 0,0-1 0 0 0,-1 0 0 0 0,1 1 0 0 0,-1-1-1 0 0,1 0 1 0 0,-1 0 0 0 0,1 0 0 0 0,-1 1 0 0 0,0-1 0 0 0,0 0-1 0 0,1 0 1 0 0,-1 0 0 0 0,0 0 0 0 0,0 0 0 0 0,0 0 0 0 0,0 0 0 0 0,0 0-1 0 0,0 1 1 0 0,0-3 0 0 0,-1 3-12 0 0,0-1 0 0 0,0 0-1 0 0,0 1 1 0 0,0-1 0 0 0,-1 1-1 0 0,1-1 1 0 0,0 1 0 0 0,0-1-1 0 0,-1 1 1 0 0,1 0 0 0 0,0-1-1 0 0,-1 1 1 0 0,1 0 0 0 0,0 0-1 0 0,0 0 1 0 0,-3 1 0 0 0,-65 7-12 0 0,65-7 52 0 0,-249 58 64 0 0,251-58-70 0 0,4-1-45 0 0,0 0 0 0 0,0-1 0 0 0,0 1 1 0 0,0-1-1 0 0,0 1 0 0 0,0-1 0 0 0,0 1 0 0 0,0-1 0 0 0,-1 0 0 0 0,1 0 0 0 0,2-2 0 0 0,24-8 31 0 0,29 0-25 0 0,-13 2-53 0 0,1 1 0 0 0,54-1 0 0 0,-98 9 41 0 0,1 0-1 0 0,0 0 1 0 0,0 0 0 0 0,0 0 0 0 0,-1 0-1 0 0,1 0 1 0 0,0 0 0 0 0,0 1-1 0 0,0-1 1 0 0,-1 1 0 0 0,1 0 0 0 0,0-1-1 0 0,-1 1 1 0 0,1 0 0 0 0,0 0 0 0 0,-1 0-1 0 0,1 0 1 0 0,-1 0 0 0 0,1 0 0 0 0,-1 0-1 0 0,0 1 1 0 0,0-1 0 0 0,1 0-1 0 0,-1 1 1 0 0,1 2 0 0 0,-1-1 0 0 0,0 1 0 0 0,0-1 1 0 0,0 0-1 0 0,-1 0 0 0 0,0 1 0 0 0,0-1 1 0 0,0 0-1 0 0,0 1 0 0 0,0-1 0 0 0,0 0 1 0 0,-1 0-1 0 0,0 1 0 0 0,-1 2 0 0 0,-3 11-10 0 0,-2-1 1 0 0,0 1-1 0 0,-18 29 0 0 0,12-24-153 0 0,0 1 1 0 0,-10 27 0 0 0,25-39-1950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4056 0 0,'0'0'1590'0'0,"4"1"-1569"0"0,314 39 151 0 0,-274-36-170 0 0,118 5 61 0 0,199-14 0 0 0,-301 1-62 0 0,-29 2 68 0 0,0 0-1 0 0,60 5 1 0 0,-88-2 33 0 0,36-1 742 0 0,-29 2-745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31 4736 0 0,'-41'-30'1310'0'0,"206"67"-1172"0"0,33 22-104 0 0,-196-59-40 0 0,-1 0 6 0 0,-1 0 1 0 0,1 0-1 0 0,0 0 1 0 0,-1-1-1 0 0,1 1 1 0 0,0 0-1 0 0,0 0 0 0 0,-1 1 1 0 0,1-1-1 0 0,0 0 1 0 0,0 0-1 0 0,-1 0 1 0 0,1 0-1 0 0,0 1 1 0 0,0-1-1 0 0,-1 0 1 0 0,1 0-1 0 0,0 1 0 0 0,-1-1 1 0 0,1 1-1 0 0,-1-1 1 0 0,1 1-1 0 0,0-1 1 0 0,-1 1-1 0 0,1-1 1 0 0,-1 1-1 0 0,1-1 0 0 0,0 2 1 0 0,-1-1 1 0 0,0 0 0 0 0,-1 1 0 0 0,1-1 0 0 0,0 0-1 0 0,0 0 1 0 0,-1 0 0 0 0,1 0 0 0 0,-1 0 0 0 0,1 0 0 0 0,-1 0 0 0 0,1 0 0 0 0,-1 0 0 0 0,0 0 0 0 0,0 0 0 0 0,1 0 0 0 0,-2 0 0 0 0,-40 35 43 0 0,39-34-47 0 0,-59 45 90 0 0,-2-4 0 0 0,-133 67 0 0 0,120-73-231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20 466 4260 0 0,'0'0'-160'0'0,"-4"0"258"0"0,2 0-201 0 0,1 0 122 0 0,1 0 0 0 0,0 0-1 0 0,-1 1 1 0 0,1-1 0 0 0,-1 0-1 0 0,1 0 1 0 0,0 0 0 0 0,-1 0-1 0 0,1 0 1 0 0,-1 0 0 0 0,1 0-1 0 0,0 0 1 0 0,-1 0 0 0 0,1 0-1 0 0,-1 0 1 0 0,1 0 0 0 0,0 0-1 0 0,-1-1 1 0 0,1 1 0 0 0,0 0-1 0 0,-1 0 1 0 0,1 0 0 0 0,-1 0-1 0 0,1-1 1 0 0,0 1 0 0 0,-1 0 0 0 0,1 0-1 0 0,0-1 1 0 0,0 1 0 0 0,-1 0-1 0 0,1-1 1 0 0,0 1 0 0 0,0 0-1 0 0,-1-1 1 0 0,1 1 0 0 0,0 0-1 0 0,0-1 1 0 0,0 1 0 0 0,0 0-1 0 0,-1-1 1 0 0,1 1 0 0 0,0-1-1 0 0,0 1 1 0 0,0 0 0 0 0,0-1-1 0 0,0 1 1 0 0,0-1 0 0 0,0 1-1 0 0,0 0 1 0 0,0-1 0 0 0,1-1 57 0 0,20-29 126 0 0,-4 15-179 0 0,0 0 0 0 0,1 1 1 0 0,1 1-1 0 0,0 0 0 0 0,1 2 0 0 0,1 0 1 0 0,39-16-1 0 0,0-3-9 0 0,71-34-20 0 0,96-56 44 0 0,-223 118-40 0 0,-2 2-4 0 0,0 0 0 0 0,0 0-1 0 0,0 0 1 0 0,0 0-1 0 0,0-1 1 0 0,0 1 0 0 0,0-1-1 0 0,-1 0 1 0 0,1 1 0 0 0,-1-1-1 0 0,1 0 1 0 0,-1 0 0 0 0,3-4-1 0 0,-7 4 4 0 0,0 1 1 0 0,0-1-1 0 0,0 1 0 0 0,0 0 0 0 0,0-1 0 0 0,-1 1 1 0 0,1 1-1 0 0,0-1 0 0 0,-1 0 0 0 0,-5 1 0 0 0,-133 9 49 0 0,-38 1 12 0 0,178-10-35 0 0,9-2-17 0 0,22-8-10 0 0,1 1 1 0 0,0 2-1 0 0,50-5 1 0 0,103-2-19 0 0,-153 12 22 0 0,-13 1 13 0 0,0 0 1 0 0,0 2 0 0 0,18 2-1 0 0,-33-3 49 0 0,-4 3-34 0 0,-5 4-10 0 0,0-1 0 0 0,-1 0 0 0 0,0-1 0 0 0,0 0 0 0 0,0 0 0 0 0,0 0 0 0 0,-18 6 0 0 0,-37 22-72 0 0,49-23-154 0 0,-16 16-2169 0 0,22-17 1051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5 4252 0 0,'0'0'-94'0'0,"-14"-4"139"0"0,4 5 910 0 0,19 8-952 0 0,1 0 0 0 0,0 0 1 0 0,1-1-1 0 0,0-1 0 0 0,0 0 1 0 0,1 0-1 0 0,-1-1 0 0 0,19 6 1 0 0,113 35 50 0 0,-89-31-24 0 0,251 70 54 0 0,-284-80-38 0 0,18 3-139 0 0,-25-18-2384 0 0,-14-2 1501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30 3748 0 0,'-10'-1'102'0'0,"0"0"0"0"0,1-1 0 0 0,-1 0 0 0 0,-13-5-1 0 0,-1 1 520 0 0,23 5-445 0 0,-15-4 154 0 0,8 2-62 0 0,13 2 391 0 0,41 7-637 0 0,-1 1-1 0 0,0 3 1 0 0,0 2 0 0 0,80 32-1 0 0,-124-44-19 0 0,-1 0-1 0 0,1 0 0 0 0,-1 0 1 0 0,1 1-1 0 0,-1-1 0 0 0,1 0 1 0 0,-1 0-1 0 0,1 0 0 0 0,-1 1 1 0 0,1-1-1 0 0,-1 0 0 0 0,1 1 1 0 0,-1-1-1 0 0,0 0 0 0 0,1 1 1 0 0,-1-1-1 0 0,0 1 0 0 0,1-1 0 0 0,-1 1 1 0 0,0-1-1 0 0,1 0 0 0 0,-1 1 1 0 0,0-1-1 0 0,0 1 0 0 0,1 0 1 0 0,-1-1-1 0 0,0 1 0 0 0,0-1 1 0 0,0 1-1 0 0,0-1 0 0 0,0 1 1 0 0,0 0-1 0 0,-12 14 29 0 0,-26 9-11 0 0,38-24-19 0 0,-143 70-45 0 0,47-25-3302 0 0,78-37 2083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319 0 4416 0 0,'0'0'-262'0'0,"-5"5"-440"0"0,-72 69 873 0 0,-105 109 18 0 0,143-137-22 0 0,37-45-148 0 0,-11 11-1917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0 416 0 0,'0'0'3534'0'0,"6"3"-3538"0"0,33 12 23 0 0,2-2-1 0 0,-1-1 1 0 0,1-3-1 0 0,48 6 0 0 0,41 9-5 0 0,85 28 1 0 0,-213-51-14 0 0,3-1-6 0 0,-1 1 0 0 0,0 0 0 0 0,0 0 0 0 0,1 0 0 0 0,-1 0 0 0 0,0 1 0 0 0,0 0 0 0 0,6 4 1 0 0,2 0 34 0 0,-10-5-12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114 33 2592 0 0,'0'0'-10'0'0,"-9"-32"4564"0"0,17 47-4551 0 0,1-1-1 0 0,1 0 1 0 0,1 0-1 0 0,0-1 1 0 0,0-1-1 0 0,1 0 1 0 0,1 0-1 0 0,0-1 1 0 0,16 10-1 0 0,53 51-11 0 0,-81-71 11 0 0,-1 0 0 0 0,1 0 0 0 0,0 0 0 0 0,-1 0 0 0 0,1 0 0 0 0,0 0 0 0 0,-1 0 0 0 0,1 0-1 0 0,-1 0 1 0 0,1 0 0 0 0,-1 0 0 0 0,0 0 0 0 0,0 1 0 0 0,1-1 0 0 0,-1 0 0 0 0,0 0 0 0 0,0 0 0 0 0,0 0 0 0 0,0 1 0 0 0,0-1 0 0 0,-1 0 0 0 0,1 0 0 0 0,0 0 0 0 0,0 0 0 0 0,-2 3 0 0 0,1-1 1 0 0,-1 0 0 0 0,0 0 1 0 0,0 0-1 0 0,0 0 0 0 0,-1 0 1 0 0,1 0-1 0 0,-1 0 1 0 0,-4 3-1 0 0,-6 4 12 0 0,-1 0 1 0 0,-25 13-1 0 0,-51 23 126 0 0,5-2-579 0 0,31-14-3259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1 720 4200 0 0,'0'0'-222'0'0,"18"-24"-877"0"0,46-29 1409 0 0,77-47 0 0 0,-1 0-8 0 0,-31 4 171 0 0,-62 53-363 0 0,-6 7-105 0 0,2 1 0 0 0,86-53-1 0 0,-112 78-14 0 0,-2 1 19 0 0,1 0 0 0 0,-2-1-1 0 0,1-1 1 0 0,24-24 0 0 0,-8 11 197 0 0,-30 23-98 0 0,1 0 65 0 0,0 0-1 0 0,-1 0 1 0 0,1 0 0 0 0,0-1-1 0 0,-1 1 1 0 0,1 0-1 0 0,0-1 1 0 0,-1 1-1 0 0,0-1 1 0 0,1 0-1 0 0,-1 1 1 0 0,2-5-1 0 0,-7 4-166 0 0,1 0-1 0 0,-1 0 1 0 0,0 1-1 0 0,0-1 1 0 0,0 1-1 0 0,0 0 1 0 0,0 0-1 0 0,-1 0 1 0 0,1 1-1 0 0,0-1 0 0 0,0 1 1 0 0,-1 0-1 0 0,-6 1 1 0 0,-72 12-33 0 0,17-1 3 0 0,20-9-15 0 0,64-7 21 0 0,1 0 1 0 0,0 2-1 0 0,-1 0 1 0 0,1 1-1 0 0,0 1 1 0 0,0 1-1 0 0,-1 0 1 0 0,1 1-1 0 0,-1 2 1 0 0,1 0-1 0 0,-1 0 1 0 0,0 2-1 0 0,22 9 1 0 0,-39-14 14 0 0,0-1 0 0 0,0 0 0 0 0,0 1 0 0 0,0-1 1 0 0,0 1-1 0 0,0-1 0 0 0,0 1 0 0 0,0 0 1 0 0,0-1-1 0 0,0 1 0 0 0,0 0 0 0 0,0 0 0 0 0,0 0 1 0 0,-1-1-1 0 0,1 1 0 0 0,0 0 0 0 0,-1 0 0 0 0,1 0 1 0 0,0 0-1 0 0,-1 0 0 0 0,1 0 0 0 0,-1 1 1 0 0,0-1-1 0 0,1 0 0 0 0,-1 0 0 0 0,0 0 0 0 0,0 0 1 0 0,0 0-1 0 0,0 1 0 0 0,0 1 0 0 0,-1 0 11 0 0,0 0 0 0 0,0-1-1 0 0,0 1 1 0 0,0 0-1 0 0,-1-1 1 0 0,1 1 0 0 0,-1-1-1 0 0,0 1 1 0 0,0-1 0 0 0,0 0-1 0 0,-4 4 1 0 0,-3 2-117 0 0,0-1-1 0 0,0-1 1 0 0,0 1 0 0 0,-1-1 0 0 0,-19 8 0 0 0,2-9-2988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0 3868 0 0,'0'0'-138'0'0,"-7"1"1400"0"0,26 9-1255 0 0,1-2 0 0 0,0 0-1 0 0,1-1 1 0 0,32 7-1 0 0,100 10 21 0 0,-43-7-29 0 0,196 42 102 0 0,-240-49 756 0 0,-64-10-899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3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52 32 3988 0 0,'-32'-23'250'0'0,"13"14"1960"0"0,42 20-1847 0 0,48 24-514 0 0,-60-29 152 0 0,-1 1 0 0 0,0 0 0 0 0,0 0-1 0 0,-1 1 1 0 0,0 0 0 0 0,10 13 0 0 0,-17-19 1 0 0,0 0 1 0 0,-1 1-1 0 0,1-1 0 0 0,-1 1 1 0 0,0 0-1 0 0,0-1 0 0 0,0 1 0 0 0,0 0 1 0 0,0 0-1 0 0,0-1 0 0 0,-1 1 1 0 0,0 0-1 0 0,1 0 0 0 0,-1 0 1 0 0,0 0-1 0 0,0 0 0 0 0,-1 0 0 0 0,1 0 1 0 0,0 0-1 0 0,-1-1 0 0 0,0 1 1 0 0,0 0-1 0 0,0 0 0 0 0,0 0 0 0 0,0-1 1 0 0,0 1-1 0 0,-1-1 0 0 0,1 1 1 0 0,-1-1-1 0 0,-4 5 0 0 0,-61 69-176 0 0,15-32-2792 0 0,40-36 1225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09.9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0 709 4636 0 0,'0'0'-204'0'0,"5"-2"-564"0"0,81-40 928 0 0,-2-4 1 0 0,-2-3 0 0 0,-2-4-1 0 0,85-74 1 0 0,85-78 66 0 0,-204 169-93 0 0,54-54 271 0 0,-94 85-331 0 0,-1 0 0 0 0,0 0-1 0 0,0-1 1 0 0,0 1 0 0 0,6-11 0 0 0,-11 15-6 0 0,0 0-43 0 0,0 0 0 0 0,0 1 0 0 0,0-1 0 0 0,0 0 0 0 0,0 0 0 0 0,-1 1 0 0 0,1-1 0 0 0,0 1 0 0 0,0-1 0 0 0,-1 0 0 0 0,1 1 0 0 0,0-1 0 0 0,-1 1 0 0 0,1-1 0 0 0,-1 1 0 0 0,1-1-1 0 0,-1 1 1 0 0,1-1 0 0 0,-1 1 0 0 0,1-1 0 0 0,-1 1 0 0 0,0-1 0 0 0,1 1 0 0 0,-1 0 0 0 0,0 0 0 0 0,1-1 0 0 0,-1 1 0 0 0,0 0 0 0 0,1 0 0 0 0,-1 0 0 0 0,0 0 0 0 0,1-1 0 0 0,-1 1 0 0 0,0 0 0 0 0,1 0 0 0 0,-1 0 0 0 0,0 1 0 0 0,1-1 0 0 0,-1 0 0 0 0,-1 0 0 0 0,-39 6 84 0 0,13-2-64 0 0,0-1-1 0 0,-31-1 1 0 0,53-2-38 0 0,-3 2 5 0 0,-25 4 17 0 0,27-5-38 0 0,11-1-13 0 0,72-2-26 0 0,-34 6 26 0 0,-22-4-3 0 0,0 2 0 0 0,-1 0 0 0 0,1 1 0 0 0,-1 1 0 0 0,1 1 0 0 0,-1 0 0 0 0,28 14 0 0 0,-46-19 24 0 0,0 1 0 0 0,0 0 0 0 0,0 0 1 0 0,0 0-1 0 0,0 0 0 0 0,-1 0 0 0 0,1 0 0 0 0,0 0 1 0 0,-1 1-1 0 0,1-1 0 0 0,-1 0 0 0 0,1 0 0 0 0,-1 0 0 0 0,1 1 1 0 0,-1-1-1 0 0,0 0 0 0 0,0 0 0 0 0,0 1 0 0 0,0-1 1 0 0,0 0-1 0 0,0 1 0 0 0,0-1 0 0 0,0 0 0 0 0,0 0 0 0 0,0 1 1 0 0,-1-1-1 0 0,1 0 0 0 0,-1 0 0 0 0,1 1 0 0 0,-1-1 1 0 0,1 0-1 0 0,-1 0 0 0 0,1 0 0 0 0,-1 0 0 0 0,0 0 0 0 0,0 0 1 0 0,-1 2-1 0 0,-38 45 23 0 0,32-39-20 0 0,-2 1-705 0 0,-1 1-1 0 0,0-1 0 0 0,0-1 1 0 0,-15 9-1 0 0,16-15-673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6:14.6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4996 0 0,'0'0'-281'0'0,"7"1"276"0"0,109 40-16 0 0,246 69 60 0 0,-214-70-46 0 0,168 50 26 0 0,-241-64 22 0 0,-73-26-38 0 0,0 1-15 0 0,-1 0-1 0 0,1 0 0 0 0,0-1 0 0 0,-1 1 0 0 0,1-1 0 0 0,0 1 0 0 0,0-1 0 0 0,0 0 0 0 0,-1 1 1 0 0,1-1-1 0 0,2 0 0 0 0,2-9-1403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6:15.1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185 40 4184 0 0,'0'-2'129'0'0,"-1"-1"-1"0"0,1 1 0 0 0,-1 0 0 0 0,1 0 0 0 0,-1 0 1 0 0,0-1-1 0 0,1 1 0 0 0,-1 0 0 0 0,0 0 0 0 0,0 0 1 0 0,-1 0-1 0 0,1 0 0 0 0,0 1 0 0 0,-1-1 0 0 0,-7-6 1775 0 0,10 10-1959 0 0,-1 1 55 0 0,1-1 1 0 0,0 1 0 0 0,0-1 0 0 0,1 1-1 0 0,-1-1 1 0 0,0 0 0 0 0,1 0-1 0 0,0 0 1 0 0,-1 1 0 0 0,1-1 0 0 0,4 3-1 0 0,32 28-6 0 0,-27-23 3 0 0,13 10-1 0 0,-16-14 3 0 0,0 0 0 0 0,0 1 0 0 0,-1 0 1 0 0,0 0-1 0 0,-1 1 0 0 0,1-1 0 0 0,6 14 0 0 0,-12-20 3 0 0,0 0-1 0 0,-1 0 0 0 0,0 1 1 0 0,1-1-1 0 0,-1 0 0 0 0,0 1 1 0 0,0-1-1 0 0,1 1 0 0 0,-1-1 1 0 0,0 0-1 0 0,-1 1 0 0 0,1-1 0 0 0,0 1 1 0 0,0-1-1 0 0,0 0 0 0 0,-1 1 1 0 0,1-1-1 0 0,-1 0 0 0 0,1 1 1 0 0,-1-1-1 0 0,-1 2 0 0 0,0 1 2 0 0,-1-1 0 0 0,0 1 0 0 0,0-1 0 0 0,0 0 0 0 0,0 0 0 0 0,0 0 0 0 0,-6 2 0 0 0,-7 6 8 0 0,-1-2 0 0 0,-26 11 0 0 0,33-16-8 0 0,5-2-48 0 0,-100 42-362 0 0,31-23-3327 0 0,55-18 1806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6:17.10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4860 0 0,'0'0'-275'0'0,"47"35"-116"0"0,265 180 345 0 0,-286-199 63 0 0,-2 0 1 0 0,0 2 0 0 0,-1 0 0 0 0,-1 2 0 0 0,33 36-1 0 0,-46-46-21 0 0,1-1-1 0 0,0 0 1 0 0,0 0-1 0 0,20 12 1 0 0,-10-6 0 0 0,29 36 29 0 0,-40-40-15 0 0,0 0-1 0 0,1-1 1 0 0,21 17 0 0 0,-5 7-16 0 0,-19-23-20 0 0,120 144 99 0 0,-16-4-48 0 0,-14-5 43 0 0,-75-111-72 0 0,-17-26 5 0 0,0 0-1 0 0,1 0 0 0 0,0-1 0 0 0,0 0 1 0 0,1 0-1 0 0,8 7 0 0 0,53 71 44 0 0,-32-42-35 0 0,-35-42-11 0 0,-1-1 7 0 0,2 4 3 0 0,0-2-10 0 0,-1 0 1 0 0,1 0-1 0 0,-1 0 1 0 0,1 0-1 0 0,0 0 0 0 0,0-1 1 0 0,1 1-1 0 0,4 4 1 0 0,-6-6 21 0 0,0 0-14 0 0,4 4-2 0 0,-3-4 53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6:17.84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395 23 3224 0 0,'0'0'-84'0'0,"-14"-22"2780"0"0,14 22-2619 0 0,0 0 1 0 0,-1 0-1 0 0,1 0 1 0 0,-1 0-1 0 0,1 0 1 0 0,0-1 0 0 0,-1 1-1 0 0,1 0 1 0 0,-1 0-1 0 0,1 0 1 0 0,0 0-1 0 0,-1 0 1 0 0,1 0-1 0 0,-1 0 1 0 0,-1 6-77 0 0,1-1 0 0 0,0 1 0 0 0,0 0 1 0 0,1-1-1 0 0,-1 1 0 0 0,1 0 0 0 0,0 0 1 0 0,1-1-1 0 0,0 1 0 0 0,0 0 0 0 0,0-1 1 0 0,0 1-1 0 0,3 6 0 0 0,16 51 40 0 0,-7-14-14 0 0,-11-45-22 0 0,-1 0 0 0 0,0 1 0 0 0,0-1-1 0 0,0 0 1 0 0,0 0 0 0 0,-1 1 0 0 0,1-1 0 0 0,-1 0 0 0 0,-1 1 0 0 0,1-1 0 0 0,0 0 0 0 0,-1 0-1 0 0,0 1 1 0 0,0-1 0 0 0,0 0 0 0 0,-1 0 0 0 0,1 0 0 0 0,-1 0 0 0 0,0 0 0 0 0,0 0-1 0 0,0-1 1 0 0,-1 1 0 0 0,1-1 0 0 0,-1 1 0 0 0,0-1 0 0 0,0 0 0 0 0,0 0 0 0 0,0 0-1 0 0,-5 3 1 0 0,-10 6 16 0 0,-1 0 0 0 0,1-2 0 0 0,-1 0 0 0 0,-35 12 0 0 0,36-15-10 0 0,-19 8-41 0 0,-138 49-423 0 0,158-66-2372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6:21.1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1901 5176 0 0,'0'0'-267'0'0,"-21"-14"-208"0"0,26-1 505 0 0,2 0 0 0 0,0 0 0 0 0,0 0 0 0 0,1 1 0 0 0,1 0 0 0 0,0 1 0 0 0,23-25 0 0 0,-10 11-2 0 0,161-250 845 0 0,-135 199-857 0 0,-16 32 11 0 0,70-78 1 0 0,-17 24-35 0 0,187-198-85 0 0,-213 241 100 0 0,-28 28-26 0 0,0-2 0 0 0,29-38 0 0 0,182-231-6 0 0,-173 208 38 0 0,-50 64-9 0 0,1 1 1 0 0,2 1 0 0 0,25-24 0 0 0,10-6 7 0 0,-56 55 1 0 0,3-15 454 0 0,-4 16-463 0 0,0 0-1 0 0,0 0 0 0 0,0-1 1 0 0,0 1-1 0 0,0 0 1 0 0,0 0-1 0 0,0 0 0 0 0,0 0 1 0 0,0 0-1 0 0,0 0 1 0 0,0-1-1 0 0,0 1 0 0 0,0 0 1 0 0,0 0-1 0 0,0 0 1 0 0,0 0-1 0 0,0 0 1 0 0,0-1-1 0 0,0 1 0 0 0,0 0 1 0 0,0 0-1 0 0,0 0 1 0 0,0 0-1 0 0,0 0 0 0 0,0 0 1 0 0,0 0-1 0 0,0-1 1 0 0,0 1-1 0 0,0 0 0 0 0,-1 0 1 0 0,1 0-1 0 0,0 0 1 0 0,0 0-1 0 0,0 0 0 0 0,0 0 1 0 0,0 0-1 0 0,0 0 1 0 0,0-1-1 0 0,-1 1 1 0 0,1 0-1 0 0,0 0 0 0 0,0 0 1 0 0,0 0-1 0 0,0 0 1 0 0,0 0-1 0 0,0 0 0 0 0,-1 0 1 0 0,1 0-1 0 0,0 0 1 0 0,0 0-1 0 0,0 0 0 0 0,0 0 1 0 0,0 0-1 0 0,0 0 1 0 0,-1 0-1 0 0,1 0 0 0 0,0 0 1 0 0,0 0-1 0 0,0 0 1 0 0,0 0-1 0 0,0 1 1 0 0,0-1-1 0 0,0 0 0 0 0,-1 0 1 0 0,1 0-1 0 0,0 0 1 0 0,-6-1-71 0 0,2 0 93 0 0,-59 9 77 0 0,55-7-96 0 0,-92 12 80 0 0,98-13-78 0 0,-27 1 109 0 0,67-11-143 0 0,1 2 0 0 0,0 2 1 0 0,0 1-1 0 0,0 3 0 0 0,0 1 1 0 0,0 1-1 0 0,53 8 0 0 0,-91-8 23 0 0,0 0 0 0 0,0 1 0 0 0,0-1-1 0 0,0 0 1 0 0,0 0 0 0 0,0 0 0 0 0,0 0 0 0 0,0 1-1 0 0,0-1 1 0 0,-1 0 0 0 0,1 1 0 0 0,0-1-1 0 0,0 1 1 0 0,0-1 0 0 0,0 1 0 0 0,-1 0 0 0 0,1-1-1 0 0,0 1 1 0 0,-1 0 0 0 0,1-1 0 0 0,0 1-1 0 0,-1 0 1 0 0,1 0 0 0 0,-1-1 0 0 0,1 1 0 0 0,-1 0-1 0 0,1 0 1 0 0,-1 0 0 0 0,0 0 0 0 0,0 0 0 0 0,1 0-1 0 0,-1-1 1 0 0,0 1 0 0 0,0 0 0 0 0,0 0-1 0 0,0 0 1 0 0,0 0 0 0 0,0 0 0 0 0,0 0 0 0 0,0 0-1 0 0,0 0 1 0 0,-1 0 0 0 0,1 0 0 0 0,0 0 0 0 0,0 0-1 0 0,-1 0 1 0 0,1-1 0 0 0,-1 1 0 0 0,1 0-1 0 0,-1 0 1 0 0,1 0 0 0 0,-1-1 0 0 0,1 1 0 0 0,-1 0-1 0 0,0-1 1 0 0,-1 2 0 0 0,-40 44 39 0 0,39-44-42 0 0,-20 18-141 0 0,-48 49 267 0 0,64-60-685 0 0,0-1 1 0 0,1 1-1 0 0,0 0 1 0 0,-5 12-1 0 0,6-6-1115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54.5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0 684 0 0,'0'0'3418'0'0,"4"24"-3480"0"0,-1-19 70 0 0,-2-4-15 0 0,0 0 8 0 0,3 4 4 0 0,-3-4 16 0 0,1 7-21 0 0,1-1 0 0 0,1 0 0 0 0,-1 0 0 0 0,1-1 0 0 0,0 1 0 0 0,1-1 0 0 0,0 0 0 0 0,10 11 0 0 0,21 35 25 0 0,16 10 40 0 0,16 23-94 0 0,-12-14 54 0 0,-19-31-17 0 0,2-2 0 0 0,60 45 0 0 0,-37-30 9 0 0,-48-39-9 0 0,1-1-1 0 0,0 0 1 0 0,1-1 0 0 0,0-1 0 0 0,21 10 0 0 0,-12-7-6 0 0,-1 1 1 0 0,27 21-1 0 0,87 51 36 0 0,-49-34-4 0 0,-66-39-20 0 0,-13-8-16 0 0,-1-1 0 0 0,0 1 0 0 0,0 0 0 0 0,-1 1-1 0 0,0 0 1 0 0,12 13 0 0 0,-16-16-265 0 0,0 0 0 0 0,0 0 0 0 0,0 0-1 0 0,1-1 1 0 0,-1 1 0 0 0,10 4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55.23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77 22 3144 0 0,'0'0'-115'0'0,"-13"-21"1682"0"0,19 22-1017 0 0,23 10-243 0 0,47 23-587 0 0,-66-30 409 0 0,-10-4-129 0 0,10 4 10 0 0,-1 0 0 0 0,0 1 1 0 0,0 0-1 0 0,0 1 0 0 0,12 9 1 0 0,-21-13 11 0 0,0-1 0 0 0,1 1 0 0 0,-1 0 0 0 0,0-1 0 0 0,-1 1 0 0 0,1-1 0 0 0,0 1 0 0 0,0-1 0 0 0,-1 1 0 0 0,1-1 0 0 0,-1 1 0 0 0,1-1 0 0 0,-1 1 0 0 0,0-1 0 0 0,1 1 0 0 0,-3 1 0 0 0,3-2-27 0 0,-4 6 58 0 0,-1 0-1 0 0,0 0 1 0 0,-1 0-1 0 0,0 0 1 0 0,0-1-1 0 0,0 0 1 0 0,0 0 0 0 0,-14 9-1 0 0,-63 34 320 0 0,61-36-270 0 0,-52 28 43 0 0,73-40-249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56.70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39 848 4548 0 0,'-4'0'-228'0'0,"-28"-5"-134"0"0,30 5 422 0 0,17-37 60 0 0,31-11-48 0 0,1 1 1 0 0,89-67-1 0 0,-7 7 25 0 0,186-145 17 0 0,-288 231-62 0 0,0-1 1 0 0,-1-1 0 0 0,-1-2-1 0 0,22-28 1 0 0,-19 10 591 0 0,-27 42-505 0 0,0 1-123 0 0,-1 0-1 0 0,0-1 1 0 0,1 1 0 0 0,-1 0 0 0 0,1-1-1 0 0,-1 1 1 0 0,0 0 0 0 0,1-1 0 0 0,-1 1 0 0 0,0 0-1 0 0,1-1 1 0 0,-1 1 0 0 0,0-1 0 0 0,0 1-1 0 0,1 0 1 0 0,-1-1 0 0 0,0 1 0 0 0,0-1-1 0 0,0 1 1 0 0,1-1 0 0 0,-1 1 0 0 0,0-1 0 0 0,0 1-1 0 0,0-1 1 0 0,0 1 0 0 0,0-1 0 0 0,0 1-1 0 0,0-1 1 0 0,0 1 0 0 0,0-1 0 0 0,-1 1-1 0 0,1-1 1 0 0,0 1 0 0 0,0-1 0 0 0,0 1 0 0 0,0 0-1 0 0,-1-1 1 0 0,1 1 0 0 0,0-1 0 0 0,0 1-1 0 0,-1-1 1 0 0,1 1 0 0 0,0 0 0 0 0,-1-1-1 0 0,1 1 1 0 0,0 0 0 0 0,-1-1 0 0 0,1 1 0 0 0,-1 0-1 0 0,1 0 1 0 0,-1-1 0 0 0,1 1 0 0 0,0 0-1 0 0,-1 0 1 0 0,1 0 0 0 0,-1 0 0 0 0,1-1-1 0 0,-1 1 1 0 0,1 0 0 0 0,-1 0 0 0 0,1 0 0 0 0,-1 0-1 0 0,1 0 1 0 0,-1 0 0 0 0,0 1 0 0 0,-3-2 12 0 0,-19 3 20 0 0,-89 12 41 0 0,52-5-48 0 0,21-5-81 0 0,81-17 20 0 0,0 1 0 0 0,1 3 0 0 0,58-6 0 0 0,-51 8-74 0 0,-47 7 67 0 0,4 3-3 0 0,5 0 22 0 0,-12-1 7 0 0,1-1 0 0 0,-1 0 0 0 0,0 0 0 0 0,1 0 1 0 0,-1 1-1 0 0,0-1 0 0 0,0 0 0 0 0,0 0 0 0 0,0 0 0 0 0,0 1 1 0 0,0-1-1 0 0,0 0 0 0 0,0 0 0 0 0,-1 0 0 0 0,1 1 0 0 0,0-1 1 0 0,-1 0-1 0 0,0 1 0 0 0,-3 10 8 0 0,-1-1 0 0 0,0 0-1 0 0,-1-1 1 0 0,0 1 0 0 0,-8 9 0 0 0,-21 39-225 0 0,34-57-36 0 0,0 0 0 0 0,1 0 0 0 0,0 0 0 0 0,-1 0 0 0 0,1 0 0 0 0,0 0 0 0 0,0 0 1 0 0,0 0-1 0 0,0 0 0 0 0,0-1 0 0 0,1 1 0 0 0,0 4 0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57.90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18 4076 0 0,'0'0'-131'0'0,"0"-10"282"0"0,0 10-131 0 0,0 0-1 0 0,0-1 1 0 0,-1 1-1 0 0,1 0 1 0 0,0-1-1 0 0,0 1 0 0 0,1 0 1 0 0,-1 0-1 0 0,0-1 1 0 0,0 1-1 0 0,0 0 1 0 0,0 0-1 0 0,0-1 1 0 0,0 1-1 0 0,0 0 0 0 0,0 0 1 0 0,0-1-1 0 0,1 1 1 0 0,-1 0-1 0 0,0 0 1 0 0,0 0-1 0 0,0-1 0 0 0,0 1 1 0 0,1 0-1 0 0,-1 0 1 0 0,0 0-1 0 0,0 0 1 0 0,0-1-1 0 0,1 1 0 0 0,-1 0 1 0 0,0 0-1 0 0,0 0 1 0 0,1 0-1 0 0,-1 0 1 0 0,0 0-1 0 0,0 0 0 0 0,1 0 1 0 0,-1 0-1 0 0,0 0 1 0 0,0 0-1 0 0,1 0 1 0 0,-1 0-1 0 0,0 0 0 0 0,1 0 1 0 0,-1 0-1 0 0,0 0 1 0 0,95 46-21 0 0,-65-30 16 0 0,1-1 1 0 0,0-1-1 0 0,55 16 0 0 0,-1-9 0 0 0,287 72-5 0 0,-327-80-16 0 0,0 2 0 0 0,-1 2 0 0 0,-1 2 0 0 0,46 27-1 0 0,-86-44-29 0 0,1-1 15 0 0,-1 1-1 0 0,0-1 1 0 0,1 1 0 0 0,-1 0 0 0 0,0 0-1 0 0,0 0 1 0 0,0 1 0 0 0,4 3-1 0 0,4-20-2051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5:58.3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154 40 3564 0 0,'-27'-18'234'0'0,"24"17"-224"0"0,-38-19 2009 0 0,47 22-1994 0 0,19 7 5 0 0,0 1 0 0 0,40 22 1 0 0,-59-28-24 0 0,0-1 0 0 0,0 1 0 0 0,0 0 0 0 0,0 0 0 0 0,-1 1 0 0 0,1-1 1 0 0,-1 1-1 0 0,-1 0 0 0 0,1 1 0 0 0,-1-1 0 0 0,0 1 0 0 0,0 0 0 0 0,0 0 0 0 0,-1 0 1 0 0,0 1-1 0 0,4 10 0 0 0,-7-12 8 0 0,0-1 0 0 0,0 0 0 0 0,-1 1 0 0 0,0-1 0 0 0,1 1 0 0 0,-1-1 0 0 0,-1 0 0 0 0,1 1 0 0 0,-1-1 1 0 0,1 0-1 0 0,-1 0 0 0 0,0 0 0 0 0,-1 0 0 0 0,1-1 0 0 0,-1 1 0 0 0,-5 6 0 0 0,-56 54 112 0 0,56-57-114 0 0,-8 7-184 0 0,-13 13 351 0 0,-33 22 0 0 0,52-42-835 0 0,-1 0 1 0 0,1-2 0 0 0,-1 1-1 0 0,-15 5 1 0 0,15-8-867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6:28.0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1479 4464 0 0,'0'0'195'0'0,"1"-17"133"0"0,10-7-233 0 0,1 0-1 0 0,1 0 1 0 0,16-21 0 0 0,25-45-36 0 0,-1 7-82 0 0,-10 17 7 0 0,18-33 26 0 0,81-101 0 0 0,-103 148-7 0 0,134-202 18 0 0,-140 208 49 0 0,-2-1 0 0 0,36-71-1 0 0,4-31-25 0 0,-55 101 10 0 0,-15 47-55 0 0,10-43 82 0 0,-10 43-66 0 0,-1 1 1 0 0,0-1-1 0 0,1 0 0 0 0,-1 1 0 0 0,0-1 0 0 0,1 0 0 0 0,-1 1 0 0 0,0-1 1 0 0,0 0-1 0 0,0 1 0 0 0,0-1 0 0 0,0 0 0 0 0,0 1 0 0 0,0-1 1 0 0,0 0-1 0 0,0 0 0 0 0,0 1 0 0 0,0-1 0 0 0,0 0 0 0 0,-1 1 0 0 0,1-1 1 0 0,0 0-1 0 0,0 1 0 0 0,-1-1 0 0 0,1 0 0 0 0,0 1 0 0 0,-1-1 0 0 0,1 1 1 0 0,-1-1-1 0 0,1 0 0 0 0,-1 1 0 0 0,1-1 0 0 0,-1 1 0 0 0,1 0 1 0 0,-1-1-1 0 0,0 1 0 0 0,1-1 0 0 0,-1 1 0 0 0,1 0 0 0 0,-2-1 0 0 0,-2 1-1 0 0,0 0-1 0 0,0 0 0 0 0,0 0 0 0 0,0 0 0 0 0,1 1 0 0 0,-1 0 0 0 0,0 0 0 0 0,-5 2 1 0 0,-9 2-13 0 0,-2 2 4 0 0,0-1 0 0 0,0-2-1 0 0,-1 0 1 0 0,0-1 0 0 0,-26 1 0 0 0,8 6 23 0 0,16-7-10 0 0,50-11-26 0 0,55-12 7 0 0,122-21-53 0 0,-202 40 47 0 0,54-3-192 0 0,-46 6 189 0 0,0 0 0 0 0,-1 1 0 0 0,1 1 1 0 0,0-1-1 0 0,-1 2 0 0 0,0-1 0 0 0,11 8 0 0 0,-13-8 5 0 0,-1 0 0 0 0,0 0-1 0 0,0 1 1 0 0,-1 0 0 0 0,1 0 0 0 0,-1 1-1 0 0,0-1 1 0 0,0 1 0 0 0,-1 0-1 0 0,0 0 1 0 0,4 8 0 0 0,-8-12 4 0 0,1 1-1 0 0,-1 0 1 0 0,0 0 0 0 0,0 0 0 0 0,-1-1 0 0 0,1 1-1 0 0,-1 0 1 0 0,1 0 0 0 0,-1-1 0 0 0,0 1-1 0 0,0 0 1 0 0,0-1 0 0 0,0 1 0 0 0,0-1 0 0 0,-1 1-1 0 0,1-1 1 0 0,-1 1 0 0 0,0-1 0 0 0,0 0-1 0 0,-2 2 1 0 0,3-2-32 0 0,-16 24-3187 0 0,13-18 2133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07.23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107 14 1540 0 0,'0'0'4212'0'0,"-3"-3"-4103"0"0,2 2-94 0 0,-1 0 1 0 0,1 0 0 0 0,0 0 0 0 0,0 0-1 0 0,0 0 1 0 0,-1 0 0 0 0,1 1 0 0 0,0-1-1 0 0,-1 1 1 0 0,1-1 0 0 0,-1 1 0 0 0,1-1-1 0 0,0 1 1 0 0,-1 0 0 0 0,1-1 0 0 0,-1 1-1 0 0,1 0 1 0 0,-1 0 0 0 0,1 0 0 0 0,-2 0-1 0 0,-1 2 5 0 0,0-1-1 0 0,1 0 0 0 0,-1 1 0 0 0,1-1 1 0 0,0 1-1 0 0,-1 0 0 0 0,1 0 0 0 0,-4 4 1 0 0,3-3-10 0 0,1-1-7 0 0,0 0-1 0 0,1 0 1 0 0,-1 0-1 0 0,1 0 1 0 0,0 0-1 0 0,-1 1 1 0 0,1-1-1 0 0,0 1 1 0 0,1-1-1 0 0,-1 1 1 0 0,0 0-1 0 0,1 0 1 0 0,0 0-1 0 0,-1 0 1 0 0,1 0-1 0 0,0 0 0 0 0,0 4 1 0 0,0-6-4 0 0,1 0 3 0 0,1 0-1 0 0,-1-1 0 0 0,0 1 1 0 0,0 0-1 0 0,1-1 1 0 0,-1 1-1 0 0,0-1 1 0 0,1 1-1 0 0,-1-1 0 0 0,1 1 1 0 0,-1-1-1 0 0,1 1 1 0 0,-1-1-1 0 0,1 1 0 0 0,-1-1 1 0 0,1 1-1 0 0,-1-1 1 0 0,1 0-1 0 0,-1 1 0 0 0,1-1 1 0 0,0 0-1 0 0,-1 0 1 0 0,1 1-1 0 0,-1-1 0 0 0,1 0 1 0 0,0 0-1 0 0,-1 0 1 0 0,1 0-1 0 0,0 0 0 0 0,-1 0 1 0 0,1 0-1 0 0,0 0 1 0 0,-1 0-1 0 0,1 0 1 0 0,0 0-1 0 0,-1 0 0 0 0,1 0 1 0 0,0-1-1 0 0,-1 1 1 0 0,1 0-1 0 0,-1-1 0 0 0,1 1 1 0 0,0 0-1 0 0,0-1 1 0 0,28-21 14 0 0,18-11 92 0 0,-47 33-106 0 0,0 0-1 0 0,-1 0 1 0 0,1 0 0 0 0,0 0-1 0 0,0 0 1 0 0,0 0 0 0 0,0 0-1 0 0,-1-1 1 0 0,1 1-1 0 0,0 0 1 0 0,0 0 0 0 0,0 0-1 0 0,0 0 1 0 0,0 0-1 0 0,0 0 1 0 0,-1-1 0 0 0,1 1-1 0 0,0 0 1 0 0,0 0 0 0 0,0 0-1 0 0,0 0 1 0 0,0 0-1 0 0,0-1 1 0 0,0 1 0 0 0,0 0-1 0 0,0 0 1 0 0,0 0-1 0 0,0 0 1 0 0,0-1 0 0 0,0 1-1 0 0,0 0 1 0 0,0 0 0 0 0,0 0-1 0 0,0 0 1 0 0,0-1-1 0 0,0 1 1 0 0,0 0 0 0 0,0 0-1 0 0,0 0 1 0 0,0 0-1 0 0,0-1 1 0 0,0 1 0 0 0,0 0-1 0 0,0 0 1 0 0,0 0-1 0 0,0 0 1 0 0,1-1 0 0 0,-1 1-1 0 0,0 0 1 0 0,0 0 0 0 0,0 0-1 0 0,0 0 1 0 0,0 0-1 0 0,0 0 1 0 0,1 0 0 0 0,-1 0-1 0 0,0-1 1 0 0,0 1-1 0 0,0 0 1 0 0,0 0 0 0 0,1 0-1 0 0,-59 31-26 0 0,56-30 32 0 0,0 1-16 0 0,2-2-7 0 0,0 0-1 0 0,0 1 1 0 0,0-1-1 0 0,0 0 1 0 0,0 0-1 0 0,0 0 1 0 0,0 0 0 0 0,0 1-1 0 0,0-1 1 0 0,-1 0-1 0 0,1 0 1 0 0,0 0-1 0 0,0 0 1 0 0,0 1-1 0 0,0-1 1 0 0,0 0 0 0 0,-1 0-1 0 0,1 0 1 0 0,0 0-1 0 0,0 0 1 0 0,0 0-1 0 0,0 0 1 0 0,-1 0-1 0 0,1 0 1 0 0,0 1-1 0 0,0-1 1 0 0,0 0 0 0 0,-1 0-1 0 0,1 0 1 0 0,0 0-1 0 0,0 0 1 0 0,0 0-1 0 0,-1 0 1 0 0,1 0-1 0 0,0 0 1 0 0,0 0-1 0 0,0-1 1 0 0,0 1 0 0 0,-1 0-1 0 0,1 0 1 0 0,0 0-1 0 0,0 0 1 0 0,0 0-1 0 0,-1 0 1 0 0,1 0-1 0 0,0 0 1 0 0,0-1 0 0 0,-1 0-252 0 0,0 0 150 0 0,1 0-1 0 0,-1 1 1 0 0,0-1 0 0 0,1 0 0 0 0,0 0 0 0 0,-1 0-1 0 0,1 1 1 0 0,-1-1 0 0 0,1 0 0 0 0,0 0 0 0 0,0 0-1 0 0,0 0 1 0 0,-1 0 0 0 0,1 0 0 0 0,0 1 0 0 0,0-1-1 0 0,0 0 1 0 0,0-2 0 0 0,3-11-1403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08.0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57 50 4352 0 0,'-6'-26'-139'0'0,"1"2"3666"0"0,-3 33-3506 0 0,-5 2-4 0 0,8 2-15 0 0,1 0 0 0 0,0 1 0 0 0,1 0 0 0 0,0-1 0 0 0,1 1 0 0 0,0 0 0 0 0,1 18 0 0 0,1-27 3 0 0,1 0 1 0 0,-1 0-1 0 0,1 0 0 0 0,0 0 1 0 0,1 0-1 0 0,-1 0 0 0 0,1 0 1 0 0,0 0-1 0 0,0-1 0 0 0,0 1 1 0 0,1-1-1 0 0,0 0 0 0 0,0 0 1 0 0,0 0-1 0 0,0 0 0 0 0,0 0 1 0 0,1 0-1 0 0,0-1 0 0 0,0 0 1 0 0,0 0-1 0 0,0 0 0 0 0,0 0 1 0 0,1-1-1 0 0,7 4 0 0 0,-8-4-39 0 0,1-1 0 0 0,-1 1 0 0 0,0-1-1 0 0,1 0 1 0 0,-1 0 0 0 0,1 0 0 0 0,0-1 0 0 0,-1 0-1 0 0,1 0 1 0 0,-1 0 0 0 0,1 0 0 0 0,0-1-1 0 0,-1 0 1 0 0,9-2 0 0 0,-8 1-378 0 0,0 0-1 0 0,0 0 1 0 0,0 0 0 0 0,0-1 0 0 0,0 0-1 0 0,-1 0 1 0 0,8-7 0 0 0,2-4-1848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08.3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83 27 6081 0 0,'-55'-19'1111'0'0,"53"18"-930"0"0,0 1-137 0 0,0 0 1 0 0,1 0-1 0 0,-1 0 1 0 0,0 0-1 0 0,1-1 1 0 0,-1 1-1 0 0,0 0 1 0 0,1-1-1 0 0,-1 1 1 0 0,1-1-1 0 0,-1 0 1 0 0,1 0-1 0 0,-3-1 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08.82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38 4992 0 0,'-30'-37'2973'0'0,"28"43"-2958"0"0,1 0 1 0 0,0 0 0 0 0,0 0-1 0 0,1 1 1 0 0,0-1 0 0 0,0 0-1 0 0,0 0 1 0 0,1 0 0 0 0,0 1-1 0 0,0-1 1 0 0,0 0 0 0 0,1 0-1 0 0,0 0 1 0 0,3 6-1 0 0,6 28 41 0 0,1 18 31 0 0,0 3-377 0 0,-9-18-3364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09.8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34 109 5937 0 0,'-10'-51'324'0'0,"4"28"389"0"0,-5-10 398 0 0,10 32-1106 0 0,0 6-4 0 0,-1 14-5 0 0,0-1-1 0 0,2 1 0 0 0,0 0 0 0 0,3 28 0 0 0,-1-36 7 0 0,-1-1 0 0 0,2 1-1 0 0,-1 0 1 0 0,1-1 0 0 0,1 0-1 0 0,0 1 1 0 0,0-1 0 0 0,1-1-1 0 0,11 17 1 0 0,-13-22-15 0 0,1-1-1 0 0,-1 1 1 0 0,1-1-1 0 0,0 0 1 0 0,0-1 0 0 0,0 1-1 0 0,0-1 1 0 0,1 0-1 0 0,-1 0 1 0 0,1 0-1 0 0,-1 0 1 0 0,1-1 0 0 0,0 1-1 0 0,-1-1 1 0 0,1-1-1 0 0,0 1 1 0 0,0-1-1 0 0,0 0 1 0 0,0 0 0 0 0,-1 0-1 0 0,1 0 1 0 0,0-1-1 0 0,0 0 1 0 0,0 0 0 0 0,6-2-1 0 0,8-3-777 0 0,1-1-1 0 0,-1-1 1 0 0,-1-1-1 0 0,30-17 1 0 0,-12 2-1131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0.0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47 5637 0 0,'-86'-37'3060'0'0,"84"37"-2718"0"0,-20-10-777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0.9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 1 5144 0 0,'-6'4'1913'0'0,"15"-6"-1911"0"0,0 1 0 0 0,-1 0 1 0 0,1 1-1 0 0,0 0 0 0 0,0 0 0 0 0,14 3 1 0 0,-20-3-5 0 0,-1 1 1 0 0,1-1 0 0 0,-1 1-1 0 0,1 0 1 0 0,-1-1-1 0 0,1 1 1 0 0,-1 1 0 0 0,0-1-1 0 0,0 0 1 0 0,1 0 0 0 0,-1 1-1 0 0,0 0 1 0 0,0-1-1 0 0,0 1 1 0 0,0 0 0 0 0,-1 0-1 0 0,1 0 1 0 0,0 0 0 0 0,-1 0-1 0 0,1 0 1 0 0,-1 0-1 0 0,0 1 1 0 0,0-1 0 0 0,0 0-1 0 0,0 1 1 0 0,0-1 0 0 0,0 1-1 0 0,-1-1 1 0 0,1 1-1 0 0,-1 0 1 0 0,0-1 0 0 0,0 5-1 0 0,-1 5-4 0 0,-1 1-1 0 0,0 0 0 0 0,-1-1 1 0 0,0 1-1 0 0,-1-1 0 0 0,-10 22 1 0 0,-6 20-10 0 0,20-53 17 0 0,0-1 0 0 0,0 0-1 0 0,0 1 1 0 0,0-1 0 0 0,0 0 0 0 0,0 1-1 0 0,0-1 1 0 0,0 1 0 0 0,0-1 0 0 0,0 0-1 0 0,0 1 1 0 0,0-1 0 0 0,0 0-1 0 0,1 1 1 0 0,-1-1 0 0 0,0 0 0 0 0,0 1-1 0 0,0-1 1 0 0,0 0 0 0 0,1 1-1 0 0,-1-1 1 0 0,0 0 0 0 0,0 0 0 0 0,1 1-1 0 0,-1-1 1 0 0,0 0 0 0 0,0 0-1 0 0,1 1 1 0 0,-1-1 0 0 0,0 0 0 0 0,1 0-1 0 0,-1 0 1 0 0,0 1 0 0 0,1-1 0 0 0,-1 0-1 0 0,0 0 1 0 0,1 0 0 0 0,21 2-60 0 0,9-6-92 0 0,51-16-1109 0 0,-35 6-743 0 0,-11 6 339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6.7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4 211 3300 0 0,'0'0'-265'0'0,"-4"-1"32"0"0,9-4-405 0 0,27-5 722 0 0,48-11 375 0 0,287-66 332 0 0,-111 33-351 0 0,-255 54-395 0 0,37-3 430 0 0,-30 1-645 0 0,13-6 866 0 0,-5-11-3824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7.30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59 3 2976 0 0,'-4'0'-69'0'0,"-10"0"36"0"0,10 0 116 0 0,-15-3 837 0 0,1 4 1666 0 0,50 12-2156 0 0,59 16-620 0 0,-69-23 190 0 0,-2-1-3 0 0,1 1 0 0 0,-1 1 0 0 0,-1 1 1 0 0,1 0-1 0 0,-1 2 0 0 0,22 14 0 0 0,-40-23 4 0 0,0 0 0 0 0,1 0 0 0 0,-1 0 0 0 0,0 0 0 0 0,0 0 0 0 0,0 1 0 0 0,0-1 0 0 0,0 0 0 0 0,0 1 0 0 0,0-1 0 0 0,-1 0 0 0 0,1 1 1 0 0,0-1-1 0 0,-1 1 0 0 0,1-1 0 0 0,-1 1 0 0 0,0 0 0 0 0,1-1 0 0 0,-1 1 0 0 0,0-1 0 0 0,0 1 0 0 0,0 3 0 0 0,-1-2 1 0 0,0 1-1 0 0,0-1 1 0 0,0 0-1 0 0,-1 1 1 0 0,1-1-1 0 0,-1 0 0 0 0,1 0 1 0 0,-1 0-1 0 0,0 0 1 0 0,-3 3-1 0 0,-6 7-1 0 0,-1-1 0 0 0,-1 0-1 0 0,-18 13 1 0 0,29-24-1 0 0,-178 131-669 0 0,158-115-2163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9.0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4012 0 0,'0'0'-231'0'0,"5"36"-764"0"0,-4-35 1007 0 0,2 9 14 0 0,1-1 0 0 0,1 1 0 0 0,0-1 1 0 0,0 0-1 0 0,0 0 0 0 0,1-1 0 0 0,1 0 0 0 0,-1 0 0 0 0,2 0 0 0 0,14 13 0 0 0,212 171 241 0 0,-86-76 14 0 0,-3-3-110 0 0,11 11-35 0 0,-119-97-182 0 0,-9-6 64 0 0,-1 0 1 0 0,-1 2-1 0 0,-1 1 0 0 0,23 29 0 0 0,-35-37 3 0 0,0-1-1 0 0,1-1 1 0 0,0 0 0 0 0,1-1-1 0 0,0 0 1 0 0,1-2 0 0 0,31 18-1 0 0,-30-20-1598 0 0,-15-28 862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9.9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234 47 3164 0 0,'-6'-7'-370'0'0,"2"1"335"0"0,-1-7 748 0 0,-7-8 2157 0 0,5 26-2953 0 0,7-4 83 0 0,-1-1 0 0 0,0 0 1 0 0,0 1-1 0 0,1-1 0 0 0,-1 1 1 0 0,1-1-1 0 0,-1 1 0 0 0,0-1 1 0 0,1 1-1 0 0,-1-1 0 0 0,1 1 1 0 0,-1 0-1 0 0,1-1 0 0 0,-1 1 1 0 0,1 0-1 0 0,0-1 0 0 0,-1 1 1 0 0,1 0-1 0 0,0 0 0 0 0,0-1 1 0 0,-1 1-1 0 0,1 0 0 0 0,0 0 1 0 0,0 0-1 0 0,0-1 0 0 0,0 1 1 0 0,0 0-1 0 0,0 0 0 0 0,0 0 1 0 0,0-1-1 0 0,0 1 0 0 0,1 0 1 0 0,-1 0-1 0 0,0-1 0 0 0,1 2 1 0 0,1 14 11 0 0,1 0 1 0 0,1 0-1 0 0,0-1 1 0 0,1 1-1 0 0,1-1 1 0 0,0 0-1 0 0,1-1 1 0 0,1 0-1 0 0,0 0 1 0 0,1 0-1 0 0,0-1 1 0 0,17 18-1 0 0,-22-26-8 0 0,-2-4-3 0 0,0 1 0 0 0,0-1 0 0 0,-1 1-1 0 0,1 0 1 0 0,0 0 0 0 0,-1 0 0 0 0,0-1 0 0 0,1 2 0 0 0,-1-1 0 0 0,0 0 0 0 0,0 0 0 0 0,0 0 0 0 0,-1 0-1 0 0,1 1 1 0 0,0 3 0 0 0,-2-3 3 0 0,0 0-1 0 0,-1 0 0 0 0,1 0 0 0 0,-1 0 1 0 0,0-1-1 0 0,0 1 0 0 0,0 0 0 0 0,-1-1 1 0 0,1 1-1 0 0,0-1 0 0 0,-1 0 0 0 0,0 0 1 0 0,1 0-1 0 0,-1 0 0 0 0,0 0 0 0 0,0-1 1 0 0,0 1-1 0 0,0-1 0 0 0,0 0 1 0 0,-1 0-1 0 0,-3 1 0 0 0,-4 2 3 0 0,-223 87-46 0 0,223-90-337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1.6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1277 3884 0 0,'0'0'138'0'0,"3"-3"-99"0"0,53-65 92 0 0,3 4-1 0 0,97-82 1 0 0,-89 88-145 0 0,-29 26 40 0 0,-1-1 0 0 0,56-66 0 0 0,64-106 183 0 0,-28 42-194 0 0,-88 114-14 0 0,4-7 2 0 0,-15 18 58 0 0,62-62 1 0 0,-82 90-55 0 0,0-1 1 0 0,0 0-1 0 0,11-18 1 0 0,-12 15 9 0 0,1 0 0 0 0,1 1 0 0 0,20-19 0 0 0,-30 32 8 0 0,-1-1 0 0 0,1 1 0 0 0,0-1 0 0 0,0 1 0 0 0,-1-1 0 0 0,1 1-1 0 0,0-1 1 0 0,-1 0 0 0 0,1 1 0 0 0,0-1 0 0 0,-1 0 0 0 0,1 1 0 0 0,-1-1-1 0 0,1 0 1 0 0,-1 0 0 0 0,1 0 0 0 0,-1 1 0 0 0,0-1 0 0 0,0 0-1 0 0,1 0 1 0 0,-1 0 0 0 0,0 0 0 0 0,0 0 0 0 0,0 0 0 0 0,0 0 0 0 0,0 0-1 0 0,0 1 1 0 0,0-3 0 0 0,-1 3-12 0 0,0-1 0 0 0,0 0-1 0 0,0 1 1 0 0,0-1 0 0 0,-1 1-1 0 0,1-1 1 0 0,0 1 0 0 0,0-1-1 0 0,-1 1 1 0 0,1 0 0 0 0,0-1-1 0 0,-1 1 1 0 0,1 0 0 0 0,0 0-1 0 0,0 0 1 0 0,-3 1 0 0 0,-65 7-12 0 0,65-7 52 0 0,-249 58 64 0 0,251-58-70 0 0,4-1-45 0 0,0 0 0 0 0,0-1 0 0 0,0 1 1 0 0,0-1-1 0 0,0 1 0 0 0,0-1 0 0 0,0 1 0 0 0,0-1 0 0 0,-1 0 0 0 0,1 0 0 0 0,2-2 0 0 0,24-8 31 0 0,29 0-25 0 0,-13 2-53 0 0,1 1 0 0 0,54-1 0 0 0,-98 9 41 0 0,1 0-1 0 0,0 0 1 0 0,0 0 0 0 0,0 0 0 0 0,-1 0-1 0 0,1 0 1 0 0,0 0 0 0 0,0 1-1 0 0,0-1 1 0 0,-1 1 0 0 0,1 0 0 0 0,0-1-1 0 0,-1 1 1 0 0,1 0 0 0 0,0 0 0 0 0,-1 0-1 0 0,1 0 1 0 0,-1 0 0 0 0,1 0 0 0 0,-1 0-1 0 0,0 1 1 0 0,0-1 0 0 0,1 0-1 0 0,-1 1 1 0 0,1 2 0 0 0,-1-1 0 0 0,0 1 0 0 0,0-1 1 0 0,0 0-1 0 0,-1 0 0 0 0,0 1 0 0 0,0-1 1 0 0,0 0-1 0 0,0 1 0 0 0,0-1 0 0 0,0 0 1 0 0,-1 0-1 0 0,0 1 0 0 0,-1 2 0 0 0,-3 11-10 0 0,-2-1 1 0 0,0 1-1 0 0,-18 29 0 0 0,12-24-153 0 0,0 1 1 0 0,-10 27 0 0 0,25-39-1950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2.7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4056 0 0,'0'0'1590'0'0,"4"1"-1569"0"0,314 39 151 0 0,-274-36-170 0 0,118 5 61 0 0,199-14 0 0 0,-301 1-62 0 0,-29 2 68 0 0,0 0-1 0 0,60 5 1 0 0,-88-2 33 0 0,36-1 742 0 0,-29 2-745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3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31 4736 0 0,'-41'-30'1310'0'0,"206"67"-1172"0"0,33 22-104 0 0,-196-59-40 0 0,-1 0 6 0 0,-1 0 1 0 0,1 0-1 0 0,0 0 1 0 0,-1-1-1 0 0,1 1 1 0 0,0 0-1 0 0,0 0 0 0 0,-1 1 1 0 0,1-1-1 0 0,0 0 1 0 0,0 0-1 0 0,-1 0 1 0 0,1 0-1 0 0,0 1 1 0 0,0-1-1 0 0,-1 0 1 0 0,1 0-1 0 0,0 1 0 0 0,-1-1 1 0 0,1 1-1 0 0,-1-1 1 0 0,1 1-1 0 0,0-1 1 0 0,-1 1-1 0 0,1-1 1 0 0,-1 1-1 0 0,1-1 0 0 0,0 2 1 0 0,-1-1 1 0 0,0 0 0 0 0,-1 1 0 0 0,1-1 0 0 0,0 0-1 0 0,0 0 1 0 0,-1 0 0 0 0,1 0 0 0 0,-1 0 0 0 0,1 0 0 0 0,-1 0 0 0 0,1 0 0 0 0,-1 0 0 0 0,0 0 0 0 0,0 0 0 0 0,1 0 0 0 0,-2 0 0 0 0,-40 35 43 0 0,39-34-47 0 0,-59 45 90 0 0,-2-4 0 0 0,-133 67 0 0 0,120-73-231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2.7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146 23 4480 0 0,'0'0'-282'0'0,"-28"-23"-606"0"0,23 23 911 0 0,0 1 1 0 0,0-1-1 0 0,0 1 1 0 0,0 0-1 0 0,0 1 1 0 0,0-1 0 0 0,0 1-1 0 0,0 0 1 0 0,1 0-1 0 0,-1 0 1 0 0,0 1-1 0 0,1-1 1 0 0,0 1-1 0 0,0 0 1 0 0,0 0 0 0 0,0 1-1 0 0,0-1 1 0 0,0 1-1 0 0,1 0 1 0 0,-5 7-1 0 0,8-10 37 0 0,1 1-18 0 0,0-1-42 0 0,0 1-1 0 0,0-1 0 0 0,0 0 0 0 0,0 0 1 0 0,0 0-1 0 0,0 0 0 0 0,0 0 0 0 0,0 0 1 0 0,1 0-1 0 0,-1 0 0 0 0,0-1 1 0 0,1 1-1 0 0,-1 0 0 0 0,0-1 0 0 0,1 1 1 0 0,-1-1-1 0 0,1 0 0 0 0,-1 1 0 0 0,1-1 1 0 0,-1 0-1 0 0,1 0 0 0 0,-1 0 0 0 0,1 0 1 0 0,-1 0-1 0 0,1 0 0 0 0,-1 0 1 0 0,1-1-1 0 0,-1 1 0 0 0,0 0 0 0 0,1-1 1 0 0,-1 1-1 0 0,1-1 0 0 0,-1 0 0 0 0,0 1 1 0 0,2-2-1 0 0,-2 2 1 0 0,11-5-28 0 0,-10 5 30 0 0,-1-1 1 0 0,1 1 0 0 0,0-1 0 0 0,-1 1 0 0 0,1-1 0 0 0,-1 0-1 0 0,1 0 1 0 0,-1 0 0 0 0,1 0 0 0 0,-1 0 0 0 0,1 0 0 0 0,-1 0-1 0 0,0 0 1 0 0,0 0 0 0 0,0-1 0 0 0,2-2 0 0 0,-2 3 146 0 0,-9 2-134 0 0,5 0-6 0 0,-37 11-17 0 0,37-12 11 0 0,1 1 1 0 0,0 1 0 0 0,0-1 0 0 0,0 0-1 0 0,0 0 1 0 0,0 1 0 0 0,0-1 0 0 0,0 1-1 0 0,1 0 1 0 0,-1-1 0 0 0,0 1 0 0 0,1 0-1 0 0,-1 0 1 0 0,1 0 0 0 0,0 0-1 0 0,0 0 1 0 0,0 0 0 0 0,-1 3 0 0 0,1-3 28 0 0,5 9 72 0 0,-4-10-93 0 0,0-1 0 0 0,0 0 0 0 0,0 1 0 0 0,0-1 0 0 0,0 0 0 0 0,1 0-1 0 0,-1 1 1 0 0,0-1 0 0 0,0 0 0 0 0,0 0 0 0 0,1 1 0 0 0,-1-1-1 0 0,0 0 1 0 0,0 0 0 0 0,1 0 0 0 0,-1 1 0 0 0,0-1 0 0 0,1 0 0 0 0,-1 0-1 0 0,0 0 1 0 0,1 0 0 0 0,-1 0 0 0 0,0 1 0 0 0,0-1 0 0 0,1 0 0 0 0,-1 0-1 0 0,0 0 1 0 0,1 0 0 0 0,-1 0 0 0 0,0 0 0 0 0,1 0 0 0 0,-1 0 0 0 0,0 0-1 0 0,1-1 1 0 0,-1 1 0 0 0,0 0 0 0 0,1 0 0 0 0,-1 0 0 0 0,0 0-1 0 0,1 0 1 0 0,-1 0 0 0 0,0-1 0 0 0,0 1 0 0 0,1 0 0 0 0,-1 0 0 0 0,1-1-1 0 0,-1 1-10 0 0,0 0 0 0 0,1 0 0 0 0,-1-1 0 0 0,0 1-1 0 0,1 0 1 0 0,-1 0 0 0 0,0 0 0 0 0,1-1 0 0 0,-1 1-1 0 0,0 0 1 0 0,1 0 0 0 0,-1-1 0 0 0,0 1 0 0 0,0 0-1 0 0,1-1 1 0 0,-1 1 0 0 0,0 0 0 0 0,0-1-1 0 0,0 1 1 0 0,0-1 0 0 0,1 1 0 0 0,-1 0 0 0 0,0-1-1 0 0,0 1 1 0 0,0 0 0 0 0,0-1 0 0 0,0 1 0 0 0,0-1-1 0 0,0 1 1 0 0,0 0 0 0 0,0-1 0 0 0,0 1 0 0 0,0-1-1 0 0,0 1 1 0 0,-1 0 0 0 0,1-1 0 0 0,0 1 0 0 0,0 0-1 0 0,0-1 1 0 0,0 1 0 0 0,-1-1 0 0 0,1 1 0 0 0,0 0-1 0 0,0 0 1 0 0,-1-1 0 0 0,1 1 0 0 0,0 0-1 0 0,0-1 1 0 0,-1 1 0 0 0,1 0 0 0 0,0 0 0 0 0,-1-1-1 0 0,-31-1-505 0 0,22 2 162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3.54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110 45 2932 0 0,'-2'-5'-98'0'0,"1"2"321"0"0,0 1 0 0 0,1-1 0 0 0,-1 1-1 0 0,0-1 1 0 0,0 1 0 0 0,-1-1-1 0 0,1 1 1 0 0,0-1 0 0 0,-1 1-1 0 0,0 0 1 0 0,1 0 0 0 0,-1 0-1 0 0,0 0 1 0 0,0 0 0 0 0,-4-2-1 0 0,5 5-211 0 0,-1-1 0 0 0,1 1 0 0 0,-1 0 0 0 0,1 0 0 0 0,0 0 0 0 0,-1 1 0 0 0,1-1-1 0 0,0 0 1 0 0,0 0 0 0 0,0 1 0 0 0,0-1 0 0 0,0 1 0 0 0,0-1 0 0 0,0 1 0 0 0,-1 2 0 0 0,-18 34 119 0 0,14-24-105 0 0,0-4-9 0 0,1 1-1 0 0,0 0 1 0 0,1 0 0 0 0,0 1-1 0 0,1-1 1 0 0,0 1-1 0 0,0-1 1 0 0,0 17-1 0 0,3-25-8 0 0,1 0-1 0 0,0 0 1 0 0,-1 0-1 0 0,1 0 1 0 0,0 0-1 0 0,1 0 1 0 0,-1 0-1 0 0,0 0 1 0 0,1 0-1 0 0,-1 0 1 0 0,1-1-1 0 0,0 1 1 0 0,0 0-1 0 0,0-1 1 0 0,1 0-1 0 0,-1 0 1 0 0,0 1-1 0 0,1-1 1 0 0,-1-1-1 0 0,1 1 1 0 0,0 0-1 0 0,0-1 1 0 0,0 1-1 0 0,-1-1 1 0 0,1 0-1 0 0,1 0 1 0 0,-1 0-1 0 0,0 0 1 0 0,0 0-1 0 0,3-1 1 0 0,9 3-14 0 0,-1-1 1 0 0,0 0 0 0 0,1-1 0 0 0,-1-1 0 0 0,18-1-1 0 0,-14 0-553 0 0,1-2 0 0 0,-1 0 0 0 0,0-1 0 0 0,0 0-1 0 0,26-11 1 0 0,-21 1-1254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3.82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49 26 5152 0 0,'-13'-3'243'0'0,"9"2"-545"0"0,-19-4 1824 0 0,23 5-1611 0 0,-1 0-1 0 0,1 0 1 0 0,0 0 0 0 0,-1 0 0 0 0,1-1 0 0 0,-1 1 0 0 0,1 0 0 0 0,-1 0-1 0 0,-3-7-1336 0 0,4 7 1337 0 0,0-1 0 0 0,0 1 0 0 0,-1-1 0 0 0,1 1-1 0 0,0-1 1 0 0,0 1 0 0 0,1-1 0 0 0,-1 1 0 0 0,0-1 0 0 0,0 1 0 0 0,0-1-1 0 0,0 1 1 0 0,0-1 0 0 0,1 0 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4.38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83 48 4040 0 0,'-63'-47'3917'0'0,"47"77"-3783"0"0,13 3 30 0 0,2 1 0 0 0,4 49-1 0 0,0-2-2620 0 0,-2-71 462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5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 47 5493 0 0,'-11'-44'1377'0'0,"11"43"-1362"0"0,0 1 1 0 0,0 0-1 0 0,-1 0 0 0 0,1 0 1 0 0,0 0-1 0 0,0 0 1 0 0,0 0-1 0 0,0-1 0 0 0,0 1 1 0 0,0 0-1 0 0,0 0 1 0 0,0 0-1 0 0,0 0 0 0 0,0 0 1 0 0,-1 0-1 0 0,1 0 0 0 0,0 0 1 0 0,0 0-1 0 0,0 0 1 0 0,0-1-1 0 0,0 1 0 0 0,0 0 1 0 0,-1 0-1 0 0,1 0 1 0 0,0 0-1 0 0,0 0 0 0 0,0 0 1 0 0,0 0-1 0 0,0 0 0 0 0,0 0 1 0 0,-1 0-1 0 0,1 0 1 0 0,0 0-1 0 0,0 0 0 0 0,0 0 1 0 0,0 0-1 0 0,0 0 1 0 0,-1 0-1 0 0,1 0 0 0 0,0 1 1 0 0,0-1-1 0 0,0 0 0 0 0,0 0 1 0 0,0 0-1 0 0,0 0 1 0 0,0 0-1 0 0,-1 0 0 0 0,1 0 1 0 0,0 0-1 0 0,0 0 1 0 0,0 0-1 0 0,0 1 0 0 0,0-1 1 0 0,0 0-1 0 0,0 0 0 0 0,0 0 1 0 0,0 0-1 0 0,0 0 1 0 0,0 0-1 0 0,0 1 0 0 0,0-1 1 0 0,0 0-1 0 0,0 0 1 0 0,-1 0-1 0 0,1 0 0 0 0,1 1 1 0 0,-12 16 164 0 0,-5 21-244 0 0,10-20 70 0 0,1-1 0 0 0,0 1 0 0 0,2 0 0 0 0,0 0 0 0 0,1 0 0 0 0,0 1 0 0 0,2-1 0 0 0,0 0 0 0 0,4 25 0 0 0,-3-39-1 0 0,1 0 0 0 0,-1-1 0 0 0,1 1-1 0 0,0-1 1 0 0,1 0 0 0 0,-1 1 0 0 0,0-1-1 0 0,1 0 1 0 0,0 0 0 0 0,-1 0 0 0 0,1-1-1 0 0,0 1 1 0 0,1-1 0 0 0,-1 0 0 0 0,0 0-1 0 0,1 0 1 0 0,-1 0 0 0 0,1 0 0 0 0,0-1-1 0 0,-1 1 1 0 0,1-1 0 0 0,0 0 0 0 0,0 0-1 0 0,0-1 1 0 0,5 1 0 0 0,11 2-45 0 0,0-1 0 0 0,0-2 1 0 0,33-2-1 0 0,-38 1-326 0 0,0-1 1 0 0,-1-1-1 0 0,1-1 1 0 0,-1 0-1 0 0,0 0 0 0 0,0-2 1 0 0,-1 1-1 0 0,1-2 1 0 0,-1 0-1 0 0,12-9 0 0 0,9-8-1798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6.2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56 35 5937 0 0,'-44'-23'3195'0'0,"32"12"-4784"0"0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17.10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22 5040 0 0,'0'0'-234'0'0,"-19"6"3506"0"0,22-9-3258 0 0,-1 0 1 0 0,1 1-1 0 0,0 0 0 0 0,0-1 0 0 0,0 1 1 0 0,0 0-1 0 0,0 1 0 0 0,0-1 1 0 0,1 0-1 0 0,-1 1 0 0 0,5-2 0 0 0,-5 3-2 0 0,-1-1-13 0 0,1 1 1 0 0,0 0 0 0 0,-1-1-1 0 0,1 1 1 0 0,-1 0 0 0 0,1 0-1 0 0,0 1 1 0 0,-1-1 0 0 0,1 1-1 0 0,-1-1 1 0 0,1 1 0 0 0,-1 0-1 0 0,1 0 1 0 0,-1 0-1 0 0,1 0 1 0 0,-1 0 0 0 0,0 0-1 0 0,4 4 1 0 0,-5-4-1 0 0,0 0-1 0 0,0 0 1 0 0,0 0-1 0 0,0 1 1 0 0,0-1-1 0 0,-1 0 1 0 0,1 1-1 0 0,0-1 1 0 0,-1 0-1 0 0,1 1 1 0 0,-1-1-1 0 0,0 1 1 0 0,1-1-1 0 0,-1 1 1 0 0,0-1-1 0 0,0 1 1 0 0,0-1-1 0 0,0 1 1 0 0,0-1-1 0 0,0 1 1 0 0,-1-1-1 0 0,1 1 1 0 0,0-1-1 0 0,-1 2 1 0 0,-15 32-17 0 0,13-30 18 0 0,-31 70-50 0 0,34-74 52 0 0,0 0 0 0 0,0-1-1 0 0,0 1 1 0 0,0 0-1 0 0,0 0 1 0 0,1-1-1 0 0,-1 1 1 0 0,0 0-1 0 0,0-1 1 0 0,0 1-1 0 0,1 0 1 0 0,-1-1 0 0 0,0 1-1 0 0,1 0 1 0 0,-1-1-1 0 0,1 1 1 0 0,-1-1-1 0 0,1 1 1 0 0,-1-1-1 0 0,1 1 1 0 0,-1-1-1 0 0,1 1 1 0 0,-1-1 0 0 0,1 1-1 0 0,0-1 1 0 0,-1 0-1 0 0,1 1 1 0 0,0-1-1 0 0,-1 0 1 0 0,1 1-1 0 0,0-1 1 0 0,-1 0 0 0 0,1 0-1 0 0,0 0 1 0 0,0 0-1 0 0,-1 0 1 0 0,1 0-1 0 0,1 0 1 0 0,28 4 27 0 0,12-4-548 0 0,-1-2-1 0 0,0-2 0 0 0,54-12 1 0 0,-55 9-1456 0 0,-6 1-355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18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12 445 3512 0 0,'0'0'-202'0'0,"-11"9"2347"0"0,164-95-1953 0 0,164-66 0 0 0,-176 87-148 0 0,-94 44-50 0 0,-19 9 17 0 0,-1 0 0 0 0,27-18-1 0 0,3 5 88 0 0,-55 24-69 0 0,-2 1-28 0 0,0 0 0 0 0,1 0 0 0 0,-1 0 1 0 0,0 0-1 0 0,0 0 0 0 0,0 0 0 0 0,1 0 0 0 0,-1 0 0 0 0,0 0 0 0 0,0-1 1 0 0,0 1-1 0 0,0 0 0 0 0,1 0 0 0 0,-1 0 0 0 0,0 0 0 0 0,0 0 1 0 0,0 0-1 0 0,0 0 0 0 0,1 0 0 0 0,-1-1 0 0 0,0 1 0 0 0,0 0 0 0 0,0 0 1 0 0,0 0-1 0 0,0 0 0 0 0,0 0 0 0 0,0-1 0 0 0,1 1 0 0 0,-1 0 0 0 0,0 0 1 0 0,0 0-1 0 0,0-1 0 0 0,0 1 0 0 0,0 0 0 0 0,0 0 0 0 0,0 0 1 0 0,0 0-1 0 0,0-1 0 0 0,0 1 0 0 0,0 0 0 0 0,0 0 0 0 0,0 0 0 0 0,0-1 1 0 0,0 1-1 0 0,0 0 0 0 0,0 0 0 0 0,0 0 0 0 0,0-1 0 0 0,0 1 1 0 0,-1 0-1 0 0,1 0 0 0 0,-13-7-22 0 0,-1 2-1 0 0,0 0 1 0 0,0 0 0 0 0,-1 1-1 0 0,1 1 1 0 0,-1 0 0 0 0,0 1-1 0 0,1 1 1 0 0,-24 1 0 0 0,131-7 55 0 0,-91 7-34 0 0,19 0-7 0 0,1 2 0 0 0,0 0 1 0 0,-1 1-1 0 0,0 1 0 0 0,40 13 1 0 0,-61-16 8 0 0,0-1 1 0 0,1 1-1 0 0,-1-1 1 0 0,1 1-1 0 0,-1-1 1 0 0,0 1-1 0 0,0-1 1 0 0,1 1-1 0 0,-1 0 1 0 0,0-1-1 0 0,0 1 1 0 0,0-1-1 0 0,1 1 1 0 0,-1 0-1 0 0,0-1 1 0 0,0 1-1 0 0,0-1 1 0 0,0 1-1 0 0,0 0 1 0 0,0-1-1 0 0,0 1 1 0 0,-1-1-1 0 0,1 1 1 0 0,0 0-1 0 0,0-1 1 0 0,0 1-1 0 0,0-1 1 0 0,-1 1-1 0 0,1-1 1 0 0,0 1-1 0 0,-1-1 1 0 0,1 1-1 0 0,0-1 1 0 0,-1 1-1 0 0,1-1 1 0 0,-1 1-1 0 0,0 0 1 0 0,-16 20 58 0 0,-2-2-68 0 0,-41 32-1 0 0,21-29-2810 0 0,26-15 1474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1.1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0 3996 0 0,'0'0'-288'0'0,"-5"5"-735"0"0,5-5 1026 0 0,0 1 0 0 0,0-1 0 0 0,0 0 0 0 0,1 0 0 0 0,-1 0 0 0 0,0 1 0 0 0,0-1 0 0 0,0 0 0 0 0,0 0 0 0 0,0 0 0 0 0,0 1 0 0 0,0-1-1 0 0,0 0 1 0 0,0 0 0 0 0,1 1 0 0 0,1 3 0 0 0,1 0 0 0 0,0-1 0 0 0,0 1 0 0 0,0 0 0 0 0,1-1 0 0 0,-1 0 1 0 0,1 0-1 0 0,0 0 0 0 0,0 0 0 0 0,0 0 0 0 0,0-1 0 0 0,0 0 0 0 0,1 1 0 0 0,-1-2 0 0 0,1 1 0 0 0,8 2 0 0 0,4 1 8 0 0,177 61 112 0 0,64 25 29 0 0,-107-37 375 0 0,-149-53-517 0 0,12 4-1263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1.7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18 2876 0 0,'-14'-18'3076'0'0,"36"33"-3062"0"0,0-1 0 0 0,0-1 0 0 0,36 15 1 0 0,-37-19-10 0 0,0 1 0 0 0,-1 0 0 0 0,-1 2 0 0 0,0 0 0 0 0,0 1 0 0 0,26 24 1 0 0,-45-36-3 0 0,1 0 1 0 0,0 0-1 0 0,0 0 1 0 0,-1 0-1 0 0,1 0 1 0 0,-1 0-1 0 0,1 0 1 0 0,-1 0-1 0 0,0 0 0 0 0,1 0 1 0 0,-1 0-1 0 0,0 0 1 0 0,0 0-1 0 0,1 0 1 0 0,-1 0-1 0 0,0 0 1 0 0,0 1-1 0 0,0-1 1 0 0,0 0-1 0 0,-1 0 1 0 0,1 0-1 0 0,0 0 1 0 0,-1 2-1 0 0,-18 27 54 0 0,-41 19 19 0 0,52-44-61 0 0,-134 112-2940 0 0,125-103 1430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3.3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0 475 4600 0 0,'0'0'-318'0'0,"3"-5"-702"0"0,39-56 943 0 0,-28 44 283 0 0,-1-1 0 0 0,17-32 0 0 0,-21 37-150 0 0,0 1 1 0 0,0 0-1 0 0,1 0 0 0 0,1 0 0 0 0,0 2 1 0 0,1-1-1 0 0,23-16 0 0 0,-10 8-17 0 0,19-15-23 0 0,2 1 0 0 0,1 3 1 0 0,1 2-1 0 0,81-34 0 0 0,-118 59-18 0 0,0 1 1 0 0,1 0-1 0 0,0 1 1 0 0,20 0-1 0 0,1 3-4 0 0,0 2 1 0 0,0 0-1 0 0,-1 3 0 0 0,0 0 1 0 0,0 2-1 0 0,0 2 0 0 0,-2 1 0 0 0,1 1 1 0 0,-1 1-1 0 0,43 29 0 0 0,-55-30 25 0 0,-1 0-1 0 0,0 1 1 0 0,-1 1-1 0 0,0 1 0 0 0,-1 0 1 0 0,-1 1-1 0 0,-1 1 0 0 0,0 0 1 0 0,-1 0-1 0 0,-1 1 0 0 0,-1 1 1 0 0,-1 0-1 0 0,0 0 1 0 0,-2 1-1 0 0,0 0 0 0 0,-1 0 1 0 0,-1 1-1 0 0,-2 0 0 0 0,3 42 1 0 0,-6-48 51 0 0,-2 1-1 0 0,0-1 1 0 0,0 0 0 0 0,-2 0 0 0 0,0 0-1 0 0,-1 0 1 0 0,0 0 0 0 0,-1-1 0 0 0,-1 0 0 0 0,-1 0-1 0 0,-12 19 1 0 0,3-11 10 0 0,0 0-1 0 0,-2-1 1 0 0,-1-1-1 0 0,0-1 1 0 0,-39 30 0 0 0,41-37-20 0 0,-1-1 0 0 0,0-1 0 0 0,-1-1 0 0 0,0 0 0 0 0,0-2-1 0 0,-36 11 1 0 0,14-9 24 0 0,0-1 0 0 0,-63 4-1 0 0,18-8 38 0 0,-52 6 90 0 0,137-10-178 0 0,-21-1 132 0 0,22 0-114 0 0,-1 0-90 0 0,1 0 0 0 0,0 0 0 0 0,0 1 0 0 0,-1-1 1 0 0,1 0-1 0 0,0 0 0 0 0,-1 0 0 0 0,1 0 0 0 0,0-1 0 0 0,-1 1 0 0 0,1 0 0 0 0,0-1 0 0 0,0 1 0 0 0,-1 0 0 0 0,1-1 0 0 0,0 0 0 0 0,0 1 0 0 0,0-1 0 0 0,0 0 0 0 0,0 1 0 0 0,0-1 0 0 0,0 0 0 0 0,0 0 0 0 0,0 0 0 0 0,0 0 0 0 0,0 0 0 0 0,0-1 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3.8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290 14 4660 0 0,'0'0'-7'0'0,"1"0"-1"0"0,-1 0 1 0 0,0 0-1 0 0,0-1 1 0 0,1 1 0 0 0,-1 0-1 0 0,0 0 1 0 0,0-1-1 0 0,1 1 1 0 0,-1 0-1 0 0,0-1 1 0 0,0 1-1 0 0,0 0 1 0 0,0-1-1 0 0,0 1 1 0 0,1 0-1 0 0,-1-1 1 0 0,0 1-1 0 0,0 0 1 0 0,0-1-1 0 0,0 1 1 0 0,0 0-1 0 0,0-1 1 0 0,0 1-1 0 0,0 0 1 0 0,0-1-1 0 0,0 1 1 0 0,0 0-1 0 0,0-1 1 0 0,-1 1-1 0 0,1 0 1 0 0,0-1-1 0 0,0 1 1 0 0,0 0-1 0 0,0-1 1 0 0,-1 1-1 0 0,1 0 1 0 0,0-1-1 0 0,0 1 1 0 0,0 0 0 0 0,-1 0-1 0 0,1-1 1 0 0,0 1-1 0 0,-1 0 1 0 0,-13 8 648 0 0,5-3-798 0 0,-10 7 256 0 0,1 0-1 0 0,0 0 0 0 0,-21 22 0 0 0,-22 15 85 0 0,54-45-152 0 0,-10 7 35 0 0,1 0-1 0 0,0 1 1 0 0,1 1-1 0 0,-23 24 1 0 0,38-37-65 0 0,-1 1 1 0 0,1-1 0 0 0,0 1 0 0 0,0 0 0 0 0,-1-1 0 0 0,1 1 0 0 0,0 0 0 0 0,0-1 0 0 0,0 1 0 0 0,0 0 0 0 0,0-1 0 0 0,0 1 0 0 0,0 0 0 0 0,0-1 0 0 0,0 1 0 0 0,0 0 0 0 0,0-1 0 0 0,0 1 0 0 0,1 0 0 0 0,-1-1 0 0 0,0 1 0 0 0,0 0 0 0 0,1-1 0 0 0,-1 1 0 0 0,0-1 0 0 0,1 1 0 0 0,-1-1 0 0 0,1 1 0 0 0,-1-1 0 0 0,1 1 0 0 0,-1-1 0 0 0,1 1 0 0 0,-1-1 0 0 0,1 1 0 0 0,-1-1 0 0 0,1 0 0 0 0,0 1 0 0 0,-1-1-1 0 0,1 0 1 0 0,-1 0 0 0 0,1 1 0 0 0,0-1 0 0 0,-1 0 0 0 0,1 0 0 0 0,0 0 0 0 0,-1 0 0 0 0,1 0 0 0 0,1 0 0 0 0,35 8 40 0 0,117 7 30 0 0,154 21-34 0 0,-294-34-20 0 0,32 9 38 0 0,-27-2-128 0 0,-18-8-88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41.2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36 275 3340 0 0,'-20'-2'261'0'0,"18"0"-219"0"0,0-1 0 0 0,0 1-1 0 0,1-1 1 0 0,-1 0 0 0 0,1 0 0 0 0,0 1 0 0 0,0-1 0 0 0,0 0-1 0 0,0 0 1 0 0,1 0 0 0 0,-1 0 0 0 0,1 0 0 0 0,0 0 0 0 0,0-1-1 0 0,0 1 1 0 0,0 0 0 0 0,0 0 0 0 0,1 0 0 0 0,-1 0 0 0 0,1 0-1 0 0,0 0 1 0 0,0 0 0 0 0,0 0 0 0 0,0 1 0 0 0,0-1 0 0 0,1 0-1 0 0,-1 0 1 0 0,1 1 0 0 0,0-1 0 0 0,3-3 0 0 0,7-9-36 0 0,0 0-1 0 0,2 1 1 0 0,-1 0 0 0 0,2 1 0 0 0,0 1 0 0 0,0 0 0 0 0,1 1-1 0 0,0 0 1 0 0,1 2 0 0 0,1 0 0 0 0,-1 1 0 0 0,1 0 0 0 0,0 2-1 0 0,1 0 1 0 0,20-3 0 0 0,-23 6-14 0 0,0 0 0 0 0,0 1-1 0 0,0 1 1 0 0,0 1 0 0 0,0 1 0 0 0,0 0 0 0 0,0 1-1 0 0,0 0 1 0 0,0 1 0 0 0,-1 1 0 0 0,29 11-1 0 0,-10-1 21 0 0,-24-11-18 0 0,0 1 0 0 0,0 0 0 0 0,-1 0 0 0 0,0 1 0 0 0,0 0 0 0 0,0 0 0 0 0,0 1 0 0 0,-1 1 0 0 0,0-1 0 0 0,0 1 0 0 0,0 1 0 0 0,7 9 0 0 0,-13-13 11 0 0,0 0-1 0 0,-1 0 0 0 0,1 1 0 0 0,-1-1 0 0 0,0 1 0 0 0,0-1 0 0 0,0 1 0 0 0,-1 0 0 0 0,0-1 1 0 0,0 1-1 0 0,0-1 0 0 0,0 1 0 0 0,-1 0 0 0 0,1-1 0 0 0,-1 1 0 0 0,0-1 0 0 0,-1 1 0 0 0,1-1 0 0 0,-1 0 1 0 0,0 1-1 0 0,0-1 0 0 0,0 0 0 0 0,0 0 0 0 0,-1 0 0 0 0,-4 5 0 0 0,-8 10 16 0 0,0-1 1 0 0,-1 0-1 0 0,-27 22 0 0 0,17-17 104 0 0,-1-2-1 0 0,-1-1 1 0 0,-1-2 0 0 0,-1 0 0 0 0,0-2-1 0 0,-1-1 1 0 0,-1-2 0 0 0,0-1-1 0 0,-41 9 1 0 0,45-18 235 0 0,27-2-489 0 0,0-1-1 0 0,0 0 1 0 0,0 0-1 0 0,0 0 1 0 0,0 0-1 0 0,1 0 1 0 0,-1 0-1 0 0,0 0 1 0 0,0 0-1 0 0,0 0 1 0 0,0 0-1 0 0,0 0 1 0 0,0-1-1 0 0,1 1 1 0 0,-1 0 0 0 0,0 0-1 0 0,0-1 1 0 0,0 1-1 0 0,1-1 1 0 0,-1 1-1 0 0,0-1 1 0 0,1 1-1 0 0,-1-1 1 0 0,0 1-1 0 0,1-1 1 0 0,-1 0-1 0 0,0 0 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41.6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163 2 3652 0 0,'-3'0'-9'0'0,"1"-1"0"0"0,0 1 0 0 0,0 0-1 0 0,0-1 1 0 0,-1 1 0 0 0,1 0-1 0 0,0 0 1 0 0,0 0 0 0 0,0 1 0 0 0,-1-1-1 0 0,1 1 1 0 0,0-1 0 0 0,0 1-1 0 0,0-1 1 0 0,0 1 0 0 0,0 0 0 0 0,0 0-1 0 0,0 0 1 0 0,0 0 0 0 0,0 1 0 0 0,0-1-1 0 0,-2 3 1 0 0,-44 42 465 0 0,26-23-339 0 0,9-8 6 0 0,11-11-84 0 0,-1-1 0 0 0,0 1 0 0 0,1-1 1 0 0,-1 0-1 0 0,0 0 0 0 0,-1 0 0 0 0,-4 3 0 0 0,45 9 104 0 0,17-9-43 0 0,92 0 0 0 0,-33-3-24 0 0,-8 2-385 0 0,-102-5 55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0.6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38 3212 0 0,'-14'-30'18'0'0,"12"28"134"0"0,-12-3 280 0 0,10 4-407 0 0,0 1 0 0 0,0 0 0 0 0,0 1 0 0 0,0-1 0 0 0,0 1 0 0 0,0-1 0 0 0,0 1 0 0 0,0 0 0 0 0,0 1 0 0 0,1-1 0 0 0,-1 1 0 0 0,0 0 1 0 0,1-1-1 0 0,-1 2 0 0 0,1-1 0 0 0,-4 3 0 0 0,1 0-5 0 0,1-1 0 0 0,0 1 0 0 0,0 0 0 0 0,0 1 1 0 0,1-1-1 0 0,0 1 0 0 0,0 0 0 0 0,0 0 1 0 0,-3 7-1 0 0,7-12-20 0 0,-1-1 0 0 0,1 1 0 0 0,0-1 1 0 0,0 1-1 0 0,-1-1 0 0 0,1 1 0 0 0,0 0 0 0 0,0-1 1 0 0,-1 1-1 0 0,1-1 0 0 0,0 1 0 0 0,0 0 0 0 0,0-1 1 0 0,0 1-1 0 0,0 0 0 0 0,0-1 0 0 0,0 1 1 0 0,0 0-1 0 0,0-1 0 0 0,0 1 0 0 0,0-1 0 0 0,1 1 1 0 0,-1 0-1 0 0,0-1 0 0 0,0 1 0 0 0,1-1 0 0 0,-1 1 1 0 0,0 0-1 0 0,1-1 0 0 0,-1 1 0 0 0,1-1 0 0 0,-1 1 1 0 0,0-1-1 0 0,1 0 0 0 0,-1 1 0 0 0,1-1 1 0 0,-1 1-1 0 0,1-1 0 0 0,-1 0 0 0 0,1 1 0 0 0,0-1 1 0 0,-1 0-1 0 0,1 0 0 0 0,-1 1 0 0 0,1-1 0 0 0,0 0 1 0 0,-1 0-1 0 0,1 0 0 0 0,0 0 0 0 0,-1 0 0 0 0,1 0 1 0 0,0 0-1 0 0,-1 0 0 0 0,1 0 0 0 0,-1 0 0 0 0,1 0 1 0 0,0 0-1 0 0,-1-1 0 0 0,2 1 0 0 0,33-8-184 0 0,-24 4 166 0 0,-1-1 1 0 0,0 0 0 0 0,0-1-1 0 0,0 0 1 0 0,0 0 0 0 0,-1-1-1 0 0,0 0 1 0 0,-1-1 0 0 0,1 0-1 0 0,7-10 1 0 0,-16 18 22 0 0,0 0-1 0 0,0 0 1 0 0,0 0-1 0 0,-1 0 1 0 0,1 0-1 0 0,0 0 1 0 0,0 0 0 0 0,-1 0-1 0 0,1 0 1 0 0,0 0-1 0 0,0 0 1 0 0,0 0-1 0 0,-1 0 1 0 0,1 0-1 0 0,0 0 1 0 0,0 0 0 0 0,0 0-1 0 0,-1 0 1 0 0,1 0-1 0 0,0 0 1 0 0,0 0-1 0 0,0 0 1 0 0,-1 0-1 0 0,1-1 1 0 0,0 1 0 0 0,0 0-1 0 0,0 0 1 0 0,0 0-1 0 0,-1 0 1 0 0,1 0-1 0 0,0-1 1 0 0,0 1 0 0 0,0 0-1 0 0,0 0 1 0 0,0 0-1 0 0,0 0 1 0 0,0-1-1 0 0,-1 1 1 0 0,1 0-1 0 0,0 0 1 0 0,0 0 0 0 0,0-1-1 0 0,0 1 1 0 0,0 0-1 0 0,0 0 1 0 0,0-1-1 0 0,0 1 1 0 0,0 0-1 0 0,0 0 1 0 0,0 0 0 0 0,0-1-1 0 0,0 1 1 0 0,0 0-1 0 0,0 0 1 0 0,0 0-1 0 0,1-1 1 0 0,-1 1-1 0 0,0 0 1 0 0,0 0 0 0 0,0 0-1 0 0,0-1 1 0 0,-11 4 7 0 0,0 1 0 0 0,0 0 0 0 0,1 0 1 0 0,-14 8-1 0 0,19-10-6 0 0,1 1 0 0 0,0-1 1 0 0,0 1-1 0 0,0 0 1 0 0,0 0-1 0 0,0 0 0 0 0,1 1 1 0 0,-1-1-1 0 0,1 1 0 0 0,0 0 1 0 0,0 0-1 0 0,1 0 1 0 0,-1 0-1 0 0,1 1 0 0 0,0-1 1 0 0,-3 9-1 0 0,4-11 29 0 0,8-2-17 0 0,0 0 0 0 0,-1-1 1 0 0,1 0-1 0 0,0-1 1 0 0,-1 1-1 0 0,1-1 0 0 0,-1 0 1 0 0,0-1-1 0 0,0 0 0 0 0,7-4 1 0 0,15-6 425 0 0,-33 13-760 0 0,0 0 1 0 0,0 0 0 0 0,1 1-1 0 0,-1-1 1 0 0,0 1-1 0 0,0 1 1 0 0,0-1-1 0 0,-8 4 1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6.7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4 211 3300 0 0,'0'0'-265'0'0,"-4"-1"32"0"0,9-4-405 0 0,27-5 722 0 0,48-11 375 0 0,287-66 332 0 0,-111 33-351 0 0,-255 54-395 0 0,37-3 430 0 0,-30 1-645 0 0,13-6 866 0 0,-5-11-3824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7.30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59 3 2976 0 0,'-4'0'-69'0'0,"-10"0"36"0"0,10 0 116 0 0,-15-3 837 0 0,1 4 1666 0 0,50 12-2156 0 0,59 16-620 0 0,-69-23 190 0 0,-2-1-3 0 0,1 1 0 0 0,-1 1 0 0 0,-1 1 1 0 0,1 0-1 0 0,-1 2 0 0 0,22 14 0 0 0,-40-23 4 0 0,0 0 0 0 0,1 0 0 0 0,-1 0 0 0 0,0 0 0 0 0,0 0 0 0 0,0 1 0 0 0,0-1 0 0 0,0 0 0 0 0,0 1 0 0 0,0-1 0 0 0,-1 0 0 0 0,1 1 1 0 0,0-1-1 0 0,-1 1 0 0 0,1-1 0 0 0,-1 1 0 0 0,0 0 0 0 0,1-1 0 0 0,-1 1 0 0 0,0-1 0 0 0,0 1 0 0 0,0 3 0 0 0,-1-2 1 0 0,0 1-1 0 0,0-1 1 0 0,0 0-1 0 0,-1 1 1 0 0,1-1-1 0 0,-1 0 0 0 0,1 0 1 0 0,-1 0-1 0 0,0 0 1 0 0,-3 3-1 0 0,-6 7-1 0 0,-1-1 0 0 0,-1 0-1 0 0,-18 13 1 0 0,29-24-1 0 0,-178 131-669 0 0,158-115-2163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9.0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4012 0 0,'0'0'-231'0'0,"5"36"-764"0"0,-4-35 1007 0 0,2 9 14 0 0,1-1 0 0 0,1 1 0 0 0,0-1 1 0 0,0 0-1 0 0,0 0 0 0 0,1-1 0 0 0,1 0 0 0 0,-1 0 0 0 0,2 0 0 0 0,14 13 0 0 0,212 171 241 0 0,-86-76 14 0 0,-3-3-110 0 0,11 11-35 0 0,-119-97-182 0 0,-9-6 64 0 0,-1 0 1 0 0,-1 2-1 0 0,-1 1 0 0 0,23 29 0 0 0,-35-37 3 0 0,0-1-1 0 0,1-1 1 0 0,0 0 0 0 0,1-1-1 0 0,0 0 1 0 0,1-2 0 0 0,31 18-1 0 0,-30-20-1598 0 0,-15-28 862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29.9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234 47 3164 0 0,'-6'-7'-370'0'0,"2"1"335"0"0,-1-7 748 0 0,-7-8 2157 0 0,5 26-2953 0 0,7-4 83 0 0,-1-1 0 0 0,0 0 1 0 0,0 1-1 0 0,1-1 0 0 0,-1 1 1 0 0,1-1-1 0 0,-1 1 0 0 0,0-1 1 0 0,1 1-1 0 0,-1-1 0 0 0,1 1 1 0 0,-1 0-1 0 0,1-1 0 0 0,-1 1 1 0 0,1 0-1 0 0,0-1 0 0 0,-1 1 1 0 0,1 0-1 0 0,0 0 0 0 0,0-1 1 0 0,-1 1-1 0 0,1 0 0 0 0,0 0 1 0 0,0 0-1 0 0,0-1 0 0 0,0 1 1 0 0,0 0-1 0 0,0 0 0 0 0,0 0 1 0 0,0-1-1 0 0,0 1 0 0 0,1 0 1 0 0,-1 0-1 0 0,0-1 0 0 0,1 2 1 0 0,1 14 11 0 0,1 0 1 0 0,1 0-1 0 0,0-1 1 0 0,1 1-1 0 0,1-1 1 0 0,0 0-1 0 0,1-1 1 0 0,1 0-1 0 0,0 0 1 0 0,1 0-1 0 0,0-1 1 0 0,17 18-1 0 0,-22-26-8 0 0,-2-4-3 0 0,0 1 0 0 0,0-1 0 0 0,-1 1-1 0 0,1 0 1 0 0,0 0 0 0 0,-1 0 0 0 0,0-1 0 0 0,1 2 0 0 0,-1-1 0 0 0,0 0 0 0 0,0 0 0 0 0,0 0 0 0 0,-1 0-1 0 0,1 1 1 0 0,0 3 0 0 0,-2-3 3 0 0,0 0-1 0 0,-1 0 0 0 0,1 0 0 0 0,-1 0 1 0 0,0-1-1 0 0,0 1 0 0 0,0 0 0 0 0,-1-1 1 0 0,1 1-1 0 0,0-1 0 0 0,-1 0 0 0 0,0 0 1 0 0,1 0-1 0 0,-1 0 0 0 0,0 0 0 0 0,0-1 1 0 0,0 1-1 0 0,0-1 0 0 0,0 0 1 0 0,-1 0-1 0 0,-3 1 0 0 0,-4 2 3 0 0,-223 87-46 0 0,223-90-337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1.6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1277 3884 0 0,'0'0'138'0'0,"3"-3"-99"0"0,53-65 92 0 0,3 4-1 0 0,97-82 1 0 0,-89 88-145 0 0,-29 26 40 0 0,-1-1 0 0 0,56-66 0 0 0,64-106 183 0 0,-28 42-194 0 0,-88 114-14 0 0,4-7 2 0 0,-15 18 58 0 0,62-62 1 0 0,-82 90-55 0 0,0-1 1 0 0,0 0-1 0 0,11-18 1 0 0,-12 15 9 0 0,1 0 0 0 0,1 1 0 0 0,20-19 0 0 0,-30 32 8 0 0,-1-1 0 0 0,1 1 0 0 0,0-1 0 0 0,0 1 0 0 0,-1-1 0 0 0,1 1-1 0 0,0-1 1 0 0,-1 0 0 0 0,1 1 0 0 0,0-1 0 0 0,-1 0 0 0 0,1 1 0 0 0,-1-1-1 0 0,1 0 1 0 0,-1 0 0 0 0,1 0 0 0 0,-1 1 0 0 0,0-1 0 0 0,0 0-1 0 0,1 0 1 0 0,-1 0 0 0 0,0 0 0 0 0,0 0 0 0 0,0 0 0 0 0,0 0 0 0 0,0 0-1 0 0,0 1 1 0 0,0-3 0 0 0,-1 3-12 0 0,0-1 0 0 0,0 0-1 0 0,0 1 1 0 0,0-1 0 0 0,-1 1-1 0 0,1-1 1 0 0,0 1 0 0 0,0-1-1 0 0,-1 1 1 0 0,1 0 0 0 0,0-1-1 0 0,-1 1 1 0 0,1 0 0 0 0,0 0-1 0 0,0 0 1 0 0,-3 1 0 0 0,-65 7-12 0 0,65-7 52 0 0,-249 58 64 0 0,251-58-70 0 0,4-1-45 0 0,0 0 0 0 0,0-1 0 0 0,0 1 1 0 0,0-1-1 0 0,0 1 0 0 0,0-1 0 0 0,0 1 0 0 0,0-1 0 0 0,-1 0 0 0 0,1 0 0 0 0,2-2 0 0 0,24-8 31 0 0,29 0-25 0 0,-13 2-53 0 0,1 1 0 0 0,54-1 0 0 0,-98 9 41 0 0,1 0-1 0 0,0 0 1 0 0,0 0 0 0 0,0 0 0 0 0,-1 0-1 0 0,1 0 1 0 0,0 0 0 0 0,0 1-1 0 0,0-1 1 0 0,-1 1 0 0 0,1 0 0 0 0,0-1-1 0 0,-1 1 1 0 0,1 0 0 0 0,0 0 0 0 0,-1 0-1 0 0,1 0 1 0 0,-1 0 0 0 0,1 0 0 0 0,-1 0-1 0 0,0 1 1 0 0,0-1 0 0 0,1 0-1 0 0,-1 1 1 0 0,1 2 0 0 0,-1-1 0 0 0,0 1 0 0 0,0-1 1 0 0,0 0-1 0 0,-1 0 0 0 0,0 1 0 0 0,0-1 1 0 0,0 0-1 0 0,0 1 0 0 0,0-1 0 0 0,0 0 1 0 0,-1 0-1 0 0,0 1 0 0 0,-1 2 0 0 0,-3 11-10 0 0,-2-1 1 0 0,0 1-1 0 0,-18 29 0 0 0,12-24-153 0 0,0 1 1 0 0,-10 27 0 0 0,25-39-1950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2.7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4056 0 0,'0'0'1590'0'0,"4"1"-1569"0"0,314 39 151 0 0,-274-36-170 0 0,118 5 61 0 0,199-14 0 0 0,-301 1-62 0 0,-29 2 68 0 0,0 0-1 0 0,60 5 1 0 0,-88-2 33 0 0,36-1 742 0 0,-29 2-745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3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31 4736 0 0,'-41'-30'1310'0'0,"206"67"-1172"0"0,33 22-104 0 0,-196-59-40 0 0,-1 0 6 0 0,-1 0 1 0 0,1 0-1 0 0,0 0 1 0 0,-1-1-1 0 0,1 1 1 0 0,0 0-1 0 0,0 0 0 0 0,-1 1 1 0 0,1-1-1 0 0,0 0 1 0 0,0 0-1 0 0,-1 0 1 0 0,1 0-1 0 0,0 1 1 0 0,0-1-1 0 0,-1 0 1 0 0,1 0-1 0 0,0 1 0 0 0,-1-1 1 0 0,1 1-1 0 0,-1-1 1 0 0,1 1-1 0 0,0-1 1 0 0,-1 1-1 0 0,1-1 1 0 0,-1 1-1 0 0,1-1 0 0 0,0 2 1 0 0,-1-1 1 0 0,0 0 0 0 0,-1 1 0 0 0,1-1 0 0 0,0 0-1 0 0,0 0 1 0 0,-1 0 0 0 0,1 0 0 0 0,-1 0 0 0 0,1 0 0 0 0,-1 0 0 0 0,1 0 0 0 0,-1 0 0 0 0,0 0 0 0 0,0 0 0 0 0,1 0 0 0 0,-2 0 0 0 0,-40 35 43 0 0,39-34-47 0 0,-59 45 90 0 0,-2-4 0 0 0,-133 67 0 0 0,120-73-231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2.98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20 466 4260 0 0,'0'0'-160'0'0,"-4"0"258"0"0,2 0-201 0 0,1 0 122 0 0,1 0 0 0 0,0 0-1 0 0,-1 1 1 0 0,1-1 0 0 0,-1 0-1 0 0,1 0 1 0 0,0 0 0 0 0,-1 0-1 0 0,1 0 1 0 0,-1 0 0 0 0,1 0-1 0 0,0 0 1 0 0,-1 0 0 0 0,1 0-1 0 0,-1 0 1 0 0,1 0 0 0 0,0 0-1 0 0,-1-1 1 0 0,1 1 0 0 0,0 0-1 0 0,-1 0 1 0 0,1 0 0 0 0,-1 0-1 0 0,1-1 1 0 0,0 1 0 0 0,-1 0 0 0 0,1 0-1 0 0,0-1 1 0 0,0 1 0 0 0,-1 0-1 0 0,1-1 1 0 0,0 1 0 0 0,0 0-1 0 0,-1-1 1 0 0,1 1 0 0 0,0 0-1 0 0,0-1 1 0 0,0 1 0 0 0,0 0-1 0 0,-1-1 1 0 0,1 1 0 0 0,0-1-1 0 0,0 1 1 0 0,0 0 0 0 0,0-1-1 0 0,0 1 1 0 0,0-1 0 0 0,0 1-1 0 0,0 0 1 0 0,0-1 0 0 0,1-1 57 0 0,20-29 126 0 0,-4 15-179 0 0,0 0 0 0 0,1 1 1 0 0,1 1-1 0 0,0 0 0 0 0,1 2 0 0 0,1 0 1 0 0,39-16-1 0 0,0-3-9 0 0,71-34-20 0 0,96-56 44 0 0,-223 118-40 0 0,-2 2-4 0 0,0 0 0 0 0,0 0-1 0 0,0 0 1 0 0,0 0-1 0 0,0-1 1 0 0,0 1 0 0 0,0-1-1 0 0,-1 0 1 0 0,1 1 0 0 0,-1-1-1 0 0,1 0 1 0 0,-1 0 0 0 0,3-4-1 0 0,-7 4 4 0 0,0 1 1 0 0,0-1-1 0 0,0 1 0 0 0,0 0 0 0 0,0-1 0 0 0,-1 1 1 0 0,1 1-1 0 0,0-1 0 0 0,-1 0 0 0 0,-5 1 0 0 0,-133 9 49 0 0,-38 1 12 0 0,178-10-35 0 0,9-2-17 0 0,22-8-10 0 0,1 1 1 0 0,0 2-1 0 0,50-5 1 0 0,103-2-19 0 0,-153 12 22 0 0,-13 1 13 0 0,0 0 1 0 0,0 2 0 0 0,18 2-1 0 0,-33-3 49 0 0,-4 3-34 0 0,-5 4-10 0 0,0-1 0 0 0,-1 0 0 0 0,0-1 0 0 0,0 0 0 0 0,0 0 0 0 0,0 0 0 0 0,-18 6 0 0 0,-37 22-72 0 0,49-23-154 0 0,-16 16-2169 0 0,22-17 1051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3.8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5 4252 0 0,'0'0'-94'0'0,"-14"-4"139"0"0,4 5 910 0 0,19 8-952 0 0,1 0 0 0 0,0 0 1 0 0,1-1-1 0 0,0-1 0 0 0,0 0 1 0 0,1 0-1 0 0,-1-1 0 0 0,19 6 1 0 0,113 35 50 0 0,-89-31-24 0 0,251 70 54 0 0,-284-80-38 0 0,18 3-139 0 0,-25-18-2384 0 0,-14-2 1501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24.18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30 3748 0 0,'-10'-1'102'0'0,"0"0"0"0"0,1-1 0 0 0,-1 0 0 0 0,-13-5-1 0 0,-1 1 520 0 0,23 5-445 0 0,-15-4 154 0 0,8 2-62 0 0,13 2 391 0 0,41 7-637 0 0,-1 1-1 0 0,0 3 1 0 0,0 2 0 0 0,80 32-1 0 0,-124-44-19 0 0,-1 0-1 0 0,1 0 0 0 0,-1 0 1 0 0,1 1-1 0 0,-1-1 0 0 0,1 0 1 0 0,-1 0-1 0 0,1 0 0 0 0,-1 1 1 0 0,1-1-1 0 0,-1 0 0 0 0,1 1 1 0 0,-1-1-1 0 0,0 0 0 0 0,1 1 1 0 0,-1-1-1 0 0,0 1 0 0 0,1-1 0 0 0,-1 1 1 0 0,0-1-1 0 0,1 0 0 0 0,-1 1 1 0 0,0-1-1 0 0,0 1 0 0 0,1 0 1 0 0,-1-1-1 0 0,0 1 0 0 0,0-1 1 0 0,0 1-1 0 0,0-1 0 0 0,0 1 1 0 0,0 0-1 0 0,-12 14 29 0 0,-26 9-11 0 0,38-24-19 0 0,-143 70-45 0 0,47-25-3302 0 0,78-37 2083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5.4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319 0 4416 0 0,'0'0'-262'0'0,"-5"5"-440"0"0,-72 69 873 0 0,-105 109 18 0 0,143-137-22 0 0,37-45-148 0 0,-11 11-1917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8.81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0 416 0 0,'0'0'3534'0'0,"6"3"-3538"0"0,33 12 23 0 0,2-2-1 0 0,-1-1 1 0 0,1-3-1 0 0,48 6 0 0 0,41 9-5 0 0,85 28 1 0 0,-213-51-14 0 0,3-1-6 0 0,-1 1 0 0 0,0 0 0 0 0,0 0 0 0 0,1 0 0 0 0,-1 0 0 0 0,0 1 0 0 0,0 0 0 0 0,6 4 1 0 0,2 0 34 0 0,-10-5-12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39.5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114 33 2592 0 0,'0'0'-10'0'0,"-9"-32"4564"0"0,17 47-4551 0 0,1-1-1 0 0,1 0 1 0 0,1 0-1 0 0,0-1 1 0 0,0-1-1 0 0,1 0 1 0 0,1 0-1 0 0,0-1 1 0 0,16 10-1 0 0,53 51-11 0 0,-81-71 11 0 0,-1 0 0 0 0,1 0 0 0 0,0 0 0 0 0,-1 0 0 0 0,1 0 0 0 0,0 0 0 0 0,-1 0 0 0 0,1 0-1 0 0,-1 0 1 0 0,1 0 0 0 0,-1 0 0 0 0,0 0 0 0 0,0 1 0 0 0,1-1 0 0 0,-1 0 0 0 0,0 0 0 0 0,0 0 0 0 0,0 0 0 0 0,0 1 0 0 0,0-1 0 0 0,-1 0 0 0 0,1 0 0 0 0,0 0 0 0 0,0 0 0 0 0,-2 3 0 0 0,1-1 1 0 0,-1 0 0 0 0,0 0 1 0 0,0 0-1 0 0,0 0 0 0 0,-1 0 1 0 0,1 0-1 0 0,-1 0 1 0 0,-4 3-1 0 0,-6 4 12 0 0,-1 0 1 0 0,-25 13-1 0 0,-51 23 126 0 0,5-2-579 0 0,31-14-3259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3.9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1 720 4200 0 0,'0'0'-222'0'0,"18"-24"-877"0"0,46-29 1409 0 0,77-47 0 0 0,-1 0-8 0 0,-31 4 171 0 0,-62 53-363 0 0,-6 7-105 0 0,2 1 0 0 0,86-53-1 0 0,-112 78-14 0 0,-2 1 19 0 0,1 0 0 0 0,-2-1-1 0 0,1-1 1 0 0,24-24 0 0 0,-8 11 197 0 0,-30 23-98 0 0,1 0 65 0 0,0 0-1 0 0,-1 0 1 0 0,1 0 0 0 0,0-1-1 0 0,-1 1 1 0 0,1 0-1 0 0,0-1 1 0 0,-1 1-1 0 0,0-1 1 0 0,1 0-1 0 0,-1 1 1 0 0,2-5-1 0 0,-7 4-166 0 0,1 0-1 0 0,-1 0 1 0 0,0 1-1 0 0,0-1 1 0 0,0 1-1 0 0,0 0 1 0 0,0 0-1 0 0,-1 0 1 0 0,1 1-1 0 0,0-1 0 0 0,0 1 1 0 0,-1 0-1 0 0,-6 1 1 0 0,-72 12-33 0 0,17-1 3 0 0,20-9-15 0 0,64-7 21 0 0,1 0 1 0 0,0 2-1 0 0,-1 0 1 0 0,1 1-1 0 0,0 1 1 0 0,0 1-1 0 0,-1 0 1 0 0,1 1-1 0 0,-1 2 1 0 0,1 0-1 0 0,-1 0 1 0 0,0 2-1 0 0,22 9 1 0 0,-39-14 14 0 0,0-1 0 0 0,0 0 0 0 0,0 1 0 0 0,0-1 1 0 0,0 1-1 0 0,0-1 0 0 0,0 1 0 0 0,0 0 1 0 0,0-1-1 0 0,0 1 0 0 0,0 0 0 0 0,0 0 0 0 0,0 0 1 0 0,-1-1-1 0 0,1 1 0 0 0,0 0 0 0 0,-1 0 0 0 0,1 0 1 0 0,0 0-1 0 0,-1 0 0 0 0,1 0 0 0 0,-1 1 1 0 0,0-1-1 0 0,1 0 0 0 0,-1 0 0 0 0,0 0 0 0 0,0 0 1 0 0,0 0-1 0 0,0 1 0 0 0,0 1 0 0 0,-1 0 11 0 0,0 0 0 0 0,0-1-1 0 0,0 1 1 0 0,0 0-1 0 0,-1-1 1 0 0,1 1 0 0 0,-1-1-1 0 0,0 1 1 0 0,0-1 0 0 0,0 0-1 0 0,-4 4 1 0 0,-3 2-117 0 0,0-1-1 0 0,0-1 1 0 0,0 1 0 0 0,-1-1 0 0 0,-19 8 0 0 0,2-9-2988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8.0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 81 3876 0 0,'0'0'-212'0'0,"-12"-28"966"0"0,15 24-740 0 0,0 1 1 0 0,0 0 0 0 0,1 0 0 0 0,0 0-1 0 0,-1 0 1 0 0,1 1 0 0 0,0-1-1 0 0,0 1 1 0 0,0 0 0 0 0,1 0 0 0 0,-1 1-1 0 0,0-1 1 0 0,1 1 0 0 0,4-1-1 0 0,12-3-21 0 0,0 1 0 0 0,0 1-1 0 0,0 0 1 0 0,0 2-1 0 0,0 0 1 0 0,32 4-1 0 0,-43-1-3 0 0,-1 1-1 0 0,0-1 0 0 0,-1 2 0 0 0,1 0 0 0 0,-1 0 0 0 0,1 0 1 0 0,-1 1-1 0 0,13 11 0 0 0,-6-5-7 0 0,-1 2 1 0 0,0 0-1 0 0,19 23 1 0 0,-28-28 13 0 0,0-1 1 0 0,-1 0 0 0 0,-1 1-1 0 0,1 0 1 0 0,-1 0 0 0 0,0 0-1 0 0,-1 0 1 0 0,0 1 0 0 0,0-1-1 0 0,-1 0 1 0 0,0 1-1 0 0,0 0 1 0 0,-1-1 0 0 0,0 1-1 0 0,-1-1 1 0 0,0 1 0 0 0,-2 11-1 0 0,-2 2 12 0 0,-1-1 0 0 0,0 0 0 0 0,-2 0 0 0 0,0 0 0 0 0,-17 28-1 0 0,21-42 30 0 0,0 0-1 0 0,-1-1 1 0 0,0 1-1 0 0,-1-1 1 0 0,1-1-1 0 0,-1 1 1 0 0,0-1 0 0 0,-1 0-1 0 0,1 0 1 0 0,-1-1-1 0 0,0 1 1 0 0,-14 5-1 0 0,-5 0 226 0 0,0-1 0 0 0,-38 8 1 0 0,9-3 289 0 0,52-13-491 0 0,-50 4-1221 0 0,47-13-401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8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214 5 4512 0 0,'0'0'-194'0'0,"-2"-1"56"0"0,1 0 152 0 0,-1 1 0 0 0,1-1 0 0 0,0 1-1 0 0,-1 0 1 0 0,1-1 0 0 0,-1 1 0 0 0,1 0 0 0 0,-1 0-1 0 0,1 0 1 0 0,-1 0 0 0 0,1 0 0 0 0,-3 1 0 0 0,-98 68 171 0 0,17-8-84 0 0,85-61-100 0 0,0 0-1 0 0,-1 0 1 0 0,1 1 0 0 0,0-1 0 0 0,0 0 0 0 0,-1 0 0 0 0,1 1 0 0 0,0-1 0 0 0,0 0-1 0 0,-1 1 1 0 0,1-1 0 0 0,0 0 0 0 0,0 1 0 0 0,0-1 0 0 0,0 0 0 0 0,-1 1-1 0 0,1-1 1 0 0,0 0 0 0 0,0 1 0 0 0,0-1 0 0 0,0 1 0 0 0,0-1 0 0 0,0 0-1 0 0,0 1 1 0 0,0-1 0 0 0,0 0 0 0 0,0 1 0 0 0,0-1 0 0 0,0 1 0 0 0,1-1 0 0 0,-1 0-1 0 0,0 1 1 0 0,0-1 0 0 0,0 0 0 0 0,0 1 0 0 0,1-1 0 0 0,-1 0 0 0 0,0 1-1 0 0,0-1 1 0 0,1 0 0 0 0,-1 0 0 0 0,0 1 0 0 0,1-1 0 0 0,10 10 32 0 0,-10-10-34 0 0,15 8 21 0 0,0 0 0 0 0,1-1 0 0 0,0-1 0 0 0,0-1 0 0 0,0 0 0 0 0,23 2 0 0 0,14 5-8 0 0,91 28-128 0 0,-135-33-1973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5.6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11 218 3388 0 0,'-11'-31'-570'0'0,"12"25"601"0"0,0 1 0 0 0,1 0 0 0 0,-1-1 0 0 0,1 1 0 0 0,0 0 0 0 0,1 0 0 0 0,-1 0 0 0 0,1 0 0 0 0,0 0 0 0 0,0 1 0 0 0,0-1 1 0 0,1 1-1 0 0,0 0 0 0 0,-1 0 0 0 0,2 0 0 0 0,-1 1 0 0 0,0-1 0 0 0,1 1 0 0 0,-1 0 0 0 0,11-5 0 0 0,7-4-33 0 0,1 0-1 0 0,0 2 0 0 0,31-10 1 0 0,-28 11 8 0 0,-10 3-21 0 0,0 1-1 0 0,1 1 0 0 0,-1 0 0 0 0,21-2 1 0 0,-29 6 10 0 0,0 0 0 0 0,0 0 0 0 0,0 1 0 0 0,0 0 0 0 0,0 1 0 0 0,0 0 0 0 0,0 0 0 0 0,0 0 0 0 0,-1 1 0 0 0,1 0 0 0 0,-1 1 0 0 0,10 6 0 0 0,-6-4 11 0 0,0 2 1 0 0,0-1-1 0 0,0 2 1 0 0,-1-1-1 0 0,0 2 1 0 0,-1-1-1 0 0,0 1 1 0 0,0 0-1 0 0,-1 1 1 0 0,-1 0-1 0 0,1 1 0 0 0,-2-1 1 0 0,0 1-1 0 0,0 0 1 0 0,-1 1-1 0 0,-1 0 1 0 0,0-1-1 0 0,0 1 1 0 0,-2 0-1 0 0,1 1 1 0 0,-2-1-1 0 0,0 0 0 0 0,0 1 1 0 0,-2 17-1 0 0,0-17 63 0 0,-1 0-1 0 0,1 0 1 0 0,-2 0-1 0 0,0-1 1 0 0,-1 1-1 0 0,0-1 1 0 0,-1 0-1 0 0,-1 0 1 0 0,0 0-1 0 0,0-1 1 0 0,-1 0-1 0 0,-1 0 1 0 0,0-1-1 0 0,0 0 1 0 0,-1 0-1 0 0,-1-1 1 0 0,0 0-1 0 0,0-1 1 0 0,-1 0-1 0 0,0-1 1 0 0,-1 0-1 0 0,-22 12 1 0 0,-9-1 227 0 0,0-1 1 0 0,-47 11 0 0 0,10-3 199 0 0,78-25-452 0 0,-12 4 378 0 0,17-32-5478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38:36.0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188 7 3816 0 0,'0'0'-192'0'0,"-1"0"113"0"0,1 0 94 0 0,0 0 1 0 0,0 0-1 0 0,0-1 0 0 0,0 1 1 0 0,0 0-1 0 0,-1 0 1 0 0,1 0-1 0 0,0 0 1 0 0,0 0-1 0 0,0 0 1 0 0,0 0-1 0 0,0 0 0 0 0,0 0 1 0 0,-1 0-1 0 0,1-1 1 0 0,0 1-1 0 0,0 0 1 0 0,0 0-1 0 0,0 0 1 0 0,0 0-1 0 0,0 0 0 0 0,0 0 1 0 0,0-1-1 0 0,0 1 1 0 0,0 0-1 0 0,0 0 1 0 0,0 0-1 0 0,-1 0 1 0 0,1-1-1 0 0,0 1 0 0 0,0 0 1 0 0,0 0-1 0 0,0 0 1 0 0,0 0-1 0 0,0 0 1 0 0,1-1-1 0 0,-1 1 1 0 0,0 0-1 0 0,0 0 0 0 0,0 0 1 0 0,0 0-1 0 0,0 0 1 0 0,0-1-1 0 0,0 1 1 0 0,0 0-1 0 0,-122 107 721 0 0,70-59-472 0 0,51-47-258 0 0,0-1 0 0 0,1 1 0 0 0,-1-1 0 0 0,0 1 0 0 0,1-1 0 0 0,-1 1 0 0 0,1-1 0 0 0,-1 1 0 0 0,0 0 0 0 0,1-1 0 0 0,0 1 0 0 0,-1 0 0 0 0,1-1 0 0 0,-1 1 0 0 0,1 0 0 0 0,0-1 0 0 0,0 1 0 0 0,-1 0 0 0 0,1 0 0 0 0,0-1 0 0 0,0 1 0 0 0,0 0 0 0 0,0 0 0 0 0,0 0 0 0 0,0-1 0 0 0,0 1 0 0 0,0 0 0 0 0,0 0 0 0 0,0 1 0 0 0,1-1-1 0 0,0 0 0 0 0,0 0 0 0 0,1 0 0 0 0,-1 0 0 0 0,0 0 0 0 0,0 0 0 0 0,0 0 0 0 0,1 0 1 0 0,-1-1-1 0 0,0 1 0 0 0,1-1 0 0 0,-1 1 0 0 0,1-1 0 0 0,2 1 0 0 0,63 8 35 0 0,-59-9-22 0 0,102 10 52 0 0,96 5 10 0 0,-204-15-86 0 0,0 0 1 0 0,0 0-1 0 0,1 0 0 0 0,-1 1 0 0 0,0-1 0 0 0,0 0 0 0 0,0 1 1 0 0,0 0-1 0 0,0-1 0 0 0,-1 1 0 0 0,1 0 0 0 0,0 0 1 0 0,0 0-1 0 0,0 0 0 0 0,-1 1 0 0 0,1-1 0 0 0,1 2 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8.6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1 368 3676 0 0,'0'0'640'0'0,"29"-41"47"0"0,9 6-658 0 0,1 2-1 0 0,2 1 0 0 0,1 2 1 0 0,1 2-1 0 0,62-30 1 0 0,-72 43 51 0 0,50-30 0 0 0,-68 33 464 0 0,-27 2-265 0 0,8 8-240 0 0,-44-5 154 0 0,31 5-155 0 0,-24-4-17 0 0,41 6-21 0 0,0 0-1 0 0,0 0 1 0 0,0 0-1 0 0,0 0 1 0 0,0 0 0 0 0,0 0-1 0 0,1 0 1 0 0,-1 0-1 0 0,0 0 1 0 0,0 0 0 0 0,0 0-1 0 0,0 0 1 0 0,0 0-1 0 0,0 0 1 0 0,0 0 0 0 0,0 0-1 0 0,0 0 1 0 0,1 0-1 0 0,-1 0 1 0 0,0-1-1 0 0,0 1 1 0 0,0 0 0 0 0,0 0-1 0 0,0 0 1 0 0,0 0-1 0 0,0 0 1 0 0,0 0 0 0 0,0 0-1 0 0,0 0 1 0 0,0 0-1 0 0,0 0 1 0 0,0 0 0 0 0,0-1-1 0 0,1 1 1 0 0,-1 0-1 0 0,0 0 1 0 0,0 0 0 0 0,0 0-1 0 0,0 0 1 0 0,0 0-1 0 0,0 0 1 0 0,0 0 0 0 0,0 0-1 0 0,0-1 1 0 0,0 1-1 0 0,0 0 1 0 0,0 0 0 0 0,0 0-1 0 0,0 0 1 0 0,-1 0-1 0 0,1 0 1 0 0,0 0-1 0 0,0-1 1 0 0,30-2-18 0 0,-9 1-9 0 0,1 0 0 0 0,0 2 1 0 0,-1 0-1 0 0,1 2 0 0 0,-1 0 0 0 0,1 2 1 0 0,-1 0-1 0 0,27 9 0 0 0,-47-13 26 0 0,-1 1 1 0 0,1-1-1 0 0,0 0 0 0 0,0 1 0 0 0,-1-1 1 0 0,1 1-1 0 0,0-1 0 0 0,-1 1 0 0 0,1-1 1 0 0,-1 1-1 0 0,1-1 0 0 0,0 1 0 0 0,-1 0 1 0 0,1-1-1 0 0,-1 1 0 0 0,0 0 0 0 0,1-1 1 0 0,-1 1-1 0 0,0 0 0 0 0,1 0 0 0 0,-1-1 1 0 0,0 1-1 0 0,0 0 0 0 0,1 0 0 0 0,-1 0 1 0 0,0-1-1 0 0,0 1 0 0 0,0 0 0 0 0,0 0 1 0 0,0 0-1 0 0,0-1 0 0 0,0 1 0 0 0,-1 0 1 0 0,1 0-1 0 0,0 0 0 0 0,0-1 0 0 0,-1 1 1 0 0,1 0-1 0 0,0 0 0 0 0,-1-1 0 0 0,1 1 1 0 0,0 0-1 0 0,-1-1 0 0 0,1 1 0 0 0,-1 0 1 0 0,0-1-1 0 0,1 1 0 0 0,-1-1 0 0 0,0 2 1 0 0,-37 30 13 0 0,32-27-16 0 0,-49 34-29 0 0,35-26-149 0 0,1 1 0 0 0,0 1 0 0 0,0 0 0 0 0,2 2 0 0 0,-16 18 0 0 0,29-26-1862 0 0,4 1 920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9.5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40 32 3748 0 0,'-33'-30'2365'0'0,"33"30"-2359"0"0,0 0 0 0 0,0 0 0 0 0,0 0 0 0 0,0 0-1 0 0,0 0 1 0 0,0-1 0 0 0,0 1 0 0 0,-1 0 0 0 0,1 0 0 0 0,0 0 0 0 0,0 0 0 0 0,0 0 0 0 0,0 0 0 0 0,0 0 0 0 0,-1 0 0 0 0,1 0 0 0 0,0 0 0 0 0,0-1 0 0 0,0 1 0 0 0,0 0 0 0 0,0 0 0 0 0,-1 0 0 0 0,1 0 0 0 0,0 0 0 0 0,0 0 0 0 0,0 0 0 0 0,0 0 0 0 0,-1 0 0 0 0,1 0 0 0 0,0 0 0 0 0,0 0 0 0 0,0 0 0 0 0,0 0 0 0 0,0 1 0 0 0,-1-1 0 0 0,1 0 0 0 0,0 0 0 0 0,0 0 0 0 0,0 0 0 0 0,0 0 0 0 0,0 0 0 0 0,-1 0 0 0 0,1 0 0 0 0,0 0 0 0 0,0 1 0 0 0,0-1 0 0 0,0 0 0 0 0,0 0 0 0 0,0 0 0 0 0,0 0 0 0 0,0 0 0 0 0,-1 1 0 0 0,37 22 10 0 0,1-2 1 0 0,1-1-1 0 0,44 16 0 0 0,129 39 42 0 0,-105-32 64 0 0,-104-42-15 0 0,2 4 285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49.9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121 82 3892 0 0,'-19'-48'-858'0'0,"19"46"952"0"0,-19-30 2369 0 0,25 36-2447 0 0,26 18 1 0 0,-13-11-8 0 0,-2 0 1 0 0,1 1-1 0 0,-2 1 0 0 0,1 1 0 0 0,-2 0 0 0 0,0 2 1 0 0,15 18-1 0 0,-29-32-6 0 0,-1-1 0 0 0,1 0 0 0 0,0 1 0 0 0,-1-1 0 0 0,1 1 0 0 0,-1-1 1 0 0,1 1-1 0 0,-1 0 0 0 0,0-1 0 0 0,0 1 0 0 0,1-1 0 0 0,-1 1 0 0 0,0 0 0 0 0,-1-1 0 0 0,1 1 0 0 0,0-1 1 0 0,0 1-1 0 0,-1 0 0 0 0,1-1 0 0 0,-1 1 0 0 0,1-1 0 0 0,-2 2 0 0 0,0 1 7 0 0,0 0 0 0 0,-1 0 0 0 0,0-1 1 0 0,1 1-1 0 0,-2-1 0 0 0,1 1 0 0 0,-7 4 0 0 0,-4 3 21 0 0,-1-1 0 0 0,0-1-1 0 0,-17 8 1 0 0,16-9-48 0 0,3-1-63 0 0,1 0-1 0 0,-1-1 1 0 0,0-1-1 0 0,-1 0 0 0 0,1-1 1 0 0,-1 0-1 0 0,-17 2 1 0 0,6-16-3376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4.32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0 539 4068 0 0,'0'0'-211'0'0,"1"-34"1926"0"0,13 9-1659 0 0,1 0 0 0 0,0 1 1 0 0,2 1-1 0 0,1 1 0 0 0,21-21 0 0 0,-10 11-20 0 0,29-44 0 0 0,-23 31-33 0 0,-24 32-10 0 0,0-1 1 0 0,0 0-1 0 0,-2-1 0 0 0,1 0 1 0 0,10-25-1 0 0,16-16 42 0 0,-32 50-3 0 0,-3 5 50 0 0,5-3-69 0 0,-5 1 27 0 0,-8 3 184 0 0,-72 17-217 0 0,2 3 1 0 0,-77 30 0 0 0,121-40 50 0 0,44-17-63 0 0,54-20-1 0 0,145-16-19 0 0,-67 15-151 0 0,-141 28 147 0 0,2 0 17 0 0,-3 0 10 0 0,-1 0 0 0 0,1 0 0 0 0,0 0-1 0 0,0 1 1 0 0,0-1 0 0 0,0 0 0 0 0,0 0 0 0 0,0 1 0 0 0,0-1 0 0 0,-1 0 0 0 0,1 1-1 0 0,0-1 1 0 0,0 1 0 0 0,0-1 0 0 0,-1 1 0 0 0,1-1 0 0 0,0 1 0 0 0,-1 0 0 0 0,1-1-1 0 0,0 1 1 0 0,-1 0 0 0 0,1 0 0 0 0,-1-1 0 0 0,1 1 0 0 0,-1 0 0 0 0,1 0 0 0 0,-1 0-1 0 0,1 1 1 0 0,-1 0-1 0 0,0 0-1 0 0,0 0 1 0 0,0 1-1 0 0,0-1 1 0 0,-1 0 0 0 0,1 0-1 0 0,-1 0 1 0 0,1 0-1 0 0,-1 1 1 0 0,0-1-1 0 0,1 0 1 0 0,-1 0-1 0 0,-3 3 1 0 0,-7 14-43 0 0,-2-1-1 0 0,0-1 1 0 0,-21 23-1 0 0,0-7-2824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6.88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0 3868 0 0,'0'0'-138'0'0,"-7"1"1400"0"0,26 9-1255 0 0,1-2 0 0 0,0 0-1 0 0,1-1 1 0 0,32 7-1 0 0,100 10 21 0 0,-43-7-29 0 0,196 42 102 0 0,-240-49 756 0 0,-64-10-899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7.3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52 32 3988 0 0,'-32'-23'250'0'0,"13"14"1960"0"0,42 20-1847 0 0,48 24-514 0 0,-60-29 152 0 0,-1 1 0 0 0,0 0 0 0 0,0 0-1 0 0,-1 1 1 0 0,0 0 0 0 0,10 13 0 0 0,-17-19 1 0 0,0 0 1 0 0,-1 1-1 0 0,1-1 0 0 0,-1 1 1 0 0,0 0-1 0 0,0-1 0 0 0,0 1 0 0 0,0 0 1 0 0,0 0-1 0 0,0-1 0 0 0,-1 1 1 0 0,0 0-1 0 0,1 0 0 0 0,-1 0 1 0 0,0 0-1 0 0,0 0 0 0 0,-1 0 0 0 0,1 0 1 0 0,0 0-1 0 0,-1-1 0 0 0,0 1 1 0 0,0 0-1 0 0,0 0 0 0 0,0 0 0 0 0,0-1 1 0 0,0 1-1 0 0,-1-1 0 0 0,1 1 1 0 0,-1-1-1 0 0,-4 5 0 0 0,-61 69-176 0 0,15-32-2792 0 0,40-36 1225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0:58.9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0 709 4636 0 0,'0'0'-204'0'0,"5"-2"-564"0"0,81-40 928 0 0,-2-4 1 0 0,-2-3 0 0 0,-2-4-1 0 0,85-74 1 0 0,85-78 66 0 0,-204 169-93 0 0,54-54 271 0 0,-94 85-331 0 0,-1 0 0 0 0,0 0-1 0 0,0-1 1 0 0,0 1 0 0 0,6-11 0 0 0,-11 15-6 0 0,0 0-43 0 0,0 0 0 0 0,0 1 0 0 0,0-1 0 0 0,0 0 0 0 0,0 0 0 0 0,-1 1 0 0 0,1-1 0 0 0,0 1 0 0 0,0-1 0 0 0,-1 0 0 0 0,1 1 0 0 0,0-1 0 0 0,-1 1 0 0 0,1-1 0 0 0,-1 1 0 0 0,1-1-1 0 0,-1 1 1 0 0,1-1 0 0 0,-1 1 0 0 0,1-1 0 0 0,-1 1 0 0 0,0-1 0 0 0,1 1 0 0 0,-1 0 0 0 0,0 0 0 0 0,1-1 0 0 0,-1 1 0 0 0,0 0 0 0 0,1 0 0 0 0,-1 0 0 0 0,0 0 0 0 0,1-1 0 0 0,-1 1 0 0 0,0 0 0 0 0,1 0 0 0 0,-1 0 0 0 0,0 1 0 0 0,1-1 0 0 0,-1 0 0 0 0,-1 0 0 0 0,-39 6 84 0 0,13-2-64 0 0,0-1-1 0 0,-31-1 1 0 0,53-2-38 0 0,-3 2 5 0 0,-25 4 17 0 0,27-5-38 0 0,11-1-13 0 0,72-2-26 0 0,-34 6 26 0 0,-22-4-3 0 0,0 2 0 0 0,-1 0 0 0 0,1 1 0 0 0,-1 1 0 0 0,1 1 0 0 0,-1 0 0 0 0,28 14 0 0 0,-46-19 24 0 0,0 1 0 0 0,0 0 0 0 0,0 0 1 0 0,0 0-1 0 0,0 0 0 0 0,-1 0 0 0 0,1 0 0 0 0,0 0 1 0 0,-1 1-1 0 0,1-1 0 0 0,-1 0 0 0 0,1 0 0 0 0,-1 0 0 0 0,1 1 1 0 0,-1-1-1 0 0,0 0 0 0 0,0 0 0 0 0,0 1 0 0 0,0-1 1 0 0,0 0-1 0 0,0 1 0 0 0,0-1 0 0 0,0 0 0 0 0,0 0 0 0 0,0 1 1 0 0,-1-1-1 0 0,1 0 0 0 0,-1 0 0 0 0,1 1 0 0 0,-1-1 1 0 0,1 0-1 0 0,-1 0 0 0 0,1 0 0 0 0,-1 0 0 0 0,0 0 0 0 0,0 0 1 0 0,-1 2-1 0 0,-38 45 23 0 0,32-39-20 0 0,-2 1-705 0 0,-1 1-1 0 0,0-1 0 0 0,0-1 1 0 0,-15 9-1 0 0,16-15-673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0.3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5 403 4116 0 0,'0'0'-138'0'0,"-5"-22"-204"0"0,12 8 346 0 0,0 0 1 0 0,1 0-1 0 0,0 1 0 0 0,1 0 1 0 0,1 1-1 0 0,0-1 1 0 0,1 2-1 0 0,0 0 1 0 0,0 0-1 0 0,1 1 1 0 0,20-13-1 0 0,6-1-1 0 0,0 1 1 0 0,76-32-1 0 0,-52 29 3 0 0,0 4 0 0 0,2 2 0 0 0,0 3 1 0 0,118-15-1 0 0,-173 31-10 0 0,0 0 0 0 0,-1 1 0 0 0,1 0 1 0 0,0 0-1 0 0,0 1 0 0 0,0 0 0 0 0,0 1 0 0 0,-1 0 1 0 0,1 0-1 0 0,-1 1 0 0 0,0 0 0 0 0,1 0 0 0 0,-1 1 1 0 0,-1 0-1 0 0,13 8 0 0 0,-8-1 2 0 0,1 0 0 0 0,-2 0 0 0 0,0 1 0 0 0,0 0 0 0 0,-1 1-1 0 0,11 18 1 0 0,-17-25 11 0 0,1 1 0 0 0,-2 0 0 0 0,1-1 0 0 0,-1 2 0 0 0,0-1-1 0 0,0 0 1 0 0,0 0 0 0 0,-1 1 0 0 0,-1 0 0 0 0,1-1 0 0 0,-1 1-1 0 0,0 14 1 0 0,-2-17 21 0 0,1 1-1 0 0,-2-1 1 0 0,1 1 0 0 0,0-1-1 0 0,-1 0 1 0 0,0 0-1 0 0,0 0 1 0 0,-1 0-1 0 0,1 0 1 0 0,-1 0 0 0 0,0-1-1 0 0,-1 1 1 0 0,1-1-1 0 0,-1 0 1 0 0,0 0-1 0 0,0 0 1 0 0,0 0-1 0 0,-7 4 1 0 0,-23 16 96 0 0,-2-1 0 0 0,0-2-1 0 0,-1-2 1 0 0,-48 18 0 0 0,-160 42 743 0 0,170-56-417 0 0,17-14-348 0 0,55-9-481 0 0,6-30-2589 0 0,2 20 1780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0.72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232 6 4172 0 0,'-1'-1'55'0'0,"0"0"-1"0"0,0 1 1 0 0,0-1-1 0 0,0 1 1 0 0,0-1-1 0 0,-1 1 1 0 0,1-1-1 0 0,0 1 0 0 0,0 0 1 0 0,0 0-1 0 0,0-1 1 0 0,0 1-1 0 0,0 0 1 0 0,-1 0-1 0 0,1 0 1 0 0,0 0-1 0 0,0 0 1 0 0,0 1-1 0 0,0-1 1 0 0,-1 0-1 0 0,1 0 0 0 0,0 1 1 0 0,0-1-1 0 0,-1 1 1 0 0,-35 23 441 0 0,-34 47-473 0 0,57-55 118 0 0,-65 82 8 0 0,79-98-148 0 0,0 1 0 0 0,-1-1 0 0 0,1 1 0 0 0,0-1 0 0 0,0 1 0 0 0,0-1 0 0 0,0 1 0 0 0,0-1 0 0 0,0 1 0 0 0,0-1 0 0 0,0 1 0 0 0,0-1 0 0 0,0 1 0 0 0,0 0 0 0 0,0-1 0 0 0,0 1 0 0 0,0-1 0 0 0,0 1 0 0 0,0-1 0 0 0,1 0 0 0 0,-1 1 0 0 0,0-1 0 0 0,0 1 0 0 0,1-1 0 0 0,-1 1 0 0 0,0-1 0 0 0,1 1 0 0 0,-1-1 0 0 0,0 0 0 0 0,1 1 1 0 0,-1-1-1 0 0,0 0 0 0 0,1 1 0 0 0,-1-1 0 0 0,1 0 0 0 0,-1 0 0 0 0,1 1 0 0 0,-1-1 0 0 0,1 0 0 0 0,-1 0 0 0 0,1 0 0 0 0,-1 0 0 0 0,1 0 0 0 0,-1 1 0 0 0,1-1 0 0 0,-1 0 0 0 0,2 0 0 0 0,26 5 30 0 0,-27-5-27 0 0,127 10 109 0 0,25 3-2042 0 0,-139-10 533 0 0,-5 1 37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2.2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282 49 4152 0 0,'0'0'-202'0'0,"-4"-1"-83"0"0,-3-1-82 0 0,8-2 141 0 0,23-5 68 0 0,45-7 88 0 0,-64 15 65 0 0,43-6-2 0 0,1 2 0 0 0,65 1-1 0 0,-101 5 13 0 0,0 0-1 0 0,1 0 1 0 0,-1 1 0 0 0,0 1-1 0 0,0 0 1 0 0,0 1-1 0 0,0 0 1 0 0,-1 1-1 0 0,0 0 1 0 0,0 1-1 0 0,0 1 1 0 0,-1 0-1 0 0,19 14 1 0 0,-6 0 5 0 0,-8-8 4 0 0,-1 1 0 0 0,-1 1 0 0 0,16 19 0 0 0,-26-28-2 0 0,0 0 1 0 0,0 0-1 0 0,-1 1 0 0 0,0-1 1 0 0,0 1-1 0 0,0 0 0 0 0,-1 0 0 0 0,0 0 1 0 0,0 0-1 0 0,-1 1 0 0 0,0-1 1 0 0,0 14-1 0 0,-1-4 29 0 0,-2-1 0 0 0,0 1 0 0 0,-1-1 1 0 0,0 0-1 0 0,-1 0 0 0 0,-1 0 0 0 0,-1 0 0 0 0,0-1 0 0 0,-1 0 1 0 0,-1 0-1 0 0,0-1 0 0 0,-1 0 0 0 0,0 0 0 0 0,-1-1 0 0 0,-13 14 1 0 0,5-10 59 0 0,0 1 1 0 0,-1-2-1 0 0,0-1 1 0 0,-2 0-1 0 0,0-1 0 0 0,0-2 1 0 0,-1 0-1 0 0,-1-1 1 0 0,-32 11-1 0 0,7-6 180 0 0,0-3-1 0 0,0-2 0 0 0,-1-1 1 0 0,-1-3-1 0 0,1-3 0 0 0,-76-1 1 0 0,15-12 851 0 0,107 9-1041 0 0,-32-12-1662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41:02.8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505 5 4052 0 0,'0'0'-199'0'0,"7"-4"-8"0"0,-4 3 194 0 0,-7 5-73 0 0,-40 25 293 0 0,-2-3 1 0 0,-1-1-1 0 0,-74 28 1 0 0,52-24 211 0 0,-79 46-1 0 0,141-72-406 0 0,5-2-4 0 0,0 0-1 0 0,0 0 1 0 0,-1 0 0 0 0,1 0 0 0 0,0 0 0 0 0,0 1 0 0 0,1-1 0 0 0,-1 1 0 0 0,0-1-1 0 0,0 1 1 0 0,1-1 0 0 0,-1 1 0 0 0,-1 2 0 0 0,3-3 3 0 0,58 15 38 0 0,178 10 10 0 0,56 11 11 0 0,-253-30-63 0 0,-19-4-21 0 0,0 0 1 0 0,0 2-1 0 0,31 11 1 0 0,-50-15-127 0 0,-1-1 1 0 0,1 1 0 0 0,0-1-1 0 0,0 1 1 0 0,0-1-1 0 0,-1 1 1 0 0,1 0-1 0 0,0-1 1 0 0,0 1 0 0 0,-1 0-1 0 0,1 0 1 0 0,-1 0-1 0 0,1 0 1 0 0,-1-1 0 0 0,1 1-1 0 0,-1 0 1 0 0,1 2-1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27.6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51 18 1280 0 0,'0'0'55'0'0,"1"-1"0"0"0,-1 0 1 0 0,0 1-1 0 0,0-1 0 0 0,1 0 0 0 0,-1 1 0 0 0,0-1 0 0 0,0 0 0 0 0,0 1 0 0 0,0-1 1 0 0,0 0-1 0 0,0 1 0 0 0,0-1 0 0 0,0 0 0 0 0,0 1 0 0 0,0-1 0 0 0,0 0 1 0 0,0 1-1 0 0,-1-1 0 0 0,1 0 0 0 0,0 1 0 0 0,0-1 0 0 0,-1 0 0 0 0,1 1 0 0 0,-1-2 1 0 0,-2 2-40 0 0,0 0 1 0 0,0 1-1 0 0,0-1 1 0 0,1 0 0 0 0,-1 1-1 0 0,0 0 1 0 0,0-1 0 0 0,0 1-1 0 0,1 0 1 0 0,-1 1-1 0 0,1-1 1 0 0,-1 0 0 0 0,1 1-1 0 0,-4 2 1 0 0,4-3 10 0 0,2-1-16 0 0,0 0 0 0 0,0 0 0 0 0,0 0 0 0 0,-1 0 0 0 0,1 0 0 0 0,0 0 0 0 0,0 0 1 0 0,0 0-1 0 0,0 0 0 0 0,-1 1 0 0 0,1-1 0 0 0,0 0 0 0 0,0 0 0 0 0,0 0 0 0 0,0 0 0 0 0,0 0 0 0 0,0 1 0 0 0,-1-1 0 0 0,1 0 0 0 0,0 0 0 0 0,0 0 0 0 0,0 0 0 0 0,0 1 0 0 0,0-1 0 0 0,0 0 0 0 0,0 0 0 0 0,0 0 0 0 0,0 1 0 0 0,0-1 0 0 0,0 0 0 0 0,0 0 0 0 0,0 0 0 0 0,0 1 0 0 0,0-1 0 0 0,0 0 0 0 0,0 0 0 0 0,0 0 0 0 0,0 1 0 0 0,0-1 0 0 0,0 0 0 0 0,0 0 1 0 0,0 0-1 0 0,1 0 0 0 0,-1 1 0 0 0,0-1 0 0 0,0 0 0 0 0,0 0 0 0 0,0 0 0 0 0,0 0 0 0 0,0 0 0 0 0,1 0 0 0 0,-1 1 0 0 0,0-1 0 0 0,0 0 0 0 0,0 0 0 0 0,0 0 0 0 0,1 0 0 0 0,-1 0 0 0 0,0 0 0 0 0,0 0 0 0 0,0 0 0 0 0,1 0 0 0 0,-1 0 0 0 0,0 0 0 0 0,0 0 0 0 0,0 0 0 0 0,1 0 0 0 0,-1 0 0 0 0,0 0 0 0 0,37-6 1728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28.7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55 123 5072 0 0,'-5'-17'51'0'0,"0"0"-1"0"0,-1 0 1 0 0,-1 1-1 0 0,-1 0 1 0 0,-15-24-1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28.51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61 74 3148 0 0,'9'-47'693'0'0,"-8"46"-603"0"0,-1 0 1 0 0,1-1-1 0 0,-1 1 1 0 0,1-1-1 0 0,-1 1 1 0 0,0-1-1 0 0,0 1 1 0 0,0-1-1 0 0,0 1 0 0 0,0-1 1 0 0,0 1-1 0 0,0-1 1 0 0,0 1-1 0 0,0-1 1 0 0,-1 1-1 0 0,1-2 1 0 0,-13 16 883 0 0,-18 42-594 0 0,26-46-353 0 0,1 1 0 0 0,0 0 0 0 0,1 0 0 0 0,0 0 1 0 0,0 1-1 0 0,1-1 0 0 0,1 1 0 0 0,0 0 0 0 0,0-1 1 0 0,1 1-1 0 0,0 0 0 0 0,1-1 0 0 0,2 13 0 0 0,-2-18-15 0 0,0-1-1 0 0,0 1 0 0 0,1-1 0 0 0,0 0 0 0 0,0 1 0 0 0,0-1 1 0 0,0 0-1 0 0,0 0 0 0 0,1 0 0 0 0,0-1 0 0 0,0 1 0 0 0,0 0 1 0 0,0-1-1 0 0,0 0 0 0 0,1 0 0 0 0,0 0 0 0 0,-1 0 0 0 0,1-1 1 0 0,0 1-1 0 0,0-1 0 0 0,1 0 0 0 0,-1 0 0 0 0,0-1 0 0 0,1 1 1 0 0,-1-1-1 0 0,1 0 0 0 0,-1 0 0 0 0,1 0 0 0 0,-1-1 0 0 0,1 1 1 0 0,7-2-1 0 0,1 1-77 0 0,-1-1 0 0 0,0 0 0 0 0,0-1 0 0 0,0 0 0 0 0,0-1 0 0 0,0 0 0 0 0,-1-1 0 0 0,13-5 0 0 0,-15 4-492 0 0,1 0-1 0 0,-1-1 1 0 0,0 0 0 0 0,-1 0-1 0 0,13-13 1 0 0,-6 2-1113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29.20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44 60 5276 0 0,'-13'-59'1997'0'0,"1"81"-1893"0"0,8-11-67 0 0,1 1 0 0 0,0 0 0 0 0,1-1 0 0 0,0 1 0 0 0,1 0 0 0 0,1 23 0 0 0,-1-1-23 0 0,-2 88-3839 0 0,3-102 1856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30.3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89 0 4876 0 0,'-14'23'-317'0'0,"2"1"-1"0"0,0 0 1 0 0,-13 40-1 0 0,20-50 384 0 0,0 0 0 0 0,1 1 0 0 0,0-1 0 0 0,1 1 0 0 0,1 0 0 0 0,0-1-1 0 0,2 1 1 0 0,-1 0 0 0 0,2 0 0 0 0,2 23 0 0 0,-1-34-52 0 0,-1-1 0 0 0,1 1 0 0 0,-1-1 0 0 0,1 1-1 0 0,0-1 1 0 0,0 0 0 0 0,1 0 0 0 0,-1 0 0 0 0,1 0 0 0 0,-1 0 0 0 0,1 0-1 0 0,0-1 1 0 0,0 1 0 0 0,0-1 0 0 0,1 0 0 0 0,-1 0 0 0 0,0 0 0 0 0,1 0 0 0 0,-1 0-1 0 0,1-1 1 0 0,0 0 0 0 0,-1 0 0 0 0,1 0 0 0 0,0 0 0 0 0,0 0 0 0 0,0-1-1 0 0,0 0 1 0 0,0 0 0 0 0,-1 0 0 0 0,6-1 0 0 0,5 1-263 0 0,0-2-1 0 0,-1 0 1 0 0,1 0 0 0 0,-1-1-1 0 0,0-1 1 0 0,0 0 0 0 0,17-9-1 0 0,11-8-660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30.6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43 102 3808 0 0,'-38'-68'3025'0'0,"37"67"-2895"0"0,-3-21-4239 0 0,11 11 3111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0:31.4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36 3592 0 0,'-22'0'2961'0'0,"27"-4"-2867"0"0,0 0-60 0 0,0 1 0 0 0,1-1-1 0 0,0 1 1 0 0,-1 0 0 0 0,1 1-1 0 0,0-1 1 0 0,1 1 0 0 0,-1 0-1 0 0,0 1 1 0 0,1-1 0 0 0,9 0-1 0 0,-14 2-31 0 0,1 0-1 0 0,-1-1 0 0 0,0 1 1 0 0,1 0-1 0 0,-1 0 0 0 0,0 1 1 0 0,1-1-1 0 0,-1 0 0 0 0,0 1 1 0 0,1-1-1 0 0,-1 1 0 0 0,0 0 1 0 0,0 0-1 0 0,0 0 1 0 0,0 0-1 0 0,1 0 0 0 0,-2 0 1 0 0,1 1-1 0 0,0-1 0 0 0,0 1 1 0 0,0-1-1 0 0,-1 1 0 0 0,1 0 1 0 0,0-1-1 0 0,-1 1 0 0 0,0 0 1 0 0,1 0-1 0 0,-1 0 0 0 0,0 0 1 0 0,0 0-1 0 0,0 0 1 0 0,0 1-1 0 0,-1-1 0 0 0,1 0 1 0 0,-1 0-1 0 0,1 1 0 0 0,-1 2 1 0 0,0 8-1 0 0,-1 0 0 0 0,-1-1 0 0 0,0 1 0 0 0,-1-1 1 0 0,0 0-1 0 0,-1 0 0 0 0,0 0 0 0 0,-1 0 0 0 0,-7 13 0 0 0,-6 19-16 0 0,17-43 15 0 0,0 0 0 0 0,1-1 0 0 0,-1 1 0 0 0,0 0 0 0 0,1 0 0 0 0,0 0 0 0 0,-1 0 0 0 0,1 0 0 0 0,-1 0-1 0 0,1 1 1 0 0,0-1 0 0 0,0 0 0 0 0,0 0 0 0 0,0 0 0 0 0,-1 0 0 0 0,1 0 0 0 0,1 0 0 0 0,-1 0 0 0 0,0 0 0 0 0,0 0 0 0 0,0 1-1 0 0,1-1 1 0 0,-1 0 0 0 0,0 0 0 0 0,1 0 0 0 0,-1 0 0 0 0,1 0 0 0 0,-1 0 0 0 0,1-1 0 0 0,-1 1 0 0 0,1 0 0 0 0,0 0 0 0 0,1 1-1 0 0,1-1-1 0 0,1-1 0 0 0,-1 1 1 0 0,1-1-1 0 0,-1 0 0 0 0,0 0 0 0 0,1-1 0 0 0,-1 1 0 0 0,0-1 0 0 0,1 1 0 0 0,5-3 0 0 0,59-18-1043 0 0,67-31-1 0 0,-98 37-242 0 0,15-5-552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1:23.2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3492 0 972 0 0,'0'0'4861'0'0,"-2"4"-4834"0"0,0-2-25 0 0,1 0 0 0 0,0 1 1 0 0,-1-1-1 0 0,1 0 0 0 0,0 1 0 0 0,1 0 0 0 0,-1-1 1 0 0,0 1-1 0 0,1-1 0 0 0,-1 1 0 0 0,1 0 1 0 0,0-1-1 0 0,0 1 0 0 0,0 0 0 0 0,0 0 1 0 0,1-1-1 0 0,-1 1 0 0 0,1-1 0 0 0,-1 1 1 0 0,1 0-1 0 0,0-1 0 0 0,2 4 0 0 0,-2-4 0 0 0,-1 1 0 0 0,1 0-1 0 0,0 0 1 0 0,-1-1 0 0 0,1 1 0 0 0,-1 0-1 0 0,0 0 1 0 0,0 0 0 0 0,-1 3 0 0 0,1 1 0 0 0,3 103 8 0 0,22 17-22 0 0,-21-80 39 0 0,-3-42-22 0 0,0 0 0 0 0,0 0-1 0 0,-1 0 1 0 0,0 0 0 0 0,0 0-1 0 0,0 0 1 0 0,-1 5 0 0 0,0-8-16 0 0,1-1 16 0 0,0 1 0 0 0,-1-1 0 0 0,1 1 0 0 0,-1-1 0 0 0,1 1 0 0 0,-1-1 0 0 0,0 1 0 0 0,1-1 0 0 0,-1 0 0 0 0,0 1 0 0 0,0-1 0 0 0,0 0 0 0 0,0 0 0 0 0,0 0 0 0 0,0 0 0 0 0,0 0 0 0 0,0 0 0 0 0,-1 0 0 0 0,1 0 0 0 0,0 0 0 0 0,-1 0 0 0 0,1-1 0 0 0,0 1 0 0 0,-1 0 0 0 0,1-1 0 0 0,-1 0 0 0 0,1 1 0 0 0,-1-1 0 0 0,1 0 0 0 0,-1 1 0 0 0,-1-1 0 0 0,-60 4 54 0 0,53-5-56 0 0,-100 1 65 0 0,-42 5-10 0 0,149-5-66 0 0,-7-1 4 0 0,0 1 1 0 0,-1 0 0 0 0,1 0-1 0 0,-15 3 1 0 0,15-2 10 0 0,-92-6-31 0 0,99 5 12 0 0,-4 2 12 0 0,-1-1-1 0 0,1 0 1 0 0,0-1-1 0 0,-1 1 1 0 0,1-1-1 0 0,-12-2 1 0 0,3 1 0 0 0,-182 11 39 0 0,-33 1-65 0 0,175-7 60 0 0,-132 14 16 0 0,133-13-52 0 0,-25 3 9 0 0,48-4-2 0 0,-59 1-1 0 0,-76 9 11 0 0,15-1-8 0 0,65-3 7 0 0,-56 10-16 0 0,45-5-27 0 0,-42 4 54 0 0,-122-5 17 0 0,212-13-54 0 0,-47 4 9 0 0,-83 0 10 0 0,177-5-13 0 0,-53 0 28 0 0,-20-8-36 0 0,-12-2 10 0 0,85 10 12 0 0,-7-1 60 0 0,0-1 1 0 0,-1 0-1 0 0,1 0 1 0 0,-17-7-1 0 0,25 8-28 0 0,-28-20 306 0 0,24 15-316 0 0,0 0-1 0 0,1-1 1 0 0,-1 1 0 0 0,1-1 0 0 0,-5-10 0 0 0,2 5-14 0 0,5 5-8 0 0,0 0-1 0 0,1 0 1 0 0,-1 0 0 0 0,1-1-1 0 0,-1-9 1 0 0,-1 1 1 0 0,4 14-15 0 0,-1 0 7 0 0,-1-6-1 0 0,1 4-1 0 0,0 2 2 0 0,-1-1-1 0 0,1 1 1 0 0,0-1-1 0 0,0 1 1 0 0,0-1-1 0 0,0 0 1 0 0,0 1-1 0 0,0-1 1 0 0,1 0-1 0 0,-1 0 1 0 0,1 1-1 0 0,0-1 1 0 0,0-3-1 0 0,0 1 1 0 0,0 0 0 0 0,0 0-1 0 0,-1 0 1 0 0,0 0-1 0 0,0 0 1 0 0,0 0-1 0 0,0 0 1 0 0,-3-6-1 0 0,3 10 2 0 0,-4-67 16 0 0,10 21-83 0 0,-5 46 62 0 0,5-31 107 0 0,-6 18-198 0 0,-9 8 29 0 0,-12 17 32 0 0,7 1 31 0 0,2-1-1 0 0,-1 2 1 0 0,-22 27 0 0 0,11-11-14 0 0,-8 10-5 0 0,33-39 25 0 0,0-23 119 0 0,7-1-129 0 0,2 0-1 0 0,1 1 1 0 0,1 0 0 0 0,0 1 0 0 0,2 0-1 0 0,19-25 1 0 0,-23 34-17 0 0,27-33-76 0 0,-35 44 90 0 0,4 0-53 0 0,-4 1 60 0 0,0 1 1 0 0,-1-1-1 0 0,1 0 1 0 0,0 1-1 0 0,0 0 1 0 0,0-1-1 0 0,-1 1 1 0 0,1-1-1 0 0,0 1 1 0 0,0 0-1 0 0,0 0 1 0 0,0-1-1 0 0,0 1 1 0 0,0 0-1 0 0,0 0 0 0 0,0 0 1 0 0,0 0-1 0 0,-1 0 1 0 0,1 0-1 0 0,0 0 1 0 0,0 1-1 0 0,0-1 1 0 0,0 0-1 0 0,0 0 1 0 0,1 1-1 0 0,58 17-29 0 0,-24-8 20 0 0,41 17 1 0 0,-60-17 104 0 0,8 3-3481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5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12 445 3512 0 0,'0'0'-202'0'0,"-11"9"2347"0"0,164-95-1953 0 0,164-66 0 0 0,-176 87-148 0 0,-94 44-50 0 0,-19 9 17 0 0,-1 0 0 0 0,27-18-1 0 0,3 5 88 0 0,-55 24-69 0 0,-2 1-28 0 0,0 0 0 0 0,1 0 0 0 0,-1 0 1 0 0,0 0-1 0 0,0 0 0 0 0,0 0 0 0 0,1 0 0 0 0,-1 0 0 0 0,0 0 0 0 0,0-1 1 0 0,0 1-1 0 0,0 0 0 0 0,1 0 0 0 0,-1 0 0 0 0,0 0 0 0 0,0 0 1 0 0,0 0-1 0 0,0 0 0 0 0,1 0 0 0 0,-1-1 0 0 0,0 1 0 0 0,0 0 0 0 0,0 0 1 0 0,0 0-1 0 0,0 0 0 0 0,0 0 0 0 0,0-1 0 0 0,1 1 0 0 0,-1 0 0 0 0,0 0 1 0 0,0 0-1 0 0,0-1 0 0 0,0 1 0 0 0,0 0 0 0 0,0 0 0 0 0,0 0 1 0 0,0 0-1 0 0,0-1 0 0 0,0 1 0 0 0,0 0 0 0 0,0 0 0 0 0,0 0 0 0 0,0-1 1 0 0,0 1-1 0 0,0 0 0 0 0,0 0 0 0 0,0 0 0 0 0,0-1 0 0 0,0 1 1 0 0,-1 0-1 0 0,1 0 0 0 0,-13-7-22 0 0,-1 2-1 0 0,0 0 1 0 0,0 0 0 0 0,-1 1-1 0 0,1 1 1 0 0,-1 0 0 0 0,0 1-1 0 0,1 1 1 0 0,-24 1 0 0 0,131-7 55 0 0,-91 7-34 0 0,19 0-7 0 0,1 2 0 0 0,0 0 1 0 0,-1 1-1 0 0,0 1 0 0 0,40 13 1 0 0,-61-16 8 0 0,0-1 1 0 0,1 1-1 0 0,-1-1 1 0 0,1 1-1 0 0,-1-1 1 0 0,0 1-1 0 0,0-1 1 0 0,1 1-1 0 0,-1 0 1 0 0,0-1-1 0 0,0 1 1 0 0,0-1-1 0 0,1 1 1 0 0,-1 0-1 0 0,0-1 1 0 0,0 1-1 0 0,0-1 1 0 0,0 1-1 0 0,0 0 1 0 0,0-1-1 0 0,0 1 1 0 0,-1-1-1 0 0,1 1 1 0 0,0 0-1 0 0,0-1 1 0 0,0 1-1 0 0,0-1 1 0 0,-1 1-1 0 0,1-1 1 0 0,0 1-1 0 0,-1-1 1 0 0,1 1-1 0 0,0-1 1 0 0,-1 1-1 0 0,1-1 1 0 0,-1 1-1 0 0,0 0 1 0 0,-16 20 58 0 0,-2-2-68 0 0,-41 32-1 0 0,21-29-2810 0 0,26-15 1474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5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0 3996 0 0,'0'0'-288'0'0,"-5"5"-735"0"0,5-5 1026 0 0,0 1 0 0 0,0-1 0 0 0,0 0 0 0 0,1 0 0 0 0,-1 0 0 0 0,0 1 0 0 0,0-1 0 0 0,0 0 0 0 0,0 0 0 0 0,0 0 0 0 0,0 1 0 0 0,0-1-1 0 0,0 0 1 0 0,0 0 0 0 0,1 1 0 0 0,1 3 0 0 0,1 0 0 0 0,0-1 0 0 0,0 1 0 0 0,0 0 0 0 0,1-1 0 0 0,-1 0 1 0 0,1 0-1 0 0,0 0 0 0 0,0 0 0 0 0,0 0 0 0 0,0-1 0 0 0,0 0 0 0 0,1 1 0 0 0,-1-2 0 0 0,1 1 0 0 0,8 2 0 0 0,4 1 8 0 0,177 61 112 0 0,64 25 29 0 0,-107-37 375 0 0,-149-53-517 0 0,12 4-1263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18 2876 0 0,'-14'-18'3076'0'0,"36"33"-3062"0"0,0-1 0 0 0,0-1 0 0 0,36 15 1 0 0,-37-19-10 0 0,0 1 0 0 0,-1 0 0 0 0,-1 2 0 0 0,0 0 0 0 0,0 1 0 0 0,26 24 1 0 0,-45-36-3 0 0,1 0 1 0 0,0 0-1 0 0,0 0 1 0 0,-1 0-1 0 0,1 0 1 0 0,-1 0-1 0 0,1 0 1 0 0,-1 0-1 0 0,0 0 0 0 0,1 0 1 0 0,-1 0-1 0 0,0 0 1 0 0,0 0-1 0 0,1 0 1 0 0,-1 0-1 0 0,0 0 1 0 0,0 1-1 0 0,0-1 1 0 0,0 0-1 0 0,-1 0 1 0 0,1 0-1 0 0,0 0 1 0 0,-1 2-1 0 0,-18 27 54 0 0,-41 19 19 0 0,52-44-61 0 0,-134 112-2940 0 0,125-103 1430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5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0 475 4600 0 0,'0'0'-318'0'0,"3"-5"-702"0"0,39-56 943 0 0,-28 44 283 0 0,-1-1 0 0 0,17-32 0 0 0,-21 37-150 0 0,0 1 1 0 0,0 0-1 0 0,1 0 0 0 0,1 0 0 0 0,0 2 1 0 0,1-1-1 0 0,23-16 0 0 0,-10 8-17 0 0,19-15-23 0 0,2 1 0 0 0,1 3 1 0 0,1 2-1 0 0,81-34 0 0 0,-118 59-18 0 0,0 1 1 0 0,1 0-1 0 0,0 1 1 0 0,20 0-1 0 0,1 3-4 0 0,0 2 1 0 0,0 0-1 0 0,-1 3 0 0 0,0 0 1 0 0,0 2-1 0 0,0 2 0 0 0,-2 1 0 0 0,1 1 1 0 0,-1 1-1 0 0,43 29 0 0 0,-55-30 25 0 0,-1 0-1 0 0,0 1 1 0 0,-1 1-1 0 0,0 1 0 0 0,-1 0 1 0 0,-1 1-1 0 0,-1 1 0 0 0,0 0 1 0 0,-1 0-1 0 0,-1 1 0 0 0,-1 1 1 0 0,-1 0-1 0 0,0 0 1 0 0,-2 1-1 0 0,0 0 0 0 0,-1 0 1 0 0,-1 1-1 0 0,-2 0 0 0 0,3 42 1 0 0,-6-48 51 0 0,-2 1-1 0 0,0-1 1 0 0,0 0 0 0 0,-2 0 0 0 0,0 0-1 0 0,-1 0 1 0 0,0 0 0 0 0,-1-1 0 0 0,-1 0 0 0 0,-1 0-1 0 0,-12 19 1 0 0,3-11 10 0 0,0 0-1 0 0,-2-1 1 0 0,-1-1-1 0 0,0-1 1 0 0,-39 30 0 0 0,41-37-20 0 0,-1-1 0 0 0,0-1 0 0 0,-1-1 0 0 0,0 0 0 0 0,0-2-1 0 0,-36 11 1 0 0,14-9 24 0 0,0-1 0 0 0,-63 4-1 0 0,18-8 38 0 0,-52 6 90 0 0,137-10-178 0 0,-21-1 132 0 0,22 0-114 0 0,-1 0-90 0 0,1 0 0 0 0,0 0 0 0 0,0 1 0 0 0,-1-1 1 0 0,1 0-1 0 0,0 0 0 0 0,-1 0 0 0 0,1 0 0 0 0,0-1 0 0 0,-1 1 0 0 0,1 0 0 0 0,0-1 0 0 0,0 1 0 0 0,-1 0 0 0 0,1-1 0 0 0,0 0 0 0 0,0 1 0 0 0,0-1 0 0 0,0 0 0 0 0,0 1 0 0 0,0-1 0 0 0,0 0 0 0 0,0 0 0 0 0,0 0 0 0 0,0 0 0 0 0,0 0 0 0 0,0-1 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290 14 4660 0 0,'0'0'-7'0'0,"1"0"-1"0"0,-1 0 1 0 0,0 0-1 0 0,0-1 1 0 0,1 1 0 0 0,-1 0-1 0 0,0 0 1 0 0,0-1-1 0 0,1 1 1 0 0,-1 0-1 0 0,0-1 1 0 0,0 1-1 0 0,0 0 1 0 0,0-1-1 0 0,0 1 1 0 0,1 0-1 0 0,-1-1 1 0 0,0 1-1 0 0,0 0 1 0 0,0-1-1 0 0,0 1 1 0 0,0 0-1 0 0,0-1 1 0 0,0 1-1 0 0,0 0 1 0 0,0-1-1 0 0,0 1 1 0 0,0 0-1 0 0,0-1 1 0 0,-1 1-1 0 0,1 0 1 0 0,0-1-1 0 0,0 1 1 0 0,0 0-1 0 0,0-1 1 0 0,-1 1-1 0 0,1 0 1 0 0,0-1-1 0 0,0 1 1 0 0,0 0 0 0 0,-1 0-1 0 0,1-1 1 0 0,0 1-1 0 0,-1 0 1 0 0,-13 8 648 0 0,5-3-798 0 0,-10 7 256 0 0,1 0-1 0 0,0 0 0 0 0,-21 22 0 0 0,-22 15 85 0 0,54-45-152 0 0,-10 7 35 0 0,1 0-1 0 0,0 1 1 0 0,1 1-1 0 0,-23 24 1 0 0,38-37-65 0 0,-1 1 1 0 0,1-1 0 0 0,0 1 0 0 0,0 0 0 0 0,-1-1 0 0 0,1 1 0 0 0,0 0 0 0 0,0-1 0 0 0,0 1 0 0 0,0 0 0 0 0,0-1 0 0 0,0 1 0 0 0,0 0 0 0 0,0-1 0 0 0,0 1 0 0 0,0 0 0 0 0,0-1 0 0 0,0 1 0 0 0,1 0 0 0 0,-1-1 0 0 0,0 1 0 0 0,0 0 0 0 0,1-1 0 0 0,-1 1 0 0 0,0-1 0 0 0,1 1 0 0 0,-1-1 0 0 0,1 1 0 0 0,-1-1 0 0 0,1 1 0 0 0,-1-1 0 0 0,1 1 0 0 0,-1-1 0 0 0,1 1 0 0 0,-1-1 0 0 0,1 0 0 0 0,0 1 0 0 0,-1-1-1 0 0,1 0 1 0 0,-1 0 0 0 0,1 1 0 0 0,0-1 0 0 0,-1 0 0 0 0,1 0 0 0 0,0 0 0 0 0,-1 0 0 0 0,1 0 0 0 0,1 0 0 0 0,35 8 40 0 0,117 7 30 0 0,154 21-34 0 0,-294-34-20 0 0,32 9 38 0 0,-27-2-128 0 0,-18-8-88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36 275 3340 0 0,'-20'-2'261'0'0,"18"0"-219"0"0,0-1 0 0 0,0 1-1 0 0,1-1 1 0 0,-1 0 0 0 0,1 0 0 0 0,0 1 0 0 0,0-1 0 0 0,0 0-1 0 0,0 0 1 0 0,1 0 0 0 0,-1 0 0 0 0,1 0 0 0 0,0 0 0 0 0,0-1-1 0 0,0 1 1 0 0,0 0 0 0 0,0 0 0 0 0,1 0 0 0 0,-1 0 0 0 0,1 0-1 0 0,0 0 1 0 0,0 0 0 0 0,0 0 0 0 0,0 1 0 0 0,0-1 0 0 0,1 0-1 0 0,-1 0 1 0 0,1 1 0 0 0,0-1 0 0 0,3-3 0 0 0,7-9-36 0 0,0 0-1 0 0,2 1 1 0 0,-1 0 0 0 0,2 1 0 0 0,0 1 0 0 0,0 0 0 0 0,1 1-1 0 0,0 0 1 0 0,1 2 0 0 0,1 0 0 0 0,-1 1 0 0 0,1 0 0 0 0,0 2-1 0 0,1 0 1 0 0,20-3 0 0 0,-23 6-14 0 0,0 0 0 0 0,0 1-1 0 0,0 1 1 0 0,0 1 0 0 0,0 1 0 0 0,0 0 0 0 0,0 1-1 0 0,0 0 1 0 0,0 1 0 0 0,-1 1 0 0 0,29 11-1 0 0,-10-1 21 0 0,-24-11-18 0 0,0 1 0 0 0,0 0 0 0 0,-1 0 0 0 0,0 1 0 0 0,0 0 0 0 0,0 0 0 0 0,0 1 0 0 0,-1 1 0 0 0,0-1 0 0 0,0 1 0 0 0,0 1 0 0 0,7 9 0 0 0,-13-13 11 0 0,0 0-1 0 0,-1 0 0 0 0,1 1 0 0 0,-1-1 0 0 0,0 1 0 0 0,0-1 0 0 0,0 1 0 0 0,-1 0 0 0 0,0-1 1 0 0,0 1-1 0 0,0-1 0 0 0,0 1 0 0 0,-1 0 0 0 0,1-1 0 0 0,-1 1 0 0 0,0-1 0 0 0,-1 1 0 0 0,1-1 0 0 0,-1 0 1 0 0,0 1-1 0 0,0-1 0 0 0,0 0 0 0 0,0 0 0 0 0,-1 0 0 0 0,-4 5 0 0 0,-8 10 16 0 0,0-1 1 0 0,-1 0-1 0 0,-27 22 0 0 0,17-17 104 0 0,-1-2-1 0 0,-1-1 1 0 0,-1-2 0 0 0,-1 0 0 0 0,0-2-1 0 0,-1-1 1 0 0,-1-2 0 0 0,0-1-1 0 0,-41 9 1 0 0,45-18 235 0 0,27-2-489 0 0,0-1-1 0 0,0 0 1 0 0,0 0-1 0 0,0 0 1 0 0,0 0-1 0 0,1 0 1 0 0,-1 0-1 0 0,0 0 1 0 0,0 0-1 0 0,0 0 1 0 0,0 0-1 0 0,0 0 1 0 0,0-1-1 0 0,1 1 1 0 0,-1 0 0 0 0,0 0-1 0 0,0-1 1 0 0,0 1-1 0 0,1-1 1 0 0,-1 1-1 0 0,0-1 1 0 0,1 1-1 0 0,-1-1 1 0 0,0 1-1 0 0,1-1 1 0 0,-1 0-1 0 0,0 0 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163 2 3652 0 0,'-3'0'-9'0'0,"1"-1"0"0"0,0 1 0 0 0,0 0-1 0 0,0-1 1 0 0,-1 1 0 0 0,1 0-1 0 0,0 0 1 0 0,0 0 0 0 0,0 1 0 0 0,-1-1-1 0 0,1 1 1 0 0,0-1 0 0 0,0 1-1 0 0,0-1 1 0 0,0 1 0 0 0,0 0 0 0 0,0 0-1 0 0,0 0 1 0 0,0 0 0 0 0,0 1 0 0 0,0-1-1 0 0,-2 3 1 0 0,-44 42 465 0 0,26-23-339 0 0,9-8 6 0 0,11-11-84 0 0,-1-1 0 0 0,0 1 0 0 0,1-1 1 0 0,-1 0-1 0 0,0 0 0 0 0,-1 0 0 0 0,-4 3 0 0 0,45 9 104 0 0,17-9-43 0 0,92 0 0 0 0,-33-3-24 0 0,-8 2-385 0 0,-102-5 55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38 3212 0 0,'-14'-30'18'0'0,"12"28"134"0"0,-12-3 280 0 0,10 4-407 0 0,0 1 0 0 0,0 0 0 0 0,0 1 0 0 0,0-1 0 0 0,0 1 0 0 0,0-1 0 0 0,0 1 0 0 0,0 0 0 0 0,0 1 0 0 0,1-1 0 0 0,-1 1 0 0 0,0 0 1 0 0,1-1-1 0 0,-1 2 0 0 0,1-1 0 0 0,-4 3 0 0 0,1 0-5 0 0,1-1 0 0 0,0 1 0 0 0,0 0 0 0 0,0 1 1 0 0,1-1-1 0 0,0 1 0 0 0,0 0 0 0 0,0 0 1 0 0,-3 7-1 0 0,7-12-20 0 0,-1-1 0 0 0,1 1 0 0 0,0-1 1 0 0,0 1-1 0 0,-1-1 0 0 0,1 1 0 0 0,0 0 0 0 0,0-1 1 0 0,-1 1-1 0 0,1-1 0 0 0,0 1 0 0 0,0 0 0 0 0,0-1 1 0 0,0 1-1 0 0,0 0 0 0 0,0-1 0 0 0,0 1 1 0 0,0 0-1 0 0,0-1 0 0 0,0 1 0 0 0,0-1 0 0 0,1 1 1 0 0,-1 0-1 0 0,0-1 0 0 0,0 1 0 0 0,1-1 0 0 0,-1 1 1 0 0,0 0-1 0 0,1-1 0 0 0,-1 1 0 0 0,1-1 0 0 0,-1 1 1 0 0,0-1-1 0 0,1 0 0 0 0,-1 1 0 0 0,1-1 1 0 0,-1 1-1 0 0,1-1 0 0 0,-1 0 0 0 0,1 1 0 0 0,0-1 1 0 0,-1 0-1 0 0,1 0 0 0 0,-1 1 0 0 0,1-1 0 0 0,0 0 1 0 0,-1 0-1 0 0,1 0 0 0 0,0 0 0 0 0,-1 0 0 0 0,1 0 1 0 0,0 0-1 0 0,-1 0 0 0 0,1 0 0 0 0,-1 0 0 0 0,1 0 1 0 0,0 0-1 0 0,-1-1 0 0 0,2 1 0 0 0,33-8-184 0 0,-24 4 166 0 0,-1-1 1 0 0,0 0 0 0 0,0-1-1 0 0,0 0 1 0 0,0 0 0 0 0,-1-1-1 0 0,0 0 1 0 0,-1-1 0 0 0,1 0-1 0 0,7-10 1 0 0,-16 18 22 0 0,0 0-1 0 0,0 0 1 0 0,0 0-1 0 0,-1 0 1 0 0,1 0-1 0 0,0 0 1 0 0,0 0 0 0 0,-1 0-1 0 0,1 0 1 0 0,0 0-1 0 0,0 0 1 0 0,0 0-1 0 0,-1 0 1 0 0,1 0-1 0 0,0 0 1 0 0,0 0 0 0 0,0 0-1 0 0,-1 0 1 0 0,1 0-1 0 0,0 0 1 0 0,0 0-1 0 0,0 0 1 0 0,-1 0-1 0 0,1-1 1 0 0,0 1 0 0 0,0 0-1 0 0,0 0 1 0 0,0 0-1 0 0,-1 0 1 0 0,1 0-1 0 0,0-1 1 0 0,0 1 0 0 0,0 0-1 0 0,0 0 1 0 0,0 0-1 0 0,0 0 1 0 0,0-1-1 0 0,-1 1 1 0 0,1 0-1 0 0,0 0 1 0 0,0 0 0 0 0,0-1-1 0 0,0 1 1 0 0,0 0-1 0 0,0 0 1 0 0,0-1-1 0 0,0 1 1 0 0,0 0-1 0 0,0 0 1 0 0,0 0 0 0 0,0-1-1 0 0,0 1 1 0 0,0 0-1 0 0,0 0 1 0 0,0 0-1 0 0,1-1 1 0 0,-1 1-1 0 0,0 0 1 0 0,0 0 0 0 0,0 0-1 0 0,0-1 1 0 0,-11 4 7 0 0,0 1 0 0 0,0 0 0 0 0,1 0 1 0 0,-14 8-1 0 0,19-10-6 0 0,1 1 0 0 0,0-1 1 0 0,0 1-1 0 0,0 0 1 0 0,0 0-1 0 0,0 0 0 0 0,1 1 1 0 0,-1-1-1 0 0,1 1 0 0 0,0 0 1 0 0,0 0-1 0 0,1 0 1 0 0,-1 0-1 0 0,1 1 0 0 0,0-1 1 0 0,-3 9-1 0 0,4-11 29 0 0,8-2-17 0 0,0 0 0 0 0,-1-1 1 0 0,1 0-1 0 0,0-1 1 0 0,-1 1-1 0 0,1-1 0 0 0,-1 0 1 0 0,0-1-1 0 0,0 0 0 0 0,7-4 1 0 0,15-6 425 0 0,-33 13-760 0 0,0 0 1 0 0,0 0 0 0 0,1 1-1 0 0,-1-1 1 0 0,0 1-1 0 0,0 1 1 0 0,0-1-1 0 0,-8 4 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4 211 3300 0 0,'0'0'-265'0'0,"-4"-1"32"0"0,9-4-405 0 0,27-5 722 0 0,48-11 375 0 0,287-66 332 0 0,-111 33-351 0 0,-255 54-395 0 0,37-3 430 0 0,-30 1-645 0 0,13-6 866 0 0,-5-11-3824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59 3 2976 0 0,'-4'0'-69'0'0,"-10"0"36"0"0,10 0 116 0 0,-15-3 837 0 0,1 4 1666 0 0,50 12-2156 0 0,59 16-620 0 0,-69-23 190 0 0,-2-1-3 0 0,1 1 0 0 0,-1 1 0 0 0,-1 1 1 0 0,1 0-1 0 0,-1 2 0 0 0,22 14 0 0 0,-40-23 4 0 0,0 0 0 0 0,1 0 0 0 0,-1 0 0 0 0,0 0 0 0 0,0 0 0 0 0,0 1 0 0 0,0-1 0 0 0,0 0 0 0 0,0 1 0 0 0,0-1 0 0 0,-1 0 0 0 0,1 1 1 0 0,0-1-1 0 0,-1 1 0 0 0,1-1 0 0 0,-1 1 0 0 0,0 0 0 0 0,1-1 0 0 0,-1 1 0 0 0,0-1 0 0 0,0 1 0 0 0,0 3 0 0 0,-1-2 1 0 0,0 1-1 0 0,0-1 1 0 0,0 0-1 0 0,-1 1 1 0 0,1-1-1 0 0,-1 0 0 0 0,1 0 1 0 0,-1 0-1 0 0,0 0 1 0 0,-3 3-1 0 0,-6 7-1 0 0,-1-1 0 0 0,-1 0-1 0 0,-18 13 1 0 0,29-24-1 0 0,-178 131-669 0 0,158-115-2163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4012 0 0,'0'0'-231'0'0,"5"36"-764"0"0,-4-35 1007 0 0,2 9 14 0 0,1-1 0 0 0,1 1 0 0 0,0-1 1 0 0,0 0-1 0 0,0 0 0 0 0,1-1 0 0 0,1 0 0 0 0,-1 0 0 0 0,2 0 0 0 0,14 13 0 0 0,212 171 241 0 0,-86-76 14 0 0,-3-3-110 0 0,11 11-35 0 0,-119-97-182 0 0,-9-6 64 0 0,-1 0 1 0 0,-1 2-1 0 0,-1 1 0 0 0,23 29 0 0 0,-35-37 3 0 0,0-1-1 0 0,1-1 1 0 0,0 0 0 0 0,1-1-1 0 0,0 0 1 0 0,1-2 0 0 0,31 18-1 0 0,-30-20-1598 0 0,-15-28 862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234 47 3164 0 0,'-6'-7'-370'0'0,"2"1"335"0"0,-1-7 748 0 0,-7-8 2157 0 0,5 26-2953 0 0,7-4 83 0 0,-1-1 0 0 0,0 0 1 0 0,0 1-1 0 0,1-1 0 0 0,-1 1 1 0 0,1-1-1 0 0,-1 1 0 0 0,0-1 1 0 0,1 1-1 0 0,-1-1 0 0 0,1 1 1 0 0,-1 0-1 0 0,1-1 0 0 0,-1 1 1 0 0,1 0-1 0 0,0-1 0 0 0,-1 1 1 0 0,1 0-1 0 0,0 0 0 0 0,0-1 1 0 0,-1 1-1 0 0,1 0 0 0 0,0 0 1 0 0,0 0-1 0 0,0-1 0 0 0,0 1 1 0 0,0 0-1 0 0,0 0 0 0 0,0 0 1 0 0,0-1-1 0 0,0 1 0 0 0,1 0 1 0 0,-1 0-1 0 0,0-1 0 0 0,1 2 1 0 0,1 14 11 0 0,1 0 1 0 0,1 0-1 0 0,0-1 1 0 0,1 1-1 0 0,1-1 1 0 0,0 0-1 0 0,1-1 1 0 0,1 0-1 0 0,0 0 1 0 0,1 0-1 0 0,0-1 1 0 0,17 18-1 0 0,-22-26-8 0 0,-2-4-3 0 0,0 1 0 0 0,0-1 0 0 0,-1 1-1 0 0,1 0 1 0 0,0 0 0 0 0,-1 0 0 0 0,0-1 0 0 0,1 2 0 0 0,-1-1 0 0 0,0 0 0 0 0,0 0 0 0 0,0 0 0 0 0,-1 0-1 0 0,1 1 1 0 0,0 3 0 0 0,-2-3 3 0 0,0 0-1 0 0,-1 0 0 0 0,1 0 0 0 0,-1 0 1 0 0,0-1-1 0 0,0 1 0 0 0,0 0 0 0 0,-1-1 1 0 0,1 1-1 0 0,0-1 0 0 0,-1 0 0 0 0,0 0 1 0 0,1 0-1 0 0,-1 0 0 0 0,0 0 0 0 0,0-1 1 0 0,0 1-1 0 0,0-1 0 0 0,0 0 1 0 0,-1 0-1 0 0,-3 1 0 0 0,-4 2 3 0 0,-223 87-46 0 0,223-90-337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1277 3884 0 0,'0'0'138'0'0,"3"-3"-99"0"0,53-65 92 0 0,3 4-1 0 0,97-82 1 0 0,-89 88-145 0 0,-29 26 40 0 0,-1-1 0 0 0,56-66 0 0 0,64-106 183 0 0,-28 42-194 0 0,-88 114-14 0 0,4-7 2 0 0,-15 18 58 0 0,62-62 1 0 0,-82 90-55 0 0,0-1 1 0 0,0 0-1 0 0,11-18 1 0 0,-12 15 9 0 0,1 0 0 0 0,1 1 0 0 0,20-19 0 0 0,-30 32 8 0 0,-1-1 0 0 0,1 1 0 0 0,0-1 0 0 0,0 1 0 0 0,-1-1 0 0 0,1 1-1 0 0,0-1 1 0 0,-1 0 0 0 0,1 1 0 0 0,0-1 0 0 0,-1 0 0 0 0,1 1 0 0 0,-1-1-1 0 0,1 0 1 0 0,-1 0 0 0 0,1 0 0 0 0,-1 1 0 0 0,0-1 0 0 0,0 0-1 0 0,1 0 1 0 0,-1 0 0 0 0,0 0 0 0 0,0 0 0 0 0,0 0 0 0 0,0 0 0 0 0,0 0-1 0 0,0 1 1 0 0,0-3 0 0 0,-1 3-12 0 0,0-1 0 0 0,0 0-1 0 0,0 1 1 0 0,0-1 0 0 0,-1 1-1 0 0,1-1 1 0 0,0 1 0 0 0,0-1-1 0 0,-1 1 1 0 0,1 0 0 0 0,0-1-1 0 0,-1 1 1 0 0,1 0 0 0 0,0 0-1 0 0,0 0 1 0 0,-3 1 0 0 0,-65 7-12 0 0,65-7 52 0 0,-249 58 64 0 0,251-58-70 0 0,4-1-45 0 0,0 0 0 0 0,0-1 0 0 0,0 1 1 0 0,0-1-1 0 0,0 1 0 0 0,0-1 0 0 0,0 1 0 0 0,0-1 0 0 0,-1 0 0 0 0,1 0 0 0 0,2-2 0 0 0,24-8 31 0 0,29 0-25 0 0,-13 2-53 0 0,1 1 0 0 0,54-1 0 0 0,-98 9 41 0 0,1 0-1 0 0,0 0 1 0 0,0 0 0 0 0,0 0 0 0 0,-1 0-1 0 0,1 0 1 0 0,0 0 0 0 0,0 1-1 0 0,0-1 1 0 0,-1 1 0 0 0,1 0 0 0 0,0-1-1 0 0,-1 1 1 0 0,1 0 0 0 0,0 0 0 0 0,-1 0-1 0 0,1 0 1 0 0,-1 0 0 0 0,1 0 0 0 0,-1 0-1 0 0,0 1 1 0 0,0-1 0 0 0,1 0-1 0 0,-1 1 1 0 0,1 2 0 0 0,-1-1 0 0 0,0 1 0 0 0,0-1 1 0 0,0 0-1 0 0,-1 0 0 0 0,0 1 0 0 0,0-1 1 0 0,0 0-1 0 0,0 1 0 0 0,0-1 0 0 0,0 0 1 0 0,-1 0-1 0 0,0 1 0 0 0,-1 2 0 0 0,-3 11-10 0 0,-2-1 1 0 0,0 1-1 0 0,-18 29 0 0 0,12-24-153 0 0,0 1 1 0 0,-10 27 0 0 0,25-39-1950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4056 0 0,'0'0'1590'0'0,"4"1"-1569"0"0,314 39 151 0 0,-274-36-170 0 0,118 5 61 0 0,199-14 0 0 0,-301 1-62 0 0,-29 2 68 0 0,0 0-1 0 0,60 5 1 0 0,-88-2 33 0 0,36-1 742 0 0,-29 2-745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31 4736 0 0,'-41'-30'1310'0'0,"206"67"-1172"0"0,33 22-104 0 0,-196-59-40 0 0,-1 0 6 0 0,-1 0 1 0 0,1 0-1 0 0,0 0 1 0 0,-1-1-1 0 0,1 1 1 0 0,0 0-1 0 0,0 0 0 0 0,-1 1 1 0 0,1-1-1 0 0,0 0 1 0 0,0 0-1 0 0,-1 0 1 0 0,1 0-1 0 0,0 1 1 0 0,0-1-1 0 0,-1 0 1 0 0,1 0-1 0 0,0 1 0 0 0,-1-1 1 0 0,1 1-1 0 0,-1-1 1 0 0,1 1-1 0 0,0-1 1 0 0,-1 1-1 0 0,1-1 1 0 0,-1 1-1 0 0,1-1 0 0 0,0 2 1 0 0,-1-1 1 0 0,0 0 0 0 0,-1 1 0 0 0,1-1 0 0 0,0 0-1 0 0,0 0 1 0 0,-1 0 0 0 0,1 0 0 0 0,-1 0 0 0 0,1 0 0 0 0,-1 0 0 0 0,1 0 0 0 0,-1 0 0 0 0,0 0 0 0 0,0 0 0 0 0,1 0 0 0 0,-2 0 0 0 0,-40 35 43 0 0,39-34-47 0 0,-59 45 90 0 0,-2-4 0 0 0,-133 67 0 0 0,120-73-231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20 466 4260 0 0,'0'0'-160'0'0,"-4"0"258"0"0,2 0-201 0 0,1 0 122 0 0,1 0 0 0 0,0 0-1 0 0,-1 1 1 0 0,1-1 0 0 0,-1 0-1 0 0,1 0 1 0 0,0 0 0 0 0,-1 0-1 0 0,1 0 1 0 0,-1 0 0 0 0,1 0-1 0 0,0 0 1 0 0,-1 0 0 0 0,1 0-1 0 0,-1 0 1 0 0,1 0 0 0 0,0 0-1 0 0,-1-1 1 0 0,1 1 0 0 0,0 0-1 0 0,-1 0 1 0 0,1 0 0 0 0,-1 0-1 0 0,1-1 1 0 0,0 1 0 0 0,-1 0 0 0 0,1 0-1 0 0,0-1 1 0 0,0 1 0 0 0,-1 0-1 0 0,1-1 1 0 0,0 1 0 0 0,0 0-1 0 0,-1-1 1 0 0,1 1 0 0 0,0 0-1 0 0,0-1 1 0 0,0 1 0 0 0,0 0-1 0 0,-1-1 1 0 0,1 1 0 0 0,0-1-1 0 0,0 1 1 0 0,0 0 0 0 0,0-1-1 0 0,0 1 1 0 0,0-1 0 0 0,0 1-1 0 0,0 0 1 0 0,0-1 0 0 0,1-1 57 0 0,20-29 126 0 0,-4 15-179 0 0,0 0 0 0 0,1 1 1 0 0,1 1-1 0 0,0 0 0 0 0,1 2 0 0 0,1 0 1 0 0,39-16-1 0 0,0-3-9 0 0,71-34-20 0 0,96-56 44 0 0,-223 118-40 0 0,-2 2-4 0 0,0 0 0 0 0,0 0-1 0 0,0 0 1 0 0,0 0-1 0 0,0-1 1 0 0,0 1 0 0 0,0-1-1 0 0,-1 0 1 0 0,1 1 0 0 0,-1-1-1 0 0,1 0 1 0 0,-1 0 0 0 0,3-4-1 0 0,-7 4 4 0 0,0 1 1 0 0,0-1-1 0 0,0 1 0 0 0,0 0 0 0 0,0-1 0 0 0,-1 1 1 0 0,1 1-1 0 0,0-1 0 0 0,-1 0 0 0 0,-5 1 0 0 0,-133 9 49 0 0,-38 1 12 0 0,178-10-35 0 0,9-2-17 0 0,22-8-10 0 0,1 1 1 0 0,0 2-1 0 0,50-5 1 0 0,103-2-19 0 0,-153 12 22 0 0,-13 1 13 0 0,0 0 1 0 0,0 2 0 0 0,18 2-1 0 0,-33-3 49 0 0,-4 3-34 0 0,-5 4-10 0 0,0-1 0 0 0,-1 0 0 0 0,0-1 0 0 0,0 0 0 0 0,0 0 0 0 0,0 0 0 0 0,-18 6 0 0 0,-37 22-72 0 0,49-23-154 0 0,-16 16-2169 0 0,22-17 1051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5 4252 0 0,'0'0'-94'0'0,"-14"-4"139"0"0,4 5 910 0 0,19 8-952 0 0,1 0 0 0 0,0 0 1 0 0,1-1-1 0 0,0-1 0 0 0,0 0 1 0 0,1 0-1 0 0,-1-1 0 0 0,19 6 1 0 0,113 35 50 0 0,-89-31-24 0 0,251 70 54 0 0,-284-80-38 0 0,18 3-139 0 0,-25-18-2384 0 0,-14-2 1501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111 30 3748 0 0,'-10'-1'102'0'0,"0"0"0"0"0,1-1 0 0 0,-1 0 0 0 0,-13-5-1 0 0,-1 1 520 0 0,23 5-445 0 0,-15-4 154 0 0,8 2-62 0 0,13 2 391 0 0,41 7-637 0 0,-1 1-1 0 0,0 3 1 0 0,0 2 0 0 0,80 32-1 0 0,-124-44-19 0 0,-1 0-1 0 0,1 0 0 0 0,-1 0 1 0 0,1 1-1 0 0,-1-1 0 0 0,1 0 1 0 0,-1 0-1 0 0,1 0 0 0 0,-1 1 1 0 0,1-1-1 0 0,-1 0 0 0 0,1 1 1 0 0,-1-1-1 0 0,0 0 0 0 0,1 1 1 0 0,-1-1-1 0 0,0 1 0 0 0,1-1 0 0 0,-1 1 1 0 0,0-1-1 0 0,1 0 0 0 0,-1 1 1 0 0,0-1-1 0 0,0 1 0 0 0,1 0 1 0 0,-1-1-1 0 0,0 1 0 0 0,0-1 1 0 0,0 1-1 0 0,0-1 0 0 0,0 1 1 0 0,0 0-1 0 0,-12 14 29 0 0,-26 9-11 0 0,38-24-19 0 0,-143 70-45 0 0,47-25-3302 0 0,78-37 2083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319 0 4416 0 0,'0'0'-262'0'0,"-5"5"-440"0"0,-72 69 873 0 0,-105 109 18 0 0,143-137-22 0 0,37-45-148 0 0,-11 11-1917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0 416 0 0,'0'0'3534'0'0,"6"3"-3538"0"0,33 12 23 0 0,2-2-1 0 0,-1-1 1 0 0,1-3-1 0 0,48 6 0 0 0,41 9-5 0 0,85 28 1 0 0,-213-51-14 0 0,3-1-6 0 0,-1 1 0 0 0,0 0 0 0 0,0 0 0 0 0,1 0 0 0 0,-1 0 0 0 0,0 1 0 0 0,0 0 0 0 0,6 4 1 0 0,2 0 34 0 0,-10-5-12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114 33 2592 0 0,'0'0'-10'0'0,"-9"-32"4564"0"0,17 47-4551 0 0,1-1-1 0 0,1 0 1 0 0,1 0-1 0 0,0-1 1 0 0,0-1-1 0 0,1 0 1 0 0,1 0-1 0 0,0-1 1 0 0,16 10-1 0 0,53 51-11 0 0,-81-71 11 0 0,-1 0 0 0 0,1 0 0 0 0,0 0 0 0 0,-1 0 0 0 0,1 0 0 0 0,0 0 0 0 0,-1 0 0 0 0,1 0-1 0 0,-1 0 1 0 0,1 0 0 0 0,-1 0 0 0 0,0 0 0 0 0,0 1 0 0 0,1-1 0 0 0,-1 0 0 0 0,0 0 0 0 0,0 0 0 0 0,0 0 0 0 0,0 1 0 0 0,0-1 0 0 0,-1 0 0 0 0,1 0 0 0 0,0 0 0 0 0,0 0 0 0 0,-2 3 0 0 0,1-1 1 0 0,-1 0 0 0 0,0 0 1 0 0,0 0-1 0 0,0 0 0 0 0,-1 0 1 0 0,1 0-1 0 0,-1 0 1 0 0,-4 3-1 0 0,-6 4 12 0 0,-1 0 1 0 0,-25 13-1 0 0,-51 23 126 0 0,5-2-579 0 0,31-14-3259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1 720 4200 0 0,'0'0'-222'0'0,"18"-24"-877"0"0,46-29 1409 0 0,77-47 0 0 0,-1 0-8 0 0,-31 4 171 0 0,-62 53-363 0 0,-6 7-105 0 0,2 1 0 0 0,86-53-1 0 0,-112 78-14 0 0,-2 1 19 0 0,1 0 0 0 0,-2-1-1 0 0,1-1 1 0 0,24-24 0 0 0,-8 11 197 0 0,-30 23-98 0 0,1 0 65 0 0,0 0-1 0 0,-1 0 1 0 0,1 0 0 0 0,0-1-1 0 0,-1 1 1 0 0,1 0-1 0 0,0-1 1 0 0,-1 1-1 0 0,0-1 1 0 0,1 0-1 0 0,-1 1 1 0 0,2-5-1 0 0,-7 4-166 0 0,1 0-1 0 0,-1 0 1 0 0,0 1-1 0 0,0-1 1 0 0,0 1-1 0 0,0 0 1 0 0,0 0-1 0 0,-1 0 1 0 0,1 1-1 0 0,0-1 0 0 0,0 1 1 0 0,-1 0-1 0 0,-6 1 1 0 0,-72 12-33 0 0,17-1 3 0 0,20-9-15 0 0,64-7 21 0 0,1 0 1 0 0,0 2-1 0 0,-1 0 1 0 0,1 1-1 0 0,0 1 1 0 0,0 1-1 0 0,-1 0 1 0 0,1 1-1 0 0,-1 2 1 0 0,1 0-1 0 0,-1 0 1 0 0,0 2-1 0 0,22 9 1 0 0,-39-14 14 0 0,0-1 0 0 0,0 0 0 0 0,0 1 0 0 0,0-1 1 0 0,0 1-1 0 0,0-1 0 0 0,0 1 0 0 0,0 0 1 0 0,0-1-1 0 0,0 1 0 0 0,0 0 0 0 0,0 0 0 0 0,0 0 1 0 0,-1-1-1 0 0,1 1 0 0 0,0 0 0 0 0,-1 0 0 0 0,1 0 1 0 0,0 0-1 0 0,-1 0 0 0 0,1 0 0 0 0,-1 1 1 0 0,0-1-1 0 0,1 0 0 0 0,-1 0 0 0 0,0 0 0 0 0,0 0 1 0 0,0 0-1 0 0,0 1 0 0 0,0 1 0 0 0,-1 0 11 0 0,0 0 0 0 0,0-1-1 0 0,0 1 1 0 0,0 0-1 0 0,-1-1 1 0 0,1 1 0 0 0,-1-1-1 0 0,0 1 1 0 0,0-1 0 0 0,0 0-1 0 0,-4 4 1 0 0,-3 2-117 0 0,0-1-1 0 0,0-1 1 0 0,0 1 0 0 0,-1-1 0 0 0,-19 8 0 0 0,2-9-2988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 81 3876 0 0,'0'0'-212'0'0,"-12"-28"966"0"0,15 24-740 0 0,0 1 1 0 0,0 0 0 0 0,1 0 0 0 0,0 0-1 0 0,-1 0 1 0 0,1 1 0 0 0,0-1-1 0 0,0 1 1 0 0,0 0 0 0 0,1 0 0 0 0,-1 1-1 0 0,0-1 1 0 0,1 1 0 0 0,4-1-1 0 0,12-3-21 0 0,0 1 0 0 0,0 1-1 0 0,0 0 1 0 0,0 2-1 0 0,0 0 1 0 0,32 4-1 0 0,-43-1-3 0 0,-1 1-1 0 0,0-1 0 0 0,-1 2 0 0 0,1 0 0 0 0,-1 0 0 0 0,1 0 1 0 0,-1 1-1 0 0,13 11 0 0 0,-6-5-7 0 0,-1 2 1 0 0,0 0-1 0 0,19 23 1 0 0,-28-28 13 0 0,0-1 1 0 0,-1 0 0 0 0,-1 1-1 0 0,1 0 1 0 0,-1 0 0 0 0,0 0-1 0 0,-1 0 1 0 0,0 1 0 0 0,0-1-1 0 0,-1 0 1 0 0,0 1-1 0 0,0 0 1 0 0,-1-1 0 0 0,0 1-1 0 0,-1-1 1 0 0,0 1 0 0 0,-2 11-1 0 0,-2 2 12 0 0,-1-1 0 0 0,0 0 0 0 0,-2 0 0 0 0,0 0 0 0 0,-17 28-1 0 0,21-42 30 0 0,0 0-1 0 0,-1-1 1 0 0,0 1-1 0 0,-1-1 1 0 0,1-1-1 0 0,-1 1 1 0 0,0-1 0 0 0,-1 0-1 0 0,1 0 1 0 0,-1-1-1 0 0,0 1 1 0 0,-14 5-1 0 0,-5 0 226 0 0,0-1 0 0 0,-38 8 1 0 0,9-3 289 0 0,52-13-491 0 0,-50 4-1221 0 0,47-13-401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214 5 4512 0 0,'0'0'-194'0'0,"-2"-1"56"0"0,1 0 152 0 0,-1 1 0 0 0,1-1 0 0 0,0 1-1 0 0,-1 0 1 0 0,1-1 0 0 0,-1 1 0 0 0,1 0 0 0 0,-1 0-1 0 0,1 0 1 0 0,-1 0 0 0 0,1 0 0 0 0,-3 1 0 0 0,-98 68 171 0 0,17-8-84 0 0,85-61-100 0 0,0 0-1 0 0,-1 0 1 0 0,1 1 0 0 0,0-1 0 0 0,0 0 0 0 0,-1 0 0 0 0,1 1 0 0 0,0-1 0 0 0,0 0-1 0 0,-1 1 1 0 0,1-1 0 0 0,0 0 0 0 0,0 1 0 0 0,0-1 0 0 0,0 0 0 0 0,-1 1-1 0 0,1-1 1 0 0,0 0 0 0 0,0 1 0 0 0,0-1 0 0 0,0 1 0 0 0,0-1 0 0 0,0 0-1 0 0,0 1 1 0 0,0-1 0 0 0,0 0 0 0 0,0 1 0 0 0,0-1 0 0 0,0 1 0 0 0,1-1 0 0 0,-1 0-1 0 0,0 1 1 0 0,0-1 0 0 0,0 0 0 0 0,0 1 0 0 0,1-1 0 0 0,-1 0 0 0 0,0 1-1 0 0,0-1 1 0 0,1 0 0 0 0,-1 0 0 0 0,0 1 0 0 0,1-1 0 0 0,10 10 32 0 0,-10-10-34 0 0,15 8 21 0 0,0 0 0 0 0,1-1 0 0 0,0-1 0 0 0,0-1 0 0 0,0 0 0 0 0,23 2 0 0 0,14 5-8 0 0,91 28-128 0 0,-135-33-1973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11 218 3388 0 0,'-11'-31'-570'0'0,"12"25"601"0"0,0 1 0 0 0,1 0 0 0 0,-1-1 0 0 0,1 1 0 0 0,0 0 0 0 0,1 0 0 0 0,-1 0 0 0 0,1 0 0 0 0,0 0 0 0 0,0 1 0 0 0,0-1 1 0 0,1 1-1 0 0,0 0 0 0 0,-1 0 0 0 0,2 0 0 0 0,-1 1 0 0 0,0-1 0 0 0,1 1 0 0 0,-1 0 0 0 0,11-5 0 0 0,7-4-33 0 0,1 0-1 0 0,0 2 0 0 0,31-10 1 0 0,-28 11 8 0 0,-10 3-21 0 0,0 1-1 0 0,1 1 0 0 0,-1 0 0 0 0,21-2 1 0 0,-29 6 10 0 0,0 0 0 0 0,0 0 0 0 0,0 1 0 0 0,0 0 0 0 0,0 1 0 0 0,0 0 0 0 0,0 0 0 0 0,0 0 0 0 0,-1 1 0 0 0,1 0 0 0 0,-1 1 0 0 0,10 6 0 0 0,-6-4 11 0 0,0 2 1 0 0,0-1-1 0 0,0 2 1 0 0,-1-1-1 0 0,0 2 1 0 0,-1-1-1 0 0,0 1 1 0 0,0 0-1 0 0,-1 1 1 0 0,-1 0-1 0 0,1 1 0 0 0,-2-1 1 0 0,0 1-1 0 0,0 0 1 0 0,-1 1-1 0 0,-1 0 1 0 0,0-1-1 0 0,0 1 1 0 0,-2 0-1 0 0,1 1 1 0 0,-2-1-1 0 0,0 0 0 0 0,0 1 1 0 0,-2 17-1 0 0,0-17 63 0 0,-1 0-1 0 0,1 0 1 0 0,-2 0-1 0 0,0-1 1 0 0,-1 1-1 0 0,0-1 1 0 0,-1 0-1 0 0,-1 0 1 0 0,0 0-1 0 0,0-1 1 0 0,-1 0-1 0 0,-1 0 1 0 0,0-1-1 0 0,0 0 1 0 0,-1 0-1 0 0,-1-1 1 0 0,0 0-1 0 0,0-1 1 0 0,-1 0-1 0 0,0-1 1 0 0,-1 0-1 0 0,-22 12 1 0 0,-9-1 227 0 0,0-1 1 0 0,-47 11 0 0 0,10-3 199 0 0,78-25-452 0 0,-12 4 378 0 0,17-32-5478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188 7 3816 0 0,'0'0'-192'0'0,"-1"0"113"0"0,1 0 94 0 0,0 0 1 0 0,0 0-1 0 0,0-1 0 0 0,0 1 1 0 0,0 0-1 0 0,-1 0 1 0 0,1 0-1 0 0,0 0 1 0 0,0 0-1 0 0,0 0 1 0 0,0 0-1 0 0,0 0 0 0 0,0 0 1 0 0,-1 0-1 0 0,1-1 1 0 0,0 1-1 0 0,0 0 1 0 0,0 0-1 0 0,0 0 1 0 0,0 0-1 0 0,0 0 0 0 0,0 0 1 0 0,0-1-1 0 0,0 1 1 0 0,0 0-1 0 0,0 0 1 0 0,0 0-1 0 0,-1 0 1 0 0,1-1-1 0 0,0 1 0 0 0,0 0 1 0 0,0 0-1 0 0,0 0 1 0 0,0 0-1 0 0,0 0 1 0 0,1-1-1 0 0,-1 1 1 0 0,0 0-1 0 0,0 0 0 0 0,0 0 1 0 0,0 0-1 0 0,0 0 1 0 0,0-1-1 0 0,0 1 1 0 0,0 0-1 0 0,-122 107 721 0 0,70-59-472 0 0,51-47-258 0 0,0-1 0 0 0,1 1 0 0 0,-1-1 0 0 0,0 1 0 0 0,1-1 0 0 0,-1 1 0 0 0,1-1 0 0 0,-1 1 0 0 0,0 0 0 0 0,1-1 0 0 0,0 1 0 0 0,-1 0 0 0 0,1-1 0 0 0,-1 1 0 0 0,1 0 0 0 0,0-1 0 0 0,0 1 0 0 0,-1 0 0 0 0,1 0 0 0 0,0-1 0 0 0,0 1 0 0 0,0 0 0 0 0,0 0 0 0 0,0 0 0 0 0,0-1 0 0 0,0 1 0 0 0,0 0 0 0 0,0 0 0 0 0,0 1 0 0 0,1-1-1 0 0,0 0 0 0 0,0 0 0 0 0,1 0 0 0 0,-1 0 0 0 0,0 0 0 0 0,0 0 0 0 0,0 0 0 0 0,1 0 1 0 0,-1-1-1 0 0,0 1 0 0 0,1-1 0 0 0,-1 1 0 0 0,1-1 0 0 0,2 1 0 0 0,63 8 35 0 0,-59-9-22 0 0,102 10 52 0 0,96 5 10 0 0,-204-15-86 0 0,0 0 1 0 0,0 0-1 0 0,1 0 0 0 0,-1 1 0 0 0,0-1 0 0 0,0 0 0 0 0,0 1 1 0 0,0 0-1 0 0,0-1 0 0 0,-1 1 0 0 0,1 0 0 0 0,0 0 1 0 0,0 0-1 0 0,0 0 0 0 0,-1 1 0 0 0,1-1 0 0 0,1 2 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1 368 3676 0 0,'0'0'640'0'0,"29"-41"47"0"0,9 6-658 0 0,1 2-1 0 0,2 1 0 0 0,1 2 1 0 0,1 2-1 0 0,62-30 1 0 0,-72 43 51 0 0,50-30 0 0 0,-68 33 464 0 0,-27 2-265 0 0,8 8-240 0 0,-44-5 154 0 0,31 5-155 0 0,-24-4-17 0 0,41 6-21 0 0,0 0-1 0 0,0 0 1 0 0,0 0-1 0 0,0 0 1 0 0,0 0 0 0 0,0 0-1 0 0,1 0 1 0 0,-1 0-1 0 0,0 0 1 0 0,0 0 0 0 0,0 0-1 0 0,0 0 1 0 0,0 0-1 0 0,0 0 1 0 0,0 0 0 0 0,0 0-1 0 0,0 0 1 0 0,1 0-1 0 0,-1 0 1 0 0,0-1-1 0 0,0 1 1 0 0,0 0 0 0 0,0 0-1 0 0,0 0 1 0 0,0 0-1 0 0,0 0 1 0 0,0 0 0 0 0,0 0-1 0 0,0 0 1 0 0,0 0-1 0 0,0 0 1 0 0,0 0 0 0 0,0-1-1 0 0,1 1 1 0 0,-1 0-1 0 0,0 0 1 0 0,0 0 0 0 0,0 0-1 0 0,0 0 1 0 0,0 0-1 0 0,0 0 1 0 0,0 0 0 0 0,0 0-1 0 0,0-1 1 0 0,0 1-1 0 0,0 0 1 0 0,0 0 0 0 0,0 0-1 0 0,0 0 1 0 0,-1 0-1 0 0,1 0 1 0 0,0 0-1 0 0,0-1 1 0 0,30-2-18 0 0,-9 1-9 0 0,1 0 0 0 0,0 2 1 0 0,-1 0-1 0 0,1 2 0 0 0,-1 0 0 0 0,1 2 1 0 0,-1 0-1 0 0,27 9 0 0 0,-47-13 26 0 0,-1 1 1 0 0,1-1-1 0 0,0 0 0 0 0,0 1 0 0 0,-1-1 1 0 0,1 1-1 0 0,0-1 0 0 0,-1 1 0 0 0,1-1 1 0 0,-1 1-1 0 0,1-1 0 0 0,0 1 0 0 0,-1 0 1 0 0,1-1-1 0 0,-1 1 0 0 0,0 0 0 0 0,1-1 1 0 0,-1 1-1 0 0,0 0 0 0 0,1 0 0 0 0,-1-1 1 0 0,0 1-1 0 0,0 0 0 0 0,1 0 0 0 0,-1 0 1 0 0,0-1-1 0 0,0 1 0 0 0,0 0 0 0 0,0 0 1 0 0,0 0-1 0 0,0-1 0 0 0,0 1 0 0 0,-1 0 1 0 0,1 0-1 0 0,0 0 0 0 0,0-1 0 0 0,-1 1 1 0 0,1 0-1 0 0,0 0 0 0 0,-1-1 0 0 0,1 1 1 0 0,0 0-1 0 0,-1-1 0 0 0,1 1 0 0 0,-1 0 1 0 0,0-1-1 0 0,1 1 0 0 0,-1-1 0 0 0,0 2 1 0 0,-37 30 13 0 0,32-27-16 0 0,-49 34-29 0 0,35-26-149 0 0,1 1 0 0 0,0 1 0 0 0,0 0 0 0 0,2 2 0 0 0,-16 18 0 0 0,29-26-1862 0 0,4 1 920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40 32 3748 0 0,'-33'-30'2365'0'0,"33"30"-2359"0"0,0 0 0 0 0,0 0 0 0 0,0 0 0 0 0,0 0-1 0 0,0 0 1 0 0,0-1 0 0 0,0 1 0 0 0,-1 0 0 0 0,1 0 0 0 0,0 0 0 0 0,0 0 0 0 0,0 0 0 0 0,0 0 0 0 0,0 0 0 0 0,-1 0 0 0 0,1 0 0 0 0,0 0 0 0 0,0-1 0 0 0,0 1 0 0 0,0 0 0 0 0,0 0 0 0 0,-1 0 0 0 0,1 0 0 0 0,0 0 0 0 0,0 0 0 0 0,0 0 0 0 0,0 0 0 0 0,-1 0 0 0 0,1 0 0 0 0,0 0 0 0 0,0 0 0 0 0,0 0 0 0 0,0 0 0 0 0,0 1 0 0 0,-1-1 0 0 0,1 0 0 0 0,0 0 0 0 0,0 0 0 0 0,0 0 0 0 0,0 0 0 0 0,0 0 0 0 0,-1 0 0 0 0,1 0 0 0 0,0 0 0 0 0,0 1 0 0 0,0-1 0 0 0,0 0 0 0 0,0 0 0 0 0,0 0 0 0 0,0 0 0 0 0,0 0 0 0 0,-1 1 0 0 0,37 22 10 0 0,1-2 1 0 0,1-1-1 0 0,44 16 0 0 0,129 39 42 0 0,-105-32 64 0 0,-104-42-15 0 0,2 4 285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121 82 3892 0 0,'-19'-48'-858'0'0,"19"46"952"0"0,-19-30 2369 0 0,25 36-2447 0 0,26 18 1 0 0,-13-11-8 0 0,-2 0 1 0 0,1 1-1 0 0,-2 1 0 0 0,1 1 0 0 0,-2 0 0 0 0,0 2 1 0 0,15 18-1 0 0,-29-32-6 0 0,-1-1 0 0 0,1 0 0 0 0,0 1 0 0 0,-1-1 0 0 0,1 1 0 0 0,-1-1 1 0 0,1 1-1 0 0,-1 0 0 0 0,0-1 0 0 0,0 1 0 0 0,1-1 0 0 0,-1 1 0 0 0,0 0 0 0 0,-1-1 0 0 0,1 1 0 0 0,0-1 1 0 0,0 1-1 0 0,-1 0 0 0 0,1-1 0 0 0,-1 1 0 0 0,1-1 0 0 0,-2 2 0 0 0,0 1 7 0 0,0 0 0 0 0,-1 0 0 0 0,0-1 1 0 0,1 1-1 0 0,-2-1 0 0 0,1 1 0 0 0,-7 4 0 0 0,-4 3 21 0 0,-1-1 0 0 0,0-1-1 0 0,-17 8 1 0 0,16-9-48 0 0,3-1-63 0 0,1 0-1 0 0,-1-1 1 0 0,0-1-1 0 0,-1 0 0 0 0,1-1 1 0 0,-1 0-1 0 0,-17 2 1 0 0,6-16-3376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0 539 4068 0 0,'0'0'-211'0'0,"1"-34"1926"0"0,13 9-1659 0 0,1 0 0 0 0,0 1 1 0 0,2 1-1 0 0,1 1 0 0 0,21-21 0 0 0,-10 11-20 0 0,29-44 0 0 0,-23 31-33 0 0,-24 32-10 0 0,0-1 1 0 0,0 0-1 0 0,-2-1 0 0 0,1 0 1 0 0,10-25-1 0 0,16-16 42 0 0,-32 50-3 0 0,-3 5 50 0 0,5-3-69 0 0,-5 1 27 0 0,-8 3 184 0 0,-72 17-217 0 0,2 3 1 0 0,-77 30 0 0 0,121-40 50 0 0,44-17-63 0 0,54-20-1 0 0,145-16-19 0 0,-67 15-151 0 0,-141 28 147 0 0,2 0 17 0 0,-3 0 10 0 0,-1 0 0 0 0,1 0 0 0 0,0 0-1 0 0,0 1 1 0 0,0-1 0 0 0,0 0 0 0 0,0 0 0 0 0,0 1 0 0 0,0-1 0 0 0,-1 0 0 0 0,1 1-1 0 0,0-1 1 0 0,0 1 0 0 0,0-1 0 0 0,-1 1 0 0 0,1-1 0 0 0,0 1 0 0 0,-1 0 0 0 0,1-1-1 0 0,0 1 1 0 0,-1 0 0 0 0,1 0 0 0 0,-1-1 0 0 0,1 1 0 0 0,-1 0 0 0 0,1 0 0 0 0,-1 0-1 0 0,1 1 1 0 0,-1 0-1 0 0,0 0-1 0 0,0 0 1 0 0,0 1-1 0 0,0-1 1 0 0,-1 0 0 0 0,1 0-1 0 0,-1 0 1 0 0,1 0-1 0 0,-1 1 1 0 0,0-1-1 0 0,1 0 1 0 0,-1 0-1 0 0,-3 3 1 0 0,-7 14-43 0 0,-2-1-1 0 0,0-1 1 0 0,-21 23-1 0 0,0-7-2824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0 3868 0 0,'0'0'-138'0'0,"-7"1"1400"0"0,26 9-1255 0 0,1-2 0 0 0,0 0-1 0 0,1-1 1 0 0,32 7-1 0 0,100 10 21 0 0,-43-7-29 0 0,196 42 102 0 0,-240-49 756 0 0,-64-10-899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52 32 3988 0 0,'-32'-23'250'0'0,"13"14"1960"0"0,42 20-1847 0 0,48 24-514 0 0,-60-29 152 0 0,-1 1 0 0 0,0 0 0 0 0,0 0-1 0 0,-1 1 1 0 0,0 0 0 0 0,10 13 0 0 0,-17-19 1 0 0,0 0 1 0 0,-1 1-1 0 0,1-1 0 0 0,-1 1 1 0 0,0 0-1 0 0,0-1 0 0 0,0 1 0 0 0,0 0 1 0 0,0 0-1 0 0,0-1 0 0 0,-1 1 1 0 0,0 0-1 0 0,1 0 0 0 0,-1 0 1 0 0,0 0-1 0 0,0 0 0 0 0,-1 0 0 0 0,1 0 1 0 0,0 0-1 0 0,-1-1 0 0 0,0 1 1 0 0,0 0-1 0 0,0 0 0 0 0,0 0 0 0 0,0-1 1 0 0,0 1-1 0 0,-1-1 0 0 0,1 1 1 0 0,-1-1-1 0 0,-4 5 0 0 0,-61 69-176 0 0,15-32-2792 0 0,40-36 1225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0 709 4636 0 0,'0'0'-204'0'0,"5"-2"-564"0"0,81-40 928 0 0,-2-4 1 0 0,-2-3 0 0 0,-2-4-1 0 0,85-74 1 0 0,85-78 66 0 0,-204 169-93 0 0,54-54 271 0 0,-94 85-331 0 0,-1 0 0 0 0,0 0-1 0 0,0-1 1 0 0,0 1 0 0 0,6-11 0 0 0,-11 15-6 0 0,0 0-43 0 0,0 0 0 0 0,0 1 0 0 0,0-1 0 0 0,0 0 0 0 0,0 0 0 0 0,-1 1 0 0 0,1-1 0 0 0,0 1 0 0 0,0-1 0 0 0,-1 0 0 0 0,1 1 0 0 0,0-1 0 0 0,-1 1 0 0 0,1-1 0 0 0,-1 1 0 0 0,1-1-1 0 0,-1 1 1 0 0,1-1 0 0 0,-1 1 0 0 0,1-1 0 0 0,-1 1 0 0 0,0-1 0 0 0,1 1 0 0 0,-1 0 0 0 0,0 0 0 0 0,1-1 0 0 0,-1 1 0 0 0,0 0 0 0 0,1 0 0 0 0,-1 0 0 0 0,0 0 0 0 0,1-1 0 0 0,-1 1 0 0 0,0 0 0 0 0,1 0 0 0 0,-1 0 0 0 0,0 1 0 0 0,1-1 0 0 0,-1 0 0 0 0,-1 0 0 0 0,-39 6 84 0 0,13-2-64 0 0,0-1-1 0 0,-31-1 1 0 0,53-2-38 0 0,-3 2 5 0 0,-25 4 17 0 0,27-5-38 0 0,11-1-13 0 0,72-2-26 0 0,-34 6 26 0 0,-22-4-3 0 0,0 2 0 0 0,-1 0 0 0 0,1 1 0 0 0,-1 1 0 0 0,1 1 0 0 0,-1 0 0 0 0,28 14 0 0 0,-46-19 24 0 0,0 1 0 0 0,0 0 0 0 0,0 0 1 0 0,0 0-1 0 0,0 0 0 0 0,-1 0 0 0 0,1 0 0 0 0,0 0 1 0 0,-1 1-1 0 0,1-1 0 0 0,-1 0 0 0 0,1 0 0 0 0,-1 0 0 0 0,1 1 1 0 0,-1-1-1 0 0,0 0 0 0 0,0 0 0 0 0,0 1 0 0 0,0-1 1 0 0,0 0-1 0 0,0 1 0 0 0,0-1 0 0 0,0 0 0 0 0,0 0 0 0 0,0 1 1 0 0,-1-1-1 0 0,1 0 0 0 0,-1 0 0 0 0,1 1 0 0 0,-1-1 1 0 0,1 0-1 0 0,-1 0 0 0 0,1 0 0 0 0,-1 0 0 0 0,0 0 0 0 0,0 0 1 0 0,-1 2-1 0 0,-38 45 23 0 0,32-39-20 0 0,-2 1-705 0 0,-1 1-1 0 0,0-1 0 0 0,0-1 1 0 0,-15 9-1 0 0,16-15-673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8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5 403 4116 0 0,'0'0'-138'0'0,"-5"-22"-204"0"0,12 8 346 0 0,0 0 1 0 0,1 0-1 0 0,0 1 0 0 0,1 0 1 0 0,1 1-1 0 0,0-1 1 0 0,1 2-1 0 0,0 0 1 0 0,0 0-1 0 0,1 1 1 0 0,20-13-1 0 0,6-1-1 0 0,0 1 1 0 0,76-32-1 0 0,-52 29 3 0 0,0 4 0 0 0,2 2 0 0 0,0 3 1 0 0,118-15-1 0 0,-173 31-10 0 0,0 0 0 0 0,-1 1 0 0 0,1 0 1 0 0,0 0-1 0 0,0 1 0 0 0,0 0 0 0 0,0 1 0 0 0,-1 0 1 0 0,1 0-1 0 0,-1 1 0 0 0,0 0 0 0 0,1 0 0 0 0,-1 1 1 0 0,-1 0-1 0 0,13 8 0 0 0,-8-1 2 0 0,1 0 0 0 0,-2 0 0 0 0,0 1 0 0 0,0 0 0 0 0,-1 1-1 0 0,11 18 1 0 0,-17-25 11 0 0,1 1 0 0 0,-2 0 0 0 0,1-1 0 0 0,-1 2 0 0 0,0-1-1 0 0,0 0 1 0 0,0 0 0 0 0,-1 1 0 0 0,-1 0 0 0 0,1-1 0 0 0,-1 1-1 0 0,0 14 1 0 0,-2-17 21 0 0,1 1-1 0 0,-2-1 1 0 0,1 1 0 0 0,0-1-1 0 0,-1 0 1 0 0,0 0-1 0 0,0 0 1 0 0,-1 0-1 0 0,1 0 1 0 0,-1 0 0 0 0,0-1-1 0 0,-1 1 1 0 0,1-1-1 0 0,-1 0 1 0 0,0 0-1 0 0,0 0 1 0 0,0 0-1 0 0,-7 4 1 0 0,-23 16 96 0 0,-2-1 0 0 0,0-2-1 0 0,-1-2 1 0 0,-48 18 0 0 0,-160 42 743 0 0,170-56-417 0 0,17-14-348 0 0,55-9-481 0 0,6-30-2589 0 0,2 20 1780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232 6 4172 0 0,'-1'-1'55'0'0,"0"0"-1"0"0,0 1 1 0 0,0-1-1 0 0,0 1 1 0 0,0-1-1 0 0,-1 1 1 0 0,1-1-1 0 0,0 1 0 0 0,0 0 1 0 0,0 0-1 0 0,0-1 1 0 0,0 1-1 0 0,0 0 1 0 0,-1 0-1 0 0,1 0 1 0 0,0 0-1 0 0,0 0 1 0 0,0 1-1 0 0,0-1 1 0 0,-1 0-1 0 0,1 0 0 0 0,0 1 1 0 0,0-1-1 0 0,-1 1 1 0 0,-35 23 441 0 0,-34 47-473 0 0,57-55 118 0 0,-65 82 8 0 0,79-98-148 0 0,0 1 0 0 0,-1-1 0 0 0,1 1 0 0 0,0-1 0 0 0,0 1 0 0 0,0-1 0 0 0,0 1 0 0 0,0-1 0 0 0,0 1 0 0 0,0-1 0 0 0,0 1 0 0 0,0-1 0 0 0,0 1 0 0 0,0 0 0 0 0,0-1 0 0 0,0 1 0 0 0,0-1 0 0 0,0 1 0 0 0,0-1 0 0 0,1 0 0 0 0,-1 1 0 0 0,0-1 0 0 0,0 1 0 0 0,1-1 0 0 0,-1 1 0 0 0,0-1 0 0 0,1 1 0 0 0,-1-1 0 0 0,0 0 0 0 0,1 1 1 0 0,-1-1-1 0 0,0 0 0 0 0,1 1 0 0 0,-1-1 0 0 0,1 0 0 0 0,-1 0 0 0 0,1 1 0 0 0,-1-1 0 0 0,1 0 0 0 0,-1 0 0 0 0,1 0 0 0 0,-1 0 0 0 0,1 0 0 0 0,-1 1 0 0 0,1-1 0 0 0,-1 0 0 0 0,2 0 0 0 0,26 5 30 0 0,-27-5-27 0 0,127 10 109 0 0,25 3-2042 0 0,-139-10 533 0 0,-5 1 37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282 49 4152 0 0,'0'0'-202'0'0,"-4"-1"-83"0"0,-3-1-82 0 0,8-2 141 0 0,23-5 68 0 0,45-7 88 0 0,-64 15 65 0 0,43-6-2 0 0,1 2 0 0 0,65 1-1 0 0,-101 5 13 0 0,0 0-1 0 0,1 0 1 0 0,-1 1 0 0 0,0 1-1 0 0,0 0 1 0 0,0 1-1 0 0,0 0 1 0 0,-1 1-1 0 0,0 0 1 0 0,0 1-1 0 0,0 1 1 0 0,-1 0-1 0 0,19 14 1 0 0,-6 0 5 0 0,-8-8 4 0 0,-1 1 0 0 0,-1 1 0 0 0,16 19 0 0 0,-26-28-2 0 0,0 0 1 0 0,0 0-1 0 0,-1 1 0 0 0,0-1 1 0 0,0 1-1 0 0,0 0 0 0 0,-1 0 0 0 0,0 0 1 0 0,0 0-1 0 0,-1 1 0 0 0,0-1 1 0 0,0 14-1 0 0,-1-4 29 0 0,-2-1 0 0 0,0 1 0 0 0,-1-1 1 0 0,0 0-1 0 0,-1 0 0 0 0,-1 0 0 0 0,-1 0 0 0 0,0-1 0 0 0,-1 0 1 0 0,-1 0-1 0 0,0-1 0 0 0,-1 0 0 0 0,0 0 0 0 0,-1-1 0 0 0,-13 14 1 0 0,5-10 59 0 0,0 1 1 0 0,-1-2-1 0 0,0-1 1 0 0,-2 0-1 0 0,0-1 0 0 0,0-2 1 0 0,-1 0-1 0 0,-1-1 1 0 0,-32 11-1 0 0,7-6 180 0 0,0-3-1 0 0,0-2 0 0 0,-1-1 1 0 0,-1-3-1 0 0,1-3 0 0 0,-76-1 1 0 0,15-12 851 0 0,107 9-1041 0 0,-32-12-1662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505 5 4052 0 0,'0'0'-199'0'0,"7"-4"-8"0"0,-4 3 194 0 0,-7 5-73 0 0,-40 25 293 0 0,-2-3 1 0 0,-1-1-1 0 0,-74 28 1 0 0,52-24 211 0 0,-79 46-1 0 0,141-72-406 0 0,5-2-4 0 0,0 0-1 0 0,0 0 1 0 0,-1 0 0 0 0,1 0 0 0 0,0 0 0 0 0,0 1 0 0 0,1-1 0 0 0,-1 1 0 0 0,0-1-1 0 0,0 1 1 0 0,1-1 0 0 0,-1 1 0 0 0,-1 2 0 0 0,3-3 3 0 0,58 15 38 0 0,178 10 10 0 0,56 11 11 0 0,-253-30-63 0 0,-19-4-21 0 0,0 0 1 0 0,0 2-1 0 0,31 11 1 0 0,-50-15-127 0 0,-1-1 1 0 0,1 1 0 0 0,0-1-1 0 0,0 1 1 0 0,0-1-1 0 0,-1 1 1 0 0,1 0-1 0 0,0-1 1 0 0,0 1 0 0 0,-1 0-1 0 0,1 0 1 0 0,-1 0-1 0 0,1 0 1 0 0,-1-1 0 0 0,1 1-1 0 0,-1 0 1 0 0,1 2-1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51 18 1280 0 0,'0'0'55'0'0,"1"-1"0"0"0,-1 0 1 0 0,0 1-1 0 0,0-1 0 0 0,1 0 0 0 0,-1 1 0 0 0,0-1 0 0 0,0 0 0 0 0,0 1 0 0 0,0-1 1 0 0,0 0-1 0 0,0 1 0 0 0,0-1 0 0 0,0 0 0 0 0,0 1 0 0 0,0-1 0 0 0,0 0 1 0 0,0 1-1 0 0,-1-1 0 0 0,1 0 0 0 0,0 1 0 0 0,0-1 0 0 0,-1 0 0 0 0,1 1 0 0 0,-1-2 1 0 0,-2 2-40 0 0,0 0 1 0 0,0 1-1 0 0,0-1 1 0 0,1 0 0 0 0,-1 1-1 0 0,0 0 1 0 0,0-1 0 0 0,0 1-1 0 0,1 0 1 0 0,-1 1-1 0 0,1-1 1 0 0,-1 0 0 0 0,1 1-1 0 0,-4 2 1 0 0,4-3 10 0 0,2-1-16 0 0,0 0 0 0 0,0 0 0 0 0,0 0 0 0 0,-1 0 0 0 0,1 0 0 0 0,0 0 0 0 0,0 0 1 0 0,0 0-1 0 0,0 0 0 0 0,-1 1 0 0 0,1-1 0 0 0,0 0 0 0 0,0 0 0 0 0,0 0 0 0 0,0 0 0 0 0,0 0 0 0 0,0 1 0 0 0,-1-1 0 0 0,1 0 0 0 0,0 0 0 0 0,0 0 0 0 0,0 0 0 0 0,0 1 0 0 0,0-1 0 0 0,0 0 0 0 0,0 0 0 0 0,0 0 0 0 0,0 1 0 0 0,0-1 0 0 0,0 0 0 0 0,0 0 0 0 0,0 0 0 0 0,0 1 0 0 0,0-1 0 0 0,0 0 0 0 0,0 0 0 0 0,0 0 0 0 0,0 1 0 0 0,0-1 0 0 0,0 0 0 0 0,0 0 1 0 0,0 0-1 0 0,1 0 0 0 0,-1 1 0 0 0,0-1 0 0 0,0 0 0 0 0,0 0 0 0 0,0 0 0 0 0,0 0 0 0 0,0 0 0 0 0,1 0 0 0 0,-1 1 0 0 0,0-1 0 0 0,0 0 0 0 0,0 0 0 0 0,0 0 0 0 0,1 0 0 0 0,-1 0 0 0 0,0 0 0 0 0,0 0 0 0 0,0 0 0 0 0,1 0 0 0 0,-1 0 0 0 0,0 0 0 0 0,0 0 0 0 0,0 0 0 0 0,1 0 0 0 0,-1 0 0 0 0,0 0 0 0 0,37-6 1728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55 123 5072 0 0,'-5'-17'51'0'0,"0"0"-1"0"0,-1 0 1 0 0,-1 1-1 0 0,-1 0 1 0 0,-15-24-1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61 74 3148 0 0,'9'-47'693'0'0,"-8"46"-603"0"0,-1 0 1 0 0,1-1-1 0 0,-1 1 1 0 0,1-1-1 0 0,-1 1 1 0 0,0-1-1 0 0,0 1 1 0 0,0-1-1 0 0,0 1 0 0 0,0-1 1 0 0,0 1-1 0 0,0-1 1 0 0,0 1-1 0 0,0-1 1 0 0,-1 1-1 0 0,1-2 1 0 0,-13 16 883 0 0,-18 42-594 0 0,26-46-353 0 0,1 1 0 0 0,0 0 0 0 0,1 0 0 0 0,0 0 1 0 0,0 1-1 0 0,1-1 0 0 0,1 1 0 0 0,0 0 0 0 0,0-1 1 0 0,1 1-1 0 0,0 0 0 0 0,1-1 0 0 0,2 13 0 0 0,-2-18-15 0 0,0-1-1 0 0,0 1 0 0 0,1-1 0 0 0,0 0 0 0 0,0 1 0 0 0,0-1 1 0 0,0 0-1 0 0,0 0 0 0 0,1 0 0 0 0,0-1 0 0 0,0 1 0 0 0,0 0 1 0 0,0-1-1 0 0,0 0 0 0 0,1 0 0 0 0,0 0 0 0 0,-1 0 0 0 0,1-1 1 0 0,0 1-1 0 0,0-1 0 0 0,1 0 0 0 0,-1 0 0 0 0,0-1 0 0 0,1 1 1 0 0,-1-1-1 0 0,1 0 0 0 0,-1 0 0 0 0,1 0 0 0 0,-1-1 0 0 0,1 1 1 0 0,7-2-1 0 0,1 1-77 0 0,-1-1 0 0 0,0 0 0 0 0,0-1 0 0 0,0 0 0 0 0,0-1 0 0 0,0 0 0 0 0,-1-1 0 0 0,13-5 0 0 0,-15 4-492 0 0,1 0-1 0 0,-1-1 1 0 0,0 0 0 0 0,-1 0-1 0 0,13-13 1 0 0,-6 2-1113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44 60 5276 0 0,'-13'-59'1997'0'0,"1"81"-1893"0"0,8-11-67 0 0,1 1 0 0 0,0 0 0 0 0,1-1 0 0 0,0 1 0 0 0,1 0 0 0 0,1 23 0 0 0,-1-1-23 0 0,-2 88-3839 0 0,3-102 1856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89 0 4876 0 0,'-14'23'-317'0'0,"2"1"-1"0"0,0 0 1 0 0,-13 40-1 0 0,20-50 384 0 0,0 0 0 0 0,1 1 0 0 0,0-1 0 0 0,1 1 0 0 0,1 0 0 0 0,0-1-1 0 0,2 1 1 0 0,-1 0 0 0 0,2 0 0 0 0,2 23 0 0 0,-1-34-52 0 0,-1-1 0 0 0,1 1 0 0 0,-1-1 0 0 0,1 1-1 0 0,0-1 1 0 0,0 0 0 0 0,1 0 0 0 0,-1 0 0 0 0,1 0 0 0 0,-1 0 0 0 0,1 0-1 0 0,0-1 1 0 0,0 1 0 0 0,0-1 0 0 0,1 0 0 0 0,-1 0 0 0 0,0 0 0 0 0,1 0 0 0 0,-1 0-1 0 0,1-1 1 0 0,0 0 0 0 0,-1 0 0 0 0,1 0 0 0 0,0 0 0 0 0,0 0 0 0 0,0-1-1 0 0,0 0 1 0 0,0 0 0 0 0,-1 0 0 0 0,6-1 0 0 0,5 1-263 0 0,0-2-1 0 0,-1 0 1 0 0,1 0 0 0 0,-1-1-1 0 0,0-1 1 0 0,0 0 0 0 0,17-9-1 0 0,11-8-660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43 102 3808 0 0,'-38'-68'3025'0'0,"37"67"-2895"0"0,-3-21-4239 0 0,11 11 3111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49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36 3592 0 0,'-22'0'2961'0'0,"27"-4"-2867"0"0,0 0-60 0 0,0 1 0 0 0,1-1-1 0 0,0 1 1 0 0,-1 0 0 0 0,1 1-1 0 0,0-1 1 0 0,1 1 0 0 0,-1 0-1 0 0,0 1 1 0 0,1-1 0 0 0,9 0-1 0 0,-14 2-31 0 0,1 0-1 0 0,-1-1 0 0 0,0 1 1 0 0,1 0-1 0 0,-1 0 0 0 0,0 1 1 0 0,1-1-1 0 0,-1 0 0 0 0,0 1 1 0 0,1-1-1 0 0,-1 1 0 0 0,0 0 1 0 0,0 0-1 0 0,0 0 1 0 0,0 0-1 0 0,1 0 0 0 0,-2 0 1 0 0,1 1-1 0 0,0-1 0 0 0,0 1 1 0 0,0-1-1 0 0,-1 1 0 0 0,1 0 1 0 0,0-1-1 0 0,-1 1 0 0 0,0 0 1 0 0,1 0-1 0 0,-1 0 0 0 0,0 0 1 0 0,0 0-1 0 0,0 0 1 0 0,0 1-1 0 0,-1-1 0 0 0,1 0 1 0 0,-1 0-1 0 0,1 1 0 0 0,-1 2 1 0 0,0 8-1 0 0,-1 0 0 0 0,-1-1 0 0 0,0 1 0 0 0,-1-1 1 0 0,0 0-1 0 0,-1 0 0 0 0,0 0 0 0 0,-1 0 0 0 0,-7 13 0 0 0,-6 19-16 0 0,17-43 15 0 0,0 0 0 0 0,1-1 0 0 0,-1 1 0 0 0,0 0 0 0 0,1 0 0 0 0,0 0 0 0 0,-1 0 0 0 0,1 0 0 0 0,-1 0-1 0 0,1 1 1 0 0,0-1 0 0 0,0 0 0 0 0,0 0 0 0 0,0 0 0 0 0,-1 0 0 0 0,1 0 0 0 0,1 0 0 0 0,-1 0 0 0 0,0 0 0 0 0,0 0 0 0 0,0 1-1 0 0,1-1 1 0 0,-1 0 0 0 0,0 0 0 0 0,1 0 0 0 0,-1 0 0 0 0,1 0 0 0 0,-1 0 0 0 0,1-1 0 0 0,-1 1 0 0 0,1 0 0 0 0,0 0 0 0 0,1 1-1 0 0,1-1-1 0 0,1-1 0 0 0,-1 1 1 0 0,1-1-1 0 0,-1 0 0 0 0,0 0 0 0 0,1-1 0 0 0,-1 1 0 0 0,0-1 0 0 0,1 1 0 0 0,5-3 0 0 0,59-18-1043 0 0,67-31-1 0 0,-98 37-242 0 0,15-5-552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1T01:52:51.50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3492 0 972 0 0,'0'0'4861'0'0,"-2"4"-4834"0"0,0-2-25 0 0,1 0 0 0 0,0 1 1 0 0,-1-1-1 0 0,1 0 0 0 0,0 1 0 0 0,1 0 0 0 0,-1-1 1 0 0,0 1-1 0 0,1-1 0 0 0,-1 1 0 0 0,1 0 1 0 0,0-1-1 0 0,0 1 0 0 0,0 0 0 0 0,0 0 1 0 0,1-1-1 0 0,-1 1 0 0 0,1-1 0 0 0,-1 1 1 0 0,1 0-1 0 0,0-1 0 0 0,2 4 0 0 0,-2-4 0 0 0,-1 1 0 0 0,1 0-1 0 0,0 0 1 0 0,-1-1 0 0 0,1 1 0 0 0,-1 0-1 0 0,0 0 1 0 0,0 0 0 0 0,-1 3 0 0 0,1 1 0 0 0,3 103 8 0 0,22 17-22 0 0,-21-80 39 0 0,-3-42-22 0 0,0 0 0 0 0,0 0-1 0 0,-1 0 1 0 0,0 0 0 0 0,0 0-1 0 0,0 0 1 0 0,-1 5 0 0 0,0-8-16 0 0,1-1 16 0 0,0 1 0 0 0,-1-1 0 0 0,1 1 0 0 0,-1-1 0 0 0,1 1 0 0 0,-1-1 0 0 0,0 1 0 0 0,1-1 0 0 0,-1 0 0 0 0,0 1 0 0 0,0-1 0 0 0,0 0 0 0 0,0 0 0 0 0,0 0 0 0 0,0 0 0 0 0,0 0 0 0 0,0 0 0 0 0,-1 0 0 0 0,1 0 0 0 0,0 0 0 0 0,-1 0 0 0 0,1-1 0 0 0,0 1 0 0 0,-1 0 0 0 0,1-1 0 0 0,-1 0 0 0 0,1 1 0 0 0,-1-1 0 0 0,1 0 0 0 0,-1 1 0 0 0,-1-1 0 0 0,-60 4 54 0 0,53-5-56 0 0,-100 1 65 0 0,-42 5-10 0 0,149-5-66 0 0,-7-1 4 0 0,0 1 1 0 0,-1 0 0 0 0,1 0-1 0 0,-15 3 1 0 0,15-2 10 0 0,-92-6-31 0 0,99 5 12 0 0,-4 2 12 0 0,-1-1-1 0 0,1 0 1 0 0,0-1-1 0 0,-1 1 1 0 0,1-1-1 0 0,-12-2 1 0 0,3 1 0 0 0,-182 11 39 0 0,-33 1-65 0 0,175-7 60 0 0,-132 14 16 0 0,133-13-52 0 0,-25 3 9 0 0,48-4-2 0 0,-59 1-1 0 0,-76 9 11 0 0,15-1-8 0 0,65-3 7 0 0,-56 10-16 0 0,45-5-27 0 0,-42 4 54 0 0,-122-5 17 0 0,212-13-54 0 0,-47 4 9 0 0,-83 0 10 0 0,177-5-13 0 0,-53 0 28 0 0,-20-8-36 0 0,-12-2 10 0 0,85 10 12 0 0,-7-1 60 0 0,0-1 1 0 0,-1 0-1 0 0,1 0 1 0 0,-17-7-1 0 0,25 8-28 0 0,-28-20 306 0 0,24 15-316 0 0,0 0-1 0 0,1-1 1 0 0,-1 1 0 0 0,1-1 0 0 0,-5-10 0 0 0,2 5-14 0 0,5 5-8 0 0,0 0-1 0 0,1 0 1 0 0,-1 0 0 0 0,1-1-1 0 0,-1-9 1 0 0,-1 1 1 0 0,4 14-15 0 0,-1 0 7 0 0,-1-6-1 0 0,1 4-1 0 0,0 2 2 0 0,-1-1-1 0 0,1 1 1 0 0,0-1-1 0 0,0 1 1 0 0,0-1-1 0 0,0 0 1 0 0,0 1-1 0 0,0-1 1 0 0,1 0-1 0 0,-1 0 1 0 0,1 1-1 0 0,0-1 1 0 0,0-3-1 0 0,0 1 1 0 0,0 0 0 0 0,0 0-1 0 0,-1 0 1 0 0,0 0-1 0 0,0 0 1 0 0,0 0-1 0 0,0 0 1 0 0,-3-6-1 0 0,3 10 2 0 0,-4-67 16 0 0,10 21-83 0 0,-5 46 62 0 0,5-31 107 0 0,-6 18-198 0 0,-9 8 29 0 0,-12 17 32 0 0,7 1 31 0 0,2-1-1 0 0,-1 2 1 0 0,-22 27 0 0 0,11-11-14 0 0,-8 10-5 0 0,33-39 25 0 0,0-23 119 0 0,7-1-129 0 0,2 0-1 0 0,1 1 1 0 0,1 0 0 0 0,0 1 0 0 0,2 0-1 0 0,19-25 1 0 0,-23 34-17 0 0,27-33-76 0 0,-35 44 90 0 0,4 0-53 0 0,-4 1 60 0 0,0 1 1 0 0,-1-1-1 0 0,1 0 1 0 0,0 1-1 0 0,0 0 1 0 0,0-1-1 0 0,-1 1 1 0 0,1-1-1 0 0,0 1 1 0 0,0 0-1 0 0,0 0 1 0 0,0-1-1 0 0,0 1 1 0 0,0 0-1 0 0,0 0 0 0 0,0 0 1 0 0,0 0-1 0 0,-1 0 1 0 0,1 0-1 0 0,0 0 1 0 0,0 1-1 0 0,0-1 1 0 0,0 0-1 0 0,0 0 1 0 0,1 1-1 0 0,58 17-29 0 0,-24-8 20 0 0,41 17 1 0 0,-60-17 104 0 0,8 3-3481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9T08:00:14.57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530 491 5729 0 0,'0'0'-54'0'0,"-16"0"779"0"0,12 0-611 0 0,3 0-53 0 0,0 0 0 0 0,0 1-1 0 0,1-1 1 0 0,-1 0 0 0 0,0 0-1 0 0,0 0 1 0 0,0 0-1 0 0,0 0 1 0 0,0 0 0 0 0,0 0-1 0 0,1 0 1 0 0,-1 0 0 0 0,0 0-1 0 0,0 0 1 0 0,0-1-1 0 0,0 1 1 0 0,1 0 0 0 0,-1-1-1 0 0,0 1 1 0 0,0-1 0 0 0,1 1-1 0 0,-1-1 1 0 0,0 0-1 0 0,0 1 1 0 0,1-1 0 0 0,-1 0-1 0 0,1 0 1 0 0,-1 1 0 0 0,0-1-1 0 0,1 0 1 0 0,-1 0-1 0 0,1 0 1 0 0,0 0 0 0 0,-1 0-1 0 0,1 0 1 0 0,0 0 0 0 0,-1-1-1 0 0,1-1 41 0 0,25-49 321 0 0,-8 26-384 0 0,1 2 0 0 0,1 0 0 0 0,1 2 0 0 0,1 0 0 0 0,1 2 0 0 0,0 1 0 0 0,0 1 0 0 0,36-21 0 0 0,208-95-41 0 0,-245 125 21 0 0,23-6-20 0 0,0 2 1 0 0,1 2 0 0 0,0 3 0 0 0,0 3 0 0 0,55 1 0 0 0,1-1-5 0 0,-82 4-5 0 0,0 2-1 0 0,0 1 1 0 0,0 1 0 0 0,0 1 0 0 0,0 1 0 0 0,-1 0 0 0 0,1 2-1 0 0,-1 1 1 0 0,0 1 0 0 0,-1 1 0 0 0,18 13 0 0 0,22 20 4 0 0,95 95 0 0 0,-128-114 10 0 0,10 9 16 0 0,-1 3 1 0 0,-1 1-1 0 0,-2 2 1 0 0,-1 1-1 0 0,48 88 1 0 0,-59-94-12 0 0,-1 2-1 0 0,-1 0 1 0 0,-2 1 0 0 0,-1 1 0 0 0,-1 0 0 0 0,-2 1-1 0 0,-1 1 1 0 0,9 79 0 0 0,-14-59 19 0 0,-2 1 0 0 0,-2-1 0 0 0,-2 0 0 0 0,-10 68 0 0 0,4-61-5 0 0,-2 0 0 0 0,-2-2 0 0 0,-3 1 0 0 0,-2-2 0 0 0,-45 116 0 0 0,37-122-4 0 0,-3-2 0 0 0,-1-1 1 0 0,-2-2-1 0 0,-2-1 0 0 0,-64 75 0 0 0,50-73 20 0 0,-2-2-1 0 0,-2-3 1 0 0,-1-3-1 0 0,-60 39 1 0 0,72-60 0 0 0,0-1 0 0 0,-1-3 0 0 0,-1-2 0 0 0,-84 24 0 0 0,-20-21 371 0 0,139-21-364 0 0,1-1 1 0 0,-1 0-1 0 0,0 0 0 0 0,1 0 0 0 0,-8-3 0 0 0,-24 0 162 0 0,-218-19 95 0 0,205 16-268 0 0,-41-12 18 0 0,28 3-10 0 0,39 10 13 0 0,-45-16 1 0 0,59 16-24 0 0,-12-3 77 0 0,0-1 0 0 0,1-1 0 0 0,0-2 0 0 0,1-1 0 0 0,0-1-1 0 0,1-1 1 0 0,0-1 0 0 0,-32-34 0 0 0,26 21-26 0 0,1-2-1 0 0,2 0 0 0 0,0-2 1 0 0,-36-72-1 0 0,46 72-60 0 0,8 20-8 0 0,0 0 0 0 0,-1 0 1 0 0,-9-15-1 0 0,14 27-17 0 0,0-1-46 0 0,1 0-1 0 0,-1 0 0 0 0,0 0 0 0 0,1 0 1 0 0,-1 1-1 0 0,0-1 0 0 0,0 0 1 0 0,0 1-1 0 0,0-1 0 0 0,0 1 0 0 0,0-1 1 0 0,0 1-1 0 0,0-1 0 0 0,-1 1 1 0 0,0-1-1 0 0,-4 26 22 0 0,1 0 0 0 0,1 1 0 0 0,0 0 0 0 0,0 46 0 0 0,-4 28 33 0 0,-12 71 24 0 0,15-124 314 0 0,6-63 568 0 0,3-50-479 0 0,-2-6-354 0 0,2 0 0 0 0,3 0-1 0 0,3 1 1 0 0,2 0 0 0 0,34-119 0 0 0,-26 129-182 0 0,-20 60 85 0 0,0 0-342 0 0,0 2 353 0 0,0 0 0 0 0,0-1 0 0 0,0 1 0 0 0,0 0 0 0 0,0 0 0 0 0,0-1 0 0 0,0 1 0 0 0,0 0 0 0 0,0 0-1 0 0,0 0 1 0 0,1-1 0 0 0,-1 1 0 0 0,0 0 0 0 0,0 0 0 0 0,0 0 0 0 0,0 0 0 0 0,0-1 0 0 0,0 1 0 0 0,0 0 0 0 0,1 0 0 0 0,-1 0-1 0 0,0 0 1 0 0,0 0 0 0 0,0-1 0 0 0,0 1 0 0 0,1 0 0 0 0,-1 0 0 0 0,0 0 0 0 0,0 0 0 0 0,0 0 0 0 0,0 0 0 0 0,1 0 0 0 0,-1 0 0 0 0,0 0-1 0 0,0 0 1 0 0,0 0 0 0 0,0 0 0 0 0,1 0 0 0 0,-1 0 0 0 0,0 0 0 0 0,0 0 0 0 0,0 0 0 0 0,0 0 0 0 0,1 0 0 0 0,-1 0 0 0 0,0 0 0 0 0,0 1-1 0 0,0-1 1 0 0,1 0 0 0 0,20 12 0 0 0,1-2 0 0 0,0 0 0 0 0,47 11 0 0 0,79 6-27 0 0,-80-16 29 0 0,-24-5 8 0 0,-26-5 0 0 0,0 2 1 0 0,30 9-1 0 0,7-4 106 0 0,-52-8-84 0 0,6 2 161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63499C-1FAC-4F66-96F8-6DA2CC28B7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010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117" Type="http://schemas.openxmlformats.org/officeDocument/2006/relationships/image" Target="../media/image58.png"/><Relationship Id="rId21" Type="http://schemas.openxmlformats.org/officeDocument/2006/relationships/image" Target="../media/image16.png"/><Relationship Id="rId42" Type="http://schemas.openxmlformats.org/officeDocument/2006/relationships/customXml" Target="../ink/ink21.xml"/><Relationship Id="rId47" Type="http://schemas.openxmlformats.org/officeDocument/2006/relationships/image" Target="../media/image29.png"/><Relationship Id="rId63" Type="http://schemas.openxmlformats.org/officeDocument/2006/relationships/image" Target="../media/image37.png"/><Relationship Id="rId68" Type="http://schemas.openxmlformats.org/officeDocument/2006/relationships/customXml" Target="../ink/ink35.xml"/><Relationship Id="rId84" Type="http://schemas.openxmlformats.org/officeDocument/2006/relationships/customXml" Target="../ink/ink45.xml"/><Relationship Id="rId89" Type="http://schemas.openxmlformats.org/officeDocument/2006/relationships/customXml" Target="../ink/ink50.xml"/><Relationship Id="rId112" Type="http://schemas.openxmlformats.org/officeDocument/2006/relationships/customXml" Target="../ink/ink62.xml"/><Relationship Id="rId133" Type="http://schemas.openxmlformats.org/officeDocument/2006/relationships/customXml" Target="../ink/ink76.xml"/><Relationship Id="rId138" Type="http://schemas.openxmlformats.org/officeDocument/2006/relationships/image" Target="../media/image65.png"/><Relationship Id="rId16" Type="http://schemas.openxmlformats.org/officeDocument/2006/relationships/customXml" Target="../ink/ink8.xml"/><Relationship Id="rId107" Type="http://schemas.openxmlformats.org/officeDocument/2006/relationships/image" Target="../media/image53.png"/><Relationship Id="rId11" Type="http://schemas.openxmlformats.org/officeDocument/2006/relationships/image" Target="../media/image11.png"/><Relationship Id="rId32" Type="http://schemas.openxmlformats.org/officeDocument/2006/relationships/customXml" Target="../ink/ink16.xml"/><Relationship Id="rId37" Type="http://schemas.openxmlformats.org/officeDocument/2006/relationships/image" Target="../media/image24.png"/><Relationship Id="rId53" Type="http://schemas.openxmlformats.org/officeDocument/2006/relationships/image" Target="../media/image32.png"/><Relationship Id="rId58" Type="http://schemas.openxmlformats.org/officeDocument/2006/relationships/customXml" Target="../ink/ink29.xml"/><Relationship Id="rId74" Type="http://schemas.openxmlformats.org/officeDocument/2006/relationships/customXml" Target="../ink/ink38.xml"/><Relationship Id="rId79" Type="http://schemas.openxmlformats.org/officeDocument/2006/relationships/image" Target="../media/image44.png"/><Relationship Id="rId102" Type="http://schemas.openxmlformats.org/officeDocument/2006/relationships/customXml" Target="../ink/ink57.xml"/><Relationship Id="rId123" Type="http://schemas.openxmlformats.org/officeDocument/2006/relationships/image" Target="../media/image61.png"/><Relationship Id="rId128" Type="http://schemas.openxmlformats.org/officeDocument/2006/relationships/customXml" Target="../ink/ink71.xml"/><Relationship Id="rId144" Type="http://schemas.openxmlformats.org/officeDocument/2006/relationships/image" Target="../media/image68.png"/><Relationship Id="rId5" Type="http://schemas.openxmlformats.org/officeDocument/2006/relationships/image" Target="../media/image8.png"/><Relationship Id="rId90" Type="http://schemas.openxmlformats.org/officeDocument/2006/relationships/customXml" Target="../ink/ink51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9.png"/><Relationship Id="rId43" Type="http://schemas.openxmlformats.org/officeDocument/2006/relationships/image" Target="../media/image27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9.png"/><Relationship Id="rId113" Type="http://schemas.openxmlformats.org/officeDocument/2006/relationships/image" Target="../media/image56.png"/><Relationship Id="rId118" Type="http://schemas.openxmlformats.org/officeDocument/2006/relationships/customXml" Target="../ink/ink65.xml"/><Relationship Id="rId134" Type="http://schemas.openxmlformats.org/officeDocument/2006/relationships/image" Target="../media/image63.png"/><Relationship Id="rId139" Type="http://schemas.openxmlformats.org/officeDocument/2006/relationships/customXml" Target="../ink/ink79.xml"/><Relationship Id="rId80" Type="http://schemas.openxmlformats.org/officeDocument/2006/relationships/customXml" Target="../ink/ink41.xml"/><Relationship Id="rId85" Type="http://schemas.openxmlformats.org/officeDocument/2006/relationships/customXml" Target="../ink/ink46.xml"/><Relationship Id="rId3" Type="http://schemas.openxmlformats.org/officeDocument/2006/relationships/image" Target="../media/image7.png"/><Relationship Id="rId12" Type="http://schemas.openxmlformats.org/officeDocument/2006/relationships/customXml" Target="../ink/ink6.xml"/><Relationship Id="rId17" Type="http://schemas.openxmlformats.org/officeDocument/2006/relationships/image" Target="../media/image14.png"/><Relationship Id="rId25" Type="http://schemas.openxmlformats.org/officeDocument/2006/relationships/image" Target="../media/image18.png"/><Relationship Id="rId33" Type="http://schemas.openxmlformats.org/officeDocument/2006/relationships/image" Target="../media/image22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5.png"/><Relationship Id="rId67" Type="http://schemas.openxmlformats.org/officeDocument/2006/relationships/image" Target="../media/image38.png"/><Relationship Id="rId103" Type="http://schemas.openxmlformats.org/officeDocument/2006/relationships/image" Target="../media/image51.png"/><Relationship Id="rId108" Type="http://schemas.openxmlformats.org/officeDocument/2006/relationships/customXml" Target="../ink/ink60.xml"/><Relationship Id="rId116" Type="http://schemas.openxmlformats.org/officeDocument/2006/relationships/customXml" Target="../ink/ink64.xml"/><Relationship Id="rId124" Type="http://schemas.openxmlformats.org/officeDocument/2006/relationships/customXml" Target="../ink/ink68.xml"/><Relationship Id="rId129" Type="http://schemas.openxmlformats.org/officeDocument/2006/relationships/customXml" Target="../ink/ink72.xml"/><Relationship Id="rId137" Type="http://schemas.openxmlformats.org/officeDocument/2006/relationships/customXml" Target="../ink/ink78.xml"/><Relationship Id="rId20" Type="http://schemas.openxmlformats.org/officeDocument/2006/relationships/customXml" Target="../ink/ink10.xml"/><Relationship Id="rId41" Type="http://schemas.openxmlformats.org/officeDocument/2006/relationships/image" Target="../media/image26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6.xml"/><Relationship Id="rId75" Type="http://schemas.openxmlformats.org/officeDocument/2006/relationships/image" Target="../media/image42.png"/><Relationship Id="rId83" Type="http://schemas.openxmlformats.org/officeDocument/2006/relationships/customXml" Target="../ink/ink44.xml"/><Relationship Id="rId88" Type="http://schemas.openxmlformats.org/officeDocument/2006/relationships/customXml" Target="../ink/ink49.xml"/><Relationship Id="rId91" Type="http://schemas.openxmlformats.org/officeDocument/2006/relationships/image" Target="../media/image45.png"/><Relationship Id="rId96" Type="http://schemas.openxmlformats.org/officeDocument/2006/relationships/customXml" Target="../ink/ink54.xml"/><Relationship Id="rId111" Type="http://schemas.openxmlformats.org/officeDocument/2006/relationships/image" Target="../media/image55.png"/><Relationship Id="rId132" Type="http://schemas.openxmlformats.org/officeDocument/2006/relationships/customXml" Target="../ink/ink75.xml"/><Relationship Id="rId140" Type="http://schemas.openxmlformats.org/officeDocument/2006/relationships/image" Target="../media/image66.png"/><Relationship Id="rId145" Type="http://schemas.openxmlformats.org/officeDocument/2006/relationships/customXml" Target="../ink/ink8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5" Type="http://schemas.openxmlformats.org/officeDocument/2006/relationships/image" Target="../media/image13.png"/><Relationship Id="rId23" Type="http://schemas.openxmlformats.org/officeDocument/2006/relationships/image" Target="../media/image17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30.png"/><Relationship Id="rId57" Type="http://schemas.openxmlformats.org/officeDocument/2006/relationships/image" Target="../media/image34.png"/><Relationship Id="rId106" Type="http://schemas.openxmlformats.org/officeDocument/2006/relationships/customXml" Target="../ink/ink59.xml"/><Relationship Id="rId114" Type="http://schemas.openxmlformats.org/officeDocument/2006/relationships/customXml" Target="../ink/ink63.xml"/><Relationship Id="rId119" Type="http://schemas.openxmlformats.org/officeDocument/2006/relationships/image" Target="../media/image59.png"/><Relationship Id="rId127" Type="http://schemas.openxmlformats.org/officeDocument/2006/relationships/customXml" Target="../ink/ink70.xml"/><Relationship Id="rId10" Type="http://schemas.openxmlformats.org/officeDocument/2006/relationships/customXml" Target="../ink/ink5.xml"/><Relationship Id="rId31" Type="http://schemas.openxmlformats.org/officeDocument/2006/relationships/image" Target="../media/image21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customXml" Target="../ink/ink33.xml"/><Relationship Id="rId73" Type="http://schemas.openxmlformats.org/officeDocument/2006/relationships/image" Target="../media/image41.png"/><Relationship Id="rId78" Type="http://schemas.openxmlformats.org/officeDocument/2006/relationships/customXml" Target="../ink/ink40.xml"/><Relationship Id="rId81" Type="http://schemas.openxmlformats.org/officeDocument/2006/relationships/customXml" Target="../ink/ink42.xml"/><Relationship Id="rId86" Type="http://schemas.openxmlformats.org/officeDocument/2006/relationships/customXml" Target="../ink/ink47.xml"/><Relationship Id="rId94" Type="http://schemas.openxmlformats.org/officeDocument/2006/relationships/customXml" Target="../ink/ink53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7.xml"/><Relationship Id="rId130" Type="http://schemas.openxmlformats.org/officeDocument/2006/relationships/customXml" Target="../ink/ink73.xml"/><Relationship Id="rId135" Type="http://schemas.openxmlformats.org/officeDocument/2006/relationships/customXml" Target="../ink/ink77.xml"/><Relationship Id="rId143" Type="http://schemas.openxmlformats.org/officeDocument/2006/relationships/customXml" Target="../ink/ink81.xml"/><Relationship Id="rId4" Type="http://schemas.openxmlformats.org/officeDocument/2006/relationships/customXml" Target="../ink/ink2.xml"/><Relationship Id="rId9" Type="http://schemas.openxmlformats.org/officeDocument/2006/relationships/image" Target="../media/image10.png"/><Relationship Id="rId13" Type="http://schemas.openxmlformats.org/officeDocument/2006/relationships/image" Target="../media/image12.png"/><Relationship Id="rId18" Type="http://schemas.openxmlformats.org/officeDocument/2006/relationships/customXml" Target="../ink/ink9.xml"/><Relationship Id="rId39" Type="http://schemas.openxmlformats.org/officeDocument/2006/relationships/image" Target="../media/image25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33.png"/><Relationship Id="rId76" Type="http://schemas.openxmlformats.org/officeDocument/2006/relationships/customXml" Target="../ink/ink39.xml"/><Relationship Id="rId97" Type="http://schemas.openxmlformats.org/officeDocument/2006/relationships/image" Target="../media/image48.png"/><Relationship Id="rId104" Type="http://schemas.openxmlformats.org/officeDocument/2006/relationships/customXml" Target="../ink/ink58.xml"/><Relationship Id="rId120" Type="http://schemas.openxmlformats.org/officeDocument/2006/relationships/customXml" Target="../ink/ink66.xml"/><Relationship Id="rId125" Type="http://schemas.openxmlformats.org/officeDocument/2006/relationships/image" Target="../media/image62.png"/><Relationship Id="rId141" Type="http://schemas.openxmlformats.org/officeDocument/2006/relationships/customXml" Target="../ink/ink80.xml"/><Relationship Id="rId146" Type="http://schemas.openxmlformats.org/officeDocument/2006/relationships/image" Target="../media/image69.png"/><Relationship Id="rId7" Type="http://schemas.openxmlformats.org/officeDocument/2006/relationships/image" Target="../media/image9.png"/><Relationship Id="rId71" Type="http://schemas.openxmlformats.org/officeDocument/2006/relationships/image" Target="../media/image40.png"/><Relationship Id="rId92" Type="http://schemas.openxmlformats.org/officeDocument/2006/relationships/customXml" Target="../ink/ink52.xml"/><Relationship Id="rId2" Type="http://schemas.openxmlformats.org/officeDocument/2006/relationships/customXml" Target="../ink/ink1.xml"/><Relationship Id="rId29" Type="http://schemas.openxmlformats.org/officeDocument/2006/relationships/image" Target="../media/image20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8.png"/><Relationship Id="rId66" Type="http://schemas.openxmlformats.org/officeDocument/2006/relationships/customXml" Target="../ink/ink34.xml"/><Relationship Id="rId87" Type="http://schemas.openxmlformats.org/officeDocument/2006/relationships/customXml" Target="../ink/ink48.xml"/><Relationship Id="rId110" Type="http://schemas.openxmlformats.org/officeDocument/2006/relationships/customXml" Target="../ink/ink61.xml"/><Relationship Id="rId115" Type="http://schemas.openxmlformats.org/officeDocument/2006/relationships/image" Target="../media/image57.png"/><Relationship Id="rId131" Type="http://schemas.openxmlformats.org/officeDocument/2006/relationships/customXml" Target="../ink/ink74.xml"/><Relationship Id="rId136" Type="http://schemas.openxmlformats.org/officeDocument/2006/relationships/image" Target="../media/image64.png"/><Relationship Id="rId61" Type="http://schemas.openxmlformats.org/officeDocument/2006/relationships/image" Target="../media/image36.png"/><Relationship Id="rId82" Type="http://schemas.openxmlformats.org/officeDocument/2006/relationships/customXml" Target="../ink/ink43.xml"/><Relationship Id="rId19" Type="http://schemas.openxmlformats.org/officeDocument/2006/relationships/image" Target="../media/image15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23.png"/><Relationship Id="rId56" Type="http://schemas.openxmlformats.org/officeDocument/2006/relationships/customXml" Target="../ink/ink28.xml"/><Relationship Id="rId77" Type="http://schemas.openxmlformats.org/officeDocument/2006/relationships/image" Target="../media/image43.png"/><Relationship Id="rId100" Type="http://schemas.openxmlformats.org/officeDocument/2006/relationships/customXml" Target="../ink/ink56.xml"/><Relationship Id="rId105" Type="http://schemas.openxmlformats.org/officeDocument/2006/relationships/image" Target="../media/image52.png"/><Relationship Id="rId126" Type="http://schemas.openxmlformats.org/officeDocument/2006/relationships/customXml" Target="../ink/ink69.xml"/><Relationship Id="rId8" Type="http://schemas.openxmlformats.org/officeDocument/2006/relationships/customXml" Target="../ink/ink4.xml"/><Relationship Id="rId51" Type="http://schemas.openxmlformats.org/officeDocument/2006/relationships/image" Target="../media/image31.png"/><Relationship Id="rId72" Type="http://schemas.openxmlformats.org/officeDocument/2006/relationships/customXml" Target="../ink/ink37.xml"/><Relationship Id="rId93" Type="http://schemas.openxmlformats.org/officeDocument/2006/relationships/image" Target="../media/image46.png"/><Relationship Id="rId98" Type="http://schemas.openxmlformats.org/officeDocument/2006/relationships/customXml" Target="../ink/ink55.xml"/><Relationship Id="rId121" Type="http://schemas.openxmlformats.org/officeDocument/2006/relationships/image" Target="../media/image60.png"/><Relationship Id="rId142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5.xml"/><Relationship Id="rId117" Type="http://schemas.openxmlformats.org/officeDocument/2006/relationships/customXml" Target="../ink/ink153.xml"/><Relationship Id="rId21" Type="http://schemas.openxmlformats.org/officeDocument/2006/relationships/image" Target="../media/image79.png"/><Relationship Id="rId42" Type="http://schemas.openxmlformats.org/officeDocument/2006/relationships/customXml" Target="../ink/ink103.xml"/><Relationship Id="rId47" Type="http://schemas.openxmlformats.org/officeDocument/2006/relationships/image" Target="../media/image92.png"/><Relationship Id="rId63" Type="http://schemas.openxmlformats.org/officeDocument/2006/relationships/image" Target="../media/image100.png"/><Relationship Id="rId68" Type="http://schemas.openxmlformats.org/officeDocument/2006/relationships/customXml" Target="../ink/ink116.xml"/><Relationship Id="rId84" Type="http://schemas.openxmlformats.org/officeDocument/2006/relationships/customXml" Target="../ink/ink124.xml"/><Relationship Id="rId89" Type="http://schemas.openxmlformats.org/officeDocument/2006/relationships/image" Target="../media/image113.png"/><Relationship Id="rId112" Type="http://schemas.openxmlformats.org/officeDocument/2006/relationships/customXml" Target="../ink/ink148.xml"/><Relationship Id="rId133" Type="http://schemas.openxmlformats.org/officeDocument/2006/relationships/customXml" Target="../ink/ink169.xml"/><Relationship Id="rId16" Type="http://schemas.openxmlformats.org/officeDocument/2006/relationships/customXml" Target="../ink/ink90.xml"/><Relationship Id="rId107" Type="http://schemas.openxmlformats.org/officeDocument/2006/relationships/customXml" Target="../ink/ink143.xml"/><Relationship Id="rId11" Type="http://schemas.openxmlformats.org/officeDocument/2006/relationships/image" Target="../media/image74.png"/><Relationship Id="rId32" Type="http://schemas.openxmlformats.org/officeDocument/2006/relationships/customXml" Target="../ink/ink98.xml"/><Relationship Id="rId37" Type="http://schemas.openxmlformats.org/officeDocument/2006/relationships/image" Target="../media/image87.png"/><Relationship Id="rId53" Type="http://schemas.openxmlformats.org/officeDocument/2006/relationships/image" Target="../media/image95.png"/><Relationship Id="rId58" Type="http://schemas.openxmlformats.org/officeDocument/2006/relationships/customXml" Target="../ink/ink111.xml"/><Relationship Id="rId74" Type="http://schemas.openxmlformats.org/officeDocument/2006/relationships/customXml" Target="../ink/ink119.xml"/><Relationship Id="rId79" Type="http://schemas.openxmlformats.org/officeDocument/2006/relationships/image" Target="../media/image108.png"/><Relationship Id="rId102" Type="http://schemas.openxmlformats.org/officeDocument/2006/relationships/customXml" Target="../ink/ink138.xml"/><Relationship Id="rId123" Type="http://schemas.openxmlformats.org/officeDocument/2006/relationships/customXml" Target="../ink/ink159.xml"/><Relationship Id="rId128" Type="http://schemas.openxmlformats.org/officeDocument/2006/relationships/customXml" Target="../ink/ink164.xml"/><Relationship Id="rId5" Type="http://schemas.openxmlformats.org/officeDocument/2006/relationships/image" Target="../media/image71.png"/><Relationship Id="rId90" Type="http://schemas.openxmlformats.org/officeDocument/2006/relationships/customXml" Target="../ink/ink127.xml"/><Relationship Id="rId95" Type="http://schemas.openxmlformats.org/officeDocument/2006/relationships/customXml" Target="../ink/ink131.xml"/><Relationship Id="rId14" Type="http://schemas.openxmlformats.org/officeDocument/2006/relationships/customXml" Target="../ink/ink89.xml"/><Relationship Id="rId22" Type="http://schemas.openxmlformats.org/officeDocument/2006/relationships/customXml" Target="../ink/ink93.xml"/><Relationship Id="rId27" Type="http://schemas.openxmlformats.org/officeDocument/2006/relationships/image" Target="../media/image82.png"/><Relationship Id="rId30" Type="http://schemas.openxmlformats.org/officeDocument/2006/relationships/customXml" Target="../ink/ink97.xml"/><Relationship Id="rId35" Type="http://schemas.openxmlformats.org/officeDocument/2006/relationships/image" Target="../media/image86.png"/><Relationship Id="rId43" Type="http://schemas.openxmlformats.org/officeDocument/2006/relationships/image" Target="../media/image90.png"/><Relationship Id="rId48" Type="http://schemas.openxmlformats.org/officeDocument/2006/relationships/customXml" Target="../ink/ink106.xml"/><Relationship Id="rId56" Type="http://schemas.openxmlformats.org/officeDocument/2006/relationships/customXml" Target="../ink/ink110.xml"/><Relationship Id="rId64" Type="http://schemas.openxmlformats.org/officeDocument/2006/relationships/customXml" Target="../ink/ink114.xml"/><Relationship Id="rId69" Type="http://schemas.openxmlformats.org/officeDocument/2006/relationships/image" Target="../media/image103.png"/><Relationship Id="rId77" Type="http://schemas.openxmlformats.org/officeDocument/2006/relationships/image" Target="../media/image107.png"/><Relationship Id="rId100" Type="http://schemas.openxmlformats.org/officeDocument/2006/relationships/customXml" Target="../ink/ink136.xml"/><Relationship Id="rId105" Type="http://schemas.openxmlformats.org/officeDocument/2006/relationships/customXml" Target="../ink/ink141.xml"/><Relationship Id="rId113" Type="http://schemas.openxmlformats.org/officeDocument/2006/relationships/customXml" Target="../ink/ink149.xml"/><Relationship Id="rId118" Type="http://schemas.openxmlformats.org/officeDocument/2006/relationships/customXml" Target="../ink/ink154.xml"/><Relationship Id="rId126" Type="http://schemas.openxmlformats.org/officeDocument/2006/relationships/customXml" Target="../ink/ink162.xml"/><Relationship Id="rId134" Type="http://schemas.openxmlformats.org/officeDocument/2006/relationships/customXml" Target="../ink/ink170.xml"/><Relationship Id="rId8" Type="http://schemas.openxmlformats.org/officeDocument/2006/relationships/customXml" Target="../ink/ink86.xml"/><Relationship Id="rId51" Type="http://schemas.openxmlformats.org/officeDocument/2006/relationships/image" Target="../media/image94.png"/><Relationship Id="rId72" Type="http://schemas.openxmlformats.org/officeDocument/2006/relationships/customXml" Target="../ink/ink118.xml"/><Relationship Id="rId80" Type="http://schemas.openxmlformats.org/officeDocument/2006/relationships/customXml" Target="../ink/ink122.xml"/><Relationship Id="rId85" Type="http://schemas.openxmlformats.org/officeDocument/2006/relationships/image" Target="../media/image111.png"/><Relationship Id="rId93" Type="http://schemas.openxmlformats.org/officeDocument/2006/relationships/customXml" Target="../ink/ink129.xml"/><Relationship Id="rId98" Type="http://schemas.openxmlformats.org/officeDocument/2006/relationships/customXml" Target="../ink/ink134.xml"/><Relationship Id="rId121" Type="http://schemas.openxmlformats.org/officeDocument/2006/relationships/customXml" Target="../ink/ink157.xml"/><Relationship Id="rId3" Type="http://schemas.openxmlformats.org/officeDocument/2006/relationships/image" Target="../media/image70.png"/><Relationship Id="rId12" Type="http://schemas.openxmlformats.org/officeDocument/2006/relationships/customXml" Target="../ink/ink88.xml"/><Relationship Id="rId17" Type="http://schemas.openxmlformats.org/officeDocument/2006/relationships/image" Target="../media/image77.png"/><Relationship Id="rId25" Type="http://schemas.openxmlformats.org/officeDocument/2006/relationships/image" Target="../media/image81.png"/><Relationship Id="rId33" Type="http://schemas.openxmlformats.org/officeDocument/2006/relationships/image" Target="../media/image85.png"/><Relationship Id="rId38" Type="http://schemas.openxmlformats.org/officeDocument/2006/relationships/customXml" Target="../ink/ink101.xml"/><Relationship Id="rId46" Type="http://schemas.openxmlformats.org/officeDocument/2006/relationships/customXml" Target="../ink/ink105.xml"/><Relationship Id="rId59" Type="http://schemas.openxmlformats.org/officeDocument/2006/relationships/image" Target="../media/image98.png"/><Relationship Id="rId67" Type="http://schemas.openxmlformats.org/officeDocument/2006/relationships/image" Target="../media/image102.png"/><Relationship Id="rId103" Type="http://schemas.openxmlformats.org/officeDocument/2006/relationships/customXml" Target="../ink/ink139.xml"/><Relationship Id="rId108" Type="http://schemas.openxmlformats.org/officeDocument/2006/relationships/customXml" Target="../ink/ink144.xml"/><Relationship Id="rId116" Type="http://schemas.openxmlformats.org/officeDocument/2006/relationships/customXml" Target="../ink/ink152.xml"/><Relationship Id="rId124" Type="http://schemas.openxmlformats.org/officeDocument/2006/relationships/customXml" Target="../ink/ink160.xml"/><Relationship Id="rId129" Type="http://schemas.openxmlformats.org/officeDocument/2006/relationships/customXml" Target="../ink/ink165.xml"/><Relationship Id="rId20" Type="http://schemas.openxmlformats.org/officeDocument/2006/relationships/customXml" Target="../ink/ink92.xml"/><Relationship Id="rId41" Type="http://schemas.openxmlformats.org/officeDocument/2006/relationships/image" Target="../media/image89.png"/><Relationship Id="rId54" Type="http://schemas.openxmlformats.org/officeDocument/2006/relationships/customXml" Target="../ink/ink109.xml"/><Relationship Id="rId62" Type="http://schemas.openxmlformats.org/officeDocument/2006/relationships/customXml" Target="../ink/ink113.xml"/><Relationship Id="rId70" Type="http://schemas.openxmlformats.org/officeDocument/2006/relationships/customXml" Target="../ink/ink117.xml"/><Relationship Id="rId75" Type="http://schemas.openxmlformats.org/officeDocument/2006/relationships/image" Target="../media/image106.png"/><Relationship Id="rId83" Type="http://schemas.openxmlformats.org/officeDocument/2006/relationships/image" Target="../media/image110.png"/><Relationship Id="rId88" Type="http://schemas.openxmlformats.org/officeDocument/2006/relationships/customXml" Target="../ink/ink126.xml"/><Relationship Id="rId91" Type="http://schemas.openxmlformats.org/officeDocument/2006/relationships/image" Target="../media/image114.png"/><Relationship Id="rId96" Type="http://schemas.openxmlformats.org/officeDocument/2006/relationships/customXml" Target="../ink/ink132.xml"/><Relationship Id="rId111" Type="http://schemas.openxmlformats.org/officeDocument/2006/relationships/customXml" Target="../ink/ink147.xml"/><Relationship Id="rId132" Type="http://schemas.openxmlformats.org/officeDocument/2006/relationships/customXml" Target="../ink/ink16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5.xml"/><Relationship Id="rId15" Type="http://schemas.openxmlformats.org/officeDocument/2006/relationships/image" Target="../media/image76.png"/><Relationship Id="rId23" Type="http://schemas.openxmlformats.org/officeDocument/2006/relationships/image" Target="../media/image80.png"/><Relationship Id="rId28" Type="http://schemas.openxmlformats.org/officeDocument/2006/relationships/customXml" Target="../ink/ink96.xml"/><Relationship Id="rId36" Type="http://schemas.openxmlformats.org/officeDocument/2006/relationships/customXml" Target="../ink/ink100.xml"/><Relationship Id="rId49" Type="http://schemas.openxmlformats.org/officeDocument/2006/relationships/image" Target="../media/image93.png"/><Relationship Id="rId57" Type="http://schemas.openxmlformats.org/officeDocument/2006/relationships/image" Target="../media/image97.png"/><Relationship Id="rId106" Type="http://schemas.openxmlformats.org/officeDocument/2006/relationships/customXml" Target="../ink/ink142.xml"/><Relationship Id="rId114" Type="http://schemas.openxmlformats.org/officeDocument/2006/relationships/customXml" Target="../ink/ink150.xml"/><Relationship Id="rId119" Type="http://schemas.openxmlformats.org/officeDocument/2006/relationships/customXml" Target="../ink/ink155.xml"/><Relationship Id="rId127" Type="http://schemas.openxmlformats.org/officeDocument/2006/relationships/customXml" Target="../ink/ink163.xml"/><Relationship Id="rId10" Type="http://schemas.openxmlformats.org/officeDocument/2006/relationships/customXml" Target="../ink/ink87.xml"/><Relationship Id="rId31" Type="http://schemas.openxmlformats.org/officeDocument/2006/relationships/image" Target="../media/image84.png"/><Relationship Id="rId44" Type="http://schemas.openxmlformats.org/officeDocument/2006/relationships/customXml" Target="../ink/ink104.xml"/><Relationship Id="rId52" Type="http://schemas.openxmlformats.org/officeDocument/2006/relationships/customXml" Target="../ink/ink108.xml"/><Relationship Id="rId60" Type="http://schemas.openxmlformats.org/officeDocument/2006/relationships/customXml" Target="../ink/ink112.xml"/><Relationship Id="rId65" Type="http://schemas.openxmlformats.org/officeDocument/2006/relationships/image" Target="../media/image101.png"/><Relationship Id="rId73" Type="http://schemas.openxmlformats.org/officeDocument/2006/relationships/image" Target="../media/image105.png"/><Relationship Id="rId78" Type="http://schemas.openxmlformats.org/officeDocument/2006/relationships/customXml" Target="../ink/ink121.xml"/><Relationship Id="rId81" Type="http://schemas.openxmlformats.org/officeDocument/2006/relationships/image" Target="../media/image109.png"/><Relationship Id="rId86" Type="http://schemas.openxmlformats.org/officeDocument/2006/relationships/customXml" Target="../ink/ink125.xml"/><Relationship Id="rId94" Type="http://schemas.openxmlformats.org/officeDocument/2006/relationships/customXml" Target="../ink/ink130.xml"/><Relationship Id="rId99" Type="http://schemas.openxmlformats.org/officeDocument/2006/relationships/customXml" Target="../ink/ink135.xml"/><Relationship Id="rId101" Type="http://schemas.openxmlformats.org/officeDocument/2006/relationships/customXml" Target="../ink/ink137.xml"/><Relationship Id="rId122" Type="http://schemas.openxmlformats.org/officeDocument/2006/relationships/customXml" Target="../ink/ink158.xml"/><Relationship Id="rId130" Type="http://schemas.openxmlformats.org/officeDocument/2006/relationships/customXml" Target="../ink/ink166.xml"/><Relationship Id="rId135" Type="http://schemas.openxmlformats.org/officeDocument/2006/relationships/customXml" Target="../ink/ink171.xml"/><Relationship Id="rId4" Type="http://schemas.openxmlformats.org/officeDocument/2006/relationships/customXml" Target="../ink/ink84.xml"/><Relationship Id="rId9" Type="http://schemas.openxmlformats.org/officeDocument/2006/relationships/image" Target="../media/image73.png"/><Relationship Id="rId13" Type="http://schemas.openxmlformats.org/officeDocument/2006/relationships/image" Target="../media/image75.png"/><Relationship Id="rId18" Type="http://schemas.openxmlformats.org/officeDocument/2006/relationships/customXml" Target="../ink/ink91.xml"/><Relationship Id="rId39" Type="http://schemas.openxmlformats.org/officeDocument/2006/relationships/image" Target="../media/image88.png"/><Relationship Id="rId109" Type="http://schemas.openxmlformats.org/officeDocument/2006/relationships/customXml" Target="../ink/ink145.xml"/><Relationship Id="rId34" Type="http://schemas.openxmlformats.org/officeDocument/2006/relationships/customXml" Target="../ink/ink99.xml"/><Relationship Id="rId50" Type="http://schemas.openxmlformats.org/officeDocument/2006/relationships/customXml" Target="../ink/ink107.xml"/><Relationship Id="rId55" Type="http://schemas.openxmlformats.org/officeDocument/2006/relationships/image" Target="../media/image96.png"/><Relationship Id="rId76" Type="http://schemas.openxmlformats.org/officeDocument/2006/relationships/customXml" Target="../ink/ink120.xml"/><Relationship Id="rId97" Type="http://schemas.openxmlformats.org/officeDocument/2006/relationships/customXml" Target="../ink/ink133.xml"/><Relationship Id="rId104" Type="http://schemas.openxmlformats.org/officeDocument/2006/relationships/customXml" Target="../ink/ink140.xml"/><Relationship Id="rId120" Type="http://schemas.openxmlformats.org/officeDocument/2006/relationships/customXml" Target="../ink/ink156.xml"/><Relationship Id="rId125" Type="http://schemas.openxmlformats.org/officeDocument/2006/relationships/customXml" Target="../ink/ink161.xml"/><Relationship Id="rId7" Type="http://schemas.openxmlformats.org/officeDocument/2006/relationships/image" Target="../media/image72.png"/><Relationship Id="rId71" Type="http://schemas.openxmlformats.org/officeDocument/2006/relationships/image" Target="../media/image104.png"/><Relationship Id="rId92" Type="http://schemas.openxmlformats.org/officeDocument/2006/relationships/customXml" Target="../ink/ink128.xml"/><Relationship Id="rId2" Type="http://schemas.openxmlformats.org/officeDocument/2006/relationships/customXml" Target="../ink/ink83.xml"/><Relationship Id="rId29" Type="http://schemas.openxmlformats.org/officeDocument/2006/relationships/image" Target="../media/image83.png"/><Relationship Id="rId24" Type="http://schemas.openxmlformats.org/officeDocument/2006/relationships/customXml" Target="../ink/ink94.xml"/><Relationship Id="rId40" Type="http://schemas.openxmlformats.org/officeDocument/2006/relationships/customXml" Target="../ink/ink102.xml"/><Relationship Id="rId45" Type="http://schemas.openxmlformats.org/officeDocument/2006/relationships/image" Target="../media/image91.png"/><Relationship Id="rId66" Type="http://schemas.openxmlformats.org/officeDocument/2006/relationships/customXml" Target="../ink/ink115.xml"/><Relationship Id="rId87" Type="http://schemas.openxmlformats.org/officeDocument/2006/relationships/image" Target="../media/image112.png"/><Relationship Id="rId110" Type="http://schemas.openxmlformats.org/officeDocument/2006/relationships/customXml" Target="../ink/ink146.xml"/><Relationship Id="rId115" Type="http://schemas.openxmlformats.org/officeDocument/2006/relationships/customXml" Target="../ink/ink151.xml"/><Relationship Id="rId131" Type="http://schemas.openxmlformats.org/officeDocument/2006/relationships/customXml" Target="../ink/ink167.xml"/><Relationship Id="rId136" Type="http://schemas.openxmlformats.org/officeDocument/2006/relationships/customXml" Target="../ink/ink172.xml"/><Relationship Id="rId61" Type="http://schemas.openxmlformats.org/officeDocument/2006/relationships/image" Target="../media/image99.png"/><Relationship Id="rId82" Type="http://schemas.openxmlformats.org/officeDocument/2006/relationships/customXml" Target="../ink/ink123.xml"/><Relationship Id="rId19" Type="http://schemas.openxmlformats.org/officeDocument/2006/relationships/image" Target="../media/image7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customXml" Target="../ink/ink17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735C0C-C60D-AB4D-9C7D-03DFC9742AED}"/>
              </a:ext>
            </a:extLst>
          </p:cNvPr>
          <p:cNvSpPr txBox="1"/>
          <p:nvPr/>
        </p:nvSpPr>
        <p:spPr>
          <a:xfrm>
            <a:off x="1207008" y="1390549"/>
            <a:ext cx="910742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Goals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the end of the class, students should: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Grasp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traditional ML fails for sequences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Build intuition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Implement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RNN in TensorFlow/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Keras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D7F3-200E-051E-C734-46986F01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6E1C713-F72D-D22E-CA9B-EB1C59A79116}"/>
              </a:ext>
            </a:extLst>
          </p:cNvPr>
          <p:cNvSpPr txBox="1"/>
          <p:nvPr/>
        </p:nvSpPr>
        <p:spPr>
          <a:xfrm>
            <a:off x="374904" y="311557"/>
            <a:ext cx="956462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cases of RNN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Autocompletion by google in 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search/email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deep  ____                          -&gt; learning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Places near me to ___                      -&gt; eat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recurrent neural ___         -&gt; network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Thanks, and  _____                            -&gt; regards.</a:t>
            </a:r>
          </a:p>
        </p:txBody>
      </p:sp>
    </p:spTree>
    <p:extLst>
      <p:ext uri="{BB962C8B-B14F-4D97-AF65-F5344CB8AC3E}">
        <p14:creationId xmlns:p14="http://schemas.microsoft.com/office/powerpoint/2010/main" val="138032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74BA4-8841-D3FA-163E-24196BBAB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261676B-10E6-DA94-301A-7B0EA0AF1D9C}"/>
              </a:ext>
            </a:extLst>
          </p:cNvPr>
          <p:cNvSpPr txBox="1"/>
          <p:nvPr/>
        </p:nvSpPr>
        <p:spPr>
          <a:xfrm>
            <a:off x="403184" y="311557"/>
            <a:ext cx="95646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cases of RNN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Language translation: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7BDED4-0B69-A98E-156C-1900574FD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46" y="1511886"/>
            <a:ext cx="6622515" cy="25544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63D799-27F4-DDC2-A0CE-FB61D926D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46" y="4226591"/>
            <a:ext cx="6603490" cy="255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077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7ACF9-90D7-8583-5553-E47B791A6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0538277-D55E-7E01-1558-1001EDE28DF6}"/>
              </a:ext>
            </a:extLst>
          </p:cNvPr>
          <p:cNvSpPr txBox="1"/>
          <p:nvPr/>
        </p:nvSpPr>
        <p:spPr>
          <a:xfrm>
            <a:off x="374904" y="311557"/>
            <a:ext cx="597103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cases of RNN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Named Entity Recognition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X: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John Doe works at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in Bangalore. He met Lomax Kumar at Google headquarters in California. The meeting happened on 12 January 2024.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C16690-A986-65F0-C594-AD71A2819CA1}"/>
              </a:ext>
            </a:extLst>
          </p:cNvPr>
          <p:cNvSpPr txBox="1"/>
          <p:nvPr/>
        </p:nvSpPr>
        <p:spPr>
          <a:xfrm>
            <a:off x="6535839" y="507465"/>
            <a:ext cx="2447905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X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       </a:t>
            </a:r>
            <a:r>
              <a:rPr lang="en-US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</a:t>
            </a:r>
          </a:p>
          <a:p>
            <a:endParaRPr lang="en-US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John       → B-PER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Doe        → I-PER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works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at         → O</a:t>
            </a:r>
          </a:p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→ B-ORG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Academy    → I-ORG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Bangalore  → B-LOC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         → O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 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met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Lomax      → B-PER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Kumar      → I-PER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at 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     → B-ORG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headquarters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California → B-LOC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         → 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5C9C6C-252A-EC74-9A35-7E6F909B00AE}"/>
              </a:ext>
            </a:extLst>
          </p:cNvPr>
          <p:cNvSpPr txBox="1"/>
          <p:nvPr/>
        </p:nvSpPr>
        <p:spPr>
          <a:xfrm>
            <a:off x="9417707" y="1702706"/>
            <a:ext cx="26203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meeting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happened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         → 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12         → B-DATE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January    → I-DATE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2024       → I-DATE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         → 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EED21D-8E7D-C5CD-1E12-5264019D3620}"/>
              </a:ext>
            </a:extLst>
          </p:cNvPr>
          <p:cNvSpPr txBox="1"/>
          <p:nvPr/>
        </p:nvSpPr>
        <p:spPr>
          <a:xfrm>
            <a:off x="400640" y="3567946"/>
            <a:ext cx="619341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Tag meanings: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B-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Beginning of entity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I-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Inside entity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Outside (not an entity) </a:t>
            </a:r>
          </a:p>
          <a:p>
            <a:pPr>
              <a:buNone/>
            </a:pPr>
            <a:endParaRPr lang="en-US" sz="2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Entity Types: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PER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Person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ORG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Organization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LOC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Location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DATE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→ Date</a:t>
            </a:r>
          </a:p>
        </p:txBody>
      </p:sp>
    </p:spTree>
    <p:extLst>
      <p:ext uri="{BB962C8B-B14F-4D97-AF65-F5344CB8AC3E}">
        <p14:creationId xmlns:p14="http://schemas.microsoft.com/office/powerpoint/2010/main" val="65764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09AAA-31A2-DB94-58A2-44F3A5957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512E6BE-F549-62F8-DD11-8BE59A62CFD0}"/>
              </a:ext>
            </a:extLst>
          </p:cNvPr>
          <p:cNvSpPr txBox="1"/>
          <p:nvPr/>
        </p:nvSpPr>
        <p:spPr>
          <a:xfrm>
            <a:off x="374903" y="311557"/>
            <a:ext cx="10396729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cases of RNN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Sentiment Analysis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love pizza and watching movies                              -&gt; 5 star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movie was OK. I would not watch it again      -&gt;   3 star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all of the above problems,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important.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deal with this type of data, where sequence is important, we have RNN.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is a type of NN that specializes in dealing with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 type data.  </a:t>
            </a:r>
          </a:p>
        </p:txBody>
      </p:sp>
    </p:spTree>
    <p:extLst>
      <p:ext uri="{BB962C8B-B14F-4D97-AF65-F5344CB8AC3E}">
        <p14:creationId xmlns:p14="http://schemas.microsoft.com/office/powerpoint/2010/main" val="1943727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A4091-413F-8CD5-A518-2450C4DB7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7D7C87-47FA-8EF4-E562-E19339B3CB0A}"/>
              </a:ext>
            </a:extLst>
          </p:cNvPr>
          <p:cNvSpPr txBox="1"/>
          <p:nvPr/>
        </p:nvSpPr>
        <p:spPr>
          <a:xfrm>
            <a:off x="374904" y="311557"/>
            <a:ext cx="1132027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1️⃣ What is Sequential Data?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→ “I love AI”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Time series → stock prices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 → audio waveform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Key idea: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Order matters!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 text: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“dog bites man” ≠ “man bites dog”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Recurrent neural networks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 (RNNs) shine in tasks involving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sequential data, where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Order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Context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 are crucial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4944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A6A00-619D-1205-9C99-9DA1F5592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874922F-32EF-B1DF-894B-CE6B5E0BF7B5}"/>
              </a:ext>
            </a:extLst>
          </p:cNvPr>
          <p:cNvSpPr txBox="1"/>
          <p:nvPr/>
        </p:nvSpPr>
        <p:spPr>
          <a:xfrm>
            <a:off x="374904" y="311557"/>
            <a:ext cx="114208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2️⃣ Problem with Traditional Models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 cannot use static ANN to for sentence translation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 The number of neurons in input and  layer is fixed -&gt; Sentences length changes. 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896EF42-88CC-2AA6-1BEF-7365DC8CA001}"/>
              </a:ext>
            </a:extLst>
          </p:cNvPr>
          <p:cNvSpPr/>
          <p:nvPr/>
        </p:nvSpPr>
        <p:spPr>
          <a:xfrm>
            <a:off x="1874520" y="233023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6F4F037-E0FD-8083-A95D-3A12A4B2F3C9}"/>
              </a:ext>
            </a:extLst>
          </p:cNvPr>
          <p:cNvSpPr/>
          <p:nvPr/>
        </p:nvSpPr>
        <p:spPr>
          <a:xfrm>
            <a:off x="1860804" y="3038856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721961A-EE7C-B431-787C-25E70AE5B72B}"/>
              </a:ext>
            </a:extLst>
          </p:cNvPr>
          <p:cNvSpPr/>
          <p:nvPr/>
        </p:nvSpPr>
        <p:spPr>
          <a:xfrm>
            <a:off x="1874520" y="3736848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75BE81A-FDBA-94C8-B8EB-F12D3A9B2908}"/>
              </a:ext>
            </a:extLst>
          </p:cNvPr>
          <p:cNvSpPr/>
          <p:nvPr/>
        </p:nvSpPr>
        <p:spPr>
          <a:xfrm>
            <a:off x="1874520" y="4492752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5EA06CE-1D0B-CEEC-87B6-E6F8E466EF81}"/>
              </a:ext>
            </a:extLst>
          </p:cNvPr>
          <p:cNvSpPr/>
          <p:nvPr/>
        </p:nvSpPr>
        <p:spPr>
          <a:xfrm>
            <a:off x="2767584" y="1850136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110881B-1397-8AB8-B75B-4388F35B22E1}"/>
              </a:ext>
            </a:extLst>
          </p:cNvPr>
          <p:cNvSpPr/>
          <p:nvPr/>
        </p:nvSpPr>
        <p:spPr>
          <a:xfrm>
            <a:off x="2790444" y="2557272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899749-33A1-6837-F767-150BBF79CD9E}"/>
              </a:ext>
            </a:extLst>
          </p:cNvPr>
          <p:cNvSpPr/>
          <p:nvPr/>
        </p:nvSpPr>
        <p:spPr>
          <a:xfrm>
            <a:off x="2804160" y="3255264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DA143A3-A007-2F77-B057-4EECAD642D2A}"/>
              </a:ext>
            </a:extLst>
          </p:cNvPr>
          <p:cNvSpPr/>
          <p:nvPr/>
        </p:nvSpPr>
        <p:spPr>
          <a:xfrm>
            <a:off x="2804160" y="3953256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1516DD-D2D4-620C-AAF9-1F6F3063478F}"/>
              </a:ext>
            </a:extLst>
          </p:cNvPr>
          <p:cNvSpPr/>
          <p:nvPr/>
        </p:nvSpPr>
        <p:spPr>
          <a:xfrm>
            <a:off x="2804160" y="4543044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BDE5162-B492-67C6-9A16-5AE9F151DC1D}"/>
              </a:ext>
            </a:extLst>
          </p:cNvPr>
          <p:cNvSpPr/>
          <p:nvPr/>
        </p:nvSpPr>
        <p:spPr>
          <a:xfrm>
            <a:off x="2804160" y="5143500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B053E20-BC87-BE85-0354-7C3A43C0477B}"/>
              </a:ext>
            </a:extLst>
          </p:cNvPr>
          <p:cNvSpPr/>
          <p:nvPr/>
        </p:nvSpPr>
        <p:spPr>
          <a:xfrm>
            <a:off x="4770120" y="2404872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18C22BA-F0A8-8B18-D09A-2FAFF6ADBAD6}"/>
              </a:ext>
            </a:extLst>
          </p:cNvPr>
          <p:cNvSpPr/>
          <p:nvPr/>
        </p:nvSpPr>
        <p:spPr>
          <a:xfrm>
            <a:off x="4792980" y="3112008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06A0F42-9852-9F82-7C1F-909824EE2CCA}"/>
              </a:ext>
            </a:extLst>
          </p:cNvPr>
          <p:cNvSpPr/>
          <p:nvPr/>
        </p:nvSpPr>
        <p:spPr>
          <a:xfrm>
            <a:off x="4806696" y="3810000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E2A5BD-B743-873B-7C7D-864B10A1B255}"/>
              </a:ext>
            </a:extLst>
          </p:cNvPr>
          <p:cNvSpPr/>
          <p:nvPr/>
        </p:nvSpPr>
        <p:spPr>
          <a:xfrm>
            <a:off x="4806696" y="4565904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A48810-FC97-A9DB-2283-328A6DAC5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54" y="5743956"/>
            <a:ext cx="7001852" cy="103837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AB9F764-1BCD-727A-E003-C2ED1438167A}"/>
              </a:ext>
            </a:extLst>
          </p:cNvPr>
          <p:cNvCxnSpPr>
            <a:cxnSpLocks/>
          </p:cNvCxnSpPr>
          <p:nvPr/>
        </p:nvCxnSpPr>
        <p:spPr>
          <a:xfrm flipV="1">
            <a:off x="2308860" y="2202180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004D70-8190-55EA-CE93-37DD1695EA5C}"/>
              </a:ext>
            </a:extLst>
          </p:cNvPr>
          <p:cNvCxnSpPr>
            <a:cxnSpLocks/>
          </p:cNvCxnSpPr>
          <p:nvPr/>
        </p:nvCxnSpPr>
        <p:spPr>
          <a:xfrm flipV="1">
            <a:off x="3275076" y="3797808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2C24AC4-2B70-5EB6-B8AD-6F4354998CAC}"/>
              </a:ext>
            </a:extLst>
          </p:cNvPr>
          <p:cNvCxnSpPr>
            <a:cxnSpLocks/>
          </p:cNvCxnSpPr>
          <p:nvPr/>
        </p:nvCxnSpPr>
        <p:spPr>
          <a:xfrm flipV="1">
            <a:off x="2331720" y="2930652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AE81086-9A25-DC3A-D8DD-2A796132D276}"/>
              </a:ext>
            </a:extLst>
          </p:cNvPr>
          <p:cNvCxnSpPr>
            <a:cxnSpLocks/>
          </p:cNvCxnSpPr>
          <p:nvPr/>
        </p:nvCxnSpPr>
        <p:spPr>
          <a:xfrm flipV="1">
            <a:off x="2340102" y="3655392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7AAC201-E578-EAE6-6226-D3B83A8A306B}"/>
              </a:ext>
            </a:extLst>
          </p:cNvPr>
          <p:cNvCxnSpPr>
            <a:cxnSpLocks/>
          </p:cNvCxnSpPr>
          <p:nvPr/>
        </p:nvCxnSpPr>
        <p:spPr>
          <a:xfrm>
            <a:off x="2390394" y="2607984"/>
            <a:ext cx="295656" cy="1166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D5698B5-C9F5-2DDF-428B-AD3FE8857901}"/>
              </a:ext>
            </a:extLst>
          </p:cNvPr>
          <p:cNvCxnSpPr>
            <a:cxnSpLocks/>
          </p:cNvCxnSpPr>
          <p:nvPr/>
        </p:nvCxnSpPr>
        <p:spPr>
          <a:xfrm>
            <a:off x="2390394" y="3363732"/>
            <a:ext cx="363474" cy="14310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0B087C3-CC5D-F6A6-221C-48F260D09D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350770" y="4065802"/>
            <a:ext cx="453390" cy="111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0544FDF-BFD6-F50D-D358-7EA0B00FBAFB}"/>
              </a:ext>
            </a:extLst>
          </p:cNvPr>
          <p:cNvCxnSpPr>
            <a:cxnSpLocks/>
          </p:cNvCxnSpPr>
          <p:nvPr/>
        </p:nvCxnSpPr>
        <p:spPr>
          <a:xfrm>
            <a:off x="2350770" y="4841025"/>
            <a:ext cx="453390" cy="111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DA6DD2-E206-93A2-387C-24F2D4413DA8}"/>
              </a:ext>
            </a:extLst>
          </p:cNvPr>
          <p:cNvCxnSpPr>
            <a:cxnSpLocks/>
          </p:cNvCxnSpPr>
          <p:nvPr/>
        </p:nvCxnSpPr>
        <p:spPr>
          <a:xfrm flipV="1">
            <a:off x="2348103" y="4416552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82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9206E-1ADA-D15B-5BA7-B1002A6BD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695ACED-7636-3660-B04D-133AD2D37FD6}"/>
              </a:ext>
            </a:extLst>
          </p:cNvPr>
          <p:cNvSpPr txBox="1"/>
          <p:nvPr/>
        </p:nvSpPr>
        <p:spPr>
          <a:xfrm>
            <a:off x="374904" y="311557"/>
            <a:ext cx="114208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2️⃣ Problem with Traditional Models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order of sentence is important: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 eats banana  !=    banana eats man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traditional NN does not take this into account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059689-83F4-29E9-ECFC-F826D66CFEC8}"/>
              </a:ext>
            </a:extLst>
          </p:cNvPr>
          <p:cNvSpPr/>
          <p:nvPr/>
        </p:nvSpPr>
        <p:spPr>
          <a:xfrm>
            <a:off x="2081784" y="3082928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1F2D0C3-EBF9-A76D-72DC-9051D8667538}"/>
              </a:ext>
            </a:extLst>
          </p:cNvPr>
          <p:cNvSpPr/>
          <p:nvPr/>
        </p:nvSpPr>
        <p:spPr>
          <a:xfrm>
            <a:off x="2104644" y="3790064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3AD0975-88D9-7F03-8199-693148A06BC4}"/>
              </a:ext>
            </a:extLst>
          </p:cNvPr>
          <p:cNvSpPr/>
          <p:nvPr/>
        </p:nvSpPr>
        <p:spPr>
          <a:xfrm>
            <a:off x="2118360" y="4488056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61CE241-CDC3-E96E-7D55-FA0B67049C62}"/>
              </a:ext>
            </a:extLst>
          </p:cNvPr>
          <p:cNvSpPr/>
          <p:nvPr/>
        </p:nvSpPr>
        <p:spPr>
          <a:xfrm>
            <a:off x="2118360" y="5186048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50CDCB6-A917-1E70-380C-9A56CBBDB81C}"/>
              </a:ext>
            </a:extLst>
          </p:cNvPr>
          <p:cNvSpPr/>
          <p:nvPr/>
        </p:nvSpPr>
        <p:spPr>
          <a:xfrm>
            <a:off x="3965448" y="3491360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0386940-0213-1C6B-5631-91FC55EC8539}"/>
              </a:ext>
            </a:extLst>
          </p:cNvPr>
          <p:cNvSpPr/>
          <p:nvPr/>
        </p:nvSpPr>
        <p:spPr>
          <a:xfrm>
            <a:off x="3988308" y="4198496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180474F-EB7D-BA0A-4F30-9595289E62B1}"/>
              </a:ext>
            </a:extLst>
          </p:cNvPr>
          <p:cNvSpPr/>
          <p:nvPr/>
        </p:nvSpPr>
        <p:spPr>
          <a:xfrm>
            <a:off x="4002024" y="4896488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E82EAB-4858-2E00-1C47-DF17F769E7D5}"/>
              </a:ext>
            </a:extLst>
          </p:cNvPr>
          <p:cNvCxnSpPr>
            <a:cxnSpLocks/>
          </p:cNvCxnSpPr>
          <p:nvPr/>
        </p:nvCxnSpPr>
        <p:spPr>
          <a:xfrm flipV="1">
            <a:off x="1623060" y="3434972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383E8BC-D971-54AA-CA81-739655DFFE02}"/>
              </a:ext>
            </a:extLst>
          </p:cNvPr>
          <p:cNvCxnSpPr>
            <a:cxnSpLocks/>
          </p:cNvCxnSpPr>
          <p:nvPr/>
        </p:nvCxnSpPr>
        <p:spPr>
          <a:xfrm flipV="1">
            <a:off x="2645568" y="5218307"/>
            <a:ext cx="443580" cy="1377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B80726-33FF-0358-DA3F-94104387B21B}"/>
              </a:ext>
            </a:extLst>
          </p:cNvPr>
          <p:cNvCxnSpPr>
            <a:cxnSpLocks/>
          </p:cNvCxnSpPr>
          <p:nvPr/>
        </p:nvCxnSpPr>
        <p:spPr>
          <a:xfrm flipV="1">
            <a:off x="1517142" y="4163444"/>
            <a:ext cx="587502" cy="2090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006B72A-12D1-E153-48CF-8ED76EFD805D}"/>
              </a:ext>
            </a:extLst>
          </p:cNvPr>
          <p:cNvCxnSpPr>
            <a:cxnSpLocks/>
          </p:cNvCxnSpPr>
          <p:nvPr/>
        </p:nvCxnSpPr>
        <p:spPr>
          <a:xfrm flipV="1">
            <a:off x="1497045" y="4888184"/>
            <a:ext cx="615981" cy="20592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050A53-AC44-472F-DD8D-EA1CA57EFBA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645920" y="3790064"/>
            <a:ext cx="354330" cy="1673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68BB1A2-3410-1566-FC3D-66D2A573B388}"/>
              </a:ext>
            </a:extLst>
          </p:cNvPr>
          <p:cNvCxnSpPr>
            <a:cxnSpLocks/>
          </p:cNvCxnSpPr>
          <p:nvPr/>
        </p:nvCxnSpPr>
        <p:spPr>
          <a:xfrm>
            <a:off x="1517142" y="4578500"/>
            <a:ext cx="550926" cy="16113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F641FF1-5E72-BFFF-F110-4BA099547716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517142" y="5299152"/>
            <a:ext cx="601218" cy="11092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A311B6-8B25-7E72-52B5-96EAA7CCEC7B}"/>
              </a:ext>
            </a:extLst>
          </p:cNvPr>
          <p:cNvSpPr txBox="1"/>
          <p:nvPr/>
        </p:nvSpPr>
        <p:spPr>
          <a:xfrm>
            <a:off x="918972" y="3605398"/>
            <a:ext cx="726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947369-0370-1DBD-9791-6476B783142F}"/>
              </a:ext>
            </a:extLst>
          </p:cNvPr>
          <p:cNvSpPr txBox="1"/>
          <p:nvPr/>
        </p:nvSpPr>
        <p:spPr>
          <a:xfrm>
            <a:off x="868680" y="4298746"/>
            <a:ext cx="726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eats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562297-1A7E-03C7-358F-FA968EA46415}"/>
              </a:ext>
            </a:extLst>
          </p:cNvPr>
          <p:cNvSpPr txBox="1"/>
          <p:nvPr/>
        </p:nvSpPr>
        <p:spPr>
          <a:xfrm>
            <a:off x="682752" y="4992094"/>
            <a:ext cx="912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banana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A6B604-9268-EDE4-4E5D-E0F7C71A2A35}"/>
              </a:ext>
            </a:extLst>
          </p:cNvPr>
          <p:cNvCxnSpPr>
            <a:cxnSpLocks/>
          </p:cNvCxnSpPr>
          <p:nvPr/>
        </p:nvCxnSpPr>
        <p:spPr>
          <a:xfrm>
            <a:off x="1517142" y="3865539"/>
            <a:ext cx="522732" cy="611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5D64CD8-4CE1-6F40-2D39-F2EABF0462F3}"/>
              </a:ext>
            </a:extLst>
          </p:cNvPr>
          <p:cNvCxnSpPr>
            <a:cxnSpLocks/>
          </p:cNvCxnSpPr>
          <p:nvPr/>
        </p:nvCxnSpPr>
        <p:spPr>
          <a:xfrm>
            <a:off x="1393698" y="3901212"/>
            <a:ext cx="587502" cy="13622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57E3058-B664-ECD6-1149-08638DCC56AC}"/>
              </a:ext>
            </a:extLst>
          </p:cNvPr>
          <p:cNvCxnSpPr>
            <a:cxnSpLocks/>
          </p:cNvCxnSpPr>
          <p:nvPr/>
        </p:nvCxnSpPr>
        <p:spPr>
          <a:xfrm flipV="1">
            <a:off x="1256538" y="3555468"/>
            <a:ext cx="825246" cy="7762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B72030C-4BF3-17BA-4693-0566EE0B4EB7}"/>
              </a:ext>
            </a:extLst>
          </p:cNvPr>
          <p:cNvCxnSpPr>
            <a:cxnSpLocks/>
          </p:cNvCxnSpPr>
          <p:nvPr/>
        </p:nvCxnSpPr>
        <p:spPr>
          <a:xfrm>
            <a:off x="1411605" y="4627531"/>
            <a:ext cx="693039" cy="5907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A8B3D6-D839-1DA9-F121-27DB9497D580}"/>
              </a:ext>
            </a:extLst>
          </p:cNvPr>
          <p:cNvCxnSpPr>
            <a:cxnSpLocks/>
          </p:cNvCxnSpPr>
          <p:nvPr/>
        </p:nvCxnSpPr>
        <p:spPr>
          <a:xfrm flipV="1">
            <a:off x="1309116" y="4233793"/>
            <a:ext cx="819531" cy="7794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44DE987-03C4-50EA-4B0C-35A007FD283C}"/>
              </a:ext>
            </a:extLst>
          </p:cNvPr>
          <p:cNvCxnSpPr>
            <a:cxnSpLocks/>
          </p:cNvCxnSpPr>
          <p:nvPr/>
        </p:nvCxnSpPr>
        <p:spPr>
          <a:xfrm flipV="1">
            <a:off x="1112139" y="3573646"/>
            <a:ext cx="1083754" cy="14718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302E225-4246-9488-FED0-A76FF9CF68FB}"/>
              </a:ext>
            </a:extLst>
          </p:cNvPr>
          <p:cNvCxnSpPr>
            <a:cxnSpLocks/>
          </p:cNvCxnSpPr>
          <p:nvPr/>
        </p:nvCxnSpPr>
        <p:spPr>
          <a:xfrm flipV="1">
            <a:off x="2621946" y="4712084"/>
            <a:ext cx="458724" cy="24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1913642-5D4E-5968-CE66-390DDA5DFC32}"/>
              </a:ext>
            </a:extLst>
          </p:cNvPr>
          <p:cNvCxnSpPr>
            <a:cxnSpLocks/>
          </p:cNvCxnSpPr>
          <p:nvPr/>
        </p:nvCxnSpPr>
        <p:spPr>
          <a:xfrm>
            <a:off x="2633376" y="3974730"/>
            <a:ext cx="447294" cy="393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8DEB26E-53ED-BCD3-7E82-45D733F4BF29}"/>
              </a:ext>
            </a:extLst>
          </p:cNvPr>
          <p:cNvCxnSpPr>
            <a:cxnSpLocks/>
          </p:cNvCxnSpPr>
          <p:nvPr/>
        </p:nvCxnSpPr>
        <p:spPr>
          <a:xfrm>
            <a:off x="2633376" y="3409188"/>
            <a:ext cx="676752" cy="13932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339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F727C-C87A-644E-D600-38D765616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5FFE14-C1A0-DF62-3D6A-C785BD2E2558}"/>
              </a:ext>
            </a:extLst>
          </p:cNvPr>
          <p:cNvSpPr txBox="1"/>
          <p:nvPr/>
        </p:nvSpPr>
        <p:spPr>
          <a:xfrm>
            <a:off x="374904" y="311557"/>
            <a:ext cx="1142085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2️⃣ Problem with Traditional Models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If I use Logistic Regression: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treats inputs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independent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 of previous words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ate good food. I am feeling ___"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Model doesn’t know previous words → poor prediction (maybe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sorrow, angry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340F9F-0A57-A8B6-CC54-68F3D0534F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2492" y="4002762"/>
            <a:ext cx="5332620" cy="254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888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45A1E-4BB1-E46C-04CB-E22F1630B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12C3A-9FCC-B043-67F6-33F3BA7CC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29" y="125428"/>
            <a:ext cx="6166282" cy="380599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Why we cannot use ANN for sentiment analysis?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B347AC-82E1-D747-A362-4812C2CF478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1120161"/>
          <a:ext cx="448058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0172">
                  <a:extLst>
                    <a:ext uri="{9D8B030D-6E8A-4147-A177-3AD203B41FA5}">
                      <a16:colId xmlns:a16="http://schemas.microsoft.com/office/drawing/2014/main" val="2666024637"/>
                    </a:ext>
                  </a:extLst>
                </a:gridCol>
                <a:gridCol w="1050417">
                  <a:extLst>
                    <a:ext uri="{9D8B030D-6E8A-4147-A177-3AD203B41FA5}">
                      <a16:colId xmlns:a16="http://schemas.microsoft.com/office/drawing/2014/main" val="13183997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u="sng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Sentence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u="sng" dirty="0" err="1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Is_happy</a:t>
                      </a:r>
                      <a:endParaRPr lang="en-US" sz="1800" u="sng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26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apple was rotten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9779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apple was fresh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754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I</a:t>
                      </a:r>
                      <a:r>
                        <a:rPr lang="en-US" sz="1800" baseline="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 was disappointed by apple</a:t>
                      </a:r>
                      <a:endParaRPr lang="en-US" sz="1800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491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aseline="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apple tasted sweet </a:t>
                      </a:r>
                      <a:endParaRPr lang="en-US" sz="1800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74126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AF9360E-C03D-BF43-6D6A-AB3957D8D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952978"/>
              </p:ext>
            </p:extLst>
          </p:nvPr>
        </p:nvGraphicFramePr>
        <p:xfrm>
          <a:off x="4480589" y="1496439"/>
          <a:ext cx="7324315" cy="4532955"/>
        </p:xfrm>
        <a:graphic>
          <a:graphicData uri="http://schemas.openxmlformats.org/drawingml/2006/table">
            <a:tbl>
              <a:tblPr/>
              <a:tblGrid>
                <a:gridCol w="2099402">
                  <a:extLst>
                    <a:ext uri="{9D8B030D-6E8A-4147-A177-3AD203B41FA5}">
                      <a16:colId xmlns:a16="http://schemas.microsoft.com/office/drawing/2014/main" val="3334774913"/>
                    </a:ext>
                  </a:extLst>
                </a:gridCol>
                <a:gridCol w="5224913">
                  <a:extLst>
                    <a:ext uri="{9D8B030D-6E8A-4147-A177-3AD203B41FA5}">
                      <a16:colId xmlns:a16="http://schemas.microsoft.com/office/drawing/2014/main" val="2224978746"/>
                    </a:ext>
                  </a:extLst>
                </a:gridCol>
              </a:tblGrid>
              <a:tr h="26940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Word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One-Hot Vector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1790854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apple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[1, 0, 0, 0, 0, 0, 0,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50610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was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1, 0, 0, 0, 0, 0,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616359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rotten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1, 0, 0, 0, 0,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6588638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fresh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0, 1, 0, 0, 0,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64127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tasted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0, 0, 1, 0, 0,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448308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sweet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0, 0, 0, 1, 0,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53821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I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0, 0, 0, 0, 1, 0,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813726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disappointed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0, 0, 0, 0, 0, 1, 0]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594852"/>
                  </a:ext>
                </a:extLst>
              </a:tr>
              <a:tr h="45354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by</a:t>
                      </a: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ourier New" panose="02070309020205020404" pitchFamily="49" charset="0"/>
                        </a:rPr>
                        <a:t>[0, 0, 0, 0, 0, 0, 0, 0, 1]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42627" marR="42627" marT="42627" marB="4262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944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834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029" y="125428"/>
            <a:ext cx="6166282" cy="380599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Why we cannot use ANN for sentiment analysis?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085712" y="204828"/>
            <a:ext cx="4836259" cy="6448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0029" y="685015"/>
            <a:ext cx="6615403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1)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sentence is ‘apple was rotten’, then size of input layer is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number of words in sent.  X vocab. Size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3 X 9 = 18.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number of param in HL1 is 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num_of_bias_terms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+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input_size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* 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num_of_wts_from_each_input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4 + 18*4 = 76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real world, vocabulary size is around 5 million.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number of parameters would be large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=&gt; computational complexity increases for ANN.</a:t>
            </a:r>
          </a:p>
        </p:txBody>
      </p:sp>
    </p:spTree>
    <p:extLst>
      <p:ext uri="{BB962C8B-B14F-4D97-AF65-F5344CB8AC3E}">
        <p14:creationId xmlns:p14="http://schemas.microsoft.com/office/powerpoint/2010/main" val="2910878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51D8B-47BC-1A72-AFE8-EC2E9CA9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9193230-5C03-2953-3DDD-AE24763190C0}"/>
              </a:ext>
            </a:extLst>
          </p:cNvPr>
          <p:cNvSpPr txBox="1"/>
          <p:nvPr/>
        </p:nvSpPr>
        <p:spPr>
          <a:xfrm>
            <a:off x="270028" y="685015"/>
            <a:ext cx="11092916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2) 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size of input is not fixed: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“apple was rotten”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apple -&gt;  [1,  0,  0,  0,  0,  0,  0, 0, 0 ]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was -&gt;     [0,  1,  0,  0,  0,  0,  0, 0, 0 ]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rotten -&gt; [0,  0,  1,  0,  0,  0,  0, 0, 0 ]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it needs 3*9=18 inputs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 was disappointed by apple”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-&gt;                      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[0, 0, 0, 0, 0, 0, 1, 0, 0]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was -&gt;                 [0, 1, 0, 0, 0, 0, 0, 0, 0]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disappointed -&gt; [0, 0, 0, 0, 0, 0, 0, 0, 1]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by -&gt;                    [0, 0, 0, 0, 0, 0, 0, 0, 1]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apple -&gt;              [1, 0, 0, 0, 0, 0, 0, 0,0]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needs 5*9=45 inputs.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ANN would not be able work with this type of varying input-size scenario.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padding of 0 was used to make it fixed size input….but this in turn would lead to unnecessary large number of 0 causing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sparsity.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7BEBC5-9F0B-75EE-595F-BAD71856B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29" y="125428"/>
            <a:ext cx="6166282" cy="380599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Why we cannot use ANN for sentiment analysis?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E044D1F-D414-6AF9-A975-38994638662B}"/>
              </a:ext>
            </a:extLst>
          </p:cNvPr>
          <p:cNvSpPr/>
          <p:nvPr/>
        </p:nvSpPr>
        <p:spPr>
          <a:xfrm>
            <a:off x="8019288" y="1569534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13357B7-70C7-869C-91C7-16B957DEED77}"/>
              </a:ext>
            </a:extLst>
          </p:cNvPr>
          <p:cNvSpPr/>
          <p:nvPr/>
        </p:nvSpPr>
        <p:spPr>
          <a:xfrm>
            <a:off x="8005572" y="227815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F016C92-0C61-5D06-D75B-B1827AE67C08}"/>
              </a:ext>
            </a:extLst>
          </p:cNvPr>
          <p:cNvSpPr/>
          <p:nvPr/>
        </p:nvSpPr>
        <p:spPr>
          <a:xfrm>
            <a:off x="8019288" y="2976147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D8F99DE-8271-CB94-7846-0959081114F0}"/>
              </a:ext>
            </a:extLst>
          </p:cNvPr>
          <p:cNvSpPr/>
          <p:nvPr/>
        </p:nvSpPr>
        <p:spPr>
          <a:xfrm>
            <a:off x="8019288" y="3732051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42318E-D0B6-84A6-9EF8-138EB8AACA2E}"/>
              </a:ext>
            </a:extLst>
          </p:cNvPr>
          <p:cNvSpPr/>
          <p:nvPr/>
        </p:nvSpPr>
        <p:spPr>
          <a:xfrm>
            <a:off x="8912352" y="108943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636F060-32A8-18FA-5341-44F0F845F5C3}"/>
              </a:ext>
            </a:extLst>
          </p:cNvPr>
          <p:cNvSpPr/>
          <p:nvPr/>
        </p:nvSpPr>
        <p:spPr>
          <a:xfrm>
            <a:off x="8935212" y="1796571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FE7E45B-7BDB-840F-9B8D-7CAA657AE41F}"/>
              </a:ext>
            </a:extLst>
          </p:cNvPr>
          <p:cNvSpPr/>
          <p:nvPr/>
        </p:nvSpPr>
        <p:spPr>
          <a:xfrm>
            <a:off x="8948928" y="2494563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68CE7E-E4FC-73D4-D328-75A0AB708B01}"/>
              </a:ext>
            </a:extLst>
          </p:cNvPr>
          <p:cNvSpPr/>
          <p:nvPr/>
        </p:nvSpPr>
        <p:spPr>
          <a:xfrm>
            <a:off x="8948928" y="319255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26E3BC-953A-195D-B774-11420461CDED}"/>
              </a:ext>
            </a:extLst>
          </p:cNvPr>
          <p:cNvSpPr/>
          <p:nvPr/>
        </p:nvSpPr>
        <p:spPr>
          <a:xfrm>
            <a:off x="8948928" y="3782343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294F7C3-8B4A-F482-F68A-9F91A98DB7BE}"/>
              </a:ext>
            </a:extLst>
          </p:cNvPr>
          <p:cNvSpPr/>
          <p:nvPr/>
        </p:nvSpPr>
        <p:spPr>
          <a:xfrm>
            <a:off x="8948928" y="4382799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0EB7D86-2E7E-F9D9-1EAD-BBF6308F7711}"/>
              </a:ext>
            </a:extLst>
          </p:cNvPr>
          <p:cNvSpPr/>
          <p:nvPr/>
        </p:nvSpPr>
        <p:spPr>
          <a:xfrm>
            <a:off x="10914888" y="1644171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58541AA-CFB1-5833-BCCC-2D0049637D2A}"/>
              </a:ext>
            </a:extLst>
          </p:cNvPr>
          <p:cNvSpPr/>
          <p:nvPr/>
        </p:nvSpPr>
        <p:spPr>
          <a:xfrm>
            <a:off x="10937748" y="2351307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539775A-B9D3-8FB3-EF7C-CCEA579C7EF6}"/>
              </a:ext>
            </a:extLst>
          </p:cNvPr>
          <p:cNvSpPr/>
          <p:nvPr/>
        </p:nvSpPr>
        <p:spPr>
          <a:xfrm>
            <a:off x="10951464" y="3049299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4F8CE75-10D5-046C-527A-D9A535AA6398}"/>
              </a:ext>
            </a:extLst>
          </p:cNvPr>
          <p:cNvSpPr/>
          <p:nvPr/>
        </p:nvSpPr>
        <p:spPr>
          <a:xfrm>
            <a:off x="10951464" y="3805203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479064-1B79-F5CE-C6BC-400D81B8900E}"/>
              </a:ext>
            </a:extLst>
          </p:cNvPr>
          <p:cNvCxnSpPr>
            <a:cxnSpLocks/>
          </p:cNvCxnSpPr>
          <p:nvPr/>
        </p:nvCxnSpPr>
        <p:spPr>
          <a:xfrm flipV="1">
            <a:off x="8453628" y="1441479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C8BDCF8-C48C-0A75-BE64-296CB05763A4}"/>
              </a:ext>
            </a:extLst>
          </p:cNvPr>
          <p:cNvCxnSpPr>
            <a:cxnSpLocks/>
          </p:cNvCxnSpPr>
          <p:nvPr/>
        </p:nvCxnSpPr>
        <p:spPr>
          <a:xfrm flipV="1">
            <a:off x="9419844" y="3037107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B557899-BECE-DAA0-3A43-618A24C02943}"/>
              </a:ext>
            </a:extLst>
          </p:cNvPr>
          <p:cNvCxnSpPr>
            <a:cxnSpLocks/>
          </p:cNvCxnSpPr>
          <p:nvPr/>
        </p:nvCxnSpPr>
        <p:spPr>
          <a:xfrm flipV="1">
            <a:off x="8476488" y="2169951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4AF384B-A554-FC4E-0E20-8ABAC437F52B}"/>
              </a:ext>
            </a:extLst>
          </p:cNvPr>
          <p:cNvCxnSpPr>
            <a:cxnSpLocks/>
          </p:cNvCxnSpPr>
          <p:nvPr/>
        </p:nvCxnSpPr>
        <p:spPr>
          <a:xfrm flipV="1">
            <a:off x="8484870" y="2894691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4FE246B-DA94-661A-0430-4FD1209D636D}"/>
              </a:ext>
            </a:extLst>
          </p:cNvPr>
          <p:cNvCxnSpPr>
            <a:cxnSpLocks/>
          </p:cNvCxnSpPr>
          <p:nvPr/>
        </p:nvCxnSpPr>
        <p:spPr>
          <a:xfrm>
            <a:off x="8535162" y="1847283"/>
            <a:ext cx="295656" cy="1166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9065ACC-6AF8-0CFC-475C-3563ADC8E42B}"/>
              </a:ext>
            </a:extLst>
          </p:cNvPr>
          <p:cNvCxnSpPr>
            <a:cxnSpLocks/>
          </p:cNvCxnSpPr>
          <p:nvPr/>
        </p:nvCxnSpPr>
        <p:spPr>
          <a:xfrm>
            <a:off x="8535162" y="2603031"/>
            <a:ext cx="363474" cy="14310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95D7FB5-E337-AC82-F490-FCBF37944C76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8495538" y="3305101"/>
            <a:ext cx="453390" cy="111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711DC21-96C2-EABF-3A87-29897BB06F0B}"/>
              </a:ext>
            </a:extLst>
          </p:cNvPr>
          <p:cNvCxnSpPr>
            <a:cxnSpLocks/>
          </p:cNvCxnSpPr>
          <p:nvPr/>
        </p:nvCxnSpPr>
        <p:spPr>
          <a:xfrm>
            <a:off x="8495538" y="4080324"/>
            <a:ext cx="453390" cy="111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7CC3A73-1DF1-E87A-80AB-0AFC6F8A884A}"/>
              </a:ext>
            </a:extLst>
          </p:cNvPr>
          <p:cNvCxnSpPr>
            <a:cxnSpLocks/>
          </p:cNvCxnSpPr>
          <p:nvPr/>
        </p:nvCxnSpPr>
        <p:spPr>
          <a:xfrm flipV="1">
            <a:off x="8492871" y="3655851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95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172A8-4E21-C6FE-9EB2-EDBD4393F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F170B-4C53-9A04-2757-608F0E98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29" y="125428"/>
            <a:ext cx="6166282" cy="380599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Why we cannot use ANN for sentiment analysis?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F9A1E-246C-FB3E-2E3A-E039149C800F}"/>
              </a:ext>
            </a:extLst>
          </p:cNvPr>
          <p:cNvSpPr txBox="1"/>
          <p:nvPr/>
        </p:nvSpPr>
        <p:spPr>
          <a:xfrm>
            <a:off x="270029" y="685015"/>
            <a:ext cx="74200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3)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“Dog was chased by cat” and “cat was chased by dog”.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ANN would treat both as same sentence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they have semantically different meaning.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C924E08-23DE-DB4C-3E02-8F252204B36D}"/>
              </a:ext>
            </a:extLst>
          </p:cNvPr>
          <p:cNvSpPr/>
          <p:nvPr/>
        </p:nvSpPr>
        <p:spPr>
          <a:xfrm>
            <a:off x="8019288" y="1569534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962F88-3CA8-BD0A-F960-C7EC172416EA}"/>
              </a:ext>
            </a:extLst>
          </p:cNvPr>
          <p:cNvSpPr/>
          <p:nvPr/>
        </p:nvSpPr>
        <p:spPr>
          <a:xfrm>
            <a:off x="8005572" y="227815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381147-EB59-43B2-888B-8EB750D8F2DF}"/>
              </a:ext>
            </a:extLst>
          </p:cNvPr>
          <p:cNvSpPr/>
          <p:nvPr/>
        </p:nvSpPr>
        <p:spPr>
          <a:xfrm>
            <a:off x="8019288" y="2976147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22D8A8A-A682-0FEA-9EC8-B33C8711AE2C}"/>
              </a:ext>
            </a:extLst>
          </p:cNvPr>
          <p:cNvSpPr/>
          <p:nvPr/>
        </p:nvSpPr>
        <p:spPr>
          <a:xfrm>
            <a:off x="8019288" y="3732051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DD2E46-32B5-4554-1773-BA25DD8BA5F1}"/>
              </a:ext>
            </a:extLst>
          </p:cNvPr>
          <p:cNvSpPr/>
          <p:nvPr/>
        </p:nvSpPr>
        <p:spPr>
          <a:xfrm>
            <a:off x="8912352" y="108943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5D6F0E8-06F3-5939-29A4-1279D5536994}"/>
              </a:ext>
            </a:extLst>
          </p:cNvPr>
          <p:cNvSpPr/>
          <p:nvPr/>
        </p:nvSpPr>
        <p:spPr>
          <a:xfrm>
            <a:off x="8935212" y="1796571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EE93696-69DE-6C4C-1CE8-AC27551FA739}"/>
              </a:ext>
            </a:extLst>
          </p:cNvPr>
          <p:cNvSpPr/>
          <p:nvPr/>
        </p:nvSpPr>
        <p:spPr>
          <a:xfrm>
            <a:off x="8948928" y="2494563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C2B0FCF-A30B-FBF7-FA75-FE9FB3E6A6D2}"/>
              </a:ext>
            </a:extLst>
          </p:cNvPr>
          <p:cNvSpPr/>
          <p:nvPr/>
        </p:nvSpPr>
        <p:spPr>
          <a:xfrm>
            <a:off x="8948928" y="3192555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6435A0-7233-9BF0-37FA-D01861C6867A}"/>
              </a:ext>
            </a:extLst>
          </p:cNvPr>
          <p:cNvSpPr/>
          <p:nvPr/>
        </p:nvSpPr>
        <p:spPr>
          <a:xfrm>
            <a:off x="8948928" y="3782343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B76564F-882C-73BF-7B01-62C2B5DDDF5C}"/>
              </a:ext>
            </a:extLst>
          </p:cNvPr>
          <p:cNvSpPr/>
          <p:nvPr/>
        </p:nvSpPr>
        <p:spPr>
          <a:xfrm>
            <a:off x="8948928" y="4382799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5FD1654-62C9-9D19-F524-72869D7D565A}"/>
              </a:ext>
            </a:extLst>
          </p:cNvPr>
          <p:cNvSpPr/>
          <p:nvPr/>
        </p:nvSpPr>
        <p:spPr>
          <a:xfrm>
            <a:off x="10914888" y="1644171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8EF53E6-A8A4-6EF6-12F3-BD3D9CAE8CE7}"/>
              </a:ext>
            </a:extLst>
          </p:cNvPr>
          <p:cNvSpPr/>
          <p:nvPr/>
        </p:nvSpPr>
        <p:spPr>
          <a:xfrm>
            <a:off x="10937748" y="2351307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B8667E0-BF6A-0D20-9AA8-6BD037100C67}"/>
              </a:ext>
            </a:extLst>
          </p:cNvPr>
          <p:cNvSpPr/>
          <p:nvPr/>
        </p:nvSpPr>
        <p:spPr>
          <a:xfrm>
            <a:off x="10951464" y="3049299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5630F76-4BBC-281C-5362-43FE268BC097}"/>
              </a:ext>
            </a:extLst>
          </p:cNvPr>
          <p:cNvSpPr/>
          <p:nvPr/>
        </p:nvSpPr>
        <p:spPr>
          <a:xfrm>
            <a:off x="10951464" y="3805203"/>
            <a:ext cx="448056" cy="4480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4CD3B5-A1BE-A2D9-D303-9D3A0D769583}"/>
              </a:ext>
            </a:extLst>
          </p:cNvPr>
          <p:cNvCxnSpPr>
            <a:cxnSpLocks/>
          </p:cNvCxnSpPr>
          <p:nvPr/>
        </p:nvCxnSpPr>
        <p:spPr>
          <a:xfrm flipV="1">
            <a:off x="8453628" y="1441479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EB88C3-7375-53E2-23A0-D3C47B9062D5}"/>
              </a:ext>
            </a:extLst>
          </p:cNvPr>
          <p:cNvCxnSpPr>
            <a:cxnSpLocks/>
          </p:cNvCxnSpPr>
          <p:nvPr/>
        </p:nvCxnSpPr>
        <p:spPr>
          <a:xfrm flipV="1">
            <a:off x="9419844" y="3037107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05AE4B-2E13-F056-FEA4-DB495856EB3C}"/>
              </a:ext>
            </a:extLst>
          </p:cNvPr>
          <p:cNvCxnSpPr>
            <a:cxnSpLocks/>
          </p:cNvCxnSpPr>
          <p:nvPr/>
        </p:nvCxnSpPr>
        <p:spPr>
          <a:xfrm flipV="1">
            <a:off x="8476488" y="2169951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885F37D-C89D-C802-74FE-E7C55A41FECE}"/>
              </a:ext>
            </a:extLst>
          </p:cNvPr>
          <p:cNvCxnSpPr>
            <a:cxnSpLocks/>
          </p:cNvCxnSpPr>
          <p:nvPr/>
        </p:nvCxnSpPr>
        <p:spPr>
          <a:xfrm flipV="1">
            <a:off x="8484870" y="2894691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D9F5933-AE4D-C35C-1B82-ED3CD3F15D9A}"/>
              </a:ext>
            </a:extLst>
          </p:cNvPr>
          <p:cNvCxnSpPr>
            <a:cxnSpLocks/>
          </p:cNvCxnSpPr>
          <p:nvPr/>
        </p:nvCxnSpPr>
        <p:spPr>
          <a:xfrm>
            <a:off x="8535162" y="1847283"/>
            <a:ext cx="295656" cy="1166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C6441BA-DA03-A3A8-D63D-F9EA0931E637}"/>
              </a:ext>
            </a:extLst>
          </p:cNvPr>
          <p:cNvCxnSpPr>
            <a:cxnSpLocks/>
          </p:cNvCxnSpPr>
          <p:nvPr/>
        </p:nvCxnSpPr>
        <p:spPr>
          <a:xfrm>
            <a:off x="8535162" y="2603031"/>
            <a:ext cx="363474" cy="14310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B695BE9-CB9B-8349-F06B-01C7DCE0770C}"/>
              </a:ext>
            </a:extLst>
          </p:cNvPr>
          <p:cNvCxnSpPr>
            <a:cxnSpLocks/>
            <a:endCxn id="11" idx="2"/>
          </p:cNvCxnSpPr>
          <p:nvPr/>
        </p:nvCxnSpPr>
        <p:spPr>
          <a:xfrm>
            <a:off x="8495538" y="3305101"/>
            <a:ext cx="453390" cy="111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91FC704-5455-B148-E5D8-93FF68F54AD6}"/>
              </a:ext>
            </a:extLst>
          </p:cNvPr>
          <p:cNvCxnSpPr>
            <a:cxnSpLocks/>
          </p:cNvCxnSpPr>
          <p:nvPr/>
        </p:nvCxnSpPr>
        <p:spPr>
          <a:xfrm>
            <a:off x="8495538" y="4080324"/>
            <a:ext cx="453390" cy="111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97D5AAD-7033-B784-68AF-9307AD31BC65}"/>
              </a:ext>
            </a:extLst>
          </p:cNvPr>
          <p:cNvCxnSpPr>
            <a:cxnSpLocks/>
          </p:cNvCxnSpPr>
          <p:nvPr/>
        </p:nvCxnSpPr>
        <p:spPr>
          <a:xfrm flipV="1">
            <a:off x="8492871" y="3655851"/>
            <a:ext cx="458724" cy="2270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059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833"/>
            <a:ext cx="10515600" cy="44274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Why can't we use a plain </a:t>
            </a:r>
            <a:r>
              <a:rPr lang="en-US" sz="3200" b="1" dirty="0"/>
              <a:t>ANN</a:t>
            </a:r>
            <a:r>
              <a:rPr lang="en-US" sz="3200" dirty="0"/>
              <a:t> for time series forecasting?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501BA9-9A64-3F1F-2F04-0372344CA21C}"/>
              </a:ext>
            </a:extLst>
          </p:cNvPr>
          <p:cNvSpPr txBox="1"/>
          <p:nvPr/>
        </p:nvSpPr>
        <p:spPr>
          <a:xfrm>
            <a:off x="548640" y="933117"/>
            <a:ext cx="106436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Short answer: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Because ANN doesn't remember the past.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 of past inputs: ANN treats every input independently, it doesn’t remember what happened before.</a:t>
            </a:r>
          </a:p>
          <a:p>
            <a:pPr marL="514350" indent="-51435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temporal ordering: ANN sees data points randomly; time order (yesterday → today → tomorrow) is not naturally handled.</a:t>
            </a:r>
          </a:p>
          <a:p>
            <a:pPr marL="514350" indent="-51435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Fixed-size input: ANN expects all inputs to have a fixed shape. Time series may grow or shrink dynamically.</a:t>
            </a:r>
          </a:p>
          <a:p>
            <a:pPr marL="514350" indent="-51435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Lag features must be hand-crafted: To make ANN "see the past", you have to manually create "lag features" (previous values), which gets messy for long dependencies.</a:t>
            </a:r>
          </a:p>
        </p:txBody>
      </p:sp>
    </p:spTree>
    <p:extLst>
      <p:ext uri="{BB962C8B-B14F-4D97-AF65-F5344CB8AC3E}">
        <p14:creationId xmlns:p14="http://schemas.microsoft.com/office/powerpoint/2010/main" val="1626184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9DFFB-94C0-4E8F-3BD8-0CB7E022C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C078C9-F811-911E-A8A6-7F1A4F15EFCA}"/>
              </a:ext>
            </a:extLst>
          </p:cNvPr>
          <p:cNvSpPr txBox="1"/>
          <p:nvPr/>
        </p:nvSpPr>
        <p:spPr>
          <a:xfrm>
            <a:off x="374904" y="311557"/>
            <a:ext cx="95646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3️⃣ RNN Intuition (Core Concept)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🔁 Key Idea: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has "memory“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Information flows backward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3403629-3E4B-83A0-1457-3CAC6D83684D}"/>
              </a:ext>
            </a:extLst>
          </p:cNvPr>
          <p:cNvSpPr/>
          <p:nvPr/>
        </p:nvSpPr>
        <p:spPr>
          <a:xfrm>
            <a:off x="7273992" y="2185416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8D9179C-216E-7F29-9F34-E19A46706BEE}"/>
              </a:ext>
            </a:extLst>
          </p:cNvPr>
          <p:cNvSpPr/>
          <p:nvPr/>
        </p:nvSpPr>
        <p:spPr>
          <a:xfrm>
            <a:off x="7273992" y="288036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081BCE-E6D1-FCE9-CBF9-418FED322621}"/>
              </a:ext>
            </a:extLst>
          </p:cNvPr>
          <p:cNvSpPr/>
          <p:nvPr/>
        </p:nvSpPr>
        <p:spPr>
          <a:xfrm>
            <a:off x="8395656" y="1856232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CFAA75A-744E-18E9-575F-161A457C5B14}"/>
              </a:ext>
            </a:extLst>
          </p:cNvPr>
          <p:cNvSpPr/>
          <p:nvPr/>
        </p:nvSpPr>
        <p:spPr>
          <a:xfrm>
            <a:off x="8438328" y="2538906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B2D9C29-38A1-244C-F177-19707FF8A058}"/>
              </a:ext>
            </a:extLst>
          </p:cNvPr>
          <p:cNvSpPr/>
          <p:nvPr/>
        </p:nvSpPr>
        <p:spPr>
          <a:xfrm>
            <a:off x="8438328" y="323385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02BAD7C-6F86-49E8-6FE1-FB38B7B73A8F}"/>
              </a:ext>
            </a:extLst>
          </p:cNvPr>
          <p:cNvSpPr/>
          <p:nvPr/>
        </p:nvSpPr>
        <p:spPr>
          <a:xfrm>
            <a:off x="10600896" y="2322864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3743F85-4F4F-A493-E4D3-BB9C25037351}"/>
              </a:ext>
            </a:extLst>
          </p:cNvPr>
          <p:cNvSpPr/>
          <p:nvPr/>
        </p:nvSpPr>
        <p:spPr>
          <a:xfrm>
            <a:off x="9490704" y="2103711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2E1710D-F050-1A81-DBE2-82392B3889F3}"/>
              </a:ext>
            </a:extLst>
          </p:cNvPr>
          <p:cNvSpPr/>
          <p:nvPr/>
        </p:nvSpPr>
        <p:spPr>
          <a:xfrm>
            <a:off x="9527244" y="291132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007EC881-6442-1AA4-D843-340C93D28BF8}"/>
                  </a:ext>
                </a:extLst>
              </p14:cNvPr>
              <p14:cNvContentPartPr/>
              <p14:nvPr/>
            </p14:nvContentPartPr>
            <p14:xfrm>
              <a:off x="7852800" y="2170296"/>
              <a:ext cx="335520" cy="1634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007EC881-6442-1AA4-D843-340C93D28B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17160" y="2134656"/>
                <a:ext cx="407160" cy="23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A02386EF-29BF-07DA-689F-54245CCE33FC}"/>
              </a:ext>
            </a:extLst>
          </p:cNvPr>
          <p:cNvGrpSpPr/>
          <p:nvPr/>
        </p:nvGrpSpPr>
        <p:grpSpPr>
          <a:xfrm>
            <a:off x="7849560" y="2602296"/>
            <a:ext cx="310680" cy="171000"/>
            <a:chOff x="2486664" y="2876616"/>
            <a:chExt cx="31068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485EE6D-C9EA-76CF-0951-371A44F7BBB7}"/>
                    </a:ext>
                  </a:extLst>
                </p14:cNvPr>
                <p14:cNvContentPartPr/>
                <p14:nvPr/>
              </p14:nvContentPartPr>
              <p14:xfrm>
                <a:off x="2486664" y="2876616"/>
                <a:ext cx="255600" cy="101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485EE6D-C9EA-76CF-0951-371A44F7BB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50664" y="2840616"/>
                  <a:ext cx="327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14D6BD2-AFF8-7788-12B1-524EA3A877DE}"/>
                    </a:ext>
                  </a:extLst>
                </p14:cNvPr>
                <p14:cNvContentPartPr/>
                <p14:nvPr/>
              </p14:nvContentPartPr>
              <p14:xfrm>
                <a:off x="2690784" y="2897856"/>
                <a:ext cx="106560" cy="149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14D6BD2-AFF8-7788-12B1-524EA3A877D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54784" y="2861856"/>
                  <a:ext cx="17820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F13FB25-1790-CFDD-DF27-8934FF32B427}"/>
              </a:ext>
            </a:extLst>
          </p:cNvPr>
          <p:cNvGrpSpPr/>
          <p:nvPr/>
        </p:nvGrpSpPr>
        <p:grpSpPr>
          <a:xfrm>
            <a:off x="8848416" y="1685736"/>
            <a:ext cx="446760" cy="403920"/>
            <a:chOff x="3311784" y="1960056"/>
            <a:chExt cx="446760" cy="40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6B8513C-0394-A49E-1385-379F1E257884}"/>
                    </a:ext>
                  </a:extLst>
                </p14:cNvPr>
                <p14:cNvContentPartPr/>
                <p14:nvPr/>
              </p14:nvContentPartPr>
              <p14:xfrm>
                <a:off x="3311784" y="1960056"/>
                <a:ext cx="446760" cy="372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6B8513C-0394-A49E-1385-379F1E25788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75784" y="1924056"/>
                  <a:ext cx="51840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7C14C8-4EBE-E009-A267-64C5E5A71847}"/>
                    </a:ext>
                  </a:extLst>
                </p14:cNvPr>
                <p14:cNvContentPartPr/>
                <p14:nvPr/>
              </p14:nvContentPartPr>
              <p14:xfrm>
                <a:off x="3385224" y="2246616"/>
                <a:ext cx="214920" cy="117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7C14C8-4EBE-E009-A267-64C5E5A7184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49584" y="2210976"/>
                  <a:ext cx="2865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DB3327E-0501-6F87-F649-685003F46AE2}"/>
              </a:ext>
            </a:extLst>
          </p:cNvPr>
          <p:cNvGrpSpPr/>
          <p:nvPr/>
        </p:nvGrpSpPr>
        <p:grpSpPr>
          <a:xfrm>
            <a:off x="7688280" y="2025936"/>
            <a:ext cx="245160" cy="197280"/>
            <a:chOff x="2325384" y="2300256"/>
            <a:chExt cx="245160" cy="19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792392A-BC5A-EFFF-4BC3-7D2E214F8296}"/>
                    </a:ext>
                  </a:extLst>
                </p14:cNvPr>
                <p14:cNvContentPartPr/>
                <p14:nvPr/>
              </p14:nvContentPartPr>
              <p14:xfrm>
                <a:off x="2325384" y="2300256"/>
                <a:ext cx="245160" cy="18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792392A-BC5A-EFFF-4BC3-7D2E214F829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89744" y="2264256"/>
                  <a:ext cx="3168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AF7A58-F14B-594F-13D6-07EE2AFFAE89}"/>
                    </a:ext>
                  </a:extLst>
                </p14:cNvPr>
                <p14:cNvContentPartPr/>
                <p14:nvPr/>
              </p14:nvContentPartPr>
              <p14:xfrm>
                <a:off x="2354904" y="2438496"/>
                <a:ext cx="165240" cy="59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AF7A58-F14B-594F-13D6-07EE2AFFAE8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19264" y="2402496"/>
                  <a:ext cx="236880" cy="13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62A1A87-B9DB-CD3B-892C-AEBBA4A20280}"/>
                  </a:ext>
                </a:extLst>
              </p14:cNvPr>
              <p14:cNvContentPartPr/>
              <p14:nvPr/>
            </p14:nvContentPartPr>
            <p14:xfrm>
              <a:off x="6682080" y="3166416"/>
              <a:ext cx="60840" cy="388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62A1A87-B9DB-CD3B-892C-AEBBA4A2028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646440" y="3130416"/>
                <a:ext cx="13248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F5AC42FC-4508-2EB3-F885-6D84E94B4547}"/>
              </a:ext>
            </a:extLst>
          </p:cNvPr>
          <p:cNvGrpSpPr/>
          <p:nvPr/>
        </p:nvGrpSpPr>
        <p:grpSpPr>
          <a:xfrm>
            <a:off x="7840200" y="3008016"/>
            <a:ext cx="316440" cy="370440"/>
            <a:chOff x="2477304" y="3282336"/>
            <a:chExt cx="31644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EBA10B0-D991-A712-1B0B-13D2FE5736DF}"/>
                    </a:ext>
                  </a:extLst>
                </p14:cNvPr>
                <p14:cNvContentPartPr/>
                <p14:nvPr/>
              </p14:nvContentPartPr>
              <p14:xfrm>
                <a:off x="2477304" y="3282336"/>
                <a:ext cx="279000" cy="168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EBA10B0-D991-A712-1B0B-13D2FE5736D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41304" y="3246336"/>
                  <a:ext cx="3506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760EEBC-5EB6-243A-0138-FECB3F5FE9E7}"/>
                    </a:ext>
                  </a:extLst>
                </p14:cNvPr>
                <p14:cNvContentPartPr/>
                <p14:nvPr/>
              </p14:nvContentPartPr>
              <p14:xfrm>
                <a:off x="2502144" y="3530736"/>
                <a:ext cx="249120" cy="86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760EEBC-5EB6-243A-0138-FECB3F5FE9E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66504" y="3495096"/>
                  <a:ext cx="320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EABFDB6-153E-90F3-CBAF-F5455CE3EC54}"/>
                    </a:ext>
                  </a:extLst>
                </p14:cNvPr>
                <p14:cNvContentPartPr/>
                <p14:nvPr/>
              </p14:nvContentPartPr>
              <p14:xfrm>
                <a:off x="2677464" y="3560976"/>
                <a:ext cx="116280" cy="91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EABFDB6-153E-90F3-CBAF-F5455CE3EC5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41464" y="3525336"/>
                  <a:ext cx="1879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EA167B9-E5F3-A71E-BC18-751484565176}"/>
                    </a:ext>
                  </a:extLst>
                </p14:cNvPr>
                <p14:cNvContentPartPr/>
                <p14:nvPr/>
              </p14:nvContentPartPr>
              <p14:xfrm>
                <a:off x="2647224" y="3312216"/>
                <a:ext cx="114840" cy="115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EA167B9-E5F3-A71E-BC18-75148456517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11584" y="3276216"/>
                  <a:ext cx="1864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86DDBD5F-9D6A-9CC4-A3C0-B3D25FB050C1}"/>
              </a:ext>
            </a:extLst>
          </p:cNvPr>
          <p:cNvGrpSpPr/>
          <p:nvPr/>
        </p:nvGrpSpPr>
        <p:grpSpPr>
          <a:xfrm>
            <a:off x="9086520" y="2198376"/>
            <a:ext cx="294480" cy="156600"/>
            <a:chOff x="3723624" y="2472696"/>
            <a:chExt cx="29448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8ED9C93-B0B3-6137-7648-0A04091328E6}"/>
                    </a:ext>
                  </a:extLst>
                </p14:cNvPr>
                <p14:cNvContentPartPr/>
                <p14:nvPr/>
              </p14:nvContentPartPr>
              <p14:xfrm>
                <a:off x="3723624" y="2501496"/>
                <a:ext cx="238320" cy="59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8ED9C93-B0B3-6137-7648-0A04091328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87624" y="2465496"/>
                  <a:ext cx="3099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E31933F-2EFC-627A-DF1F-EF1A39E5E550}"/>
                    </a:ext>
                  </a:extLst>
                </p14:cNvPr>
                <p14:cNvContentPartPr/>
                <p14:nvPr/>
              </p14:nvContentPartPr>
              <p14:xfrm>
                <a:off x="3901824" y="2472696"/>
                <a:ext cx="116280" cy="156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E31933F-2EFC-627A-DF1F-EF1A39E5E55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65824" y="2437056"/>
                  <a:ext cx="187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F59CA18D-734D-6FFA-1482-924127F92FE7}"/>
                  </a:ext>
                </a:extLst>
              </p14:cNvPr>
              <p14:cNvContentPartPr/>
              <p14:nvPr/>
            </p14:nvContentPartPr>
            <p14:xfrm>
              <a:off x="9088320" y="3375216"/>
              <a:ext cx="340560" cy="25956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F59CA18D-734D-6FFA-1482-924127F92FE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052680" y="3339216"/>
                <a:ext cx="412200" cy="33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90219898-99A4-E257-9035-D268B6D4C644}"/>
              </a:ext>
            </a:extLst>
          </p:cNvPr>
          <p:cNvGrpSpPr/>
          <p:nvPr/>
        </p:nvGrpSpPr>
        <p:grpSpPr>
          <a:xfrm>
            <a:off x="8917536" y="2525616"/>
            <a:ext cx="535104" cy="1010880"/>
            <a:chOff x="3554640" y="2799936"/>
            <a:chExt cx="535104" cy="10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4CAFC7E-BBFF-09E5-868E-AF3E8922905C}"/>
                    </a:ext>
                  </a:extLst>
                </p14:cNvPr>
                <p14:cNvContentPartPr/>
                <p14:nvPr/>
              </p14:nvContentPartPr>
              <p14:xfrm>
                <a:off x="3585600" y="3563856"/>
                <a:ext cx="160560" cy="204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4CAFC7E-BBFF-09E5-868E-AF3E8922905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49960" y="3527856"/>
                  <a:ext cx="232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975EE3F-10B2-30FD-70C7-6A007D089D75}"/>
                    </a:ext>
                  </a:extLst>
                </p14:cNvPr>
                <p14:cNvContentPartPr/>
                <p14:nvPr/>
              </p14:nvContentPartPr>
              <p14:xfrm>
                <a:off x="3572640" y="3716856"/>
                <a:ext cx="131400" cy="93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975EE3F-10B2-30FD-70C7-6A007D089D7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36640" y="3681216"/>
                  <a:ext cx="2030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B3F62CE-F153-EBE4-952A-AB0F2C62CA95}"/>
                    </a:ext>
                  </a:extLst>
                </p14:cNvPr>
                <p14:cNvContentPartPr/>
                <p14:nvPr/>
              </p14:nvContentPartPr>
              <p14:xfrm>
                <a:off x="3554640" y="2799936"/>
                <a:ext cx="213120" cy="252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B3F62CE-F153-EBE4-952A-AB0F2C62CA9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518640" y="2764296"/>
                  <a:ext cx="284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D9F1A64-E79F-D13C-5E39-0D24D8068868}"/>
                    </a:ext>
                  </a:extLst>
                </p14:cNvPr>
                <p14:cNvContentPartPr/>
                <p14:nvPr/>
              </p14:nvContentPartPr>
              <p14:xfrm>
                <a:off x="3580920" y="2992536"/>
                <a:ext cx="162360" cy="85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D9F1A64-E79F-D13C-5E39-0D24D806886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45280" y="2956896"/>
                  <a:ext cx="234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0D9889F-DFB9-60AA-AE5D-00F1C572DFD7}"/>
                    </a:ext>
                  </a:extLst>
                </p14:cNvPr>
                <p14:cNvContentPartPr/>
                <p14:nvPr/>
              </p14:nvContentPartPr>
              <p14:xfrm>
                <a:off x="3850704" y="2861496"/>
                <a:ext cx="220320" cy="132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0D9889F-DFB9-60AA-AE5D-00F1C572DFD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15064" y="2825856"/>
                  <a:ext cx="2919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E846A85-B195-1882-A25D-581CB0DA032F}"/>
                    </a:ext>
                  </a:extLst>
                </p14:cNvPr>
                <p14:cNvContentPartPr/>
                <p14:nvPr/>
              </p14:nvContentPartPr>
              <p14:xfrm>
                <a:off x="3866184" y="3145176"/>
                <a:ext cx="185760" cy="82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E846A85-B195-1882-A25D-581CB0DA032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30184" y="3109176"/>
                  <a:ext cx="257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661C4ED-6DE0-271B-4FB8-FC859AA8170D}"/>
                    </a:ext>
                  </a:extLst>
                </p14:cNvPr>
                <p14:cNvContentPartPr/>
                <p14:nvPr/>
              </p14:nvContentPartPr>
              <p14:xfrm>
                <a:off x="3991104" y="3139776"/>
                <a:ext cx="98640" cy="115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661C4ED-6DE0-271B-4FB8-FC859AA8170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55104" y="3103776"/>
                  <a:ext cx="1702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815D991-2779-E5A2-B58C-83B765214E1E}"/>
                    </a:ext>
                  </a:extLst>
                </p14:cNvPr>
                <p14:cNvContentPartPr/>
                <p14:nvPr/>
              </p14:nvContentPartPr>
              <p14:xfrm>
                <a:off x="3618864" y="3292416"/>
                <a:ext cx="168480" cy="1940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815D991-2779-E5A2-B58C-83B765214E1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82864" y="3256776"/>
                  <a:ext cx="240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DF9BD0-CD8A-0B77-897F-40FC81B92D23}"/>
              </a:ext>
            </a:extLst>
          </p:cNvPr>
          <p:cNvGrpSpPr/>
          <p:nvPr/>
        </p:nvGrpSpPr>
        <p:grpSpPr>
          <a:xfrm>
            <a:off x="10126200" y="2368656"/>
            <a:ext cx="288000" cy="117360"/>
            <a:chOff x="4763304" y="2642976"/>
            <a:chExt cx="288000" cy="1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789157-BE85-ED1C-DD3A-F92034645A8E}"/>
                    </a:ext>
                  </a:extLst>
                </p14:cNvPr>
                <p14:cNvContentPartPr/>
                <p14:nvPr/>
              </p14:nvContentPartPr>
              <p14:xfrm>
                <a:off x="4763304" y="2673936"/>
                <a:ext cx="277560" cy="57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789157-BE85-ED1C-DD3A-F92034645A8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27664" y="2637936"/>
                  <a:ext cx="349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5468275-4E65-6E4D-222E-42F67D22D8DB}"/>
                    </a:ext>
                  </a:extLst>
                </p14:cNvPr>
                <p14:cNvContentPartPr/>
                <p14:nvPr/>
              </p14:nvContentPartPr>
              <p14:xfrm>
                <a:off x="4983624" y="2642976"/>
                <a:ext cx="67680" cy="117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5468275-4E65-6E4D-222E-42F67D22D8D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47984" y="2606976"/>
                  <a:ext cx="139320" cy="18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9E6BE79E-D0F3-E46A-BCCB-2D6B6CA26D4F}"/>
                  </a:ext>
                </a:extLst>
              </p14:cNvPr>
              <p14:cNvContentPartPr/>
              <p14:nvPr/>
            </p14:nvContentPartPr>
            <p14:xfrm>
              <a:off x="10152840" y="2788776"/>
              <a:ext cx="367200" cy="25560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9E6BE79E-D0F3-E46A-BCCB-2D6B6CA26D4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16840" y="2752776"/>
                <a:ext cx="438840" cy="32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0743163-C813-8838-24BA-9D64FBADACB3}"/>
              </a:ext>
            </a:extLst>
          </p:cNvPr>
          <p:cNvGrpSpPr/>
          <p:nvPr/>
        </p:nvGrpSpPr>
        <p:grpSpPr>
          <a:xfrm>
            <a:off x="9895440" y="1956816"/>
            <a:ext cx="371880" cy="219240"/>
            <a:chOff x="4532544" y="2231136"/>
            <a:chExt cx="37188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B2BF81C-8612-88AC-D0F2-7A6464C23878}"/>
                    </a:ext>
                  </a:extLst>
                </p14:cNvPr>
                <p14:cNvContentPartPr/>
                <p14:nvPr/>
              </p14:nvContentPartPr>
              <p14:xfrm>
                <a:off x="4532544" y="2231136"/>
                <a:ext cx="371880" cy="207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B2BF81C-8612-88AC-D0F2-7A6464C2387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96544" y="2195496"/>
                  <a:ext cx="443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93F2D5C-0E0A-F7FE-E3CD-A171437E8945}"/>
                    </a:ext>
                  </a:extLst>
                </p14:cNvPr>
                <p14:cNvContentPartPr/>
                <p14:nvPr/>
              </p14:nvContentPartPr>
              <p14:xfrm>
                <a:off x="4620744" y="2354616"/>
                <a:ext cx="124920" cy="95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93F2D5C-0E0A-F7FE-E3CD-A171437E894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85104" y="2318616"/>
                  <a:ext cx="19656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0586CBD-0ABD-C95F-EC6D-1E624196C00E}"/>
              </a:ext>
            </a:extLst>
          </p:cNvPr>
          <p:cNvGrpSpPr/>
          <p:nvPr/>
        </p:nvGrpSpPr>
        <p:grpSpPr>
          <a:xfrm>
            <a:off x="9951240" y="3193776"/>
            <a:ext cx="450720" cy="330120"/>
            <a:chOff x="4588344" y="3468096"/>
            <a:chExt cx="450720" cy="3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44D17B7-4711-EB9E-65CA-1DCD76253CFD}"/>
                    </a:ext>
                  </a:extLst>
                </p14:cNvPr>
                <p14:cNvContentPartPr/>
                <p14:nvPr/>
              </p14:nvContentPartPr>
              <p14:xfrm>
                <a:off x="4712184" y="3468096"/>
                <a:ext cx="326880" cy="267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44D17B7-4711-EB9E-65CA-1DCD76253CF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76184" y="3432096"/>
                  <a:ext cx="3985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647F84F-0FF3-80C5-F02C-F71D56C1E24D}"/>
                    </a:ext>
                  </a:extLst>
                </p14:cNvPr>
                <p14:cNvContentPartPr/>
                <p14:nvPr/>
              </p14:nvContentPartPr>
              <p14:xfrm>
                <a:off x="4588344" y="3656376"/>
                <a:ext cx="269640" cy="141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647F84F-0FF3-80C5-F02C-F71D56C1E2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552704" y="3620376"/>
                  <a:ext cx="341280" cy="213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1AC40AB3-D6A3-0AA9-73D5-6798DDC19F50}"/>
                  </a:ext>
                </a:extLst>
              </p14:cNvPr>
              <p14:cNvContentPartPr/>
              <p14:nvPr/>
            </p14:nvContentPartPr>
            <p14:xfrm>
              <a:off x="8472360" y="4012056"/>
              <a:ext cx="1493280" cy="5958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1AC40AB3-D6A3-0AA9-73D5-6798DDC19F5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436360" y="3976056"/>
                <a:ext cx="1564920" cy="667440"/>
              </a:xfrm>
              <a:prstGeom prst="rect">
                <a:avLst/>
              </a:prstGeom>
            </p:spPr>
          </p:pic>
        </mc:Fallback>
      </mc:AlternateContent>
      <p:sp>
        <p:nvSpPr>
          <p:cNvPr id="114" name="Oval 113">
            <a:extLst>
              <a:ext uri="{FF2B5EF4-FFF2-40B4-BE49-F238E27FC236}">
                <a16:creationId xmlns:a16="http://schemas.microsoft.com/office/drawing/2014/main" id="{EE3FC578-E358-C594-E2B0-1AADA29E6BD7}"/>
              </a:ext>
            </a:extLst>
          </p:cNvPr>
          <p:cNvSpPr/>
          <p:nvPr/>
        </p:nvSpPr>
        <p:spPr>
          <a:xfrm>
            <a:off x="1757064" y="2364336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0A5C94F2-69D2-753E-A0D6-B67C142370AC}"/>
              </a:ext>
            </a:extLst>
          </p:cNvPr>
          <p:cNvSpPr/>
          <p:nvPr/>
        </p:nvSpPr>
        <p:spPr>
          <a:xfrm>
            <a:off x="1757064" y="305928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85B3B3B-E6B9-89EE-5B01-FA35EB7DF4C2}"/>
              </a:ext>
            </a:extLst>
          </p:cNvPr>
          <p:cNvSpPr/>
          <p:nvPr/>
        </p:nvSpPr>
        <p:spPr>
          <a:xfrm>
            <a:off x="2878728" y="2035152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9C0DD5C4-D879-1C02-817B-0E3AC02B3A29}"/>
              </a:ext>
            </a:extLst>
          </p:cNvPr>
          <p:cNvSpPr/>
          <p:nvPr/>
        </p:nvSpPr>
        <p:spPr>
          <a:xfrm>
            <a:off x="2921400" y="2717826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8C6FE136-7F0E-EAEE-C031-5FD54F3C8CE3}"/>
              </a:ext>
            </a:extLst>
          </p:cNvPr>
          <p:cNvSpPr/>
          <p:nvPr/>
        </p:nvSpPr>
        <p:spPr>
          <a:xfrm>
            <a:off x="2921400" y="341277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C485E08-808A-5641-0769-4C58D5DB638E}"/>
              </a:ext>
            </a:extLst>
          </p:cNvPr>
          <p:cNvSpPr/>
          <p:nvPr/>
        </p:nvSpPr>
        <p:spPr>
          <a:xfrm>
            <a:off x="5083968" y="2501784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30E818EA-5145-B5A5-3F20-17C1857F2C1D}"/>
              </a:ext>
            </a:extLst>
          </p:cNvPr>
          <p:cNvSpPr/>
          <p:nvPr/>
        </p:nvSpPr>
        <p:spPr>
          <a:xfrm>
            <a:off x="3973776" y="2282631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6E3ECFD7-A501-7B07-674B-C62FD68A53EA}"/>
              </a:ext>
            </a:extLst>
          </p:cNvPr>
          <p:cNvSpPr/>
          <p:nvPr/>
        </p:nvSpPr>
        <p:spPr>
          <a:xfrm>
            <a:off x="4010316" y="309024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83FE7F0D-4159-7F34-8F8F-D5960B50068B}"/>
                  </a:ext>
                </a:extLst>
              </p14:cNvPr>
              <p14:cNvContentPartPr/>
              <p14:nvPr/>
            </p14:nvContentPartPr>
            <p14:xfrm>
              <a:off x="2335872" y="2349216"/>
              <a:ext cx="335520" cy="16344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83FE7F0D-4159-7F34-8F8F-D5960B50068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00232" y="2313576"/>
                <a:ext cx="40716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EDBC3982-9E9B-5D1C-E4FA-8E06F996DF06}"/>
                  </a:ext>
                </a:extLst>
              </p14:cNvPr>
              <p14:cNvContentPartPr/>
              <p14:nvPr/>
            </p14:nvContentPartPr>
            <p14:xfrm>
              <a:off x="1165152" y="3345336"/>
              <a:ext cx="60840" cy="3888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EDBC3982-9E9B-5D1C-E4FA-8E06F996DF0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129512" y="3309336"/>
                <a:ext cx="13248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BC40D5E6-DF89-E525-70D5-39D4BCE8AE83}"/>
              </a:ext>
            </a:extLst>
          </p:cNvPr>
          <p:cNvGrpSpPr/>
          <p:nvPr/>
        </p:nvGrpSpPr>
        <p:grpSpPr>
          <a:xfrm>
            <a:off x="1321032" y="2497536"/>
            <a:ext cx="363600" cy="145080"/>
            <a:chOff x="1475064" y="2592936"/>
            <a:chExt cx="363600" cy="1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B588CF3-FFD6-D1A5-1FB4-1255E7C916EF}"/>
                    </a:ext>
                  </a:extLst>
                </p14:cNvPr>
                <p14:cNvContentPartPr/>
                <p14:nvPr/>
              </p14:nvContentPartPr>
              <p14:xfrm>
                <a:off x="1475064" y="2644416"/>
                <a:ext cx="297000" cy="759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B588CF3-FFD6-D1A5-1FB4-1255E7C916E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39064" y="2608776"/>
                  <a:ext cx="368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C777A7B-36B3-B01C-8138-299D702B9131}"/>
                    </a:ext>
                  </a:extLst>
                </p14:cNvPr>
                <p14:cNvContentPartPr/>
                <p14:nvPr/>
              </p14:nvContentPartPr>
              <p14:xfrm>
                <a:off x="1722744" y="2592936"/>
                <a:ext cx="115920" cy="145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C777A7B-36B3-B01C-8138-299D702B91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86744" y="2556936"/>
                  <a:ext cx="18756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14A3C826-232A-1F3A-E8D4-F55A84D66259}"/>
              </a:ext>
            </a:extLst>
          </p:cNvPr>
          <p:cNvGrpSpPr/>
          <p:nvPr/>
        </p:nvGrpSpPr>
        <p:grpSpPr>
          <a:xfrm>
            <a:off x="1279632" y="2776536"/>
            <a:ext cx="510120" cy="690840"/>
            <a:chOff x="1433664" y="2871936"/>
            <a:chExt cx="510120" cy="69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DDFFC0C-16C7-80A2-BB88-B96581A370A4}"/>
                    </a:ext>
                  </a:extLst>
                </p14:cNvPr>
                <p14:cNvContentPartPr/>
                <p14:nvPr/>
              </p14:nvContentPartPr>
              <p14:xfrm>
                <a:off x="1482264" y="2871936"/>
                <a:ext cx="404280" cy="3582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DDFFC0C-16C7-80A2-BB88-B96581A370A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46264" y="2836296"/>
                  <a:ext cx="47592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E26B529-9C96-CE42-CF84-E72B7D33A918}"/>
                    </a:ext>
                  </a:extLst>
                </p14:cNvPr>
                <p14:cNvContentPartPr/>
                <p14:nvPr/>
              </p14:nvContentPartPr>
              <p14:xfrm>
                <a:off x="1815624" y="3111336"/>
                <a:ext cx="113040" cy="1526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E26B529-9C96-CE42-CF84-E72B7D33A91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779624" y="3075336"/>
                  <a:ext cx="184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44D19D9-0C66-302A-CB15-7503442DA19A}"/>
                    </a:ext>
                  </a:extLst>
                </p14:cNvPr>
                <p14:cNvContentPartPr/>
                <p14:nvPr/>
              </p14:nvContentPartPr>
              <p14:xfrm>
                <a:off x="1433664" y="2934216"/>
                <a:ext cx="406440" cy="460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44D19D9-0C66-302A-CB15-7503442DA1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98024" y="2898216"/>
                  <a:ext cx="47808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3545D64-9751-41B8-5AFE-603509CE6BBE}"/>
                    </a:ext>
                  </a:extLst>
                </p14:cNvPr>
                <p14:cNvContentPartPr/>
                <p14:nvPr/>
              </p14:nvContentPartPr>
              <p14:xfrm>
                <a:off x="1490904" y="3477456"/>
                <a:ext cx="415800" cy="198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3545D64-9751-41B8-5AFE-603509CE6BB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455264" y="3441456"/>
                  <a:ext cx="487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65A9D6F-D9A7-F9E4-F606-4A50C519A378}"/>
                    </a:ext>
                  </a:extLst>
                </p14:cNvPr>
                <p14:cNvContentPartPr/>
                <p14:nvPr/>
              </p14:nvContentPartPr>
              <p14:xfrm>
                <a:off x="1779984" y="3419496"/>
                <a:ext cx="163800" cy="143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65A9D6F-D9A7-F9E4-F606-4A50C519A37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744344" y="3383856"/>
                  <a:ext cx="23544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273A0AF-75CC-74D1-27A1-B8FB85EC45F9}"/>
              </a:ext>
            </a:extLst>
          </p:cNvPr>
          <p:cNvGrpSpPr/>
          <p:nvPr/>
        </p:nvGrpSpPr>
        <p:grpSpPr>
          <a:xfrm>
            <a:off x="2323272" y="3186936"/>
            <a:ext cx="316440" cy="370440"/>
            <a:chOff x="2477304" y="3282336"/>
            <a:chExt cx="31644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2F7A9E4-BFFF-218A-F90A-6EDC15EAB2BA}"/>
                    </a:ext>
                  </a:extLst>
                </p14:cNvPr>
                <p14:cNvContentPartPr/>
                <p14:nvPr/>
              </p14:nvContentPartPr>
              <p14:xfrm>
                <a:off x="2477304" y="3282336"/>
                <a:ext cx="279000" cy="168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2F7A9E4-BFFF-218A-F90A-6EDC15EAB2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41304" y="3246336"/>
                  <a:ext cx="3506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6B77C00-724F-999E-9008-70145DD15F81}"/>
                    </a:ext>
                  </a:extLst>
                </p14:cNvPr>
                <p14:cNvContentPartPr/>
                <p14:nvPr/>
              </p14:nvContentPartPr>
              <p14:xfrm>
                <a:off x="2502144" y="3530736"/>
                <a:ext cx="249120" cy="864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6B77C00-724F-999E-9008-70145DD15F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66504" y="3495096"/>
                  <a:ext cx="320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6639AEF-B42B-F733-8F87-9BD7BD070FE2}"/>
                    </a:ext>
                  </a:extLst>
                </p14:cNvPr>
                <p14:cNvContentPartPr/>
                <p14:nvPr/>
              </p14:nvContentPartPr>
              <p14:xfrm>
                <a:off x="2677464" y="3560976"/>
                <a:ext cx="116280" cy="918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6639AEF-B42B-F733-8F87-9BD7BD070FE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41464" y="3525336"/>
                  <a:ext cx="1879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B44EEDF-A781-E3D0-4F75-2D56AA1D8538}"/>
                    </a:ext>
                  </a:extLst>
                </p14:cNvPr>
                <p14:cNvContentPartPr/>
                <p14:nvPr/>
              </p14:nvContentPartPr>
              <p14:xfrm>
                <a:off x="2647224" y="3312216"/>
                <a:ext cx="114840" cy="115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B44EEDF-A781-E3D0-4F75-2D56AA1D853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11584" y="3276216"/>
                  <a:ext cx="1864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A5148568-5F83-2EAC-8D6E-1FFE23FA0FDB}"/>
              </a:ext>
            </a:extLst>
          </p:cNvPr>
          <p:cNvGrpSpPr/>
          <p:nvPr/>
        </p:nvGrpSpPr>
        <p:grpSpPr>
          <a:xfrm>
            <a:off x="3569592" y="2377296"/>
            <a:ext cx="294480" cy="156600"/>
            <a:chOff x="3723624" y="2472696"/>
            <a:chExt cx="29448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4BF30AC-9EFB-106B-1AF2-EFEF2D15356A}"/>
                    </a:ext>
                  </a:extLst>
                </p14:cNvPr>
                <p14:cNvContentPartPr/>
                <p14:nvPr/>
              </p14:nvContentPartPr>
              <p14:xfrm>
                <a:off x="3723624" y="2501496"/>
                <a:ext cx="238320" cy="59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4BF30AC-9EFB-106B-1AF2-EFEF2D15356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87624" y="2465496"/>
                  <a:ext cx="3099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1494A1A-7686-E086-7F86-2F189D3E4ACA}"/>
                    </a:ext>
                  </a:extLst>
                </p14:cNvPr>
                <p14:cNvContentPartPr/>
                <p14:nvPr/>
              </p14:nvContentPartPr>
              <p14:xfrm>
                <a:off x="3901824" y="2472696"/>
                <a:ext cx="116280" cy="1566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1494A1A-7686-E086-7F86-2F189D3E4AC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65824" y="2437056"/>
                  <a:ext cx="187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4C299292-C740-0879-8E94-4C1227EEDDFE}"/>
                  </a:ext>
                </a:extLst>
              </p14:cNvPr>
              <p14:cNvContentPartPr/>
              <p14:nvPr/>
            </p14:nvContentPartPr>
            <p14:xfrm>
              <a:off x="3571392" y="3554136"/>
              <a:ext cx="340560" cy="25956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4C299292-C740-0879-8E94-4C1227EEDDF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535752" y="3518136"/>
                <a:ext cx="412200" cy="33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17C31250-8095-F40D-3E33-9BDC7D2F6B9D}"/>
              </a:ext>
            </a:extLst>
          </p:cNvPr>
          <p:cNvGrpSpPr/>
          <p:nvPr/>
        </p:nvGrpSpPr>
        <p:grpSpPr>
          <a:xfrm>
            <a:off x="4609272" y="2547576"/>
            <a:ext cx="288000" cy="117360"/>
            <a:chOff x="4763304" y="2642976"/>
            <a:chExt cx="288000" cy="1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1D6E76A-ED7C-F083-1B33-2CCDBAE1BEF6}"/>
                    </a:ext>
                  </a:extLst>
                </p14:cNvPr>
                <p14:cNvContentPartPr/>
                <p14:nvPr/>
              </p14:nvContentPartPr>
              <p14:xfrm>
                <a:off x="4763304" y="2673936"/>
                <a:ext cx="277560" cy="57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1D6E76A-ED7C-F083-1B33-2CCDBAE1BEF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27664" y="2637936"/>
                  <a:ext cx="349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393659E-155D-58AC-C555-3F5F5C3D7EC5}"/>
                    </a:ext>
                  </a:extLst>
                </p14:cNvPr>
                <p14:cNvContentPartPr/>
                <p14:nvPr/>
              </p14:nvContentPartPr>
              <p14:xfrm>
                <a:off x="4983624" y="2642976"/>
                <a:ext cx="67680" cy="1173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393659E-155D-58AC-C555-3F5F5C3D7EC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47984" y="2606976"/>
                  <a:ext cx="139320" cy="18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DBD36A79-FDD5-02ED-F1A2-A280D70CE4D5}"/>
                  </a:ext>
                </a:extLst>
              </p14:cNvPr>
              <p14:cNvContentPartPr/>
              <p14:nvPr/>
            </p14:nvContentPartPr>
            <p14:xfrm>
              <a:off x="4635912" y="2967696"/>
              <a:ext cx="367200" cy="25560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DBD36A79-FDD5-02ED-F1A2-A280D70CE4D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599912" y="2931696"/>
                <a:ext cx="438840" cy="32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E664E0F7-C02B-F10E-638C-5B4CD462933C}"/>
              </a:ext>
            </a:extLst>
          </p:cNvPr>
          <p:cNvGrpSpPr/>
          <p:nvPr/>
        </p:nvGrpSpPr>
        <p:grpSpPr>
          <a:xfrm>
            <a:off x="2290824" y="2523816"/>
            <a:ext cx="612000" cy="883440"/>
            <a:chOff x="2290824" y="2523816"/>
            <a:chExt cx="612000" cy="88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2401B06-419B-DD43-999F-13E6A3F75758}"/>
                    </a:ext>
                  </a:extLst>
                </p14:cNvPr>
                <p14:cNvContentPartPr/>
                <p14:nvPr/>
              </p14:nvContentPartPr>
              <p14:xfrm>
                <a:off x="2422224" y="2704896"/>
                <a:ext cx="380160" cy="1134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2401B06-419B-DD43-999F-13E6A3F7575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386224" y="2669256"/>
                  <a:ext cx="4518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93AC214-EC2D-F855-DA8E-94ADA95DC4CE}"/>
                    </a:ext>
                  </a:extLst>
                </p14:cNvPr>
                <p14:cNvContentPartPr/>
                <p14:nvPr/>
              </p14:nvContentPartPr>
              <p14:xfrm>
                <a:off x="2722104" y="2725416"/>
                <a:ext cx="117000" cy="1220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93AC214-EC2D-F855-DA8E-94ADA95DC4C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686464" y="2689776"/>
                  <a:ext cx="1886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0317165-1B5D-6F1B-729E-7B89D85F2AA2}"/>
                    </a:ext>
                  </a:extLst>
                </p14:cNvPr>
                <p14:cNvContentPartPr/>
                <p14:nvPr/>
              </p14:nvContentPartPr>
              <p14:xfrm>
                <a:off x="2378664" y="2857896"/>
                <a:ext cx="471240" cy="486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0317165-1B5D-6F1B-729E-7B89D85F2AA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343024" y="2821896"/>
                  <a:ext cx="54288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B0252DA-4A7E-2074-D6EE-340EA42EE85A}"/>
                    </a:ext>
                  </a:extLst>
                </p14:cNvPr>
                <p14:cNvContentPartPr/>
                <p14:nvPr/>
              </p14:nvContentPartPr>
              <p14:xfrm>
                <a:off x="2751984" y="3238056"/>
                <a:ext cx="150840" cy="1692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B0252DA-4A7E-2074-D6EE-340EA42EE85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715984" y="3202056"/>
                  <a:ext cx="2224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546E66A-B08E-0541-9563-EC9F6D1E5CB9}"/>
                    </a:ext>
                  </a:extLst>
                </p14:cNvPr>
                <p14:cNvContentPartPr/>
                <p14:nvPr/>
              </p14:nvContentPartPr>
              <p14:xfrm>
                <a:off x="2290824" y="2523816"/>
                <a:ext cx="597960" cy="6847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546E66A-B08E-0541-9563-EC9F6D1E5CB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55184" y="2488176"/>
                  <a:ext cx="669600" cy="75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D495EA1F-A6E4-6FFD-6F1C-6FB96BB1F05E}"/>
              </a:ext>
            </a:extLst>
          </p:cNvPr>
          <p:cNvGrpSpPr/>
          <p:nvPr/>
        </p:nvGrpSpPr>
        <p:grpSpPr>
          <a:xfrm>
            <a:off x="3437064" y="2545056"/>
            <a:ext cx="537120" cy="951480"/>
            <a:chOff x="3437064" y="2545056"/>
            <a:chExt cx="537120" cy="95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B71FAB83-7A56-1821-2954-7CF537A4A641}"/>
                    </a:ext>
                  </a:extLst>
                </p14:cNvPr>
                <p14:cNvContentPartPr/>
                <p14:nvPr/>
              </p14:nvContentPartPr>
              <p14:xfrm>
                <a:off x="3474504" y="2545056"/>
                <a:ext cx="390240" cy="354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B71FAB83-7A56-1821-2954-7CF537A4A64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38864" y="2509056"/>
                  <a:ext cx="46188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36E20D1-FCFE-6CFD-63A7-50022DDF2874}"/>
                    </a:ext>
                  </a:extLst>
                </p14:cNvPr>
                <p14:cNvContentPartPr/>
                <p14:nvPr/>
              </p14:nvContentPartPr>
              <p14:xfrm>
                <a:off x="3825144" y="2822616"/>
                <a:ext cx="91080" cy="1047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36E20D1-FCFE-6CFD-63A7-50022DDF287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789504" y="2786976"/>
                  <a:ext cx="162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0FE64CB-9AA8-BEEA-A440-FE07466241A5}"/>
                    </a:ext>
                  </a:extLst>
                </p14:cNvPr>
                <p14:cNvContentPartPr/>
                <p14:nvPr/>
              </p14:nvContentPartPr>
              <p14:xfrm>
                <a:off x="3471624" y="2636496"/>
                <a:ext cx="333720" cy="305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0FE64CB-9AA8-BEEA-A440-FE07466241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435984" y="2600856"/>
                  <a:ext cx="40536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A3C8C7C-6D0C-0CDE-8E3E-014369F38A7B}"/>
                    </a:ext>
                  </a:extLst>
                </p14:cNvPr>
                <p14:cNvContentPartPr/>
                <p14:nvPr/>
              </p14:nvContentPartPr>
              <p14:xfrm>
                <a:off x="3560544" y="3052296"/>
                <a:ext cx="378720" cy="133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A3C8C7C-6D0C-0CDE-8E3E-014369F38A7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524544" y="3016656"/>
                  <a:ext cx="450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A9C0659-D348-DDE9-7F4F-009188BCA684}"/>
                    </a:ext>
                  </a:extLst>
                </p14:cNvPr>
                <p14:cNvContentPartPr/>
                <p14:nvPr/>
              </p14:nvContentPartPr>
              <p14:xfrm>
                <a:off x="3870504" y="3085416"/>
                <a:ext cx="103680" cy="1540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A9C0659-D348-DDE9-7F4F-009188BCA68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34864" y="3049776"/>
                  <a:ext cx="1753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C9D34735-C3C0-67E9-3D0D-3823AE971623}"/>
                    </a:ext>
                  </a:extLst>
                </p14:cNvPr>
                <p14:cNvContentPartPr/>
                <p14:nvPr/>
              </p14:nvContentPartPr>
              <p14:xfrm>
                <a:off x="3437064" y="2963736"/>
                <a:ext cx="399960" cy="5328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C9D34735-C3C0-67E9-3D0D-3823AE9716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01424" y="2928096"/>
                  <a:ext cx="471600" cy="6044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54E74659-DDC3-2949-50E8-0656CB9D9F8D}"/>
              </a:ext>
            </a:extLst>
          </p:cNvPr>
          <p:cNvSpPr txBox="1"/>
          <p:nvPr/>
        </p:nvSpPr>
        <p:spPr>
          <a:xfrm>
            <a:off x="2335872" y="4745951"/>
            <a:ext cx="10727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ANN</a:t>
            </a:r>
            <a:endParaRPr lang="en-US" sz="24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8A9377C-871A-1CC7-B119-56A79DD566DC}"/>
              </a:ext>
            </a:extLst>
          </p:cNvPr>
          <p:cNvSpPr txBox="1"/>
          <p:nvPr/>
        </p:nvSpPr>
        <p:spPr>
          <a:xfrm>
            <a:off x="8943552" y="4830765"/>
            <a:ext cx="10727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</a:t>
            </a:r>
            <a:endParaRPr lang="en-US" sz="2400" dirty="0"/>
          </a:p>
        </p:txBody>
      </p: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8A28771D-6E63-7F50-42D0-559F5571BC79}"/>
              </a:ext>
            </a:extLst>
          </p:cNvPr>
          <p:cNvGrpSpPr/>
          <p:nvPr/>
        </p:nvGrpSpPr>
        <p:grpSpPr>
          <a:xfrm>
            <a:off x="696744" y="2532816"/>
            <a:ext cx="428400" cy="246600"/>
            <a:chOff x="696744" y="2532816"/>
            <a:chExt cx="428400" cy="24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AF19EBF-9752-3481-7DB1-FE6C8DD15A7C}"/>
                    </a:ext>
                  </a:extLst>
                </p14:cNvPr>
                <p14:cNvContentPartPr/>
                <p14:nvPr/>
              </p14:nvContentPartPr>
              <p14:xfrm>
                <a:off x="1086264" y="2685816"/>
                <a:ext cx="38880" cy="309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AF19EBF-9752-3481-7DB1-FE6C8DD15A7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0264" y="2649816"/>
                  <a:ext cx="110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EBDC603-CE97-5286-EF5B-2DFE093A570A}"/>
                    </a:ext>
                  </a:extLst>
                </p14:cNvPr>
                <p14:cNvContentPartPr/>
                <p14:nvPr/>
              </p14:nvContentPartPr>
              <p14:xfrm>
                <a:off x="696744" y="2647296"/>
                <a:ext cx="75600" cy="94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EBDC603-CE97-5286-EF5B-2DFE093A570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61104" y="2611296"/>
                  <a:ext cx="147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8F36EA2-4F27-4DE4-7D28-E621AB082689}"/>
                    </a:ext>
                  </a:extLst>
                </p14:cNvPr>
                <p14:cNvContentPartPr/>
                <p14:nvPr/>
              </p14:nvContentPartPr>
              <p14:xfrm>
                <a:off x="703944" y="2532816"/>
                <a:ext cx="29880" cy="100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8F36EA2-4F27-4DE4-7D28-E621AB08268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8304" y="2496816"/>
                  <a:ext cx="1015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76CE812-F5B4-3E2A-6ED4-ED84607E1737}"/>
                    </a:ext>
                  </a:extLst>
                </p14:cNvPr>
                <p14:cNvContentPartPr/>
                <p14:nvPr/>
              </p14:nvContentPartPr>
              <p14:xfrm>
                <a:off x="902664" y="2671056"/>
                <a:ext cx="19080" cy="1083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76CE812-F5B4-3E2A-6ED4-ED84607E173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7024" y="2635416"/>
                  <a:ext cx="9072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A09A7125-7887-3CB3-BD99-BD60CE817121}"/>
              </a:ext>
            </a:extLst>
          </p:cNvPr>
          <p:cNvGrpSpPr/>
          <p:nvPr/>
        </p:nvGrpSpPr>
        <p:grpSpPr>
          <a:xfrm>
            <a:off x="735624" y="3207456"/>
            <a:ext cx="318240" cy="273240"/>
            <a:chOff x="735624" y="3207456"/>
            <a:chExt cx="318240" cy="27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2716EA9-6EB2-181B-962C-E649D716D1C7}"/>
                    </a:ext>
                  </a:extLst>
                </p14:cNvPr>
                <p14:cNvContentPartPr/>
                <p14:nvPr/>
              </p14:nvContentPartPr>
              <p14:xfrm>
                <a:off x="735624" y="3322656"/>
                <a:ext cx="118800" cy="102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2716EA9-6EB2-181B-962C-E649D716D1C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99984" y="3287016"/>
                  <a:ext cx="190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88F6BB6-31C8-31E2-A576-E5D8F1ACF2CF}"/>
                    </a:ext>
                  </a:extLst>
                </p14:cNvPr>
                <p14:cNvContentPartPr/>
                <p14:nvPr/>
              </p14:nvContentPartPr>
              <p14:xfrm>
                <a:off x="742464" y="3207456"/>
                <a:ext cx="39960" cy="169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88F6BB6-31C8-31E2-A576-E5D8F1ACF2C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06824" y="3171456"/>
                  <a:ext cx="1116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5F76CAE-CE40-AAA0-013D-354D46596D9D}"/>
                    </a:ext>
                  </a:extLst>
                </p14:cNvPr>
                <p14:cNvContentPartPr/>
                <p14:nvPr/>
              </p14:nvContentPartPr>
              <p14:xfrm>
                <a:off x="944064" y="3393576"/>
                <a:ext cx="109800" cy="871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5F76CAE-CE40-AAA0-013D-354D46596D9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8064" y="3357936"/>
                  <a:ext cx="18144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DB5B20D-C3A8-6489-218F-AFF69FD2E8B8}"/>
              </a:ext>
            </a:extLst>
          </p:cNvPr>
          <p:cNvGrpSpPr/>
          <p:nvPr/>
        </p:nvGrpSpPr>
        <p:grpSpPr>
          <a:xfrm>
            <a:off x="6290784" y="2275416"/>
            <a:ext cx="1015896" cy="1055880"/>
            <a:chOff x="6290784" y="2275416"/>
            <a:chExt cx="1015896" cy="105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17048A0-39C0-3250-482E-23545B089CD7}"/>
                    </a:ext>
                  </a:extLst>
                </p14:cNvPr>
                <p14:cNvContentPartPr/>
                <p14:nvPr/>
              </p14:nvContentPartPr>
              <p14:xfrm>
                <a:off x="6837960" y="2370096"/>
                <a:ext cx="297000" cy="75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17048A0-39C0-3250-482E-23545B089CD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01960" y="2334456"/>
                  <a:ext cx="368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7C695FF-8A23-25EC-A499-57F2C8B6FC2B}"/>
                    </a:ext>
                  </a:extLst>
                </p14:cNvPr>
                <p14:cNvContentPartPr/>
                <p14:nvPr/>
              </p14:nvContentPartPr>
              <p14:xfrm>
                <a:off x="7085640" y="2318616"/>
                <a:ext cx="115920" cy="1450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7C695FF-8A23-25EC-A499-57F2C8B6FC2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49640" y="2282616"/>
                  <a:ext cx="187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A7464C4-88FD-126D-F172-E4AA129D88E0}"/>
                    </a:ext>
                  </a:extLst>
                </p14:cNvPr>
                <p14:cNvContentPartPr/>
                <p14:nvPr/>
              </p14:nvContentPartPr>
              <p14:xfrm>
                <a:off x="6845160" y="2597616"/>
                <a:ext cx="404280" cy="358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A7464C4-88FD-126D-F172-E4AA129D88E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09160" y="2561976"/>
                  <a:ext cx="47592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537A330-AD51-B818-CD39-36A3B2E799A5}"/>
                    </a:ext>
                  </a:extLst>
                </p14:cNvPr>
                <p14:cNvContentPartPr/>
                <p14:nvPr/>
              </p14:nvContentPartPr>
              <p14:xfrm>
                <a:off x="7178520" y="2837016"/>
                <a:ext cx="113040" cy="152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537A330-AD51-B818-CD39-36A3B2E799A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42520" y="2801016"/>
                  <a:ext cx="184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EA8275D-AF6B-8450-C77D-4CF8ED605750}"/>
                    </a:ext>
                  </a:extLst>
                </p14:cNvPr>
                <p14:cNvContentPartPr/>
                <p14:nvPr/>
              </p14:nvContentPartPr>
              <p14:xfrm>
                <a:off x="6796560" y="2659896"/>
                <a:ext cx="406440" cy="460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EA8275D-AF6B-8450-C77D-4CF8ED60575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60920" y="2623896"/>
                  <a:ext cx="47808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4F6E322-594C-C7C5-EA7C-22D4D58DE015}"/>
                    </a:ext>
                  </a:extLst>
                </p14:cNvPr>
                <p14:cNvContentPartPr/>
                <p14:nvPr/>
              </p14:nvContentPartPr>
              <p14:xfrm>
                <a:off x="6853800" y="3203136"/>
                <a:ext cx="415800" cy="19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4F6E322-594C-C7C5-EA7C-22D4D58DE01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818160" y="3167136"/>
                  <a:ext cx="487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06DAF5A-A01C-4470-3410-EC9390FAF4D1}"/>
                    </a:ext>
                  </a:extLst>
                </p14:cNvPr>
                <p14:cNvContentPartPr/>
                <p14:nvPr/>
              </p14:nvContentPartPr>
              <p14:xfrm>
                <a:off x="7142880" y="3145176"/>
                <a:ext cx="163800" cy="143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06DAF5A-A01C-4470-3410-EC9390FAF4D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107240" y="3109536"/>
                  <a:ext cx="235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20C59AA-4687-1FF2-7FD9-DD5EF77B8141}"/>
                    </a:ext>
                  </a:extLst>
                </p14:cNvPr>
                <p14:cNvContentPartPr/>
                <p14:nvPr/>
              </p14:nvContentPartPr>
              <p14:xfrm>
                <a:off x="6607584" y="2517336"/>
                <a:ext cx="52560" cy="392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20C59AA-4687-1FF2-7FD9-DD5EF77B814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571944" y="2481336"/>
                  <a:ext cx="1242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3D74ED3-931E-9A63-DB9D-169AE0464D7E}"/>
                    </a:ext>
                  </a:extLst>
                </p14:cNvPr>
                <p14:cNvContentPartPr/>
                <p14:nvPr/>
              </p14:nvContentPartPr>
              <p14:xfrm>
                <a:off x="6290784" y="2428416"/>
                <a:ext cx="118800" cy="961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3D74ED3-931E-9A63-DB9D-169AE0464D7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254784" y="2392776"/>
                  <a:ext cx="190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A4021D8-3D1C-BAEF-1482-336DA69B3CE4}"/>
                    </a:ext>
                  </a:extLst>
                </p14:cNvPr>
                <p14:cNvContentPartPr/>
                <p14:nvPr/>
              </p14:nvContentPartPr>
              <p14:xfrm>
                <a:off x="6345144" y="2275416"/>
                <a:ext cx="18000" cy="93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A4021D8-3D1C-BAEF-1482-336DA69B3CE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309144" y="2239776"/>
                  <a:ext cx="896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29B483D-89CE-1647-36F5-8517920EEBA6}"/>
                    </a:ext>
                  </a:extLst>
                </p14:cNvPr>
                <p14:cNvContentPartPr/>
                <p14:nvPr/>
              </p14:nvContentPartPr>
              <p14:xfrm>
                <a:off x="6464304" y="2470176"/>
                <a:ext cx="30240" cy="982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29B483D-89CE-1647-36F5-8517920EEBA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428304" y="2434536"/>
                  <a:ext cx="1018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0913556-20D2-6D3F-EFCF-4DF20D2C7BDA}"/>
                    </a:ext>
                  </a:extLst>
                </p14:cNvPr>
                <p14:cNvContentPartPr/>
                <p14:nvPr/>
              </p14:nvContentPartPr>
              <p14:xfrm>
                <a:off x="6363144" y="3126456"/>
                <a:ext cx="144000" cy="1191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0913556-20D2-6D3F-EFCF-4DF20D2C7BD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327504" y="3090456"/>
                  <a:ext cx="2156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A0CE5E7-5130-350F-A8A3-BF7D00187F15}"/>
                    </a:ext>
                  </a:extLst>
                </p14:cNvPr>
                <p14:cNvContentPartPr/>
                <p14:nvPr/>
              </p14:nvContentPartPr>
              <p14:xfrm>
                <a:off x="6409944" y="3024216"/>
                <a:ext cx="20160" cy="126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A0CE5E7-5130-350F-A8A3-BF7D00187F1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373944" y="2988576"/>
                  <a:ext cx="91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B0C5F47-B756-82DB-E1A2-A519692906B6}"/>
                    </a:ext>
                  </a:extLst>
                </p14:cNvPr>
                <p14:cNvContentPartPr/>
                <p14:nvPr/>
              </p14:nvContentPartPr>
              <p14:xfrm>
                <a:off x="6564384" y="3263616"/>
                <a:ext cx="141480" cy="676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B0C5F47-B756-82DB-E1A2-A519692906B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528384" y="3227616"/>
                  <a:ext cx="213120" cy="1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5020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B1AFA-6FA4-10B0-78AA-FB2279AE9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1FC9E30-65BE-362E-8F0E-B9FE3C943296}"/>
              </a:ext>
            </a:extLst>
          </p:cNvPr>
          <p:cNvSpPr txBox="1"/>
          <p:nvPr/>
        </p:nvSpPr>
        <p:spPr>
          <a:xfrm>
            <a:off x="374904" y="64669"/>
            <a:ext cx="323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Visual representation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34F26C-5DF3-AE7A-3A74-55B5845E3CFA}"/>
              </a:ext>
            </a:extLst>
          </p:cNvPr>
          <p:cNvSpPr/>
          <p:nvPr/>
        </p:nvSpPr>
        <p:spPr>
          <a:xfrm>
            <a:off x="1537704" y="1026014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CC38A39-8054-9965-C678-BAA1CC6E0FD9}"/>
              </a:ext>
            </a:extLst>
          </p:cNvPr>
          <p:cNvSpPr/>
          <p:nvPr/>
        </p:nvSpPr>
        <p:spPr>
          <a:xfrm>
            <a:off x="1537704" y="1720958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4063A80-B4AB-E640-976A-391467590BBB}"/>
              </a:ext>
            </a:extLst>
          </p:cNvPr>
          <p:cNvSpPr/>
          <p:nvPr/>
        </p:nvSpPr>
        <p:spPr>
          <a:xfrm>
            <a:off x="2659368" y="69683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B31F489-8C5B-6B3F-AB6F-976FCDA33C33}"/>
              </a:ext>
            </a:extLst>
          </p:cNvPr>
          <p:cNvSpPr/>
          <p:nvPr/>
        </p:nvSpPr>
        <p:spPr>
          <a:xfrm>
            <a:off x="2702040" y="1379504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ED1A9C1-AA6A-C502-5927-3323C2C77173}"/>
              </a:ext>
            </a:extLst>
          </p:cNvPr>
          <p:cNvSpPr/>
          <p:nvPr/>
        </p:nvSpPr>
        <p:spPr>
          <a:xfrm>
            <a:off x="2702040" y="2074448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45A975-4BCB-973D-83B3-EE9A4D230F4D}"/>
              </a:ext>
            </a:extLst>
          </p:cNvPr>
          <p:cNvSpPr/>
          <p:nvPr/>
        </p:nvSpPr>
        <p:spPr>
          <a:xfrm>
            <a:off x="4864608" y="1163462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F2F4757-7AB9-29F2-9F9A-05D581F7326F}"/>
              </a:ext>
            </a:extLst>
          </p:cNvPr>
          <p:cNvSpPr/>
          <p:nvPr/>
        </p:nvSpPr>
        <p:spPr>
          <a:xfrm>
            <a:off x="3754416" y="944309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4463230-FC82-E0D3-D75A-668D1DF15DFA}"/>
              </a:ext>
            </a:extLst>
          </p:cNvPr>
          <p:cNvSpPr/>
          <p:nvPr/>
        </p:nvSpPr>
        <p:spPr>
          <a:xfrm>
            <a:off x="3790956" y="1751918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051A9E5-F0D1-2D5C-CA70-9A31EB2B885C}"/>
                  </a:ext>
                </a:extLst>
              </p14:cNvPr>
              <p14:cNvContentPartPr/>
              <p14:nvPr/>
            </p14:nvContentPartPr>
            <p14:xfrm>
              <a:off x="2116512" y="1010894"/>
              <a:ext cx="335520" cy="1634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051A9E5-F0D1-2D5C-CA70-9A31EB2B88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80512" y="974894"/>
                <a:ext cx="407160" cy="23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646F125-73E6-2103-E574-018D6ACB7320}"/>
              </a:ext>
            </a:extLst>
          </p:cNvPr>
          <p:cNvGrpSpPr/>
          <p:nvPr/>
        </p:nvGrpSpPr>
        <p:grpSpPr>
          <a:xfrm>
            <a:off x="2113272" y="1442894"/>
            <a:ext cx="310680" cy="171000"/>
            <a:chOff x="2486664" y="2876616"/>
            <a:chExt cx="31068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20424D5-7435-04A9-331E-BD19AFEE7DFA}"/>
                    </a:ext>
                  </a:extLst>
                </p14:cNvPr>
                <p14:cNvContentPartPr/>
                <p14:nvPr/>
              </p14:nvContentPartPr>
              <p14:xfrm>
                <a:off x="2486664" y="2876616"/>
                <a:ext cx="255600" cy="101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20424D5-7435-04A9-331E-BD19AFEE7DF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50715" y="2840743"/>
                  <a:ext cx="327139" cy="172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747C9F-F965-04AF-652B-191F0C439971}"/>
                    </a:ext>
                  </a:extLst>
                </p14:cNvPr>
                <p14:cNvContentPartPr/>
                <p14:nvPr/>
              </p14:nvContentPartPr>
              <p14:xfrm>
                <a:off x="2690784" y="2897856"/>
                <a:ext cx="106560" cy="149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747C9F-F965-04AF-652B-191F0C43997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54784" y="2861856"/>
                  <a:ext cx="17820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9D9E746-02DC-C349-0D68-AE84F87967C9}"/>
              </a:ext>
            </a:extLst>
          </p:cNvPr>
          <p:cNvGrpSpPr/>
          <p:nvPr/>
        </p:nvGrpSpPr>
        <p:grpSpPr>
          <a:xfrm>
            <a:off x="3112128" y="526334"/>
            <a:ext cx="446760" cy="403920"/>
            <a:chOff x="3311784" y="1960056"/>
            <a:chExt cx="446760" cy="40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29C6A3B-8A97-988D-73CF-55F73589DF9D}"/>
                    </a:ext>
                  </a:extLst>
                </p14:cNvPr>
                <p14:cNvContentPartPr/>
                <p14:nvPr/>
              </p14:nvContentPartPr>
              <p14:xfrm>
                <a:off x="3311784" y="1960056"/>
                <a:ext cx="446760" cy="372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29C6A3B-8A97-988D-73CF-55F73589DF9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75784" y="1924056"/>
                  <a:ext cx="51840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5884363-1FBD-24E3-7787-4002B66D895A}"/>
                    </a:ext>
                  </a:extLst>
                </p14:cNvPr>
                <p14:cNvContentPartPr/>
                <p14:nvPr/>
              </p14:nvContentPartPr>
              <p14:xfrm>
                <a:off x="3385224" y="2246616"/>
                <a:ext cx="214920" cy="117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5884363-1FBD-24E3-7787-4002B66D895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49224" y="2210616"/>
                  <a:ext cx="2865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80AD0AC-3515-E7C9-FD2C-ADE1124E396D}"/>
              </a:ext>
            </a:extLst>
          </p:cNvPr>
          <p:cNvGrpSpPr/>
          <p:nvPr/>
        </p:nvGrpSpPr>
        <p:grpSpPr>
          <a:xfrm>
            <a:off x="1951992" y="866534"/>
            <a:ext cx="245160" cy="197280"/>
            <a:chOff x="2325384" y="2300256"/>
            <a:chExt cx="245160" cy="19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590BA69-71D9-2B0B-6F29-44A6BC330F01}"/>
                    </a:ext>
                  </a:extLst>
                </p14:cNvPr>
                <p14:cNvContentPartPr/>
                <p14:nvPr/>
              </p14:nvContentPartPr>
              <p14:xfrm>
                <a:off x="2325384" y="2300256"/>
                <a:ext cx="245160" cy="18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590BA69-71D9-2B0B-6F29-44A6BC330F0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89331" y="2264256"/>
                  <a:ext cx="316905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8E6A009-B1D8-C752-06FE-95AC26E13749}"/>
                    </a:ext>
                  </a:extLst>
                </p14:cNvPr>
                <p14:cNvContentPartPr/>
                <p14:nvPr/>
              </p14:nvContentPartPr>
              <p14:xfrm>
                <a:off x="2354904" y="2438496"/>
                <a:ext cx="165240" cy="59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8E6A009-B1D8-C752-06FE-95AC26E1374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18904" y="2402496"/>
                  <a:ext cx="236880" cy="13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75BC70D-6208-798C-D8AD-7899B0229A48}"/>
                  </a:ext>
                </a:extLst>
              </p14:cNvPr>
              <p14:cNvContentPartPr/>
              <p14:nvPr/>
            </p14:nvContentPartPr>
            <p14:xfrm>
              <a:off x="945792" y="2007014"/>
              <a:ext cx="60840" cy="388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75BC70D-6208-798C-D8AD-7899B0229A4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09792" y="1971014"/>
                <a:ext cx="13248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8152107A-EB54-8A9E-AD34-C779751B967D}"/>
              </a:ext>
            </a:extLst>
          </p:cNvPr>
          <p:cNvGrpSpPr/>
          <p:nvPr/>
        </p:nvGrpSpPr>
        <p:grpSpPr>
          <a:xfrm>
            <a:off x="1101672" y="1159214"/>
            <a:ext cx="363600" cy="145080"/>
            <a:chOff x="1475064" y="2592936"/>
            <a:chExt cx="363600" cy="1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EB0934C-2CF0-F047-A09A-E142EE399610}"/>
                    </a:ext>
                  </a:extLst>
                </p14:cNvPr>
                <p14:cNvContentPartPr/>
                <p14:nvPr/>
              </p14:nvContentPartPr>
              <p14:xfrm>
                <a:off x="1475064" y="2644416"/>
                <a:ext cx="297000" cy="75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EB0934C-2CF0-F047-A09A-E142EE39961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39064" y="2608416"/>
                  <a:ext cx="368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91B0913-229D-0077-3777-387014B70D8D}"/>
                    </a:ext>
                  </a:extLst>
                </p14:cNvPr>
                <p14:cNvContentPartPr/>
                <p14:nvPr/>
              </p14:nvContentPartPr>
              <p14:xfrm>
                <a:off x="1722744" y="2592936"/>
                <a:ext cx="115920" cy="1450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91B0913-229D-0077-3777-387014B70D8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86744" y="2556936"/>
                  <a:ext cx="18756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1469B5C-089C-DF0D-B9D3-1ABAAF570B84}"/>
              </a:ext>
            </a:extLst>
          </p:cNvPr>
          <p:cNvGrpSpPr/>
          <p:nvPr/>
        </p:nvGrpSpPr>
        <p:grpSpPr>
          <a:xfrm>
            <a:off x="1060272" y="1438214"/>
            <a:ext cx="510120" cy="690840"/>
            <a:chOff x="1433664" y="2871936"/>
            <a:chExt cx="510120" cy="69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583F8AC-7EED-3DE7-1E3F-C04B215DCCC2}"/>
                    </a:ext>
                  </a:extLst>
                </p14:cNvPr>
                <p14:cNvContentPartPr/>
                <p14:nvPr/>
              </p14:nvContentPartPr>
              <p14:xfrm>
                <a:off x="1482264" y="2871936"/>
                <a:ext cx="404280" cy="358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583F8AC-7EED-3DE7-1E3F-C04B215DCCC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46264" y="2835936"/>
                  <a:ext cx="47592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7414D8D-91CA-6245-AC04-CAE954BCA4F3}"/>
                    </a:ext>
                  </a:extLst>
                </p14:cNvPr>
                <p14:cNvContentPartPr/>
                <p14:nvPr/>
              </p14:nvContentPartPr>
              <p14:xfrm>
                <a:off x="1815624" y="3111336"/>
                <a:ext cx="113040" cy="152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7414D8D-91CA-6245-AC04-CAE954BCA4F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9624" y="3075336"/>
                  <a:ext cx="184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5980876-B6B2-84FE-E721-589F1F8E35C6}"/>
                    </a:ext>
                  </a:extLst>
                </p14:cNvPr>
                <p14:cNvContentPartPr/>
                <p14:nvPr/>
              </p14:nvContentPartPr>
              <p14:xfrm>
                <a:off x="1433664" y="2934216"/>
                <a:ext cx="406440" cy="460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5980876-B6B2-84FE-E721-589F1F8E35C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97632" y="2898216"/>
                  <a:ext cx="478144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3324FB8-880D-EA42-541D-97BC2936B0C8}"/>
                    </a:ext>
                  </a:extLst>
                </p14:cNvPr>
                <p14:cNvContentPartPr/>
                <p14:nvPr/>
              </p14:nvContentPartPr>
              <p14:xfrm>
                <a:off x="1490904" y="3477456"/>
                <a:ext cx="415800" cy="19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3324FB8-880D-EA42-541D-97BC2936B0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54904" y="3441456"/>
                  <a:ext cx="487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92E156F-31F3-75D0-3290-BFBA54E9C6F6}"/>
                    </a:ext>
                  </a:extLst>
                </p14:cNvPr>
                <p14:cNvContentPartPr/>
                <p14:nvPr/>
              </p14:nvContentPartPr>
              <p14:xfrm>
                <a:off x="1779984" y="3419496"/>
                <a:ext cx="163800" cy="143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92E156F-31F3-75D0-3290-BFBA54E9C6F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43984" y="3383496"/>
                  <a:ext cx="23544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85E9EF1-8E91-0667-7896-59969526D997}"/>
              </a:ext>
            </a:extLst>
          </p:cNvPr>
          <p:cNvGrpSpPr/>
          <p:nvPr/>
        </p:nvGrpSpPr>
        <p:grpSpPr>
          <a:xfrm>
            <a:off x="2103912" y="1848614"/>
            <a:ext cx="316440" cy="370440"/>
            <a:chOff x="2477304" y="3282336"/>
            <a:chExt cx="31644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8ECD025-525C-7169-6A99-63B862C2A00F}"/>
                    </a:ext>
                  </a:extLst>
                </p14:cNvPr>
                <p14:cNvContentPartPr/>
                <p14:nvPr/>
              </p14:nvContentPartPr>
              <p14:xfrm>
                <a:off x="2477304" y="3282336"/>
                <a:ext cx="279000" cy="168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8ECD025-525C-7169-6A99-63B862C2A00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41304" y="3246336"/>
                  <a:ext cx="3506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1052818-6C9D-010D-4EAF-FCD44889B592}"/>
                    </a:ext>
                  </a:extLst>
                </p14:cNvPr>
                <p14:cNvContentPartPr/>
                <p14:nvPr/>
              </p14:nvContentPartPr>
              <p14:xfrm>
                <a:off x="2502144" y="3530736"/>
                <a:ext cx="249120" cy="86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1052818-6C9D-010D-4EAF-FCD44889B59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66144" y="3494736"/>
                  <a:ext cx="320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6F092EF-34C0-CD3C-514F-6B7EBDC06CF8}"/>
                    </a:ext>
                  </a:extLst>
                </p14:cNvPr>
                <p14:cNvContentPartPr/>
                <p14:nvPr/>
              </p14:nvContentPartPr>
              <p14:xfrm>
                <a:off x="2677464" y="3560976"/>
                <a:ext cx="116280" cy="91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6F092EF-34C0-CD3C-514F-6B7EBDC06CF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641464" y="3524976"/>
                  <a:ext cx="1879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91A0D51-DE22-1C45-3314-14238F51926C}"/>
                    </a:ext>
                  </a:extLst>
                </p14:cNvPr>
                <p14:cNvContentPartPr/>
                <p14:nvPr/>
              </p14:nvContentPartPr>
              <p14:xfrm>
                <a:off x="2647224" y="3312216"/>
                <a:ext cx="114840" cy="115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91A0D51-DE22-1C45-3314-14238F51926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611224" y="3276216"/>
                  <a:ext cx="1864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9FCAE43-C440-0849-27D2-8C047B2D0F5D}"/>
              </a:ext>
            </a:extLst>
          </p:cNvPr>
          <p:cNvGrpSpPr/>
          <p:nvPr/>
        </p:nvGrpSpPr>
        <p:grpSpPr>
          <a:xfrm>
            <a:off x="3350232" y="1038974"/>
            <a:ext cx="294480" cy="156600"/>
            <a:chOff x="3723624" y="2472696"/>
            <a:chExt cx="29448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FFB5DB9-4ADA-479D-F080-4BE77AB98A4F}"/>
                    </a:ext>
                  </a:extLst>
                </p14:cNvPr>
                <p14:cNvContentPartPr/>
                <p14:nvPr/>
              </p14:nvContentPartPr>
              <p14:xfrm>
                <a:off x="3723624" y="2501496"/>
                <a:ext cx="238320" cy="59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FFB5DB9-4ADA-479D-F080-4BE77AB98A4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87624" y="2465712"/>
                  <a:ext cx="309960" cy="1309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143F969-A360-B3FB-E288-E50C67D823DF}"/>
                    </a:ext>
                  </a:extLst>
                </p14:cNvPr>
                <p14:cNvContentPartPr/>
                <p14:nvPr/>
              </p14:nvContentPartPr>
              <p14:xfrm>
                <a:off x="3901824" y="2472696"/>
                <a:ext cx="116280" cy="156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143F969-A360-B3FB-E288-E50C67D823D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65824" y="2436696"/>
                  <a:ext cx="187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432D197B-1A19-069B-59D9-1A3A0DB0B330}"/>
                  </a:ext>
                </a:extLst>
              </p14:cNvPr>
              <p14:cNvContentPartPr/>
              <p14:nvPr/>
            </p14:nvContentPartPr>
            <p14:xfrm>
              <a:off x="3352032" y="2215814"/>
              <a:ext cx="340560" cy="25956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432D197B-1A19-069B-59D9-1A3A0DB0B33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315994" y="2179814"/>
                <a:ext cx="412276" cy="33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927563E2-AC39-7536-481C-CEB0034711BA}"/>
              </a:ext>
            </a:extLst>
          </p:cNvPr>
          <p:cNvGrpSpPr/>
          <p:nvPr/>
        </p:nvGrpSpPr>
        <p:grpSpPr>
          <a:xfrm>
            <a:off x="3181248" y="1366214"/>
            <a:ext cx="535104" cy="1010880"/>
            <a:chOff x="3554640" y="2799936"/>
            <a:chExt cx="535104" cy="10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D8C1B46-0B18-F014-184B-D8165874A463}"/>
                    </a:ext>
                  </a:extLst>
                </p14:cNvPr>
                <p14:cNvContentPartPr/>
                <p14:nvPr/>
              </p14:nvContentPartPr>
              <p14:xfrm>
                <a:off x="3585600" y="3563856"/>
                <a:ext cx="160560" cy="204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D8C1B46-0B18-F014-184B-D8165874A46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49600" y="3527856"/>
                  <a:ext cx="232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BFCC321-81A3-838B-0D62-37C7DBD35DB9}"/>
                    </a:ext>
                  </a:extLst>
                </p14:cNvPr>
                <p14:cNvContentPartPr/>
                <p14:nvPr/>
              </p14:nvContentPartPr>
              <p14:xfrm>
                <a:off x="3572640" y="3716856"/>
                <a:ext cx="131400" cy="93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BFCC321-81A3-838B-0D62-37C7DBD35D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536738" y="3680856"/>
                  <a:ext cx="202844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686B676-AB80-0885-AFE2-0FAB4BA035E7}"/>
                    </a:ext>
                  </a:extLst>
                </p14:cNvPr>
                <p14:cNvContentPartPr/>
                <p14:nvPr/>
              </p14:nvContentPartPr>
              <p14:xfrm>
                <a:off x="3554640" y="2799936"/>
                <a:ext cx="213120" cy="252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686B676-AB80-0885-AFE2-0FAB4BA035E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18701" y="2763936"/>
                  <a:ext cx="284639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0CCA2A-2388-1C33-3D97-7C6A6D05CAB0}"/>
                    </a:ext>
                  </a:extLst>
                </p14:cNvPr>
                <p14:cNvContentPartPr/>
                <p14:nvPr/>
              </p14:nvContentPartPr>
              <p14:xfrm>
                <a:off x="3580920" y="2992536"/>
                <a:ext cx="162360" cy="85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0CCA2A-2388-1C33-3D97-7C6A6D05CAB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44840" y="2956536"/>
                  <a:ext cx="234159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FA23919-714C-3E3C-3FB0-4D477D3A2FF2}"/>
                    </a:ext>
                  </a:extLst>
                </p14:cNvPr>
                <p14:cNvContentPartPr/>
                <p14:nvPr/>
              </p14:nvContentPartPr>
              <p14:xfrm>
                <a:off x="3850704" y="2861496"/>
                <a:ext cx="220320" cy="132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FA23919-714C-3E3C-3FB0-4D477D3A2FF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14704" y="2825496"/>
                  <a:ext cx="2919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A5141CD-4ABC-241E-A873-2870684F2ADC}"/>
                    </a:ext>
                  </a:extLst>
                </p14:cNvPr>
                <p14:cNvContentPartPr/>
                <p14:nvPr/>
              </p14:nvContentPartPr>
              <p14:xfrm>
                <a:off x="3866184" y="3145176"/>
                <a:ext cx="185760" cy="82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A5141CD-4ABC-241E-A873-2870684F2AD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30254" y="3109176"/>
                  <a:ext cx="257261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092A53E-0836-DE7A-8368-804F3EDA7900}"/>
                    </a:ext>
                  </a:extLst>
                </p14:cNvPr>
                <p14:cNvContentPartPr/>
                <p14:nvPr/>
              </p14:nvContentPartPr>
              <p14:xfrm>
                <a:off x="3991104" y="3139776"/>
                <a:ext cx="98640" cy="115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092A53E-0836-DE7A-8368-804F3EDA790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955235" y="3103776"/>
                  <a:ext cx="170019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A8B2DB8-1E12-1E54-FBB6-2CCFD056F1F5}"/>
                    </a:ext>
                  </a:extLst>
                </p14:cNvPr>
                <p14:cNvContentPartPr/>
                <p14:nvPr/>
              </p14:nvContentPartPr>
              <p14:xfrm>
                <a:off x="3618864" y="3292416"/>
                <a:ext cx="168480" cy="1940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A8B2DB8-1E12-1E54-FBB6-2CCFD056F1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82864" y="3256416"/>
                  <a:ext cx="240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61D2F35-E857-B161-5943-868D11713FDD}"/>
              </a:ext>
            </a:extLst>
          </p:cNvPr>
          <p:cNvGrpSpPr/>
          <p:nvPr/>
        </p:nvGrpSpPr>
        <p:grpSpPr>
          <a:xfrm>
            <a:off x="4389912" y="1209254"/>
            <a:ext cx="288000" cy="117360"/>
            <a:chOff x="4763304" y="2642976"/>
            <a:chExt cx="288000" cy="1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F73BBE-8077-5AFB-18EC-E108733AB3A1}"/>
                    </a:ext>
                  </a:extLst>
                </p14:cNvPr>
                <p14:cNvContentPartPr/>
                <p14:nvPr/>
              </p14:nvContentPartPr>
              <p14:xfrm>
                <a:off x="4763304" y="2673936"/>
                <a:ext cx="277560" cy="57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F73BBE-8077-5AFB-18EC-E108733AB3A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27304" y="2637936"/>
                  <a:ext cx="349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14D71D1-60A2-99D9-5CDD-9D8A1E51311D}"/>
                    </a:ext>
                  </a:extLst>
                </p14:cNvPr>
                <p14:cNvContentPartPr/>
                <p14:nvPr/>
              </p14:nvContentPartPr>
              <p14:xfrm>
                <a:off x="4983624" y="2642976"/>
                <a:ext cx="67680" cy="117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14D71D1-60A2-99D9-5CDD-9D8A1E51311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947624" y="2607086"/>
                  <a:ext cx="139320" cy="18878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3CFA9CE4-58D4-4991-9F08-307B184EAF81}"/>
                  </a:ext>
                </a:extLst>
              </p14:cNvPr>
              <p14:cNvContentPartPr/>
              <p14:nvPr/>
            </p14:nvContentPartPr>
            <p14:xfrm>
              <a:off x="4416552" y="1629374"/>
              <a:ext cx="367200" cy="25560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3CFA9CE4-58D4-4991-9F08-307B184EAF8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380552" y="1593374"/>
                <a:ext cx="438840" cy="32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537F575-D51F-8D5F-80E1-B032EEC6BCF0}"/>
              </a:ext>
            </a:extLst>
          </p:cNvPr>
          <p:cNvGrpSpPr/>
          <p:nvPr/>
        </p:nvGrpSpPr>
        <p:grpSpPr>
          <a:xfrm>
            <a:off x="4159152" y="797414"/>
            <a:ext cx="371880" cy="219240"/>
            <a:chOff x="4532544" y="2231136"/>
            <a:chExt cx="37188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108E586-DB33-FDA9-49BB-46A3D12935E4}"/>
                    </a:ext>
                  </a:extLst>
                </p14:cNvPr>
                <p14:cNvContentPartPr/>
                <p14:nvPr/>
              </p14:nvContentPartPr>
              <p14:xfrm>
                <a:off x="4532544" y="2231136"/>
                <a:ext cx="371880" cy="207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108E586-DB33-FDA9-49BB-46A3D12935E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496544" y="2195136"/>
                  <a:ext cx="443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49B35D7-5006-6A45-CF83-544C87E4A0C3}"/>
                    </a:ext>
                  </a:extLst>
                </p14:cNvPr>
                <p14:cNvContentPartPr/>
                <p14:nvPr/>
              </p14:nvContentPartPr>
              <p14:xfrm>
                <a:off x="4620744" y="2354616"/>
                <a:ext cx="124920" cy="95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49B35D7-5006-6A45-CF83-544C87E4A0C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584744" y="2318616"/>
                  <a:ext cx="19656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4623CD06-7DC3-0F01-6C32-91A0DC058246}"/>
              </a:ext>
            </a:extLst>
          </p:cNvPr>
          <p:cNvGrpSpPr/>
          <p:nvPr/>
        </p:nvGrpSpPr>
        <p:grpSpPr>
          <a:xfrm>
            <a:off x="4214952" y="2034374"/>
            <a:ext cx="450720" cy="330120"/>
            <a:chOff x="4588344" y="3468096"/>
            <a:chExt cx="450720" cy="3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3CC6DF1-B711-5D54-6A7D-31B00A2C9E53}"/>
                    </a:ext>
                  </a:extLst>
                </p14:cNvPr>
                <p14:cNvContentPartPr/>
                <p14:nvPr/>
              </p14:nvContentPartPr>
              <p14:xfrm>
                <a:off x="4712184" y="3468096"/>
                <a:ext cx="326880" cy="267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3CC6DF1-B711-5D54-6A7D-31B00A2C9E5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76184" y="3432096"/>
                  <a:ext cx="3985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271C11D-8BED-CA74-BD59-33E5BDAE97DB}"/>
                    </a:ext>
                  </a:extLst>
                </p14:cNvPr>
                <p14:cNvContentPartPr/>
                <p14:nvPr/>
              </p14:nvContentPartPr>
              <p14:xfrm>
                <a:off x="4588344" y="3656376"/>
                <a:ext cx="269640" cy="141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271C11D-8BED-CA74-BD59-33E5BDAE97D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52344" y="3620467"/>
                  <a:ext cx="341280" cy="213299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FBCE7DBD-E93C-8DD6-A1AE-19DAE38112E5}"/>
              </a:ext>
            </a:extLst>
          </p:cNvPr>
          <p:cNvSpPr/>
          <p:nvPr/>
        </p:nvSpPr>
        <p:spPr>
          <a:xfrm>
            <a:off x="980520" y="3898146"/>
            <a:ext cx="1979904" cy="985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 = f(x1)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12287D1D-0DE0-BB14-E19A-FDC68F4A2665}"/>
              </a:ext>
            </a:extLst>
          </p:cNvPr>
          <p:cNvSpPr/>
          <p:nvPr/>
        </p:nvSpPr>
        <p:spPr>
          <a:xfrm rot="16200000">
            <a:off x="1499040" y="5277738"/>
            <a:ext cx="985536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2A0C4A7-4223-6217-B9C0-720F33BC9E22}"/>
              </a:ext>
            </a:extLst>
          </p:cNvPr>
          <p:cNvSpPr/>
          <p:nvPr/>
        </p:nvSpPr>
        <p:spPr>
          <a:xfrm>
            <a:off x="7550735" y="3898146"/>
            <a:ext cx="2130554" cy="9313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 = f(x2, h1)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10039D-9CF6-B727-D029-37FC89A7A4D8}"/>
              </a:ext>
            </a:extLst>
          </p:cNvPr>
          <p:cNvSpPr/>
          <p:nvPr/>
        </p:nvSpPr>
        <p:spPr>
          <a:xfrm>
            <a:off x="1652688" y="6222106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1704B1-600B-BBD3-1701-2CFF3C4E9CA5}"/>
              </a:ext>
            </a:extLst>
          </p:cNvPr>
          <p:cNvSpPr/>
          <p:nvPr/>
        </p:nvSpPr>
        <p:spPr>
          <a:xfrm>
            <a:off x="8319672" y="6205388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X2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F72F75A-E524-A852-F6A1-6B5DA330D33F}"/>
              </a:ext>
            </a:extLst>
          </p:cNvPr>
          <p:cNvSpPr/>
          <p:nvPr/>
        </p:nvSpPr>
        <p:spPr>
          <a:xfrm>
            <a:off x="3088740" y="4181243"/>
            <a:ext cx="4260012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BE6EFDA3-6B57-5AC2-F551-355ABC00208C}"/>
                  </a:ext>
                </a:extLst>
              </p14:cNvPr>
              <p14:cNvContentPartPr/>
              <p14:nvPr/>
            </p14:nvContentPartPr>
            <p14:xfrm>
              <a:off x="961440" y="1367870"/>
              <a:ext cx="19080" cy="90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BE6EFDA3-6B57-5AC2-F551-355ABC00208C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25800" y="1331870"/>
                <a:ext cx="9072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D09DF18-4B28-E745-0574-988FC535C553}"/>
                  </a:ext>
                </a:extLst>
              </p14:cNvPr>
              <p14:cNvContentPartPr/>
              <p14:nvPr/>
            </p14:nvContentPartPr>
            <p14:xfrm>
              <a:off x="587760" y="1187150"/>
              <a:ext cx="19800" cy="442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D09DF18-4B28-E745-0574-988FC535C553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52120" y="1151150"/>
                <a:ext cx="9144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68CEA35-5023-CC49-DECD-B95E8F04DE4C}"/>
              </a:ext>
            </a:extLst>
          </p:cNvPr>
          <p:cNvGrpSpPr/>
          <p:nvPr/>
        </p:nvGrpSpPr>
        <p:grpSpPr>
          <a:xfrm>
            <a:off x="534120" y="1326470"/>
            <a:ext cx="229680" cy="131760"/>
            <a:chOff x="3198024" y="1307016"/>
            <a:chExt cx="229680" cy="13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F2D84D-4420-BA85-A21B-67E7BF557756}"/>
                    </a:ext>
                  </a:extLst>
                </p14:cNvPr>
                <p14:cNvContentPartPr/>
                <p14:nvPr/>
              </p14:nvContentPartPr>
              <p14:xfrm>
                <a:off x="3198024" y="1307016"/>
                <a:ext cx="114840" cy="1130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F2D84D-4420-BA85-A21B-67E7BF55775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62384" y="1271376"/>
                  <a:ext cx="186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356BCC-1067-EAEB-904D-080B66A92422}"/>
                    </a:ext>
                  </a:extLst>
                </p14:cNvPr>
                <p14:cNvContentPartPr/>
                <p14:nvPr/>
              </p14:nvContentPartPr>
              <p14:xfrm>
                <a:off x="3411504" y="1328976"/>
                <a:ext cx="16200" cy="109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356BCC-1067-EAEB-904D-080B66A9242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375504" y="1293336"/>
                  <a:ext cx="878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C5D1EDD-2342-F207-5860-BADC9A2D5C1C}"/>
              </a:ext>
            </a:extLst>
          </p:cNvPr>
          <p:cNvGrpSpPr/>
          <p:nvPr/>
        </p:nvGrpSpPr>
        <p:grpSpPr>
          <a:xfrm>
            <a:off x="544920" y="1897790"/>
            <a:ext cx="341280" cy="291600"/>
            <a:chOff x="3208824" y="1878336"/>
            <a:chExt cx="34128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7216763-7FA1-F5E7-154E-D15DF5501212}"/>
                    </a:ext>
                  </a:extLst>
                </p14:cNvPr>
                <p14:cNvContentPartPr/>
                <p14:nvPr/>
              </p14:nvContentPartPr>
              <p14:xfrm>
                <a:off x="3208824" y="1980576"/>
                <a:ext cx="96480" cy="137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7216763-7FA1-F5E7-154E-D15DF550121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72824" y="1944576"/>
                  <a:ext cx="168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8325BD8-647E-0A6D-2558-CA74452D441A}"/>
                    </a:ext>
                  </a:extLst>
                </p14:cNvPr>
                <p14:cNvContentPartPr/>
                <p14:nvPr/>
              </p14:nvContentPartPr>
              <p14:xfrm>
                <a:off x="3233304" y="1878336"/>
                <a:ext cx="15840" cy="36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8325BD8-647E-0A6D-2558-CA74452D441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97304" y="1842336"/>
                  <a:ext cx="87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1B5B2B5-2912-498A-045E-B442B975F258}"/>
                    </a:ext>
                  </a:extLst>
                </p14:cNvPr>
                <p14:cNvContentPartPr/>
                <p14:nvPr/>
              </p14:nvContentPartPr>
              <p14:xfrm>
                <a:off x="3393864" y="2073456"/>
                <a:ext cx="156240" cy="96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1B5B2B5-2912-498A-045E-B442B975F25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57864" y="2037456"/>
                  <a:ext cx="227880" cy="16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94E62C0-02C9-2A54-5CD3-21B43DCC6BB4}"/>
                  </a:ext>
                </a:extLst>
              </p14:cNvPr>
              <p14:cNvContentPartPr/>
              <p14:nvPr/>
            </p14:nvContentPartPr>
            <p14:xfrm>
              <a:off x="2820024" y="2601936"/>
              <a:ext cx="1269000" cy="2358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94E62C0-02C9-2A54-5CD3-21B43DCC6BB4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2784384" y="2565936"/>
                <a:ext cx="1340640" cy="307440"/>
              </a:xfrm>
              <a:prstGeom prst="rect">
                <a:avLst/>
              </a:prstGeom>
            </p:spPr>
          </p:pic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FC8A955B-39E7-9BF0-92B1-446E9B6743CC}"/>
              </a:ext>
            </a:extLst>
          </p:cNvPr>
          <p:cNvSpPr/>
          <p:nvPr/>
        </p:nvSpPr>
        <p:spPr>
          <a:xfrm rot="16200000">
            <a:off x="8145420" y="5155884"/>
            <a:ext cx="985536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832129-DF03-D71B-ECDB-C3BD3B83F6F6}"/>
              </a:ext>
            </a:extLst>
          </p:cNvPr>
          <p:cNvSpPr/>
          <p:nvPr/>
        </p:nvSpPr>
        <p:spPr>
          <a:xfrm>
            <a:off x="7242888" y="921974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B26F12A-CB6F-C724-A5FF-F411A2CD896F}"/>
              </a:ext>
            </a:extLst>
          </p:cNvPr>
          <p:cNvSpPr/>
          <p:nvPr/>
        </p:nvSpPr>
        <p:spPr>
          <a:xfrm>
            <a:off x="7242888" y="1616918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F93C6E5-19C6-2A41-E201-0597343F0E49}"/>
              </a:ext>
            </a:extLst>
          </p:cNvPr>
          <p:cNvSpPr/>
          <p:nvPr/>
        </p:nvSpPr>
        <p:spPr>
          <a:xfrm>
            <a:off x="8364552" y="592790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53181B8-B0E9-8012-05FC-C6404C63380E}"/>
              </a:ext>
            </a:extLst>
          </p:cNvPr>
          <p:cNvSpPr/>
          <p:nvPr/>
        </p:nvSpPr>
        <p:spPr>
          <a:xfrm>
            <a:off x="8407224" y="1275464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F4D431-706C-449B-DD2B-22EDC0768CF3}"/>
              </a:ext>
            </a:extLst>
          </p:cNvPr>
          <p:cNvSpPr/>
          <p:nvPr/>
        </p:nvSpPr>
        <p:spPr>
          <a:xfrm>
            <a:off x="8407224" y="1970408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67BC9BB-AB95-F2B8-DB95-43E99EA5E51D}"/>
              </a:ext>
            </a:extLst>
          </p:cNvPr>
          <p:cNvSpPr/>
          <p:nvPr/>
        </p:nvSpPr>
        <p:spPr>
          <a:xfrm>
            <a:off x="10569792" y="1059422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A5E8F0F-C230-080C-C179-96BC08E7592D}"/>
              </a:ext>
            </a:extLst>
          </p:cNvPr>
          <p:cNvSpPr/>
          <p:nvPr/>
        </p:nvSpPr>
        <p:spPr>
          <a:xfrm>
            <a:off x="9459600" y="840269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8328E1A-8046-60B8-6629-77FF6751E743}"/>
              </a:ext>
            </a:extLst>
          </p:cNvPr>
          <p:cNvSpPr/>
          <p:nvPr/>
        </p:nvSpPr>
        <p:spPr>
          <a:xfrm>
            <a:off x="9496140" y="1647878"/>
            <a:ext cx="502920" cy="5303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3063053-6AF4-DB1C-7428-B67E5929FFDB}"/>
                  </a:ext>
                </a:extLst>
              </p14:cNvPr>
              <p14:cNvContentPartPr/>
              <p14:nvPr/>
            </p14:nvContentPartPr>
            <p14:xfrm>
              <a:off x="7821696" y="906854"/>
              <a:ext cx="335520" cy="1634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3063053-6AF4-DB1C-7428-B67E5929FF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85696" y="870854"/>
                <a:ext cx="407160" cy="23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4494C9D3-BEF3-2249-B054-DE6D1C04E64F}"/>
              </a:ext>
            </a:extLst>
          </p:cNvPr>
          <p:cNvGrpSpPr/>
          <p:nvPr/>
        </p:nvGrpSpPr>
        <p:grpSpPr>
          <a:xfrm>
            <a:off x="7818456" y="1338854"/>
            <a:ext cx="310680" cy="171000"/>
            <a:chOff x="2486664" y="2876616"/>
            <a:chExt cx="31068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C26F718-22FA-2102-7F25-F5A62614D257}"/>
                    </a:ext>
                  </a:extLst>
                </p14:cNvPr>
                <p14:cNvContentPartPr/>
                <p14:nvPr/>
              </p14:nvContentPartPr>
              <p14:xfrm>
                <a:off x="2486664" y="2876616"/>
                <a:ext cx="255600" cy="101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C26F718-22FA-2102-7F25-F5A62614D25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50715" y="2840743"/>
                  <a:ext cx="327139" cy="172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BCA729-CDB7-4E19-124E-526489CE9C76}"/>
                    </a:ext>
                  </a:extLst>
                </p14:cNvPr>
                <p14:cNvContentPartPr/>
                <p14:nvPr/>
              </p14:nvContentPartPr>
              <p14:xfrm>
                <a:off x="2690784" y="2897856"/>
                <a:ext cx="106560" cy="149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BCA729-CDB7-4E19-124E-526489CE9C7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54784" y="2861856"/>
                  <a:ext cx="17820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06500B8-3DE7-C331-7662-9E4ED96C8D03}"/>
              </a:ext>
            </a:extLst>
          </p:cNvPr>
          <p:cNvGrpSpPr/>
          <p:nvPr/>
        </p:nvGrpSpPr>
        <p:grpSpPr>
          <a:xfrm>
            <a:off x="8817312" y="422294"/>
            <a:ext cx="446760" cy="403920"/>
            <a:chOff x="3311784" y="1960056"/>
            <a:chExt cx="446760" cy="40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867A51B-42FD-17CC-CDEA-22806023C600}"/>
                    </a:ext>
                  </a:extLst>
                </p14:cNvPr>
                <p14:cNvContentPartPr/>
                <p14:nvPr/>
              </p14:nvContentPartPr>
              <p14:xfrm>
                <a:off x="3311784" y="1960056"/>
                <a:ext cx="446760" cy="372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867A51B-42FD-17CC-CDEA-22806023C60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75784" y="1924056"/>
                  <a:ext cx="51840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E985399-5BD5-AD53-4F7F-2F5316C0D4A8}"/>
                    </a:ext>
                  </a:extLst>
                </p14:cNvPr>
                <p14:cNvContentPartPr/>
                <p14:nvPr/>
              </p14:nvContentPartPr>
              <p14:xfrm>
                <a:off x="3385224" y="2246616"/>
                <a:ext cx="214920" cy="117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E985399-5BD5-AD53-4F7F-2F5316C0D4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49224" y="2210616"/>
                  <a:ext cx="2865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967DFCA-E329-BAB5-24A5-B825B31FC4CD}"/>
              </a:ext>
            </a:extLst>
          </p:cNvPr>
          <p:cNvGrpSpPr/>
          <p:nvPr/>
        </p:nvGrpSpPr>
        <p:grpSpPr>
          <a:xfrm>
            <a:off x="7657176" y="762494"/>
            <a:ext cx="245160" cy="197280"/>
            <a:chOff x="2325384" y="2300256"/>
            <a:chExt cx="245160" cy="19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382A3A1-6F4A-CDB0-D935-81976452C9C1}"/>
                    </a:ext>
                  </a:extLst>
                </p14:cNvPr>
                <p14:cNvContentPartPr/>
                <p14:nvPr/>
              </p14:nvContentPartPr>
              <p14:xfrm>
                <a:off x="2325384" y="2300256"/>
                <a:ext cx="245160" cy="186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382A3A1-6F4A-CDB0-D935-81976452C9C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89331" y="2264256"/>
                  <a:ext cx="316905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B9B7B95-4BF6-966B-BFC1-7BD81D4EA70D}"/>
                    </a:ext>
                  </a:extLst>
                </p14:cNvPr>
                <p14:cNvContentPartPr/>
                <p14:nvPr/>
              </p14:nvContentPartPr>
              <p14:xfrm>
                <a:off x="2354904" y="2438496"/>
                <a:ext cx="165240" cy="59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B9B7B95-4BF6-966B-BFC1-7BD81D4EA70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18904" y="2402496"/>
                  <a:ext cx="236880" cy="13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AC8E7B1-41E1-8A9B-45C9-5F2888177601}"/>
                  </a:ext>
                </a:extLst>
              </p14:cNvPr>
              <p14:cNvContentPartPr/>
              <p14:nvPr/>
            </p14:nvContentPartPr>
            <p14:xfrm>
              <a:off x="6650976" y="1902974"/>
              <a:ext cx="60840" cy="3888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AC8E7B1-41E1-8A9B-45C9-5F288817760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614976" y="1866974"/>
                <a:ext cx="13248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3953459B-C8A9-D5A1-F887-7B7DB0B8B5B5}"/>
              </a:ext>
            </a:extLst>
          </p:cNvPr>
          <p:cNvGrpSpPr/>
          <p:nvPr/>
        </p:nvGrpSpPr>
        <p:grpSpPr>
          <a:xfrm>
            <a:off x="6806856" y="1055174"/>
            <a:ext cx="363600" cy="145080"/>
            <a:chOff x="1475064" y="2592936"/>
            <a:chExt cx="363600" cy="1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7311548-6052-99A8-F8C2-C1567FA7419A}"/>
                    </a:ext>
                  </a:extLst>
                </p14:cNvPr>
                <p14:cNvContentPartPr/>
                <p14:nvPr/>
              </p14:nvContentPartPr>
              <p14:xfrm>
                <a:off x="1475064" y="2644416"/>
                <a:ext cx="297000" cy="759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7311548-6052-99A8-F8C2-C1567FA7419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39064" y="2608416"/>
                  <a:ext cx="368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8CA6DF-5B4A-CADB-2B55-FBB83313AEC2}"/>
                    </a:ext>
                  </a:extLst>
                </p14:cNvPr>
                <p14:cNvContentPartPr/>
                <p14:nvPr/>
              </p14:nvContentPartPr>
              <p14:xfrm>
                <a:off x="1722744" y="2592936"/>
                <a:ext cx="115920" cy="1450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8CA6DF-5B4A-CADB-2B55-FBB83313AEC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86744" y="2556936"/>
                  <a:ext cx="18756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0C1EEDB6-30BB-EB4D-A431-1FF3CE672629}"/>
              </a:ext>
            </a:extLst>
          </p:cNvPr>
          <p:cNvGrpSpPr/>
          <p:nvPr/>
        </p:nvGrpSpPr>
        <p:grpSpPr>
          <a:xfrm>
            <a:off x="6765456" y="1334174"/>
            <a:ext cx="510120" cy="690840"/>
            <a:chOff x="1433664" y="2871936"/>
            <a:chExt cx="510120" cy="69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69FFB44-9B32-BFD5-8DA9-0483696562A0}"/>
                    </a:ext>
                  </a:extLst>
                </p14:cNvPr>
                <p14:cNvContentPartPr/>
                <p14:nvPr/>
              </p14:nvContentPartPr>
              <p14:xfrm>
                <a:off x="1482264" y="2871936"/>
                <a:ext cx="404280" cy="358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69FFB44-9B32-BFD5-8DA9-0483696562A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46264" y="2835936"/>
                  <a:ext cx="47592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F102E74-AA4C-D9A8-CFC3-9F544FF9FA4D}"/>
                    </a:ext>
                  </a:extLst>
                </p14:cNvPr>
                <p14:cNvContentPartPr/>
                <p14:nvPr/>
              </p14:nvContentPartPr>
              <p14:xfrm>
                <a:off x="1815624" y="3111336"/>
                <a:ext cx="113040" cy="152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F102E74-AA4C-D9A8-CFC3-9F544FF9FA4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9624" y="3075336"/>
                  <a:ext cx="184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2808CA2-A614-FAD6-64DD-ED0E2BDFC804}"/>
                    </a:ext>
                  </a:extLst>
                </p14:cNvPr>
                <p14:cNvContentPartPr/>
                <p14:nvPr/>
              </p14:nvContentPartPr>
              <p14:xfrm>
                <a:off x="1433664" y="2934216"/>
                <a:ext cx="406440" cy="4600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2808CA2-A614-FAD6-64DD-ED0E2BDFC80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97632" y="2898216"/>
                  <a:ext cx="478144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6283F4B-DBA7-DBC3-9673-0FCB4FA75784}"/>
                    </a:ext>
                  </a:extLst>
                </p14:cNvPr>
                <p14:cNvContentPartPr/>
                <p14:nvPr/>
              </p14:nvContentPartPr>
              <p14:xfrm>
                <a:off x="1490904" y="3477456"/>
                <a:ext cx="415800" cy="19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6283F4B-DBA7-DBC3-9673-0FCB4FA7578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54904" y="3441456"/>
                  <a:ext cx="487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31DA68C-B050-500D-A83D-DE15CAAEE131}"/>
                    </a:ext>
                  </a:extLst>
                </p14:cNvPr>
                <p14:cNvContentPartPr/>
                <p14:nvPr/>
              </p14:nvContentPartPr>
              <p14:xfrm>
                <a:off x="1779984" y="3419496"/>
                <a:ext cx="163800" cy="143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31DA68C-B050-500D-A83D-DE15CAAEE13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43984" y="3383496"/>
                  <a:ext cx="23544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4676F8F-F469-26E3-2100-2EE657B4B70F}"/>
              </a:ext>
            </a:extLst>
          </p:cNvPr>
          <p:cNvGrpSpPr/>
          <p:nvPr/>
        </p:nvGrpSpPr>
        <p:grpSpPr>
          <a:xfrm>
            <a:off x="7809096" y="1744574"/>
            <a:ext cx="316440" cy="370440"/>
            <a:chOff x="2477304" y="3282336"/>
            <a:chExt cx="31644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45854D3-0CA9-C4DF-15BD-4C1ECECF2DC4}"/>
                    </a:ext>
                  </a:extLst>
                </p14:cNvPr>
                <p14:cNvContentPartPr/>
                <p14:nvPr/>
              </p14:nvContentPartPr>
              <p14:xfrm>
                <a:off x="2477304" y="3282336"/>
                <a:ext cx="279000" cy="1684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45854D3-0CA9-C4DF-15BD-4C1ECECF2DC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41304" y="3246336"/>
                  <a:ext cx="3506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38FB85E-8858-0591-66D2-E0DA0EB05E49}"/>
                    </a:ext>
                  </a:extLst>
                </p14:cNvPr>
                <p14:cNvContentPartPr/>
                <p14:nvPr/>
              </p14:nvContentPartPr>
              <p14:xfrm>
                <a:off x="2502144" y="3530736"/>
                <a:ext cx="249120" cy="86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38FB85E-8858-0591-66D2-E0DA0EB05E4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66144" y="3494736"/>
                  <a:ext cx="320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CDE5700-E1EE-93AD-FB28-2262C1C9DD91}"/>
                    </a:ext>
                  </a:extLst>
                </p14:cNvPr>
                <p14:cNvContentPartPr/>
                <p14:nvPr/>
              </p14:nvContentPartPr>
              <p14:xfrm>
                <a:off x="2677464" y="3560976"/>
                <a:ext cx="116280" cy="91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CDE5700-E1EE-93AD-FB28-2262C1C9DD9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641464" y="3524976"/>
                  <a:ext cx="1879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3B7BAA6-CB73-C04A-6841-F34A916E8F97}"/>
                    </a:ext>
                  </a:extLst>
                </p14:cNvPr>
                <p14:cNvContentPartPr/>
                <p14:nvPr/>
              </p14:nvContentPartPr>
              <p14:xfrm>
                <a:off x="2647224" y="3312216"/>
                <a:ext cx="114840" cy="1159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3B7BAA6-CB73-C04A-6841-F34A916E8F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611224" y="3276216"/>
                  <a:ext cx="1864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CAA6A2B4-4850-958A-776E-0FF5F8E1A45C}"/>
              </a:ext>
            </a:extLst>
          </p:cNvPr>
          <p:cNvGrpSpPr/>
          <p:nvPr/>
        </p:nvGrpSpPr>
        <p:grpSpPr>
          <a:xfrm>
            <a:off x="9055416" y="934934"/>
            <a:ext cx="294480" cy="156600"/>
            <a:chOff x="3723624" y="2472696"/>
            <a:chExt cx="29448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714AACD-AEE8-D694-C990-BF5EEA224435}"/>
                    </a:ext>
                  </a:extLst>
                </p14:cNvPr>
                <p14:cNvContentPartPr/>
                <p14:nvPr/>
              </p14:nvContentPartPr>
              <p14:xfrm>
                <a:off x="3723624" y="2501496"/>
                <a:ext cx="238320" cy="59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714AACD-AEE8-D694-C990-BF5EEA22443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87624" y="2465712"/>
                  <a:ext cx="309960" cy="1309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1CF2D4C-F4BB-6AB6-EC41-64EBF22B752D}"/>
                    </a:ext>
                  </a:extLst>
                </p14:cNvPr>
                <p14:cNvContentPartPr/>
                <p14:nvPr/>
              </p14:nvContentPartPr>
              <p14:xfrm>
                <a:off x="3901824" y="2472696"/>
                <a:ext cx="116280" cy="1566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1CF2D4C-F4BB-6AB6-EC41-64EBF22B75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65824" y="2436696"/>
                  <a:ext cx="187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50F70EF7-6271-27AC-8B33-C8720F99DEDF}"/>
                  </a:ext>
                </a:extLst>
              </p14:cNvPr>
              <p14:cNvContentPartPr/>
              <p14:nvPr/>
            </p14:nvContentPartPr>
            <p14:xfrm>
              <a:off x="9057216" y="2111774"/>
              <a:ext cx="340560" cy="2595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50F70EF7-6271-27AC-8B33-C8720F99DED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9021178" y="2075774"/>
                <a:ext cx="412276" cy="33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B780D18C-0092-1FB1-2852-D36023726A13}"/>
              </a:ext>
            </a:extLst>
          </p:cNvPr>
          <p:cNvGrpSpPr/>
          <p:nvPr/>
        </p:nvGrpSpPr>
        <p:grpSpPr>
          <a:xfrm>
            <a:off x="8886432" y="1262174"/>
            <a:ext cx="535104" cy="1010880"/>
            <a:chOff x="3554640" y="2799936"/>
            <a:chExt cx="535104" cy="10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14433FB-A3E3-E98C-5D28-46CF75A96318}"/>
                    </a:ext>
                  </a:extLst>
                </p14:cNvPr>
                <p14:cNvContentPartPr/>
                <p14:nvPr/>
              </p14:nvContentPartPr>
              <p14:xfrm>
                <a:off x="3585600" y="3563856"/>
                <a:ext cx="160560" cy="2048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14433FB-A3E3-E98C-5D28-46CF75A9631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49600" y="3527856"/>
                  <a:ext cx="232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D980AEF-2C0D-721A-B439-F3416E806A5D}"/>
                    </a:ext>
                  </a:extLst>
                </p14:cNvPr>
                <p14:cNvContentPartPr/>
                <p14:nvPr/>
              </p14:nvContentPartPr>
              <p14:xfrm>
                <a:off x="3572640" y="3716856"/>
                <a:ext cx="131400" cy="939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D980AEF-2C0D-721A-B439-F3416E806A5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536738" y="3680856"/>
                  <a:ext cx="202844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BA9AEF9-887B-AC6C-A967-F8FA27759091}"/>
                    </a:ext>
                  </a:extLst>
                </p14:cNvPr>
                <p14:cNvContentPartPr/>
                <p14:nvPr/>
              </p14:nvContentPartPr>
              <p14:xfrm>
                <a:off x="3554640" y="2799936"/>
                <a:ext cx="213120" cy="2527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BA9AEF9-887B-AC6C-A967-F8FA277590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18701" y="2763936"/>
                  <a:ext cx="284639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0FF93CE-CE84-C5C9-1C7A-8C77385BF7DF}"/>
                    </a:ext>
                  </a:extLst>
                </p14:cNvPr>
                <p14:cNvContentPartPr/>
                <p14:nvPr/>
              </p14:nvContentPartPr>
              <p14:xfrm>
                <a:off x="3580920" y="2992536"/>
                <a:ext cx="162360" cy="856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0FF93CE-CE84-C5C9-1C7A-8C77385BF7D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44840" y="2956536"/>
                  <a:ext cx="234159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2A13B67-D99F-7D24-C217-8A79450ABB28}"/>
                    </a:ext>
                  </a:extLst>
                </p14:cNvPr>
                <p14:cNvContentPartPr/>
                <p14:nvPr/>
              </p14:nvContentPartPr>
              <p14:xfrm>
                <a:off x="3850704" y="2861496"/>
                <a:ext cx="220320" cy="1324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2A13B67-D99F-7D24-C217-8A79450ABB2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14704" y="2825496"/>
                  <a:ext cx="2919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F9195D6-1764-D02E-F053-36AAC5DA718B}"/>
                    </a:ext>
                  </a:extLst>
                </p14:cNvPr>
                <p14:cNvContentPartPr/>
                <p14:nvPr/>
              </p14:nvContentPartPr>
              <p14:xfrm>
                <a:off x="3866184" y="3145176"/>
                <a:ext cx="185760" cy="820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F9195D6-1764-D02E-F053-36AAC5DA718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30254" y="3109176"/>
                  <a:ext cx="257261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10BF52B-B0EA-1B98-7797-4758F77607C3}"/>
                    </a:ext>
                  </a:extLst>
                </p14:cNvPr>
                <p14:cNvContentPartPr/>
                <p14:nvPr/>
              </p14:nvContentPartPr>
              <p14:xfrm>
                <a:off x="3991104" y="3139776"/>
                <a:ext cx="98640" cy="115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10BF52B-B0EA-1B98-7797-4758F77607C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955235" y="3103776"/>
                  <a:ext cx="170019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91010E1-57E5-BC9A-7242-7C73A235A468}"/>
                    </a:ext>
                  </a:extLst>
                </p14:cNvPr>
                <p14:cNvContentPartPr/>
                <p14:nvPr/>
              </p14:nvContentPartPr>
              <p14:xfrm>
                <a:off x="3618864" y="3292416"/>
                <a:ext cx="168480" cy="194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91010E1-57E5-BC9A-7242-7C73A235A4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82864" y="3256416"/>
                  <a:ext cx="240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DDC21427-661C-88D3-10F2-8C1CB8C330AB}"/>
              </a:ext>
            </a:extLst>
          </p:cNvPr>
          <p:cNvGrpSpPr/>
          <p:nvPr/>
        </p:nvGrpSpPr>
        <p:grpSpPr>
          <a:xfrm>
            <a:off x="10095096" y="1105214"/>
            <a:ext cx="288000" cy="117360"/>
            <a:chOff x="4763304" y="2642976"/>
            <a:chExt cx="288000" cy="1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13D7F2E-AEC6-9365-6C44-E73B4849B8F8}"/>
                    </a:ext>
                  </a:extLst>
                </p14:cNvPr>
                <p14:cNvContentPartPr/>
                <p14:nvPr/>
              </p14:nvContentPartPr>
              <p14:xfrm>
                <a:off x="4763304" y="2673936"/>
                <a:ext cx="277560" cy="57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13D7F2E-AEC6-9365-6C44-E73B4849B8F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27304" y="2637936"/>
                  <a:ext cx="349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F6F5E65-FC22-27EB-4F37-BC1163794401}"/>
                    </a:ext>
                  </a:extLst>
                </p14:cNvPr>
                <p14:cNvContentPartPr/>
                <p14:nvPr/>
              </p14:nvContentPartPr>
              <p14:xfrm>
                <a:off x="4983624" y="2642976"/>
                <a:ext cx="67680" cy="1173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F6F5E65-FC22-27EB-4F37-BC116379440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947624" y="2607086"/>
                  <a:ext cx="139320" cy="18878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44CDA7C0-44D4-AC70-5E99-71B687D892B6}"/>
                  </a:ext>
                </a:extLst>
              </p14:cNvPr>
              <p14:cNvContentPartPr/>
              <p14:nvPr/>
            </p14:nvContentPartPr>
            <p14:xfrm>
              <a:off x="10121736" y="1525334"/>
              <a:ext cx="367200" cy="25560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44CDA7C0-44D4-AC70-5E99-71B687D892B6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0085736" y="1489334"/>
                <a:ext cx="438840" cy="32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EDFCBDD4-5476-9E0B-25B1-4F29B91DBEC4}"/>
              </a:ext>
            </a:extLst>
          </p:cNvPr>
          <p:cNvGrpSpPr/>
          <p:nvPr/>
        </p:nvGrpSpPr>
        <p:grpSpPr>
          <a:xfrm>
            <a:off x="9864336" y="693374"/>
            <a:ext cx="371880" cy="219240"/>
            <a:chOff x="4532544" y="2231136"/>
            <a:chExt cx="37188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3AFC49D-E8CE-A2DC-BA53-461F0E47A601}"/>
                    </a:ext>
                  </a:extLst>
                </p14:cNvPr>
                <p14:cNvContentPartPr/>
                <p14:nvPr/>
              </p14:nvContentPartPr>
              <p14:xfrm>
                <a:off x="4532544" y="2231136"/>
                <a:ext cx="371880" cy="207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3AFC49D-E8CE-A2DC-BA53-461F0E47A60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496544" y="2195136"/>
                  <a:ext cx="443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4648925-D00C-F11B-C922-A4921CF2297B}"/>
                    </a:ext>
                  </a:extLst>
                </p14:cNvPr>
                <p14:cNvContentPartPr/>
                <p14:nvPr/>
              </p14:nvContentPartPr>
              <p14:xfrm>
                <a:off x="4620744" y="2354616"/>
                <a:ext cx="124920" cy="957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4648925-D00C-F11B-C922-A4921CF2297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584744" y="2318616"/>
                  <a:ext cx="19656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64A07F13-94AD-DC16-4BFF-4C4B61F7351F}"/>
              </a:ext>
            </a:extLst>
          </p:cNvPr>
          <p:cNvGrpSpPr/>
          <p:nvPr/>
        </p:nvGrpSpPr>
        <p:grpSpPr>
          <a:xfrm>
            <a:off x="9920136" y="1930334"/>
            <a:ext cx="450720" cy="330120"/>
            <a:chOff x="4588344" y="3468096"/>
            <a:chExt cx="450720" cy="3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6258225-B6CB-7CEE-CC2D-965D77423785}"/>
                    </a:ext>
                  </a:extLst>
                </p14:cNvPr>
                <p14:cNvContentPartPr/>
                <p14:nvPr/>
              </p14:nvContentPartPr>
              <p14:xfrm>
                <a:off x="4712184" y="3468096"/>
                <a:ext cx="326880" cy="267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6258225-B6CB-7CEE-CC2D-965D7742378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76184" y="3432096"/>
                  <a:ext cx="3985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2B5236E-CAC8-1988-499D-01343F4A748E}"/>
                    </a:ext>
                  </a:extLst>
                </p14:cNvPr>
                <p14:cNvContentPartPr/>
                <p14:nvPr/>
              </p14:nvContentPartPr>
              <p14:xfrm>
                <a:off x="4588344" y="3656376"/>
                <a:ext cx="269640" cy="1418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2B5236E-CAC8-1988-499D-01343F4A748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52344" y="3620467"/>
                  <a:ext cx="341280" cy="213299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AB51EAE9-B277-3806-1F61-AA5B9DC55EB1}"/>
                  </a:ext>
                </a:extLst>
              </p14:cNvPr>
              <p14:cNvContentPartPr/>
              <p14:nvPr/>
            </p14:nvContentPartPr>
            <p14:xfrm>
              <a:off x="6666624" y="1263830"/>
              <a:ext cx="19080" cy="900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AB51EAE9-B277-3806-1F61-AA5B9DC55EB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630984" y="1227830"/>
                <a:ext cx="9072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EE8D7FA8-677C-0B10-9B24-E0B1E2817992}"/>
                  </a:ext>
                </a:extLst>
              </p14:cNvPr>
              <p14:cNvContentPartPr/>
              <p14:nvPr/>
            </p14:nvContentPartPr>
            <p14:xfrm>
              <a:off x="6292944" y="1083110"/>
              <a:ext cx="19800" cy="4428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EE8D7FA8-677C-0B10-9B24-E0B1E281799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257304" y="1047110"/>
                <a:ext cx="9144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A4736AB9-A90C-B704-6EDB-2A17601408C7}"/>
              </a:ext>
            </a:extLst>
          </p:cNvPr>
          <p:cNvGrpSpPr/>
          <p:nvPr/>
        </p:nvGrpSpPr>
        <p:grpSpPr>
          <a:xfrm>
            <a:off x="6239304" y="1222430"/>
            <a:ext cx="229680" cy="131760"/>
            <a:chOff x="3198024" y="1307016"/>
            <a:chExt cx="229680" cy="13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52B23DC-C0F3-0903-8F5D-08431909EE9A}"/>
                    </a:ext>
                  </a:extLst>
                </p14:cNvPr>
                <p14:cNvContentPartPr/>
                <p14:nvPr/>
              </p14:nvContentPartPr>
              <p14:xfrm>
                <a:off x="3198024" y="1307016"/>
                <a:ext cx="114840" cy="1130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52B23DC-C0F3-0903-8F5D-08431909EE9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62384" y="1271376"/>
                  <a:ext cx="186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A3ED431-5D6C-2B33-DB30-93BCB7F251A6}"/>
                    </a:ext>
                  </a:extLst>
                </p14:cNvPr>
                <p14:cNvContentPartPr/>
                <p14:nvPr/>
              </p14:nvContentPartPr>
              <p14:xfrm>
                <a:off x="3411504" y="1328976"/>
                <a:ext cx="16200" cy="1098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A3ED431-5D6C-2B33-DB30-93BCB7F251A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375504" y="1293336"/>
                  <a:ext cx="878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87C8A6E4-BC98-52A6-2E09-A0D7615F1E0C}"/>
              </a:ext>
            </a:extLst>
          </p:cNvPr>
          <p:cNvGrpSpPr/>
          <p:nvPr/>
        </p:nvGrpSpPr>
        <p:grpSpPr>
          <a:xfrm>
            <a:off x="6250104" y="1793750"/>
            <a:ext cx="341280" cy="291600"/>
            <a:chOff x="3208824" y="1878336"/>
            <a:chExt cx="34128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500F08F-99B8-1D4D-BCE1-0A3ED053037C}"/>
                    </a:ext>
                  </a:extLst>
                </p14:cNvPr>
                <p14:cNvContentPartPr/>
                <p14:nvPr/>
              </p14:nvContentPartPr>
              <p14:xfrm>
                <a:off x="3208824" y="1980576"/>
                <a:ext cx="96480" cy="137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500F08F-99B8-1D4D-BCE1-0A3ED053037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72824" y="1944576"/>
                  <a:ext cx="168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21C0BFF-3963-313E-6968-12F1D1916CC4}"/>
                    </a:ext>
                  </a:extLst>
                </p14:cNvPr>
                <p14:cNvContentPartPr/>
                <p14:nvPr/>
              </p14:nvContentPartPr>
              <p14:xfrm>
                <a:off x="3233304" y="1878336"/>
                <a:ext cx="15840" cy="367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21C0BFF-3963-313E-6968-12F1D1916CC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97304" y="1842336"/>
                  <a:ext cx="87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D597601D-72FB-1C71-228D-E57675B8B29C}"/>
                    </a:ext>
                  </a:extLst>
                </p14:cNvPr>
                <p14:cNvContentPartPr/>
                <p14:nvPr/>
              </p14:nvContentPartPr>
              <p14:xfrm>
                <a:off x="3393864" y="2073456"/>
                <a:ext cx="156240" cy="964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D597601D-72FB-1C71-228D-E57675B8B2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57864" y="2037456"/>
                  <a:ext cx="227880" cy="16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8761F50C-86BF-ACAB-1313-39D8D1D3DA79}"/>
                  </a:ext>
                </a:extLst>
              </p14:cNvPr>
              <p14:cNvContentPartPr/>
              <p14:nvPr/>
            </p14:nvContentPartPr>
            <p14:xfrm>
              <a:off x="8525208" y="2497896"/>
              <a:ext cx="1269000" cy="2358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8761F50C-86BF-ACAB-1313-39D8D1D3DA79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489568" y="2461896"/>
                <a:ext cx="1340640" cy="307440"/>
              </a:xfrm>
              <a:prstGeom prst="rect">
                <a:avLst/>
              </a:prstGeom>
            </p:spPr>
          </p:pic>
        </mc:Fallback>
      </mc:AlternateContent>
      <p:sp>
        <p:nvSpPr>
          <p:cNvPr id="227" name="TextBox 226">
            <a:extLst>
              <a:ext uri="{FF2B5EF4-FFF2-40B4-BE49-F238E27FC236}">
                <a16:creationId xmlns:a16="http://schemas.microsoft.com/office/drawing/2014/main" id="{2F05BD5D-D490-A110-1E30-3F3193F49106}"/>
              </a:ext>
            </a:extLst>
          </p:cNvPr>
          <p:cNvSpPr txBox="1"/>
          <p:nvPr/>
        </p:nvSpPr>
        <p:spPr>
          <a:xfrm>
            <a:off x="2091744" y="3084911"/>
            <a:ext cx="23175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at time t=1</a:t>
            </a:r>
            <a:endParaRPr lang="en-US" sz="2000" b="1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131F44D5-A9FB-BBD6-9076-99073AC76E5E}"/>
              </a:ext>
            </a:extLst>
          </p:cNvPr>
          <p:cNvSpPr txBox="1"/>
          <p:nvPr/>
        </p:nvSpPr>
        <p:spPr>
          <a:xfrm>
            <a:off x="8068715" y="3063414"/>
            <a:ext cx="23175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at time t=2</a:t>
            </a:r>
            <a:endParaRPr lang="en-US" sz="2000" b="1" dirty="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E6C6A5AA-EF18-4E2E-A91F-D2F26090FF07}"/>
              </a:ext>
            </a:extLst>
          </p:cNvPr>
          <p:cNvSpPr/>
          <p:nvPr/>
        </p:nvSpPr>
        <p:spPr>
          <a:xfrm>
            <a:off x="189120" y="2526142"/>
            <a:ext cx="1454808" cy="66281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X1</a:t>
            </a:r>
          </a:p>
          <a:p>
            <a:pPr algn="ctr"/>
            <a:r>
              <a:rPr lang="en-US" b="1" dirty="0"/>
              <a:t>(Bob)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CA4CE74E-0043-27D6-DCFF-34FF72E5AA37}"/>
              </a:ext>
            </a:extLst>
          </p:cNvPr>
          <p:cNvSpPr/>
          <p:nvPr/>
        </p:nvSpPr>
        <p:spPr>
          <a:xfrm>
            <a:off x="5863500" y="2511458"/>
            <a:ext cx="1454808" cy="66531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X2</a:t>
            </a:r>
          </a:p>
          <a:p>
            <a:pPr algn="ctr"/>
            <a:r>
              <a:rPr lang="en-US" b="1" dirty="0"/>
              <a:t>(loves)</a:t>
            </a:r>
          </a:p>
        </p:txBody>
      </p:sp>
    </p:spTree>
    <p:extLst>
      <p:ext uri="{BB962C8B-B14F-4D97-AF65-F5344CB8AC3E}">
        <p14:creationId xmlns:p14="http://schemas.microsoft.com/office/powerpoint/2010/main" val="4118745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D11D-3C50-FB64-9CB6-0861A538F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C50652F-6754-42FD-541F-27DBECB11ED9}"/>
              </a:ext>
            </a:extLst>
          </p:cNvPr>
          <p:cNvSpPr txBox="1"/>
          <p:nvPr/>
        </p:nvSpPr>
        <p:spPr>
          <a:xfrm>
            <a:off x="374904" y="311557"/>
            <a:ext cx="956462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Visual representation: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 Explanation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h1 = f(x1)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h2 = f(x2, h1)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h3 = f(x3, h2)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X1 is input at t=1, X2 is input at t=2, X3 is input at t=3, etc.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48D9D19-8266-0566-7F49-3CD18262D063}"/>
              </a:ext>
            </a:extLst>
          </p:cNvPr>
          <p:cNvSpPr/>
          <p:nvPr/>
        </p:nvSpPr>
        <p:spPr>
          <a:xfrm>
            <a:off x="374904" y="3358545"/>
            <a:ext cx="2103120" cy="13871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 = f(x1)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97A8DBA8-BE00-4B76-315B-4E89933D8512}"/>
              </a:ext>
            </a:extLst>
          </p:cNvPr>
          <p:cNvSpPr/>
          <p:nvPr/>
        </p:nvSpPr>
        <p:spPr>
          <a:xfrm rot="16200000">
            <a:off x="809244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DD258E2-E892-342E-2909-05B07615B632}"/>
              </a:ext>
            </a:extLst>
          </p:cNvPr>
          <p:cNvSpPr/>
          <p:nvPr/>
        </p:nvSpPr>
        <p:spPr>
          <a:xfrm>
            <a:off x="3880103" y="3358545"/>
            <a:ext cx="2147317" cy="13871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 = f(x2, h1)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00E47CD8-D102-CD6A-2C00-B2BF2555C283}"/>
              </a:ext>
            </a:extLst>
          </p:cNvPr>
          <p:cNvSpPr/>
          <p:nvPr/>
        </p:nvSpPr>
        <p:spPr>
          <a:xfrm rot="16200000">
            <a:off x="4372356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E6DCFF-70EB-C999-FF05-F78C000C8F0E}"/>
              </a:ext>
            </a:extLst>
          </p:cNvPr>
          <p:cNvSpPr/>
          <p:nvPr/>
        </p:nvSpPr>
        <p:spPr>
          <a:xfrm>
            <a:off x="7481316" y="3470148"/>
            <a:ext cx="2232660" cy="1246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h3 = f(h2, x3)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ED12DD3-B779-6884-7806-C27DA816D853}"/>
              </a:ext>
            </a:extLst>
          </p:cNvPr>
          <p:cNvSpPr/>
          <p:nvPr/>
        </p:nvSpPr>
        <p:spPr>
          <a:xfrm rot="16200000">
            <a:off x="7903464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EC696-46CD-8D6B-270A-77148B09CC29}"/>
              </a:ext>
            </a:extLst>
          </p:cNvPr>
          <p:cNvSpPr/>
          <p:nvPr/>
        </p:nvSpPr>
        <p:spPr>
          <a:xfrm>
            <a:off x="1078992" y="6227064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408FFC-8A8D-5B43-DBD7-EA0068F1BF51}"/>
              </a:ext>
            </a:extLst>
          </p:cNvPr>
          <p:cNvSpPr/>
          <p:nvPr/>
        </p:nvSpPr>
        <p:spPr>
          <a:xfrm>
            <a:off x="4581144" y="6227064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EE03A6-2F6E-D162-9874-905FF2B30F36}"/>
              </a:ext>
            </a:extLst>
          </p:cNvPr>
          <p:cNvSpPr/>
          <p:nvPr/>
        </p:nvSpPr>
        <p:spPr>
          <a:xfrm>
            <a:off x="8141208" y="6185915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X3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1D484EA-3362-817B-5CE5-859DD98DFDA4}"/>
              </a:ext>
            </a:extLst>
          </p:cNvPr>
          <p:cNvSpPr/>
          <p:nvPr/>
        </p:nvSpPr>
        <p:spPr>
          <a:xfrm>
            <a:off x="2563367" y="3814396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65543DD-114D-253A-4C96-D95BC77D03E5}"/>
              </a:ext>
            </a:extLst>
          </p:cNvPr>
          <p:cNvSpPr/>
          <p:nvPr/>
        </p:nvSpPr>
        <p:spPr>
          <a:xfrm>
            <a:off x="6112763" y="3773248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E15381B-6BE8-0CA7-8DD8-238305457722}"/>
              </a:ext>
            </a:extLst>
          </p:cNvPr>
          <p:cNvSpPr/>
          <p:nvPr/>
        </p:nvSpPr>
        <p:spPr>
          <a:xfrm>
            <a:off x="9851136" y="3820316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h3</a:t>
            </a:r>
          </a:p>
        </p:txBody>
      </p:sp>
    </p:spTree>
    <p:extLst>
      <p:ext uri="{BB962C8B-B14F-4D97-AF65-F5344CB8AC3E}">
        <p14:creationId xmlns:p14="http://schemas.microsoft.com/office/powerpoint/2010/main" val="101000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0B5BD-08EA-8E2B-670F-370D24ECF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F175326-848E-3057-142A-08D730508437}"/>
              </a:ext>
            </a:extLst>
          </p:cNvPr>
          <p:cNvSpPr txBox="1"/>
          <p:nvPr/>
        </p:nvSpPr>
        <p:spPr>
          <a:xfrm>
            <a:off x="374904" y="311557"/>
            <a:ext cx="95646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Hidden state carries information forward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 I → love → AI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State:  h1 → h2 → h3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NOTE: Each state has time </a:t>
            </a:r>
            <a:r>
              <a:rPr lang="en-US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associated with it.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CC1E60-F4E1-34DC-2252-F3D084F8B09A}"/>
              </a:ext>
            </a:extLst>
          </p:cNvPr>
          <p:cNvSpPr/>
          <p:nvPr/>
        </p:nvSpPr>
        <p:spPr>
          <a:xfrm>
            <a:off x="374904" y="3358545"/>
            <a:ext cx="2103120" cy="13871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 = f(x1)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8D5954B-B533-120C-A3F2-7450ABEC6DAA}"/>
              </a:ext>
            </a:extLst>
          </p:cNvPr>
          <p:cNvSpPr/>
          <p:nvPr/>
        </p:nvSpPr>
        <p:spPr>
          <a:xfrm rot="16200000">
            <a:off x="809244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DB7EBC4-372E-1716-B225-EA7C43618FFB}"/>
              </a:ext>
            </a:extLst>
          </p:cNvPr>
          <p:cNvSpPr/>
          <p:nvPr/>
        </p:nvSpPr>
        <p:spPr>
          <a:xfrm>
            <a:off x="3880103" y="3358545"/>
            <a:ext cx="2147317" cy="13871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 = f(x2, h1)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E67A962-4F0B-A470-D7F4-1BE5A4BDC32D}"/>
              </a:ext>
            </a:extLst>
          </p:cNvPr>
          <p:cNvSpPr/>
          <p:nvPr/>
        </p:nvSpPr>
        <p:spPr>
          <a:xfrm rot="16200000">
            <a:off x="4372356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682398B-6321-9144-B1B5-3E44DE8C60F0}"/>
              </a:ext>
            </a:extLst>
          </p:cNvPr>
          <p:cNvSpPr/>
          <p:nvPr/>
        </p:nvSpPr>
        <p:spPr>
          <a:xfrm>
            <a:off x="7481316" y="3470148"/>
            <a:ext cx="2232660" cy="1246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h3 = f(h2, x3)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366CAD65-66FD-6371-F539-B8FE3A785B80}"/>
              </a:ext>
            </a:extLst>
          </p:cNvPr>
          <p:cNvSpPr/>
          <p:nvPr/>
        </p:nvSpPr>
        <p:spPr>
          <a:xfrm rot="16200000">
            <a:off x="7903464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5809C8-F10B-5E69-4FA2-FAAEF67E6E50}"/>
              </a:ext>
            </a:extLst>
          </p:cNvPr>
          <p:cNvSpPr/>
          <p:nvPr/>
        </p:nvSpPr>
        <p:spPr>
          <a:xfrm>
            <a:off x="1078992" y="6227064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06F7F8-E900-B9A4-013D-705A3AB71C6B}"/>
              </a:ext>
            </a:extLst>
          </p:cNvPr>
          <p:cNvSpPr/>
          <p:nvPr/>
        </p:nvSpPr>
        <p:spPr>
          <a:xfrm>
            <a:off x="4581144" y="6227064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23D502-6CE7-4B56-88C1-616F5DF7EE5C}"/>
              </a:ext>
            </a:extLst>
          </p:cNvPr>
          <p:cNvSpPr/>
          <p:nvPr/>
        </p:nvSpPr>
        <p:spPr>
          <a:xfrm>
            <a:off x="8141208" y="6185915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X3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501CC9B-FA05-418B-9AC6-4F868C208214}"/>
              </a:ext>
            </a:extLst>
          </p:cNvPr>
          <p:cNvSpPr/>
          <p:nvPr/>
        </p:nvSpPr>
        <p:spPr>
          <a:xfrm>
            <a:off x="2563367" y="3814396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085096A-9F5E-F417-8B4B-A6C8E3A3B882}"/>
              </a:ext>
            </a:extLst>
          </p:cNvPr>
          <p:cNvSpPr/>
          <p:nvPr/>
        </p:nvSpPr>
        <p:spPr>
          <a:xfrm>
            <a:off x="6112763" y="3773248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2E6091D-0BE3-526D-02EE-32C367CC8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208" y="1268632"/>
            <a:ext cx="3000794" cy="61921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B9F994C-3F92-A8FC-5B48-608D9972E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8136" y="1968083"/>
            <a:ext cx="2943636" cy="1228896"/>
          </a:xfrm>
          <a:prstGeom prst="rect">
            <a:avLst/>
          </a:prstGeom>
        </p:spPr>
      </p:pic>
      <p:sp>
        <p:nvSpPr>
          <p:cNvPr id="31" name="Arrow: Right 30">
            <a:extLst>
              <a:ext uri="{FF2B5EF4-FFF2-40B4-BE49-F238E27FC236}">
                <a16:creationId xmlns:a16="http://schemas.microsoft.com/office/drawing/2014/main" id="{2C559AE7-0023-29C7-67E9-5AF585A7807E}"/>
              </a:ext>
            </a:extLst>
          </p:cNvPr>
          <p:cNvSpPr/>
          <p:nvPr/>
        </p:nvSpPr>
        <p:spPr>
          <a:xfrm>
            <a:off x="9851136" y="3820316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h3</a:t>
            </a:r>
          </a:p>
        </p:txBody>
      </p:sp>
    </p:spTree>
    <p:extLst>
      <p:ext uri="{BB962C8B-B14F-4D97-AF65-F5344CB8AC3E}">
        <p14:creationId xmlns:p14="http://schemas.microsoft.com/office/powerpoint/2010/main" val="3472868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16A9A-9EA7-358C-FE95-883AB9CE1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79B368-753C-0DD2-DE6F-762022269F23}"/>
              </a:ext>
            </a:extLst>
          </p:cNvPr>
          <p:cNvSpPr txBox="1"/>
          <p:nvPr/>
        </p:nvSpPr>
        <p:spPr>
          <a:xfrm>
            <a:off x="374904" y="311557"/>
            <a:ext cx="956462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4️⃣ Real NLP Example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Next Word Prediction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"I love"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Output: "AI"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Flow: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words → numbers (tokenization)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 sequence into RNN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 next word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B9D3E5-B880-203D-E56D-086FA2990FD9}"/>
              </a:ext>
            </a:extLst>
          </p:cNvPr>
          <p:cNvSpPr/>
          <p:nvPr/>
        </p:nvSpPr>
        <p:spPr>
          <a:xfrm>
            <a:off x="374904" y="3358545"/>
            <a:ext cx="2103120" cy="13871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 = f(x1)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31FB5A0-BA30-5C02-30FC-98D7E5DD228E}"/>
              </a:ext>
            </a:extLst>
          </p:cNvPr>
          <p:cNvSpPr/>
          <p:nvPr/>
        </p:nvSpPr>
        <p:spPr>
          <a:xfrm rot="16200000">
            <a:off x="809244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5B7743-DF77-77E9-5998-88ED93C34976}"/>
              </a:ext>
            </a:extLst>
          </p:cNvPr>
          <p:cNvSpPr/>
          <p:nvPr/>
        </p:nvSpPr>
        <p:spPr>
          <a:xfrm>
            <a:off x="3880103" y="3358545"/>
            <a:ext cx="2147317" cy="13871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 = f(x2, h1)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09E7B4C-1D7D-33F9-C1CC-FEEA8EB3F4C3}"/>
              </a:ext>
            </a:extLst>
          </p:cNvPr>
          <p:cNvSpPr/>
          <p:nvPr/>
        </p:nvSpPr>
        <p:spPr>
          <a:xfrm rot="16200000">
            <a:off x="4372356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A9ED14C-7894-BAFA-AC00-9315E8E28608}"/>
              </a:ext>
            </a:extLst>
          </p:cNvPr>
          <p:cNvSpPr/>
          <p:nvPr/>
        </p:nvSpPr>
        <p:spPr>
          <a:xfrm>
            <a:off x="7481316" y="3470148"/>
            <a:ext cx="2232660" cy="1246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h3 = f(h2, x3)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8876D4A-7493-F4B6-3D9C-7E83610AB616}"/>
              </a:ext>
            </a:extLst>
          </p:cNvPr>
          <p:cNvSpPr/>
          <p:nvPr/>
        </p:nvSpPr>
        <p:spPr>
          <a:xfrm rot="16200000">
            <a:off x="7903464" y="518464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576BAD-3849-5FA9-53F8-3E81BC92FC49}"/>
              </a:ext>
            </a:extLst>
          </p:cNvPr>
          <p:cNvSpPr/>
          <p:nvPr/>
        </p:nvSpPr>
        <p:spPr>
          <a:xfrm>
            <a:off x="1078992" y="6227064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826153-928F-3FD5-D9EB-EF767511C384}"/>
              </a:ext>
            </a:extLst>
          </p:cNvPr>
          <p:cNvSpPr/>
          <p:nvPr/>
        </p:nvSpPr>
        <p:spPr>
          <a:xfrm>
            <a:off x="4581144" y="6227064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B0D212-8B1A-D9C5-9A41-DC0181F91E81}"/>
              </a:ext>
            </a:extLst>
          </p:cNvPr>
          <p:cNvSpPr/>
          <p:nvPr/>
        </p:nvSpPr>
        <p:spPr>
          <a:xfrm>
            <a:off x="8141208" y="6185915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X3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5BC85FB8-A982-4465-6855-E39D4910EC89}"/>
              </a:ext>
            </a:extLst>
          </p:cNvPr>
          <p:cNvSpPr/>
          <p:nvPr/>
        </p:nvSpPr>
        <p:spPr>
          <a:xfrm>
            <a:off x="2563367" y="3814396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h1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80571790-F405-22BE-74D6-0800A66B1A51}"/>
              </a:ext>
            </a:extLst>
          </p:cNvPr>
          <p:cNvSpPr/>
          <p:nvPr/>
        </p:nvSpPr>
        <p:spPr>
          <a:xfrm>
            <a:off x="6112763" y="3773248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h2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DE864F3-EF55-5443-CAB6-97758A268BA3}"/>
              </a:ext>
            </a:extLst>
          </p:cNvPr>
          <p:cNvSpPr/>
          <p:nvPr/>
        </p:nvSpPr>
        <p:spPr>
          <a:xfrm>
            <a:off x="9851136" y="3820316"/>
            <a:ext cx="131673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h3</a:t>
            </a:r>
          </a:p>
        </p:txBody>
      </p:sp>
    </p:spTree>
    <p:extLst>
      <p:ext uri="{BB962C8B-B14F-4D97-AF65-F5344CB8AC3E}">
        <p14:creationId xmlns:p14="http://schemas.microsoft.com/office/powerpoint/2010/main" val="36243824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9DFFB-94C0-4E8F-3BD8-0CB7E022C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C078C9-F811-911E-A8A6-7F1A4F15EFCA}"/>
              </a:ext>
            </a:extLst>
          </p:cNvPr>
          <p:cNvSpPr txBox="1"/>
          <p:nvPr/>
        </p:nvSpPr>
        <p:spPr>
          <a:xfrm>
            <a:off x="374904" y="311557"/>
            <a:ext cx="9564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Representation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AF9046-B606-D7FD-AE79-0CE39037840F}"/>
              </a:ext>
            </a:extLst>
          </p:cNvPr>
          <p:cNvSpPr/>
          <p:nvPr/>
        </p:nvSpPr>
        <p:spPr>
          <a:xfrm>
            <a:off x="444630" y="2363737"/>
            <a:ext cx="754380" cy="7040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CA9F2B2-08BB-96CC-E185-ABFFFE7381FC}"/>
              </a:ext>
            </a:extLst>
          </p:cNvPr>
          <p:cNvSpPr/>
          <p:nvPr/>
        </p:nvSpPr>
        <p:spPr>
          <a:xfrm rot="16200000">
            <a:off x="148590" y="3483864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4EBA4-66D6-DF04-0775-597C175693F2}"/>
              </a:ext>
            </a:extLst>
          </p:cNvPr>
          <p:cNvSpPr/>
          <p:nvPr/>
        </p:nvSpPr>
        <p:spPr>
          <a:xfrm>
            <a:off x="496061" y="4710508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DF0EE-013E-83C6-BD5F-5B7046B9A744}"/>
              </a:ext>
            </a:extLst>
          </p:cNvPr>
          <p:cNvSpPr/>
          <p:nvPr/>
        </p:nvSpPr>
        <p:spPr>
          <a:xfrm>
            <a:off x="1964433" y="4736593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B7F99-E151-74D0-0FA1-E43489753209}"/>
              </a:ext>
            </a:extLst>
          </p:cNvPr>
          <p:cNvSpPr/>
          <p:nvPr/>
        </p:nvSpPr>
        <p:spPr>
          <a:xfrm>
            <a:off x="3432805" y="4755690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F1E0CF-15D3-EF2F-8A28-9E05BC9BABE9}"/>
              </a:ext>
            </a:extLst>
          </p:cNvPr>
          <p:cNvSpPr/>
          <p:nvPr/>
        </p:nvSpPr>
        <p:spPr>
          <a:xfrm>
            <a:off x="1983868" y="2363737"/>
            <a:ext cx="754380" cy="7040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B6AEC6D-FEF3-1A16-4025-4E837CA8C27F}"/>
              </a:ext>
            </a:extLst>
          </p:cNvPr>
          <p:cNvSpPr/>
          <p:nvPr/>
        </p:nvSpPr>
        <p:spPr>
          <a:xfrm rot="16200000">
            <a:off x="1726689" y="3529584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0FD34CA-8FE7-F55E-36A3-3B419015B137}"/>
              </a:ext>
            </a:extLst>
          </p:cNvPr>
          <p:cNvSpPr/>
          <p:nvPr/>
        </p:nvSpPr>
        <p:spPr>
          <a:xfrm>
            <a:off x="3420236" y="2390360"/>
            <a:ext cx="754380" cy="7040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77936C9B-CC70-A0E3-E748-7BE8EBCB0B7F}"/>
              </a:ext>
            </a:extLst>
          </p:cNvPr>
          <p:cNvSpPr/>
          <p:nvPr/>
        </p:nvSpPr>
        <p:spPr>
          <a:xfrm rot="16200000">
            <a:off x="3078476" y="3510487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AE30A76-E0F0-A447-2CF2-5534B70692FC}"/>
              </a:ext>
            </a:extLst>
          </p:cNvPr>
          <p:cNvSpPr/>
          <p:nvPr/>
        </p:nvSpPr>
        <p:spPr>
          <a:xfrm>
            <a:off x="4857744" y="2417259"/>
            <a:ext cx="754380" cy="7040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A64EE96-C530-BDF7-A60E-197FF032A5C1}"/>
              </a:ext>
            </a:extLst>
          </p:cNvPr>
          <p:cNvSpPr/>
          <p:nvPr/>
        </p:nvSpPr>
        <p:spPr>
          <a:xfrm rot="16200000">
            <a:off x="4603998" y="3537386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899C394-E3C4-107C-4469-4A752A56E253}"/>
              </a:ext>
            </a:extLst>
          </p:cNvPr>
          <p:cNvSpPr/>
          <p:nvPr/>
        </p:nvSpPr>
        <p:spPr>
          <a:xfrm>
            <a:off x="1282451" y="2436889"/>
            <a:ext cx="61797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ED5441B-CBD5-3DEE-CD2A-4171ACC2EF81}"/>
              </a:ext>
            </a:extLst>
          </p:cNvPr>
          <p:cNvSpPr/>
          <p:nvPr/>
        </p:nvSpPr>
        <p:spPr>
          <a:xfrm>
            <a:off x="2780542" y="2427758"/>
            <a:ext cx="61797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A43B29-C544-345D-47DF-1114B1615300}"/>
              </a:ext>
            </a:extLst>
          </p:cNvPr>
          <p:cNvSpPr/>
          <p:nvPr/>
        </p:nvSpPr>
        <p:spPr>
          <a:xfrm>
            <a:off x="5701276" y="2517581"/>
            <a:ext cx="61797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7ACD796-00B8-5DCE-BA23-35D500543B34}"/>
              </a:ext>
            </a:extLst>
          </p:cNvPr>
          <p:cNvSpPr/>
          <p:nvPr/>
        </p:nvSpPr>
        <p:spPr>
          <a:xfrm>
            <a:off x="4825740" y="4766720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X4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31748B6-D2AD-78FB-A51B-4DDFEEC35BB9}"/>
              </a:ext>
            </a:extLst>
          </p:cNvPr>
          <p:cNvSpPr/>
          <p:nvPr/>
        </p:nvSpPr>
        <p:spPr>
          <a:xfrm>
            <a:off x="4239768" y="2485833"/>
            <a:ext cx="617976" cy="557784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3EBDDA2-A526-2B3A-F9AF-F7AF4B851FEF}"/>
              </a:ext>
            </a:extLst>
          </p:cNvPr>
          <p:cNvSpPr/>
          <p:nvPr/>
        </p:nvSpPr>
        <p:spPr>
          <a:xfrm>
            <a:off x="9402367" y="2411096"/>
            <a:ext cx="754380" cy="7040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C44F57-2B84-6339-247E-855867018296}"/>
              </a:ext>
            </a:extLst>
          </p:cNvPr>
          <p:cNvSpPr/>
          <p:nvPr/>
        </p:nvSpPr>
        <p:spPr>
          <a:xfrm rot="16200000">
            <a:off x="9195095" y="3643118"/>
            <a:ext cx="1261872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7A121D-E5DA-3C61-BB3E-7A175AF48E85}"/>
              </a:ext>
            </a:extLst>
          </p:cNvPr>
          <p:cNvSpPr/>
          <p:nvPr/>
        </p:nvSpPr>
        <p:spPr>
          <a:xfrm>
            <a:off x="9496093" y="4736593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Xn</a:t>
            </a:r>
            <a:endParaRPr lang="en-US" sz="24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E1A606A-8A54-E9F4-18EA-37ADDCEEE18F}"/>
              </a:ext>
            </a:extLst>
          </p:cNvPr>
          <p:cNvSpPr/>
          <p:nvPr/>
        </p:nvSpPr>
        <p:spPr>
          <a:xfrm rot="16200000">
            <a:off x="322524" y="1477703"/>
            <a:ext cx="998591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89E2C65E-8838-B4D5-CA95-CA68EA73FB21}"/>
              </a:ext>
            </a:extLst>
          </p:cNvPr>
          <p:cNvSpPr/>
          <p:nvPr/>
        </p:nvSpPr>
        <p:spPr>
          <a:xfrm rot="16200000">
            <a:off x="1842337" y="1487916"/>
            <a:ext cx="998591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08C0130C-F69D-B705-3D06-3EBA502570C7}"/>
              </a:ext>
            </a:extLst>
          </p:cNvPr>
          <p:cNvSpPr/>
          <p:nvPr/>
        </p:nvSpPr>
        <p:spPr>
          <a:xfrm rot="16200000">
            <a:off x="3286713" y="1487916"/>
            <a:ext cx="998591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52ACF93-A67B-68BD-52DB-779C9ABBD71E}"/>
              </a:ext>
            </a:extLst>
          </p:cNvPr>
          <p:cNvSpPr/>
          <p:nvPr/>
        </p:nvSpPr>
        <p:spPr>
          <a:xfrm rot="16200000">
            <a:off x="4685922" y="1523557"/>
            <a:ext cx="998591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71E4F6C-6025-6FC6-886B-133D72CC43D4}"/>
              </a:ext>
            </a:extLst>
          </p:cNvPr>
          <p:cNvSpPr/>
          <p:nvPr/>
        </p:nvSpPr>
        <p:spPr>
          <a:xfrm rot="16200000">
            <a:off x="9280262" y="1505948"/>
            <a:ext cx="998591" cy="56692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020021F2-3EE5-4206-A133-508C3CB3698F}"/>
                  </a:ext>
                </a:extLst>
              </p14:cNvPr>
              <p14:cNvContentPartPr/>
              <p14:nvPr/>
            </p14:nvContentPartPr>
            <p14:xfrm>
              <a:off x="10109495" y="2363737"/>
              <a:ext cx="820319" cy="984042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020021F2-3EE5-4206-A133-508C3CB369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73500" y="2327731"/>
                <a:ext cx="891948" cy="1055694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528F7B9-BFDF-AB3E-083A-6ACA5A3EFEC6}"/>
              </a:ext>
            </a:extLst>
          </p:cNvPr>
          <p:cNvSpPr/>
          <p:nvPr/>
        </p:nvSpPr>
        <p:spPr>
          <a:xfrm>
            <a:off x="9438992" y="583749"/>
            <a:ext cx="786384" cy="4480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570891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1904</TotalTime>
  <Words>1494</Words>
  <Application>Microsoft Office PowerPoint</Application>
  <PresentationFormat>Widescreen</PresentationFormat>
  <Paragraphs>276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we cannot use ANN for sentiment analysis?</vt:lpstr>
      <vt:lpstr>Why we cannot use ANN for sentiment analysis?</vt:lpstr>
      <vt:lpstr>Why we cannot use ANN for sentiment analysis?</vt:lpstr>
      <vt:lpstr>Why we cannot use ANN for sentiment analysis?</vt:lpstr>
      <vt:lpstr>Why can't we use a plain ANN for time series forecasting?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221</cp:revision>
  <dcterms:created xsi:type="dcterms:W3CDTF">2025-09-22T02:44:38Z</dcterms:created>
  <dcterms:modified xsi:type="dcterms:W3CDTF">2026-04-11T02:00:19Z</dcterms:modified>
</cp:coreProperties>
</file>