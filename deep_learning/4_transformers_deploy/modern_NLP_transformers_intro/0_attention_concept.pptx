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6" r:id="rId2"/>
    <p:sldId id="257" r:id="rId3"/>
    <p:sldId id="275" r:id="rId4"/>
    <p:sldId id="2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6BD63-083C-6777-6BB9-1FC2C9DF8EB6}"/>
              </a:ext>
            </a:extLst>
          </p:cNvPr>
          <p:cNvSpPr txBox="1"/>
          <p:nvPr/>
        </p:nvSpPr>
        <p:spPr>
          <a:xfrm>
            <a:off x="310896" y="65776"/>
            <a:ext cx="105247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Attention?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attention, models like RNNs tried to read a sentence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by word and compress everything into one memory vector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 sentences → model forgets important words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“The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movie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 watched yesterday in the theater with my friend was really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It was about an Astronaut stuck in space and his journey  back to Earth.”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basic model may forget: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movie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amazing (main sentiment)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7F879F-925C-2197-85C3-709843FB225B}"/>
              </a:ext>
            </a:extLst>
          </p:cNvPr>
          <p:cNvSpPr txBox="1"/>
          <p:nvPr/>
        </p:nvSpPr>
        <p:spPr>
          <a:xfrm>
            <a:off x="365760" y="239512"/>
            <a:ext cx="1041501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Intuition of Attention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idea: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“Instead of remembering everything equally, the model focuses more on important words.”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Like humans do 👇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you read: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“The movie was really amazing. We came back late night”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naturally focus 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movie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night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on:  “the”, “was”, “really”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is attention: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highlighting important parts dynamically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D42D5-4EBE-F7D2-593C-FF5C4F97B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7790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1083</TotalTime>
  <Words>154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178</cp:revision>
  <dcterms:created xsi:type="dcterms:W3CDTF">2025-09-22T02:44:38Z</dcterms:created>
  <dcterms:modified xsi:type="dcterms:W3CDTF">2026-05-01T19:23:17Z</dcterms:modified>
</cp:coreProperties>
</file>