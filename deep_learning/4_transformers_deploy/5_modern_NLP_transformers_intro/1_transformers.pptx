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0" r:id="rId3"/>
    <p:sldId id="258" r:id="rId4"/>
    <p:sldId id="277" r:id="rId5"/>
    <p:sldId id="260" r:id="rId6"/>
    <p:sldId id="262" r:id="rId7"/>
    <p:sldId id="276" r:id="rId8"/>
    <p:sldId id="281" r:id="rId9"/>
    <p:sldId id="263" r:id="rId10"/>
    <p:sldId id="280" r:id="rId11"/>
    <p:sldId id="282" r:id="rId12"/>
    <p:sldId id="264" r:id="rId13"/>
    <p:sldId id="279" r:id="rId14"/>
    <p:sldId id="278" r:id="rId15"/>
    <p:sldId id="283" r:id="rId16"/>
    <p:sldId id="284" r:id="rId17"/>
    <p:sldId id="285" r:id="rId18"/>
    <p:sldId id="265" r:id="rId19"/>
    <p:sldId id="267" r:id="rId20"/>
    <p:sldId id="286" r:id="rId21"/>
    <p:sldId id="269" r:id="rId22"/>
    <p:sldId id="261" r:id="rId23"/>
    <p:sldId id="259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1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30 6501 0 0,'0'0'-92'0'0,"9"-29"2316"0"0,-9 29-2174 0 0,1 0 0 0 0,-1 0 0 0 0,0 0-1 0 0,1-1 1 0 0,-1 1 0 0 0,0 0 0 0 0,0 0 0 0 0,1 0 0 0 0,-1 0 0 0 0,0 0 0 0 0,0 0 0 0 0,1 0 0 0 0,-1 0-1 0 0,0 0 1 0 0,0 0 0 0 0,1 1 0 0 0,-1-1 0 0 0,0 0 0 0 0,1 0 0 0 0,-1 0 0 0 0,0 0 0 0 0,0 0 0 0 0,0 0 0 0 0,1 0-1 0 0,-1 1 1 0 0,0-1 0 0 0,0 0 0 0 0,1 0 0 0 0,-1 0 0 0 0,0 1 0 0 0,0-1 0 0 0,0 0 0 0 0,0 0 0 0 0,1 0 0 0 0,-1 1-1 0 0,0-1 1 0 0,0 0 0 0 0,0 0 0 0 0,0 1 0 0 0,0-1 0 0 0,0 0 0 0 0,0 1 0 0 0,0-1 0 0 0,0 0 0 0 0,0 1 0 0 0,14 25 317 0 0,6 33-551 0 0,35 133 230 0 0,-47-155-36 0 0,17 103 17 0 0,-25-129-18 0 0,3 29 14 0 0,-3-38-2 0 0,0 8 207 0 0,0-9-261 0 0,0-1 0 0 0,0 0 0 0 0,0 0 0 0 0,0 0 0 0 0,0 0-1 0 0,0 0 1 0 0,0 1 0 0 0,0-1 0 0 0,0 0 0 0 0,0 0 0 0 0,0 0 0 0 0,0 0 0 0 0,0 1 0 0 0,0-1 0 0 0,0 0 0 0 0,0 0 0 0 0,0 0 0 0 0,0 0 0 0 0,0 1 0 0 0,0-1 0 0 0,0 0 0 0 0,0 0 0 0 0,0 0 0 0 0,0 0-1 0 0,0 1 1 0 0,0-1 0 0 0,0 0 0 0 0,0 0 0 0 0,0 0 0 0 0,0 0 0 0 0,1 0 0 0 0,-1 0 0 0 0,0 1 0 0 0,0-1 0 0 0,0 0 0 0 0,0 0 0 0 0,0 0 0 0 0,0 0 0 0 0,1 0 0 0 0,-1 0 0 0 0,0 0 0 0 0,0 0 0 0 0,0 0-1 0 0,0 0 1 0 0,0 1 0 0 0,1-1 0 0 0,-1 0 0 0 0,0 0 0 0 0,0 0 0 0 0,0 0 0 0 0,0 0 0 0 0,1 0 0 0 0,-1 0 0 0 0,0 0 0 0 0,0 0 0 0 0,0 0 0 0 0,0-1 0 0 0,1 1 0 0 0,-1 0 0 0 0,0 0 0 0 0,24-26-4422 0 0,-15 16 1306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1.8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0 6673 0 0,'0'0'-260'0'0,"-14"4"206"0"0,7-1 694 0 0,12-3-51 0 0,655 6-47 0 0,-498 4 511 0 0,-159-10-844 0 0,-1-1-568 0 0,-1 1 14 0 0,0 0 1 0 0,1-1-1 0 0,-1 1 0 0 0,1 0 1 0 0,-1-1-1 0 0,0 0 0 0 0,1 1 1 0 0,-1-1-1 0 0,0 0 0 0 0,0 0 1 0 0,1 1-1 0 0,-1-1 0 0 0,2-2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0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65 5913 0 0,'-9'-32'903'0'0,"-7"0"2382"0"0,5 70-3277 0 0,35 255 16 0 0,-9-174-7 0 0,-7-43-962 0 0,7-96-3118 0 0,-6 8 777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3:53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6713 0 0,'0'0'-372'0'0,"42"-9"1322"0"0,273 5-715 0 0,-163 7-180 0 0,158 5 1259 0 0,-306-8-1169 0 0,-3 0-308 0 0,0 0-1 0 0,0 0 1 0 0,0 0 0 0 0,0 0-1 0 0,1-1 1 0 0,-1 1-1 0 0,0 0 1 0 0,0 0 0 0 0,0-1-1 0 0,0 1 1 0 0,0-1 0 0 0,0 1-1 0 0,0-1 1 0 0,0 1-1 0 0,0-1 1 0 0,0 0 0 0 0,0 1-1 0 0,1-2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6:58.1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449 128 884 0 0,'-3'0'6286'0'0,"-18"-2"-6285"0"0,15 2 269 0 0,-5-2-152 0 0,3 1-86 0 0,-1 0-1 0 0,1 0 1 0 0,0 1-1 0 0,-1 0 0 0 0,1 0 1 0 0,0 1-1 0 0,-1 0 1 0 0,1 0-1 0 0,0 1 1 0 0,-13 5-1 0 0,17-6-27 0 0,-11 8-4 0 0,1 0 0 0 0,0 1 0 0 0,1 0-1 0 0,0 1 1 0 0,1 1 0 0 0,-20 23 0 0 0,-25 25-1 0 0,55-57 3 0 0,-45 104 4 0 0,39-92-4 0 0,-2 3 9 0 0,0 1-1 0 0,1 0 1 0 0,2 0-1 0 0,-11 35 0 0 0,17-50-4 0 0,-4 18 1 0 0,1 0 0 0 0,0 0 0 0 0,1 0-1 0 0,2 0 1 0 0,0 1 0 0 0,2-1 0 0 0,4 31-1 0 0,-1 26 16 0 0,-5-62-6 0 0,2 0 1 0 0,0 0-1 0 0,1 0 0 0 0,4 17 1 0 0,-4-29-4 0 0,0 1 0 0 0,1 0 0 0 0,0-1 0 0 0,0 1 1 0 0,0-1-1 0 0,1 0 0 0 0,0 0 0 0 0,0 0 0 0 0,0-1 1 0 0,0 1-1 0 0,1-1 0 0 0,0 0 0 0 0,0-1 0 0 0,0 1 0 0 0,0-1 1 0 0,0 0-1 0 0,1 0 0 0 0,0 0 0 0 0,-1-1 0 0 0,1 0 0 0 0,0 0 1 0 0,0 0-1 0 0,11 1 0 0 0,0 0 37 0 0,-1-1-1 0 0,1-1 1 0 0,0 0-1 0 0,0-1 1 0 0,0-1-1 0 0,0-1 1 0 0,22-4-1 0 0,-31 3-6 0 0,-1 0-1 0 0,1-1 0 0 0,-1 1 0 0 0,0-2 0 0 0,0 1 0 0 0,0-1 0 0 0,-1 0 0 0 0,1 0 0 0 0,-1-1 0 0 0,-1 0 1 0 0,10-11-1 0 0,10-10 75 0 0,-16 17-50 0 0,-1 0 0 0 0,-1-1 0 0 0,0 0 0 0 0,-1 0 0 0 0,0-1 1 0 0,0 0-1 0 0,-1 0 0 0 0,-1-1 0 0 0,5-17 0 0 0,-5 17 0 0 0,2-11 39 0 0,-2-1 0 0 0,0 0 0 0 0,1-46 0 0 0,0-1-75 0 0,14-48 16 0 0,-11 65 167 0 0,1-24 297 0 0,-9-18 78 0 0,-2 89-530 0 0,0 0-1 0 0,-1 0 0 0 0,0 0 0 0 0,-1 0 0 0 0,0 1 0 0 0,-7-12 0 0 0,7 12-4 0 0,-5-10 23 0 0,0 1-1 0 0,-1 0 1 0 0,-1 1 0 0 0,0 1 0 0 0,-20-21-1 0 0,30 34-70 0 0,-3-3 29 0 0,-9-6-879 0 0,29-7-6235 0 0,1 11 3874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6:07:01.3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1129 114 6673 0 0,'0'0'-322'0'0,"-27"-20"-12"0"0,2 11 441 0 0,0 1 1 0 0,-1 1 0 0 0,0 2-1 0 0,-1 0 1 0 0,-35-1 0 0 0,22 2-37 0 0,-5 1 58 0 0,0 1 1 0 0,-74 8-1 0 0,88-4 0 0 0,-11 1-23 0 0,0 2 0 0 0,0 1 0 0 0,0 3 0 0 0,-76 25 0 0 0,79-23-78 0 0,34-10-22 0 0,-25 3 3 0 0,27-4-5 0 0,0 1 0 0 0,-1-1 0 0 0,1 1 0 0 0,-1 0 0 0 0,1 0 0 0 0,0 0 0 0 0,0 1 0 0 0,-6 2 0 0 0,-13 6-1 0 0,13-8-3 0 0,0 1 0 0 0,0 0 0 0 0,0 0 0 0 0,0 1 0 0 0,-10 6 0 0 0,5-1 5 0 0,-2 1-6 0 0,0 0 0 0 0,-24 22 0 0 0,37-29 1 0 0,0 0 0 0 0,0 0-1 0 0,0 1 1 0 0,0-1 0 0 0,1 1-1 0 0,-1 0 1 0 0,1-1 0 0 0,0 1 0 0 0,0 0-1 0 0,0 0 1 0 0,1 1 0 0 0,-1-1-1 0 0,1 0 1 0 0,0 0 0 0 0,0 1-1 0 0,0 7 1 0 0,-10 39-12 0 0,6-32 22 0 0,1 0 0 0 0,1 1-1 0 0,0-1 1 0 0,2 0 0 0 0,0 1 0 0 0,1 0 0 0 0,1-1-1 0 0,1 1 1 0 0,4 21 0 0 0,3 30 47 0 0,-7-44-35 0 0,1 1-1 0 0,13 47 0 0 0,0-35 51 0 0,1 0 0 0 0,33 53 0 0 0,-41-75-60 0 0,-4-13 0 0 0,0 1 0 0 0,-1-1 0 0 0,2 1-1 0 0,-1-2 1 0 0,0 1 0 0 0,1 0-1 0 0,0-1 1 0 0,0 0 0 0 0,0-1-1 0 0,1 1 1 0 0,-1-1 0 0 0,1 0-1 0 0,0-1 1 0 0,10 3 0 0 0,16 8 30 0 0,-16-7-27 0 0,0-1 0 0 0,0-1-1 0 0,0 0 1 0 0,25 1 0 0 0,-1 1 11 0 0,6 0 20 0 0,77 1 1 0 0,-49-4 22 0 0,-13-4-23 0 0,-5 2-37 0 0,120-5 40 0 0,-113 0-18 0 0,90-4 13 0 0,-105 5-49 0 0,35-1 33 0 0,-54 1 13 0 0,0-1-1 0 0,0-1 0 0 0,0-1 0 0 0,-1-2 0 0 0,47-20 0 0 0,5 1-16 0 0,-67 23 39 0 0,0-1 1 0 0,0 0 0 0 0,-1-1 0 0 0,0-1 0 0 0,0 0 0 0 0,-1-1 0 0 0,1 0 0 0 0,-2 0-1 0 0,1-2 1 0 0,10-10 0 0 0,-16 13 7 0 0,1 0 1 0 0,-1 0-1 0 0,-1 0 0 0 0,0-1 0 0 0,0 1 0 0 0,0-1 1 0 0,-1-1-1 0 0,0 1 0 0 0,0-1 0 0 0,-1 1 0 0 0,-1-1 1 0 0,1 0-1 0 0,-1 0 0 0 0,-1 0 0 0 0,1-1 0 0 0,-2 1 1 0 0,1 0-1 0 0,-1 0 0 0 0,-1-1 0 0 0,0 1 0 0 0,0 0 0 0 0,-1 0 1 0 0,0 0-1 0 0,0 0 0 0 0,-1 0 0 0 0,-7-14 0 0 0,-45-99 37 0 0,45 99-92 0 0,4 10-12 0 0,0 0-1 0 0,0 0 1 0 0,-1 1-1 0 0,-1-1 1 0 0,-14-16-1 0 0,-20-33-26 0 0,39 59 23 0 0,-115-117-15 0 0,103 104 2 0 0,-35-24-25 0 0,-18-13 18 0 0,-39-24-29 0 0,98 71 36 0 0,-2 2 1 0 0,1-1-1 0 0,0 1 0 0 0,-1 1 1 0 0,0 0-1 0 0,1 0 0 0 0,-1 1 1 0 0,-1 1-1 0 0,1 0 0 0 0,0 0 0 0 0,0 1 1 0 0,-13 2-1 0 0,8-2 6 0 0,-16 0 0 0 0,-19 1-28 0 0,-87 10 49 0 0,128-9-8 0 0,-47 1 1 0 0,54-3-9 0 0,-32-3-4303 0 0,43-10 1782 0 0,5 2-457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2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1 534 5925 0 0,'0'0'1818'0'0,"3"-22"-1521"0"0,4 5-235 0 0,0 0 1 0 0,1 0-1 0 0,0 1 1 0 0,2 0-1 0 0,21-29 0 0 0,70-67-54 0 0,-95 105-10 0 0,31-29-10 0 0,2 2 0 0 0,1 2 1 0 0,58-36-1 0 0,-67 52-4 0 0,0 1 1 0 0,1 1 0 0 0,0 1-1 0 0,1 2 1 0 0,43-8 0 0 0,-67 17 0 0 0,0 0 0 0 0,0 1 0 0 0,0 0 1 0 0,0 1-1 0 0,0 0 0 0 0,0 0 0 0 0,0 1 1 0 0,0 0-1 0 0,0 0 0 0 0,-1 1 0 0 0,1 0 1 0 0,0 1-1 0 0,14 6 0 0 0,-14-4 1 0 0,0 1 0 0 0,0 0 0 0 0,0 1 0 0 0,-1 0 0 0 0,14 13-1 0 0,11 11 14 0 0,36 25-52 0 0,-53-39 45 0 0,-1 0 1 0 0,-1 1 0 0 0,-1 0-1 0 0,0 1 1 0 0,12 26 0 0 0,-3-11-5 0 0,-12-20 13 0 0,0 0 1 0 0,-1 2-1 0 0,-1-1 0 0 0,0 1 0 0 0,8 24 0 0 0,-15-36-1 0 0,0 1 0 0 0,1-1 0 0 0,0 0-1 0 0,-1 0 1 0 0,1 0 0 0 0,1 0 0 0 0,2 5 0 0 0,3 3 0 0 0,-1 0 1 0 0,-1 1-1 0 0,0 0 0 0 0,4 13 1 0 0,6 16 1969 0 0,-62-51-1755 0 0,0-3 1 0 0,0-2-1 0 0,-69-31 0 0 0,59 21-135 0 0,54 23-75 0 0,-6-3 34 0 0,30 20-607 0 0,-6-7 559 0 0,1 0 0 0 0,-1-1 0 0 0,22 7 1 0 0,66 29 27 0 0,-40-18 124 0 0,-62-25-56 0 0,-1-1-77 0 0,0 0-1 0 0,0 0 1 0 0,0 0 0 0 0,0 0 0 0 0,0-1 0 0 0,0 1 0 0 0,0 0 0 0 0,0 0 0 0 0,0-1 0 0 0,0 1 0 0 0,0-1 0 0 0,-1 1 0 0 0,1-1 0 0 0,0 1 0 0 0,0-1 0 0 0,0 1 0 0 0,-1-1-1 0 0,1 0 1 0 0,0 1 0 0 0,-1-1 0 0 0,1 0 0 0 0,-1 0 0 0 0,1 0 0 0 0,-1 1 0 0 0,1-1 0 0 0,-1 0 0 0 0,1 0 0 0 0,-1 0 0 0 0,1-1 0 0 0,6-21 2 0 0,0 1 1 0 0,2 0 0 0 0,1 1 0 0 0,1-1-1 0 0,0 2 1 0 0,20-27 0 0 0,-9 8-2 0 0,-21 37-19 0 0,12-23 44 0 0,-12 17-6279 0 0,-15-1 3428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36.5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1155 5989 0 0,'0'0'-442'0'0,"14"-34"42"0"0,-12 17 587 0 0,1 1 0 0 0,0-1 0 0 0,2 1 1 0 0,-1 0-1 0 0,2 0 0 0 0,0 0 0 0 0,16-26 0 0 0,10-30 324 0 0,39-80 363 0 0,-56 122-805 0 0,1 2 1 0 0,1 0-1 0 0,22-28 0 0 0,5-7-12 0 0,-17 21-49 0 0,2 1 0 0 0,2 1 0 0 0,2 1-1 0 0,2 2 1 0 0,1 1 0 0 0,1 2 0 0 0,2 2 0 0 0,48-31 0 0 0,-38 33-22 0 0,2 2 1 0 0,1 2-1 0 0,79-27 0 0 0,-115 47 7 0 0,0 2 0 0 0,-1 0-1 0 0,1 1 1 0 0,30-3-1 0 0,4 1-1 0 0,67-2-47 0 0,-95 7 47 0 0,0 1-1 0 0,0 1 1 0 0,0 1 0 0 0,0 0 0 0 0,0 2-1 0 0,36 13 1 0 0,-14-5 6 0 0,-19-7 11 0 0,-3 0-21 0 0,0 0 0 0 0,0 2 0 0 0,36 17 0 0 0,-31-11 2 0 0,-1 0 1 0 0,0 2-1 0 0,41 33 1 0 0,-44-25-10 0 0,-1 2 0 0 0,18 28 0 0 0,-39-53 20 0 0,18 25 5 0 0,0 1-1 0 0,23 48 1 0 0,-28-42-21 0 0,17 68 0 0 0,-31-100 15 0 0,15 136 40 0 0,39 86-19 0 0,-45-180-23 0 0,-5-22 5 0 0,1-1-1 0 0,1 0 1 0 0,0 0-1 0 0,11 22 0 0 0,-16-39 6 0 0,2 7-9 0 0,26 60 11 0 0,-29-68-17 0 0,10 18-7 0 0,-5-16 12 0 0,-3-4 7 0 0,1 19-4 0 0,-1-12 4 0 0,0-2 191 0 0,8 15-461 0 0,-10-15 2997 0 0,-212-162-1833 0 0,145 102-764 0 0,48 38-535 0 0,16 15 283 0 0,5 4 45 0 0,29 28 41 0 0,6 5-17 0 0,0-3 61 0 0,1-2-1 0 0,2-1 1 0 0,64 35 0 0 0,-81-50 65 0 0,-21-13-29 0 0,-2 0-12 0 0,1-1 1 0 0,-1 0 0 0 0,1 1-1 0 0,-1-1 1 0 0,1 0 0 0 0,-1 0-1 0 0,1 1 1 0 0,-1-1 0 0 0,1 0-1 0 0,-1 0 1 0 0,1 1 0 0 0,-1-1-1 0 0,1 0 1 0 0,0 0 0 0 0,-1 0-1 0 0,1 0 1 0 0,-1 0 0 0 0,1 0-1 0 0,-1 0 1 0 0,1 0 0 0 0,0 0-1 0 0,-1 0 1 0 0,1-1 0 0 0,0 1-1 0 0,2-3 4 0 0,0 1-1 0 0,0-1 0 0 0,0 0 1 0 0,0 0-1 0 0,0-1 1 0 0,-1 1-1 0 0,0 0 0 0 0,1-1 1 0 0,-1 0-1 0 0,0 1 0 0 0,1-5 1 0 0,18-56 164 0 0,2-2-98 0 0,-10 41-203 0 0,-1-1 0 0 0,10-33 0 0 0,-22 58 18 0 0,8-39-4057 0 0,1 20 47 0 0,1 8 1547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0.2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1629 5721 0 0,'0'0'596'0'0,"3"-5"-488"0"0,43-91 474 0 0,41-118 0 0 0,65-137-185 0 0,-75 185-50 0 0,-50 111-321 0 0,2 1 1 0 0,3 1-1 0 0,2 1 0 0 0,2 2 1 0 0,3 2-1 0 0,1 2 1 0 0,3 1-1 0 0,1 2 0 0 0,71-52 1 0 0,-66 57-39 0 0,3 3 0 0 0,0 2 0 0 0,110-51 0 0 0,-112 67-19 0 0,1 3 0 0 0,0 1 1 0 0,74-7-1 0 0,-114 19 24 0 0,13 0-2 0 0,9 3-4 0 0,17 3-3 0 0,-1 1-1 0 0,1 3 0 0 0,-2 2 0 0 0,1 2 1 0 0,71 30-1 0 0,-50-13 18 0 0,-1 3 0 0 0,123 81 0 0 0,-152-86-6 0 0,0 1 0 0 0,-2 1 0 0 0,-2 3 0 0 0,0 1 0 0 0,35 44-1 0 0,-55-59 10 0 0,1 0-1 0 0,1-2 0 0 0,38 29 1 0 0,-31-26-3 0 0,34 34 0 0 0,-24-15-6 0 0,-1 2 0 0 0,-3 1 0 0 0,31 54 0 0 0,7 6-2 0 0,-18-29 11 0 0,41 70-23 0 0,12 45 45 0 0,-37-81-22 0 0,-59-93 0 0 0,0-1 1 0 0,1-1-1 0 0,18 21 0 0 0,-15-18 9 0 0,0 0 0 0 0,14 24-1 0 0,-17-22-11 0 0,1-1 0 0 0,1 1 1 0 0,24 27-1 0 0,-19-23 24 0 0,11 15-36 0 0,-27-35 12 0 0,6 8-31 0 0,-6-9 51 0 0,0 0 1 0 0,0 0 0 0 0,0 0 0 0 0,1 0 0 0 0,-1 0 0 0 0,0 0 0 0 0,0 0 0 0 0,0 1 0 0 0,0-1 0 0 0,0 0 0 0 0,0 0 0 0 0,0 0 0 0 0,0 0 0 0 0,0 0 0 0 0,0 0-1 0 0,0 1 1 0 0,0-1 0 0 0,1 0 0 0 0,-1 0 0 0 0,0 0 0 0 0,0 0 0 0 0,0 0 0 0 0,0 1 0 0 0,0-1 0 0 0,0 0 0 0 0,0 0 0 0 0,-1 0 0 0 0,1 0 0 0 0,0 1 0 0 0,0-1-1 0 0,0 0 1 0 0,0 0 0 0 0,0 0 0 0 0,0 0 0 0 0,0 0 0 0 0,0 0 0 0 0,0 1 0 0 0,0-1 0 0 0,0 0 0 0 0,0 0 0 0 0,-1 0 0 0 0,1 0 0 0 0,0 0 0 0 0,0 0-1 0 0,0 0 1 0 0,0 0 0 0 0,0 1 0 0 0,0-1 0 0 0,0 0 0 0 0,-1 0 0 0 0,1 0 0 0 0,0 0 0 0 0,0 0 0 0 0,0 0 0 0 0,0 0 0 0 0,0 0 0 0 0,-1 0 0 0 0,1 0 0 0 0,0 0-1 0 0,0 0 1 0 0,0 0 0 0 0,0 0 0 0 0,0 0 0 0 0,-1 0 0 0 0,1 0 0 0 0,0 0 0 0 0,0 0 0 0 0,-44-21 122 0 0,1-1-1 0 0,1-2 1 0 0,2-2 0 0 0,-60-49 0 0 0,19 9-84 0 0,80 65-56 0 0,-1 0 0 0 0,-5-4-7 0 0,-7-4-138 0 0,24 18-143 0 0,9 6 288 0 0,24 20-17 0 0,88 54 0 0 0,-85-60 5 0 0,17 6 21 0 0,-62-34 22 0 0,16-1 364 0 0,-13-4-379 0 0,0 0-1 0 0,1 0 1 0 0,-2-1 0 0 0,1 1-1 0 0,-1-1 1 0 0,1 0 0 0 0,-1 0-1 0 0,0 0 1 0 0,-1 0 0 0 0,3-7-1 0 0,19-66 77 0 0,-3 8-15 0 0,-14 51-81 0 0,-1 0 0 0 0,-1-1 0 0 0,4-31 0 0 0,-9 50-12 0 0,0-36-3845 0 0,0 31 1456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5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1434 6105 0 0,'0'0'-346'0'0,"1"-5"-431"0"0,4-7 873 0 0,-1 0-1 0 0,2 1 1 0 0,-1-1 0 0 0,2 1 0 0 0,-1 1-1 0 0,2-1 1 0 0,8-10 0 0 0,30-47 166 0 0,29-83 7 0 0,94-165 537 0 0,-123 253-744 0 0,3 2 0 0 0,78-77 0 0 0,-55 61-43 0 0,-26 32-23 0 0,3 1 1 0 0,1 3-1 0 0,1 2 0 0 0,3 2 1 0 0,82-42-1 0 0,-118 69 7 0 0,33-19-3 0 0,1 2 0 0 0,2 2 1 0 0,91-29-1 0 0,-133 51-6 0 0,7-3 2 0 0,1 2-1 0 0,0 0 0 0 0,1 1 0 0 0,24 0 1 0 0,22 2-19 0 0,0 2 1 0 0,0 4 0 0 0,118 22-1 0 0,-140-17 20 0 0,-1 1-1 0 0,45 19 0 0 0,4 1 7 0 0,-40-15-5 0 0,-1 2 0 0 0,-1 2 0 0 0,-1 3 0 0 0,-2 1 0 0 0,59 40 0 0 0,-7-1 13 0 0,-59-39-14 0 0,-1 2-1 0 0,-1 1 1 0 0,-2 2 0 0 0,37 36-1 0 0,65 64-16 0 0,-7-8 21 0 0,173 207 30 0 0,-210-231-21 0 0,-81-82-9 0 0,33 35-19 0 0,69 96-1 0 0,-103-131 26 0 0,1-1-1 0 0,-1 0 1 0 0,27 19 0 0 0,-23-19-13 0 0,0 0-1 0 0,26 30 1 0 0,-12-6 9 0 0,46 45 0 0 0,19 21-42 0 0,-19-9 63 0 0,-13 13-9 0 0,11 12 30 0 0,-72-116-43 0 0,0 0 1 0 0,-1 1-1 0 0,1-1 0 0 0,-1 1 1 0 0,0-1-1 0 0,0 1 1 0 0,0 0-1 0 0,1 10 0 0 0,1-7 11 0 0,1-3-14 0 0,3 23-13 0 0,5 6 26 0 0,-12-33-22 0 0,-1 1 4 0 0,5 35 1386 0 0,-5-37-1299 0 0,-1 0-1 0 0,1 0 0 0 0,-1 0 0 0 0,1 0 1 0 0,-1 0-1 0 0,0 0 0 0 0,1 0 0 0 0,-1 0 1 0 0,1 0-1 0 0,-1 0 0 0 0,1 0 0 0 0,-1 0 0 0 0,1 0 1 0 0,-1-1-1 0 0,1 1 0 0 0,-1 0 0 0 0,1 0 1 0 0,-1-1-1 0 0,1 1 0 0 0,-1 0 0 0 0,1-1 1 0 0,-1 1-1 0 0,1-1 0 0 0,0 1 0 0 0,-1 0 1 0 0,1-1-1 0 0,0 1 0 0 0,-1-2 0 0 0,-20-13-366 0 0,-21-10 487 0 0,1-2 0 0 0,1-2 0 0 0,1-1 0 0 0,2-2 0 0 0,1-2 0 0 0,-41-50 0 0 0,28 16-162 0 0,48 67-44 0 0,-6-8-10 0 0,5 4-86 0 0,5 5-334 0 0,218 176 316 0 0,-114-85 108 0 0,-106-90 36 0 0,0 0 1 0 0,-1 0 0 0 0,1 0 0 0 0,0 0 0 0 0,0 0-1 0 0,0 0 1 0 0,0 0 0 0 0,0 0 0 0 0,1 0 0 0 0,-1 0-1 0 0,0-1 1 0 0,0 1 0 0 0,0 0 0 0 0,1-1 0 0 0,-1 1-1 0 0,0-1 1 0 0,1 1 0 0 0,-1-1 0 0 0,0 0-1 0 0,1 0 1 0 0,-1 1 0 0 0,1-1 0 0 0,-1 0 0 0 0,1 0-1 0 0,-1 0 1 0 0,0-1 0 0 0,1 1 0 0 0,1-1 0 0 0,-1-1 79 0 0,0 0 1 0 0,0-1-1 0 0,-1 1 1 0 0,1-1-1 0 0,-1 1 1 0 0,0-1 0 0 0,0 0-1 0 0,0 0 1 0 0,0 1-1 0 0,0-1 1 0 0,0-3 0 0 0,8-20-183 0 0,33-80 423 0 0,60-107-1 0 0,-71 145-315 0 0,-31 67-44 0 0,2-3-336 0 0,0 0-1 0 0,-1 0 1 0 0,1 0 0 0 0,-1-1 0 0 0,0 1 0 0 0,-1 0 0 0 0,1-6 0 0 0,-19-20-5949 0 0,13 18 3242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0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 7 964 0 0,'0'0'5058'0'0,"-7"1"-5047"0"0,-22 2 1 0 0,22-2 2 0 0,1 14 41 0 0,6-15-54 0 0,-1 1 1 0 0,1-1-1 0 0,0 1 0 0 0,-1-1 0 0 0,1 1 1 0 0,0-1-1 0 0,-1 1 0 0 0,1-1 0 0 0,0 1 1 0 0,0-1-1 0 0,0 1 0 0 0,-1-1 0 0 0,1 1 1 0 0,0-1-1 0 0,0 1 0 0 0,0 0 1 0 0,0-1-1 0 0,0 1 0 0 0,0-1 0 0 0,0 1 1 0 0,0-1-1 0 0,0 1 0 0 0,0 0 0 0 0,0-1 1 0 0,1 1-1 0 0,-1-1 0 0 0,0 1 0 0 0,0-1 1 0 0,0 1-1 0 0,1-1 0 0 0,-1 1 1 0 0,0-1-1 0 0,1 1 0 0 0,-1-1 0 0 0,0 1 1 0 0,1-1-1 0 0,-1 0 0 0 0,1 1 0 0 0,-1-1 1 0 0,1 1-1 0 0,-1-1 0 0 0,1 0 0 0 0,-1 0 1 0 0,1 1-1 0 0,-1-1 0 0 0,1 0 0 0 0,-1 0 1 0 0,1 1-1 0 0,-1-1 0 0 0,1 0 1 0 0,-1 0-1 0 0,1 0 0 0 0,0 0 0 0 0,-1 0 1 0 0,1 0-1 0 0,-1 0 0 0 0,1 0 0 0 0,-1 0 1 0 0,2 0-1 0 0,3 0 14 0 0,1 0-1 0 0,0 0 1 0 0,-1-1 0 0 0,1 0 0 0 0,-1 0-1 0 0,1 0 1 0 0,-1 0 0 0 0,1-1 0 0 0,-1 0-1 0 0,0 0 1 0 0,0 0 0 0 0,0-1 0 0 0,0 0-1 0 0,0 0 1 0 0,-1 0 0 0 0,1-1 0 0 0,5-4-1 0 0,-10 7 32 0 0,0-2 10 0 0,0 3-54 0 0,1 0 0 0 0,-1 0-1 0 0,0 0 1 0 0,0-1 0 0 0,0 1 0 0 0,0 0 0 0 0,0 0-1 0 0,0-1 1 0 0,0 1 0 0 0,0 0 0 0 0,0 0-1 0 0,0-1 1 0 0,0 1 0 0 0,0 0 0 0 0,0 0 0 0 0,0-1-1 0 0,0 1 1 0 0,0 0 0 0 0,0 0 0 0 0,0-1-1 0 0,0 1 1 0 0,0 0 0 0 0,-1 0 0 0 0,1 0 0 0 0,0-1-1 0 0,0 1 1 0 0,0 0 0 0 0,0 0 0 0 0,0 0-1 0 0,-1-1 1 0 0,1 1 0 0 0,0 0 0 0 0,0 0 0 0 0,0 0-1 0 0,-1 0 1 0 0,1-1 0 0 0,0 1 0 0 0,0 0-1 0 0,-1 0 1 0 0,1 0 0 0 0,-7-1 0 0 0,1 1 1 0 0,-1 0-1 0 0,0 0 0 0 0,1 1 1 0 0,-1 0-1 0 0,1 0 1 0 0,-1 0-1 0 0,1 1 0 0 0,0 0 1 0 0,-1 0-1 0 0,1 1 0 0 0,0 0 1 0 0,0 0-1 0 0,1 0 1 0 0,-1 1-1 0 0,1 0 0 0 0,-1 0 1 0 0,1 0-1 0 0,0 0 0 0 0,1 1 1 0 0,-1 0-1 0 0,-5 9 1 0 0,9-14 1 0 0,2 2 2 0 0,3 7 10 0 0,0-7-4 0 0,2-1 0 0 0,-1 0 0 0 0,0-1-1 0 0,1 1 1 0 0,-1-1-1 0 0,1 0 1 0 0,-1-1 0 0 0,1 1-1 0 0,-1-1 1 0 0,0 0 0 0 0,1-1-1 0 0,-1 1 1 0 0,0-1 0 0 0,0 0-1 0 0,0 0 1 0 0,0-1 0 0 0,0 0-1 0 0,8-6 1 0 0,-6 4 78 0 0,-7 5-82 0 0,-1 0 1 0 0,1 0 0 0 0,-1 0 0 0 0,1 0 0 0 0,-1 0-1 0 0,1 0 1 0 0,0 0 0 0 0,-1 0 0 0 0,1 0-1 0 0,-1-1 1 0 0,1 1 0 0 0,0 0 0 0 0,-1 0 0 0 0,1 0-1 0 0,0-1 1 0 0,-1 1 0 0 0,1 0 0 0 0,0-1-1 0 0,-1 1 1 0 0,1 0 0 0 0,0 0 0 0 0,0-1 0 0 0,-1 1-1 0 0,1-1 1 0 0,0 1 0 0 0,0 0 0 0 0,0-1-1 0 0,-1 1 1 0 0,1 0 0 0 0,0-1 0 0 0,0 1 0 0 0,0-1-1 0 0,0 1 1 0 0,0-1 0 0 0,0 1 0 0 0,0 0-1 0 0,0-1 1 0 0,0 1 0 0 0,0-1 0 0 0,0 1 0 0 0,0 0-1 0 0,0-1 1 0 0,0 1 0 0 0,1-1 0 0 0,-1 1-1 0 0,0 0 1 0 0,0-1 0 0 0,0 1 0 0 0,0-1-1 0 0,1 1 1 0 0,-1 0 0 0 0,0-1 0 0 0,0 1 0 0 0,1 0-1 0 0,-1-1 1 0 0,0 1 0 0 0,1 0 0 0 0,-1 0-1 0 0,0-1 1 0 0,1 1 0 0 0,-1 0 0 0 0,1 0 0 0 0,-1 0-1 0 0,0 0 1 0 0,1-1 0 0 0,-39 0 118 0 0,-49 27-1 0 0,85-25-142 0 0,-5-1 327 0 0,0 2-5041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8.9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69 57 4340 0 0,'0'0'-147'0'0,"-2"-15"1010"0"0,-14-1-398 0 0,15 15-259 0 0,-22-1 18 0 0,9 4-202 0 0,10-2 17 0 0,-5 18 25 0 0,10-16-47 0 0,2 0-1 0 0,5 2-5 0 0,1 0 0 0 0,-1-1 0 0 0,1 0 0 0 0,0 0 1 0 0,0-1-1 0 0,0 0 0 0 0,0 0 0 0 0,0-1 0 0 0,13 0 1 0 0,-17 0-4 0 0,1-1 0 0 0,-1 0 1 0 0,0 0-1 0 0,0-1 0 0 0,0 0 1 0 0,0 1-1 0 0,0-2 1 0 0,0 1-1 0 0,0-1 0 0 0,0 1 1 0 0,0-1-1 0 0,0 0 0 0 0,-1-1 1 0 0,1 1-1 0 0,-1-1 0 0 0,1 0 1 0 0,-1 0-1 0 0,0-1 1 0 0,4-3-1 0 0,-8 6-4 0 0,1 1-1 0 0,-1-1 1 0 0,1 1-1 0 0,-1-1 1 0 0,1 0 0 0 0,-1 1-1 0 0,1-1 1 0 0,-1 1-1 0 0,1-1 1 0 0,-1 0 0 0 0,0 1-1 0 0,1-1 1 0 0,-1 0-1 0 0,0 0 1 0 0,0 1 0 0 0,0-1-1 0 0,1 0 1 0 0,-1 0 0 0 0,0 1-1 0 0,0-1 1 0 0,0 0-1 0 0,0 0 1 0 0,0 1 0 0 0,0-1-1 0 0,-1 0 1 0 0,1 0-1 0 0,0 1 1 0 0,0-1 0 0 0,0 0-1 0 0,-1 0 1 0 0,1 1-1 0 0,0-1 1 0 0,-1 0 0 0 0,1 1-1 0 0,-1-1 1 0 0,1 1 0 0 0,-2-2-1 0 0,0 1 2 0 0,-1-1 0 0 0,1 1 0 0 0,-1 0-1 0 0,1 0 1 0 0,-1 1 0 0 0,0-1 0 0 0,0 0-1 0 0,1 1 1 0 0,-1 0 0 0 0,-5-1 0 0 0,-4 1 0 0 0,-1 1-1 0 0,1-1 1 0 0,-1 2 0 0 0,-12 3 0 0 0,17-2-4 0 0,0 0 1 0 0,0 1-1 0 0,1 0 0 0 0,-1 0 0 0 0,-9 8 1 0 0,15-10-3 0 0,-1-1 1 0 0,1 1 0 0 0,-1 0-1 0 0,1 0 1 0 0,0 1-1 0 0,0-1 1 0 0,0 0 0 0 0,0 1-1 0 0,1-1 1 0 0,-1 1-1 0 0,0 0 1 0 0,1-1 0 0 0,0 1-1 0 0,0 0 1 0 0,0 0-1 0 0,0 0 1 0 0,-1 5 0 0 0,2-6 1 0 0,0-1 1 0 0,0 1-1 0 0,0-1 1 0 0,1 0-1 0 0,-1 1 1 0 0,0-1-1 0 0,1 0 1 0 0,-1 1-1 0 0,1-1 1 0 0,-1 0-1 0 0,1 0 1 0 0,-1 0-1 0 0,1 1 1 0 0,0-1-1 0 0,0 0 1 0 0,0 0-1 0 0,-1 0 1 0 0,1 0-1 0 0,0 0 1 0 0,0 0-1 0 0,0 0 1 0 0,1-1-1 0 0,0 2 1 0 0,1-1 1 0 0,1 1 1 0 0,-1-1-1 0 0,1 0 1 0 0,-1 1 0 0 0,1-2-1 0 0,-1 1 1 0 0,1 0-1 0 0,5-1 1 0 0,3 1 3 0 0,0-2 0 0 0,0 0 0 0 0,-1 0 0 0 0,15-4 0 0 0,-21 4 44 0 0,0 0 0 0 0,1-1 0 0 0,-1 0 0 0 0,0 0 0 0 0,0 0 0 0 0,0-1 0 0 0,0 1 1 0 0,-1-1-1 0 0,1 0 0 0 0,-1-1 0 0 0,0 1 0 0 0,1-1 0 0 0,-2 0 0 0 0,8-8 0 0 0,-11 11 160 0 0,-3-2-123 0 0,-1 1-68 0 0,1 0-1 0 0,-1 0 1 0 0,0 0 0 0 0,-1 0 0 0 0,1 0 0 0 0,0 1-1 0 0,0 0 1 0 0,-1-1 0 0 0,1 2 0 0 0,-1-1 0 0 0,1 1-1 0 0,-1-1 1 0 0,1 1 0 0 0,-1 0 0 0 0,1 1 0 0 0,-1-1 0 0 0,1 1-1 0 0,-1 0 1 0 0,-4 1 0 0 0,-4 1-49 0 0,-1 1-1 0 0,1 0 1 0 0,-1 0-1 0 0,1 2 1 0 0,-17 8 0 0 0,31-14-2 0 0,-1 0 0 0 0,0 0 0 0 0,1 0 0 0 0,-1 0 0 0 0,0 0 0 0 0,1 1 0 0 0,-1-1 0 0 0,0 0 0 0 0,1 0 0 0 0,-1 0-1 0 0,0 0 1 0 0,0 0 0 0 0,1 1 0 0 0,-1-1 0 0 0,0 0 0 0 0,0 0 0 0 0,1 0 0 0 0,-1 1 0 0 0,0-1 0 0 0,0 0 0 0 0,1 0 0 0 0,-1 1 0 0 0,0-1 0 0 0,0 0 0 0 0,0 0 0 0 0,0 1 0 0 0,0-1 0 0 0,1 0 0 0 0,-1 1 0 0 0,0-1 0 0 0,0 0 0 0 0,0 1 0 0 0,0-1 0 0 0,0 0 0 0 0,0 0 0 0 0,0 1 0 0 0,0-1 0 0 0,0 0 0 0 0,0 1 0 0 0,0-1 0 0 0,0 0 0 0 0,0 1 0 0 0,0-1 0 0 0,0 0 0 0 0,-1 1 0 0 0,1-1 0 0 0,0 0 0 0 0,0 0 0 0 0,0 1 0 0 0,0-1 0 0 0,-1 0 0 0 0,1 1 0 0 0,0-1 0 0 0,0 0 0 0 0,0 0-1 0 0,-1 0 1 0 0,1 1 0 0 0,0-1 0 0 0,-1 0 0 0 0,1 0 0 0 0,0 0 0 0 0,0 0 0 0 0,-1 1 0 0 0,1-1 0 0 0,-1 0 0 0 0,27 4-2088 0 0,-26-4 1723 0 0,4-1-1176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49.8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25 4584 0 0,'0'0'-2'0'0,"-36"-18"1297"0"0,31 16-1279 0 0,0 1-1 0 0,0 0 0 0 0,-1 0 1 0 0,1 0-1 0 0,0 1 1 0 0,-1-1-1 0 0,1 1 1 0 0,0 1-1 0 0,-1-1 0 0 0,1 1 1 0 0,0 0-1 0 0,0 0 1 0 0,-1 0-1 0 0,-6 4 1 0 0,10-5-16 0 0,-14 12-23 0 0,16-11 32 0 0,7 4 12 0 0,-7-4-19 0 0,1 0-1 0 0,-1 0 1 0 0,1-1-1 0 0,0 1 0 0 0,0 0 1 0 0,-1 0-1 0 0,1-1 1 0 0,0 1-1 0 0,0 0 1 0 0,0-1-1 0 0,0 1 1 0 0,0-1-1 0 0,0 1 1 0 0,0-1-1 0 0,0 1 1 0 0,0-1-1 0 0,0 0 1 0 0,0 0-1 0 0,0 1 1 0 0,0-1-1 0 0,2 0 1 0 0,7-1 12 0 0,-1 0 1 0 0,1 0 0 0 0,0-1 0 0 0,14-5 0 0 0,6-1 256 0 0,-28 8-12 0 0,-9 3-242 0 0,3-1-16 0 0,-9 3 11 0 0,1 0-1 0 0,0 2 0 0 0,0-1 1 0 0,0 2-1 0 0,-19 14 0 0 0,30-21 16 0 0,6 1-22 0 0,-1-1-1 0 0,1 0 1 0 0,-1 0-1 0 0,1-1 1 0 0,0 1 0 0 0,0-1-1 0 0,-1 0 1 0 0,1 0 0 0 0,0-1-1 0 0,-1 1 1 0 0,1-1-1 0 0,0 0 1 0 0,-1 0 0 0 0,1-1-1 0 0,6-3 1 0 0,6-1 182 0 0,-1-2 1 0 0,28-17-1 0 0,-44 25-172 0 0,1 0 1 0 0,-1 0-1 0 0,0 0 1 0 0,1 0-1 0 0,-1 0 1 0 0,0 0-1 0 0,1-1 0 0 0,-1 1 1 0 0,0 0-1 0 0,1 0 1 0 0,-1 0-1 0 0,0-1 1 0 0,1 1-1 0 0,-1 0 1 0 0,0 0-1 0 0,0-1 0 0 0,1 1 1 0 0,-1 0-1 0 0,0 0 1 0 0,0-1-1 0 0,1 1 1 0 0,-1 0-1 0 0,0-1 0 0 0,0 1 1 0 0,0 0-1 0 0,0-1 1 0 0,0 1-1 0 0,0-1 1 0 0,1 1-1 0 0,-1 0 1 0 0,0-1-1 0 0,0 1 0 0 0,0 0 1 0 0,0-1-1 0 0,0 1 1 0 0,0-1-1 0 0,0 1 1 0 0,-1-1-1 0 0,-15-4-30 0 0,-23 6-519 0 0,-6 6-3144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17:54.5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179 87 732 0 0,'0'0'1946'0'0,"-2"-4"-1844"0"0,-1 1 113 0 0,0-1 1 0 0,-1 1 0 0 0,1 0 0 0 0,-1 0-1 0 0,0 0 1 0 0,0 0 0 0 0,0 0 0 0 0,0 1-1 0 0,0 0 1 0 0,-1 0 0 0 0,1 0 0 0 0,-1 1-1 0 0,1-1 1 0 0,-6 0 0 0 0,8 2 314 0 0,-5-3-467 0 0,7 3-52 0 0,1 0 0 0 0,-1 0 0 0 0,0 0 0 0 0,0 0 1 0 0,0 0-1 0 0,0 0 0 0 0,0 0 0 0 0,0 0 0 0 0,0 0 0 0 0,0 0 1 0 0,0 0-1 0 0,0 0 0 0 0,1 0 0 0 0,-1 0 0 0 0,0 0 0 0 0,0 0 0 0 0,0-1 1 0 0,0 1-1 0 0,0 0 0 0 0,0 0 0 0 0,0 0 0 0 0,0 0 0 0 0,0 0 0 0 0,0 0 1 0 0,0 0-1 0 0,0 0 0 0 0,0 0 0 0 0,0 0 0 0 0,0-1 0 0 0,0 1 0 0 0,0 0 1 0 0,0 0-1 0 0,0 0 0 0 0,0 0 0 0 0,0 0 0 0 0,0 0 0 0 0,0 0 1 0 0,0 0-1 0 0,0 0 0 0 0,0-1 0 0 0,0 1 0 0 0,0 0 0 0 0,0 0 0 0 0,0 0 1 0 0,0 0-1 0 0,0 0 0 0 0,0 0 0 0 0,22-3 2 0 0,-17 2-3 0 0,42-1 2 0 0,8-3-7 0 0,-27 3 3 0 0,0 1 0 0 0,0 1 0 0 0,42 5-1 0 0,-61-4-13 0 0,25 2 17 0 0,0-1 1 0 0,45-4-1 0 0,-25-2-7 0 0,-42 3-5 0 0,1 0-1 0 0,0 1 1 0 0,-1 1-1 0 0,1 0 1 0 0,18 3-1 0 0,-29-3 7 0 0,2-1-7 0 0,77 5 0 0 0,-29-5 0 0 0,17 1 13 0 0,-38 1-3 0 0,50-5 1 0 0,-74 3-5 0 0,14 2 4 0 0,-18-1-4 0 0,47-4-2 0 0,-18 5 2 0 0,-29-2 4 0 0,16-3-2 0 0,-10 2-1 0 0,-4 0-9 0 0,8 1 4 0 0,-10 0 108 0 0,-157 8 1108 0 0,-148 10-1164 0 0,286-17-50 0 0,6 0-1 0 0,-45 3 21 0 0,-108-6 0 0 0,148 3-22 0 0,-106-3 2 0 0,11-4-18 0 0,21 5 36 0 0,44 1-22 0 0,-51-5-39 0 0,168-10 16 0 0,796-24-20 0 0,-865 39 46 0 0,1 0-3 0 0,10 0 0 0 0,29 2 84 0 0,-33-1-4342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49.1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41 960 0 0,'0'0'454'0'0,"-4"-1"-70"0"0,-28-1 1644 0 0,29 2-502 0 0,-6 2-1513 0 0,7 0 109 0 0,7-1 658 0 0,147-3-751 0 0,-97-1-14 0 0,-1 2 0 0 0,56 7 0 0 0,-8-3-22 0 0,-62 0 16 0 0,0-2-1 0 0,0-1 1 0 0,-1-3 0 0 0,62-10-1 0 0,-98 12-6 0 0,30-1 0 0 0,-28 1-5 0 0,55-7 399 0 0,-6 0 949 0 0,-60 4-767 0 0,-34 0-328 0 0,-48-2-75 0 0,-139 10 0 0 0,121 4-154 0 0,-214 26-23 0 0,263-25 23 0 0,55-9-26 0 0,-39 3-17 0 0,2 4 4 0 0,37-7 12 0 0,-14 4-4 0 0,8-1-1 0 0,13-4-52 0 0,110-14 17 0 0,139 1 1 0 0,-29 2 8 0 0,-96 8-47 0 0,-126 4 74 0 0,14-3-4420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1.3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1372 462 6049 0 0,'0'0'-254'0'0,"-31"-9"2729"0"0,-18-56-1626 0 0,16 24-704 0 0,-2 2 0 0 0,-2 1 0 0 0,-1 2-1 0 0,-1 2 1 0 0,-64-42 0 0 0,74 59-109 0 0,-1 1-1 0 0,-56-21 1 0 0,69 30-39 0 0,-2 1 0 0 0,1 1 0 0 0,-24-3 0 0 0,-59-13-12 0 0,86 18-3 0 0,1 1 0 0 0,-1 1 1 0 0,0 0-1 0 0,1 1 0 0 0,-20 2 0 0 0,31-1 3 0 0,-10 0-1 0 0,1 0 0 0 0,0 2 0 0 0,0-1 0 0 0,0 2 0 0 0,-14 5 0 0 0,7-1-10 0 0,1 2 1 0 0,0 0 0 0 0,-31 22 0 0 0,10-5-6 0 0,19-13 21 0 0,1 1 0 0 0,1 1 0 0 0,-23 25 0 0 0,38-39 6 0 0,-6 3 3 0 0,5-2-5 0 0,-1 0 0 0 0,1 0 1 0 0,-1 1-1 0 0,1 0 0 0 0,0 0 1 0 0,1 0-1 0 0,-1 0 0 0 0,-3 5 1 0 0,-19 27-42 0 0,20-29 41 0 0,-1 1-1 0 0,1 0 1 0 0,0 1-1 0 0,1-1 1 0 0,-9 20-1 0 0,8-17 15 0 0,0 0 0 0 0,-1 0 0 0 0,-13 16-1 0 0,12-17 1362 0 0,7-11-1355 0 0,0 1 0 0 0,0-1 0 0 0,-1 0 0 0 0,1 1 0 0 0,0-1 0 0 0,0 0 0 0 0,0 0 0 0 0,0 0 0 0 0,0 0 0 0 0,0 0 0 0 0,0 0 0 0 0,0 0 0 0 0,0 0 0 0 0,0 0 0 0 0,1-1 0 0 0,-1 1 0 0 0,0 0 0 0 0,1 0 0 0 0,-1-1 0 0 0,1 1 0 0 0,-1 0 0 0 0,1-1 0 0 0,0-1 0 0 0,-11-43 189 0 0,7 28-138 0 0,-4-14 6 0 0,3 1 0 0 0,0 0 0 0 0,2-1 1 0 0,2-60-1 0 0,1 89-69 0 0,0 1-1 0 0,0 0-6 0 0,3-9-364 0 0,5 28 213 0 0,14 51 146 0 0,-12-36-34 0 0,72 216 224 0 0,-81-247-113 0 0,-1 0-61 0 0,0-1 0 0 0,1 0 0 0 0,-1 0-1 0 0,0 1 1 0 0,0-1 0 0 0,1 0 0 0 0,-1 0-1 0 0,0 0 1 0 0,1 0 0 0 0,-1 1 0 0 0,0-1-1 0 0,0 0 1 0 0,1 0 0 0 0,-1 0 0 0 0,0 0-1 0 0,1 0 1 0 0,-1 0 0 0 0,0 0-1 0 0,1 0 1 0 0,-1 0 0 0 0,0 0 0 0 0,1 0-1 0 0,-1 0 1 0 0,0 0 0 0 0,1 0 0 0 0,-1 0-1 0 0,0 0 1 0 0,1 0 0 0 0,-1-1 0 0 0,0 1-1 0 0,1 0 1 0 0,-1 0 0 0 0,0 0 0 0 0,0 0-1 0 0,1-1 1 0 0,-1 1 0 0 0,0 0 0 0 0,0 0-1 0 0,1-1 1 0 0,15-7 91 0 0,-16 7-100 0 0,183-144 202 0 0,-80 78-342 0 0,-102 66 117 0 0,1 0 3 0 0,0 0-1 0 0,0 0 1 0 0,0 0-1 0 0,0 0 0 0 0,0 0 1 0 0,0-1-1 0 0,-1 1 1 0 0,1-1-1 0 0,-1 1 0 0 0,1-1 1 0 0,-1 1-1 0 0,2-4 1 0 0,6-4-1133 0 0,2-1-390 0 0,0 2 0 0 0,0-1 0 0 0,21-10 0 0 0,5-2-868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3.6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33 336 5565 0 0,'0'0'-223'0'0,"-32"-7"2620"0"0,35-6-2311 0 0,1 1 0 0 0,1 0 0 0 0,0 0 0 0 0,1 1-1 0 0,0-1 1 0 0,1 1 0 0 0,0 0 0 0 0,0 1 0 0 0,1 0 0 0 0,1 0 0 0 0,9-9 0 0 0,11-7-85 0 0,1 1-1 0 0,45-28 1 0 0,-51 38-15 0 0,1 1-1 0 0,1 2 1 0 0,44-16-1 0 0,-62 25 3 0 0,-1 1-1 0 0,1 0 1 0 0,0 0-1 0 0,0 0 1 0 0,-1 1-1 0 0,1 0 1 0 0,14 1-1 0 0,-18 0 4 0 0,34 2-25 0 0,3 9-31 0 0,-11 3 45 0 0,-1 0 1 0 0,0 2-1 0 0,33 25 0 0 0,-8-6 8 0 0,-40-26 1 0 0,-1 1 1 0 0,21 19 0 0 0,6 5 10 0 0,-25-21-11 0 0,0 0-1 0 0,-1 0 1 0 0,0 2 0 0 0,-1 0-1 0 0,0 0 1 0 0,-1 1 0 0 0,-1 1-1 0 0,10 18 1 0 0,-10-14 4 0 0,-1 1 0 0 0,10 28 0 0 0,-14-35 19 0 0,-3-6 51 0 0,-1-3 61 0 0,1-1 0 0 0,-1 1 0 0 0,0 0 0 0 0,-1 0 0 0 0,0 0 0 0 0,2 11 0 0 0,-3-17-97 0 0,0 1 0 0 0,-1-1 0 0 0,1 0 1 0 0,0 1-1 0 0,0-1 0 0 0,0 0 0 0 0,0 1 1 0 0,0-1-1 0 0,0 1 0 0 0,0-1 0 0 0,-1 0 1 0 0,1 1-1 0 0,0-1 0 0 0,0 0 0 0 0,0 0 1 0 0,-1 1-1 0 0,1-1 0 0 0,0 0 0 0 0,0 1 1 0 0,-1-1-1 0 0,1 0 0 0 0,0 0 0 0 0,-1 0 1 0 0,1 1-1 0 0,0-1 0 0 0,-1 0 1 0 0,1 0-1 0 0,0 0 0 0 0,-1 0 0 0 0,1 0 1 0 0,0 1-1 0 0,-1-1 0 0 0,1 0 0 0 0,-1 0 1 0 0,1 0-1 0 0,0 0 0 0 0,-1 0 0 0 0,1 0 1 0 0,-1 0-1 0 0,1 0 0 0 0,0-1 0 0 0,-1 1 1 0 0,1 0-1 0 0,-22-8 153 0 0,0-1 0 0 0,1 0 0 0 0,0-2 0 0 0,0 0 0 0 0,-35-28-1 0 0,5 5-24 0 0,-7-12 36 0 0,33 18-240 0 0,24 27 23 0 0,4 6-483 0 0,4 3 495 0 0,0 0 1 0 0,0 0 0 0 0,1 0-1 0 0,0-1 1 0 0,0 0 0 0 0,1-1-1 0 0,9 6 1 0 0,76 38-30 0 0,-14-9 16 0 0,-24-16 418 0 0,-54-25 245 0 0,1-1-442 0 0,3-4-120 0 0,0 0-1 0 0,-1 0 0 0 0,0-1 0 0 0,0 1 0 0 0,-1-1 1 0 0,0 0-1 0 0,0 0 0 0 0,0-1 0 0 0,0 1 0 0 0,-1-1 1 0 0,4-11-1 0 0,12-22 48 0 0,2 4-16 0 0,-6 10-161 0 0,33-46 1 0 0,-31 37-2496 0 0,-16 34 1874 0 0,15-20-3092 0 0,-6 12 1644 0 0,5-3-179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5.9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0 701 5501 0 0,'0'0'114'0'0,"4"-4"-65"0"0,35-35 206 0 0,60-47 1 0 0,-19 18 28 0 0,14-16 96 0 0,202-141 0 0 0,-231 186-351 0 0,2 2 0 0 0,117-44 0 0 0,-160 73-37 0 0,1 1 1 0 0,0 1-1 0 0,0 1 1 0 0,1 1-1 0 0,48 0 0 0 0,-26 1-10 0 0,-31 2 6 0 0,1 1-1 0 0,0 1 1 0 0,0 1-1 0 0,0 1 1 0 0,-1 0-1 0 0,1 1 1 0 0,-1 1-1 0 0,26 11 1 0 0,10 2-9 0 0,-24-6-5 0 0,-1 1 0 0 0,0 1 1 0 0,-1 1-1 0 0,-1 2 1 0 0,0 0-1 0 0,35 32 0 0 0,-8-8 38 0 0,133 117-57 0 0,-158-132 35 0 0,0 1 0 0 0,-2 2 0 0 0,-1 0 0 0 0,-1 2 0 0 0,32 54 0 0 0,-21-28 14 0 0,-20-33 0 0 0,-1 0 0 0 0,-1 1 0 0 0,-1 1 1 0 0,-1 0-1 0 0,9 33 0 0 0,-8-23 0 0 0,-7-24 9 0 0,-1-1 0 0 0,-1 1 0 0 0,0 0-1 0 0,-1-1 1 0 0,0 1 0 0 0,0 22 0 0 0,-1-31-16 0 0,1 6-3 0 0,1 37 18 0 0,-3-20 7 0 0,0-24 6 0 0,-2 6-43 0 0,-4-9 2971 0 0,-15-14-2681 0 0,0-1 0 0 0,1 0 1 0 0,2-2-1 0 0,-1 0 0 0 0,-18-25 1 0 0,6 9-72 0 0,-21-29 199 0 0,51 61-391 0 0,-1 0-80 0 0,-5-6-187 0 0,5 6 142 0 0,3 4 61 0 0,16 23 34 0 0,1 0-1 0 0,1-1 1 0 0,2-1 0 0 0,0-1-1 0 0,1-1 1 0 0,33 24 0 0 0,-45-39 30 0 0,11 2 325 0 0,-20-8-320 0 0,1-1 0 0 0,0 0 0 0 0,-1 0 0 0 0,1 0 0 0 0,-1 0 0 0 0,1 0 0 0 0,-1 0-1 0 0,1 0 1 0 0,-1 0 0 0 0,0-1 0 0 0,1 1 0 0 0,-1 0 0 0 0,0-1 0 0 0,1-2 0 0 0,5-6 37 0 0,0 0 0 0 0,-2 0 0 0 0,1-1-1 0 0,5-15 1 0 0,-7 15-34 0 0,0 1 1 0 0,1 0-1 0 0,0 1 0 0 0,12-17 0 0 0,-16 24-19 0 0,13-47-2684 0 0,-2 19-2927 0 0,-5 18 3342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0:58.8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9 769 5384 0 0,'0'0'963'0'0,"-1"0"-945"0"0,0-1 0 0 0,1 1 0 0 0,-1-1 0 0 0,0 1 0 0 0,1-1 0 0 0,-1 0 0 0 0,1 1 0 0 0,-1-1 0 0 0,1 0 0 0 0,0 1 0 0 0,-1-1 0 0 0,1 0 0 0 0,-1 1 0 0 0,1-1 0 0 0,0 0 0 0 0,0 0 0 0 0,0 1 0 0 0,-1-1 0 0 0,1 0 0 0 0,0 0 0 0 0,0 0 0 0 0,0 1 0 0 0,0-1 0 0 0,0-1 0 0 0,80-87 286 0 0,3 4-1 0 0,188-148 0 0 0,26 33-119 0 0,-204 142-156 0 0,-75 47-28 0 0,0 2-1 0 0,1 0 0 0 0,0 2 0 0 0,1 0 0 0 0,-1 1 1 0 0,28-5-1 0 0,124-11-8 0 0,-92 19 2 0 0,-3 3-19 0 0,0 4 0 0 0,0 3-1 0 0,88 20 1 0 0,73 7 30 0 0,-195-29-6 0 0,1 2-1 0 0,-1 2 1 0 0,-1 2 0 0 0,43 17 0 0 0,-35-12 0 0 0,-17-4-15 0 0,0 2 1 0 0,0 1-1 0 0,36 23 0 0 0,28 14-17 0 0,-77-40 19 0 0,0 0-1 0 0,-1 2 0 0 0,-1 0 0 0 0,0 1 0 0 0,0 0 0 0 0,-2 2 1 0 0,25 32-1 0 0,-26-31 12 0 0,122 137-4 0 0,-131-151-2 0 0,10 24-41 0 0,68 136 45 0 0,-24-22-13 0 0,-44-100 14 0 0,-11-32 9 0 0,0 0 0 0 0,-1-1 0 0 0,0 1-1 0 0,-1 0 1 0 0,2 14 0 0 0,14 52 7 0 0,-7-26-7 0 0,-3-26 57 0 0,-7-22-12 0 0,-1 10-34 0 0,0-12 55 0 0,0 0 0 0 0,0 1 0 0 0,0-1 0 0 0,0 0 0 0 0,0 0 0 0 0,0 1 0 0 0,0-1 0 0 0,0 0 0 0 0,0 1 0 0 0,0-1 0 0 0,-1 0 0 0 0,1 0 0 0 0,0 1-1 0 0,0-1 1 0 0,0 0 0 0 0,0 0 0 0 0,0 1 0 0 0,0-1 0 0 0,-1 0 0 0 0,1 0 0 0 0,0 1 0 0 0,0-1 0 0 0,0 0 0 0 0,-1 0 0 0 0,1 0 0 0 0,0 1 0 0 0,0-1 0 0 0,-1 0 0 0 0,1 0 0 0 0,0 0 0 0 0,0 0 0 0 0,-1 0 0 0 0,1 0 0 0 0,0 0 0 0 0,0 1 0 0 0,-1-1 0 0 0,1 0 0 0 0,0 0 0 0 0,-1 0 0 0 0,1 0 0 0 0,0 0 0 0 0,0 0 0 0 0,-1 0 0 0 0,1 0 0 0 0,0-1 0 0 0,0 1 0 0 0,-1 0 0 0 0,1 0 0 0 0,-19-10 94 0 0,0 0 1 0 0,1-2 0 0 0,0 0-1 0 0,2-1 1 0 0,-1-1 0 0 0,1 0-1 0 0,1-1 1 0 0,1-1 0 0 0,-23-32-1 0 0,12 11 35 0 0,16 26-96 0 0,1 0-1 0 0,1-1 0 0 0,-12-25 1 0 0,19 36-101 0 0,-12-10-851 0 0,45 38 729 0 0,37 39 0 0 0,-45-41 105 0 0,1 0 0 0 0,1-1 0 0 0,41 26 0 0 0,-54-41 30 0 0,-13-8 4 0 0,-1 0 1 0 0,1 0-1 0 0,0 0 0 0 0,1 0 1 0 0,-1 0-1 0 0,0 0 0 0 0,0-1 1 0 0,0 1-1 0 0,0 0 0 0 0,0-1 1 0 0,1 1-1 0 0,-1-1 0 0 0,0 1 1 0 0,1-1-1 0 0,-1 0 0 0 0,0 1 1 0 0,1-1-1 0 0,-1 0 0 0 0,0 0 0 0 0,1 0 1 0 0,-1 0-1 0 0,0 0 0 0 0,1 0 1 0 0,-1-1-1 0 0,0 1 0 0 0,1 0 1 0 0,-1-1-1 0 0,0 1 0 0 0,1-1 1 0 0,-1 1-1 0 0,0-1 0 0 0,0 0 1 0 0,0 1-1 0 0,0-1 0 0 0,1 0 1 0 0,-1 0-1 0 0,0 0 0 0 0,0 0 1 0 0,0 0-1 0 0,-1 0 0 0 0,1 0 1 0 0,0 0-1 0 0,0 0 0 0 0,-1 0 1 0 0,2-3-1 0 0,170-209-29 0 0,-161 189-1547 0 0,-8 16-5017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0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33 6365 0 0,'0'0'-380'0'0,"-4"24"-953"0"0,6-21 1338 0 0,1-1-1 0 0,-1 0 0 0 0,1 1 0 0 0,-1-1 0 0 0,1 0 0 0 0,0 0 1 0 0,-1 0-1 0 0,1-1 0 0 0,0 1 0 0 0,0-1 0 0 0,0 1 1 0 0,1-1-1 0 0,-1 0 0 0 0,0 0 0 0 0,0-1 0 0 0,1 1 0 0 0,-1-1 1 0 0,0 1-1 0 0,1-1 0 0 0,-1 0 0 0 0,0 0 0 0 0,7-2 0 0 0,-6 2 32 0 0,-3-1 66 0 0,2-1 1 0 0,-1 0-1 0 0,0 0 0 0 0,0 1 1 0 0,1-1-1 0 0,-1 1 1 0 0,0-1-1 0 0,1 1 0 0 0,-1 0 1 0 0,1 0-1 0 0,3-1 1 0 0,-2 4-92 0 0,0-1 0 0 0,0-1 0 0 0,1 1 0 0 0,-1-1 0 0 0,0 1 0 0 0,0-1 0 0 0,0 0 0 0 0,1-1 0 0 0,-1 1 0 0 0,0-1 0 0 0,0 1 0 0 0,0-1 0 0 0,0-1 0 0 0,0 1 0 0 0,0-1 0 0 0,0 1 0 0 0,0-1 0 0 0,0 0 0 0 0,6-5 0 0 0,-9 6 51 0 0,-1-1-22 0 0,-1 0 0 0 0,0 0 0 0 0,1 0 0 0 0,-1 0 0 0 0,0 0 0 0 0,0 0 0 0 0,0 0 0 0 0,-1 1 0 0 0,1-1 0 0 0,0 0 0 0 0,-1 1 0 0 0,1-1 0 0 0,-1 1 0 0 0,1-1 0 0 0,-1 1 1 0 0,0 0-1 0 0,1 0 0 0 0,-1 0 0 0 0,0 0 0 0 0,0 0 0 0 0,-2-1 0 0 0,-22-9-503 0 0,4 8-3282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0.7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5 3740 0 0,'0'0'414'0'0,"-4"-2"-352"0"0,0 1-33 0 0,1 1 0 0 0,-1-1-1 0 0,0 1 1 0 0,0 0-1 0 0,0 0 1 0 0,0 0-1 0 0,0 0 1 0 0,1 0 0 0 0,-1 1-1 0 0,-4 1 1 0 0,-8 1 16 0 0,13-3-29 0 0,-15 5-44 0 0,18-5 27 0 0,-1 0 0 0 0,1 0-1 0 0,0 0 1 0 0,-1 0 0 0 0,1 0 0 0 0,0 0 0 0 0,-1 0 0 0 0,1 0 0 0 0,0 0-1 0 0,-1 0 1 0 0,1 0 0 0 0,0 1 0 0 0,-1-1 0 0 0,1 0 0 0 0,0 0 0 0 0,-1 0-1 0 0,1 1 1 0 0,0-1 0 0 0,-1 0 0 0 0,1 0 0 0 0,0 1 0 0 0,0-1 0 0 0,-1 0-1 0 0,1 0 1 0 0,0 1 0 0 0,0-1 0 0 0,0 0 0 0 0,-1 1 0 0 0,1-1 0 0 0,0 0-1 0 0,0 1 1 0 0,0-1 0 0 0,0 0 0 0 0,0 1 0 0 0,0-1 0 0 0,0 1 0 0 0,0-1-1 0 0,0 0 1 0 0,0 1 0 0 0,0-1 0 0 0,0 0 0 0 0,0 1 0 0 0,0-1-1 0 0,0 0 1 0 0,0 1 0 0 0,0-1 0 0 0,0 1 0 0 0,1-1 0 0 0,-1 0 0 0 0,0 0-1 0 0,0 1 1 0 0,0-1 0 0 0,1 0 0 0 0,-1 1 0 0 0,1-1 0 0 0,7 5-4 0 0,1-1 1 0 0,0-1-1 0 0,1 0 1 0 0,-1 0-1 0 0,1-1 1 0 0,-1 0-1 0 0,1 0 1 0 0,0-1 0 0 0,16-1-1 0 0,-24 0 314 0 0,-1 1-292 0 0,-1-1 1 0 0,1 0-1 0 0,0 0 0 0 0,-1 0 1 0 0,1 1-1 0 0,0-1 1 0 0,-1 0-1 0 0,1 0 1 0 0,0 0-1 0 0,-1 0 0 0 0,1 0 1 0 0,0-1-1 0 0,0 1 1 0 0,-1 0-1 0 0,1 0 0 0 0,0 0 1 0 0,-1-1-1 0 0,1 1 1 0 0,-1 0-1 0 0,1 0 1 0 0,0-1-1 0 0,-1 1 0 0 0,1-1 1 0 0,0 1-2 0 0,-1 0 1 0 0,0 0 0 0 0,0 0-1 0 0,1 0 1 0 0,-1 0 0 0 0,0 0-1 0 0,1 0 1 0 0,-1 0 0 0 0,0 0-1 0 0,0 0 1 0 0,1-1 0 0 0,-1 1-1 0 0,0 0 1 0 0,0 0 0 0 0,1 0-1 0 0,-1 0 1 0 0,0 0 0 0 0,0-1-1 0 0,0 1 1 0 0,1 0 0 0 0,-1 0-1 0 0,0 0 1 0 0,0-1 0 0 0,0 1 0 0 0,1 0-1 0 0,-1 0 1 0 0,0-1 0 0 0,0 1-1 0 0,0 0 1 0 0,0 0 0 0 0,0-1-1 0 0,0 1 1 0 0,0 0 0 0 0,0 0-1 0 0,0-1 1 0 0,0 1 0 0 0,0 0-1 0 0,0-1 1 0 0,0 1 0 0 0,0 0-1 0 0,0 0 1 0 0,0-1 0 0 0,0 1-1 0 0,0 0 1 0 0,0 0 0 0 0,0-1-1 0 0,0 1 1 0 0,0 0 0 0 0,0-1-1 0 0,0 1 1 0 0,-1 0 0 0 0,1 0-1 0 0,0 0 1 0 0,0-1 0 0 0,0 1-1 0 0,0 0 1 0 0,-1 0 0 0 0,-5-3 23 0 0,-1 2 0 0 0,0-1 0 0 0,1 1 0 0 0,-1 0 0 0 0,0 0 0 0 0,-9 1 0 0 0,13 0-71 0 0,0 2-53 0 0,3-2 80 0 0,-1 0 0 0 0,1 0 0 0 0,0 0 0 0 0,0 0-1 0 0,0 0 1 0 0,-1 0 0 0 0,1 0 0 0 0,0 0-1 0 0,0 0 1 0 0,0 1 0 0 0,-1-1 0 0 0,1 0 0 0 0,0 0-1 0 0,0 0 1 0 0,0 0 0 0 0,0 0 0 0 0,-1 0-1 0 0,1 0 1 0 0,0 1 0 0 0,0-1 0 0 0,0 0 0 0 0,0 0-1 0 0,-1 0 1 0 0,1 0 0 0 0,0 1 0 0 0,0-1-1 0 0,0 0 1 0 0,0 0 0 0 0,0 0 0 0 0,0 0 0 0 0,0 1-1 0 0,0-1 1 0 0,0 0 0 0 0,0 0 0 0 0,0 1-1 0 0,0-1 1 0 0,0 0 0 0 0,0 0 0 0 0,0 0-1 0 0,0 1 1 0 0,0-1 0 0 0,0 0 0 0 0,0 0 0 0 0,0 0-1 0 0,0 1 1 0 0,0-1 0 0 0,0 0 0 0 0,0 0-1 0 0,0 0 1 0 0,0 1 0 0 0,0-1 0 0 0,1 0 0 0 0,2 2-7 0 0,1-1 1 0 0,-1 0 0 0 0,1 1 0 0 0,-1-1 0 0 0,1-1-1 0 0,0 1 1 0 0,-1-1 0 0 0,1 1 0 0 0,0-1 0 0 0,0 0 0 0 0,-1 0-1 0 0,1-1 1 0 0,0 1 0 0 0,-1-1 0 0 0,1 0 0 0 0,4-1 0 0 0,64-26 784 0 0,-57 21-50 0 0,-13 6 200 0 0,-9 2-1090 0 0,0 0 0 0 0,1 1 0 0 0,-1 0 0 0 0,0 0 0 0 0,1 1 0 0 0,0-1 0 0 0,0 1 0 0 0,0 1 0 0 0,-11 7 0 0 0,15-10-536 0 0,-3 3-1940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1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96 1 4260 0 0,'0'0'-11'0'0,"-8"-1"34"0"0,-2 1-19 0 0,0 1-1 0 0,0 0 1 0 0,0 0-1 0 0,0 1 1 0 0,0 0-1 0 0,-11 4 0 0 0,19-5-2 0 0,-2 4-6 0 0,3-3 6 0 0,11 3-10 0 0,12 7 17 0 0,57 0 378 0 0,-77-12-214 0 0,47 16-241 0 0,-31-12-1798 0 0,3-4 809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2.3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 3580 0 0,'0'0'-232'0'0,"7"-2"-538"0"0,-7 2 760 0 0,-1 0 0 0 0,1 0 0 0 0,0 0 0 0 0,0 0 0 0 0,0 0 0 0 0,0 0 0 0 0,0 0 0 0 0,0 0 0 0 0,0 1 0 0 0,0-1-1 0 0,0 0 1 0 0,0 0 0 0 0,0 0 0 0 0,0 0 0 0 0,0 0 0 0 0,0 0 0 0 0,0 0 0 0 0,0 0 0 0 0,0 0 0 0 0,0 0 0 0 0,0 1 0 0 0,0-1 0 0 0,0 0 0 0 0,0 0 0 0 0,1 0 0 0 0,-1 0 0 0 0,0 0-1 0 0,0 0 1 0 0,0 0 0 0 0,0 0 0 0 0,0 0 0 0 0,0 0 0 0 0,0 0 0 0 0,0 0 0 0 0,0 0 0 0 0,0 0 0 0 0,0 1 0 0 0,0-1 0 0 0,0 0 0 0 0,0 0 0 0 0,0 0 0 0 0,1 0 0 0 0,-1 0 0 0 0,0 0-1 0 0,0 0 1 0 0,0 0 0 0 0,0 0 0 0 0,0 0 0 0 0,0 0 0 0 0,0 0 0 0 0,0 0 0 0 0,0 0 0 0 0,0 0 0 0 0,1 0 0 0 0,-12 13 4 0 0,8-10 8 0 0,3-2-2 0 0,0 1 6 0 0,1-1 0 0 0,-1 0 0 0 0,0 1 0 0 0,1-1 0 0 0,-1 0 0 0 0,1 0 0 0 0,-1 0 0 0 0,1 1 0 0 0,0-1 0 0 0,0 0 0 0 0,-1 0-1 0 0,1 0 1 0 0,0 0 0 0 0,0 0 0 0 0,0 0 0 0 0,0 0 0 0 0,0-1 0 0 0,0 1 0 0 0,0 0 0 0 0,0 0 0 0 0,1-1 0 0 0,-1 1 0 0 0,0-1 0 0 0,0 1 0 0 0,1-1 0 0 0,-1 0 0 0 0,0 1 0 0 0,0-1 0 0 0,1 0 0 0 0,1 0 0 0 0,46 3 244 0 0,-40-3-117 0 0,-7 0 261 0 0,9-2-172 0 0,-5 2 80 0 0,-9 1 1525 0 0,-49 7-1603 0 0,49-8-164 0 0,-11 5-206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5.0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72 18 4084 0 0,'-66'2'1558'0'0,"60"-4"-960"0"0,9 1-73 0 0,34 0-11 0 0,688 26-448 0 0,-590-23 244 0 0,-132-2-209 0 0,36 0 1317 0 0,-72-7-1241 0 0,-60-4 0 0 0,-579 34-259 0 0,603-16 110 0 0,66-7-18 0 0,-23-1-257 0 0,534-15 116 0 0,-297 14 48 0 0,136-4 23 0 0,-305 1 766 0 0,-42 5-807 0 0,1 0 1 0 0,-1 0 0 0 0,1-1-1 0 0,0 1 1 0 0,-1 0-1 0 0,1-1 1 0 0,-1 1 0 0 0,1-1-1 0 0,-1 1 1 0 0,0 0 0 0 0,1-1-1 0 0,-1 1 1 0 0,1-1 0 0 0,-1 0-1 0 0,0 1 1 0 0,0-1-1 0 0,1 1 1 0 0,-1-1 0 0 0,0 1-1 0 0,0-1 1 0 0,1 0 0 0 0,-1 1-1 0 0,0-1 1 0 0,0 1 0 0 0,0-1-1 0 0,0 0 1 0 0,0 1-1 0 0,0-1 1 0 0,0 0 0 0 0,0 1-1 0 0,0-1 1 0 0,0 1 0 0 0,-1-1-1 0 0,1 0 1 0 0,0 1 0 0 0,0-1-1 0 0,-1 1 1 0 0,1-1-1 0 0,0 0 1 0 0,0 1 0 0 0,-1-1-1 0 0,1 1 1 0 0,-1-1 0 0 0,1 1-1 0 0,-1 0 1 0 0,1-1-1 0 0,-1 0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7.2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1261 309 6417 0 0,'0'0'-260'0'0,"-10"-32"188"0"0,-13 0 783 0 0,16 21-498 0 0,-1 1 0 0 0,0-1 0 0 0,-16-15-1 0 0,0 6-146 0 0,0 2 0 0 0,-1 0 0 0 0,-1 1 0 0 0,0 2 0 0 0,-2 0 0 0 0,0 2 0 0 0,0 1 0 0 0,-1 1 0 0 0,0 2 0 0 0,-1 1 0 0 0,-37-6 0 0 0,57 13-60 0 0,-43-7 3 0 0,0 3 0 0 0,-61 2 1 0 0,-53 20-41 0 0,141-13-8 0 0,1 2 0 0 0,-1 0 0 0 0,-44 18 0 0 0,60-20 21 0 0,0 0 0 0 0,1 1 0 0 0,0 0 0 0 0,0 1 0 0 0,0 0 0 0 0,0 1 0 0 0,1 0 0 0 0,0 0 0 0 0,1 0 1 0 0,-1 1-1 0 0,-11 18 0 0 0,19-26 17 0 0,-14 21-30 0 0,1 1 0 0 0,1 0 0 0 0,1 1-1 0 0,-13 39 1 0 0,23-59 29 0 0,-2 10 12 0 0,-1-1 0 0 0,0 0 0 0 0,-1 0 0 0 0,-1 0 0 0 0,-8 14-1 0 0,13-24 111 0 0,0 0 0 0 0,0 0-1 0 0,0 1 1 0 0,0-1-1 0 0,-1 0 1 0 0,1 0 0 0 0,0 0-1 0 0,-1 0 1 0 0,0 0 0 0 0,1-1-1 0 0,-1 1 1 0 0,-4 2-1 0 0,6-5-47 0 0,-1 0-1 0 0,0 1 1 0 0,0-1-1 0 0,0 0 0 0 0,0 0 1 0 0,1 0-1 0 0,-1-1 0 0 0,0 1 1 0 0,1 0-1 0 0,-1 0 0 0 0,1 0 1 0 0,0 0-1 0 0,-1-1 1 0 0,1 1-1 0 0,0 0 0 0 0,-1 0 1 0 0,1-3-1 0 0,-1-1-278 0 0,-3-13 332 0 0,0-1-1 0 0,1 0 0 0 0,1 0 1 0 0,1 0-1 0 0,1 0 0 0 0,1 0 1 0 0,0 0-1 0 0,1 0 0 0 0,7-24 1 0 0,-9 41-97 0 0,0-18-8 0 0,0 18-11 0 0,0-4 91 0 0,0 3-243 0 0,0 7-772 0 0,12 94 756 0 0,-2-20 72 0 0,1-24 21 0 0,-8-42 147 0 0,0 1 0 0 0,-1-1 1 0 0,1 20-1 0 0,-3-32-69 0 0,0 1-1 0 0,0-1 1 0 0,0 0-1 0 0,0 0 0 0 0,0 1 1 0 0,0-1-1 0 0,0 0 0 0 0,1 0 1 0 0,-1 1-1 0 0,0-1 1 0 0,0 0-1 0 0,0 0 0 0 0,0 1 1 0 0,1-1-1 0 0,-1 0 1 0 0,0 0-1 0 0,0 0 0 0 0,0 0 1 0 0,1 1-1 0 0,-1-1 1 0 0,0 0-1 0 0,0 0 0 0 0,1 0 1 0 0,-1 0-1 0 0,0 0 1 0 0,0 0-1 0 0,1 1 0 0 0,-1-1 1 0 0,0 0-1 0 0,0 0 0 0 0,1 0 1 0 0,-1 0-1 0 0,0 0 1 0 0,1 0-1 0 0,-1 0 0 0 0,0 0 1 0 0,0 0-1 0 0,1 0 1 0 0,-1 0-1 0 0,0-1 0 0 0,0 1 1 0 0,1 0-1 0 0,-1 0 1 0 0,0 0-1 0 0,0 0 0 0 0,1 0 1 0 0,103-78 185 0 0,15-10-193 0 0,173-76-666 0 0,-291 163 557 0 0,8-3-13 0 0,-9-14-8838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09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2299 704 5933 0 0,'0'0'-280'0'0,"-17"1"402"0"0,11-5-20 0 0,0 0 1 0 0,1 0-1 0 0,0 0 1 0 0,0-1-1 0 0,0 1 1 0 0,1-1-1 0 0,0-1 1 0 0,0 1-1 0 0,0-1 1 0 0,-5-9-1 0 0,-32-71 680 0 0,29 58-574 0 0,-5-6-49 0 0,-2 1 0 0 0,-1 0 1 0 0,-2 2-1 0 0,-1 0 0 0 0,-1 2 0 0 0,-2 0 1 0 0,-1 2-1 0 0,0 1 0 0 0,-45-32 0 0 0,39 38-136 0 0,0 1 0 0 0,-1 1 0 0 0,-1 2 0 0 0,-1 1 0 0 0,-51-14 0 0 0,-192-31 95 0 0,212 50-145 0 0,0 3 1 0 0,-101 4-1 0 0,80 5-19 0 0,46 2 13 0 0,0 2-1 0 0,1 1 1 0 0,-77 25-1 0 0,94-23 12 0 0,0 1 0 0 0,1 2 0 0 0,1 0 0 0 0,0 1 0 0 0,0 1 0 0 0,2 1 0 0 0,-21 19 0 0 0,-13 18-54 0 0,-90 113 0 0 0,122-138 77 0 0,1-4-20 0 0,2 1 0 0 0,1 0-1 0 0,1 2 1 0 0,1 0 0 0 0,1 0 0 0 0,2 2 0 0 0,-16 42-1 0 0,-4 28-6 0 0,18-62 8 0 0,3 1-1 0 0,1 1 0 0 0,-9 57 0 0 0,20-90 202 0 0,0-3-70 0 0,0 0-1 0 0,0 0 1 0 0,0 0 0 0 0,-1 0 0 0 0,1 0-1 0 0,0 0 1 0 0,-1 0 0 0 0,1 0 0 0 0,-1 0-1 0 0,0 0 1 0 0,0 0 0 0 0,0 0 0 0 0,0 0-1 0 0,0 0 1 0 0,0 0 0 0 0,0-1 0 0 0,-1 1-1 0 0,-2 2 1 0 0,1-28 232 0 0,-34-185 813 0 0,34 199-1144 0 0,0 0 1 0 0,1-1-1 0 0,0 1 1 0 0,0-15 0 0 0,2 23-40 0 0,7 37-270 0 0,1 0 42 0 0,2 0 0 0 0,1-1 0 0 0,18 37 0 0 0,29 69 220 0 0,-57-139 68 0 0,-1-1-22 0 0,0 0 0 0 0,0 1-1 0 0,0-1 1 0 0,0 0 0 0 0,0 1 0 0 0,0-1 0 0 0,0 0-1 0 0,1 1 1 0 0,-1-1 0 0 0,0 0 0 0 0,0 0 0 0 0,1 1-1 0 0,-1-1 1 0 0,0 0 0 0 0,0 0 0 0 0,1 1-1 0 0,-1-1 1 0 0,0 0 0 0 0,0 0 0 0 0,1 0 0 0 0,-1 1-1 0 0,0-1 1 0 0,1 0 0 0 0,-1 0 0 0 0,0 0 0 0 0,1 0-1 0 0,-1 0 1 0 0,0 0 0 0 0,1 0 0 0 0,-1 0-1 0 0,0 0 1 0 0,1 0 0 0 0,-1 0 0 0 0,0 0 0 0 0,1 0-1 0 0,-1 0 1 0 0,0 0 0 0 0,1 0 0 0 0,-1 0 0 0 0,0 0-1 0 0,1-1 1 0 0,-1 1 0 0 0,0 0 0 0 0,1 0 0 0 0,-1 0-1 0 0,0 0 1 0 0,0-1 0 0 0,1 1 0 0 0,-1 0-1 0 0,0 0 1 0 0,0-1 0 0 0,1 1 0 0 0,-1 0 0 0 0,0 0-1 0 0,0-1 1 0 0,0 1 0 0 0,1-1 0 0 0,21-21 25 0 0,5-20-10 0 0,2 2-1 0 0,2 1 0 0 0,2 1 1 0 0,1 2-1 0 0,2 2 1 0 0,49-37-1 0 0,-18 15-374 0 0,-65 55 329 0 0,25-33-2871 0 0,-10 16-1520 0 0,-6 8 1487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2.1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49 416 6193 0 0,'0'0'-278'0'0,"-4"0"86"0"0,2 0 211 0 0,0 0 0 0 0,0 0 0 0 0,0-1 0 0 0,0 1 0 0 0,0 0 0 0 0,0-1 0 0 0,0 1 0 0 0,0-1 1 0 0,1 0-1 0 0,-1 0 0 0 0,0 0 0 0 0,0 0 0 0 0,0 0 0 0 0,1 0 0 0 0,-1 0 0 0 0,0 0 1 0 0,1-1-1 0 0,0 1 0 0 0,-1 0 0 0 0,1-1 0 0 0,0 0 0 0 0,-1 1 0 0 0,-1-4 0 0 0,3 2 20 0 0,-1 0 0 0 0,1 0 0 0 0,0 0 0 0 0,0-1 0 0 0,0 1 0 0 0,0 0 0 0 0,0 0-1 0 0,1 0 1 0 0,0 0 0 0 0,-1 0 0 0 0,1 0 0 0 0,0 0 0 0 0,0 0 0 0 0,1 1 0 0 0,-1-1 0 0 0,1 0-1 0 0,1-2 1 0 0,11-19-16 0 0,0 1 0 0 0,1 1 0 0 0,2 0 1 0 0,0 1-1 0 0,1 1 0 0 0,1 1 0 0 0,1 1 0 0 0,1 0 0 0 0,0 1 0 0 0,1 2 0 0 0,1 0 0 0 0,0 1 0 0 0,1 2 0 0 0,1 0 0 0 0,0 2 0 0 0,0 0 0 0 0,1 2 0 0 0,46-9 0 0 0,-55 14-20 0 0,-2-1-22 0 0,1 0 1 0 0,-1 2 0 0 0,1-1 0 0 0,0 2 0 0 0,0 0-1 0 0,0 1 1 0 0,0 1 0 0 0,0 0 0 0 0,0 1 0 0 0,15 5-1 0 0,-1 5-16 0 0,-1 2-1 0 0,-1 1 0 0 0,0 1 0 0 0,-1 2 1 0 0,-1 0-1 0 0,43 41 0 0 0,-58-48 6 0 0,-1 0 1 0 0,0 0-1 0 0,-1 1 0 0 0,0 0 0 0 0,-1 1 0 0 0,0 0 0 0 0,7 16 0 0 0,3 13-16 0 0,12 48-1 0 0,40 108-58 0 0,-61-151 568 0 0,-9-46 165 0 0,0 0-575 0 0,0-1 1 0 0,0 0-1 0 0,0 1 0 0 0,0-1 0 0 0,-1 1 0 0 0,1-1 0 0 0,0 1 0 0 0,0-1 0 0 0,0 0 0 0 0,-1 1 0 0 0,1-1 0 0 0,0 0 1 0 0,0 1-1 0 0,-1-1 0 0 0,1 0 0 0 0,0 1 0 0 0,-1-1 0 0 0,1 0 0 0 0,0 1 0 0 0,-1-1 0 0 0,1 0 0 0 0,0 0 0 0 0,-1 1 0 0 0,1-1 1 0 0,0 0-1 0 0,-1 0 0 0 0,1 0 0 0 0,-1 0 0 0 0,1 0 0 0 0,-1 0 0 0 0,0 1 0 0 0,-7-3 123 0 0,-1 0 0 0 0,1-1 0 0 0,-1 0 0 0 0,1 0 1 0 0,0-1-1 0 0,0 0 0 0 0,1 0 0 0 0,-1-1 0 0 0,1 0 0 0 0,0 0 0 0 0,-12-12 0 0 0,-12-13 196 0 0,-30-38 0 0 0,44 47-163 0 0,-59-86 424 0 0,75 106-621 0 0,-5-7 61 0 0,1 4-244 0 0,4 7-713 0 0,7 9 843 0 0,0 0 1 0 0,1 0-1 0 0,0-1 1 0 0,1 0-1 0 0,0 0 0 0 0,1-1 1 0 0,0 0-1 0 0,0 0 1 0 0,1-1-1 0 0,0 0 0 0 0,16 10 1 0 0,6 3 27 0 0,1-2 0 0 0,62 30-1 0 0,-93-50 29 0 0,0 0 0 0 0,-1 0-1 0 0,1 1 1 0 0,0-1 0 0 0,-1 0-1 0 0,1-1 1 0 0,-1 1 0 0 0,1 0-1 0 0,0 0 1 0 0,-1-1 0 0 0,1 1-1 0 0,-1 0 1 0 0,1-1 0 0 0,-1 0-1 0 0,1 1 1 0 0,-1-1 0 0 0,1 0-1 0 0,-1 0 1 0 0,0 0 0 0 0,1 0-1 0 0,-1 0 1 0 0,0 0 0 0 0,0 0-1 0 0,0 0 1 0 0,0-1 0 0 0,0 1-1 0 0,2-3 1 0 0,28-44 70 0 0,-26 39-52 0 0,114-196 40 0 0,-108 178-846 0 0,-11 25 299 0 0,0 0-1 0 0,1 0 1 0 0,0-1-1 0 0,0 1 1 0 0,-1 0-1 0 0,1 0 1 0 0,0 0-1 0 0,1 0 0 0 0,-1 1 1 0 0,0-1-1 0 0,0 0 1 0 0,1 0-1 0 0,1-1 1 0 0,8-5-2282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4.4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17 616 6001 0 0,'0'0'-313'0'0,"0"0"-32"0"0,-1 1 377 0 0,1-1-1 0 0,-1 0 1 0 0,1 0-1 0 0,-1 1 1 0 0,1-1 0 0 0,-1 0-1 0 0,1 0 1 0 0,-1 0-1 0 0,1 0 1 0 0,-1 0-1 0 0,0 0 1 0 0,1 0-1 0 0,-1 0 1 0 0,1 0-1 0 0,-1 0 1 0 0,1 0-1 0 0,-1 0 1 0 0,1 0-1 0 0,-1 0 1 0 0,1-1-1 0 0,-1 1 1 0 0,1 0-1 0 0,-1 0 1 0 0,1 0 0 0 0,-1-1-1 0 0,0 0 1 0 0,1-6 13 0 0,-1 0 1 0 0,1 0-1 0 0,0 0 1 0 0,0 0-1 0 0,1 0 1 0 0,0 0-1 0 0,0 0 1 0 0,1 0-1 0 0,0 0 1 0 0,0 1 0 0 0,1-1-1 0 0,0 1 1 0 0,0-1-1 0 0,0 1 1 0 0,1 0-1 0 0,6-9 1 0 0,10-13 25 0 0,2 1 0 0 0,24-25 1 0 0,8-4 22 0 0,107-85 1 0 0,-131 118-97 0 0,1 1 0 0 0,2 2 0 0 0,0 2 0 0 0,1 0 1 0 0,60-20-1 0 0,-52 25-10 0 0,0 2 1 0 0,1 2 0 0 0,0 2 0 0 0,0 2 0 0 0,1 1-1 0 0,75 5 1 0 0,-84 2-14 0 0,0 1-1 0 0,0 2 1 0 0,-1 2-1 0 0,0 1 1 0 0,0 2-1 0 0,-1 1 1 0 0,0 1-1 0 0,55 32 1 0 0,191 153-95 0 0,-235-161 71 0 0,-2 2-1 0 0,64 75 0 0 0,-104-112 50 0 0,25 29-25 0 0,-3 2-1 0 0,39 62 0 0 0,-51-67 18 0 0,-1 1 1 0 0,14 58 0 0 0,-18-28 3 0 0,-7-57 18 0 0,-1 0-4 0 0,-1 6 0 0 0,2-6-2 0 0,-1 11-82 0 0,1-12 153 0 0,0-1 0 0 0,0 1 0 0 0,0-1 0 0 0,-1 0 1 0 0,1 1-1 0 0,0-1 0 0 0,0 1 0 0 0,0-1 0 0 0,0 0 1 0 0,0 1-1 0 0,0-1 0 0 0,-1 0 0 0 0,1 1 1 0 0,0-1-1 0 0,0 0 0 0 0,-1 1 0 0 0,1-1 0 0 0,0 0 1 0 0,0 1-1 0 0,-1-1 0 0 0,1 0 0 0 0,0 0 1 0 0,-1 1-1 0 0,1-1 0 0 0,0 0 0 0 0,-1 0 0 0 0,1 0 1 0 0,0 0-1 0 0,-1 1 0 0 0,1-1 0 0 0,-1 0 1 0 0,1 0-1 0 0,0 0 0 0 0,-1 0 0 0 0,1 0 0 0 0,-1 0 1 0 0,1 0-1 0 0,0 0 0 0 0,-1 0 0 0 0,1 0 0 0 0,-1 0 1 0 0,1 0-1 0 0,-24-13 92 0 0,1 0 1 0 0,1-1-1 0 0,1-1 1 0 0,0-1-1 0 0,1-1 1 0 0,1 0-1 0 0,0-2 1 0 0,1 0-1 0 0,1-1 1 0 0,1-1-1 0 0,-17-30 0 0 0,26 40-98 0 0,-1 0 0 0 0,1 1-1 0 0,-2 0 1 0 0,-14-14-1 0 0,22 23-76 0 0,-4-11-1064 0 0,63 68 850 0 0,3-4 0 0 0,80 54-1 0 0,-124-94 213 0 0,11 7 8 0 0,33 31-1 0 0,-60-49 16 0 0,3 1 14 0 0,-3-1 5 0 0,0 0 0 0 0,-1-1-1 0 0,1 1 1 0 0,-1-1-1 0 0,1 1 1 0 0,0-1 0 0 0,0 1-1 0 0,-1-1 1 0 0,1 1-1 0 0,0-1 1 0 0,0 0 0 0 0,0 0-1 0 0,-1 1 1 0 0,1-1 0 0 0,0 0-1 0 0,0 0 1 0 0,0 0-1 0 0,0 0 1 0 0,-1 0 0 0 0,1 0-1 0 0,0 0 1 0 0,0 0-1 0 0,0 0 1 0 0,1 0 0 0 0,49-79 478 0 0,-33 49-406 0 0,2 0 0 0 0,33-38 0 0 0,-29 35-139 0 0,-23 32 20 0 0,13-23-1654 0 0,-14 23 1019 0 0,0-14-4731 0 0,0 3 2441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7.1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10 988 6377 0 0,'0'0'8'0'0,"0"0"-1"0"0,0 0 1 0 0,0 1 0 0 0,0-1 0 0 0,0 0 0 0 0,-1 0 0 0 0,1 0 0 0 0,0 0 0 0 0,0 1 0 0 0,0-1 0 0 0,0 0 0 0 0,-1 0 0 0 0,1 0-1 0 0,0 0 1 0 0,0 0 0 0 0,0 0 0 0 0,-1 0 0 0 0,1 0 0 0 0,0 0 0 0 0,0 0 0 0 0,0 0 0 0 0,-1 1 0 0 0,1-1 0 0 0,0 0 0 0 0,0 0 0 0 0,-1-1-1 0 0,1 1 1 0 0,0 0 0 0 0,0 0 0 0 0,0 0 0 0 0,-1 0 0 0 0,1 0 0 0 0,0 0 0 0 0,0 0 0 0 0,-1 0 0 0 0,1 0 0 0 0,0 0 0 0 0,0 0 0 0 0,0-1-1 0 0,0 1 1 0 0,-1 0 0 0 0,1 0 0 0 0,0 0 0 0 0,0 0 0 0 0,0-1 0 0 0,0 1 0 0 0,0 0 0 0 0,-1 0 0 0 0,1 0 0 0 0,0-1 0 0 0,0 1 0 0 0,0 0-1 0 0,0 0 1 0 0,0 0 0 0 0,0-1 0 0 0,0 1 0 0 0,0 0 0 0 0,0-1 0 0 0,4-10 27 0 0,1-1 1 0 0,0 0-1 0 0,1 1 1 0 0,0 0-1 0 0,1 1 1 0 0,10-13-1 0 0,58-66 68 0 0,-40 49-46 0 0,50-54 11 0 0,3 4-1 0 0,5 4 1 0 0,156-113-1 0 0,-177 152-80 0 0,2 2-1 0 0,116-51 1 0 0,-149 79-8 0 0,2 2 1 0 0,86-19-1 0 0,92-1-3 0 0,-203 32 21 0 0,17 0-11 0 0,1 1-1 0 0,0 2 1 0 0,-1 1 0 0 0,1 2 0 0 0,-1 2 0 0 0,62 15 0 0 0,205 82-62 0 0,-228-74 67 0 0,-16-6-9 0 0,-2 2 0 0 0,0 3 0 0 0,61 40 0 0 0,-35-11-34 0 0,-2 3 0 0 0,140 138 0 0 0,-211-188 51 0 0,193 216-64 0 0,-188-206 53 0 0,-1 1-1 0 0,11 24 1 0 0,-13-23-1 0 0,1-1 1 0 0,15 21 0 0 0,47 50-4 0 0,-3 9 11 0 0,-67-94 4 0 0,-1 0-1 0 0,0-1 1 0 0,0 1 0 0 0,-1 0 0 0 0,4 11-1 0 0,3 9-13 0 0,-8-25 13 0 0,5 22 20 0 0,-4-19-16 0 0,-1-4 15 0 0,-1 1 1 0 0,1 0 0 0 0,0-1 0 0 0,-1 1 0 0 0,1 0-1 0 0,-1 0 1 0 0,1-1 0 0 0,-1 1 0 0 0,1 0-1 0 0,-1 0 1 0 0,0 0 0 0 0,1 0 0 0 0,-1 0 0 0 0,0 0-1 0 0,0 0 1 0 0,0 0 0 0 0,0-1 0 0 0,0 1 0 0 0,0 0-1 0 0,0 0 1 0 0,0 0 0 0 0,0 0 0 0 0,0 0-1 0 0,0 0 1 0 0,0 0 0 0 0,-1 0 0 0 0,1 0 0 0 0,-1 1-1 0 0,0-2 88 0 0,-1 0-1 0 0,1 0 0 0 0,0 0 1 0 0,-1 0-1 0 0,1 0 1 0 0,0 0-1 0 0,-1 0 0 0 0,1 0 1 0 0,0-1-1 0 0,-1 1 0 0 0,1-1 1 0 0,0 1-1 0 0,0-1 0 0 0,-1 1 1 0 0,1-1-1 0 0,-1 0 0 0 0,-54-34 1480 0 0,11-1-1196 0 0,-4-1-135 0 0,2-3 0 0 0,1-1 0 0 0,-50-59 0 0 0,88 86-188 0 0,5 10-48 0 0,1 0-1 0 0,-1 0 1 0 0,0 0 0 0 0,0 1 0 0 0,0-1 0 0 0,-1 1-1 0 0,-6-6 1 0 0,9 8-28 0 0,1 1 0 0 0,0-1 1 0 0,0 1 0 0 0,0 0 0 0 0,0 0-1 0 0,1-1 1 0 0,-1 1 0 0 0,0 0-1 0 0,0 0 1 0 0,0 0 0 0 0,1-1 0 0 0,-1 1-1 0 0,0 0 1 0 0,0 0 0 0 0,0 0-1 0 0,1 0 1 0 0,-1-1 0 0 0,0 1-1 0 0,0 0 1 0 0,1 0 0 0 0,-1 0 0 0 0,0 0-1 0 0,1 0 1 0 0,-1 0 0 0 0,0 0-1 0 0,0 0 1 0 0,1 0 0 0 0,-1 0-1 0 0,0 0 1 0 0,1 0 0 0 0,-1 0 0 0 0,0 0-1 0 0,0 0 1 0 0,1 0 0 0 0,-1 0-1 0 0,0 0 1 0 0,1 0 0 0 0,-1 1-1 0 0,0-1 1 0 0,0 0 0 0 0,1 0 0 0 0,-1 0-1 0 0,0 0 1 0 0,0 0 0 0 0,0 1-1 0 0,1-1 1 0 0,-1 0 0 0 0,0 0-1 0 0,0 1 1 0 0,1-1 0 0 0,26 18-131 0 0,24 24 75 0 0,96 76-25 0 0,-90-75 77 0 0,-4-7 87 0 0,-52-35-38 0 0,4 2 40 0 0,-5-3-3 0 0,1 1 0 0 0,0-1 1 0 0,-1 1-1 0 0,1 0 0 0 0,0-1 1 0 0,0 1-1 0 0,-1-1 1 0 0,1 0-1 0 0,0 1 0 0 0,0-1 1 0 0,0 0-1 0 0,-1 1 0 0 0,1-1 1 0 0,0 0-1 0 0,0 0 0 0 0,0 0 1 0 0,0 0-1 0 0,0 0 0 0 0,0 0 1 0 0,1 0-1 0 0,14-15 95 0 0,0 0 0 0 0,-1-2 1 0 0,-2 0-1 0 0,1 0 0 0 0,13-24 0 0 0,-1 1-48 0 0,1 6-34 0 0,-17 22-72 0 0,0-1-1 0 0,-1-1 1 0 0,0 1 0 0 0,11-26-1 0 0,-19 38-56 0 0,-1 0-80 0 0,1 1 0 0 0,-1-1 0 0 0,1 0 0 0 0,-1 1 0 0 0,1-1 0 0 0,-1 0 0 0 0,0 1 0 0 0,1-1 0 0 0,-1 0 0 0 0,0 1 0 0 0,0-1-1 0 0,0 0 1 0 0,0 0 0 0 0,1 1 0 0 0,-1-1 0 0 0,0 0 0 0 0,0 0 0 0 0,0 0 0 0 0,0 1 0 0 0,-1-1 0 0 0,1 0 0 0 0,0 0 0 0 0,0 1 0 0 0,-1-2 0 0 0,2-10-6260 0 0,3 6 3348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8.4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47 6333 0 0,'0'0'-396'0'0,"4"-1"54"0"0,-2 1 319 0 0,-1 0 1 0 0,1-1 0 0 0,0 0 0 0 0,-1 1-1 0 0,1-1 1 0 0,0 0 0 0 0,-1 0 0 0 0,1 0-1 0 0,-1 0 1 0 0,1 0 0 0 0,-1 0 0 0 0,1 0-1 0 0,-1-1 1 0 0,0 1 0 0 0,0 0 0 0 0,0-1 0 0 0,0 1-1 0 0,0-1 1 0 0,0 1 0 0 0,0-1 0 0 0,0 0-1 0 0,0-1 1 0 0,0 2 621 0 0,-15 28-996 0 0,15-26 351 0 0,-1 0 46 0 0,0-1-1 0 0,0 1 1 0 0,0 0-1 0 0,0-1 1 0 0,0 1-1 0 0,0-1 1 0 0,0 1-1 0 0,0-1 1 0 0,0 1-1 0 0,0-1 1 0 0,0 1-1 0 0,0 0 1 0 0,1-1-1 0 0,-1 1 1 0 0,0-1-1 0 0,0 1 1 0 0,0-1-1 0 0,1 1 1 0 0,-1-1-1 0 0,0 0 1 0 0,1 1-1 0 0,-1-1 1 0 0,0 1-1 0 0,1-1 1 0 0,-1 1-1 0 0,1-1 1 0 0,-1 0-1 0 0,1 1 1 0 0,-1-1-1 0 0,1 0 1 0 0,-1 0-1 0 0,1 1 1 0 0,0-1-1 0 0,3 3 1 0 0,1 0 0 0 0,0 0 0 0 0,0-1-1 0 0,0 0 1 0 0,0 0 0 0 0,0 0-1 0 0,0 0 1 0 0,1-1 0 0 0,-1 0-1 0 0,1 0 1 0 0,-1-1 0 0 0,1 1-1 0 0,-1-1 1 0 0,1 0 0 0 0,-1-1-1 0 0,1 1 1 0 0,-1-1 0 0 0,6-1-1 0 0,1-1 132 0 0,0-1 0 0 0,-1 0-1 0 0,1 0 1 0 0,-1-1-1 0 0,0-1 1 0 0,17-10 0 0 0,-27 15-102 0 0,0 1 1 0 0,-1 0 0 0 0,1-1-1 0 0,-1 1 1 0 0,1 0 0 0 0,0-1-1 0 0,-1 1 1 0 0,1-1 0 0 0,-1 1 0 0 0,1 0-1 0 0,-1-1 1 0 0,1 0 0 0 0,-1 1-1 0 0,1-1 1 0 0,-1 1 0 0 0,0-1 0 0 0,1 0-1 0 0,-1 1 1 0 0,0-1 0 0 0,1 1-1 0 0,-1-1 1 0 0,0 0 0 0 0,0 0-1 0 0,0 1 1 0 0,1-1 0 0 0,-1 0 0 0 0,0 1-1 0 0,0-1 1 0 0,0 0 0 0 0,0 0-1 0 0,0 1 1 0 0,-1-1 0 0 0,1 0 0 0 0,0 1-1 0 0,0-1 1 0 0,0 0 0 0 0,-1 1-1 0 0,1-1 1 0 0,0 0 0 0 0,0 1-1 0 0,-1-1 1 0 0,1 0 0 0 0,-1 1 0 0 0,1-1-1 0 0,-1 1 1 0 0,0-1 0 0 0,0 0-11 0 0,0-1 0 0 0,-1 1 0 0 0,0 0 0 0 0,1 1 1 0 0,-1-1-1 0 0,1 0 0 0 0,-1 0 0 0 0,0 1 0 0 0,0-1 1 0 0,1 1-1 0 0,-1-1 0 0 0,0 1 0 0 0,0 0 0 0 0,1 0 0 0 0,-1 0 1 0 0,0 0-1 0 0,-3 0 0 0 0,-35 11 30 0 0,38-11-77 0 0,0 1-1 0 0,-1 0 1 0 0,1 0 0 0 0,0 0-1 0 0,-1 0 1 0 0,1 1 0 0 0,0-1-1 0 0,0 0 1 0 0,0 1-1 0 0,0 0 1 0 0,1-1 0 0 0,-1 1-1 0 0,0 0 1 0 0,1 0-1 0 0,-1 0 1 0 0,-1 3 0 0 0,3-4-67 0 0,-1 6-88 0 0,1-7 175 0 0,0 1 0 0 0,0-1 0 0 0,0 1 0 0 0,0-1 0 0 0,0 0 0 0 0,0 1 0 0 0,0-1 0 0 0,0 1 0 0 0,0-1 0 0 0,0 0 0 0 0,1 1 0 0 0,-1-1 0 0 0,0 0 0 0 0,0 1 0 0 0,0-1 0 0 0,0 1 0 0 0,0-1 0 0 0,1 0 0 0 0,-1 1 0 0 0,0-1 0 0 0,0 0 0 0 0,1 0 0 0 0,-1 1 0 0 0,0-1 0 0 0,1 0 0 0 0,-1 0 0 0 0,0 1 0 0 0,1-1 0 0 0,-1 0 0 0 0,0 0 0 0 0,1 0 0 0 0,0 1 0 0 0,1 1-32 0 0,2-3 49 0 0,0 1 0 0 0,-1-1-1 0 0,1 1 1 0 0,0-1 0 0 0,-1 0 0 0 0,1 0-1 0 0,-1-1 1 0 0,1 1 0 0 0,3-3 0 0 0,-7 4 9 0 0,1 0 1 0 0,-1 0-1 0 0,1-1 1 0 0,-1 1-1 0 0,0 0 1 0 0,1-1 0 0 0,-1 1-1 0 0,1 0 1 0 0,-1-1-1 0 0,0 1 1 0 0,1-1-1 0 0,-1 1 1 0 0,0 0-1 0 0,1-1 1 0 0,-1 1 0 0 0,0-1-1 0 0,0 1 1 0 0,0-1-1 0 0,1 1 1 0 0,-1-1-1 0 0,0 1 1 0 0,0-1 0 0 0,0 1-1 0 0,0-1 1 0 0,0 0-1 0 0,0 1 1 0 0,0-1-1 0 0,0 1 1 0 0,0-1-1 0 0,0 1 1 0 0,0-1 0 0 0,-1 1-1 0 0,1-1 1 0 0,0 1-1 0 0,0-1 1 0 0,0 1-1 0 0,-1-1 1 0 0,1 1-1 0 0,0-1 1 0 0,0 1 0 0 0,-1 0-1 0 0,1-1 1 0 0,0 1-1 0 0,-1-1 1 0 0,1 1-1 0 0,-1 0 1 0 0,0-1 0 0 0,-24-8 156 0 0,23 9-157 0 0,-2 0-40 0 0,-13 2-56 0 0,13-2-54 0 0,0 1-68 0 0,4-1 125 0 0,-27 5-205 0 0,26-5 78 0 0,0 0-1 0 0,-1 0 0 0 0,1 1 1 0 0,0-1-1 0 0,-1 0 0 0 0,1 1 1 0 0,0-1-1 0 0,0 1 0 0 0,0-1 1 0 0,-1 1-1 0 0,1 0 0 0 0,0-1 1 0 0,0 1-1 0 0,0 0 0 0 0,0 0 1 0 0,0 0-1 0 0,0 0 0 0 0,0 0 1 0 0,-1 2-1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1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129 31 4144 0 0,'0'-1'8'0'0,"-1"-1"-1"0"0,0 1 0 0 0,1 0 0 0 0,-1-1 1 0 0,0 1-1 0 0,0 0 0 0 0,0 0 1 0 0,0 0-1 0 0,0 0 0 0 0,0 0 0 0 0,-1 0 1 0 0,1 0-1 0 0,0 0 0 0 0,0 0 0 0 0,-1 1 1 0 0,1-1-1 0 0,0 0 0 0 0,-1 1 1 0 0,1-1-1 0 0,-1 1 0 0 0,1 0 0 0 0,-1-1 1 0 0,1 1-1 0 0,-1 0 0 0 0,1 0 0 0 0,-1 0 1 0 0,1 0-1 0 0,-1 0 0 0 0,1 0 1 0 0,-1 0-1 0 0,1 0 0 0 0,0 1 0 0 0,-1-1 1 0 0,1 1-1 0 0,-1-1 0 0 0,-1 2 0 0 0,-6 0-7 0 0,1 1 0 0 0,0 1 0 0 0,0-1 0 0 0,0 1 0 0 0,-8 6 0 0 0,16-10-2 0 0,-1 0-1 0 0,0 1 1 0 0,1-1 0 0 0,-1 1 0 0 0,1-1-1 0 0,-1 1 1 0 0,1-1 0 0 0,-1 1-1 0 0,1 0 1 0 0,-1-1 0 0 0,1 1-1 0 0,0-1 1 0 0,-1 1 0 0 0,1 0-1 0 0,0-1 1 0 0,-1 1 0 0 0,1 0 0 0 0,0-1-1 0 0,0 1 1 0 0,0 0 0 0 0,0 0-1 0 0,0-1 1 0 0,0 1 0 0 0,0 0-1 0 0,0-1 1 0 0,0 1 0 0 0,0 0 0 0 0,0 0-1 0 0,0-1 1 0 0,0 1 0 0 0,1 0-1 0 0,-1-1 1 0 0,0 1 0 0 0,0 0-1 0 0,1-1 1 0 0,-1 1 0 0 0,0 0-1 0 0,1-1 1 0 0,-1 1 0 0 0,1-1 0 0 0,-1 1-1 0 0,1-1 1 0 0,-1 1 0 0 0,1-1-1 0 0,0 1 1 0 0,-1-1 0 0 0,2 1-1 0 0,29 17-34 0 0,-20-15-13 0 0,1-1 0 0 0,-1 0-1 0 0,1-1 1 0 0,0 0 0 0 0,0-1 0 0 0,0 0 0 0 0,15-3-1 0 0,-21 3 70 0 0,0-1-1 0 0,0 0 1 0 0,-1 0-1 0 0,1-1 1 0 0,-1 1 0 0 0,1-1-1 0 0,-1-1 1 0 0,0 1-1 0 0,0-1 1 0 0,0 0-1 0 0,0 0 1 0 0,0 0-1 0 0,-1 0 1 0 0,1-1-1 0 0,-1 0 1 0 0,0 0 0 0 0,4-5-1 0 0,-7 8 10 0 0,-1 0 0 0 0,1 0 0 0 0,-1 1 0 0 0,1-1 0 0 0,-1 0 0 0 0,1 0 0 0 0,-1 0 0 0 0,1 0 0 0 0,-1 0 0 0 0,0 0 0 0 0,0 0 0 0 0,1 0 1 0 0,-1 0-1 0 0,0 0 0 0 0,0 0 0 0 0,0 0 0 0 0,0 0 0 0 0,0 0 0 0 0,0 0 0 0 0,0 0 0 0 0,-1 0 0 0 0,1 0 0 0 0,0 0 0 0 0,-1 0 0 0 0,1 0 0 0 0,0 0 0 0 0,-1 0 0 0 0,1 0 0 0 0,-1 0 0 0 0,1 1 0 0 0,-1-1 0 0 0,0 0 0 0 0,1 0 0 0 0,-1 1 0 0 0,0-1 0 0 0,0 0 0 0 0,1 1 0 0 0,-1-1 1 0 0,0 0-1 0 0,0 1 0 0 0,0-1 0 0 0,0 1 0 0 0,0 0 0 0 0,0-1 0 0 0,0 1 0 0 0,0 0 0 0 0,0-1 0 0 0,0 1 0 0 0,0 0 0 0 0,-1 0 0 0 0,-5-1 7 0 0,1-1 0 0 0,0 2 0 0 0,-1-1 0 0 0,1 1 0 0 0,-1 0 0 0 0,1 0 0 0 0,-7 1 0 0 0,3 1-10 0 0,3-2-37 0 0,0 1 0 0 0,0 0 0 0 0,0 1 0 0 0,0 0 0 0 0,0 0 0 0 0,1 0-1 0 0,-1 0 1 0 0,0 1 0 0 0,1 0 0 0 0,0 1 0 0 0,0 0 0 0 0,-8 6 0 0 0,13-9-21 0 0,6-1-10 0 0,15 2 45 0 0,-16-2 123 0 0,0 0 0 0 0,0-1 1 0 0,0 0-1 0 0,0 1 1 0 0,0-1-1 0 0,0-1 0 0 0,0 1 1 0 0,-1 0-1 0 0,1-1 1 0 0,0 0-1 0 0,3-2 0 0 0,-50 4-758 0 0,-66 10 0 0 0,106-10 229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0.4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217 12 3460 0 0,'0'0'-166'0'0,"-4"-2"490"0"0,-1 0 0 0 0,0 0 1 0 0,0 1-1 0 0,0-1 1 0 0,1 1-1 0 0,-8 0 1 0 0,-1 4-310 0 0,0 2 0 0 0,1-1 1 0 0,-1 2-1 0 0,1 0 1 0 0,1 0-1 0 0,-1 1 0 0 0,-17 13 1 0 0,27-18-26 0 0,0 0 0 0 0,0-1 0 0 0,0 1-1 0 0,1 0 1 0 0,-1 0 0 0 0,0 0 0 0 0,1 0 0 0 0,0 0 0 0 0,-1 0 0 0 0,1 1 0 0 0,0-1 0 0 0,0 0 0 0 0,0 1 0 0 0,0-1-1 0 0,0 1 1 0 0,1-1 0 0 0,-1 1 0 0 0,1 3 0 0 0,0-4 6 0 0,1 0 1 0 0,-1-1-1 0 0,1 1 0 0 0,0 0 0 0 0,-1-1 1 0 0,1 1-1 0 0,0-1 0 0 0,0 1 0 0 0,0-1 1 0 0,1 1-1 0 0,-1-1 0 0 0,0 0 0 0 0,0 0 1 0 0,1 1-1 0 0,-1-1 0 0 0,1 0 1 0 0,-1 0-1 0 0,1 0 0 0 0,-1 0 0 0 0,1-1 1 0 0,0 1-1 0 0,-1 0 0 0 0,1-1 0 0 0,0 1 1 0 0,-1-1-1 0 0,5 1 0 0 0,0 0-5 0 0,1 1 0 0 0,0-2 0 0 0,0 1 0 0 0,0-1 0 0 0,-1 0 0 0 0,1 0 0 0 0,0-1 0 0 0,0 0 0 0 0,0 0 0 0 0,-1 0 0 0 0,13-6-1 0 0,0 0 162 0 0,-1-1-1 0 0,29-18 0 0 0,-47 25-133 0 0,1 1 1 0 0,0 0-1 0 0,0-1 1 0 0,0 1-1 0 0,0-1 1 0 0,0 1-1 0 0,0-1 1 0 0,-1 1-1 0 0,1-1 1 0 0,0 0-1 0 0,-1 1 1 0 0,1-1-1 0 0,0 0 1 0 0,-1 0-1 0 0,1 1 1 0 0,-1-1-1 0 0,1 0 1 0 0,-1 0-1 0 0,1 0 1 0 0,-1 0-1 0 0,0 0 1 0 0,1 0-1 0 0,-1 0 1 0 0,0 0-1 0 0,0 0 1 0 0,0 0-1 0 0,0 1 1 0 0,1-1-1 0 0,-1 0 1 0 0,-1 0-1 0 0,1 0 1 0 0,0 0-1 0 0,0 0 1 0 0,0 0-1 0 0,0 0 1 0 0,-1 0-1 0 0,1 0 1 0 0,0 0-1 0 0,-1 0 1 0 0,1 0-1 0 0,-1 0 1 0 0,1 1-1 0 0,-1-1 1 0 0,0 0-1 0 0,1 0 1 0 0,-2 0-1 0 0,0-1-8 0 0,0 0 0 0 0,0 1-1 0 0,0-1 1 0 0,0 1 0 0 0,-1-1 0 0 0,1 1-1 0 0,-1 0 1 0 0,1 0 0 0 0,-1 0 0 0 0,1 0-1 0 0,-1 0 1 0 0,0 1 0 0 0,1-1 0 0 0,-1 1-1 0 0,0 0 1 0 0,0 0 0 0 0,-4 0 0 0 0,-3 1-32 0 0,0 0 0 0 0,0 0 1 0 0,1 1-1 0 0,-1 1 0 0 0,1-1 1 0 0,-1 2-1 0 0,1-1 0 0 0,0 1 1 0 0,0 1-1 0 0,1-1 1 0 0,-1 2-1 0 0,-11 8 0 0 0,18-13 3 0 0,3 0 19 0 0,-1 0 0 0 0,1 0 0 0 0,0-1 0 0 0,-1 1 0 0 0,1 0 1 0 0,0-1-1 0 0,-1 1 0 0 0,1 0 0 0 0,0-1 0 0 0,0 1 0 0 0,-1-1 0 0 0,1 0 0 0 0,0 1 0 0 0,0-1 0 0 0,0 0 1 0 0,0 1-1 0 0,0-1 0 0 0,0 0 0 0 0,-1 0 0 0 0,1 0 0 0 0,0 1 0 0 0,0-1 0 0 0,0 0 0 0 0,0 0 1 0 0,0-1-1 0 0,0 1 0 0 0,0 0 0 0 0,0 0 0 0 0,0 0 0 0 0,0-1 0 0 0,-1 1 0 0 0,2-1 0 0 0,33-7 18 0 0,-28 7 77 0 0,-1-1 0 0 0,0 0 0 0 0,0-1 0 0 0,0 0 0 0 0,0 0 0 0 0,0 0 0 0 0,0 0 0 0 0,-1-1 0 0 0,0 0 0 0 0,0 0 0 0 0,0-1 0 0 0,0 1 1 0 0,-1-1-1 0 0,5-6 0 0 0,-8 9 67 0 0,-1 2-148 0 0,0-1-1 0 0,0 0 1 0 0,-1 1-1 0 0,1-1 1 0 0,0 1-1 0 0,0-1 0 0 0,-1 0 1 0 0,1 1-1 0 0,-1-1 1 0 0,1 1-1 0 0,0-1 1 0 0,-1 1-1 0 0,1-1 0 0 0,-1 1 1 0 0,1 0-1 0 0,-1-1 1 0 0,1 1-1 0 0,-1-1 1 0 0,0 1-1 0 0,1 0 0 0 0,-1 0 1 0 0,1-1-1 0 0,-1 1 1 0 0,0 0-1 0 0,1 0 1 0 0,-1 0-1 0 0,0 0 0 0 0,1-1 1 0 0,-1 1-1 0 0,0 0 1 0 0,1 0-1 0 0,-1 0 1 0 0,0 1-1 0 0,0-1 0 0 0,-1 0 37 0 0,-2-1-2 0 0,-3 1-46 0 0,1 1 0 0 0,-1 0 0 0 0,1 0 0 0 0,0 1 1 0 0,-1 0-1 0 0,1 0 0 0 0,-11 5 0 0 0,15-6-86 0 0,-3 2-47 0 0,3-2 97 0 0,4-2-165 0 0,22-9 264 0 0,-18 7 92 0 0,-11 2-176 0 0,-9-1-249 0 0,0 0 0 0 0,-1 0 1 0 0,-23 2-1 0 0,-21 5-3346 0 0,40-3 1722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2T02:21:21.0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4604 0 0,'0'0'-426'0'0,"-5"15"-2850"0"0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xQyTK8quyY?si=C-flWWBSxwrqWao7" TargetMode="External"/><Relationship Id="rId2" Type="http://schemas.openxmlformats.org/officeDocument/2006/relationships/hyperlink" Target="https://youtu.be/ZhAz268Hdpw?si=jQXkVM058uJkEWC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qaWMOYf4ri8?si=iA8GmBLLFfcZgCQk" TargetMode="External"/><Relationship Id="rId4" Type="http://schemas.openxmlformats.org/officeDocument/2006/relationships/hyperlink" Target="https://youtu.be/UPtG_38Oq8o?si=fYUN8D7y1fvW2vCw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15.xml"/><Relationship Id="rId26" Type="http://schemas.openxmlformats.org/officeDocument/2006/relationships/customXml" Target="../ink/ink19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23.xml"/><Relationship Id="rId42" Type="http://schemas.openxmlformats.org/officeDocument/2006/relationships/customXml" Target="../ink/ink27.xml"/><Relationship Id="rId47" Type="http://schemas.openxmlformats.org/officeDocument/2006/relationships/image" Target="../media/image31.png"/><Relationship Id="rId50" Type="http://schemas.openxmlformats.org/officeDocument/2006/relationships/customXml" Target="../ink/ink31.xml"/><Relationship Id="rId55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customXml" Target="../ink/ink12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5.xml"/><Relationship Id="rId46" Type="http://schemas.openxmlformats.org/officeDocument/2006/relationships/customXml" Target="../ink/ink29.xml"/><Relationship Id="rId2" Type="http://schemas.openxmlformats.org/officeDocument/2006/relationships/customXml" Target="../ink/ink7.xml"/><Relationship Id="rId16" Type="http://schemas.openxmlformats.org/officeDocument/2006/relationships/customXml" Target="../ink/ink14.xml"/><Relationship Id="rId20" Type="http://schemas.openxmlformats.org/officeDocument/2006/relationships/customXml" Target="../ink/ink16.xml"/><Relationship Id="rId29" Type="http://schemas.openxmlformats.org/officeDocument/2006/relationships/image" Target="../media/image22.png"/><Relationship Id="rId41" Type="http://schemas.openxmlformats.org/officeDocument/2006/relationships/image" Target="../media/image28.png"/><Relationship Id="rId54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13.png"/><Relationship Id="rId24" Type="http://schemas.openxmlformats.org/officeDocument/2006/relationships/customXml" Target="../ink/ink18.xml"/><Relationship Id="rId32" Type="http://schemas.openxmlformats.org/officeDocument/2006/relationships/customXml" Target="../ink/ink22.xml"/><Relationship Id="rId37" Type="http://schemas.openxmlformats.org/officeDocument/2006/relationships/image" Target="../media/image26.png"/><Relationship Id="rId40" Type="http://schemas.openxmlformats.org/officeDocument/2006/relationships/customXml" Target="../ink/ink26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20.xml"/><Relationship Id="rId36" Type="http://schemas.openxmlformats.org/officeDocument/2006/relationships/customXml" Target="../ink/ink24.xml"/><Relationship Id="rId49" Type="http://schemas.openxmlformats.org/officeDocument/2006/relationships/image" Target="../media/image32.png"/><Relationship Id="rId10" Type="http://schemas.openxmlformats.org/officeDocument/2006/relationships/customXml" Target="../ink/ink11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8.xml"/><Relationship Id="rId52" Type="http://schemas.openxmlformats.org/officeDocument/2006/relationships/customXml" Target="../ink/ink32.xml"/><Relationship Id="rId4" Type="http://schemas.openxmlformats.org/officeDocument/2006/relationships/customXml" Target="../ink/ink8.xml"/><Relationship Id="rId9" Type="http://schemas.openxmlformats.org/officeDocument/2006/relationships/image" Target="../media/image12.png"/><Relationship Id="rId14" Type="http://schemas.openxmlformats.org/officeDocument/2006/relationships/customXml" Target="../ink/ink13.xml"/><Relationship Id="rId22" Type="http://schemas.openxmlformats.org/officeDocument/2006/relationships/customXml" Target="../ink/ink17.xml"/><Relationship Id="rId27" Type="http://schemas.openxmlformats.org/officeDocument/2006/relationships/image" Target="../media/image21.png"/><Relationship Id="rId30" Type="http://schemas.openxmlformats.org/officeDocument/2006/relationships/customXml" Target="../ink/ink21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30.xml"/><Relationship Id="rId8" Type="http://schemas.openxmlformats.org/officeDocument/2006/relationships/customXml" Target="../ink/ink10.xml"/><Relationship Id="rId51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D68720-C308-BDDC-262A-F5640C4C8FED}"/>
              </a:ext>
            </a:extLst>
          </p:cNvPr>
          <p:cNvSpPr txBox="1"/>
          <p:nvPr/>
        </p:nvSpPr>
        <p:spPr>
          <a:xfrm>
            <a:off x="777618" y="1245090"/>
            <a:ext cx="102687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https://youtu.be/ZhAz268Hdpw?si=jQXkVM058uJkEWCw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https://youtu.be/zxQyTK8quyY?si=C-flWWBSxwrqWao7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parts: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https://youtu.be/OxCpWwDCDFQ?si=xo2r5jOoc3YQgji6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https://youtu.be/UPtG_38Oq8o?si=fYUN8D7y1fvW2vCw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https://youtu.be/qaWMOYf4ri8?si=iA8GmBLLFfcZgCQk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https://www.datacamp.com/tutorial/how-transformers-work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514350" indent="-514350">
              <a:buAutoNum type="arabicParenR" startAt="3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9987B0-18A0-545F-41D4-8D384283B433}"/>
              </a:ext>
            </a:extLst>
          </p:cNvPr>
          <p:cNvSpPr txBox="1"/>
          <p:nvPr/>
        </p:nvSpPr>
        <p:spPr>
          <a:xfrm>
            <a:off x="146304" y="243512"/>
            <a:ext cx="115397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are Transformers?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Definition: Neural Network that learns the context of sequential data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new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out of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“Attention is All You Need”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Vaswani et al. (2017)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are Transformers important?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Overcame limitations of RNNs and LSTMs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Limitation: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processing and therefore no parallelism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Hard to capture long-term dependencies due to vanishing gradients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bottlenecks: Can’t process all words at once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enabled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large text corpora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Led to models like GPT, BERT, 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8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6819-7D81-C487-0CA6-70372CC7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A3D79B-E8B7-B4F9-6E82-BC3786C4D6CA}"/>
              </a:ext>
            </a:extLst>
          </p:cNvPr>
          <p:cNvSpPr txBox="1"/>
          <p:nvPr/>
        </p:nvSpPr>
        <p:spPr>
          <a:xfrm>
            <a:off x="152400" y="0"/>
            <a:ext cx="118872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 idea of transformer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Example1: It is good for figuring out the context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drank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juice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the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bottle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was cold”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“It” can  refer to “juice” or “bottle”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 can figure out that “it” refers to “juice”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 Predicting next word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Command: What is LLM in Deep Learning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Language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LLM stands for Large Language Models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859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E40E0B-1ABC-C627-0738-854645894156}"/>
              </a:ext>
            </a:extLst>
          </p:cNvPr>
          <p:cNvSpPr txBox="1"/>
          <p:nvPr/>
        </p:nvSpPr>
        <p:spPr>
          <a:xfrm>
            <a:off x="301840" y="1443841"/>
            <a:ext cx="46633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 (BERT)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generation (GPT)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Translation (T5,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MarianMT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answering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RoBERTa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Vision Transformers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Object detection, segmentation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Whisper, wav2vec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DE5E49-DFA4-F0A7-21B4-CC066F4621F9}"/>
              </a:ext>
            </a:extLst>
          </p:cNvPr>
          <p:cNvSpPr txBox="1"/>
          <p:nvPr/>
        </p:nvSpPr>
        <p:spPr>
          <a:xfrm>
            <a:off x="160020" y="7593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Applications: Where are Transformers used 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E56E9-0F1F-C034-5068-52E1A749CF87}"/>
              </a:ext>
            </a:extLst>
          </p:cNvPr>
          <p:cNvSpPr txBox="1"/>
          <p:nvPr/>
        </p:nvSpPr>
        <p:spPr>
          <a:xfrm>
            <a:off x="6231636" y="1346168"/>
            <a:ext cx="34335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Multimodal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CLIP (image + text)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Flamingo, Gemini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1E3151-BBC1-B76C-848D-AAF87366B8DE}"/>
              </a:ext>
            </a:extLst>
          </p:cNvPr>
          <p:cNvSpPr txBox="1"/>
          <p:nvPr/>
        </p:nvSpPr>
        <p:spPr>
          <a:xfrm>
            <a:off x="192024" y="969925"/>
            <a:ext cx="10561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Concepts of Transformers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Parallel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Encoder-Decoder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Positional Encoding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</p:txBody>
      </p:sp>
    </p:spTree>
    <p:extLst>
      <p:ext uri="{BB962C8B-B14F-4D97-AF65-F5344CB8AC3E}">
        <p14:creationId xmlns:p14="http://schemas.microsoft.com/office/powerpoint/2010/main" val="100713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CEFC-A825-0545-ADEC-20963105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B5DF61-E4A7-81A0-F452-9A7D2C8B18E1}"/>
              </a:ext>
            </a:extLst>
          </p:cNvPr>
          <p:cNvSpPr txBox="1"/>
          <p:nvPr/>
        </p:nvSpPr>
        <p:spPr>
          <a:xfrm>
            <a:off x="100584" y="713893"/>
            <a:ext cx="10561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 consist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stacks. Most models use either: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BERT – understanding tasks)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Decoder-only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GPT – generation tasks)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T5 – translation/summarization)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85F69-2D24-BDB4-5D8B-C5F2C0609A0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0403B-4B31-3F17-2251-3238FE37C144}"/>
              </a:ext>
            </a:extLst>
          </p:cNvPr>
          <p:cNvSpPr/>
          <p:nvPr/>
        </p:nvSpPr>
        <p:spPr>
          <a:xfrm>
            <a:off x="2990088" y="3429000"/>
            <a:ext cx="4197096" cy="14676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380A36-8080-F9F8-E64A-87702AFB7420}"/>
              </a:ext>
            </a:extLst>
          </p:cNvPr>
          <p:cNvSpPr/>
          <p:nvPr/>
        </p:nvSpPr>
        <p:spPr>
          <a:xfrm>
            <a:off x="3195828" y="3480453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70F763-99A2-E532-4166-87DA9B436D69}"/>
              </a:ext>
            </a:extLst>
          </p:cNvPr>
          <p:cNvSpPr/>
          <p:nvPr/>
        </p:nvSpPr>
        <p:spPr>
          <a:xfrm>
            <a:off x="5381244" y="3480453"/>
            <a:ext cx="1618488" cy="7223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Decoder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96610-09E5-6194-CEAC-259AC6598DE9}"/>
              </a:ext>
            </a:extLst>
          </p:cNvPr>
          <p:cNvSpPr txBox="1"/>
          <p:nvPr/>
        </p:nvSpPr>
        <p:spPr>
          <a:xfrm>
            <a:off x="4498848" y="4527280"/>
            <a:ext cx="132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Transformer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6D8C4F-76D3-5D8C-FD56-9A39E255F5B7}"/>
              </a:ext>
            </a:extLst>
          </p:cNvPr>
          <p:cNvSpPr/>
          <p:nvPr/>
        </p:nvSpPr>
        <p:spPr>
          <a:xfrm>
            <a:off x="1917454" y="5559552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are you 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53B7037-F7BA-112C-4BDD-21CD50C04175}"/>
              </a:ext>
            </a:extLst>
          </p:cNvPr>
          <p:cNvSpPr/>
          <p:nvPr/>
        </p:nvSpPr>
        <p:spPr>
          <a:xfrm rot="16200000">
            <a:off x="2892183" y="5043416"/>
            <a:ext cx="56514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06E69D-F4D1-7AB6-2027-C0DDD2404F1C}"/>
              </a:ext>
            </a:extLst>
          </p:cNvPr>
          <p:cNvSpPr/>
          <p:nvPr/>
        </p:nvSpPr>
        <p:spPr>
          <a:xfrm>
            <a:off x="8060436" y="3526834"/>
            <a:ext cx="2926080" cy="6759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Como </a:t>
            </a:r>
            <a:r>
              <a:rPr lang="en-US" dirty="0" err="1"/>
              <a:t>Estas</a:t>
            </a:r>
            <a:r>
              <a:rPr lang="en-US" dirty="0"/>
              <a:t> ?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D7414FF-9152-8B33-F341-625082033616}"/>
              </a:ext>
            </a:extLst>
          </p:cNvPr>
          <p:cNvSpPr/>
          <p:nvPr/>
        </p:nvSpPr>
        <p:spPr>
          <a:xfrm>
            <a:off x="7324344" y="3758184"/>
            <a:ext cx="539496" cy="3017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C744E4-A9F1-05DD-DB54-6DE9CFCA0ED6}"/>
              </a:ext>
            </a:extLst>
          </p:cNvPr>
          <p:cNvSpPr txBox="1"/>
          <p:nvPr/>
        </p:nvSpPr>
        <p:spPr>
          <a:xfrm>
            <a:off x="2310094" y="5042022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74F4E8-C5C0-F78A-EDDE-626AD695A9F5}"/>
              </a:ext>
            </a:extLst>
          </p:cNvPr>
          <p:cNvSpPr txBox="1"/>
          <p:nvPr/>
        </p:nvSpPr>
        <p:spPr>
          <a:xfrm>
            <a:off x="7324344" y="415794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98640-34D9-F544-74EB-41F2816D21DF}"/>
              </a:ext>
            </a:extLst>
          </p:cNvPr>
          <p:cNvSpPr txBox="1"/>
          <p:nvPr/>
        </p:nvSpPr>
        <p:spPr>
          <a:xfrm>
            <a:off x="5523528" y="5482050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Stacking Layers: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typical transformer model stacks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6–96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these encoder or decoder blocks.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4D8A72F-6AE5-6F0E-F710-2D385AF75419}"/>
              </a:ext>
            </a:extLst>
          </p:cNvPr>
          <p:cNvSpPr/>
          <p:nvPr/>
        </p:nvSpPr>
        <p:spPr>
          <a:xfrm>
            <a:off x="4914900" y="3630614"/>
            <a:ext cx="466344" cy="4220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16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7599-5300-AEB7-B220-C73BA116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30DD6E3-6504-BF56-95BE-B9F080ECA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95" y="475488"/>
            <a:ext cx="4795060" cy="5721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2B06B8-FF93-6850-A3D5-E8A6A77EC6FB}"/>
              </a:ext>
            </a:extLst>
          </p:cNvPr>
          <p:cNvSpPr txBox="1"/>
          <p:nvPr/>
        </p:nvSpPr>
        <p:spPr>
          <a:xfrm>
            <a:off x="2412408" y="6382512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Generic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40C24-9F58-310A-5F38-73F9E4453D66}"/>
              </a:ext>
            </a:extLst>
          </p:cNvPr>
          <p:cNvSpPr txBox="1"/>
          <p:nvPr/>
        </p:nvSpPr>
        <p:spPr>
          <a:xfrm>
            <a:off x="7080495" y="1697736"/>
            <a:ext cx="41043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BERT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GPT has only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decoder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part</a:t>
            </a:r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69B156-F629-370C-0410-DC37260227B0}"/>
              </a:ext>
            </a:extLst>
          </p:cNvPr>
          <p:cNvSpPr txBox="1"/>
          <p:nvPr/>
        </p:nvSpPr>
        <p:spPr>
          <a:xfrm>
            <a:off x="100584" y="692184"/>
            <a:ext cx="11420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(Word) Embedding + Positional Encoding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are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 layers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Swim    -&gt;  [  1,     0,    0,     0.7, 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Fishing -&gt;  [ 0.9, 0.1, 0.6, 0.03,  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these vectors to find which words are similar.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values are found through training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Googles Word2Vec uses 300 dimension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word embedding packages are Glove, etc.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ECA1F-232B-9C71-0841-A6E1F5E82D8A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B3F138-7D3F-11B2-CF8B-1E24CA32B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512454"/>
              </p:ext>
            </p:extLst>
          </p:nvPr>
        </p:nvGraphicFramePr>
        <p:xfrm>
          <a:off x="6934201" y="2084832"/>
          <a:ext cx="51572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443">
                  <a:extLst>
                    <a:ext uri="{9D8B030D-6E8A-4147-A177-3AD203B41FA5}">
                      <a16:colId xmlns:a16="http://schemas.microsoft.com/office/drawing/2014/main" val="2515424243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2020340870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919491014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1485554102"/>
                    </a:ext>
                  </a:extLst>
                </a:gridCol>
                <a:gridCol w="1031443">
                  <a:extLst>
                    <a:ext uri="{9D8B030D-6E8A-4147-A177-3AD203B41FA5}">
                      <a16:colId xmlns:a16="http://schemas.microsoft.com/office/drawing/2014/main" val="3968963040"/>
                    </a:ext>
                  </a:extLst>
                </a:gridCol>
              </a:tblGrid>
              <a:tr h="36481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0190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Swim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7573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932118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07867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866602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87839"/>
                  </a:ext>
                </a:extLst>
              </a:tr>
              <a:tr h="364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6558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DA7790-6167-B755-AF07-3A19A7906340}"/>
              </a:ext>
            </a:extLst>
          </p:cNvPr>
          <p:cNvSpPr txBox="1"/>
          <p:nvPr/>
        </p:nvSpPr>
        <p:spPr>
          <a:xfrm>
            <a:off x="8622792" y="1623167"/>
            <a:ext cx="187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4 Dimension</a:t>
            </a:r>
          </a:p>
        </p:txBody>
      </p:sp>
    </p:spTree>
    <p:extLst>
      <p:ext uri="{BB962C8B-B14F-4D97-AF65-F5344CB8AC3E}">
        <p14:creationId xmlns:p14="http://schemas.microsoft.com/office/powerpoint/2010/main" val="227112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F2FC-8561-38D9-93E1-A15413B2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497898-5F83-BA4F-1100-399402842F79}"/>
              </a:ext>
            </a:extLst>
          </p:cNvPr>
          <p:cNvSpPr txBox="1"/>
          <p:nvPr/>
        </p:nvSpPr>
        <p:spPr>
          <a:xfrm>
            <a:off x="100584" y="692184"/>
            <a:ext cx="114208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Word embeddings -&gt; 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Here we use positional embeddings that would distinguish the 2 banks.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Since the model has no sense of word order (no recurrence), we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add positional encoding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preserve sequence information.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Positional Embeddings are learned during training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 treat position like a word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1 (I)         → [0.3,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2 (went) → [0.4, 0.2, ...]</a:t>
            </a: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pos 3 (to)      → [-0.3, 0.8, ...]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28C5D-9B4B-7740-B933-94DE649DEB2E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0511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59AB-CFF0-8518-2BE7-9134EB19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CAFB0E-6A8B-B0C4-046C-4CDD624E1C1B}"/>
              </a:ext>
            </a:extLst>
          </p:cNvPr>
          <p:cNvSpPr txBox="1"/>
          <p:nvPr/>
        </p:nvSpPr>
        <p:spPr>
          <a:xfrm>
            <a:off x="0" y="64102"/>
            <a:ext cx="11420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Final embeddings = Word embedding + positional embeddings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Sentence: “I went to the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bank.”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3AFAC2-2361-5DCE-E6FF-A97DDF4F0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33793"/>
              </p:ext>
            </p:extLst>
          </p:nvPr>
        </p:nvGraphicFramePr>
        <p:xfrm>
          <a:off x="1311402" y="1834102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2F7C63-93EC-E474-0875-18C40216B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55001"/>
              </p:ext>
            </p:extLst>
          </p:nvPr>
        </p:nvGraphicFramePr>
        <p:xfrm>
          <a:off x="2218001" y="1741655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24D250-E91E-F154-BE74-9C827872A3E7}"/>
              </a:ext>
            </a:extLst>
          </p:cNvPr>
          <p:cNvSpPr txBox="1"/>
          <p:nvPr/>
        </p:nvSpPr>
        <p:spPr>
          <a:xfrm>
            <a:off x="0" y="207415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Word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711D97-44C1-E71C-1676-D06243580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619221"/>
              </p:ext>
            </p:extLst>
          </p:nvPr>
        </p:nvGraphicFramePr>
        <p:xfrm>
          <a:off x="1335459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CF38DE-0BFD-A434-EE97-7450019B3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55303"/>
              </p:ext>
            </p:extLst>
          </p:nvPr>
        </p:nvGraphicFramePr>
        <p:xfrm>
          <a:off x="2218001" y="3779451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6141252-8E65-A2D7-6F4D-C2B717AEFB8F}"/>
              </a:ext>
            </a:extLst>
          </p:cNvPr>
          <p:cNvSpPr txBox="1"/>
          <p:nvPr/>
        </p:nvSpPr>
        <p:spPr>
          <a:xfrm>
            <a:off x="62342" y="4066250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Position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DD2E3A7-50E1-E17A-2816-2B04184F0A89}"/>
              </a:ext>
            </a:extLst>
          </p:cNvPr>
          <p:cNvSpPr/>
          <p:nvPr/>
        </p:nvSpPr>
        <p:spPr>
          <a:xfrm rot="5400000">
            <a:off x="1311966" y="1333133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909302E-FB9D-A84B-53A2-21547896BBED}"/>
              </a:ext>
            </a:extLst>
          </p:cNvPr>
          <p:cNvSpPr/>
          <p:nvPr/>
        </p:nvSpPr>
        <p:spPr>
          <a:xfrm rot="4327342">
            <a:off x="1950015" y="1311995"/>
            <a:ext cx="407958" cy="409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4E9502F-5DB4-BA43-DABE-03BB386CCD75}"/>
              </a:ext>
            </a:extLst>
          </p:cNvPr>
          <p:cNvGrpSpPr/>
          <p:nvPr/>
        </p:nvGrpSpPr>
        <p:grpSpPr>
          <a:xfrm>
            <a:off x="1425384" y="3384216"/>
            <a:ext cx="306720" cy="191160"/>
            <a:chOff x="1425384" y="3384216"/>
            <a:chExt cx="30672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14:cNvPr>
                <p14:cNvContentPartPr/>
                <p14:nvPr/>
              </p14:nvContentPartPr>
              <p14:xfrm>
                <a:off x="1524744" y="3384216"/>
                <a:ext cx="6552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EA1C2B7-A7D0-0D1B-44E2-9D3EEB3AFD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6744" y="3366216"/>
                  <a:ext cx="1011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14:cNvPr>
                <p14:cNvContentPartPr/>
                <p14:nvPr/>
              </p14:nvContentPartPr>
              <p14:xfrm>
                <a:off x="1425384" y="3494376"/>
                <a:ext cx="306720" cy="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023398-52A6-AC44-C3C7-DF0F210747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7384" y="3476376"/>
                  <a:ext cx="34236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ADEE0C-E424-7F5A-F3F5-C3925B05F099}"/>
              </a:ext>
            </a:extLst>
          </p:cNvPr>
          <p:cNvGrpSpPr/>
          <p:nvPr/>
        </p:nvGrpSpPr>
        <p:grpSpPr>
          <a:xfrm>
            <a:off x="2380824" y="3337776"/>
            <a:ext cx="304200" cy="189720"/>
            <a:chOff x="2380824" y="3337776"/>
            <a:chExt cx="30420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14:cNvPr>
                <p14:cNvContentPartPr/>
                <p14:nvPr/>
              </p14:nvContentPartPr>
              <p14:xfrm>
                <a:off x="2476584" y="3337776"/>
                <a:ext cx="25920" cy="189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AF61C07-B118-EBF5-F768-4C188A38BE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58584" y="3320136"/>
                  <a:ext cx="61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14:cNvPr>
                <p14:cNvContentPartPr/>
                <p14:nvPr/>
              </p14:nvContentPartPr>
              <p14:xfrm>
                <a:off x="2380824" y="3449736"/>
                <a:ext cx="304200" cy="5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9272A1C-3E2A-4BDE-DC04-CA635676204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62824" y="3431736"/>
                  <a:ext cx="339840" cy="40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D011147-C45D-39F9-C0F9-C25C8B653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19062"/>
              </p:ext>
            </p:extLst>
          </p:nvPr>
        </p:nvGraphicFramePr>
        <p:xfrm>
          <a:off x="1311402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E045D529-70D5-029A-FACF-58AC020A25D3}"/>
              </a:ext>
            </a:extLst>
          </p:cNvPr>
          <p:cNvSpPr txBox="1"/>
          <p:nvPr/>
        </p:nvSpPr>
        <p:spPr>
          <a:xfrm>
            <a:off x="-8709" y="5522303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Final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14:cNvPr>
              <p14:cNvContentPartPr/>
              <p14:nvPr/>
            </p14:nvContentPartPr>
            <p14:xfrm>
              <a:off x="1449864" y="820080"/>
              <a:ext cx="194760" cy="374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BDF54BF-9AFC-6EDD-8823-8882E0D66C6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1864" y="802080"/>
                <a:ext cx="2304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14:cNvPr>
              <p14:cNvContentPartPr/>
              <p14:nvPr/>
            </p14:nvContentPartPr>
            <p14:xfrm>
              <a:off x="1636704" y="853560"/>
              <a:ext cx="658440" cy="39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EE6611-8656-477F-ADDE-7ACF1313921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9064" y="835920"/>
                <a:ext cx="694080" cy="4273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E4C3391-C5CB-67E1-EE11-EDBC9C01A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492134"/>
              </p:ext>
            </p:extLst>
          </p:nvPr>
        </p:nvGraphicFramePr>
        <p:xfrm>
          <a:off x="2218001" y="5323453"/>
          <a:ext cx="638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048">
                  <a:extLst>
                    <a:ext uri="{9D8B030D-6E8A-4147-A177-3AD203B41FA5}">
                      <a16:colId xmlns:a16="http://schemas.microsoft.com/office/drawing/2014/main" val="3528379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71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1.1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13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-1.2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36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…..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61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33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5897AE-B01F-BED5-7E1F-5EE4AF4AFA0D}"/>
              </a:ext>
            </a:extLst>
          </p:cNvPr>
          <p:cNvSpPr txBox="1"/>
          <p:nvPr/>
        </p:nvSpPr>
        <p:spPr>
          <a:xfrm>
            <a:off x="228600" y="621989"/>
            <a:ext cx="110825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with Word Embedding: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static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went to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deposit money. Later, I sat near the river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[0, -0.3, 0.2, …], then it cannot represent the word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above 2 sentences in a meaningful manner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Self-Attention Mechanism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concept: Every word (token) in a sentence "looks at" all other words to understand their importance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"The cat sat on the mat and it was sleeping"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encoding "cat", attention may also focus on "sat", "mat", etc.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"it" in “and it was sleeping", attention helps resolve that "it" refers to "cat".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DC344-9646-7AAA-CE61-4B1E3F85B521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18881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E13A-E909-9AA7-2A51-3F7F0363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8DD236-A7B9-8868-8709-E15CE9BD67CD}"/>
              </a:ext>
            </a:extLst>
          </p:cNvPr>
          <p:cNvSpPr txBox="1"/>
          <p:nvPr/>
        </p:nvSpPr>
        <p:spPr>
          <a:xfrm>
            <a:off x="137160" y="292805"/>
            <a:ext cx="110825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calculates the similarity between first word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and all the words in a sentence and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this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words in the sentence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14:cNvPr>
              <p14:cNvContentPartPr/>
              <p14:nvPr/>
            </p14:nvContentPartPr>
            <p14:xfrm>
              <a:off x="6739836" y="2915352"/>
              <a:ext cx="465480" cy="221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49EF67-00C6-C428-D8C7-654D47E3A5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1196" y="2906712"/>
                <a:ext cx="48312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14:cNvPr>
              <p14:cNvContentPartPr/>
              <p14:nvPr/>
            </p14:nvContentPartPr>
            <p14:xfrm>
              <a:off x="6738036" y="2680272"/>
              <a:ext cx="832680" cy="45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E91256-25D0-DB42-5090-62E74DD5F6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9036" y="2671272"/>
                <a:ext cx="8503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14:cNvPr>
              <p14:cNvContentPartPr/>
              <p14:nvPr/>
            </p14:nvContentPartPr>
            <p14:xfrm>
              <a:off x="6747036" y="2480472"/>
              <a:ext cx="1238400" cy="65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912D38-FFB1-768B-D807-62888B3F0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8036" y="2471472"/>
                <a:ext cx="1256040" cy="67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DD0BB82-BC6E-05B4-DB94-488F3019AA07}"/>
              </a:ext>
            </a:extLst>
          </p:cNvPr>
          <p:cNvGrpSpPr/>
          <p:nvPr/>
        </p:nvGrpSpPr>
        <p:grpSpPr>
          <a:xfrm>
            <a:off x="6860436" y="2302632"/>
            <a:ext cx="2171880" cy="815040"/>
            <a:chOff x="3442104" y="2814696"/>
            <a:chExt cx="2171880" cy="81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14:cNvPr>
                <p14:cNvContentPartPr/>
                <p14:nvPr/>
              </p14:nvContentPartPr>
              <p14:xfrm>
                <a:off x="3442104" y="2814696"/>
                <a:ext cx="1616400" cy="81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CF7A55-518D-F96B-F2BB-841C0D9602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33104" y="2806056"/>
                  <a:ext cx="1634040" cy="83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14:cNvPr>
                <p14:cNvContentPartPr/>
                <p14:nvPr/>
              </p14:nvContentPartPr>
              <p14:xfrm>
                <a:off x="5199624" y="3497256"/>
                <a:ext cx="61920" cy="29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0107B6-E6E1-C439-693B-3E6F3AD046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90624" y="3488256"/>
                  <a:ext cx="79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14:cNvPr>
                <p14:cNvContentPartPr/>
                <p14:nvPr/>
              </p14:nvContentPartPr>
              <p14:xfrm>
                <a:off x="5347584" y="3511296"/>
                <a:ext cx="76680" cy="4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9658387-8A76-DE94-9D1C-D38462D86B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38584" y="3502296"/>
                  <a:ext cx="94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14:cNvPr>
                <p14:cNvContentPartPr/>
                <p14:nvPr/>
              </p14:nvContentPartPr>
              <p14:xfrm>
                <a:off x="5547024" y="3522816"/>
                <a:ext cx="66960" cy="30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B6D198-08C7-45F9-AD80-CE8E3D3DE9B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38384" y="3513816"/>
                  <a:ext cx="8460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14:cNvPr>
              <p14:cNvContentPartPr/>
              <p14:nvPr/>
            </p14:nvContentPartPr>
            <p14:xfrm>
              <a:off x="6541476" y="3491712"/>
              <a:ext cx="424080" cy="31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0AC8C8-51B9-F3BA-BDA9-4251E81F43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32836" y="3482712"/>
                <a:ext cx="441720" cy="489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C76CF53-058F-2F9E-8887-CE0491EDC07C}"/>
              </a:ext>
            </a:extLst>
          </p:cNvPr>
          <p:cNvSpPr txBox="1"/>
          <p:nvPr/>
        </p:nvSpPr>
        <p:spPr>
          <a:xfrm>
            <a:off x="6001512" y="30613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cat sat on the mat and it was sleeping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C5B15B-2562-2520-BA51-DB59F5B712B6}"/>
              </a:ext>
            </a:extLst>
          </p:cNvPr>
          <p:cNvSpPr txBox="1"/>
          <p:nvPr/>
        </p:nvSpPr>
        <p:spPr>
          <a:xfrm>
            <a:off x="5903592" y="4281767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sat on the mat and it was sleeping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7CFF8-6605-3E79-C838-94A6903C8086}"/>
              </a:ext>
            </a:extLst>
          </p:cNvPr>
          <p:cNvSpPr txBox="1"/>
          <p:nvPr/>
        </p:nvSpPr>
        <p:spPr>
          <a:xfrm>
            <a:off x="5937072" y="5435759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cat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the mat and it was sleeping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14:cNvPr>
              <p14:cNvContentPartPr/>
              <p14:nvPr/>
            </p14:nvContentPartPr>
            <p14:xfrm>
              <a:off x="6967584" y="4666536"/>
              <a:ext cx="342720" cy="25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4B5A8AD-2986-25F9-816B-137785DC28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58584" y="4657536"/>
                <a:ext cx="3603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EB2E93EE-30B6-64EE-10D9-5A83B8737C2C}"/>
              </a:ext>
            </a:extLst>
          </p:cNvPr>
          <p:cNvGrpSpPr/>
          <p:nvPr/>
        </p:nvGrpSpPr>
        <p:grpSpPr>
          <a:xfrm>
            <a:off x="6571944" y="3901176"/>
            <a:ext cx="2321640" cy="493560"/>
            <a:chOff x="6571944" y="3901176"/>
            <a:chExt cx="232164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14:cNvPr>
                <p14:cNvContentPartPr/>
                <p14:nvPr/>
              </p14:nvContentPartPr>
              <p14:xfrm>
                <a:off x="6571944" y="4178016"/>
                <a:ext cx="493920" cy="166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C3E0DBA-0F0F-A258-B35F-0668636923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63304" y="4169016"/>
                  <a:ext cx="511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14:cNvPr>
                <p14:cNvContentPartPr/>
                <p14:nvPr/>
              </p14:nvContentPartPr>
              <p14:xfrm>
                <a:off x="7119144" y="4178016"/>
                <a:ext cx="446400" cy="196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94FC15-2F21-CA1D-48D3-C899FF9D1B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10504" y="4169016"/>
                  <a:ext cx="464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14:cNvPr>
                <p14:cNvContentPartPr/>
                <p14:nvPr/>
              </p14:nvContentPartPr>
              <p14:xfrm>
                <a:off x="7119144" y="4001976"/>
                <a:ext cx="833760" cy="39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862759-7E8C-569C-46A1-C4C8393133B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10144" y="3992976"/>
                  <a:ext cx="8514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14:cNvPr>
                <p14:cNvContentPartPr/>
                <p14:nvPr/>
              </p14:nvContentPartPr>
              <p14:xfrm>
                <a:off x="7245504" y="3901176"/>
                <a:ext cx="1150560" cy="441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800B4-7096-07FB-C6AC-CF6FABC80F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36504" y="3892536"/>
                  <a:ext cx="11682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14:cNvPr>
                <p14:cNvContentPartPr/>
                <p14:nvPr/>
              </p14:nvContentPartPr>
              <p14:xfrm>
                <a:off x="8509824" y="4250736"/>
                <a:ext cx="72000" cy="3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0E11235-2A6F-7C72-BF11-DB05BD972F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00824" y="4242096"/>
                  <a:ext cx="896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14:cNvPr>
                <p14:cNvContentPartPr/>
                <p14:nvPr/>
              </p14:nvContentPartPr>
              <p14:xfrm>
                <a:off x="8671104" y="4262616"/>
                <a:ext cx="81360" cy="19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169793-FDBB-D6E2-A917-9A591AA323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62464" y="4253976"/>
                  <a:ext cx="9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14:cNvPr>
                <p14:cNvContentPartPr/>
                <p14:nvPr/>
              </p14:nvContentPartPr>
              <p14:xfrm>
                <a:off x="8515224" y="4255056"/>
                <a:ext cx="72360" cy="25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FDC203-5C82-3EFB-C658-733262BF36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6224" y="4246056"/>
                  <a:ext cx="90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14:cNvPr>
                <p14:cNvContentPartPr/>
                <p14:nvPr/>
              </p14:nvContentPartPr>
              <p14:xfrm>
                <a:off x="8854704" y="4269456"/>
                <a:ext cx="38880" cy="2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6035F7-9D51-771F-EC92-793CC45EA5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846064" y="4260816"/>
                  <a:ext cx="565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14:cNvPr>
              <p14:cNvContentPartPr/>
              <p14:nvPr/>
            </p14:nvContentPartPr>
            <p14:xfrm>
              <a:off x="7426944" y="5857776"/>
              <a:ext cx="419040" cy="2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18063D3-05C5-FDAC-4DB1-EDCEAE6C0BC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17944" y="5848776"/>
                <a:ext cx="43668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1BA2E1C-8EB0-B5E4-4BD5-472EFDB95E4E}"/>
              </a:ext>
            </a:extLst>
          </p:cNvPr>
          <p:cNvGrpSpPr/>
          <p:nvPr/>
        </p:nvGrpSpPr>
        <p:grpSpPr>
          <a:xfrm>
            <a:off x="6628464" y="4979736"/>
            <a:ext cx="3179880" cy="552960"/>
            <a:chOff x="6628464" y="4979736"/>
            <a:chExt cx="317988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14:cNvPr>
                <p14:cNvContentPartPr/>
                <p14:nvPr/>
              </p14:nvContentPartPr>
              <p14:xfrm>
                <a:off x="7080984" y="5358456"/>
                <a:ext cx="454320" cy="163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59207F-8F08-AC72-194C-E3B2E137CC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71984" y="5349456"/>
                  <a:ext cx="471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14:cNvPr>
                <p14:cNvContentPartPr/>
                <p14:nvPr/>
              </p14:nvContentPartPr>
              <p14:xfrm>
                <a:off x="6628464" y="5143176"/>
                <a:ext cx="827640" cy="384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86AE98-54BF-234C-8969-5F4D8EA6CF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19464" y="5134536"/>
                  <a:ext cx="8452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14:cNvPr>
                <p14:cNvContentPartPr/>
                <p14:nvPr/>
              </p14:nvContentPartPr>
              <p14:xfrm>
                <a:off x="7617024" y="5294016"/>
                <a:ext cx="468000" cy="23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EE23C6-E15C-B3C6-95A2-794428343B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608384" y="5285016"/>
                  <a:ext cx="485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14:cNvPr>
                <p14:cNvContentPartPr/>
                <p14:nvPr/>
              </p14:nvContentPartPr>
              <p14:xfrm>
                <a:off x="7689744" y="5133096"/>
                <a:ext cx="798120" cy="32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86B579-A230-2BA0-7D70-82018595890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81104" y="5124096"/>
                  <a:ext cx="8157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14:cNvPr>
                <p14:cNvContentPartPr/>
                <p14:nvPr/>
              </p14:nvContentPartPr>
              <p14:xfrm>
                <a:off x="7698024" y="4979736"/>
                <a:ext cx="1263600" cy="47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B7FDA7C-7620-299B-B810-4A850DA8EA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89384" y="4970736"/>
                  <a:ext cx="12812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14:cNvPr>
                <p14:cNvContentPartPr/>
                <p14:nvPr/>
              </p14:nvContentPartPr>
              <p14:xfrm>
                <a:off x="9165024" y="5381496"/>
                <a:ext cx="88920" cy="30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1F10BC-F4F2-9379-DC48-5845CE1858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56024" y="5372856"/>
                  <a:ext cx="1065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14:cNvPr>
                <p14:cNvContentPartPr/>
                <p14:nvPr/>
              </p14:nvContentPartPr>
              <p14:xfrm>
                <a:off x="9397944" y="5375736"/>
                <a:ext cx="96120" cy="34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FF5904-1376-1827-B7CC-AF50FAFFE1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88944" y="5367096"/>
                  <a:ext cx="113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14:cNvPr>
                <p14:cNvContentPartPr/>
                <p14:nvPr/>
              </p14:nvContentPartPr>
              <p14:xfrm>
                <a:off x="9711864" y="5374656"/>
                <a:ext cx="96480" cy="50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0C35BA9-DBC2-3A9B-86A8-5C1F06617C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03224" y="5366016"/>
                  <a:ext cx="1141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14:cNvPr>
                <p14:cNvContentPartPr/>
                <p14:nvPr/>
              </p14:nvContentPartPr>
              <p14:xfrm>
                <a:off x="9453024" y="5390136"/>
                <a:ext cx="216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A089F92-2A13-E632-AE78-006C295689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44384" y="5381496"/>
                  <a:ext cx="19800" cy="23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4508872-5B48-3B8C-AA99-34527C929108}"/>
              </a:ext>
            </a:extLst>
          </p:cNvPr>
          <p:cNvSpPr txBox="1"/>
          <p:nvPr/>
        </p:nvSpPr>
        <p:spPr>
          <a:xfrm>
            <a:off x="234732" y="3774411"/>
            <a:ext cx="4297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attention mechanism: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cat (high importance)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→ mat (low importance)</a:t>
            </a:r>
          </a:p>
        </p:txBody>
      </p:sp>
    </p:spTree>
    <p:extLst>
      <p:ext uri="{BB962C8B-B14F-4D97-AF65-F5344CB8AC3E}">
        <p14:creationId xmlns:p14="http://schemas.microsoft.com/office/powerpoint/2010/main" val="924251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751F-0FAA-4256-30D1-9CF969F8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C8F14D-7798-9466-07F9-1EA260A8A504}"/>
              </a:ext>
            </a:extLst>
          </p:cNvPr>
          <p:cNvSpPr txBox="1"/>
          <p:nvPr/>
        </p:nvSpPr>
        <p:spPr>
          <a:xfrm>
            <a:off x="274320" y="797510"/>
            <a:ext cx="110825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word there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Attention(Q, K, V)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is converted into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vectors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(Q) → “What am I looking for?”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(K) → “What do I contain?”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 (V) → “What information do I give?”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token vectors, the model creates: Query (Q) , Key (K), Value (V)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measures how much attention each word pays to others and helps model know which words are important to focus 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7E54D-3397-9BEB-76D9-314131B5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74" y="1497533"/>
            <a:ext cx="5333050" cy="65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44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4A4D-6D62-7818-7EEC-F49076A2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3B17C0-96A8-2BBD-BE9E-F3B5B1ED127A}"/>
              </a:ext>
            </a:extLst>
          </p:cNvPr>
          <p:cNvSpPr txBox="1"/>
          <p:nvPr/>
        </p:nvSpPr>
        <p:spPr>
          <a:xfrm>
            <a:off x="82296" y="166574"/>
            <a:ext cx="11082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Self-Attention Mechanism: This is math (OPTIONAL)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D7A85-5EFD-1C9E-F01B-9ACD2D11E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0" y="628239"/>
            <a:ext cx="3613632" cy="1688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CBD141-EBCB-1B3E-0A26-6EC263A2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531" y="628239"/>
            <a:ext cx="5652691" cy="1997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C2089E-FB00-31F7-7679-CD1513502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0" y="3017042"/>
            <a:ext cx="6662892" cy="19375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338474-CECF-A1AB-8323-84956E2BF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0" y="5278720"/>
            <a:ext cx="7154273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2AE556-F7EB-9EF3-CD6C-D5D7B758F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514" y="5278720"/>
            <a:ext cx="1752727" cy="157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8BF07E-33F6-CC15-CDED-D235A33543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8104" y="3839055"/>
            <a:ext cx="4236720" cy="5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4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11C1-FCB2-7473-A235-321BE3CA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A4089C4-F134-5541-1A65-B2D4F6E0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7" y="274320"/>
            <a:ext cx="4171770" cy="1202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434962-BDA5-4F0A-3A35-A2025415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63" y="274320"/>
            <a:ext cx="5724394" cy="9324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B7BDC8-03FB-C62A-0ED1-CDC1CF366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7" y="1783311"/>
            <a:ext cx="4319395" cy="26534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2AB455-617D-C4AC-10E3-A2D385673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40" y="4614295"/>
            <a:ext cx="4192607" cy="1744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D94FF5-7C9D-A1B0-D0AD-A42CFC333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787" y="4614295"/>
            <a:ext cx="4782843" cy="224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10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A1B2-6FF4-E550-8DBA-1C9DD0D0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DF0CCD-79B1-72F8-407B-8CE6AAF6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7" y="168328"/>
            <a:ext cx="3842314" cy="1492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A8CBE-3B0C-7F69-98D5-6A786ED76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344" y="392177"/>
            <a:ext cx="5313087" cy="8667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9C8C9A-E606-6A2D-8EC6-C1E22DDBD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7" y="1971254"/>
            <a:ext cx="4790582" cy="16344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8B63E0-012C-CC73-D5DF-ECDCF95AF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7" y="4651415"/>
            <a:ext cx="8072504" cy="163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11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24466"/>
            <a:ext cx="97871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Multi-Head Attention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one attention layer, we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heads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parallel.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Each head captures different types of relationships (syntax, semantics, etc.).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we concatenate and linearly transform the outputs.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D5D42-1720-5DB4-AFDC-33068E58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887475"/>
            <a:ext cx="6553200" cy="2454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DDC49A-B686-D569-4FC5-49611FA9F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480" y="5324420"/>
            <a:ext cx="602064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1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7744" y="706362"/>
            <a:ext cx="1147572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Connections + Layer Normalization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Residual connection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of each block is added back to its input (helps gradient flow).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Layer normalization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values in good range + Stabilizes training.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393F2-D8BB-AF9B-95DA-59F2CAE54266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FC15A-1820-FCDD-B9D5-E3EBDCF3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13782"/>
            <a:ext cx="3896269" cy="438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3E63EB-7B2F-33A2-DC78-AAD1722B3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3315139"/>
            <a:ext cx="4096322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60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948C-85AA-C21C-1911-7EE27A78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B12299-F387-A2DD-70BA-6A8BE5FDEA0C}"/>
              </a:ext>
            </a:extLst>
          </p:cNvPr>
          <p:cNvSpPr/>
          <p:nvPr/>
        </p:nvSpPr>
        <p:spPr>
          <a:xfrm>
            <a:off x="237744" y="706362"/>
            <a:ext cx="114757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Forward Network (FFN)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word independently passes through a small neural network: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FBAF4-F8DB-97E9-005D-DDE120BC16BC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D84D1-782A-6AB6-AEC5-1A3222EA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551" y="2029730"/>
            <a:ext cx="450595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910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544" y="735118"/>
            <a:ext cx="115945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Process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classification tasks (like BERT), the final token representations are passed to a classifier.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BERT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= contextual embeddings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for: classification ,  NER , QA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generation tasks (like GPT), the decoder predicts the next word/token step-by-step.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predicts next 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597C5-96F5-DCCD-796D-740C696EE3B4}"/>
              </a:ext>
            </a:extLst>
          </p:cNvPr>
          <p:cNvSpPr txBox="1"/>
          <p:nvPr/>
        </p:nvSpPr>
        <p:spPr>
          <a:xfrm>
            <a:off x="100584" y="850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a Transformer</a:t>
            </a:r>
          </a:p>
        </p:txBody>
      </p:sp>
    </p:spTree>
    <p:extLst>
      <p:ext uri="{BB962C8B-B14F-4D97-AF65-F5344CB8AC3E}">
        <p14:creationId xmlns:p14="http://schemas.microsoft.com/office/powerpoint/2010/main" val="2993750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27" y="365126"/>
            <a:ext cx="8181513" cy="797850"/>
          </a:xfrm>
        </p:spPr>
        <p:txBody>
          <a:bodyPr/>
          <a:lstStyle/>
          <a:p>
            <a:r>
              <a:rPr lang="en-US" b="1" dirty="0"/>
              <a:t>Transformer Families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3928"/>
          </a:xfrm>
        </p:spPr>
        <p:txBody>
          <a:bodyPr/>
          <a:lstStyle/>
          <a:p>
            <a:r>
              <a:rPr lang="en-US" b="1" dirty="0"/>
              <a:t>BERT</a:t>
            </a:r>
            <a:r>
              <a:rPr lang="en-US" dirty="0"/>
              <a:t> – Encoder-only (understanding)</a:t>
            </a:r>
          </a:p>
          <a:p>
            <a:r>
              <a:rPr lang="en-US" b="1" dirty="0"/>
              <a:t>GPT</a:t>
            </a:r>
            <a:r>
              <a:rPr lang="en-US" dirty="0"/>
              <a:t> – Decoder-only (generation)</a:t>
            </a:r>
          </a:p>
          <a:p>
            <a:r>
              <a:rPr lang="en-US" b="1" dirty="0"/>
              <a:t>T5 / BART</a:t>
            </a:r>
            <a:r>
              <a:rPr lang="en-US" dirty="0"/>
              <a:t> – Encoder-decoder (translation, summarization)</a:t>
            </a:r>
          </a:p>
          <a:p>
            <a:r>
              <a:rPr lang="en-US" b="1" dirty="0" err="1"/>
              <a:t>ViT</a:t>
            </a:r>
            <a:r>
              <a:rPr lang="en-US" dirty="0"/>
              <a:t> – Transformer in vision</a:t>
            </a:r>
          </a:p>
          <a:p>
            <a:r>
              <a:rPr lang="en-US" b="1" dirty="0"/>
              <a:t>Recent Giants</a:t>
            </a:r>
            <a:r>
              <a:rPr lang="en-US" dirty="0"/>
              <a:t> – GPT-3, GPT-4, </a:t>
            </a:r>
            <a:r>
              <a:rPr lang="en-US" dirty="0" err="1"/>
              <a:t>PaLM</a:t>
            </a:r>
            <a:r>
              <a:rPr lang="en-US" dirty="0"/>
              <a:t>, Gemini, </a:t>
            </a:r>
            <a:r>
              <a:rPr lang="en-US" dirty="0" err="1"/>
              <a:t>LLaMA</a:t>
            </a:r>
            <a:r>
              <a:rPr lang="en-US" dirty="0"/>
              <a:t>, Claude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22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Pros &amp; Cons (5 </a:t>
            </a:r>
            <a:r>
              <a:rPr lang="en-US" b="1" dirty="0" err="1"/>
              <a:t>mins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Pros</a:t>
            </a:r>
          </a:p>
          <a:p>
            <a:r>
              <a:rPr lang="en-US" dirty="0"/>
              <a:t>Parallel processing</a:t>
            </a:r>
          </a:p>
          <a:p>
            <a:r>
              <a:rPr lang="en-US" dirty="0"/>
              <a:t>Better long-range understanding</a:t>
            </a:r>
          </a:p>
          <a:p>
            <a:r>
              <a:rPr lang="en-US" dirty="0"/>
              <a:t>Scalable</a:t>
            </a:r>
          </a:p>
          <a:p>
            <a:pPr marL="0" indent="0">
              <a:buNone/>
            </a:pPr>
            <a:r>
              <a:rPr lang="en-US" b="1" dirty="0"/>
              <a:t>Cons</a:t>
            </a:r>
          </a:p>
          <a:p>
            <a:r>
              <a:rPr lang="en-US" dirty="0"/>
              <a:t>Requires large data</a:t>
            </a:r>
          </a:p>
          <a:p>
            <a:r>
              <a:rPr lang="en-US" dirty="0"/>
              <a:t>Expensive training (GPU/TPU)</a:t>
            </a:r>
          </a:p>
          <a:p>
            <a:r>
              <a:rPr lang="en-US" dirty="0"/>
              <a:t>Not interpretable out of the 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68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1923</TotalTime>
  <Words>1303</Words>
  <Application>Microsoft Office PowerPoint</Application>
  <PresentationFormat>Widescreen</PresentationFormat>
  <Paragraphs>274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Families</vt:lpstr>
      <vt:lpstr>Pros &amp; Cons (5 mins)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214</cp:revision>
  <dcterms:created xsi:type="dcterms:W3CDTF">2025-09-22T02:44:38Z</dcterms:created>
  <dcterms:modified xsi:type="dcterms:W3CDTF">2026-04-22T07:36:16Z</dcterms:modified>
</cp:coreProperties>
</file>