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76" r:id="rId2"/>
    <p:sldId id="257" r:id="rId3"/>
    <p:sldId id="275" r:id="rId4"/>
    <p:sldId id="278" r:id="rId5"/>
    <p:sldId id="27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2E907F-4E96-D907-08C4-692F28695D35}"/>
              </a:ext>
            </a:extLst>
          </p:cNvPr>
          <p:cNvSpPr txBox="1"/>
          <p:nvPr/>
        </p:nvSpPr>
        <p:spPr>
          <a:xfrm>
            <a:off x="516636" y="263390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What is Dice Coefficient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468523-20FA-C4BE-EBEA-B53280E04772}"/>
                  </a:ext>
                </a:extLst>
              </p:cNvPr>
              <p:cNvSpPr txBox="1"/>
              <p:nvPr/>
            </p:nvSpPr>
            <p:spPr>
              <a:xfrm>
                <a:off x="516636" y="863930"/>
                <a:ext cx="7831836" cy="30298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It measures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overlap between predicted mask and true mask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𝐷𝑖𝑐𝑒</m:t>
                      </m:r>
                      <m:r>
                        <a:rPr lang="en-US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sz="24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ar-AE" sz="24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ar-AE" sz="24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</m:num>
                        <m:den>
                          <m:r>
                            <a:rPr lang="ar-AE" sz="24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ar-AE" sz="24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∣+∣</m:t>
                          </m:r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ar-AE" sz="24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</m:den>
                      </m:f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ar-AE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predicted mask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ground truth </a:t>
                </a: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👉 Range: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 = perfect overlap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0 = no overlap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468523-20FA-C4BE-EBEA-B53280E04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636" y="863930"/>
                <a:ext cx="7831836" cy="3029868"/>
              </a:xfrm>
              <a:prstGeom prst="rect">
                <a:avLst/>
              </a:prstGeom>
              <a:blipFill>
                <a:blip r:embed="rId2"/>
                <a:stretch>
                  <a:fillRect l="-1245" t="-1610" r="-856" b="-3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94902A-57A1-F505-F65C-790ACF563175}"/>
                  </a:ext>
                </a:extLst>
              </p:cNvPr>
              <p:cNvSpPr txBox="1"/>
              <p:nvPr/>
            </p:nvSpPr>
            <p:spPr>
              <a:xfrm>
                <a:off x="516636" y="4353205"/>
                <a:ext cx="7484364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2. Dice Loss</a:t>
                </a: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We minimize loss, so: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Dice</m:t>
                      </m:r>
                      <m:r>
                        <m:rPr>
                          <m:nor/>
                        </m:rPr>
                        <a:rPr lang="en-US" sz="2400" b="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Loss</m:t>
                      </m:r>
                      <m:r>
                        <a:rPr lang="en-US" sz="2400" b="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400" b="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Dice</m:t>
                      </m:r>
                    </m:oMath>
                  </m:oMathPara>
                </a14:m>
                <a:endParaRPr lang="en-US" sz="2400" b="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👉 Why better than accuracy?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Handles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class imbalance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Perfect for segmentation (lots of background pixels)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94902A-57A1-F505-F65C-790ACF563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636" y="4353205"/>
                <a:ext cx="7484364" cy="2308324"/>
              </a:xfrm>
              <a:prstGeom prst="rect">
                <a:avLst/>
              </a:prstGeom>
              <a:blipFill>
                <a:blip r:embed="rId3"/>
                <a:stretch>
                  <a:fillRect l="-1303" t="-2111" b="-5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78C9A2C-1FB3-1178-7DA0-EFC7A0E15FE8}"/>
                  </a:ext>
                </a:extLst>
              </p:cNvPr>
              <p:cNvSpPr txBox="1"/>
              <p:nvPr/>
            </p:nvSpPr>
            <p:spPr>
              <a:xfrm>
                <a:off x="667512" y="399695"/>
                <a:ext cx="7658100" cy="33692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IoU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Metric (Evaluation)</a:t>
                </a:r>
              </a:p>
              <a:p>
                <a:pPr>
                  <a:buNone/>
                </a:pPr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Used to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measure performance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𝐼𝑜𝑈</m:t>
                      </m:r>
                      <m:r>
                        <a:rPr lang="en-US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𝐼𝑛𝑡𝑒𝑟𝑠𝑒𝑐𝑡𝑖𝑜𝑛</m:t>
                          </m:r>
                        </m:num>
                        <m:den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𝑈𝑛𝑖𝑜𝑛</m:t>
                          </m:r>
                        </m:den>
                      </m:f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More strict than Dice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Common in: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Competitions (Kaggle)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Benchmarks (COCO)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78C9A2C-1FB3-1178-7DA0-EFC7A0E15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512" y="399695"/>
                <a:ext cx="7658100" cy="3369256"/>
              </a:xfrm>
              <a:prstGeom prst="rect">
                <a:avLst/>
              </a:prstGeom>
              <a:blipFill>
                <a:blip r:embed="rId2"/>
                <a:stretch>
                  <a:fillRect l="-1274" t="-1449" b="-3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F2378-D382-BDD6-66EB-0A0DBB977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962B2D-8F7F-0148-91EB-1A1E849A4EDB}"/>
              </a:ext>
            </a:extLst>
          </p:cNvPr>
          <p:cNvSpPr txBox="1"/>
          <p:nvPr/>
        </p:nvSpPr>
        <p:spPr>
          <a:xfrm>
            <a:off x="192024" y="1240943"/>
            <a:ext cx="116220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Dice Loss is used for training because it’s differentiable and handles imbalance well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IoU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used for evaluation because it is stricter and better reflects segmentation quality.</a:t>
            </a:r>
          </a:p>
        </p:txBody>
      </p:sp>
    </p:spTree>
    <p:extLst>
      <p:ext uri="{BB962C8B-B14F-4D97-AF65-F5344CB8AC3E}">
        <p14:creationId xmlns:p14="http://schemas.microsoft.com/office/powerpoint/2010/main" val="1696119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55830-1DEF-DAE7-4B02-16AE2EB7F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6514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1140</TotalTime>
  <Words>128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174</cp:revision>
  <dcterms:created xsi:type="dcterms:W3CDTF">2025-09-22T02:44:38Z</dcterms:created>
  <dcterms:modified xsi:type="dcterms:W3CDTF">2026-04-23T13:29:36Z</dcterms:modified>
</cp:coreProperties>
</file>