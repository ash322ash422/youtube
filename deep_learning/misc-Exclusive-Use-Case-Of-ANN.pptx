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00" autoAdjust="0"/>
    <p:restoredTop sz="94660"/>
  </p:normalViewPr>
  <p:slideViewPr>
    <p:cSldViewPr snapToGrid="0">
      <p:cViewPr varScale="1">
        <p:scale>
          <a:sx n="50" d="100"/>
          <a:sy n="50" d="100"/>
        </p:scale>
        <p:origin x="48" y="8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B6DEB-7E03-47F7-BBBD-F0637F5F6F93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2BD6C-6028-4684-B1F9-B98826D52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538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B6DEB-7E03-47F7-BBBD-F0637F5F6F93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2BD6C-6028-4684-B1F9-B98826D52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356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B6DEB-7E03-47F7-BBBD-F0637F5F6F93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2BD6C-6028-4684-B1F9-B98826D52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019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B6DEB-7E03-47F7-BBBD-F0637F5F6F93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2BD6C-6028-4684-B1F9-B98826D52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463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B6DEB-7E03-47F7-BBBD-F0637F5F6F93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2BD6C-6028-4684-B1F9-B98826D52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044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B6DEB-7E03-47F7-BBBD-F0637F5F6F93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2BD6C-6028-4684-B1F9-B98826D52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748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B6DEB-7E03-47F7-BBBD-F0637F5F6F93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2BD6C-6028-4684-B1F9-B98826D52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05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B6DEB-7E03-47F7-BBBD-F0637F5F6F93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2BD6C-6028-4684-B1F9-B98826D52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473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B6DEB-7E03-47F7-BBBD-F0637F5F6F93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2BD6C-6028-4684-B1F9-B98826D52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2601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B6DEB-7E03-47F7-BBBD-F0637F5F6F93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2BD6C-6028-4684-B1F9-B98826D52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173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B6DEB-7E03-47F7-BBBD-F0637F5F6F93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72BD6C-6028-4684-B1F9-B98826D52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187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3B6DEB-7E03-47F7-BBBD-F0637F5F6F93}" type="datetimeFigureOut">
              <a:rPr lang="en-US" smtClean="0"/>
              <a:t>3/23/2025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2BD6C-6028-4684-B1F9-B98826D523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141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AI ANN Applications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062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Artificial Neural Networks (ANNs) are ideally suited for problems where traditional algorithms struggle due to complexity, non-linearity, and large amounts of data. </a:t>
            </a:r>
          </a:p>
          <a:p>
            <a:pPr marL="0" indent="0">
              <a:buNone/>
            </a:pPr>
            <a:r>
              <a:rPr lang="en-US" dirty="0" smtClean="0"/>
              <a:t>Here are the applications that are </a:t>
            </a:r>
            <a:r>
              <a:rPr lang="en-US" b="1" dirty="0" smtClean="0"/>
              <a:t>exclusively solved by ANNs</a:t>
            </a:r>
            <a:r>
              <a:rPr lang="en-US" dirty="0" smtClean="0"/>
              <a:t>, meaning traditional machine learning methods (decision trees, SVMs, </a:t>
            </a:r>
            <a:r>
              <a:rPr lang="en-US" dirty="0" err="1" smtClean="0"/>
              <a:t>XGBoost</a:t>
            </a:r>
            <a:r>
              <a:rPr lang="en-US" dirty="0" smtClean="0"/>
              <a:t>, etc.) either fail or require extensive manual feature engineering: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284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Pattern Recognition &amp; Classification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Image recognition (e.g., face detection, medical image analysis) – Uses CNNs</a:t>
            </a:r>
          </a:p>
          <a:p>
            <a:endParaRPr lang="en-US" dirty="0" smtClean="0"/>
          </a:p>
          <a:p>
            <a:r>
              <a:rPr lang="en-US" dirty="0" smtClean="0"/>
              <a:t>Speech recognition (e.g., voice assistants like Siri, Alexa) – Uses RNNs, LSTMs, Transformers</a:t>
            </a:r>
          </a:p>
          <a:p>
            <a:endParaRPr lang="en-US" dirty="0" smtClean="0"/>
          </a:p>
          <a:p>
            <a:r>
              <a:rPr lang="en-US" dirty="0" smtClean="0"/>
              <a:t>Handwriting recognition (e.g., digit recognition in postal services) – Uses CNNs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151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Natural Language Processing (NLP)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Machine translation (e.g., Google Translate) – Uses Transformers (BERT, GPT)</a:t>
            </a:r>
          </a:p>
          <a:p>
            <a:r>
              <a:rPr lang="en-US" dirty="0" smtClean="0"/>
              <a:t>Text summarization and question answering– Uses Transformers (BERT, T5)</a:t>
            </a:r>
          </a:p>
        </p:txBody>
      </p:sp>
    </p:spTree>
    <p:extLst>
      <p:ext uri="{BB962C8B-B14F-4D97-AF65-F5344CB8AC3E}">
        <p14:creationId xmlns:p14="http://schemas.microsoft.com/office/powerpoint/2010/main" val="710879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Time Series Forecasting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Anomaly detection in </a:t>
            </a:r>
            <a:r>
              <a:rPr lang="en-US" dirty="0" err="1" smtClean="0"/>
              <a:t>IoT</a:t>
            </a:r>
            <a:r>
              <a:rPr lang="en-US" dirty="0" smtClean="0"/>
              <a:t> devices– </a:t>
            </a:r>
            <a:r>
              <a:rPr lang="en-US" dirty="0" err="1" smtClean="0"/>
              <a:t>Autoencoders</a:t>
            </a:r>
            <a:r>
              <a:rPr lang="en-US" dirty="0" smtClean="0"/>
              <a:t> and Deep Learning outperform ML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12191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 Generative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Image generation (GANs for </a:t>
            </a:r>
            <a:r>
              <a:rPr lang="en-US" dirty="0" err="1" smtClean="0"/>
              <a:t>deepfake</a:t>
            </a:r>
            <a:r>
              <a:rPr lang="en-US" dirty="0" smtClean="0"/>
              <a:t> generation, art creation) – Requires deep learning (GANs)</a:t>
            </a:r>
          </a:p>
          <a:p>
            <a:endParaRPr lang="en-US" dirty="0" smtClean="0"/>
          </a:p>
          <a:p>
            <a:r>
              <a:rPr lang="en-US" dirty="0" smtClean="0"/>
              <a:t>Text generation (</a:t>
            </a:r>
            <a:r>
              <a:rPr lang="en-US" dirty="0" err="1" smtClean="0"/>
              <a:t>ChatGPT</a:t>
            </a:r>
            <a:r>
              <a:rPr lang="en-US" dirty="0" smtClean="0"/>
              <a:t>, Bard) – Uses Transformer-based architectures</a:t>
            </a:r>
          </a:p>
          <a:p>
            <a:endParaRPr lang="en-US" dirty="0" smtClean="0"/>
          </a:p>
          <a:p>
            <a:r>
              <a:rPr lang="en-US" dirty="0" smtClean="0"/>
              <a:t>Music composition and style transfer– Uses LSTMs, GANs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173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5. Robotics &amp; Control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Autonomous vehicles (self-driving cars) – Uses deep RL, CNNs, sensor fusion</a:t>
            </a:r>
          </a:p>
          <a:p>
            <a:endParaRPr lang="en-US" dirty="0" smtClean="0"/>
          </a:p>
          <a:p>
            <a:r>
              <a:rPr lang="en-US" dirty="0" smtClean="0"/>
              <a:t>Industrial robots for automation– Uses deep RL</a:t>
            </a:r>
          </a:p>
          <a:p>
            <a:endParaRPr lang="en-US" dirty="0" smtClean="0"/>
          </a:p>
          <a:p>
            <a:r>
              <a:rPr lang="en-US" dirty="0" smtClean="0"/>
              <a:t>Drone navigation and control– Uses deep reinforcement learning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640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6. Healthcare &amp; Biomedical Applications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Disease diagnosis (e.g., detecting cancer from medical scans) – CNN-based models are superior</a:t>
            </a:r>
          </a:p>
          <a:p>
            <a:endParaRPr lang="en-US" dirty="0" smtClean="0"/>
          </a:p>
          <a:p>
            <a:r>
              <a:rPr lang="en-US" dirty="0" smtClean="0"/>
              <a:t>Drug discovery and protein structure prediction – Uses deep learning (</a:t>
            </a:r>
            <a:r>
              <a:rPr lang="en-US" dirty="0" err="1" smtClean="0"/>
              <a:t>AlphaFold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3219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7. Gaming &amp; Reinforcement Learning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AI playing games (e.g., </a:t>
            </a:r>
            <a:r>
              <a:rPr lang="en-US" dirty="0" err="1" smtClean="0"/>
              <a:t>AlphaGo</a:t>
            </a:r>
            <a:r>
              <a:rPr lang="en-US" dirty="0" smtClean="0"/>
              <a:t>, </a:t>
            </a:r>
            <a:r>
              <a:rPr lang="en-US" dirty="0" err="1" smtClean="0"/>
              <a:t>OpenAI</a:t>
            </a:r>
            <a:r>
              <a:rPr lang="en-US" dirty="0" smtClean="0"/>
              <a:t> Five for </a:t>
            </a:r>
            <a:r>
              <a:rPr lang="en-US" dirty="0" err="1" smtClean="0"/>
              <a:t>Dota</a:t>
            </a:r>
            <a:r>
              <a:rPr lang="en-US" dirty="0" smtClean="0"/>
              <a:t> 2) – Uses Deep RL</a:t>
            </a:r>
          </a:p>
          <a:p>
            <a:endParaRPr lang="en-US" dirty="0" smtClean="0"/>
          </a:p>
          <a:p>
            <a:r>
              <a:rPr lang="en-US" dirty="0" smtClean="0"/>
              <a:t>Real-time strategy and decision-making- Uses Deep RL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Adaptive learning in video games Uses Deep RL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621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8. Complex Function Approximation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When relationships between inputs and outputs are non-linear and hard to model with traditional equations.</a:t>
            </a:r>
          </a:p>
          <a:p>
            <a:endParaRPr lang="en-US" dirty="0" smtClean="0"/>
          </a:p>
          <a:p>
            <a:r>
              <a:rPr lang="en-US" dirty="0" smtClean="0"/>
              <a:t>Used in physics simulations, economic modeling, and engineering design. </a:t>
            </a:r>
            <a:r>
              <a:rPr lang="en-US" smtClean="0"/>
              <a:t>– Hard nonlinear relationships require deep learning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303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In general, ANNs shine when there is large-scale data, the problem is non-linear, and traditional rule-based methods are ineffective.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780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391</Words>
  <Application>Microsoft Office PowerPoint</Application>
  <PresentationFormat>Widescreen</PresentationFormat>
  <Paragraphs>43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AI ANN Applications</vt:lpstr>
      <vt:lpstr>PowerPoint Presentation</vt:lpstr>
      <vt:lpstr>1. Pattern Recognition &amp; Classification</vt:lpstr>
      <vt:lpstr>2. Natural Language Processing (NLP)</vt:lpstr>
      <vt:lpstr>3. Time Series Forecasting</vt:lpstr>
      <vt:lpstr>4. Generative Models</vt:lpstr>
      <vt:lpstr>5. Robotics &amp; Control Systems</vt:lpstr>
      <vt:lpstr>6. Healthcare &amp; Biomedical Applications</vt:lpstr>
      <vt:lpstr>7. Gaming &amp; Reinforcement Learning</vt:lpstr>
      <vt:lpstr>8. Complex Function Approximation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ANN Applications</dc:title>
  <dc:creator>hi</dc:creator>
  <cp:lastModifiedBy>hi</cp:lastModifiedBy>
  <cp:revision>7</cp:revision>
  <dcterms:created xsi:type="dcterms:W3CDTF">2025-03-23T04:43:37Z</dcterms:created>
  <dcterms:modified xsi:type="dcterms:W3CDTF">2025-03-23T05:44:25Z</dcterms:modified>
</cp:coreProperties>
</file>