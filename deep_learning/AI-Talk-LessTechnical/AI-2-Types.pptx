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77" r:id="rId3"/>
    <p:sldId id="279" r:id="rId4"/>
    <p:sldId id="280" r:id="rId5"/>
    <p:sldId id="281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563624" y="3241224"/>
            <a:ext cx="902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Types of AI based on its capability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561E9-6D2F-41AC-7540-09DAF78DF02B}"/>
              </a:ext>
            </a:extLst>
          </p:cNvPr>
          <p:cNvSpPr txBox="1"/>
          <p:nvPr/>
        </p:nvSpPr>
        <p:spPr>
          <a:xfrm>
            <a:off x="320040" y="166401"/>
            <a:ext cx="11402568" cy="325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Narrow AI (Weak AI):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type of AI is designed to perform a specific task and lacks the ability to learn or generalize to other tasks.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Examples include facial recognition software, virtual assistants (like Siri or Alexa), and spam filters.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Machine learning, Traditional AI and Generative AI comes under Weak AI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0212-3EFC-017B-449D-71A98FF4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3B864-0B3E-8641-497C-5C69CAD15EC1}"/>
              </a:ext>
            </a:extLst>
          </p:cNvPr>
          <p:cNvSpPr txBox="1"/>
          <p:nvPr/>
        </p:nvSpPr>
        <p:spPr>
          <a:xfrm>
            <a:off x="320040" y="166401"/>
            <a:ext cx="114025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General AI (Artificial General Intelligence, AGI):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AGI aims to mimic human-level intelligence, meaning it can understand, learn, and perform any intellectual task that a human being can. This is a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theoretical concept that is currently not yet fully realized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 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Characteristics of AGI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Versatility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can handle multiple tasks across different domains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without needing to be retrained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for each one. For example, it could play chess, compose music, conduct scientific research, and interpret human emotions—all with the same underlying intelligence.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Adaptability and Self-Improvement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systems can learn from past experiences 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apply that knowledge to unfamiliar scenarios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them to navigate and solve complex challenges efficiently.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8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431C-8F14-DAF3-7682-31475791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3A375-6256-4A07-0C05-49D703A88695}"/>
              </a:ext>
            </a:extLst>
          </p:cNvPr>
          <p:cNvSpPr txBox="1"/>
          <p:nvPr/>
        </p:nvSpPr>
        <p:spPr>
          <a:xfrm>
            <a:off x="320040" y="166401"/>
            <a:ext cx="114025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Example: IBM Watson: Multidomain Reasoning </a:t>
            </a:r>
          </a:p>
          <a:p>
            <a:endParaRPr lang="en-IN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IBM's Watson gained prominence by winning the quiz show </a:t>
            </a:r>
            <a:r>
              <a:rPr lang="en-IN" sz="24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Jeopardy!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showcasing its ability to process and understand natural language. Beyond entertainment, Watson has been applied in healthcare, where it 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analyzes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vast datasets, including medical records and research papers, to assist doctors in diagnosing diseases and suggesting treatment plans.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27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BAA-8E60-1CDB-50CE-73B669A6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C69043-2E50-D772-0B4F-D08941703080}"/>
              </a:ext>
            </a:extLst>
          </p:cNvPr>
          <p:cNvSpPr txBox="1"/>
          <p:nvPr/>
        </p:nvSpPr>
        <p:spPr>
          <a:xfrm>
            <a:off x="320040" y="166401"/>
            <a:ext cx="114025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Super AI (Artificial Superintelligence, ASI):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represents AI that surpasses human intelligence in all aspects. This is also a theoretical concept and a potential future development.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could solve complex problems, make predictions with high accuracy, and understand intricate systems better than any human expert.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autonomously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enhance its own algorithms and knowledge base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leading to rapid and continuous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understand and interpret human emotions, social cues, and cultural contexts, enabling it to interact seamlessly with humans.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have virtually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unlimited memory and processing capabilities,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allowing it to analyze vast amounts of data and perform complex computations at unprecedented </a:t>
            </a:r>
            <a:r>
              <a:rPr lang="en-US" sz="2400">
                <a:solidFill>
                  <a:schemeClr val="accent6">
                    <a:lumMod val="40000"/>
                    <a:lumOff val="60000"/>
                  </a:schemeClr>
                </a:solidFill>
              </a:rPr>
              <a:t>speeds.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85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5876-3DB5-38A3-17B9-DD251810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13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1100</TotalTime>
  <Words>379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182</cp:revision>
  <dcterms:created xsi:type="dcterms:W3CDTF">2025-09-22T02:44:38Z</dcterms:created>
  <dcterms:modified xsi:type="dcterms:W3CDTF">2026-04-26T19:46:55Z</dcterms:modified>
</cp:coreProperties>
</file>