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2"/>
    <p:sldId id="275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29A8E13-B1DF-7EC6-4814-A44800CC31BC}"/>
              </a:ext>
            </a:extLst>
          </p:cNvPr>
          <p:cNvSpPr txBox="1"/>
          <p:nvPr/>
        </p:nvSpPr>
        <p:spPr>
          <a:xfrm>
            <a:off x="1892808" y="3244334"/>
            <a:ext cx="731062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Loss Function</a:t>
            </a:r>
          </a:p>
          <a:p>
            <a:pPr algn="ctr"/>
            <a:r>
              <a:rPr lang="en-US" sz="4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Done In Other Playlist</a:t>
            </a:r>
          </a:p>
        </p:txBody>
      </p:sp>
    </p:spTree>
    <p:extLst>
      <p:ext uri="{BB962C8B-B14F-4D97-AF65-F5344CB8AC3E}">
        <p14:creationId xmlns:p14="http://schemas.microsoft.com/office/powerpoint/2010/main" val="2418542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1963</TotalTime>
  <Words>9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227</cp:revision>
  <dcterms:created xsi:type="dcterms:W3CDTF">2025-09-22T02:44:38Z</dcterms:created>
  <dcterms:modified xsi:type="dcterms:W3CDTF">2026-03-09T06:34:01Z</dcterms:modified>
</cp:coreProperties>
</file>