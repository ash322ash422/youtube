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6" r:id="rId3"/>
    <p:sldId id="279" r:id="rId4"/>
    <p:sldId id="280" r:id="rId5"/>
    <p:sldId id="277" r:id="rId6"/>
    <p:sldId id="278" r:id="rId7"/>
    <p:sldId id="2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9A8E13-B1DF-7EC6-4814-A44800CC31BC}"/>
              </a:ext>
            </a:extLst>
          </p:cNvPr>
          <p:cNvSpPr txBox="1"/>
          <p:nvPr/>
        </p:nvSpPr>
        <p:spPr>
          <a:xfrm>
            <a:off x="1892808" y="3244334"/>
            <a:ext cx="73106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Neural Network</a:t>
            </a:r>
          </a:p>
          <a:p>
            <a:pPr algn="ctr"/>
            <a:r>
              <a:rPr lang="en-US" sz="4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</a:t>
            </a:r>
            <a:endParaRPr lang="en-US" sz="4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4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F170-858A-1787-27EA-B8F6771D6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505E489-8B61-1137-D2BA-47E1F15F8A8C}"/>
              </a:ext>
            </a:extLst>
          </p:cNvPr>
          <p:cNvSpPr txBox="1"/>
          <p:nvPr/>
        </p:nvSpPr>
        <p:spPr>
          <a:xfrm>
            <a:off x="548640" y="510278"/>
            <a:ext cx="705002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ANN can include many different architectures such as: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Layer Perceptron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Multilayer Perceptron (MLP)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Convolutional Neural Networks (CNN)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Recurrent Neural Networks (RNN)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Transformers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F4C277-4142-43CC-A8E3-473345B87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AD762E-F24B-995F-E539-9CD0E2D28765}"/>
              </a:ext>
            </a:extLst>
          </p:cNvPr>
          <p:cNvSpPr txBox="1"/>
          <p:nvPr/>
        </p:nvSpPr>
        <p:spPr>
          <a:xfrm>
            <a:off x="169164" y="4203115"/>
            <a:ext cx="6190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interesting site to learn ANN:</a:t>
            </a:r>
          </a:p>
          <a:p>
            <a:pPr marL="0" indent="0"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https://playground.tensorflow.org/</a:t>
            </a:r>
          </a:p>
        </p:txBody>
      </p:sp>
    </p:spTree>
    <p:extLst>
      <p:ext uri="{BB962C8B-B14F-4D97-AF65-F5344CB8AC3E}">
        <p14:creationId xmlns:p14="http://schemas.microsoft.com/office/powerpoint/2010/main" val="1228341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39035-9B8A-0A05-14FB-EA12C477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D86234E-B2E7-D032-62B5-B11F4E3A243D}"/>
              </a:ext>
            </a:extLst>
          </p:cNvPr>
          <p:cNvSpPr txBox="1"/>
          <p:nvPr/>
        </p:nvSpPr>
        <p:spPr>
          <a:xfrm>
            <a:off x="548640" y="510278"/>
            <a:ext cx="7050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Layer Perceptron – show ppt.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0DA442-D0E1-41A0-D7E7-BD78639D3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14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59D30-2693-3A10-834C-86081F37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EC712DB-293A-01FA-C402-3DA37CBC48DF}"/>
              </a:ext>
            </a:extLst>
          </p:cNvPr>
          <p:cNvSpPr txBox="1"/>
          <p:nvPr/>
        </p:nvSpPr>
        <p:spPr>
          <a:xfrm>
            <a:off x="548640" y="510278"/>
            <a:ext cx="70500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Multilayer Perceptron (MLP) – show ppt.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CAD2BE-14E0-E4BA-965B-9E4012CA1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38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64F6-9DFC-4B8C-AC7E-725EA8F6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DFF5BB8-C86E-9E02-B0B1-A01D1A695749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 between ANN and MLP: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7F93F7-E97F-A39E-3CE9-BCBE21A07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382596"/>
              </p:ext>
            </p:extLst>
          </p:nvPr>
        </p:nvGraphicFramePr>
        <p:xfrm>
          <a:off x="481584" y="3793014"/>
          <a:ext cx="9046464" cy="2286000"/>
        </p:xfrm>
        <a:graphic>
          <a:graphicData uri="http://schemas.openxmlformats.org/drawingml/2006/table">
            <a:tbl>
              <a:tblPr/>
              <a:tblGrid>
                <a:gridCol w="2215896">
                  <a:extLst>
                    <a:ext uri="{9D8B030D-6E8A-4147-A177-3AD203B41FA5}">
                      <a16:colId xmlns:a16="http://schemas.microsoft.com/office/drawing/2014/main" val="1598886063"/>
                    </a:ext>
                  </a:extLst>
                </a:gridCol>
                <a:gridCol w="2825496">
                  <a:extLst>
                    <a:ext uri="{9D8B030D-6E8A-4147-A177-3AD203B41FA5}">
                      <a16:colId xmlns:a16="http://schemas.microsoft.com/office/drawing/2014/main" val="724893564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41379496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71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General 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Specific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758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Layers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Any 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Input + Hidden +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292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Connectivity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Various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Fully connected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5732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CNN, RNN, MLP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Only feedforward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814529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46CB15D-741E-1B7F-D393-938B69CAF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999" y="1164611"/>
            <a:ext cx="4378849" cy="234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96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E1CD4-8D9F-4DCB-21C4-6AC38311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91BCA7C-501B-EBCA-21B0-B7975623BCF7}"/>
              </a:ext>
            </a:extLst>
          </p:cNvPr>
          <p:cNvSpPr txBox="1"/>
          <p:nvPr/>
        </p:nvSpPr>
        <p:spPr>
          <a:xfrm>
            <a:off x="1591056" y="491990"/>
            <a:ext cx="86045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Deep Neural Network has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hidden layers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82E72-8D10-DD66-0EFC-9042B464A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80" y="1591056"/>
            <a:ext cx="8751175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24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1531</TotalTime>
  <Words>110</Words>
  <Application>Microsoft Office PowerPoint</Application>
  <PresentationFormat>Widescreen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214</cp:revision>
  <dcterms:created xsi:type="dcterms:W3CDTF">2025-09-22T02:44:38Z</dcterms:created>
  <dcterms:modified xsi:type="dcterms:W3CDTF">2026-04-03T05:17:56Z</dcterms:modified>
</cp:coreProperties>
</file>