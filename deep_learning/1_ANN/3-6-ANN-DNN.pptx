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76" r:id="rId3"/>
    <p:sldId id="277" r:id="rId4"/>
    <p:sldId id="278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Neural Network</a:t>
            </a:r>
          </a:p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F170-858A-1787-27EA-B8F6771D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05E489-8B61-1137-D2BA-47E1F15F8A8C}"/>
              </a:ext>
            </a:extLst>
          </p:cNvPr>
          <p:cNvSpPr txBox="1"/>
          <p:nvPr/>
        </p:nvSpPr>
        <p:spPr>
          <a:xfrm>
            <a:off x="548640" y="510278"/>
            <a:ext cx="70500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can include many different architectures such as: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Layer Perceptron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Multilayer Perceptron (MLP)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Convolutional Neural Networks (CNN)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Recurrent Neural Networks (RNN)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4C277-4142-43CC-A8E3-473345B8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4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64F6-9DFC-4B8C-AC7E-725EA8F6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FF5BB8-C86E-9E02-B0B1-A01D1A695749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ANN and MLP: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7F93F7-E97F-A39E-3CE9-BCBE21A07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767788"/>
              </p:ext>
            </p:extLst>
          </p:nvPr>
        </p:nvGraphicFramePr>
        <p:xfrm>
          <a:off x="326136" y="1459262"/>
          <a:ext cx="9046464" cy="2286000"/>
        </p:xfrm>
        <a:graphic>
          <a:graphicData uri="http://schemas.openxmlformats.org/drawingml/2006/table">
            <a:tbl>
              <a:tblPr/>
              <a:tblGrid>
                <a:gridCol w="2663952">
                  <a:extLst>
                    <a:ext uri="{9D8B030D-6E8A-4147-A177-3AD203B41FA5}">
                      <a16:colId xmlns:a16="http://schemas.microsoft.com/office/drawing/2014/main" val="1598886063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724893564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4137949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71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General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Specific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758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Any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Input + Hidden +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9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Various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Fully connected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7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CNN, RNN, 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Only feedforward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145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49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CD4-8D9F-4DCB-21C4-6AC38311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BCA7C-501B-EBCA-21B0-B7975623BCF7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hidden layers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82E72-8D10-DD66-0EFC-9042B464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0" y="1591056"/>
            <a:ext cx="8751175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2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1523</TotalTime>
  <Words>79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210</cp:revision>
  <dcterms:created xsi:type="dcterms:W3CDTF">2025-09-22T02:44:38Z</dcterms:created>
  <dcterms:modified xsi:type="dcterms:W3CDTF">2026-03-08T19:27:13Z</dcterms:modified>
</cp:coreProperties>
</file>