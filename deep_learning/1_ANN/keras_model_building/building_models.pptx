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7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4.6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41 4248 0 0,'0'-2'46'0'0,"0"1"0"0"0,0-1 0 0 0,0 1 0 0 0,0-1 0 0 0,0 1 0 0 0,0-1 0 0 0,0 1 0 0 0,-1-1 0 0 0,1 1 0 0 0,0-1 0 0 0,-1 1 0 0 0,1 0-1 0 0,-1-1 1 0 0,0 1 0 0 0,1-1 0 0 0,-1 1 0 0 0,0 0 0 0 0,0 0 0 0 0,0-1 0 0 0,0 1 0 0 0,0 0 0 0 0,0 0 0 0 0,0 0 0 0 0,0 0 0 0 0,-1 0 0 0 0,1 0-1 0 0,0 1 1 0 0,0-1 0 0 0,-1 0 0 0 0,1 1 0 0 0,-1-1 0 0 0,1 0 0 0 0,0 1 0 0 0,-3-1 0 0 0,2 2-35 0 0,-1-1 1 0 0,0 1-1 0 0,0-1 1 0 0,1 1-1 0 0,-1 0 1 0 0,1 0-1 0 0,-1 0 1 0 0,1 1-1 0 0,-1-1 1 0 0,1 0-1 0 0,0 1 1 0 0,0 0-1 0 0,0-1 1 0 0,0 1-1 0 0,0 0 1 0 0,0 0-1 0 0,0 0 1 0 0,0 0-1 0 0,1 1 1 0 0,-1-1-1 0 0,1 0 1 0 0,0 1-1 0 0,-2 2 1 0 0,2-4-20 0 0,1 0 1 0 0,-1 0-1 0 0,0 1 1 0 0,1-1-1 0 0,-1 0 1 0 0,1 0-1 0 0,-1 1 1 0 0,1-1-1 0 0,-1 0 1 0 0,1 0-1 0 0,0 1 0 0 0,0-1 1 0 0,0 0-1 0 0,0 1 1 0 0,0-1-1 0 0,0 0 1 0 0,0 1-1 0 0,0-1 1 0 0,0 0-1 0 0,0 1 1 0 0,1-1-1 0 0,-1 0 1 0 0,1 1-1 0 0,-1-1 1 0 0,1 0-1 0 0,-1 0 0 0 0,1 0 1 0 0,0 1-1 0 0,0-1 1 0 0,-1 0-1 0 0,1 0 1 0 0,0 0-1 0 0,0 0 1 0 0,0 0-1 0 0,0-1 1 0 0,0 1-1 0 0,0 0 1 0 0,1 0-1 0 0,-1-1 0 0 0,0 1 1 0 0,0-1-1 0 0,0 1 1 0 0,1-1-1 0 0,-1 1 1 0 0,0-1-1 0 0,1 0 1 0 0,-1 1-1 0 0,0-1 1 0 0,2 0-1 0 0,4 1-35 0 0,-1 0 1 0 0,1 0-1 0 0,-1-1 0 0 0,1 1 0 0 0,-1-2 0 0 0,0 1 1 0 0,1-1-1 0 0,-1 0 0 0 0,8-2 0 0 0,1-2 135 0 0,-1-1 0 0 0,1-1 0 0 0,-1-1 0 0 0,18-12 0 0 0,-32 20-74 0 0,-1 0-1 0 0,1 0 0 0 0,0 0 1 0 0,0 0-1 0 0,0 0 1 0 0,0 0-1 0 0,-1 0 0 0 0,1 0 1 0 0,0 0-1 0 0,0 0 1 0 0,0 0-1 0 0,0-1 1 0 0,-1 1-1 0 0,1 0 0 0 0,0 0 1 0 0,0 0-1 0 0,0 0 1 0 0,0 0-1 0 0,0 0 0 0 0,0-1 1 0 0,0 1-1 0 0,-1 0 1 0 0,1 0-1 0 0,0 0 0 0 0,0 0 1 0 0,0 0-1 0 0,0-1 1 0 0,0 1-1 0 0,0 0 1 0 0,0 0-1 0 0,0 0 0 0 0,0 0 1 0 0,0-1-1 0 0,0 1 1 0 0,0 0-1 0 0,0 0 0 0 0,0 0 1 0 0,0-1-1 0 0,0 1 1 0 0,0 0-1 0 0,0 0 0 0 0,0 0 1 0 0,0 0-1 0 0,0-1 1 0 0,0 1-1 0 0,1 0 0 0 0,-1 0 1 0 0,0 0-1 0 0,0 0 1 0 0,0 0-1 0 0,0 0 1 0 0,0-1-1 0 0,-8 3-28 0 0,0 0-1 0 0,1 1 1 0 0,-1 0 0 0 0,0 0 0 0 0,1 0 0 0 0,0 1-1 0 0,-1 0 1 0 0,2 1 0 0 0,-1-1 0 0 0,0 1-1 0 0,1 1 1 0 0,-11 11 0 0 0,16-15-43 0 0,8-5-126 0 0,-4 1-93 0 0,25-13 821 0 0,-19 9-3685 0 0,-48 12 1525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5.5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 67 4488 0 0,'0'0'-174'0'0,"5"-44"741"0"0,-5 43-523 0 0,0 1 0 0 0,0-1-1 0 0,0 0 1 0 0,0 1 0 0 0,0-1-1 0 0,0 0 1 0 0,-1 1 0 0 0,1-1-1 0 0,0 0 1 0 0,0 1 0 0 0,-1-1 0 0 0,1 0-1 0 0,0 1 1 0 0,-1-1 0 0 0,1 1-1 0 0,-1-1 1 0 0,1 1 0 0 0,-1-1-1 0 0,1 1 1 0 0,-1-1 0 0 0,1 1 0 0 0,-1-1-1 0 0,1 1 1 0 0,-1 0 0 0 0,1-1-1 0 0,-1 1 1 0 0,0 0 0 0 0,1 0 0 0 0,-1-1-1 0 0,0 1 1 0 0,1 0 0 0 0,-1 0-1 0 0,0 0 1 0 0,0 0 0 0 0,-2 1-36 0 0,0-1 1 0 0,0 2 0 0 0,1-1-1 0 0,-1 0 1 0 0,0 0 0 0 0,1 1-1 0 0,0 0 1 0 0,-1-1 0 0 0,1 1-1 0 0,0 0 1 0 0,-2 2 0 0 0,3-3-19 0 0,0-1 1 0 0,0 1 0 0 0,1-1-1 0 0,-1 1 1 0 0,0 0-1 0 0,1-1 1 0 0,-1 1 0 0 0,0 0-1 0 0,1-1 1 0 0,-1 1 0 0 0,1 0-1 0 0,-1 0 1 0 0,1-1 0 0 0,0 1-1 0 0,-1 0 1 0 0,1 0 0 0 0,0 0-1 0 0,-1 0 1 0 0,1 0 0 0 0,0 0-1 0 0,0 0 1 0 0,0-1 0 0 0,0 1-1 0 0,0 0 1 0 0,0 0-1 0 0,0 0 1 0 0,0 0 0 0 0,0 0-1 0 0,1 0 1 0 0,-1 0 0 0 0,1 1-1 0 0,0-1-6 0 0,0 0 0 0 0,0 0 0 0 0,0 0-1 0 0,0 0 1 0 0,0 0 0 0 0,1 0 0 0 0,-1-1-1 0 0,0 1 1 0 0,1 0 0 0 0,-1-1-1 0 0,0 1 1 0 0,1-1 0 0 0,-1 1 0 0 0,1-1-1 0 0,-1 0 1 0 0,1 0 0 0 0,-1 1 0 0 0,1-1-1 0 0,-1 0 1 0 0,2-1 0 0 0,0 1-55 0 0,2-1 8 0 0,18-5 228 0 0,0-2 0 0 0,-1 0 1 0 0,0-1-1 0 0,35-22 0 0 0,-56 30 344 0 0,-8 4-461 0 0,0-1-41 0 0,1 0 1 0 0,0 0 1 0 0,0 0-1 0 0,0 1 0 0 0,0-1 0 0 0,1 1 0 0 0,-1 1 0 0 0,-9 7 0 0 0,14-11-20 0 0,1 0 0 0 0,0 0-1 0 0,-1 0 1 0 0,1 0 0 0 0,0 0-1 0 0,-1 1 1 0 0,1-1 0 0 0,0 0 0 0 0,-1 0-1 0 0,1 0 1 0 0,0 0 0 0 0,-1 1-1 0 0,1-1 1 0 0,0 0 0 0 0,0 0-1 0 0,-1 0 1 0 0,1 1 0 0 0,0-1 0 0 0,0 0-1 0 0,-1 1 1 0 0,1-1 0 0 0,0 0-1 0 0,0 0 1 0 0,0 1 0 0 0,0-1-1 0 0,0 0 1 0 0,-1 1 0 0 0,1-1-1 0 0,0 0 1 0 0,0 1 0 0 0,0-1 0 0 0,0 0-1 0 0,0 1 1 0 0,0-1 0 0 0,0 1-1 0 0,0-1 1 0 0,0 0 0 0 0,0 1-1 0 0,1 0 1 0 0,15-3-96 0 0,28-17 236 0 0,-43 18-68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6.2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96 35 4560 0 0,'0'0'-24'0'0,"-29"-33"977"0"0,28 32-840 0 0,-23 0 118 0 0,20 1-228 0 0,2 0-2 0 0,1 0-1 0 0,-1 1 0 0 0,1-1 0 0 0,-1 0 0 0 0,1 0 0 0 0,-1 1 0 0 0,1-1 0 0 0,-1 1 0 0 0,1-1 0 0 0,0 1 0 0 0,-1 0 0 0 0,1-1 0 0 0,0 1 0 0 0,0 0 0 0 0,-1 0 0 0 0,1 0 0 0 0,0 0 1 0 0,0 0-1 0 0,0 0 0 0 0,0 0 0 0 0,0 1 0 0 0,0-1 0 0 0,-1 2 0 0 0,0-1 1 0 0,-1 2 2 0 0,13 7-4 0 0,-3-9-15 0 0,12 0 1 0 0,-2-4 8 0 0,10 0 207 0 0,-21 4 289 0 0,-31 11 521 0 0,-5 2-1215 0 0,28-13 72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2.4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27 6165 0 0,'0'0'-331'0'0,"-30"-23"-813"0"0,28 21 1141 0 0,-1 0 4 0 0,-27 8-29 0 0,25-5 24 0 0,0 1-1 0 0,0-1 0 0 0,-1 1 0 0 0,1 1 0 0 0,0-1 1 0 0,0 1-1 0 0,1 0 0 0 0,-1 0 0 0 0,-6 6 1 0 0,-8 4-10 0 0,18-13 16 0 0,0 1-1 0 0,0-1 0 0 0,0 1 1 0 0,1-1-1 0 0,-1 1 1 0 0,0-1-1 0 0,1 1 0 0 0,-1-1 1 0 0,0 1-1 0 0,1-1 1 0 0,-1 1-1 0 0,1 0 0 0 0,-1-1 1 0 0,1 1-1 0 0,-1 0 1 0 0,1 0-1 0 0,-1-1 1 0 0,1 1-1 0 0,0 0 0 0 0,0 0 1 0 0,-1 0-1 0 0,1-1 1 0 0,0 1-1 0 0,0 0 0 0 0,0 0 1 0 0,0 0-1 0 0,0 0 1 0 0,0 0-1 0 0,0-1 1 0 0,0 1-1 0 0,0 0 0 0 0,0 0 1 0 0,0 0-1 0 0,1 0 1 0 0,-1-1-1 0 0,0 1 0 0 0,0 0 1 0 0,1 0-1 0 0,-1 0 1 0 0,1-1-1 0 0,-1 1 1 0 0,1 0-1 0 0,-1-1 0 0 0,1 1 1 0 0,-1 0-1 0 0,1-1 1 0 0,0 1-1 0 0,-1-1 0 0 0,1 1 1 0 0,0-1-1 0 0,0 1 1 0 0,-1-1-1 0 0,1 1 1 0 0,0-1-1 0 0,0 0 0 0 0,-1 1 1 0 0,1-1-1 0 0,0 0 1 0 0,0 0-1 0 0,0 0 0 0 0,0 0 1 0 0,0 0-1 0 0,-1 0 1 0 0,2 0-1 0 0,1 0-6 0 0,32-16 43 0 0,0-6 683 0 0,-34 21-528 0 0,5-1 898 0 0,-11 4-1084 0 0,1 0-3 0 0,1 0-1 0 0,-1 0 1 0 0,0 1-1 0 0,0-1 1 0 0,1 1-1 0 0,-1 0 0 0 0,-3 3 1 0 0,6-4-17 0 0,-6 7-73 0 0,3-4 108 0 0,6-5 284 0 0,3-4-231 0 0,-4 4-41 0 0,0-1 0 0 0,1 0 0 0 0,-1 1 0 0 0,0-1 0 0 0,0 0 1 0 0,0 0-1 0 0,0 0 0 0 0,0 0 0 0 0,0 0 0 0 0,0 0 0 0 0,0 0 0 0 0,-1 0 0 0 0,1-1 0 0 0,0 1 1 0 0,0 0-1 0 0,-1 0 0 0 0,1-1 0 0 0,0-1 0 0 0,-1 1 119 0 0,-15-4-327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3.5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60 54 5288 0 0,'0'0'-183'0'0,"-39"-18"725"0"0,37 17-349 0 0,5-2-190 0 0,0 1-1 0 0,0 0 1 0 0,0 0 0 0 0,0 1-1 0 0,0-1 1 0 0,0 0 0 0 0,0 1-1 0 0,0 0 1 0 0,1 0 0 0 0,-1 0-1 0 0,5-1 1 0 0,-6 2-10 0 0,45-13-54 0 0,-37 12 53 0 0,0 1-1 0 0,0 0 1 0 0,0 0 0 0 0,0 1-1 0 0,0 1 1 0 0,0-1 0 0 0,0 1-1 0 0,-1 1 1 0 0,1 0 0 0 0,-1 1-1 0 0,1-1 1 0 0,-1 2 0 0 0,0-1 0 0 0,10 8-1 0 0,-18-11 9 0 0,0-1 1 0 0,0 1-1 0 0,0-1 0 0 0,0 1 1 0 0,0 0-1 0 0,0-1 0 0 0,0 1 0 0 0,0 0 1 0 0,0 0-1 0 0,0 0 0 0 0,-1 0 0 0 0,1 0 1 0 0,0 0-1 0 0,-1 0 0 0 0,1 0 0 0 0,0 0 1 0 0,-1 0-1 0 0,1 0 0 0 0,-1 0 0 0 0,0 0 1 0 0,1 0-1 0 0,-1 1 0 0 0,0-1 1 0 0,0 0-1 0 0,0 0 0 0 0,0 0 0 0 0,0 1 1 0 0,0-1-1 0 0,0 0 0 0 0,0 0 0 0 0,0 0 1 0 0,0 1-1 0 0,-1-1 0 0 0,1 0 0 0 0,-1 0 1 0 0,1 0-1 0 0,0 0 0 0 0,-1 0 1 0 0,0 0-1 0 0,1 0 0 0 0,-1 0 0 0 0,0 0 1 0 0,0 0-1 0 0,1 0 0 0 0,-1 0 0 0 0,0 0 1 0 0,0-1-1 0 0,0 1 0 0 0,0 0 0 0 0,-2 0 1 0 0,-5 6 5 0 0,0-1 1 0 0,0 0-1 0 0,-1-1 1 0 0,-10 5-1 0 0,-123 44 457 0 0,140-53-415 0 0,0 0-1 0 0,2-1-44 0 0,-1 0-1 0 0,1 0 0 0 0,0 0 1 0 0,0 0-1 0 0,0 0 1 0 0,-1 0-1 0 0,1 0 0 0 0,0 0 1 0 0,0 0-1 0 0,-1 0 0 0 0,1 0 1 0 0,0 0-1 0 0,0 0 0 0 0,0 0 1 0 0,-1 0-1 0 0,1 0 1 0 0,0 0-1 0 0,0 1 0 0 0,-1-1 1 0 0,1 0-1 0 0,0 0 0 0 0,0 0 1 0 0,0 0-1 0 0,0 0 0 0 0,-1 0 1 0 0,1 1-1 0 0,0-1 1 0 0,0 0-1 0 0,0 0 0 0 0,0 0 1 0 0,0 0-1 0 0,-1 1 0 0 0,1-1 1 0 0,0 0-1 0 0,0 0 1 0 0,0 0-1 0 0,0 1 0 0 0,0-1 1 0 0,0 0-1 0 0,0 0 0 0 0,0 1 1 0 0,0-1-1 0 0,0 0 0 0 0,0 0 1 0 0,0 0-1 0 0,0 1 1 0 0,73 23 51 0 0,24 9-60 0 0,-81-26-3 0 0,42 22-51 0 0,-54-27 55 0 0,-1 1-1 0 0,0-1 1 0 0,1 1-1 0 0,-1-1 1 0 0,0 1 0 0 0,-1 0-1 0 0,1 0 1 0 0,0 1-1 0 0,-1-1 1 0 0,0 0 0 0 0,0 1-1 0 0,3 6 1 0 0,-5-9 5 0 0,0 0 0 0 0,0 0 0 0 0,0 0 0 0 0,-1 0 0 0 0,1 0 0 0 0,0 0 0 0 0,-1 0 0 0 0,1 0 0 0 0,0 0 0 0 0,-1 0 0 0 0,1-1 0 0 0,-1 1 0 0 0,0 0 0 0 0,1 0 0 0 0,-1 0 0 0 0,0-1 0 0 0,1 1 0 0 0,-1 0 0 0 0,0-1 0 0 0,0 1 0 0 0,0 0 0 0 0,0-1 0 0 0,1 1 0 0 0,-1-1 0 0 0,0 0 0 0 0,0 1 0 0 0,0-1 0 0 0,-2 1 0 0 0,-27 10 31 0 0,-8-1 124 0 0,0-2 0 0 0,0-2 1 0 0,-55 3-1 0 0,4-7-2442 0 0,96-4 804 0 0,25-9 153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4.8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201 49 4456 0 0,'-19'-28'460'0'0,"-21"10"122"0"0,38 17-533 0 0,-3 0-25 0 0,0 1 0 0 0,1 0 0 0 0,-1-1 1 0 0,0 2-1 0 0,0-1 0 0 0,-9 2 0 0 0,6 3-22 0 0,-1 0 1 0 0,1 0-1 0 0,0 1 0 0 0,1 0 1 0 0,-1 0-1 0 0,-12 15 1 0 0,17-18-4 0 0,1-1 1 0 0,-1 1 0 0 0,1 0 0 0 0,0 0-1 0 0,0 0 1 0 0,0 0 0 0 0,0 0 0 0 0,0 1-1 0 0,1-1 1 0 0,-1 0 0 0 0,1 1 0 0 0,0-1-1 0 0,0 1 1 0 0,0 0 0 0 0,1-1 0 0 0,-1 1-1 0 0,1 0 1 0 0,0-1 0 0 0,0 1 0 0 0,0 0-1 0 0,2 6 1 0 0,-2-8 5 0 0,1 0 0 0 0,0 0 0 0 0,0 0 0 0 0,0 0 0 0 0,0 0-1 0 0,0 0 1 0 0,1-1 0 0 0,-1 1 0 0 0,0 0 0 0 0,1-1 0 0 0,0 1 0 0 0,-1 0 0 0 0,4 1 0 0 0,-2-1-1 0 0,0-1 0 0 0,0 0 0 0 0,1 0 0 0 0,-1 0 0 0 0,0-1 0 0 0,0 1 0 0 0,1-1 0 0 0,-1 1 0 0 0,0-1 0 0 0,1 0 0 0 0,-1 0 0 0 0,0-1 0 0 0,1 1 0 0 0,-1-1 0 0 0,0 0 0 0 0,5-1 1 0 0,1-1 29 0 0,0 0 0 0 0,-1 0 1 0 0,1-1-1 0 0,-1-1 0 0 0,1 0 1 0 0,-1 0-1 0 0,-1 0 1 0 0,1-1-1 0 0,-1 0 0 0 0,0 0 1 0 0,0-1-1 0 0,-1 0 1 0 0,0 0-1 0 0,0-1 0 0 0,0 1 1 0 0,-1-1-1 0 0,-1-1 0 0 0,1 1 1 0 0,-1-1-1 0 0,5-16 1 0 0,-8 23 9 0 0,-1 2-42 0 0,-1-1 1 0 0,1 1 0 0 0,0-1-1 0 0,0 1 1 0 0,-1-1 0 0 0,1 1 0 0 0,0-1-1 0 0,-1 1 1 0 0,1-1 0 0 0,-1 1-1 0 0,1 0 1 0 0,0-1 0 0 0,-1 1-1 0 0,1 0 1 0 0,-1-1 0 0 0,1 1 0 0 0,-1 0-1 0 0,1-1 1 0 0,-1 1 0 0 0,1 0-1 0 0,-1 0 1 0 0,0 0 0 0 0,1-1 0 0 0,-1 1-1 0 0,1 0 1 0 0,-1 0 0 0 0,1 0-1 0 0,-1 0 1 0 0,0 0 0 0 0,1 0-1 0 0,-1 0 1 0 0,1 0 0 0 0,-1 0 0 0 0,1 1-1 0 0,-1-1 1 0 0,0 0 0 0 0,-29 8 49 0 0,10 0-39 0 0,0 0 0 0 0,1 2 0 0 0,1 1 1 0 0,-1 0-1 0 0,-25 22 0 0 0,38-27-18 0 0,3 2 3 0 0,2-6-10 0 0,6 2-10 0 0,-5-4 20 0 0,0 0 0 0 0,0 1 0 0 0,0-1 1 0 0,0 0-1 0 0,1 1 0 0 0,-1-1 0 0 0,0 0 0 0 0,0 1 0 0 0,0-1 1 0 0,1 0-1 0 0,-1 0 0 0 0,0 1 0 0 0,0-1 0 0 0,1 0 0 0 0,-1 0 0 0 0,0 0 1 0 0,0 1-1 0 0,1-1 0 0 0,-1 0 0 0 0,0 0 0 0 0,1 0 0 0 0,-1 0 1 0 0,0 0-1 0 0,1 1 0 0 0,-1-1 0 0 0,0 0 0 0 0,1 0 0 0 0,-1 0 1 0 0,0 0-1 0 0,1 0 0 0 0,-1 0 0 0 0,0 0 0 0 0,1 0 0 0 0,-1 0 0 0 0,0 0 1 0 0,1-1-1 0 0,-1 1 0 0 0,0 0 0 0 0,1 0 0 0 0,18-6 1 0 0,0 0 1 0 0,-1-1-1 0 0,0-1 0 0 0,-1-1 0 0 0,0-1 0 0 0,30-21 0 0 0,-45 30 175 0 0,-10 2-159 0 0,-18 8-8 0 0,1 1 1 0 0,0 2-1 0 0,0 0 0 0 0,-34 24 1 0 0,55-34 129 0 0,10-6-113 0 0,23-9-1 0 0,-26 12-17 0 0,3-2 151 0 0,-3 2-433 0 0,-27 12-3128 0 0,19-8 1626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6.1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242 29 4924 0 0,'0'0'-192'0'0,"-28"-25"-563"0"0,21 23 764 0 0,0 2 1 0 0,0-1-1 0 0,1 1 0 0 0,-1 0 1 0 0,0 0-1 0 0,0 0 1 0 0,0 1-1 0 0,1 0 0 0 0,-1 1 1 0 0,0 0-1 0 0,1 0 0 0 0,-1 0 1 0 0,1 0-1 0 0,0 1 1 0 0,0 0-1 0 0,-10 7 0 0 0,6-3 2 0 0,0 0 1 0 0,1 0-1 0 0,1 1 0 0 0,-1 0 0 0 0,1 0 0 0 0,0 1 1 0 0,1 0-1 0 0,-12 20 0 0 0,18-27-7 0 0,1-1 1 0 0,-1 0-1 0 0,1 0 1 0 0,-1 0-1 0 0,1 0 0 0 0,0 1 1 0 0,-1-1-1 0 0,1 0 0 0 0,0 0 1 0 0,0 1-1 0 0,0-1 0 0 0,0 0 1 0 0,0 1-1 0 0,0-1 1 0 0,1 0-1 0 0,-1 0 0 0 0,0 1 1 0 0,0-1-1 0 0,1 0 0 0 0,-1 0 1 0 0,1 0-1 0 0,-1 0 0 0 0,1 1 1 0 0,0-1-1 0 0,-1 0 1 0 0,1 0-1 0 0,0 0 0 0 0,0 0 1 0 0,0 0-1 0 0,0-1 0 0 0,0 1 1 0 0,0 0-1 0 0,0 0 0 0 0,0 0 1 0 0,2 0-1 0 0,-1 1-1 0 0,1-1 1 0 0,0 1-1 0 0,-1-1 0 0 0,1 0 0 0 0,0 0 0 0 0,0 0 1 0 0,0-1-1 0 0,0 1 0 0 0,0-1 0 0 0,0 1 1 0 0,0-1-1 0 0,-1 0 0 0 0,1 0 0 0 0,0 0 1 0 0,6-2-1 0 0,4-1 67 0 0,-1 0-1 0 0,1-1 1 0 0,-1-1 0 0 0,1 0 0 0 0,-2-1-1 0 0,1 0 1 0 0,0-1 0 0 0,-1 0 0 0 0,-1-1 0 0 0,1 0-1 0 0,15-16 1 0 0,-26 24-56 0 0,-1 0-1 0 0,1 0 1 0 0,0 0-1 0 0,0 0 1 0 0,-1 0-1 0 0,1 0 0 0 0,0 0 1 0 0,0 0-1 0 0,-1 0 1 0 0,1 0-1 0 0,0 0 1 0 0,0 0-1 0 0,0 0 1 0 0,-1 0-1 0 0,1 0 1 0 0,0 0-1 0 0,0 0 1 0 0,-1-1-1 0 0,1 1 1 0 0,0 0-1 0 0,0 0 1 0 0,0 0-1 0 0,0 0 0 0 0,-1 0 1 0 0,1-1-1 0 0,0 1 1 0 0,0 0-1 0 0,0 0 1 0 0,0 0-1 0 0,0-1 1 0 0,0 1-1 0 0,-1 0 1 0 0,1 0-1 0 0,0-1 1 0 0,0 1-1 0 0,0 0 1 0 0,0 0-1 0 0,0 0 1 0 0,0-1-1 0 0,0 1 1 0 0,0 0-1 0 0,0 0 0 0 0,0-1 1 0 0,0 1-1 0 0,0 0 1 0 0,0 0-1 0 0,0-1 1 0 0,0 1-1 0 0,0 0 1 0 0,1 0-1 0 0,-1 0 1 0 0,0-1-1 0 0,0 1 1 0 0,0 0-1 0 0,0 0 1 0 0,0 0-1 0 0,1-1 1 0 0,-13 4 3 0 0,1 1 1 0 0,-1 0-1 0 0,1 1 1 0 0,0 0-1 0 0,0 1 1 0 0,1 0 0 0 0,0 1-1 0 0,0 0 1 0 0,0 0-1 0 0,1 1 1 0 0,0 1-1 0 0,1-1 1 0 0,-11 15 0 0 0,18-23-19 0 0,1 1 0 0 0,-1 0 0 0 0,1 0 0 0 0,-1-1 0 0 0,1 1 1 0 0,-1 0-1 0 0,1 0 0 0 0,-1 0 0 0 0,1-1 0 0 0,0 1 1 0 0,0 0-1 0 0,-1 0 0 0 0,1 0 0 0 0,0 0 0 0 0,0 0 0 0 0,0 0 1 0 0,0 0-1 0 0,0 0 0 0 0,0-1 0 0 0,0 1 0 0 0,0 0 0 0 0,0 0 1 0 0,1 0-1 0 0,-1 1 0 0 0,1-2 3 0 0,-1 0 0 0 0,0 1-1 0 0,1-1 1 0 0,-1 0 0 0 0,1 0 0 0 0,-1 1 0 0 0,1-1 0 0 0,-1 0-1 0 0,1 0 1 0 0,-1 0 0 0 0,1 0 0 0 0,-1 0 0 0 0,1 0 0 0 0,-1 0-1 0 0,1 0 1 0 0,-1 0 0 0 0,1 0 0 0 0,-1 0 0 0 0,0 0-1 0 0,1 0 1 0 0,-1 0 0 0 0,1 0 0 0 0,-1 0 0 0 0,1-1 0 0 0,-1 1-1 0 0,1 0 1 0 0,-1 0 0 0 0,1-1 0 0 0,-1 1 0 0 0,1-1 0 0 0,14-9 172 0 0,-1-1 0 0 0,-1 0 0 0 0,0-1 0 0 0,14-16 0 0 0,-26 27 64 0 0,-8 3-207 0 0,-8 7-69 0 0,-1-1 0 0 0,-27 22 1 0 0,-6 11-3830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7.1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132 112 4696 0 0,'17'-47'216'0'0,"-17"43"-259"0"0,1 3 94 0 0,-1 1-1 0 0,1-1 1 0 0,-1 0 0 0 0,1 0-1 0 0,-1 0 1 0 0,0 0 0 0 0,0 0 0 0 0,1 0-1 0 0,-1 0 1 0 0,0 1 0 0 0,0-1-1 0 0,0 0 1 0 0,0 0 0 0 0,0 0 0 0 0,0 0-1 0 0,0 0 1 0 0,-1 0 0 0 0,1 0-1 0 0,0 0 1 0 0,0 0 0 0 0,-1 0 0 0 0,1 1-1 0 0,0-1 1 0 0,-1 0 0 0 0,1 0-1 0 0,-1 0 1 0 0,1 1 0 0 0,-1-1 0 0 0,0 0-1 0 0,1 0 1 0 0,-1 1 0 0 0,0-1-1 0 0,1 1 1 0 0,-1-1 0 0 0,-1 0 0 0 0,0 0 96 0 0,-4 3-90 0 0,-5 4-35 0 0,-1 0-1 0 0,1 1 1 0 0,0 0-1 0 0,0 1 1 0 0,1 1-1 0 0,0-1 0 0 0,0 1 1 0 0,1 1-1 0 0,1 0 1 0 0,-1 0-1 0 0,-7 13 1 0 0,16-23-26 0 0,-1 1 0 0 0,1 0 1 0 0,-1-1-1 0 0,1 1 0 0 0,-1 0 0 0 0,1-1 1 0 0,0 1-1 0 0,-1 0 0 0 0,1-1 1 0 0,0 1-1 0 0,0 0 0 0 0,-1 0 0 0 0,1-1 1 0 0,0 1-1 0 0,0 0 0 0 0,0 0 1 0 0,0 0-1 0 0,0-1 0 0 0,0 1 0 0 0,0 0 1 0 0,0 0-1 0 0,0 0 0 0 0,0-1 1 0 0,0 1-1 0 0,1 0 0 0 0,-1 0 0 0 0,0-1 1 0 0,1 1-1 0 0,-1 0 0 0 0,0-1 0 0 0,1 1 1 0 0,-1 0-1 0 0,1-1 0 0 0,-1 1 1 0 0,1 0-1 0 0,-1-1 0 0 0,1 1 0 0 0,0-1 1 0 0,-1 1-1 0 0,1-1 0 0 0,0 1 1 0 0,-1-1-1 0 0,1 0 0 0 0,1 1 0 0 0,1 1-17 0 0,0-1 0 0 0,0 0 0 0 0,1 0 0 0 0,-1 0 0 0 0,0 0 0 0 0,1-1 0 0 0,-1 1 0 0 0,1-1 0 0 0,-1 0 0 0 0,5 0 0 0 0,6-2-16 0 0,0-1-1 0 0,-1-1 1 0 0,0 1-1 0 0,0-2 1 0 0,0 0-1 0 0,0-1 1 0 0,-1 0 0 0 0,15-10-1 0 0,-10 5 86 0 0,0-1-1 0 0,0-1 1 0 0,-1 0-1 0 0,-1-1 0 0 0,16-19 1 0 0,-30 33-29 0 0,0-1 0 0 0,0 0 0 0 0,0 0 0 0 0,0 0 0 0 0,0 0 0 0 0,-1 0 0 0 0,1 0 0 0 0,0 0 0 0 0,0-1 0 0 0,-1 1 1 0 0,1 0-1 0 0,-1 0 0 0 0,1 0 0 0 0,-1-1 0 0 0,0 1 0 0 0,1 0 0 0 0,-1-1 0 0 0,0 1 0 0 0,0 0 0 0 0,0-1 0 0 0,0 1 0 0 0,0-3 0 0 0,-1 4-12 0 0,0-1-1 0 0,0 0 0 0 0,1 0 1 0 0,-1 1-1 0 0,0-1 1 0 0,0 1-1 0 0,0-1 0 0 0,0 1 1 0 0,0-1-1 0 0,0 1 1 0 0,0 0-1 0 0,0-1 1 0 0,0 1-1 0 0,0 0 0 0 0,0 0 1 0 0,0 0-1 0 0,0 0 1 0 0,0 0-1 0 0,-1 0 0 0 0,1 0 1 0 0,-1 0-1 0 0,-9 1 3 0 0,1 1 0 0 0,0 0 1 0 0,-1 1-1 0 0,-16 6 0 0 0,10-2-22 0 0,0 2 0 0 0,0 0 0 0 0,1 0 0 0 0,0 2 0 0 0,-23 19 0 0 0,39-29 10 0 0,-1-1 1 0 0,1 0-1 0 0,0 1 0 0 0,0-1 1 0 0,-1 0-1 0 0,1 1 1 0 0,0-1-1 0 0,0 0 0 0 0,0 1 1 0 0,0-1-1 0 0,0 0 1 0 0,-1 1-1 0 0,1-1 1 0 0,0 1-1 0 0,0-1 0 0 0,0 0 1 0 0,0 1-1 0 0,0-1 1 0 0,0 0-1 0 0,0 1 0 0 0,0-1 1 0 0,0 1-1 0 0,1-1 1 0 0,-1 0-1 0 0,0 1 1 0 0,0-1-1 0 0,0 0 0 0 0,0 1 1 0 0,0-1-1 0 0,1 0 1 0 0,-1 1-1 0 0,0-1 1 0 0,0 0-1 0 0,0 1 0 0 0,1-1 1 0 0,-1 0-1 0 0,0 0 1 0 0,1 1-1 0 0,-1-1 0 0 0,0 0 1 0 0,1 0-1 0 0,-1 1 1 0 0,0-1-1 0 0,1 0 1 0 0,-1 0-1 0 0,0 0 0 0 0,1 0 1 0 0,0 1-3 0 0,1 0 0 0 0,-1 0 0 0 0,1-1 0 0 0,-1 1-1 0 0,1-1 1 0 0,-1 0 0 0 0,1 1 0 0 0,-1-1 0 0 0,1 0 0 0 0,-1 0 0 0 0,1 0 0 0 0,-1 0 0 0 0,1 0 0 0 0,2 0 0 0 0,4-2 35 0 0,0 0 1 0 0,1-1-1 0 0,-1 0 1 0 0,0 0-1 0 0,0-1 1 0 0,-1 0 0 0 0,1 0-1 0 0,-1 0 1 0 0,0-1-1 0 0,0-1 1 0 0,0 1-1 0 0,7-9 1 0 0,-14 14-26 0 0,0 0 1 0 0,0 0-1 0 0,0-1 0 0 0,1 1 0 0 0,-1 0 1 0 0,0 0-1 0 0,0-1 0 0 0,0 1 0 0 0,0 0 1 0 0,0-1-1 0 0,0 1 0 0 0,0 0 0 0 0,0 0 1 0 0,0-1-1 0 0,0 1 0 0 0,0 0 0 0 0,0-1 1 0 0,0 1-1 0 0,0 0 0 0 0,0-1 0 0 0,0 1 1 0 0,0 0-1 0 0,0 0 0 0 0,0-1 0 0 0,0 1 1 0 0,-1 0-1 0 0,1 0 0 0 0,0-1 0 0 0,0 1 1 0 0,0 0-1 0 0,0 0 0 0 0,-1-1 0 0 0,1 1 1 0 0,0 0-1 0 0,0 0 0 0 0,0 0 0 0 0,-1-1 1 0 0,1 1-1 0 0,0 0 0 0 0,-1 0 0 0 0,-16-6 64 0 0,-14 3-32 0 0,8 5-220 0 0,1 0 0 0 0,1 2 0 0 0,-1 0 0 0 0,-23 8 0 0 0,44-11-307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8.1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159 76 5064 0 0,'0'-1'-9'0'0,"0"-1"0"0"0,0 1 0 0 0,1-1 0 0 0,-1 1-1 0 0,0 0 1 0 0,0-1 0 0 0,0 1 0 0 0,-1-1 0 0 0,1 1 0 0 0,0-1-1 0 0,0 1 1 0 0,-1-1 0 0 0,1 1 0 0 0,-1-1 0 0 0,0 1-1 0 0,1 0 1 0 0,-1 0 0 0 0,0-1 0 0 0,1 1 0 0 0,-1 0-1 0 0,0 0 1 0 0,0 0 0 0 0,0-1 0 0 0,0 1 0 0 0,-1 0-1 0 0,1 1 1 0 0,0-1 0 0 0,0 0 0 0 0,0 0 0 0 0,-1 0-1 0 0,1 1 1 0 0,0-1 0 0 0,-1 1 0 0 0,1-1 0 0 0,-1 1-1 0 0,1-1 1 0 0,-1 1 0 0 0,1 0 0 0 0,0 0 0 0 0,-1 0-1 0 0,1 0 1 0 0,-4 0 0 0 0,1 0 26 0 0,0 2-3 0 0,-4 0-9 0 0,0 2-1 0 0,0-1 1 0 0,0 1-1 0 0,0 0 0 0 0,1 1 1 0 0,-13 9-1 0 0,16-10-2 0 0,-1-1 1 0 0,1 1-1 0 0,1-1 1 0 0,-1 1-1 0 0,0 1 1 0 0,1-1-1 0 0,0 0 0 0 0,0 1 1 0 0,0 0-1 0 0,1 0 1 0 0,-1-1-1 0 0,-2 10 0 0 0,5-13 1 0 0,0 0 0 0 0,0 0-1 0 0,0 0 1 0 0,0-1 0 0 0,1 1-1 0 0,-1 0 1 0 0,0 0 0 0 0,1 0-1 0 0,-1 0 1 0 0,0 0 0 0 0,1-1-1 0 0,-1 1 1 0 0,1 0 0 0 0,-1 0-1 0 0,1-1 1 0 0,-1 1-1 0 0,1 0 1 0 0,0-1 0 0 0,-1 1-1 0 0,1-1 1 0 0,0 1 0 0 0,-1-1-1 0 0,1 1 1 0 0,0-1 0 0 0,0 1-1 0 0,0-1 1 0 0,-1 0 0 0 0,1 1-1 0 0,0-1 1 0 0,0 0 0 0 0,0 0-1 0 0,0 1 1 0 0,0-1 0 0 0,0 0-1 0 0,-1 0 1 0 0,3 0-1 0 0,37 0 47 0 0,-25-4 12 0 0,0 0-1 0 0,0-1 1 0 0,0-1-1 0 0,0 0 0 0 0,-1-1 1 0 0,0-1-1 0 0,0 0 1 0 0,-1-1-1 0 0,0 0 1 0 0,-1-1-1 0 0,0 0 1 0 0,20-23-1 0 0,-32 33-50 0 0,1-1 0 0 0,-1 1 0 0 0,0 0 0 0 0,0-1 0 0 0,1 1 0 0 0,-1-1 0 0 0,0 1-1 0 0,0-1 1 0 0,0 1 0 0 0,0 0 0 0 0,0-1 0 0 0,1 1 0 0 0,-1-1 0 0 0,0 1 0 0 0,0-1 0 0 0,0 1 0 0 0,0-1-1 0 0,0 1 1 0 0,0-1 0 0 0,0 1 0 0 0,-1-1 0 0 0,1 1 0 0 0,0 0 0 0 0,0-1 0 0 0,0 1 0 0 0,0-1 0 0 0,-1 1 0 0 0,1-1-1 0 0,0 1 1 0 0,0 0 0 0 0,-1-1 0 0 0,1 1 0 0 0,0 0 0 0 0,-1-1 0 0 0,1 1 0 0 0,0 0 0 0 0,-1-1 0 0 0,1 1-1 0 0,0 0 1 0 0,-1 0 0 0 0,1-1 0 0 0,-1 1 0 0 0,1 0 0 0 0,0 0 0 0 0,-1 0 0 0 0,0-1 0 0 0,-1 1 7 0 0,0-1 1 0 0,1 0-1 0 0,-1 1 1 0 0,0 0-1 0 0,0-1 1 0 0,0 1-1 0 0,0 0 1 0 0,0 0-1 0 0,0 0 0 0 0,0 0 1 0 0,0 0-1 0 0,-3 1 1 0 0,-10 4-13 0 0,0 0 0 0 0,0 0 0 0 0,0 1 0 0 0,0 1 0 0 0,1 1 1 0 0,0 0-1 0 0,1 1 0 0 0,-16 12 0 0 0,28-19-46 0 0,2-2-66 0 0,0 1 94 0 0,-1 0 0 0 0,1 0 0 0 0,0 0 0 0 0,0-1-1 0 0,0 1 1 0 0,1-1 0 0 0,-1 1 0 0 0,0-1 0 0 0,0 1 0 0 0,0-1 0 0 0,0 0 0 0 0,0 1 0 0 0,1-1-1 0 0,-1 0 1 0 0,0 0 0 0 0,0 0 0 0 0,2 0 0 0 0,16-4-47 0 0,0-2 0 0 0,34-14 0 0 0,-45 16 170 0 0,1 0-1 0 0,-1 0 1 0 0,0-1 0 0 0,-1 0 0 0 0,1 0 0 0 0,-1-1-1 0 0,0 0 1 0 0,12-14 0 0 0,-19 20-99 0 0,0 0 0 0 0,0 0 0 0 0,0-1 0 0 0,1 1-1 0 0,-1 0 1 0 0,0-1 0 0 0,0 1 0 0 0,0 0 0 0 0,0-1 0 0 0,0 1 0 0 0,0 0 0 0 0,0-1 0 0 0,0 1-1 0 0,0 0 1 0 0,0-1 0 0 0,0 1 0 0 0,0 0 0 0 0,0-1 0 0 0,0 1 0 0 0,0 0 0 0 0,0-1 0 0 0,0 1 0 0 0,0 0-1 0 0,0-1 1 0 0,0 1 0 0 0,0 0 0 0 0,-1 0 0 0 0,1-1 0 0 0,0 1 0 0 0,0 0 0 0 0,0-1 0 0 0,-1 1 0 0 0,1 0-1 0 0,0 0 1 0 0,0 0 0 0 0,0-1 0 0 0,-1 1 0 0 0,1 0 0 0 0,0 0 0 0 0,-1 0 0 0 0,1-1 0 0 0,0 1-1 0 0,-1 0 1 0 0,1 0 0 0 0,0 0 0 0 0,-1 0 0 0 0,1 0 0 0 0,0 0 0 0 0,0 0 0 0 0,-1 0 0 0 0,1 0 0 0 0,-1 0-1 0 0,1 0 1 0 0,0 0 0 0 0,-1 0 0 0 0,1 0 0 0 0,-16-1-15 0 0,2 2-221 0 0,-1 0-1 0 0,1 1 1 0 0,0 1-1 0 0,0 0 0 0 0,0 0 1 0 0,1 2-1 0 0,-1 0 1 0 0,-16 9-1 0 0,11-6-1570 0 0,4-1 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7.9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83 15 4488 0 0,'0'0'-206'0'0,"0"-1"-162"0"0,0 0 403 0 0,0 0-1 0 0,0 1 1 0 0,-1-1 0 0 0,1 0 0 0 0,0 1-1 0 0,-1-1 1 0 0,1 0 0 0 0,0 1 0 0 0,-1-1-1 0 0,1 0 1 0 0,-1 1 0 0 0,1-1 0 0 0,-1 1-1 0 0,1-1 1 0 0,-1 1 0 0 0,1-1 0 0 0,-1 1-1 0 0,1 0 1 0 0,-1-1 0 0 0,0 1 0 0 0,1 0-1 0 0,-1-1 1 0 0,0 1 0 0 0,1 0 0 0 0,-1 0-1 0 0,0 0 1 0 0,1-1 0 0 0,-1 1 0 0 0,0 0-1 0 0,-1 0 1 0 0,-1 1-35 0 0,-1 1 11 0 0,0-1 0 0 0,-1 1 0 0 0,1 0 0 0 0,0 0 1 0 0,0 1-1 0 0,0-1 0 0 0,0 1 0 0 0,0 0 0 0 0,0 0 0 0 0,1 0 0 0 0,-1 0 0 0 0,1 1 1 0 0,0-1-1 0 0,-5 8 0 0 0,8-9-5 0 0,2 11 5 0 0,-1-11-11 0 0,16 4-10 0 0,-14-5 8 0 0,0-1-1 0 0,1 0 1 0 0,-1 1-1 0 0,0-2 0 0 0,0 1 1 0 0,0 0-1 0 0,0-1 1 0 0,0 1-1 0 0,0-1 1 0 0,1 0-1 0 0,-1 0 1 0 0,-1 0-1 0 0,1 0 1 0 0,0-1-1 0 0,4-1 0 0 0,35-30 691 0 0,-38 29-415 0 0,-2 2-93 0 0,-2 2-161 0 0,0 0-1 0 0,0 0 1 0 0,-1-1 0 0 0,1 1 0 0 0,0 0 0 0 0,0 0 0 0 0,0-1 0 0 0,0 1 0 0 0,0 0 0 0 0,0 0 0 0 0,-1-1 0 0 0,1 1 0 0 0,0 0 0 0 0,0 0 0 0 0,0-1 0 0 0,-1 1 0 0 0,1 0-1 0 0,0 0 1 0 0,0 0 0 0 0,0 0 0 0 0,-1-1 0 0 0,1 1 0 0 0,0 0 0 0 0,0 0 0 0 0,-1 0 0 0 0,1 0 0 0 0,0 0 0 0 0,-1 0 0 0 0,1 0 0 0 0,0 0 0 0 0,0 0 0 0 0,-1 0 0 0 0,1 0 0 0 0,0 0-1 0 0,-1 0 1 0 0,1 0 0 0 0,0 0 0 0 0,0 0 0 0 0,-1 0 0 0 0,1 0 0 0 0,-21 6 159 0 0,-22 19-401 0 0,44-25 218 0 0,-1 0-1 0 0,0 0 1 0 0,0 0-1 0 0,0 0 1 0 0,0 0 0 0 0,0 0-1 0 0,0 0 1 0 0,0 0 0 0 0,1 0-1 0 0,-1 0 1 0 0,0 0-1 0 0,0 0 1 0 0,0 0 0 0 0,0 0-1 0 0,0 0 1 0 0,0 0 0 0 0,1 0-1 0 0,-1 0 1 0 0,0 0-1 0 0,0 0 1 0 0,0 0 0 0 0,0 0-1 0 0,0 0 1 0 0,0 0 0 0 0,0 0-1 0 0,1 0 1 0 0,-1 0-1 0 0,0 0 1 0 0,0 0 0 0 0,0 0-1 0 0,0 0 1 0 0,0 1 0 0 0,0-1-1 0 0,0 0 1 0 0,0 0-1 0 0,0 0 1 0 0,0 0 0 0 0,0 0-1 0 0,1 0 1 0 0,-1 0 0 0 0,0 1-1 0 0,0-1 1 0 0,0 0 0 0 0,0 0-1 0 0,0 0 1 0 0,0 0-1 0 0,0 0 1 0 0,0 0 0 0 0,0 0-1 0 0,0 1 1 0 0,0-1 0 0 0,0 0-1 0 0,0 0 1 0 0,0 0-1 0 0,0 0 1 0 0,-1 0 0 0 0,24-6-74 0 0,-19 4 99 0 0,-1 1 1 0 0,1-1-1 0 0,-1 1 0 0 0,0-1 1 0 0,0 0-1 0 0,0-1 0 0 0,0 1 1 0 0,0 0-1 0 0,0-1 0 0 0,-1 1 0 0 0,1-1 1 0 0,-1 0-1 0 0,1 0 0 0 0,-1 0 1 0 0,2-4-1 0 0,-4 6 99 0 0,-11 1-204 0 0,0 1 1 0 0,0 0-1 0 0,-19 5 0 0 0,-13 10-3133 0 0,34-11 1576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9.5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50 4676 0 0,'0'0'-101'0'0,"0"0"157"0"0,0 0-1 0 0,-1 0 1 0 0,1 0 0 0 0,0 0-1 0 0,-1 0 1 0 0,1 0 0 0 0,0 0-1 0 0,-1 0 1 0 0,1 0 0 0 0,0-1-1 0 0,-1 1 1 0 0,1 0 0 0 0,0 0-1 0 0,0 0 1 0 0,-1 0 0 0 0,1 0-1 0 0,0-1 1 0 0,-1 1 0 0 0,1 0-1 0 0,0 0 1 0 0,0-1 0 0 0,-1 1-1 0 0,1 0 1 0 0,0 0 0 0 0,0-1-1 0 0,0 1 1 0 0,0 0 0 0 0,-1-1-1 0 0,1 1 1 0 0,0 0 0 0 0,0 0-1 0 0,0-1 1 0 0,0 1 0 0 0,0 0-1 0 0,0-1 1 0 0,0 0 0 0 0,1-3-49 0 0,6-4-2 0 0,33-6 60 0 0,22-1-162 0 0,-59 14 89 0 0,1 2-5 0 0,12 1 6 0 0,-3-2-4 0 0,-1 2 1 0 0,1 0-1 0 0,-1 0 0 0 0,0 1 0 0 0,0 1 0 0 0,12 4 0 0 0,-22-7 10 0 0,0-1 0 0 0,-1 1-1 0 0,0 0 1 0 0,1-1-1 0 0,-1 1 1 0 0,1 0 0 0 0,-1 0-1 0 0,0 0 1 0 0,1 0 0 0 0,-1 0-1 0 0,0 0 1 0 0,0 0-1 0 0,0 0 1 0 0,0 1 0 0 0,0-1-1 0 0,0 0 1 0 0,0 1 0 0 0,-1-1-1 0 0,1 0 1 0 0,0 1 0 0 0,-1-1-1 0 0,1 1 1 0 0,-1-1-1 0 0,1 1 1 0 0,-1 0 0 0 0,0-1-1 0 0,0 1 1 0 0,0-1 0 0 0,0 1-1 0 0,0 0 1 0 0,0-1-1 0 0,0 1 1 0 0,0-1 0 0 0,0 1-1 0 0,-1-1 1 0 0,1 1 0 0 0,-1-1-1 0 0,1 1 1 0 0,-1-1-1 0 0,0 1 1 0 0,0-1 0 0 0,1 1-1 0 0,-1-1 1 0 0,0 0 0 0 0,0 0-1 0 0,0 1 1 0 0,0-1 0 0 0,-3 2-1 0 0,-5 7 20 0 0,-1 1-1 0 0,-1-1 1 0 0,0-1-1 0 0,-13 9 0 0 0,17-12-21 0 0,-2 0 191 0 0,-1-1 0 0 0,1 1 1 0 0,-20 6-1 0 0,23-9 362 0 0,24-7-450 0 0,-12 3-146 0 0,6-2 19 0 0,13 3-1 0 0,4 4-36 0 0,-22-3 54 0 0,1 0 0 0 0,-1 1-1 0 0,1-1 1 0 0,-1 2 0 0 0,1-1 0 0 0,-1 1-1 0 0,0 0 1 0 0,0 1 0 0 0,-1 0-1 0 0,1 0 1 0 0,-1 0 0 0 0,1 1 0 0 0,-1 0-1 0 0,-1 0 1 0 0,1 0 0 0 0,7 10-1 0 0,-11-12 8 0 0,0-1 1 0 0,0 1-1 0 0,0 0 0 0 0,0 0 0 0 0,-1 1 0 0 0,1-1 0 0 0,-1 0 0 0 0,1 1 1 0 0,-1-1-1 0 0,0 0 0 0 0,-1 1 0 0 0,1-1 0 0 0,-1 1 0 0 0,1 0 0 0 0,-1-1 1 0 0,0 1-1 0 0,-1 3 0 0 0,0-3 6 0 0,0-1 0 0 0,-1 0 0 0 0,0 0 1 0 0,0 0-1 0 0,0 0 0 0 0,0-1 0 0 0,0 1 1 0 0,0 0-1 0 0,-1-1 0 0 0,1 0 0 0 0,-1 1 0 0 0,0-1 1 0 0,1 0-1 0 0,-1 0 0 0 0,-4 1 0 0 0,-8 5 43 0 0,-1-1-1 0 0,0-1 1 0 0,0 0-1 0 0,0-1 0 0 0,-1 0 1 0 0,0-2-1 0 0,-31 3 1 0 0,1 1 864 0 0,45-6-696 0 0,-1 0-185 0 0,0-1-1 0 0,1 1 1 0 0,-1-1-1 0 0,0 0 0 0 0,1 0 1 0 0,-1 0-1 0 0,0 0 1 0 0,1 0-1 0 0,-1-1 0 0 0,-3 0 1 0 0,6-1-319 0 0,0 0 0 0 0,1 1 0 0 0,-1-1 0 0 0,1 0 0 0 0,-1 0 0 0 0,1 1 0 0 0,0-1 0 0 0,0 1 0 0 0,-1-1 0 0 0,1 1 0 0 0,0-1 0 0 0,1 1 0 0 0,-1-1-1 0 0,0 1 1 0 0,3-3 0 0 0,5-3-2505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0.2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169 64 6213 0 0,'0'0'-308'0'0,"-2"-1"209"0"0,0 0-1 0 0,0-1 1 0 0,0 1-1 0 0,0 0 0 0 0,-1 0 1 0 0,1 0-1 0 0,0 1 1 0 0,-1-1-1 0 0,1 0 1 0 0,0 1-1 0 0,-3-1 0 0 0,-2 3 99 0 0,0 1-1 0 0,1-1 1 0 0,0 1-1 0 0,-1 0 1 0 0,1 1-1 0 0,0 0 1 0 0,1 0-1 0 0,-1 0 1 0 0,1 0-1 0 0,0 1 0 0 0,0 0 1 0 0,-7 8-1 0 0,4-2-4 0 0,0 0 0 0 0,0 1 0 0 0,1 0 0 0 0,1 0 0 0 0,-9 22 0 0 0,14-31 12 0 0,0-1 1 0 0,1 0 0 0 0,-1 0-1 0 0,1 1 1 0 0,-1-1-1 0 0,1 0 1 0 0,0 1-1 0 0,0-1 1 0 0,0 0 0 0 0,0 1-1 0 0,0-1 1 0 0,0 0-1 0 0,1 1 1 0 0,-1-1 0 0 0,1 0-1 0 0,-1 1 1 0 0,1-1-1 0 0,0 0 1 0 0,0 0-1 0 0,0 0 1 0 0,0 0 0 0 0,2 2-1 0 0,1 0 8 0 0,-1 0 0 0 0,1-1-1 0 0,-1 0 1 0 0,1 0 0 0 0,0 0 0 0 0,0 0-1 0 0,0 0 1 0 0,1-1 0 0 0,-1 0 0 0 0,6 2-1 0 0,3 1 53 0 0,1-1 0 0 0,0 0 0 0 0,0-1 0 0 0,1 0 0 0 0,25 0 0 0 0,-33-3 12 0 0,0 0 0 0 0,1-1 0 0 0,-1 0 0 0 0,0-1 0 0 0,-1 0 0 0 0,1 0 0 0 0,0 0 0 0 0,0-1 0 0 0,-1 0 0 0 0,1 0 0 0 0,-1 0 0 0 0,0-1 0 0 0,0 0 0 0 0,-1 0 0 0 0,1-1 0 0 0,-1 0 0 0 0,0 0 0 0 0,0 0 0 0 0,0 0 0 0 0,5-8 0 0 0,-6 6-34 0 0,1 0 1 0 0,-1 0-1 0 0,-1 0 0 0 0,1 0 1 0 0,-1-1-1 0 0,-1 0 0 0 0,1 1 1 0 0,-1-1-1 0 0,0 0 0 0 0,-1 0 1 0 0,0 0-1 0 0,0 0 0 0 0,-1 0 0 0 0,0-1 1 0 0,-1 1-1 0 0,-1-13 0 0 0,0 17-27 0 0,0-1 1 0 0,0 1-1 0 0,0 0 0 0 0,0 0 0 0 0,-1 1 0 0 0,1-1 0 0 0,-1 0 0 0 0,0 1 0 0 0,0 0 0 0 0,0-1 1 0 0,-1 1-1 0 0,1 0 0 0 0,-1 1 0 0 0,1-1 0 0 0,-1 1 0 0 0,0 0 0 0 0,0-1 0 0 0,0 2 0 0 0,0-1 1 0 0,-1 0-1 0 0,-8-1 0 0 0,-9-3-123 0 0,0 1 0 0 0,-1 1 0 0 0,-26-1 1 0 0,-6-1-3929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9.2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39 24 4668 0 0,'15'-16'-273'0'0,"-15"11"1850"0"0,-23 9-644 0 0,21-2-924 0 0,0-1-1 0 0,0 0 0 0 0,0 1 1 0 0,0 0-1 0 0,0-1 0 0 0,0 1 1 0 0,0 0-1 0 0,0 0 0 0 0,1 0 0 0 0,-1 0 1 0 0,1 0-1 0 0,0 0 0 0 0,-1 1 1 0 0,1-1-1 0 0,0 0 0 0 0,0 1 1 0 0,1-1-1 0 0,-1 1 0 0 0,0-1 1 0 0,0 5-1 0 0,2-6-13 0 0,-1 0 1 0 0,1 0 0 0 0,-1 0-1 0 0,1 0 1 0 0,-1-1-1 0 0,1 1 1 0 0,-1 0-1 0 0,1 0 1 0 0,0 0-1 0 0,0-1 1 0 0,-1 1-1 0 0,1 0 1 0 0,0-1-1 0 0,0 1 1 0 0,0-1-1 0 0,0 1 1 0 0,0-1-1 0 0,0 1 1 0 0,0-1-1 0 0,0 0 1 0 0,0 1-1 0 0,0-1 1 0 0,0 0-1 0 0,0 0 1 0 0,0 0-1 0 0,0 0 1 0 0,1 0-1 0 0,37 2-125 0 0,-13-5 263 0 0,-1-2 1 0 0,0 0-1 0 0,0-2 0 0 0,-1 0 1 0 0,24-11-1 0 0,-79 23 498 0 0,0 2 0 0 0,-31 11 1 0 0,39-7-1451 0 0,56-23 560 0 0,65-31 633 0 0,-98 43-355 0 0,0 0-1 0 0,1 0 1 0 0,-1 0-1 0 0,1 0 1 0 0,-1 0 0 0 0,0-1-1 0 0,1 1 1 0 0,-1 0-1 0 0,0 0 1 0 0,1 0-1 0 0,-1 0 1 0 0,0-1 0 0 0,1 1-1 0 0,-1 0 1 0 0,0 0-1 0 0,1-1 1 0 0,-1 1 0 0 0,0 0-1 0 0,0-1 1 0 0,1 1-1 0 0,-1 0 1 0 0,0-1-1 0 0,0 1 1 0 0,0 0 0 0 0,0-1-1 0 0,1 1 1 0 0,-1 0-1 0 0,0-1 1 0 0,0 1-1 0 0,0 0 1 0 0,0-1 0 0 0,0 1-1 0 0,0-1 1 0 0,0 0-1 0 0,-16-1-2 0 0,-42 10-1570 0 0,47-7 939 0 0,-4 2-1779 0 0,5-1-667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0.8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195 31 6561 0 0,'1'-1'-64'0'0,"-1"0"0"0"0,1 0 1 0 0,0 0-1 0 0,-1 0 0 0 0,1 0 0 0 0,-1 0 1 0 0,1-1-1 0 0,-1 1 0 0 0,1 0 1 0 0,-1 0-1 0 0,0-1 0 0 0,0 1 1 0 0,0 0-1 0 0,0-2 0 0 0,-2 2 61 0 0,0-1-1 0 0,0 1 1 0 0,0 0 0 0 0,0 0-1 0 0,0 0 1 0 0,0 0-1 0 0,-1 0 1 0 0,1 0 0 0 0,0 1-1 0 0,-1-1 1 0 0,1 1-1 0 0,0 0 1 0 0,-1 0-1 0 0,1 0 1 0 0,0 0 0 0 0,-1 0-1 0 0,-3 0 1 0 0,3 1 6 0 0,-21 5 0 0 0,13-3-9 0 0,0 0 0 0 0,1 1 1 0 0,0 0-1 0 0,0 1 0 0 0,0 0 0 0 0,0 0 1 0 0,1 1-1 0 0,0 0 0 0 0,0 1 0 0 0,-12 12 1 0 0,17-17-2 0 0,0 7 7 0 0,3-3 0 0 0,0-5 521 0 0,35-7-399 0 0,-27 5 46 0 0,-8 3-977 0 0,0 0 575 0 0,-1-1 1 0 0,0 1-1 0 0,1 0 1 0 0,-1 0-1 0 0,0-1 1 0 0,0 1-1 0 0,0-1 1 0 0,-3 2-1 0 0,1 1-1290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37.8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97 62 2488 0 0,'0'0'1808'0'0,"5"-17"2747"0"0,-6 16-4553 0 0,1 0 0 0 0,0 1 0 0 0,-1-1-1 0 0,1 0 1 0 0,0 0 0 0 0,-1 1 0 0 0,1-1-1 0 0,-1 0 1 0 0,1 1 0 0 0,-1-1-1 0 0,1 0 1 0 0,-1 1 0 0 0,0-1 0 0 0,1 1-1 0 0,-1-1 1 0 0,0 1 0 0 0,1-1-1 0 0,-1 1 1 0 0,0 0 0 0 0,0-1 0 0 0,1 1-1 0 0,-1 0 1 0 0,0-1 0 0 0,0 1 0 0 0,0 0-1 0 0,1 0 1 0 0,-1 0 0 0 0,0 0-1 0 0,0 0 1 0 0,0 0 0 0 0,0 0 0 0 0,1 0-1 0 0,-1 0 1 0 0,0 0 0 0 0,0 0-1 0 0,0 1 1 0 0,1-1 0 0 0,-1 0 0 0 0,0 1-1 0 0,0-1 1 0 0,1 0 0 0 0,-1 1 0 0 0,0-1-1 0 0,1 1 1 0 0,-1-1 0 0 0,0 1-1 0 0,0 0 1 0 0,-4 2-43 0 0,-3 14-295 0 0,8-16 324 0 0,0-1-1 0 0,-1 0 1 0 0,1 1-1 0 0,-1-1 1 0 0,1 0 0 0 0,0 1-1 0 0,-1-1 1 0 0,1 0-1 0 0,0 1 1 0 0,0-1-1 0 0,-1 1 1 0 0,1-1 0 0 0,0 0-1 0 0,0 1 1 0 0,-1-1-1 0 0,1 1 1 0 0,0-1 0 0 0,0 1-1 0 0,0-1 1 0 0,0 1-1 0 0,0-1 1 0 0,0 1 0 0 0,0-1-1 0 0,0 1 1 0 0,0-1-1 0 0,0 1 1 0 0,0-1 0 0 0,0 1-1 0 0,0-1 1 0 0,0 1-1 0 0,0-1 1 0 0,1 1 0 0 0,-1-1-1 0 0,0 0 1 0 0,0 1-1 0 0,0-1 1 0 0,1 1 0 0 0,-1-1-1 0 0,0 1 1 0 0,1-1-1 0 0,-1 0 1 0 0,0 1-1 0 0,1-1 1 0 0,-1 0 0 0 0,0 1-1 0 0,1-1 1 0 0,-1 0-1 0 0,1 0 1 0 0,-1 1 0 0 0,1-1-1 0 0,-1 0 1 0 0,1 0-1 0 0,-1 0 1 0 0,1 0 0 0 0,-1 0-1 0 0,1 1 1 0 0,0-1-1 0 0,1 0-11 0 0,4-1-14 0 0,3-3 56 0 0,0 0 0 0 0,0 0 0 0 0,-1-1-1 0 0,1 0 1 0 0,-1-1 0 0 0,0 0 0 0 0,0 0 0 0 0,10-11-1 0 0,-17 16 0 0 0,0 0 0 0 0,0 1-1 0 0,-1-1 1 0 0,1 0-1 0 0,0 0 1 0 0,0 0 0 0 0,-1 0-1 0 0,1 0 1 0 0,0 0-1 0 0,-1 0 1 0 0,1 0 0 0 0,-1 0-1 0 0,0-1 1 0 0,1 1 0 0 0,-1 0-1 0 0,0 0 1 0 0,1-2-1 0 0,-16 3 75 0 0,-35 25-132 0 0,38-17-63 0 0,0 1-1 0 0,1 0 1 0 0,0 1 0 0 0,0 0-1 0 0,1 1 1 0 0,-12 16-1 0 0,21-25 48 0 0,2-2-64 0 0,-1 1 119 0 0,1-1-1 0 0,0 0 1 0 0,0 1-1 0 0,-1-1 0 0 0,1 1 1 0 0,0-1-1 0 0,0 0 0 0 0,0 0 1 0 0,-1 1-1 0 0,1-1 1 0 0,0 0-1 0 0,0 0 0 0 0,0 0 1 0 0,0 0-1 0 0,-1 0 0 0 0,1 0 1 0 0,0 0-1 0 0,0 0 1 0 0,0-1-1 0 0,0 1 0 0 0,0 0 1 0 0,-1 0-1 0 0,1-1 0 0 0,1 1 1 0 0,24-9 1 0 0,5-15 648 0 0,-30 22-401 0 0,-8 5-239 0 0,0-1-51 0 0,0 1 1 0 0,0 0-1 0 0,1 1 0 0 0,-1 0 0 0 0,1 0 0 0 0,0 0 0 0 0,0 0 0 0 0,0 1 0 0 0,0 0 0 0 0,1 1 0 0 0,-9 10 0 0 0,13-14-37 0 0,2 1 4 0 0,-1-2 74 0 0,0-1 0 0 0,0 0 0 0 0,0 0 0 0 0,0 1 0 0 0,0-1 0 0 0,0 0 0 0 0,0 0 0 0 0,0 1 0 0 0,0-1 0 0 0,0 0 0 0 0,0 1 0 0 0,0-1 1 0 0,0 0-1 0 0,0 0 0 0 0,0 1 0 0 0,0-1 0 0 0,0 0 0 0 0,0 0 0 0 0,0 0 0 0 0,0 1 0 0 0,1-1 0 0 0,-1 0 0 0 0,0 0 0 0 0,0 1 0 0 0,0-1 0 0 0,0 0 0 0 0,1 0 0 0 0,-1 0 0 0 0,0 0 1 0 0,0 1-1 0 0,0-1 0 0 0,1 0 0 0 0,-1 0 0 0 0,0 0 0 0 0,0 0 0 0 0,1 0 0 0 0,-1 0 0 0 0,0 0 0 0 0,0 0 0 0 0,1 0 0 0 0,-1 1 0 0 0,0-1 0 0 0,9-2 21 0 0,-1 0 0 0 0,-1-1-1 0 0,1 1 1 0 0,0-2-1 0 0,-1 1 1 0 0,1-1 0 0 0,-1 0-1 0 0,0 0 1 0 0,0-1-1 0 0,0 0 1 0 0,7-8 0 0 0,-13 12 90 0 0,10-6 112 0 0,-6 4-128 0 0,-6 4 31 0 0,-6 3-126 0 0,-14 15-10 0 0,21-18 12 0 0,77-52 171 0 0,-75 50-180 0 0,-2 1-13 0 0,0 0 19 0 0,0 1 0 0 0,0-1 0 0 0,0 0 0 0 0,0 0 0 0 0,0 0 0 0 0,0 0 0 0 0,1 0 0 0 0,-1 0 0 0 0,0 0 0 0 0,0 1 0 0 0,0-1 1 0 0,0 0-1 0 0,0 0 0 0 0,0 0 0 0 0,0 0 0 0 0,0 0 0 0 0,1 0 0 0 0,-1 0 0 0 0,0 0 0 0 0,0 0 0 0 0,0 0 0 0 0,0 0 0 0 0,0 1 1 0 0,0-1-1 0 0,1 0 0 0 0,-1 0 0 0 0,0 0 0 0 0,0 0 0 0 0,0 0 0 0 0,0 0 0 0 0,0 0 0 0 0,1 0 0 0 0,-1 0 0 0 0,0 0 0 0 0,0 0 1 0 0,0 0-1 0 0,0-1 0 0 0,0 1 0 0 0,1 0 0 0 0,-1 0 0 0 0,0 0 0 0 0,0 0 0 0 0,0 0 0 0 0,0 0 0 0 0,0 0 0 0 0,0 0 0 0 0,0 0 0 0 0,1 0 1 0 0,-1 0-1 0 0,0-1 0 0 0,0 1 0 0 0,0 0 0 0 0,0 0 0 0 0,0 0 0 0 0,0 0 0 0 0,0 0 0 0 0,0 0 0 0 0,0-1 0 0 0,0 1 0 0 0,0 0 1 0 0,0 0-1 0 0,0 0 0 0 0,-9 20-63 0 0,9-20 66 0 0,0 1 0 0 0,0-1 0 0 0,-1 0 0 0 0,1 1 0 0 0,0-1-1 0 0,0 1 1 0 0,-1-1 0 0 0,1 0 0 0 0,0 1 0 0 0,0-1 0 0 0,0 1 0 0 0,0-1 0 0 0,0 1 0 0 0,0-1 0 0 0,0 0 0 0 0,0 1 0 0 0,0-1 0 0 0,0 1 0 0 0,0-1 0 0 0,0 1 0 0 0,0-1 0 0 0,0 0 0 0 0,0 1-1 0 0,0-1 1 0 0,0 1 0 0 0,0-1 0 0 0,0 1 0 0 0,1-1 0 0 0,-1 0 0 0 0,0 1 0 0 0,0-1 0 0 0,1 0 0 0 0,-1 1 0 0 0,0-1 0 0 0,1 0 0 0 0,-1 1 0 0 0,0-1 0 0 0,1 0 0 0 0,-1 1 0 0 0,0-1 0 0 0,1 0-1 0 0,-1 0 1 0 0,0 0 0 0 0,1 1 0 0 0,-1-1 0 0 0,1 0 0 0 0,-1 0 0 0 0,0 0 0 0 0,1 0 0 0 0,-1 0 0 0 0,1 0 0 0 0,-1 0 0 0 0,1 0 0 0 0,-1 0 0 0 0,1 0 0 0 0,-1 0 0 0 0,0 0 0 0 0,1 0 0 0 0,-1 0 0 0 0,1 0-1 0 0,-1 0 1 0 0,1 0 0 0 0,-1-1 0 0 0,0 1 0 0 0,1 0 0 0 0,-1 0 0 0 0,1-1 0 0 0,18-8 62 0 0,0-1-1 0 0,-1-1 1 0 0,0-1 0 0 0,-1-1-1 0 0,0 0 1 0 0,16-16 0 0 0,-42 31-55 0 0,1 0-1 0 0,-1 1 1 0 0,1 0 0 0 0,0 0 0 0 0,0 1 0 0 0,0 0-1 0 0,0 0 1 0 0,1 1 0 0 0,-13 11 0 0 0,-7 2-296 0 0,59-36 420 0 0,-30 17-6 0 0,-4 0-106 0 0,1 1 0 0 0,-1 0 1 0 0,1 0-1 0 0,-1 0 0 0 0,0-1 0 0 0,1 2 1 0 0,-1-1-1 0 0,1 0 0 0 0,-1 0 0 0 0,0 0 1 0 0,1 1-1 0 0,-1-1 0 0 0,1 1 0 0 0,-1-1 1 0 0,1 1-1 0 0,-1 0 0 0 0,1-1 0 0 0,0 1 1 0 0,-3 1-1 0 0,-40 12-4788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0.1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82 102 4760 0 0,'-5'-26'331'0'0,"4"20"-6"0"0,0-1 1 0 0,-1 1-1 0 0,0 0 0 0 0,0 0 1 0 0,0 0-1 0 0,-1 0 1 0 0,-5-10-1 0 0,7 14-149 0 0,-1-4 186 0 0,0-3-103 0 0,-1 9-335 0 0,-8 52 89 0 0,-8 101-1 0 0,10-59 33 0 0,0-21 1206 0 0,9-72-993 0 0,0 7-69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2.2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141 39 4752 0 0,'0'0'735'0'0,"-4"-2"-608"0"0,2 0-97 0 0,-1 1 1 0 0,0 0 0 0 0,1-1-1 0 0,-1 1 1 0 0,0 0-1 0 0,0 1 1 0 0,0-1-1 0 0,1 0 1 0 0,-1 1 0 0 0,0-1-1 0 0,0 1 1 0 0,0 0-1 0 0,0 0 1 0 0,0 0-1 0 0,0 1 1 0 0,0-1-1 0 0,0 1 1 0 0,0-1 0 0 0,-3 2-1 0 0,2 0-26 0 0,-1 0 0 0 0,0 1 0 0 0,1 0-1 0 0,-1 0 1 0 0,1 0 0 0 0,0 0 0 0 0,0 0-1 0 0,0 1 1 0 0,1 0 0 0 0,-1 0 0 0 0,-4 6 0 0 0,6-6-9 0 0,0 0 1 0 0,0 0 0 0 0,0 0 0 0 0,0 1 0 0 0,0-1 0 0 0,1 0 0 0 0,-2 6-1 0 0,-2 9-6 0 0,5-17 11 0 0,-1 0 0 0 0,1 0 0 0 0,0 0 0 0 0,0-1 1 0 0,0 1-1 0 0,0 0 0 0 0,0 0 0 0 0,0 0 0 0 0,1 0 0 0 0,-1 0 0 0 0,1 0 1 0 0,-1-1-1 0 0,1 1 0 0 0,0 0 0 0 0,0 0 0 0 0,-1-1 0 0 0,1 1 0 0 0,0-1 1 0 0,1 1-1 0 0,-1 0 0 0 0,0-1 0 0 0,0 0 0 0 0,1 1 0 0 0,-1-1 0 0 0,1 0 1 0 0,-1 0-1 0 0,3 2 0 0 0,1 1 1 0 0,0-1-1 0 0,1 1 1 0 0,0-1 0 0 0,0 0-1 0 0,12 4 1 0 0,-5-4 1 0 0,-10-2-2 0 0,0 0 0 0 0,1 0 0 0 0,-1-1 0 0 0,1 1 0 0 0,-1-1 0 0 0,1 0 0 0 0,-1 0 0 0 0,1 0 0 0 0,-1-1 0 0 0,1 1 0 0 0,-1-1 0 0 0,1 0 0 0 0,-1 0 0 0 0,0 0 0 0 0,1 0 0 0 0,-1-1 0 0 0,0 0 0 0 0,0 1 0 0 0,0-1 0 0 0,5-4 0 0 0,2-1 14 0 0,1-2 17 0 0,0 0 0 0 0,-1 0 0 0 0,0-1 1 0 0,-1 0-1 0 0,0-1 0 0 0,-1 0 0 0 0,0 0 0 0 0,0-1 1 0 0,-2 0-1 0 0,1-1 0 0 0,-1 1 0 0 0,5-18 0 0 0,-11 29-28 0 0,1 1 0 0 0,-1-1 0 0 0,0 0 0 0 0,0 1-1 0 0,1-1 1 0 0,-1 0 0 0 0,0 0 0 0 0,0 1 0 0 0,0-1-1 0 0,0 0 1 0 0,0 1 0 0 0,0-1 0 0 0,0 0 0 0 0,0 0 0 0 0,0 1-1 0 0,0-1 1 0 0,0 0 0 0 0,0 0 0 0 0,0 1 0 0 0,-1-1-1 0 0,1 0 1 0 0,0 1 0 0 0,-1-1 0 0 0,1 0 0 0 0,0 1 0 0 0,-1-1-1 0 0,1 1 1 0 0,-1-1 0 0 0,1 0 0 0 0,-1 0 0 0 0,-22-3 18 0 0,-18 13-16 0 0,22-2-7 0 0,1 1-1 0 0,0 1 1 0 0,0 1 0 0 0,0 0-1 0 0,2 1 1 0 0,-1 1-1 0 0,1 0 1 0 0,1 1 0 0 0,-17 19-1 0 0,30-30-10 0 0,0 0-1 0 0,0 0 0 0 0,0 0 0 0 0,1 0 1 0 0,-1 0-1 0 0,1 0 0 0 0,-1 0 0 0 0,1 0 1 0 0,0 1-1 0 0,-1-1 0 0 0,1 0 0 0 0,1 1 1 0 0,-1-1-1 0 0,0 1 0 0 0,0-1 1 0 0,1 1-1 0 0,0 0 0 0 0,-1-1 0 0 0,1 1 1 0 0,0 0-1 0 0,0-1 0 0 0,0 1 0 0 0,1-1 1 0 0,0 5-1 0 0,0-6-26 0 0,21-2-85 0 0,-8-8 183 0 0,-1-1 1 0 0,1-1 0 0 0,-2 0 0 0 0,0 0-1 0 0,0-1 1 0 0,-1-1 0 0 0,-1 0-1 0 0,0 0 1 0 0,0-1 0 0 0,11-23 0 0 0,-21 37-53 0 0,0 0 0 0 0,-1 0 0 0 0,1 0 0 0 0,0 0 0 0 0,0 0 0 0 0,0 0 0 0 0,-1 0 1 0 0,1 0-1 0 0,0 0 0 0 0,0 0 0 0 0,0 0 0 0 0,-1 0 0 0 0,1 0 0 0 0,0 0 0 0 0,0 0 0 0 0,0 0 0 0 0,0 0 1 0 0,-1 0-1 0 0,1 0 0 0 0,0 0 0 0 0,0 0 0 0 0,0-1 0 0 0,0 1 0 0 0,-1 0 0 0 0,1 0 0 0 0,0 0 1 0 0,0 0-1 0 0,0 0 0 0 0,0 0 0 0 0,0-1 0 0 0,-1 1 0 0 0,1 0 0 0 0,0 0 0 0 0,0 0 0 0 0,0 0 1 0 0,0-1-1 0 0,0 1 0 0 0,0 0 0 0 0,0 0 0 0 0,0 0 0 0 0,0 0 0 0 0,0-1 0 0 0,0 1 0 0 0,0 0 1 0 0,-1 0-1 0 0,1 0 0 0 0,0-1 0 0 0,1 1 0 0 0,-1 0 0 0 0,0 0 0 0 0,0 0 0 0 0,0-1 0 0 0,0 1 1 0 0,0 0-1 0 0,0 0 0 0 0,0 0 0 0 0,0 0 0 0 0,0-1 0 0 0,0 1 0 0 0,0 0 0 0 0,-13 7-108 0 0,0 1 0 0 0,0 0-1 0 0,0 1 1 0 0,1 0-1 0 0,0 1 1 0 0,1 1 0 0 0,0 0-1 0 0,1 0 1 0 0,0 1 0 0 0,-10 16-1 0 0,11-24-3035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39.0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105 20 5032 0 0,'0'-1'-68'0'0,"-1"0"-1"0"0,1 0 1 0 0,0 0 0 0 0,-1 0-1 0 0,1 0 1 0 0,-1 0-1 0 0,0 0 1 0 0,1 0-1 0 0,-1 0 1 0 0,0 0-1 0 0,1 0 1 0 0,-1 1-1 0 0,0-1 1 0 0,0 0-1 0 0,0 1 1 0 0,0-1-1 0 0,0 0 1 0 0,0 1-1 0 0,0-1 1 0 0,0 1-1 0 0,0-1 1 0 0,0 1-1 0 0,0 0 1 0 0,0 0-1 0 0,0-1 1 0 0,-2 1-1 0 0,0 0 7 0 0,1 0 0 0 0,-1 1 0 0 0,1-1-1 0 0,-1 1 1 0 0,0-1 0 0 0,1 1 0 0 0,-1 0 0 0 0,1 0-1 0 0,0 0 1 0 0,-1 1 0 0 0,-2 1 0 0 0,1-1 40 0 0,0 1 0 0 0,-1 0 0 0 0,1 1 0 0 0,0-1 0 0 0,1 1 0 0 0,-1 0-1 0 0,1-1 1 0 0,0 2 0 0 0,-1-1 0 0 0,2 0 0 0 0,-5 8 0 0 0,6-10 23 0 0,1-1 1 0 0,0 1-1 0 0,-1-1 0 0 0,1 1 1 0 0,0-1-1 0 0,0 1 0 0 0,0-1 0 0 0,0 1 1 0 0,0 0-1 0 0,0-1 0 0 0,1 1 0 0 0,-1-1 1 0 0,0 1-1 0 0,1-1 0 0 0,-1 0 1 0 0,1 1-1 0 0,0-1 0 0 0,-1 1 0 0 0,1-1 1 0 0,0 0-1 0 0,0 0 0 0 0,0 1 1 0 0,0-1-1 0 0,0 0 0 0 0,0 0 0 0 0,0 0 1 0 0,0 0-1 0 0,0 0 0 0 0,1 0 0 0 0,-1 0 1 0 0,0-1-1 0 0,1 1 0 0 0,1 0 1 0 0,0 1 12 0 0,1-2 0 0 0,-1 1 0 0 0,0 0 1 0 0,1-1-1 0 0,-1 1 0 0 0,1-1 1 0 0,-1 0-1 0 0,1 0 0 0 0,-1 0 1 0 0,1-1-1 0 0,-1 1 0 0 0,1-1 1 0 0,-1 0-1 0 0,1 0 0 0 0,-1 0 0 0 0,0-1 1 0 0,0 1-1 0 0,1-1 0 0 0,-1 1 1 0 0,0-1-1 0 0,-1 0 0 0 0,1 0 1 0 0,5-5-1 0 0,4-4 471 0 0,-1 0 0 0 0,0-1 0 0 0,18-23 0 0 0,-28 33 38 0 0,-29 2-265 0 0,15 7-208 0 0,0 0-1 0 0,1 2 0 0 0,0-1 0 0 0,-12 12 0 0 0,18-15-88 0 0,1 0-1 0 0,0 1 1 0 0,0 0 0 0 0,0 0-1 0 0,1 0 1 0 0,0 0 0 0 0,0 0-1 0 0,0 1 1 0 0,1 0-1 0 0,-3 9 1 0 0,6-15 23 0 0,0 0 1 0 0,0 1-1 0 0,0-1 0 0 0,0 0 0 0 0,0 0 1 0 0,0 0-1 0 0,1 0 0 0 0,-1 1 1 0 0,0-1-1 0 0,1 0 0 0 0,-1 0 0 0 0,1 0 1 0 0,-1 0-1 0 0,1 0 0 0 0,0 0 0 0 0,-1 0 1 0 0,1 0-1 0 0,0 0 0 0 0,0-1 0 0 0,0 1 1 0 0,-1 0-1 0 0,1 0 0 0 0,0-1 0 0 0,0 1 1 0 0,0 0-1 0 0,0-1 0 0 0,0 1 1 0 0,0-1-1 0 0,2 1 0 0 0,-1 0-52 0 0,3-2-17 0 0,3-2 183 0 0,1 0 0 0 0,-2 0-1 0 0,1-1 1 0 0,0 1 0 0 0,-1-2-1 0 0,0 1 1 0 0,0-1-1 0 0,0 0 1 0 0,0-1 0 0 0,-1 1-1 0 0,0-1 1 0 0,0-1 0 0 0,0 1-1 0 0,-1-1 1 0 0,6-10 0 0 0,-11 17-81 0 0,1 0 0 0 0,-1-1 0 0 0,0 1 0 0 0,0 0 0 0 0,1-1 0 0 0,-1 1 0 0 0,0 0 0 0 0,0-1 1 0 0,0 1-1 0 0,1-1 0 0 0,-1 1 0 0 0,0 0 0 0 0,0-1 0 0 0,0 1 0 0 0,0-1 0 0 0,0 1 0 0 0,0 0 1 0 0,0-1-1 0 0,0 1 0 0 0,0-1 0 0 0,0 1 0 0 0,0 0 0 0 0,0-1 0 0 0,0 1 0 0 0,0-1 0 0 0,-1 1 1 0 0,1 0-1 0 0,0-1 0 0 0,0 1 0 0 0,0-1 0 0 0,-1 1 0 0 0,1 0 0 0 0,0-1 0 0 0,0 1 0 0 0,-1 0 1 0 0,1 0-1 0 0,-1-1 0 0 0,-17-1 242 0 0,-15 8-122 0 0,26-3-129 0 0,-3 1-124 0 0,-1 0-1 0 0,2 1 1 0 0,-1 0 0 0 0,0 0 0 0 0,1 1 0 0 0,-11 9 0 0 0,19-14-177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1.0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41 65 6957 0 0,'-37'-1'1544'0'0,"36"1"-1528"0"0,1 0 0 0 0,0 0 0 0 0,0-1 0 0 0,-1 1 1 0 0,1 0-1 0 0,0-1 0 0 0,0 1 0 0 0,0 0 0 0 0,-1 0 0 0 0,1-1 1 0 0,0 1-1 0 0,0 0 0 0 0,0-1 0 0 0,0 1 0 0 0,0-1 0 0 0,-1 1 1 0 0,1 0-1 0 0,0-1 0 0 0,0 1 0 0 0,0 0 0 0 0,0-1 0 0 0,0 1 1 0 0,0 0-1 0 0,0-1 0 0 0,0 1 0 0 0,0-1 0 0 0,1 1 0 0 0,-1 0 1 0 0,0-1-1 0 0,0 1 0 0 0,0 0 0 0 0,0-1 0 0 0,0 1 0 0 0,1 0 1 0 0,-1-1-1 0 0,0 1 0 0 0,0 0 0 0 0,0 0 0 0 0,1-1 0 0 0,-1 1 0 0 0,0 0 1 0 0,1 0-1 0 0,-1-1 0 0 0,0 1 0 0 0,1 0 0 0 0,-1 0 0 0 0,0 0 1 0 0,1 0-1 0 0,-1-1 0 0 0,1 1 0 0 0,32-17 239 0 0,40-4-201 0 0,-53 18-39 0 0,4 0-47 0 0,45-1 1 0 0,-62 4 2 0 0,-1 0-1 0 0,1 1 1 0 0,-1-1 0 0 0,1 2 0 0 0,-1-1-1 0 0,0 1 1 0 0,0 0 0 0 0,1 0 0 0 0,-1 0-1 0 0,-1 1 1 0 0,1 0 0 0 0,6 4 0 0 0,-11-6 20 0 0,0 0 1 0 0,1 1 0 0 0,-1-1 0 0 0,0 0 0 0 0,0 0 0 0 0,0 0 0 0 0,0 1 0 0 0,0-1 0 0 0,0 1 0 0 0,0-1 0 0 0,0 1 0 0 0,-1-1 0 0 0,1 1 0 0 0,0-1 0 0 0,-1 1 0 0 0,0 0 0 0 0,1-1 0 0 0,-1 1 0 0 0,0 0 0 0 0,0-1 0 0 0,0 4 0 0 0,0 0-2 0 0,-1-1 1 0 0,0 0-1 0 0,0 0 0 0 0,-1 0 1 0 0,1 0-1 0 0,-1 0 1 0 0,0 0-1 0 0,-3 6 1 0 0,-6 5-6 0 0,-1 1 0 0 0,0-2 0 0 0,-14 15 0 0 0,22-26 9 0 0,-44 40-31 0 0,33-30 69 0 0,1 0 0 0 0,-25 28 1 0 0,38-39 71 0 0,153-13 18 0 0,-102 5-128 0 0,90 2-1 0 0,-48 9-272 0 0,-90-4 124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3.3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155 46 4312 0 0,'0'0'70'0'0,"-21"-36"612"0"0,20 35-612 0 0,-7-2 25 0 0,7 2-84 0 0,0 1 0 0 0,0-1 0 0 0,-1 1 0 0 0,1-1 1 0 0,0 1-1 0 0,0-1 0 0 0,0 1 0 0 0,-1 0 0 0 0,1 0 0 0 0,0-1 0 0 0,-1 1 0 0 0,1 0 0 0 0,0 0 0 0 0,0 0 0 0 0,-1 1 0 0 0,1-1 0 0 0,-2 1 1 0 0,-3 0-13 0 0,0 1 1 0 0,0 0 0 0 0,1 1 0 0 0,-1 0 0 0 0,1-1 0 0 0,0 2-1 0 0,0-1 1 0 0,0 0 0 0 0,0 1 0 0 0,1 0 0 0 0,-1 0 0 0 0,1 1-1 0 0,0-1 1 0 0,0 1 0 0 0,1 0 0 0 0,-4 6 0 0 0,4-7 3 0 0,1 0 0 0 0,0 1 1 0 0,0-1-1 0 0,1 0 0 0 0,0 1 0 0 0,-1-1 0 0 0,1 1 1 0 0,1 0-1 0 0,-1-1 0 0 0,1 1 0 0 0,0 0 1 0 0,0-1-1 0 0,1 7 0 0 0,-1-9 0 0 0,1 1 0 0 0,-1-1 1 0 0,1 1-1 0 0,0-1 0 0 0,0 0 1 0 0,0 1-1 0 0,0-1 0 0 0,0 0 0 0 0,1 0 1 0 0,-1 1-1 0 0,1-1 0 0 0,-1 0 0 0 0,1 0 1 0 0,0-1-1 0 0,0 1 0 0 0,0 0 0 0 0,0-1 1 0 0,0 1-1 0 0,0-1 0 0 0,0 1 0 0 0,1-1 1 0 0,-1 0-1 0 0,5 2 0 0 0,-1-2-11 0 0,0 0-1 0 0,1-1 1 0 0,-1 0 0 0 0,0 1-1 0 0,0-2 1 0 0,1 1 0 0 0,-1-1-1 0 0,0 0 1 0 0,0 0-1 0 0,0-1 1 0 0,0 0 0 0 0,0 0-1 0 0,0 0 1 0 0,0-1 0 0 0,-1 0-1 0 0,1 0 1 0 0,-1 0-1 0 0,0 0 1 0 0,0-1 0 0 0,8-7-1 0 0,-5 3 59 0 0,1 1-1 0 0,-1-1 0 0 0,-1 0 1 0 0,1-1-1 0 0,-2 1 1 0 0,1-1-1 0 0,-1-1 0 0 0,0 1 1 0 0,-1-1-1 0 0,7-20 1 0 0,-11 29-30 0 0,-1 0-10 0 0,1 0-1 0 0,-1 0 1 0 0,0-1 0 0 0,0 1 0 0 0,1 0 0 0 0,-1 0 0 0 0,0-1 0 0 0,0 1 0 0 0,0 0 0 0 0,0-1 0 0 0,-1 1 0 0 0,1 0 0 0 0,0 0 0 0 0,-1-3 0 0 0,-12-3 41 0 0,-17 11 15 0 0,21-1-72 0 0,0 0 1 0 0,0 1 0 0 0,0 0 0 0 0,1 1 0 0 0,-1 0 0 0 0,1 0 0 0 0,1 1 0 0 0,-1 0 0 0 0,1 0 0 0 0,0 1 0 0 0,0 0-1 0 0,1 0 1 0 0,-11 15 0 0 0,16-21 2 0 0,1-1 0 0 0,0 1-1 0 0,-1-1 1 0 0,1 1 0 0 0,0-1-1 0 0,-1 1 1 0 0,1-1-1 0 0,0 1 1 0 0,0-1 0 0 0,-1 1-1 0 0,1-1 1 0 0,0 1 0 0 0,0 0-1 0 0,0-1 1 0 0,0 1 0 0 0,0-1-1 0 0,0 1 1 0 0,0-1 0 0 0,0 1-1 0 0,0 0 1 0 0,0-1 0 0 0,0 1-1 0 0,0-1 1 0 0,1 1 0 0 0,-1 0-1 0 0,0-1 1 0 0,0 1 0 0 0,1-1-1 0 0,-1 1 1 0 0,0-1 0 0 0,0 1-1 0 0,1-1 1 0 0,-1 1 0 0 0,1 0-1 0 0,22 3-108 0 0,17-9 27 0 0,-34 3 131 0 0,-1 1 1 0 0,0-1-1 0 0,0 0 1 0 0,0 0-1 0 0,0 0 1 0 0,-1-1-1 0 0,1 0 1 0 0,0 0-1 0 0,5-4 1 0 0,-9 5 21 0 0,-37 9-3048 0 0,17 1 1466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2.5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18 722 4360 0 0,'0'0'-188'0'0,"-18"5"3785"0"0,353-346-3026 0 0,-184 180-571 0 0,-117 125-73 0 0,1 2 1 0 0,62-47-1 0 0,-69 53-97 0 0,-27 27 199 0 0,0 1-32 0 0,-1-1 0 0 0,0 0 0 0 0,1 1 0 0 0,-1-1 0 0 0,0 1 0 0 0,0-1 0 0 0,1 0 0 0 0,-1 1 0 0 0,0-1 0 0 0,0 0 0 0 0,0 1-1 0 0,0-1 1 0 0,0 0 0 0 0,0 0 0 0 0,0 1 0 0 0,0-1 0 0 0,0 0 0 0 0,0 1 0 0 0,-1-1 0 0 0,1 0 0 0 0,0 1 0 0 0,0-1 0 0 0,-1 1 0 0 0,1-1-1 0 0,0 0 1 0 0,-1 1 0 0 0,1-1 0 0 0,-1 1 0 0 0,1-1 0 0 0,0 1 0 0 0,-1-1 0 0 0,1 1 0 0 0,-1-1 0 0 0,1 1 0 0 0,-1 0 0 0 0,0-1 0 0 0,1 1-1 0 0,-2-1 1 0 0,-5-2-28 0 0,-1 1 0 0 0,1 0 0 0 0,-1 0 0 0 0,1 1 0 0 0,-1 0 0 0 0,0 0 0 0 0,1 0 0 0 0,-1 1 0 0 0,-9 1 0 0 0,-74 14-93 0 0,36-5-15 0 0,36-10 132 0 0,42-7 0 0 0,51-8 2 0 0,-40 9-33 0 0,1 2 0 0 0,0 2 0 0 0,1 1 1 0 0,64 7-1 0 0,-98-5 36 0 0,0 0-1 0 0,1 0 1 0 0,-1-1 0 0 0,0 1-1 0 0,0 0 1 0 0,0 1 0 0 0,0-1-1 0 0,1 0 1 0 0,-2 1-1 0 0,1-1 1 0 0,0 1 0 0 0,0-1-1 0 0,0 1 1 0 0,-1 0 0 0 0,1 0-1 0 0,-1 0 1 0 0,1 0 0 0 0,0 3-1 0 0,-1-4 4 0 0,-1 0-1 0 0,0 0 0 0 0,1 0 0 0 0,-1 0 1 0 0,0 0-1 0 0,0 0 0 0 0,0 0 0 0 0,0 0 1 0 0,0 0-1 0 0,0 0 0 0 0,0 0 0 0 0,0 0 1 0 0,-1 0-1 0 0,1 0 0 0 0,0 0 0 0 0,-1 0 1 0 0,1 0-1 0 0,0 0 0 0 0,-1 0 0 0 0,1 0 1 0 0,-1 0-1 0 0,0 0 0 0 0,1 0 1 0 0,-1 0-1 0 0,-1 1 0 0 0,1-1 1 0 0,-8 10 10 0 0,0-1 1 0 0,-1 0-1 0 0,0 0 1 0 0,0-1 0 0 0,-1 0-1 0 0,0-1 1 0 0,-1 0-1 0 0,0-1 1 0 0,-16 7 0 0 0,0 2-91 0 0,11-8-126 0 0,-11 9-3102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3.4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35 233 4596 0 0,'-35'6'-171'0'0,"55"-15"586"0"0,59-17-65 0 0,317-69-245 0 0,-160 41-66 0 0,-38 17 65 0 0,-193 37-321 0 0,23-5 765 0 0,-28 5-659 0 0,1 0 1 0 0,0 0-1 0 0,0-1 1 0 0,0 1-1 0 0,-1 0 1 0 0,1 0-1 0 0,0-1 1 0 0,0 1-1 0 0,-1 0 0 0 0,1-1 1 0 0,0 1-1 0 0,0-1 1 0 0,-1 1-1 0 0,1-1 1 0 0,0 1-1 0 0,-1-1 0 0 0,1 1 1 0 0,-1-1-1 0 0,1 0 1 0 0,-1 1-1 0 0,1-1 1 0 0,-1 0-1 0 0,1 1 1 0 0,-1-2-1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3.7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12 3876 0 0,'-11'-4'96'0'0,"5"0"0"0"0,9 2 96 0 0,50 0-104 0 0,1 3 1 0 0,-1 2-1 0 0,0 2 1 0 0,0 3-1 0 0,0 2 1 0 0,68 22-1 0 0,-119-32-76 0 0,-1 0 0 0 0,1 1-1 0 0,-1-1 1 0 0,1 0 0 0 0,-1 1 0 0 0,1-1-1 0 0,-1 1 1 0 0,1 0 0 0 0,-1-1-1 0 0,0 1 1 0 0,0 0 0 0 0,1 0 0 0 0,-1 0-1 0 0,0 0 1 0 0,0 0 0 0 0,0 0 0 0 0,0 0-1 0 0,0 0 1 0 0,0 1 0 0 0,0-1 0 0 0,0 0-1 0 0,-1 1 1 0 0,1-1 0 0 0,0 0 0 0 0,-1 1-1 0 0,1-1 1 0 0,0 3 0 0 0,-2-2 5 0 0,1 1 1 0 0,-1-1 0 0 0,0 0-1 0 0,1 1 1 0 0,-1-1-1 0 0,0 0 1 0 0,0 0 0 0 0,-1 0-1 0 0,1 0 1 0 0,0 0-1 0 0,-1 0 1 0 0,1 0 0 0 0,-1 0-1 0 0,0 0 1 0 0,-2 1-1 0 0,-10 9 50 0 0,-1 0-1 0 0,0-2 0 0 0,-20 11 0 0 0,35-21-66 0 0,-150 79 420 0 0,124-67-1251 0 0,-1-1 0 0 0,0-2 0 0 0,-54 12 0 0 0,66-19-163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4.8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 44 3880 0 0,'-29'-43'1329'0'0,"153"77"-697"0"0,439 97-537 0 0,-242-61-56 0 0,-228-53 457 0 0,25 8 376 0 0,-115-24-808 0 0,-1 0 1 0 0,1-1-1 0 0,0 1 1 0 0,-1 0-1 0 0,1-1 1 0 0,0 0-1 0 0,0 0 1 0 0,0 0 0 0 0,4 0-1 0 0,-5-1-261 0 0,-1 1 0 0 0,0-1 0 0 0,0 1 0 0 0,0-1 0 0 0,0 1 0 0 0,0-1-1 0 0,0 0 1 0 0,-1 1 0 0 0,1-1 0 0 0,0 0 0 0 0,0 0 0 0 0,0 0 0 0 0,-1 0 0 0 0,1 0 0 0 0,0 0 0 0 0,-1 0 0 0 0,1 0 0 0 0,-1 0 0 0 0,1 0-1 0 0,-1 0 1 0 0,1-1 0 0 0,1-5-1599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5.2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15 5060 0 0,'-4'-1'-62'0'0,"-59"-10"477"0"0,61 10-342 0 0,-6 0 7 0 0,4 0-24 0 0,8 2 286 0 0,53 16-314 0 0,59 26-1 0 0,-92-33-20 0 0,0 2 0 0 0,-1 0 0 0 0,-1 1-1 0 0,0 2 1 0 0,24 20 0 0 0,-45-34-1 0 0,0 0 0 0 0,0 0 0 0 0,1 0 0 0 0,-1 0-1 0 0,0 0 1 0 0,0 0 0 0 0,-1 0 0 0 0,1 1 0 0 0,0-1 0 0 0,0 0 0 0 0,-1 0 0 0 0,1 1 0 0 0,0-1 0 0 0,-1 0 0 0 0,1 1 0 0 0,-1-1-1 0 0,0 1 1 0 0,1-1 0 0 0,-1 1 0 0 0,0-1 0 0 0,0 1 0 0 0,0-1 0 0 0,0 1 0 0 0,0-1 0 0 0,-1 0 0 0 0,1 4 0 0 0,-2-2 5 0 0,1-1 0 0 0,-1 1 0 0 0,0 0 0 0 0,0 0 0 0 0,0-1 1 0 0,0 1-1 0 0,0-1 0 0 0,-1 0 0 0 0,1 0 0 0 0,-1 0 0 0 0,-4 4 0 0 0,-10 3 33 0 0,1 0-1 0 0,-2 0 0 0 0,-21 6 1 0 0,33-12-34 0 0,-153 48-196 0 0,50-29-2785 0 0,78-19 1447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6.1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0 4504 0 0,'0'0'343'0'0,"-21"10"-20"0"0,22-7-331 0 0,1 0 0 0 0,-1 0 1 0 0,1 0-1 0 0,0 0 0 0 0,0 0 0 0 0,0 0 1 0 0,0 0-1 0 0,0-1 0 0 0,1 1 0 0 0,-1-1 1 0 0,1 0-1 0 0,0 0 0 0 0,5 4 0 0 0,50 26 11 0 0,-45-25-3 0 0,246 107 35 0 0,-74-36 18 0 0,8 5 1 0 0,86 41 325 0 0,-269-117-91 0 0,10 4-2659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6.6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 45 4652 0 0,'-5'-7'126'0'0,"-1"1"-1"0"0,1 0 0 0 0,-1 1 1 0 0,0-1-1 0 0,-14-8 0 0 0,18 13 201 0 0,26 22-200 0 0,47 29 0 0 0,-36-27-125 0 0,63 56 0 0 0,-95-77 9 0 0,0 1-1 0 0,0-1 1 0 0,0 1-1 0 0,-1 0 1 0 0,1 0 0 0 0,-1 1-1 0 0,0-1 1 0 0,0 0 0 0 0,0 1-1 0 0,0-1 1 0 0,-1 1-1 0 0,2 5 1 0 0,-3-7-1 0 0,0 0 0 0 0,0 1 0 0 0,-1-1 0 0 0,1 0 0 0 0,-1 0 0 0 0,0 1 0 0 0,0-1 0 0 0,1 0 0 0 0,-1 0 0 0 0,-1 0 0 0 0,1 0 0 0 0,0 0 0 0 0,0 0 0 0 0,-1 0 0 0 0,1-1 0 0 0,-1 1 0 0 0,0 0 0 0 0,1-1 0 0 0,-1 1 0 0 0,0-1 0 0 0,0 0 0 0 0,-3 2 0 0 0,-12 9-54 0 0,-1-1 0 0 0,0-1 0 0 0,0-1 0 0 0,-1-1 1 0 0,-35 11-1 0 0,-47 5-3210 0 0,75-20 2319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5.8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0 1240 0 0,'0'0'3472'0'0,"-4"1"-3410"0"0,2-1-62 0 0,1 0 2 0 0,1 0-1 0 0,-1-1 1 0 0,1 1 0 0 0,0 0 0 0 0,-1 0 0 0 0,1 0-1 0 0,-1 0 1 0 0,1 0 0 0 0,-1 0 0 0 0,1 0-1 0 0,-1 0 1 0 0,1 0 0 0 0,0 0 0 0 0,-1 0 0 0 0,1 1-1 0 0,-1-1 1 0 0,1 0 0 0 0,-1 0 0 0 0,1 0-1 0 0,0 0 1 0 0,-1 1 0 0 0,1-1 0 0 0,-1 0 0 0 0,1 0-1 0 0,0 1 1 0 0,-1-1 0 0 0,1 0 0 0 0,0 1-1 0 0,-1-1 1 0 0,1 0 0 0 0,0 1 0 0 0,0-1-1 0 0,0 1 1 0 0,-1-1 0 0 0,1 0 0 0 0,0 1 0 0 0,0-1-1 0 0,0 1 1 0 0,0-1 0 0 0,-1 1 0 0 0,1-1-1 0 0,0 1 1 0 0,0-1 0 0 0,0 0 0 0 0,0 1 0 0 0,0-1-1 0 0,0 1 1 0 0,0-1 0 0 0,1 1 0 0 0,-1-1-1 0 0,0 1 1 0 0,0-1 0 0 0,0 1 0 0 0,1 2-18 0 0,27 29-24 0 0,55 37 39 0 0,165 105 0 0 0,-157-117-6 0 0,24 15 68 0 0,201 163-1 0 0,-242-178-1701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6.5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184 31 4324 0 0,'0'0'-106'0'0,"-28"-31"2804"0"0,48 53-2315 0 0,2-1 0 0 0,0-2 0 0 0,46 32 0 0 0,33 28-442 0 0,-94-70 61 0 0,-7-9-1 0 0,0 1-1 0 0,0 0 1 0 0,0 0-1 0 0,0-1 1 0 0,0 1-1 0 0,0 0 0 0 0,-1 0 1 0 0,1-1-1 0 0,0 1 1 0 0,0 0-1 0 0,0-1 1 0 0,-1 1-1 0 0,1 0 0 0 0,0-1 1 0 0,-1 1-1 0 0,1 0 1 0 0,-1-1-1 0 0,1 1 1 0 0,-1-1-1 0 0,1 1 0 0 0,-1-1 1 0 0,1 1-1 0 0,-1-1 1 0 0,1 1-1 0 0,-1-1 1 0 0,0 1-1 0 0,1-1 1 0 0,-2 1-1 0 0,-19 8 17 0 0,18-8-11 0 0,-45 13-483 0 0,-1-2 0 0 0,-1-2 0 0 0,-89 7 0 0 0,103-14-750 0 0,15 0-479 0 0,3-3-24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9.5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0 4644 0 0,'0'0'-134'0'0,"-2"5"7"0"0,1-3 125 0 0,0 1-1 0 0,0 0 1 0 0,1 0 0 0 0,0 0-1 0 0,0 0 1 0 0,-1-1 0 0 0,2 1-1 0 0,-1 0 1 0 0,0 0 0 0 0,0 0-1 0 0,1 0 1 0 0,0 0-1 0 0,-1-1 1 0 0,1 1 0 0 0,0 0-1 0 0,1-1 1 0 0,-1 1 0 0 0,0-1-1 0 0,3 5 1 0 0,5 13-8 0 0,1 1 6 0 0,1 0 0 0 0,0-1 0 0 0,2-1 0 0 0,0 0 1 0 0,1 0-1 0 0,22 22 0 0 0,107 91 53 0 0,-127-118-45 0 0,49 40 19 0 0,-29-26-6 0 0,-1 2 0 0 0,45 50 0 0 0,-53-45-7 0 0,27 29 312 0 0,-53-63-284 0 0,4 6-1112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0.1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63 2888 0 0,'-3'-2'108'0'0,"1"0"-1"0"0,-1-1 0 0 0,0 1 1 0 0,1-1-1 0 0,-1 0 1 0 0,1 0-1 0 0,0 0 0 0 0,0 0 1 0 0,0 0-1 0 0,1 0 1 0 0,-3-7-1 0 0,3 8 110 0 0,-8-11 1206 0 0,4 5-504 0 0,7 9-917 0 0,36 33-14 0 0,66 45 1 0 0,23 20 8 0 0,-125-98 5 0 0,-1 0-1 0 0,0 0 1 0 0,0 0-1 0 0,0 0 1 0 0,0 0-1 0 0,0 0 1 0 0,0 0-1 0 0,0 0 1 0 0,0 1 0 0 0,-1-1-1 0 0,1 0 1 0 0,0 1-1 0 0,-1-1 1 0 0,1 0-1 0 0,-1 1 1 0 0,1-1 0 0 0,-1 0-1 0 0,0 1 1 0 0,0-1-1 0 0,0 1 1 0 0,1-1-1 0 0,-1 1 1 0 0,0-1-1 0 0,-1 3 1 0 0,0-2 2 0 0,0 0 0 0 0,0 0-1 0 0,0 0 1 0 0,0 0 0 0 0,0-1 0 0 0,-1 1 0 0 0,1 0 0 0 0,-1-1-1 0 0,1 1 1 0 0,-1 0 0 0 0,0-1 0 0 0,1 0 0 0 0,-1 1-1 0 0,-3 0 1 0 0,-10 6 23 0 0,0-1 0 0 0,0-1 0 0 0,-26 8 0 0 0,25-9-11 0 0,-11 4-213 0 0,-55 17 504 0 0,23-20-3759 0 0,43-6 1718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1.6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6 4888 0 0,'-1'0'9'0'0,"0"-1"-1"0"0,-1 0 0 0 0,1 1 0 0 0,0-1 0 0 0,0 1 0 0 0,0-1 0 0 0,0 1 0 0 0,0-1 0 0 0,-1 1 1 0 0,1 0-1 0 0,0-1 0 0 0,0 1 0 0 0,-1 0 0 0 0,1 0 0 0 0,0 0 0 0 0,0 0 0 0 0,-1 0 1 0 0,1 0-1 0 0,0 1 0 0 0,0-1 0 0 0,-1 0 0 0 0,1 1 0 0 0,0-1 0 0 0,0 1 0 0 0,-2 0 0 0 0,3 0-10 0 0,0 1 0 0 0,0-1 0 0 0,0 0 0 0 0,0 0-1 0 0,0 0 1 0 0,0 0 0 0 0,0 0 0 0 0,1 1 0 0 0,-1-1-1 0 0,0 0 1 0 0,1 0 0 0 0,-1 0 0 0 0,1 0 0 0 0,0 0-1 0 0,-1 0 1 0 0,1 0 0 0 0,0 0 0 0 0,-1 0 0 0 0,1 0-1 0 0,0-1 1 0 0,0 1 0 0 0,0 0 0 0 0,0 0 0 0 0,0-1-1 0 0,-1 1 1 0 0,1-1 0 0 0,3 2 0 0 0,82 60 3 0 0,3-3 0 0 0,126 61 1 0 0,204 68 61 0 0,-391-177-56 0 0,-6-3 80 0 0,-1 1-1 0 0,32 18 1 0 0,-47-21 66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2.0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47 38 4120 0 0,'-32'-26'580'0'0,"31"25"-410"0"0,-5-3 255 0 0,-2-1-78 0 0,10 4 52 0 0,80 29-401 0 0,-2 4 0 0 0,77 42 1 0 0,-156-74 1 0 0,0 0 1 0 0,0 1 0 0 0,0-1-1 0 0,0 1 1 0 0,0-1-1 0 0,0 1 1 0 0,0-1 0 0 0,0 1-1 0 0,0-1 1 0 0,-1 1-1 0 0,1 0 1 0 0,0 0-1 0 0,0-1 1 0 0,0 1 0 0 0,-1 0-1 0 0,1 0 1 0 0,0 0-1 0 0,-1 0 1 0 0,1 0-1 0 0,-1 0 1 0 0,1 0 0 0 0,-1 0-1 0 0,0 0 1 0 0,1 0-1 0 0,-1 0 1 0 0,0 2 0 0 0,0-2 0 0 0,-1 0 1 0 0,1 1 0 0 0,-1-1 0 0 0,0 0 0 0 0,1 0 0 0 0,-1 0-1 0 0,0 0 1 0 0,0 1 0 0 0,0-1 0 0 0,0 0 0 0 0,0-1 0 0 0,0 1-1 0 0,0 0 1 0 0,0 0 0 0 0,0 0 0 0 0,-1-1 0 0 0,-1 2-1 0 0,-7 3-58 0 0,0 0 1 0 0,-1-1-1 0 0,-20 5 0 0 0,-62 7-2472 0 0,61-13 1057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2.7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1 4444 0 0,'0'0'-132'0'0,"-3"0"-80"0"0,-10 0 192 0 0,10 0 2 0 0,15-1-52 0 0,697 18 767 0 0,-623-14-346 0 0,-84-3-334 0 0,22-6-2356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3.1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8 3588 0 0,'-23'-8'1148'0'0,"57"11"-913"0"0,67 14-217 0 0,-73-9-5 0 0,-1 1 0 0 0,-1 2 0 0 0,48 24-1 0 0,-74-34-8 0 0,0-1-1 0 0,1 0 0 0 0,-1 1 0 0 0,0-1 0 0 0,0 0 0 0 0,0 1 0 0 0,1-1 0 0 0,-1 0 0 0 0,0 1 0 0 0,0-1 0 0 0,0 0 0 0 0,0 1 0 0 0,0-1 0 0 0,0 0 0 0 0,0 1 1 0 0,0-1-1 0 0,0 1 0 0 0,0-1 0 0 0,0 0 0 0 0,0 1 0 0 0,0-1 0 0 0,0 0 0 0 0,0 1 0 0 0,0-1 0 0 0,0 1 0 0 0,-1-1 0 0 0,1 0 0 0 0,0 1 0 0 0,0-1 0 0 0,0 0 1 0 0,-1 1-1 0 0,1-1 0 0 0,0 0 0 0 0,0 0 0 0 0,-1 1 0 0 0,1-1 0 0 0,0 0 0 0 0,0 0 0 0 0,-1 1 0 0 0,1-1 0 0 0,0 0 0 0 0,-1 0 0 0 0,1 0 0 0 0,-1 1 0 0 0,-12 9 44 0 0,13-10-46 0 0,-21 10-124 0 0,-1 0 1 0 0,0-2-1 0 0,0 0 0 0 0,-1-1 1 0 0,0-1-1 0 0,-43 4 1 0 0,31-4-1307 0 0,16-1 346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4.2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283 76 3800 0 0,'-3'-48'340'0'0,"3"46"-158"0"0,-6-23 2157 0 0,16 40-2343 0 0,0-1 1 0 0,1 0-1 0 0,0 0 0 0 0,1-1 0 0 0,26 21 0 0 0,80 56 73 0 0,-75-59-31 0 0,-27-20-20 0 0,-9-7 5 0 0,-1 1-1 0 0,1 0 0 0 0,-1 0 0 0 0,0 0 1 0 0,-1 0-1 0 0,1 1 0 0 0,6 8 0 0 0,-11-12 14 0 0,-4 0-11 0 0,-4 2-8 0 0,0 1 0 0 0,-1-2 1 0 0,1 1-1 0 0,-1-1 0 0 0,1-1 0 0 0,-1 1 1 0 0,-14 2-1 0 0,-68 7 40 0 0,45-7-25 0 0,-175 37 168 0 0,72-11-2448 0 0,143-30 623 0 0,-8 5-75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5.5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20 543 4860 0 0,'0'0'-37'0'0,"-19"-16"1037"0"0,21 10-942 0 0,1 0 0 0 0,0 0 0 0 0,1 0-1 0 0,-1 1 1 0 0,1-1 0 0 0,0 1 0 0 0,0 0 0 0 0,1 0-1 0 0,-1 0 1 0 0,1 1 0 0 0,0 0 0 0 0,11-7 0 0 0,79-45-9 0 0,-73 44-6 0 0,310-147-16 0 0,9-4 393 0 0,-303 140 175 0 0,-37 23-429 0 0,-17-13-69 0 0,14 11-87 0 0,0-1 0 0 0,0 1 0 0 0,0 1 1 0 0,-1-1-1 0 0,1 0 0 0 0,0 0 0 0 0,-1 1 0 0 0,1-1 0 0 0,-1 1 1 0 0,0 0-1 0 0,1 0 0 0 0,-6-1 0 0 0,-16-1-34 0 0,0 2 0 0 0,0 0 0 0 0,0 2 0 0 0,0 1 0 0 0,0 1 0 0 0,0 0 0 0 0,-46 15 0 0 0,48-11 28 0 0,28-8 14 0 0,21-2-2 0 0,22 3-70 0 0,-1 3 1 0 0,0 1-1 0 0,0 3 1 0 0,50 13-1 0 0,-98-20 53 0 0,1 1 0 0 0,-1-1 0 0 0,1 1 0 0 0,-1-1 0 0 0,0 1 0 0 0,1 0 0 0 0,-1-1 0 0 0,1 1 0 0 0,-1-1 0 0 0,0 1 1 0 0,0 0-1 0 0,1-1 0 0 0,-1 1 0 0 0,0 0 0 0 0,0-1 0 0 0,0 1 0 0 0,0 0 0 0 0,0-1 0 0 0,0 1 0 0 0,0 0 0 0 0,0 0 0 0 0,0-1 0 0 0,0 1 0 0 0,0 0 0 0 0,0-1 0 0 0,0 1 0 0 0,-1 0 0 0 0,1-1 0 0 0,0 1 0 0 0,0-1 0 0 0,-1 1 0 0 0,1 0 0 0 0,-1-1 1 0 0,1 1-1 0 0,0-1 0 0 0,-1 1 0 0 0,1-1 0 0 0,-1 1 0 0 0,1-1 0 0 0,-1 1 0 0 0,1-1 0 0 0,-1 1 0 0 0,0-1 0 0 0,1 0 0 0 0,-2 1 0 0 0,-33 16-420 0 0,-42 15-1 0 0,5-2-275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6.9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33 946 4660 0 0,'-4'-2'-88'0'0,"-23"-15"452"0"0,25 16 233 0 0,18-23-53 0 0,21-12-273 0 0,2 1 0 0 0,1 2 0 0 0,49-30 0 0 0,-8 5-159 0 0,402-354 130 0 0,-395 318-216 0 0,42-39 12 0 0,-97 97-208 0 0,-32 35 140 0 0,-8 4-278 0 0,-24 11 273 0 0,-31 15 86 0 0,-2-3 0 0 0,-88 25 0 0 0,135-50 1073 0 0,42-11-885 0 0,53-16-202 0 0,-18 12-59 0 0,0 2 0 0 0,1 3 1 0 0,93-2-1 0 0,-152 11-35 0 0,4 2-19 0 0,-6-2 72 0 0,1 0 0 0 0,0 0 0 0 0,0 0 0 0 0,0 0 0 0 0,-1 0 0 0 0,1 0 0 0 0,0 1 0 0 0,0-1 0 0 0,-1 0 0 0 0,1 0 0 0 0,0 1 0 0 0,0-1 0 0 0,-1 1 0 0 0,1-1 0 0 0,0 1 0 0 0,-1-1 0 0 0,1 1 0 0 0,-1-1 0 0 0,1 1 0 0 0,0-1 0 0 0,-1 1 0 0 0,1 0 0 0 0,-1-1 0 0 0,0 1 0 0 0,1 0 0 0 0,-1-1 0 0 0,0 1 0 0 0,1 0 0 0 0,-1 0 0 0 0,1 1 0 0 0,-3 4-16 0 0,1 1-1 0 0,-1-1 1 0 0,0 1-1 0 0,0-1 0 0 0,-1 0 1 0 0,0 0-1 0 0,0 0 1 0 0,0 0-1 0 0,-8 10 0 0 0,-15 29 0 0 0,11-27-555 0 0,3-10-3081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7.8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1 5032 0 0,'0'0'-210'0'0,"-4"1"-83"0"0,1 0 1150 0 0,7 0-252 0 0,21 0 3 0 0,61 1-713 0 0,-15-1 188 0 0,5 1-48 0 0,267 18 152 0 0,-332-18-313 0 0,-7-2-36 0 0,1 1 0 0 0,-1 0-1 0 0,1-1 1 0 0,0 0-1 0 0,-1 0 1 0 0,1 0 0 0 0,0 0-1 0 0,-1-1 1 0 0,1 0 0 0 0,7-2-1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8.4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 21 4552 0 0,'-15'-10'-254'0'0,"-1"0"4357"0"0,498 131-3980 0 0,-476-120-144 0 0,-4-1 19 0 0,-1 0 0 0 0,0 0 0 0 0,0 1 0 0 0,0-1 0 0 0,0 0 0 0 0,0 0 0 0 0,0 1 1 0 0,1-1-1 0 0,-1 1 0 0 0,0-1 0 0 0,0 1 0 0 0,0-1 0 0 0,0 1 0 0 0,0 0 0 0 0,-1 0 0 0 0,1-1 0 0 0,0 1 0 0 0,0 0 0 0 0,0 0 0 0 0,-1 0 0 0 0,1 0 1 0 0,0 0-1 0 0,-1 0 0 0 0,1 0 0 0 0,0 2 0 0 0,-2-1 2 0 0,0 0-1 0 0,0-1 1 0 0,0 1 0 0 0,0 0 0 0 0,-1 0 0 0 0,1-1 0 0 0,-1 1-1 0 0,1-1 1 0 0,-1 1 0 0 0,-3 1 0 0 0,-9 7 9 0 0,0-1 1 0 0,-1 0 0 0 0,-1-1-1 0 0,1 0 1 0 0,-1-1-1 0 0,-1-1 1 0 0,-26 6 0 0 0,-1 2-15 0 0,-62 17-773 0 0,33-16-3223 0 0,54-12 2113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1.0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62 5156 0 0,'-14'-14'132'0'0,"13"13"-76"0"0,0 1 1 0 0,1 0-1 0 0,-1-1 1 0 0,1 1-1 0 0,-1 0 1 0 0,1-1-1 0 0,-1 1 1 0 0,1-1-1 0 0,-1 1 1 0 0,1-1-1 0 0,0 1 1 0 0,-1-1-1 0 0,1 1 1 0 0,-1-1-1 0 0,1 0 1 0 0,0 1-1 0 0,0-1 1 0 0,-1 0-1 0 0,1 1 0 0 0,0-1 1 0 0,0 0-1 0 0,0 1 1 0 0,0-1-1 0 0,0 0 1 0 0,0 1-1 0 0,0-1 1 0 0,0-1-1 0 0,37-4-56 0 0,-1 0-1 0 0,1 3 0 0 0,1 0 0 0 0,47 5 0 0 0,-35-2 1 0 0,416-1 15 0 0,-369 0 98 0 0,-94 1-108 0 0,26-4-276 0 0,-11 0-2881 0 0,-13 0 1433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1.5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 11 4676 0 0,'0'0'-128'0'0,"-33"-10"1654"0"0,88 33-1467 0 0,-22-10-39 0 0,-1 1 0 0 0,-1 1 0 0 0,42 28 0 0 0,-72-43-19 0 0,0 1 0 0 0,-1-1 0 0 0,1 1 1 0 0,0-1-1 0 0,-1 1 0 0 0,1 0 0 0 0,0-1 0 0 0,-1 1 0 0 0,1 0 0 0 0,-1-1 0 0 0,1 1 0 0 0,-1 0 0 0 0,1 0 0 0 0,-1-1 0 0 0,0 1 1 0 0,1 0-1 0 0,-1 0 0 0 0,0 0 0 0 0,0-1 0 0 0,1 1 0 0 0,-1 0 0 0 0,0 0 0 0 0,0 0 0 0 0,0 0 0 0 0,0 0 0 0 0,0 0 0 0 0,0-1 0 0 0,0 1 1 0 0,-1 1-1 0 0,0 0 3 0 0,0 0 0 0 0,0 0 1 0 0,0 0-1 0 0,-1 0 0 0 0,1 0 0 0 0,0-1 1 0 0,-1 1-1 0 0,0-1 0 0 0,1 1 1 0 0,-1-1-1 0 0,-3 3 0 0 0,-5 2 13 0 0,0-1 0 0 0,0 1 0 0 0,-18 5 0 0 0,-5 0-687 0 0,0-2-1 0 0,-1-1 0 0 0,0-1 1 0 0,-52 2-1 0 0,62-8-485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2.1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13 355 4004 0 0,'0'0'104'0'0,"-9"2"-38"0"0,9-2-40 0 0,0 0-1 0 0,0 0 1 0 0,0-1-1 0 0,0 1 1 0 0,0 0-1 0 0,0 0 1 0 0,0 0-1 0 0,0 0 1 0 0,0 0-1 0 0,0 0 0 0 0,0 0 1 0 0,0-1-1 0 0,0 1 1 0 0,0 0-1 0 0,0 0 1 0 0,0 0-1 0 0,0 0 1 0 0,0 0-1 0 0,0 0 1 0 0,0-1-1 0 0,0 1 1 0 0,0 0-1 0 0,0 0 0 0 0,0 0 1 0 0,0 0-1 0 0,0 0 1 0 0,0 0-1 0 0,0 0 1 0 0,0 0-1 0 0,0-1 1 0 0,-1 1-1 0 0,1 0 1 0 0,0 0-1 0 0,0 0 1 0 0,0 0-1 0 0,0 0 0 0 0,0 0 1 0 0,0 0-1 0 0,0 0 1 0 0,0 0-1 0 0,-1 0 1 0 0,1 0-1 0 0,0 0 1 0 0,0 0-1 0 0,0 0 1 0 0,0 0-1 0 0,0 0 0 0 0,0 0 1 0 0,-1 0-1 0 0,1 0 1 0 0,0 0-1 0 0,0 0 1 0 0,0 0-1 0 0,0 0 1 0 0,0 0-1 0 0,0 0 1 0 0,0 0-1 0 0,-1 0 1 0 0,12-11-1 0 0,1 1 0 0 0,0 1 1 0 0,0 0-1 0 0,1 0 1 0 0,0 2-1 0 0,0-1 1 0 0,1 1-1 0 0,16-5 1 0 0,130-40 37 0 0,-140 46-51 0 0,677-143 227 0 0,-666 143-190 0 0,39-8 1350 0 0,-68 14-1224 0 0,3-3 61 0 0,-4 3-230 0 0,0 0 0 0 0,-1 0 0 0 0,1 0 0 0 0,-1 0 1 0 0,1-1-1 0 0,0 1 0 0 0,-1 0 0 0 0,1 0 0 0 0,0-1 0 0 0,-1 1 0 0 0,1 0 1 0 0,-1-1-1 0 0,1 1 0 0 0,-1-1 0 0 0,1 1 0 0 0,-1 0 0 0 0,1-1 0 0 0,-1 1 0 0 0,1-1 1 0 0,-1 1-1 0 0,0-1 0 0 0,1 0 0 0 0,-1 1 0 0 0,0-1 0 0 0,1 1 0 0 0,-1-1 0 0 0,0 0 1 0 0,0 0-1 0 0,0 0-164 0 0,0-1 1 0 0,0 1 0 0 0,-1-1 0 0 0,1 1-1 0 0,0-1 1 0 0,-1 1 0 0 0,0 0-1 0 0,1-1 1 0 0,-1 1 0 0 0,0 0-1 0 0,1-1 1 0 0,-1 1 0 0 0,0 0-1 0 0,-2-2 1 0 0,-2-4-2176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2.6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43 6 4856 0 0,'-22'0'-127'0'0,"3"-3"761"0"0,17 2-485 0 0,8 0-61 0 0,20 0-38 0 0,44 2-35 0 0,-33 2-31 0 0,1 1 0 0 0,-1 2 0 0 0,0 2 0 0 0,0 1 0 0 0,-1 2 0 0 0,55 25 0 0 0,-89-36 21 0 0,-1 1-1 0 0,0-1 1 0 0,0 1-1 0 0,1-1 1 0 0,-1 1-1 0 0,0 0 1 0 0,0 0-1 0 0,0 0 1 0 0,0-1-1 0 0,0 1 1 0 0,0 0-1 0 0,0 0 1 0 0,0 0-1 0 0,0 0 1 0 0,-1 1 0 0 0,1-1-1 0 0,0 0 1 0 0,-1 0-1 0 0,1 0 1 0 0,-1 1-1 0 0,1-1 1 0 0,-1 0-1 0 0,0 1 1 0 0,1-1-1 0 0,-1 0 1 0 0,0 1-1 0 0,0-1 1 0 0,0 0-1 0 0,0 1 1 0 0,0-1-1 0 0,0 0 1 0 0,0 1-1 0 0,-1-1 1 0 0,1 0-1 0 0,0 1 1 0 0,-1-1-1 0 0,1 0 1 0 0,-1 0-1 0 0,1 1 1 0 0,-1-1 0 0 0,0 0-1 0 0,1 0 1 0 0,-1 0-1 0 0,0 0 1 0 0,0 0-1 0 0,0 0 1 0 0,0 0-1 0 0,0 0 1 0 0,-2 1-1 0 0,-6 6 46 0 0,0 0 1 0 0,-1 0-1 0 0,0-1 0 0 0,-13 7 0 0 0,22-13-49 0 0,-119 61 29 0 0,70-39-3361 0 0,48-22 2457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3.5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12 3640 0 0,'-8'-11'1420'0'0,"11"16"-706"0"0,18 17-615 0 0,44 12-87 0 0,1-4-1 0 0,1-2 1 0 0,100 26-1 0 0,-85-29-11 0 0,592 193 127 0 0,-524-172 1862 0 0,-148-45-1697 0 0,1-1-17 0 0,-3 0-274 0 0,1 0 1 0 0,-1 0-1 0 0,0 0 1 0 0,1 0-1 0 0,-1 1 1 0 0,0-1-1 0 0,1 0 1 0 0,-1 0-1 0 0,0 0 1 0 0,1 0-1 0 0,-1 0 1 0 0,0 0 0 0 0,1 0-1 0 0,-1 0 1 0 0,0 0-1 0 0,1-1 1 0 0,-1 1-1 0 0,0 0 1 0 0,1 0-1 0 0,-1 0 1 0 0,0 0-1 0 0,1 0 1 0 0,-1-1-1 0 0,0 1 1 0 0,0 0-1 0 0,1 0 1 0 0,-1 0-1 0 0,0-1 1 0 0,0 1-1 0 0,1 0 1 0 0,-1 0-1 0 0,0-1 1 0 0,1 1-1 0 0,-3-9-392 0 0,-1-12-614 0 0,3 4-2478 0 0,0 5 1565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3.9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58 5112 0 0,'-53'-56'1614'0'0,"51"55"-1333"0"0,52 30-22 0 0,53 22 1 0 0,-101-50-247 0 0,32 16-4 0 0,-1-2 9 0 0,0 2-1 0 0,46 31 1 0 0,-79-48-17 0 0,1 1 1 0 0,-1-1-1 0 0,1 0 0 0 0,-1 0 1 0 0,0 1-1 0 0,1-1 1 0 0,-1 0-1 0 0,0 1 1 0 0,1-1-1 0 0,-1 1 1 0 0,0-1-1 0 0,0 0 1 0 0,1 1-1 0 0,-1-1 0 0 0,0 1 1 0 0,0-1-1 0 0,0 1 1 0 0,1-1-1 0 0,-1 1 1 0 0,0-1-1 0 0,0 0 1 0 0,0 1-1 0 0,0-1 0 0 0,0 1 1 0 0,0-1-1 0 0,0 1 1 0 0,0-1-1 0 0,0 1 1 0 0,0-1-1 0 0,0 1 1 0 0,-1-1-1 0 0,1 1 1 0 0,0-1-1 0 0,0 1 0 0 0,-17 14 34 0 0,-24 4 20 0 0,8-9-157 0 0,-1-1 1 0 0,0-2 0 0 0,-35 3-1 0 0,40-8-1581 0 0,-56-2 0 0 0,55-1-430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4.9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13 5440 0 0,'0'0'-82'0'0,"-7"-9"553"0"0,3 5 63 0 0,4 6 360 0 0,6 9-896 0 0,1-1 1 0 0,0-1-1 0 0,0 1 1 0 0,1-1-1 0 0,0-1 1 0 0,16 14-1 0 0,69 48-3 0 0,-58-45 3 0 0,638 383 72 0 0,-434-275-19 0 0,12-3 51 0 0,-176-94 1047 0 0,-73-35-1002 0 0,-8-25-7049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5.7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135 34 5016 0 0,'-5'-33'1202'0'0,"21"40"-732"0"0,-1 1-1 0 0,0 1 1 0 0,-1 0-1 0 0,16 13 1 0 0,28 18-463 0 0,20 6 8 0 0,-34-21-12 0 0,-1 1 0 0 0,64 53 0 0 0,-106-78-2 0 0,-1-1 0 0 0,0 1 0 0 0,0 0 0 0 0,0-1-1 0 0,0 1 1 0 0,-1 0 0 0 0,1-1 0 0 0,0 1 0 0 0,0 0-1 0 0,0-1 1 0 0,0 1 0 0 0,-1 0 0 0 0,1-1 0 0 0,0 1-1 0 0,0-1 1 0 0,-1 1 0 0 0,1-1 0 0 0,-1 1-1 0 0,1-1 1 0 0,0 1 0 0 0,-1-1 0 0 0,1 1 0 0 0,-1-1-1 0 0,1 1 1 0 0,-1-1 0 0 0,0 0 0 0 0,1 1 0 0 0,-1-1-1 0 0,1 0 1 0 0,-1 1 0 0 0,-1-1 0 0 0,-19 13 24 0 0,-51 14 27 0 0,-2-3 0 0 0,-139 27 0 0 0,121-31-123 0 0,26-12-4193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7.0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351 90 5785 0 0,'-5'-55'-1104'0'0,"2"43"2055"0"0,-5-8 1117 0 0,7 18-2210 0 0,16 26 149 0 0,1 0 1 0 0,1-1-1 0 0,1-1 1 0 0,0 0-1 0 0,2-2 0 0 0,1 0 1 0 0,0-1-1 0 0,2-1 1 0 0,0-1-1 0 0,37 20 0 0 0,-22-5 260 0 0,-37-31-144 0 0,-3 1-67 0 0,-3 2-37 0 0,0-1 0 0 0,0 0 0 0 0,-1 0-1 0 0,1 0 1 0 0,0-1 0 0 0,-1 0 0 0 0,0 0-1 0 0,1 0 1 0 0,-12 1 0 0 0,-65 7 68 0 0,41-7-50 0 0,-108 21 3 0 0,-50 6 8 0 0,152-27-108 0 0,45-3-66 0 0,-1 0-92 0 0,-31-2-3873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4.6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41 4248 0 0,'0'-2'46'0'0,"0"1"0"0"0,0-1 0 0 0,0 1 0 0 0,0-1 0 0 0,0 1 0 0 0,0-1 0 0 0,0 1 0 0 0,-1-1 0 0 0,1 1 0 0 0,0-1 0 0 0,-1 1 0 0 0,1 0-1 0 0,-1-1 1 0 0,0 1 0 0 0,1-1 0 0 0,-1 1 0 0 0,0 0 0 0 0,0 0 0 0 0,0-1 0 0 0,0 1 0 0 0,0 0 0 0 0,0 0 0 0 0,0 0 0 0 0,0 0 0 0 0,-1 0 0 0 0,1 0-1 0 0,0 1 1 0 0,0-1 0 0 0,-1 0 0 0 0,1 1 0 0 0,-1-1 0 0 0,1 0 0 0 0,0 1 0 0 0,-3-1 0 0 0,2 2-35 0 0,-1-1 1 0 0,0 1-1 0 0,0-1 1 0 0,1 1-1 0 0,-1 0 1 0 0,1 0-1 0 0,-1 0 1 0 0,1 1-1 0 0,-1-1 1 0 0,1 0-1 0 0,0 1 1 0 0,0 0-1 0 0,0-1 1 0 0,0 1-1 0 0,0 0 1 0 0,0 0-1 0 0,0 0 1 0 0,0 0-1 0 0,1 1 1 0 0,-1-1-1 0 0,1 0 1 0 0,0 1-1 0 0,-2 2 1 0 0,2-4-20 0 0,1 0 1 0 0,-1 0-1 0 0,0 1 1 0 0,1-1-1 0 0,-1 0 1 0 0,1 0-1 0 0,-1 1 1 0 0,1-1-1 0 0,-1 0 1 0 0,1 0-1 0 0,0 1 0 0 0,0-1 1 0 0,0 0-1 0 0,0 1 1 0 0,0-1-1 0 0,0 0 1 0 0,0 1-1 0 0,0-1 1 0 0,0 0-1 0 0,0 1 1 0 0,1-1-1 0 0,-1 0 1 0 0,1 1-1 0 0,-1-1 1 0 0,1 0-1 0 0,-1 0 0 0 0,1 0 1 0 0,0 1-1 0 0,0-1 1 0 0,-1 0-1 0 0,1 0 1 0 0,0 0-1 0 0,0 0 1 0 0,0 0-1 0 0,0-1 1 0 0,0 1-1 0 0,0 0 1 0 0,1 0-1 0 0,-1-1 0 0 0,0 1 1 0 0,0-1-1 0 0,0 1 1 0 0,1-1-1 0 0,-1 1 1 0 0,0-1-1 0 0,1 0 1 0 0,-1 1-1 0 0,0-1 1 0 0,2 0-1 0 0,4 1-35 0 0,-1 0 1 0 0,1 0-1 0 0,-1-1 0 0 0,1 1 0 0 0,-1-2 0 0 0,0 1 1 0 0,1-1-1 0 0,-1 0 0 0 0,8-2 0 0 0,1-2 135 0 0,-1-1 0 0 0,1-1 0 0 0,-1-1 0 0 0,18-12 0 0 0,-32 20-74 0 0,-1 0-1 0 0,1 0 0 0 0,0 0 1 0 0,0 0-1 0 0,0 0 1 0 0,0 0-1 0 0,-1 0 0 0 0,1 0 1 0 0,0 0-1 0 0,0 0 1 0 0,0 0-1 0 0,0-1 1 0 0,-1 1-1 0 0,1 0 0 0 0,0 0 1 0 0,0 0-1 0 0,0 0 1 0 0,0 0-1 0 0,0 0 0 0 0,0-1 1 0 0,0 1-1 0 0,-1 0 1 0 0,1 0-1 0 0,0 0 0 0 0,0 0 1 0 0,0 0-1 0 0,0-1 1 0 0,0 1-1 0 0,0 0 1 0 0,0 0-1 0 0,0 0 0 0 0,0 0 1 0 0,0-1-1 0 0,0 1 1 0 0,0 0-1 0 0,0 0 0 0 0,0 0 1 0 0,0-1-1 0 0,0 1 1 0 0,0 0-1 0 0,0 0 0 0 0,0 0 1 0 0,0 0-1 0 0,0-1 1 0 0,0 1-1 0 0,1 0 0 0 0,-1 0 1 0 0,0 0-1 0 0,0 0 1 0 0,0 0-1 0 0,0 0 1 0 0,0-1-1 0 0,-8 3-28 0 0,0 0-1 0 0,1 1 1 0 0,-1 0 0 0 0,0 0 0 0 0,1 0 0 0 0,0 1-1 0 0,-1 0 1 0 0,2 1 0 0 0,-1-1 0 0 0,0 1-1 0 0,1 1 1 0 0,-11 11 0 0 0,16-15-43 0 0,8-5-126 0 0,-4 1-93 0 0,25-13 821 0 0,-19 9-3685 0 0,-48 12 1525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5.5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 67 4488 0 0,'0'0'-174'0'0,"5"-44"741"0"0,-5 43-523 0 0,0 1 0 0 0,0-1-1 0 0,0 0 1 0 0,0 1 0 0 0,0-1-1 0 0,0 0 1 0 0,-1 1 0 0 0,1-1-1 0 0,0 0 1 0 0,0 1 0 0 0,-1-1 0 0 0,1 0-1 0 0,0 1 1 0 0,-1-1 0 0 0,1 1-1 0 0,-1-1 1 0 0,1 1 0 0 0,-1-1-1 0 0,1 1 1 0 0,-1-1 0 0 0,1 1 0 0 0,-1-1-1 0 0,1 1 1 0 0,-1 0 0 0 0,1-1-1 0 0,-1 1 1 0 0,0 0 0 0 0,1 0 0 0 0,-1-1-1 0 0,0 1 1 0 0,1 0 0 0 0,-1 0-1 0 0,0 0 1 0 0,0 0 0 0 0,-2 1-36 0 0,0-1 1 0 0,0 2 0 0 0,1-1-1 0 0,-1 0 1 0 0,0 0 0 0 0,1 1-1 0 0,0 0 1 0 0,-1-1 0 0 0,1 1-1 0 0,0 0 1 0 0,-2 2 0 0 0,3-3-19 0 0,0-1 1 0 0,0 1 0 0 0,1-1-1 0 0,-1 1 1 0 0,0 0-1 0 0,1-1 1 0 0,-1 1 0 0 0,0 0-1 0 0,1-1 1 0 0,-1 1 0 0 0,1 0-1 0 0,-1 0 1 0 0,1-1 0 0 0,0 1-1 0 0,-1 0 1 0 0,1 0 0 0 0,0 0-1 0 0,-1 0 1 0 0,1 0 0 0 0,0 0-1 0 0,0 0 1 0 0,0-1 0 0 0,0 1-1 0 0,0 0 1 0 0,0 0-1 0 0,0 0 1 0 0,0 0 0 0 0,0 0-1 0 0,1 0 1 0 0,-1 0 0 0 0,1 1-1 0 0,0-1-6 0 0,0 0 0 0 0,0 0 0 0 0,0 0-1 0 0,0 0 1 0 0,0 0 0 0 0,1 0 0 0 0,-1-1-1 0 0,0 1 1 0 0,1 0 0 0 0,-1-1-1 0 0,0 1 1 0 0,1-1 0 0 0,-1 1 0 0 0,1-1-1 0 0,-1 0 1 0 0,1 0 0 0 0,-1 1 0 0 0,1-1-1 0 0,-1 0 1 0 0,2-1 0 0 0,0 1-55 0 0,2-1 8 0 0,18-5 228 0 0,0-2 0 0 0,-1 0 1 0 0,0-1-1 0 0,35-22 0 0 0,-56 30 344 0 0,-8 4-461 0 0,0-1-41 0 0,1 0 1 0 0,0 0 1 0 0,0 0-1 0 0,0 1 0 0 0,0-1 0 0 0,1 1 0 0 0,-1 1 0 0 0,-9 7 0 0 0,14-11-20 0 0,1 0 0 0 0,0 0-1 0 0,-1 0 1 0 0,1 0 0 0 0,0 0-1 0 0,-1 1 1 0 0,1-1 0 0 0,0 0 0 0 0,-1 0-1 0 0,1 0 1 0 0,0 0 0 0 0,-1 1-1 0 0,1-1 1 0 0,0 0 0 0 0,0 0-1 0 0,-1 0 1 0 0,1 1 0 0 0,0-1 0 0 0,0 0-1 0 0,-1 1 1 0 0,1-1 0 0 0,0 0-1 0 0,0 0 1 0 0,0 1 0 0 0,0-1-1 0 0,0 0 1 0 0,-1 1 0 0 0,1-1-1 0 0,0 0 1 0 0,0 1 0 0 0,0-1 0 0 0,0 0-1 0 0,0 1 1 0 0,0-1 0 0 0,0 1-1 0 0,0-1 1 0 0,0 0 0 0 0,0 1-1 0 0,1 0 1 0 0,15-3-96 0 0,28-17 236 0 0,-43 18-68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6.2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96 35 4560 0 0,'0'0'-24'0'0,"-29"-33"977"0"0,28 32-840 0 0,-23 0 118 0 0,20 1-228 0 0,2 0-2 0 0,1 0-1 0 0,-1 1 0 0 0,1-1 0 0 0,-1 0 0 0 0,1 0 0 0 0,-1 1 0 0 0,1-1 0 0 0,-1 1 0 0 0,1-1 0 0 0,0 1 0 0 0,-1 0 0 0 0,1-1 0 0 0,0 1 0 0 0,0 0 0 0 0,-1 0 0 0 0,1 0 0 0 0,0 0 1 0 0,0 0-1 0 0,0 0 0 0 0,0 0 0 0 0,0 1 0 0 0,0-1 0 0 0,-1 2 0 0 0,0-1 1 0 0,-1 2 2 0 0,13 7-4 0 0,-3-9-15 0 0,12 0 1 0 0,-2-4 8 0 0,10 0 207 0 0,-21 4 289 0 0,-31 11 521 0 0,-5 2-1215 0 0,28-13 72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2.4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27 6165 0 0,'0'0'-331'0'0,"-30"-23"-813"0"0,28 21 1141 0 0,-1 0 4 0 0,-27 8-29 0 0,25-5 24 0 0,0 1-1 0 0,0-1 0 0 0,-1 1 0 0 0,1 1 0 0 0,0-1 1 0 0,0 1-1 0 0,1 0 0 0 0,-1 0 0 0 0,-6 6 1 0 0,-8 4-10 0 0,18-13 16 0 0,0 1-1 0 0,0-1 0 0 0,0 1 1 0 0,1-1-1 0 0,-1 1 1 0 0,0-1-1 0 0,1 1 0 0 0,-1-1 1 0 0,0 1-1 0 0,1-1 1 0 0,-1 1-1 0 0,1 0 0 0 0,-1-1 1 0 0,1 1-1 0 0,-1 0 1 0 0,1 0-1 0 0,-1-1 1 0 0,1 1-1 0 0,0 0 0 0 0,0 0 1 0 0,-1 0-1 0 0,1-1 1 0 0,0 1-1 0 0,0 0 0 0 0,0 0 1 0 0,0 0-1 0 0,0 0 1 0 0,0 0-1 0 0,0-1 1 0 0,0 1-1 0 0,0 0 0 0 0,0 0 1 0 0,0 0-1 0 0,1 0 1 0 0,-1-1-1 0 0,0 1 0 0 0,0 0 1 0 0,1 0-1 0 0,-1 0 1 0 0,1-1-1 0 0,-1 1 1 0 0,1 0-1 0 0,-1-1 0 0 0,1 1 1 0 0,-1 0-1 0 0,1-1 1 0 0,0 1-1 0 0,-1-1 0 0 0,1 1 1 0 0,0-1-1 0 0,0 1 1 0 0,-1-1-1 0 0,1 1 1 0 0,0-1-1 0 0,0 0 0 0 0,-1 1 1 0 0,1-1-1 0 0,0 0 1 0 0,0 0-1 0 0,0 0 0 0 0,0 0 1 0 0,0 0-1 0 0,-1 0 1 0 0,2 0-1 0 0,1 0-6 0 0,32-16 43 0 0,0-6 683 0 0,-34 21-528 0 0,5-1 898 0 0,-11 4-1084 0 0,1 0-3 0 0,1 0-1 0 0,-1 0 1 0 0,0 1-1 0 0,0-1 1 0 0,1 1-1 0 0,-1 0 0 0 0,-3 3 1 0 0,6-4-17 0 0,-6 7-73 0 0,3-4 108 0 0,6-5 284 0 0,3-4-231 0 0,-4 4-41 0 0,0-1 0 0 0,1 0 0 0 0,-1 1 0 0 0,0-1 0 0 0,0 0 1 0 0,0 0-1 0 0,0 0 0 0 0,0 0 0 0 0,0 0 0 0 0,0 0 0 0 0,0 0 0 0 0,-1 0 0 0 0,1-1 0 0 0,0 1 1 0 0,0 0-1 0 0,-1 0 0 0 0,1-1 0 0 0,0-1 0 0 0,-1 1 119 0 0,-15-4-327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3.5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60 54 5288 0 0,'0'0'-183'0'0,"-39"-18"725"0"0,37 17-349 0 0,5-2-190 0 0,0 1-1 0 0,0 0 1 0 0,0 0 0 0 0,0 1-1 0 0,0-1 1 0 0,0 0 0 0 0,0 1-1 0 0,0 0 1 0 0,1 0 0 0 0,-1 0-1 0 0,5-1 1 0 0,-6 2-10 0 0,45-13-54 0 0,-37 12 53 0 0,0 1-1 0 0,0 0 1 0 0,0 0 0 0 0,0 1-1 0 0,0 1 1 0 0,0-1 0 0 0,0 1-1 0 0,-1 1 1 0 0,1 0 0 0 0,-1 1-1 0 0,1-1 1 0 0,-1 2 0 0 0,0-1 0 0 0,10 8-1 0 0,-18-11 9 0 0,0-1 1 0 0,0 1-1 0 0,0-1 0 0 0,0 1 1 0 0,0 0-1 0 0,0-1 0 0 0,0 1 0 0 0,0 0 1 0 0,0 0-1 0 0,0 0 0 0 0,-1 0 0 0 0,1 0 1 0 0,0 0-1 0 0,-1 0 0 0 0,1 0 0 0 0,0 0 1 0 0,-1 0-1 0 0,1 0 0 0 0,-1 0 0 0 0,0 0 1 0 0,1 0-1 0 0,-1 1 0 0 0,0-1 1 0 0,0 0-1 0 0,0 0 0 0 0,0 0 0 0 0,0 1 1 0 0,0-1-1 0 0,0 0 0 0 0,0 0 0 0 0,0 0 1 0 0,0 1-1 0 0,-1-1 0 0 0,1 0 0 0 0,-1 0 1 0 0,1 0-1 0 0,0 0 0 0 0,-1 0 1 0 0,0 0-1 0 0,1 0 0 0 0,-1 0 0 0 0,0 0 1 0 0,0 0-1 0 0,1 0 0 0 0,-1 0 0 0 0,0 0 1 0 0,0-1-1 0 0,0 1 0 0 0,0 0 0 0 0,-2 0 1 0 0,-5 6 5 0 0,0-1 1 0 0,0 0-1 0 0,-1-1 1 0 0,-10 5-1 0 0,-123 44 457 0 0,140-53-415 0 0,0 0-1 0 0,2-1-44 0 0,-1 0-1 0 0,1 0 0 0 0,0 0 1 0 0,0 0-1 0 0,0 0 1 0 0,-1 0-1 0 0,1 0 0 0 0,0 0 1 0 0,0 0-1 0 0,-1 0 0 0 0,1 0 1 0 0,0 0-1 0 0,0 0 0 0 0,0 0 1 0 0,-1 0-1 0 0,1 0 1 0 0,0 0-1 0 0,0 1 0 0 0,-1-1 1 0 0,1 0-1 0 0,0 0 0 0 0,0 0 1 0 0,0 0-1 0 0,0 0 0 0 0,-1 0 1 0 0,1 1-1 0 0,0-1 1 0 0,0 0-1 0 0,0 0 0 0 0,0 0 1 0 0,0 0-1 0 0,-1 1 0 0 0,1-1 1 0 0,0 0-1 0 0,0 0 1 0 0,0 0-1 0 0,0 1 0 0 0,0-1 1 0 0,0 0-1 0 0,0 0 0 0 0,0 1 1 0 0,0-1-1 0 0,0 0 0 0 0,0 0 1 0 0,0 0-1 0 0,0 1 1 0 0,73 23 51 0 0,24 9-60 0 0,-81-26-3 0 0,42 22-51 0 0,-54-27 55 0 0,-1 1-1 0 0,0-1 1 0 0,1 1-1 0 0,-1-1 1 0 0,0 1 0 0 0,-1 0-1 0 0,1 0 1 0 0,0 1-1 0 0,-1-1 1 0 0,0 0 0 0 0,0 1-1 0 0,3 6 1 0 0,-5-9 5 0 0,0 0 0 0 0,0 0 0 0 0,0 0 0 0 0,-1 0 0 0 0,1 0 0 0 0,0 0 0 0 0,-1 0 0 0 0,1 0 0 0 0,0 0 0 0 0,-1 0 0 0 0,1-1 0 0 0,-1 1 0 0 0,0 0 0 0 0,1 0 0 0 0,-1 0 0 0 0,0-1 0 0 0,1 1 0 0 0,-1 0 0 0 0,0-1 0 0 0,0 1 0 0 0,0 0 0 0 0,0-1 0 0 0,1 1 0 0 0,-1-1 0 0 0,0 0 0 0 0,0 1 0 0 0,0-1 0 0 0,-2 1 0 0 0,-27 10 31 0 0,-8-1 124 0 0,0-2 0 0 0,0-2 1 0 0,-55 3-1 0 0,4-7-2442 0 0,96-4 804 0 0,25-9 153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4.8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201 49 4456 0 0,'-19'-28'460'0'0,"-21"10"122"0"0,38 17-533 0 0,-3 0-25 0 0,0 1 0 0 0,1 0 0 0 0,-1-1 1 0 0,0 2-1 0 0,0-1 0 0 0,-9 2 0 0 0,6 3-22 0 0,-1 0 1 0 0,1 0-1 0 0,0 1 0 0 0,1 0 1 0 0,-1 0-1 0 0,-12 15 1 0 0,17-18-4 0 0,1-1 1 0 0,-1 1 0 0 0,1 0 0 0 0,0 0-1 0 0,0 0 1 0 0,0 0 0 0 0,0 0 0 0 0,0 1-1 0 0,1-1 1 0 0,-1 0 0 0 0,1 1 0 0 0,0-1-1 0 0,0 1 1 0 0,0 0 0 0 0,1-1 0 0 0,-1 1-1 0 0,1 0 1 0 0,0-1 0 0 0,0 1 0 0 0,0 0-1 0 0,2 6 1 0 0,-2-8 5 0 0,1 0 0 0 0,0 0 0 0 0,0 0 0 0 0,0 0 0 0 0,0 0-1 0 0,0 0 1 0 0,1-1 0 0 0,-1 1 0 0 0,0 0 0 0 0,1-1 0 0 0,0 1 0 0 0,-1 0 0 0 0,4 1 0 0 0,-2-1-1 0 0,0-1 0 0 0,0 0 0 0 0,1 0 0 0 0,-1 0 0 0 0,0-1 0 0 0,0 1 0 0 0,1-1 0 0 0,-1 1 0 0 0,0-1 0 0 0,1 0 0 0 0,-1 0 0 0 0,0-1 0 0 0,1 1 0 0 0,-1-1 0 0 0,0 0 0 0 0,5-1 1 0 0,1-1 29 0 0,0 0 0 0 0,-1 0 1 0 0,1-1-1 0 0,-1-1 0 0 0,1 0 1 0 0,-1 0-1 0 0,-1 0 1 0 0,1-1-1 0 0,-1 0 0 0 0,0 0 1 0 0,0-1-1 0 0,-1 0 1 0 0,0 0-1 0 0,0-1 0 0 0,0 1 1 0 0,-1-1-1 0 0,-1-1 0 0 0,1 1 1 0 0,-1-1-1 0 0,5-16 1 0 0,-8 23 9 0 0,-1 2-42 0 0,-1-1 1 0 0,1 1 0 0 0,0-1-1 0 0,0 1 1 0 0,-1-1 0 0 0,1 1 0 0 0,0-1-1 0 0,-1 1 1 0 0,1-1 0 0 0,-1 1-1 0 0,1 0 1 0 0,0-1 0 0 0,-1 1-1 0 0,1 0 1 0 0,-1-1 0 0 0,1 1 0 0 0,-1 0-1 0 0,1-1 1 0 0,-1 1 0 0 0,1 0-1 0 0,-1 0 1 0 0,0 0 0 0 0,1-1 0 0 0,-1 1-1 0 0,1 0 1 0 0,-1 0 0 0 0,1 0-1 0 0,-1 0 1 0 0,0 0 0 0 0,1 0-1 0 0,-1 0 1 0 0,1 0 0 0 0,-1 0 0 0 0,1 1-1 0 0,-1-1 1 0 0,0 0 0 0 0,-29 8 49 0 0,10 0-39 0 0,0 0 0 0 0,1 2 0 0 0,1 1 1 0 0,-1 0-1 0 0,-25 22 0 0 0,38-27-18 0 0,3 2 3 0 0,2-6-10 0 0,6 2-10 0 0,-5-4 20 0 0,0 0 0 0 0,0 1 0 0 0,0-1 1 0 0,0 0-1 0 0,1 1 0 0 0,-1-1 0 0 0,0 0 0 0 0,0 1 0 0 0,0-1 1 0 0,1 0-1 0 0,-1 0 0 0 0,0 1 0 0 0,0-1 0 0 0,1 0 0 0 0,-1 0 0 0 0,0 0 1 0 0,0 1-1 0 0,1-1 0 0 0,-1 0 0 0 0,0 0 0 0 0,1 0 0 0 0,-1 0 1 0 0,0 0-1 0 0,1 1 0 0 0,-1-1 0 0 0,0 0 0 0 0,1 0 0 0 0,-1 0 1 0 0,0 0-1 0 0,1 0 0 0 0,-1 0 0 0 0,0 0 0 0 0,1 0 0 0 0,-1 0 0 0 0,0 0 1 0 0,1-1-1 0 0,-1 1 0 0 0,0 0 0 0 0,1 0 0 0 0,18-6 1 0 0,0 0 1 0 0,-1-1-1 0 0,0-1 0 0 0,-1-1 0 0 0,0-1 0 0 0,30-21 0 0 0,-45 30 175 0 0,-10 2-159 0 0,-18 8-8 0 0,1 1 1 0 0,0 2-1 0 0,0 0 0 0 0,-34 24 1 0 0,55-34 129 0 0,10-6-113 0 0,23-9-1 0 0,-26 12-17 0 0,3-2 151 0 0,-3 2-433 0 0,-27 12-3128 0 0,19-8 1626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6.1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242 29 4924 0 0,'0'0'-192'0'0,"-28"-25"-563"0"0,21 23 764 0 0,0 2 1 0 0,0-1-1 0 0,1 1 0 0 0,-1 0 1 0 0,0 0-1 0 0,0 0 1 0 0,0 1-1 0 0,1 0 0 0 0,-1 1 1 0 0,0 0-1 0 0,1 0 0 0 0,-1 0 1 0 0,1 0-1 0 0,0 1 1 0 0,0 0-1 0 0,-10 7 0 0 0,6-3 2 0 0,0 0 1 0 0,1 0-1 0 0,1 1 0 0 0,-1 0 0 0 0,1 0 0 0 0,0 1 1 0 0,1 0-1 0 0,-12 20 0 0 0,18-27-7 0 0,1-1 1 0 0,-1 0-1 0 0,1 0 1 0 0,-1 0-1 0 0,1 0 0 0 0,0 1 1 0 0,-1-1-1 0 0,1 0 0 0 0,0 0 1 0 0,0 1-1 0 0,0-1 0 0 0,0 0 1 0 0,0 1-1 0 0,0-1 1 0 0,1 0-1 0 0,-1 0 0 0 0,0 1 1 0 0,0-1-1 0 0,1 0 0 0 0,-1 0 1 0 0,1 0-1 0 0,-1 0 0 0 0,1 1 1 0 0,0-1-1 0 0,-1 0 1 0 0,1 0-1 0 0,0 0 0 0 0,0 0 1 0 0,0 0-1 0 0,0-1 0 0 0,0 1 1 0 0,0 0-1 0 0,0 0 0 0 0,0 0 1 0 0,2 0-1 0 0,-1 1-1 0 0,1-1 1 0 0,0 1-1 0 0,-1-1 0 0 0,1 0 0 0 0,0 0 0 0 0,0 0 1 0 0,0-1-1 0 0,0 1 0 0 0,0-1 0 0 0,0 1 1 0 0,0-1-1 0 0,-1 0 0 0 0,1 0 0 0 0,0 0 1 0 0,6-2-1 0 0,4-1 67 0 0,-1 0-1 0 0,1-1 1 0 0,-1-1 0 0 0,1 0 0 0 0,-2-1-1 0 0,1 0 1 0 0,0-1 0 0 0,-1 0 0 0 0,-1-1 0 0 0,1 0-1 0 0,15-16 1 0 0,-26 24-56 0 0,-1 0-1 0 0,1 0 1 0 0,0 0-1 0 0,0 0 1 0 0,-1 0-1 0 0,1 0 0 0 0,0 0 1 0 0,0 0-1 0 0,-1 0 1 0 0,1 0-1 0 0,0 0 1 0 0,0 0-1 0 0,0 0 1 0 0,-1 0-1 0 0,1 0 1 0 0,0 0-1 0 0,0 0 1 0 0,-1-1-1 0 0,1 1 1 0 0,0 0-1 0 0,0 0 1 0 0,0 0-1 0 0,0 0 0 0 0,-1 0 1 0 0,1-1-1 0 0,0 1 1 0 0,0 0-1 0 0,0 0 1 0 0,0 0-1 0 0,0-1 1 0 0,0 1-1 0 0,-1 0 1 0 0,1 0-1 0 0,0-1 1 0 0,0 1-1 0 0,0 0 1 0 0,0 0-1 0 0,0 0 1 0 0,0-1-1 0 0,0 1 1 0 0,0 0-1 0 0,0 0 0 0 0,0-1 1 0 0,0 1-1 0 0,0 0 1 0 0,0 0-1 0 0,0-1 1 0 0,0 1-1 0 0,0 0 1 0 0,1 0-1 0 0,-1 0 1 0 0,0-1-1 0 0,0 1 1 0 0,0 0-1 0 0,0 0 1 0 0,0 0-1 0 0,1-1 1 0 0,-13 4 3 0 0,1 1 1 0 0,-1 0-1 0 0,1 1 1 0 0,0 0-1 0 0,0 1 1 0 0,1 0 0 0 0,0 1-1 0 0,0 0 1 0 0,0 0-1 0 0,1 1 1 0 0,0 1-1 0 0,1-1 1 0 0,-11 15 0 0 0,18-23-19 0 0,1 1 0 0 0,-1 0 0 0 0,1 0 0 0 0,-1-1 0 0 0,1 1 1 0 0,-1 0-1 0 0,1 0 0 0 0,-1 0 0 0 0,1-1 0 0 0,0 1 1 0 0,0 0-1 0 0,-1 0 0 0 0,1 0 0 0 0,0 0 0 0 0,0 0 0 0 0,0 0 1 0 0,0 0-1 0 0,0 0 0 0 0,0-1 0 0 0,0 1 0 0 0,0 0 0 0 0,0 0 1 0 0,1 0-1 0 0,-1 1 0 0 0,1-2 3 0 0,-1 0 0 0 0,0 1-1 0 0,1-1 1 0 0,-1 0 0 0 0,1 0 0 0 0,-1 1 0 0 0,1-1 0 0 0,-1 0-1 0 0,1 0 1 0 0,-1 0 0 0 0,1 0 0 0 0,-1 0 0 0 0,1 0 0 0 0,-1 0-1 0 0,1 0 1 0 0,-1 0 0 0 0,1 0 0 0 0,-1 0 0 0 0,0 0-1 0 0,1 0 1 0 0,-1 0 0 0 0,1 0 0 0 0,-1 0 0 0 0,1-1 0 0 0,-1 1-1 0 0,1 0 1 0 0,-1 0 0 0 0,1-1 0 0 0,-1 1 0 0 0,1-1 0 0 0,14-9 172 0 0,-1-1 0 0 0,-1 0 0 0 0,0-1 0 0 0,14-16 0 0 0,-26 27 64 0 0,-8 3-207 0 0,-8 7-69 0 0,-1-1 0 0 0,-27 22 1 0 0,-6 11-3830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7.1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132 112 4696 0 0,'17'-47'216'0'0,"-17"43"-259"0"0,1 3 94 0 0,-1 1-1 0 0,1-1 1 0 0,-1 0 0 0 0,1 0-1 0 0,-1 0 1 0 0,0 0 0 0 0,0 0 0 0 0,1 0-1 0 0,-1 0 1 0 0,0 1 0 0 0,0-1-1 0 0,0 0 1 0 0,0 0 0 0 0,0 0 0 0 0,0 0-1 0 0,0 0 1 0 0,-1 0 0 0 0,1 0-1 0 0,0 0 1 0 0,0 0 0 0 0,-1 0 0 0 0,1 1-1 0 0,0-1 1 0 0,-1 0 0 0 0,1 0-1 0 0,-1 0 1 0 0,1 1 0 0 0,-1-1 0 0 0,0 0-1 0 0,1 0 1 0 0,-1 1 0 0 0,0-1-1 0 0,1 1 1 0 0,-1-1 0 0 0,-1 0 0 0 0,0 0 96 0 0,-4 3-90 0 0,-5 4-35 0 0,-1 0-1 0 0,1 1 1 0 0,0 0-1 0 0,0 1 1 0 0,1 1-1 0 0,0-1 0 0 0,0 1 1 0 0,1 1-1 0 0,1 0 1 0 0,-1 0-1 0 0,-7 13 1 0 0,16-23-26 0 0,-1 1 0 0 0,1 0 1 0 0,-1-1-1 0 0,1 1 0 0 0,-1 0 0 0 0,1-1 1 0 0,0 1-1 0 0,-1 0 0 0 0,1-1 1 0 0,0 1-1 0 0,0 0 0 0 0,-1 0 0 0 0,1-1 1 0 0,0 1-1 0 0,0 0 0 0 0,0 0 1 0 0,0 0-1 0 0,0-1 0 0 0,0 1 0 0 0,0 0 1 0 0,0 0-1 0 0,0 0 0 0 0,0-1 1 0 0,0 1-1 0 0,1 0 0 0 0,-1 0 0 0 0,0-1 1 0 0,1 1-1 0 0,-1 0 0 0 0,0-1 0 0 0,1 1 1 0 0,-1 0-1 0 0,1-1 0 0 0,-1 1 1 0 0,1 0-1 0 0,-1-1 0 0 0,1 1 0 0 0,0-1 1 0 0,-1 1-1 0 0,1-1 0 0 0,0 1 1 0 0,-1-1-1 0 0,1 0 0 0 0,1 1 0 0 0,1 1-17 0 0,0-1 0 0 0,0 0 0 0 0,1 0 0 0 0,-1 0 0 0 0,0 0 0 0 0,1-1 0 0 0,-1 1 0 0 0,1-1 0 0 0,-1 0 0 0 0,5 0 0 0 0,6-2-16 0 0,0-1-1 0 0,-1-1 1 0 0,0 1-1 0 0,0-2 1 0 0,0 0-1 0 0,0-1 1 0 0,-1 0 0 0 0,15-10-1 0 0,-10 5 86 0 0,0-1-1 0 0,0-1 1 0 0,-1 0-1 0 0,-1-1 0 0 0,16-19 1 0 0,-30 33-29 0 0,0-1 0 0 0,0 0 0 0 0,0 0 0 0 0,0 0 0 0 0,0 0 0 0 0,-1 0 0 0 0,1 0 0 0 0,0 0 0 0 0,0-1 0 0 0,-1 1 1 0 0,1 0-1 0 0,-1 0 0 0 0,1 0 0 0 0,-1-1 0 0 0,0 1 0 0 0,1 0 0 0 0,-1-1 0 0 0,0 1 0 0 0,0 0 0 0 0,0-1 0 0 0,0 1 0 0 0,0-3 0 0 0,-1 4-12 0 0,0-1-1 0 0,0 0 0 0 0,1 0 1 0 0,-1 1-1 0 0,0-1 1 0 0,0 1-1 0 0,0-1 0 0 0,0 1 1 0 0,0-1-1 0 0,0 1 1 0 0,0 0-1 0 0,0-1 1 0 0,0 1-1 0 0,0 0 0 0 0,0 0 1 0 0,0 0-1 0 0,0 0 1 0 0,0 0-1 0 0,-1 0 0 0 0,1 0 1 0 0,-1 0-1 0 0,-9 1 3 0 0,1 1 0 0 0,0 0 1 0 0,-1 1-1 0 0,-16 6 0 0 0,10-2-22 0 0,0 2 0 0 0,0 0 0 0 0,1 0 0 0 0,0 2 0 0 0,-23 19 0 0 0,39-29 10 0 0,-1-1 1 0 0,1 0-1 0 0,0 1 0 0 0,0-1 1 0 0,-1 0-1 0 0,1 1 1 0 0,0-1-1 0 0,0 0 0 0 0,0 1 1 0 0,0-1-1 0 0,0 0 1 0 0,-1 1-1 0 0,1-1 1 0 0,0 1-1 0 0,0-1 0 0 0,0 0 1 0 0,0 1-1 0 0,0-1 1 0 0,0 0-1 0 0,0 1 0 0 0,0-1 1 0 0,0 1-1 0 0,1-1 1 0 0,-1 0-1 0 0,0 1 1 0 0,0-1-1 0 0,0 0 0 0 0,0 1 1 0 0,0-1-1 0 0,1 0 1 0 0,-1 1-1 0 0,0-1 1 0 0,0 0-1 0 0,0 1 0 0 0,1-1 1 0 0,-1 0-1 0 0,0 0 1 0 0,1 1-1 0 0,-1-1 0 0 0,0 0 1 0 0,1 0-1 0 0,-1 1 1 0 0,0-1-1 0 0,1 0 1 0 0,-1 0-1 0 0,0 0 0 0 0,1 0 1 0 0,0 1-3 0 0,1 0 0 0 0,-1 0 0 0 0,1-1 0 0 0,-1 1-1 0 0,1-1 1 0 0,-1 0 0 0 0,1 1 0 0 0,-1-1 0 0 0,1 0 0 0 0,-1 0 0 0 0,1 0 0 0 0,-1 0 0 0 0,1 0 0 0 0,2 0 0 0 0,4-2 35 0 0,0 0 1 0 0,1-1-1 0 0,-1 0 1 0 0,0 0-1 0 0,0-1 1 0 0,-1 0 0 0 0,1 0-1 0 0,-1 0 1 0 0,0-1-1 0 0,0-1 1 0 0,0 1-1 0 0,7-9 1 0 0,-14 14-26 0 0,0 0 1 0 0,0 0-1 0 0,0-1 0 0 0,1 1 0 0 0,-1 0 1 0 0,0 0-1 0 0,0-1 0 0 0,0 1 0 0 0,0 0 1 0 0,0-1-1 0 0,0 1 0 0 0,0 0 0 0 0,0 0 1 0 0,0-1-1 0 0,0 1 0 0 0,0 0 0 0 0,0-1 1 0 0,0 1-1 0 0,0 0 0 0 0,0-1 0 0 0,0 1 1 0 0,0 0-1 0 0,0 0 0 0 0,0-1 0 0 0,0 1 1 0 0,-1 0-1 0 0,1 0 0 0 0,0-1 0 0 0,0 1 1 0 0,0 0-1 0 0,0 0 0 0 0,-1-1 0 0 0,1 1 1 0 0,0 0-1 0 0,0 0 0 0 0,0 0 0 0 0,-1-1 1 0 0,1 1-1 0 0,0 0 0 0 0,-1 0 0 0 0,-16-6 64 0 0,-14 3-32 0 0,8 5-220 0 0,1 0 0 0 0,1 2 0 0 0,-1 0 0 0 0,-23 8 0 0 0,44-11-307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8.1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159 76 5064 0 0,'0'-1'-9'0'0,"0"-1"0"0"0,0 1 0 0 0,1-1 0 0 0,-1 1-1 0 0,0 0 1 0 0,0-1 0 0 0,0 1 0 0 0,-1-1 0 0 0,1 1 0 0 0,0-1-1 0 0,0 1 1 0 0,-1-1 0 0 0,1 1 0 0 0,-1-1 0 0 0,0 1-1 0 0,1 0 1 0 0,-1 0 0 0 0,0-1 0 0 0,1 1 0 0 0,-1 0-1 0 0,0 0 1 0 0,0 0 0 0 0,0-1 0 0 0,0 1 0 0 0,-1 0-1 0 0,1 1 1 0 0,0-1 0 0 0,0 0 0 0 0,0 0 0 0 0,-1 0-1 0 0,1 1 1 0 0,0-1 0 0 0,-1 1 0 0 0,1-1 0 0 0,-1 1-1 0 0,1-1 1 0 0,-1 1 0 0 0,1 0 0 0 0,0 0 0 0 0,-1 0-1 0 0,1 0 1 0 0,-4 0 0 0 0,1 0 26 0 0,0 2-3 0 0,-4 0-9 0 0,0 2-1 0 0,0-1 1 0 0,0 1-1 0 0,0 0 0 0 0,1 1 1 0 0,-13 9-1 0 0,16-10-2 0 0,-1-1 1 0 0,1 1-1 0 0,1-1 1 0 0,-1 1-1 0 0,0 1 1 0 0,1-1-1 0 0,0 0 0 0 0,0 1 1 0 0,0 0-1 0 0,1 0 1 0 0,-1-1-1 0 0,-2 10 0 0 0,5-13 1 0 0,0 0 0 0 0,0 0-1 0 0,0 0 1 0 0,0-1 0 0 0,1 1-1 0 0,-1 0 1 0 0,0 0 0 0 0,1 0-1 0 0,-1 0 1 0 0,0 0 0 0 0,1-1-1 0 0,-1 1 1 0 0,1 0 0 0 0,-1 0-1 0 0,1-1 1 0 0,-1 1-1 0 0,1 0 1 0 0,0-1 0 0 0,-1 1-1 0 0,1-1 1 0 0,0 1 0 0 0,-1-1-1 0 0,1 1 1 0 0,0-1 0 0 0,0 1-1 0 0,0-1 1 0 0,-1 0 0 0 0,1 1-1 0 0,0-1 1 0 0,0 0 0 0 0,0 0-1 0 0,0 1 1 0 0,0-1 0 0 0,0 0-1 0 0,-1 0 1 0 0,3 0-1 0 0,37 0 47 0 0,-25-4 12 0 0,0 0-1 0 0,0-1 1 0 0,0-1-1 0 0,0 0 0 0 0,-1-1 1 0 0,0-1-1 0 0,0 0 1 0 0,-1-1-1 0 0,0 0 1 0 0,-1-1-1 0 0,0 0 1 0 0,20-23-1 0 0,-32 33-50 0 0,1-1 0 0 0,-1 1 0 0 0,0 0 0 0 0,0-1 0 0 0,1 1 0 0 0,-1-1 0 0 0,0 1-1 0 0,0-1 1 0 0,0 1 0 0 0,0 0 0 0 0,0-1 0 0 0,1 1 0 0 0,-1-1 0 0 0,0 1 0 0 0,0-1 0 0 0,0 1 0 0 0,0-1-1 0 0,0 1 1 0 0,0-1 0 0 0,0 1 0 0 0,-1-1 0 0 0,1 1 0 0 0,0 0 0 0 0,0-1 0 0 0,0 1 0 0 0,0-1 0 0 0,-1 1 0 0 0,1-1-1 0 0,0 1 1 0 0,0 0 0 0 0,-1-1 0 0 0,1 1 0 0 0,0 0 0 0 0,-1-1 0 0 0,1 1 0 0 0,0 0 0 0 0,-1-1 0 0 0,1 1-1 0 0,0 0 1 0 0,-1 0 0 0 0,1-1 0 0 0,-1 1 0 0 0,1 0 0 0 0,0 0 0 0 0,-1 0 0 0 0,0-1 0 0 0,-1 1 7 0 0,0-1 1 0 0,1 0-1 0 0,-1 1 1 0 0,0 0-1 0 0,0-1 1 0 0,0 1-1 0 0,0 0 1 0 0,0 0-1 0 0,0 0 0 0 0,0 0 1 0 0,0 0-1 0 0,-3 1 1 0 0,-10 4-13 0 0,0 0 0 0 0,0 0 0 0 0,0 1 0 0 0,0 1 0 0 0,1 1 1 0 0,0 0-1 0 0,1 1 0 0 0,-16 12 0 0 0,28-19-46 0 0,2-2-66 0 0,0 1 94 0 0,-1 0 0 0 0,1 0 0 0 0,0 0 0 0 0,0-1-1 0 0,0 1 1 0 0,1-1 0 0 0,-1 1 0 0 0,0-1 0 0 0,0 1 0 0 0,0-1 0 0 0,0 0 0 0 0,0 1 0 0 0,1-1-1 0 0,-1 0 1 0 0,0 0 0 0 0,0 0 0 0 0,2 0 0 0 0,16-4-47 0 0,0-2 0 0 0,34-14 0 0 0,-45 16 170 0 0,1 0-1 0 0,-1 0 1 0 0,0-1 0 0 0,-1 0 0 0 0,1 0 0 0 0,-1-1-1 0 0,0 0 1 0 0,12-14 0 0 0,-19 20-99 0 0,0 0 0 0 0,0 0 0 0 0,0-1 0 0 0,1 1-1 0 0,-1 0 1 0 0,0-1 0 0 0,0 1 0 0 0,0 0 0 0 0,0-1 0 0 0,0 1 0 0 0,0 0 0 0 0,0-1 0 0 0,0 1-1 0 0,0 0 1 0 0,0-1 0 0 0,0 1 0 0 0,0 0 0 0 0,0-1 0 0 0,0 1 0 0 0,0 0 0 0 0,0-1 0 0 0,0 1 0 0 0,0 0-1 0 0,0-1 1 0 0,0 1 0 0 0,0 0 0 0 0,-1 0 0 0 0,1-1 0 0 0,0 1 0 0 0,0 0 0 0 0,0-1 0 0 0,-1 1 0 0 0,1 0-1 0 0,0 0 1 0 0,0 0 0 0 0,0-1 0 0 0,-1 1 0 0 0,1 0 0 0 0,0 0 0 0 0,-1 0 0 0 0,1-1 0 0 0,0 1-1 0 0,-1 0 1 0 0,1 0 0 0 0,0 0 0 0 0,-1 0 0 0 0,1 0 0 0 0,0 0 0 0 0,0 0 0 0 0,-1 0 0 0 0,1 0 0 0 0,-1 0-1 0 0,1 0 1 0 0,0 0 0 0 0,-1 0 0 0 0,1 0 0 0 0,-16-1-15 0 0,2 2-221 0 0,-1 0-1 0 0,1 1 1 0 0,0 1-1 0 0,0 0 0 0 0,0 0 1 0 0,1 2-1 0 0,-1 0 1 0 0,-16 9-1 0 0,11-6-1570 0 0,4-1 3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7.9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83 15 4488 0 0,'0'0'-206'0'0,"0"-1"-162"0"0,0 0 403 0 0,0 0-1 0 0,0 1 1 0 0,-1-1 0 0 0,1 0 0 0 0,0 1-1 0 0,-1-1 1 0 0,1 0 0 0 0,0 1 0 0 0,-1-1-1 0 0,1 0 1 0 0,-1 1 0 0 0,1-1 0 0 0,-1 1-1 0 0,1-1 1 0 0,-1 1 0 0 0,1-1 0 0 0,-1 1-1 0 0,1 0 1 0 0,-1-1 0 0 0,0 1 0 0 0,1 0-1 0 0,-1-1 1 0 0,0 1 0 0 0,1 0 0 0 0,-1 0-1 0 0,0 0 1 0 0,1-1 0 0 0,-1 1 0 0 0,0 0-1 0 0,-1 0 1 0 0,-1 1-35 0 0,-1 1 11 0 0,0-1 0 0 0,-1 1 0 0 0,1 0 0 0 0,0 0 1 0 0,0 1-1 0 0,0-1 0 0 0,0 1 0 0 0,0 0 0 0 0,0 0 0 0 0,1 0 0 0 0,-1 0 0 0 0,1 1 1 0 0,0-1-1 0 0,-5 8 0 0 0,8-9-5 0 0,2 11 5 0 0,-1-11-11 0 0,16 4-10 0 0,-14-5 8 0 0,0-1-1 0 0,1 0 1 0 0,-1 1-1 0 0,0-2 0 0 0,0 1 1 0 0,0 0-1 0 0,0-1 1 0 0,0 1-1 0 0,0-1 1 0 0,1 0-1 0 0,-1 0 1 0 0,-1 0-1 0 0,1 0 1 0 0,0-1-1 0 0,4-1 0 0 0,35-30 691 0 0,-38 29-415 0 0,-2 2-93 0 0,-2 2-161 0 0,0 0-1 0 0,0 0 1 0 0,-1-1 0 0 0,1 1 0 0 0,0 0 0 0 0,0 0 0 0 0,0-1 0 0 0,0 1 0 0 0,0 0 0 0 0,0 0 0 0 0,-1-1 0 0 0,1 1 0 0 0,0 0 0 0 0,0 0 0 0 0,0-1 0 0 0,-1 1 0 0 0,1 0-1 0 0,0 0 1 0 0,0 0 0 0 0,0 0 0 0 0,-1-1 0 0 0,1 1 0 0 0,0 0 0 0 0,0 0 0 0 0,-1 0 0 0 0,1 0 0 0 0,0 0 0 0 0,-1 0 0 0 0,1 0 0 0 0,0 0 0 0 0,0 0 0 0 0,-1 0 0 0 0,1 0 0 0 0,0 0-1 0 0,-1 0 1 0 0,1 0 0 0 0,0 0 0 0 0,0 0 0 0 0,-1 0 0 0 0,1 0 0 0 0,-21 6 159 0 0,-22 19-401 0 0,44-25 218 0 0,-1 0-1 0 0,0 0 1 0 0,0 0-1 0 0,0 0 1 0 0,0 0 0 0 0,0 0-1 0 0,0 0 1 0 0,0 0 0 0 0,1 0-1 0 0,-1 0 1 0 0,0 0-1 0 0,0 0 1 0 0,0 0 0 0 0,0 0-1 0 0,0 0 1 0 0,0 0 0 0 0,1 0-1 0 0,-1 0 1 0 0,0 0-1 0 0,0 0 1 0 0,0 0 0 0 0,0 0-1 0 0,0 0 1 0 0,0 0 0 0 0,0 0-1 0 0,1 0 1 0 0,-1 0-1 0 0,0 0 1 0 0,0 0 0 0 0,0 0-1 0 0,0 0 1 0 0,0 1 0 0 0,0-1-1 0 0,0 0 1 0 0,0 0-1 0 0,0 0 1 0 0,0 0 0 0 0,0 0-1 0 0,1 0 1 0 0,-1 0 0 0 0,0 1-1 0 0,0-1 1 0 0,0 0 0 0 0,0 0-1 0 0,0 0 1 0 0,0 0-1 0 0,0 0 1 0 0,0 0 0 0 0,0 0-1 0 0,0 1 1 0 0,0-1 0 0 0,0 0-1 0 0,0 0 1 0 0,0 0-1 0 0,0 0 1 0 0,-1 0 0 0 0,24-6-74 0 0,-19 4 99 0 0,-1 1 1 0 0,1-1-1 0 0,-1 1 0 0 0,0-1 1 0 0,0 0-1 0 0,0-1 0 0 0,0 1 1 0 0,0 0-1 0 0,0-1 0 0 0,-1 1 0 0 0,1-1 1 0 0,-1 0-1 0 0,1 0 0 0 0,-1 0 1 0 0,2-4-1 0 0,-4 6 99 0 0,-11 1-204 0 0,0 1 1 0 0,0 0-1 0 0,-19 5 0 0 0,-13 10-3133 0 0,34-11 1576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9.5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50 4676 0 0,'0'0'-101'0'0,"0"0"157"0"0,0 0-1 0 0,-1 0 1 0 0,1 0 0 0 0,0 0-1 0 0,-1 0 1 0 0,1 0 0 0 0,0 0-1 0 0,-1 0 1 0 0,1 0 0 0 0,0-1-1 0 0,-1 1 1 0 0,1 0 0 0 0,0 0-1 0 0,0 0 1 0 0,-1 0 0 0 0,1 0-1 0 0,0-1 1 0 0,-1 1 0 0 0,1 0-1 0 0,0 0 1 0 0,0-1 0 0 0,-1 1-1 0 0,1 0 1 0 0,0 0 0 0 0,0-1-1 0 0,0 1 1 0 0,0 0 0 0 0,-1-1-1 0 0,1 1 1 0 0,0 0 0 0 0,0 0-1 0 0,0-1 1 0 0,0 1 0 0 0,0 0-1 0 0,0-1 1 0 0,0 0 0 0 0,1-3-49 0 0,6-4-2 0 0,33-6 60 0 0,22-1-162 0 0,-59 14 89 0 0,1 2-5 0 0,12 1 6 0 0,-3-2-4 0 0,-1 2 1 0 0,1 0-1 0 0,-1 0 0 0 0,0 1 0 0 0,0 1 0 0 0,12 4 0 0 0,-22-7 10 0 0,0-1 0 0 0,-1 1-1 0 0,0 0 1 0 0,1-1-1 0 0,-1 1 1 0 0,1 0 0 0 0,-1 0-1 0 0,0 0 1 0 0,1 0 0 0 0,-1 0-1 0 0,0 0 1 0 0,0 0-1 0 0,0 0 1 0 0,0 1 0 0 0,0-1-1 0 0,0 0 1 0 0,0 1 0 0 0,-1-1-1 0 0,1 0 1 0 0,0 1 0 0 0,-1-1-1 0 0,1 1 1 0 0,-1-1-1 0 0,1 1 1 0 0,-1 0 0 0 0,0-1-1 0 0,0 1 1 0 0,0-1 0 0 0,0 1-1 0 0,0 0 1 0 0,0-1-1 0 0,0 1 1 0 0,0-1 0 0 0,0 1-1 0 0,-1-1 1 0 0,1 1 0 0 0,-1-1-1 0 0,1 1 1 0 0,-1-1-1 0 0,0 1 1 0 0,0-1 0 0 0,1 1-1 0 0,-1-1 1 0 0,0 0 0 0 0,0 0-1 0 0,0 1 1 0 0,0-1 0 0 0,-3 2-1 0 0,-5 7 20 0 0,-1 1-1 0 0,-1-1 1 0 0,0-1-1 0 0,-13 9 0 0 0,17-12-21 0 0,-2 0 191 0 0,-1-1 0 0 0,1 1 1 0 0,-20 6-1 0 0,23-9 362 0 0,24-7-450 0 0,-12 3-146 0 0,6-2 19 0 0,13 3-1 0 0,4 4-36 0 0,-22-3 54 0 0,1 0 0 0 0,-1 1-1 0 0,1-1 1 0 0,-1 2 0 0 0,1-1 0 0 0,-1 1-1 0 0,0 0 1 0 0,0 1 0 0 0,-1 0-1 0 0,1 0 1 0 0,-1 0 0 0 0,1 1 0 0 0,-1 0-1 0 0,-1 0 1 0 0,1 0 0 0 0,7 10-1 0 0,-11-12 8 0 0,0-1 1 0 0,0 1-1 0 0,0 0 0 0 0,0 0 0 0 0,-1 1 0 0 0,1-1 0 0 0,-1 0 0 0 0,1 1 1 0 0,-1-1-1 0 0,0 0 0 0 0,-1 1 0 0 0,1-1 0 0 0,-1 1 0 0 0,1 0 0 0 0,-1-1 1 0 0,0 1-1 0 0,-1 3 0 0 0,0-3 6 0 0,0-1 0 0 0,-1 0 0 0 0,0 0 1 0 0,0 0-1 0 0,0 0 0 0 0,0-1 0 0 0,0 1 1 0 0,0 0-1 0 0,-1-1 0 0 0,1 0 0 0 0,-1 1 0 0 0,0-1 1 0 0,1 0-1 0 0,-1 0 0 0 0,-4 1 0 0 0,-8 5 43 0 0,-1-1-1 0 0,0-1 1 0 0,0 0-1 0 0,0-1 0 0 0,-1 0 1 0 0,0-2-1 0 0,-31 3 1 0 0,1 1 864 0 0,45-6-696 0 0,-1 0-185 0 0,0-1-1 0 0,1 1 1 0 0,-1-1-1 0 0,0 0 0 0 0,1 0 1 0 0,-1 0-1 0 0,0 0 1 0 0,1 0-1 0 0,-1-1 0 0 0,-3 0 1 0 0,6-1-319 0 0,0 0 0 0 0,1 1 0 0 0,-1-1 0 0 0,1 0 0 0 0,-1 0 0 0 0,1 1 0 0 0,0-1 0 0 0,0 1 0 0 0,-1-1 0 0 0,1 1 0 0 0,0-1 0 0 0,1 1 0 0 0,-1-1-1 0 0,0 1 1 0 0,3-3 0 0 0,5-3-2505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0.2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169 64 6213 0 0,'0'0'-308'0'0,"-2"-1"209"0"0,0 0-1 0 0,0-1 1 0 0,0 1-1 0 0,0 0 0 0 0,-1 0 1 0 0,1 0-1 0 0,0 1 1 0 0,-1-1-1 0 0,1 0 1 0 0,0 1-1 0 0,-3-1 0 0 0,-2 3 99 0 0,0 1-1 0 0,1-1 1 0 0,0 1-1 0 0,-1 0 1 0 0,1 1-1 0 0,0 0 1 0 0,1 0-1 0 0,-1 0 1 0 0,1 0-1 0 0,0 1 0 0 0,0 0 1 0 0,-7 8-1 0 0,4-2-4 0 0,0 0 0 0 0,0 1 0 0 0,1 0 0 0 0,1 0 0 0 0,-9 22 0 0 0,14-31 12 0 0,0-1 1 0 0,1 0 0 0 0,-1 0-1 0 0,1 1 1 0 0,-1-1-1 0 0,1 0 1 0 0,0 1-1 0 0,0-1 1 0 0,0 0 0 0 0,0 1-1 0 0,0-1 1 0 0,0 0-1 0 0,1 1 1 0 0,-1-1 0 0 0,1 0-1 0 0,-1 1 1 0 0,1-1-1 0 0,0 0 1 0 0,0 0-1 0 0,0 0 1 0 0,0 0 0 0 0,2 2-1 0 0,1 0 8 0 0,-1 0 0 0 0,1-1-1 0 0,-1 0 1 0 0,1 0 0 0 0,0 0 0 0 0,0 0-1 0 0,0 0 1 0 0,1-1 0 0 0,-1 0 0 0 0,6 2-1 0 0,3 1 53 0 0,1-1 0 0 0,0 0 0 0 0,0-1 0 0 0,1 0 0 0 0,25 0 0 0 0,-33-3 12 0 0,0 0 0 0 0,1-1 0 0 0,-1 0 0 0 0,0-1 0 0 0,-1 0 0 0 0,1 0 0 0 0,0 0 0 0 0,0-1 0 0 0,-1 0 0 0 0,1 0 0 0 0,-1 0 0 0 0,0-1 0 0 0,0 0 0 0 0,-1 0 0 0 0,1-1 0 0 0,-1 0 0 0 0,0 0 0 0 0,0 0 0 0 0,0 0 0 0 0,5-8 0 0 0,-6 6-34 0 0,1 0 1 0 0,-1 0-1 0 0,-1 0 0 0 0,1 0 1 0 0,-1-1-1 0 0,-1 0 0 0 0,1 1 1 0 0,-1-1-1 0 0,0 0 0 0 0,-1 0 1 0 0,0 0-1 0 0,0 0 0 0 0,-1 0 0 0 0,0-1 1 0 0,-1 1-1 0 0,-1-13 0 0 0,0 17-27 0 0,0-1 1 0 0,0 1-1 0 0,0 0 0 0 0,0 0 0 0 0,-1 1 0 0 0,1-1 0 0 0,-1 0 0 0 0,0 1 0 0 0,0 0 0 0 0,0-1 1 0 0,-1 1-1 0 0,1 0 0 0 0,-1 1 0 0 0,1-1 0 0 0,-1 1 0 0 0,0 0 0 0 0,0-1 0 0 0,0 2 0 0 0,0-1 1 0 0,-1 0-1 0 0,-8-1 0 0 0,-9-3-123 0 0,0 1 0 0 0,-1 1 0 0 0,-26-1 1 0 0,-6-1-3929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9.2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39 24 4668 0 0,'15'-16'-273'0'0,"-15"11"1850"0"0,-23 9-644 0 0,21-2-924 0 0,0-1-1 0 0,0 0 0 0 0,0 1 1 0 0,0 0-1 0 0,0-1 0 0 0,0 1 1 0 0,0 0-1 0 0,0 0 0 0 0,1 0 0 0 0,-1 0 1 0 0,1 0-1 0 0,0 0 0 0 0,-1 1 1 0 0,1-1-1 0 0,0 0 0 0 0,0 1 1 0 0,1-1-1 0 0,-1 1 0 0 0,0-1 1 0 0,0 5-1 0 0,2-6-13 0 0,-1 0 1 0 0,1 0 0 0 0,-1 0-1 0 0,1 0 1 0 0,-1-1-1 0 0,1 1 1 0 0,-1 0-1 0 0,1 0 1 0 0,0 0-1 0 0,0-1 1 0 0,-1 1-1 0 0,1 0 1 0 0,0-1-1 0 0,0 1 1 0 0,0-1-1 0 0,0 1 1 0 0,0-1-1 0 0,0 1 1 0 0,0-1-1 0 0,0 0 1 0 0,0 1-1 0 0,0-1 1 0 0,0 0-1 0 0,0 0 1 0 0,0 0-1 0 0,0 0 1 0 0,1 0-1 0 0,37 2-125 0 0,-13-5 263 0 0,-1-2 1 0 0,0 0-1 0 0,0-2 0 0 0,-1 0 1 0 0,24-11-1 0 0,-79 23 498 0 0,0 2 0 0 0,-31 11 1 0 0,39-7-1451 0 0,56-23 560 0 0,65-31 633 0 0,-98 43-355 0 0,0 0-1 0 0,1 0 1 0 0,-1 0-1 0 0,1 0 1 0 0,-1 0 0 0 0,0-1-1 0 0,1 1 1 0 0,-1 0-1 0 0,0 0 1 0 0,1 0-1 0 0,-1 0 1 0 0,0-1 0 0 0,1 1-1 0 0,-1 0 1 0 0,0 0-1 0 0,1-1 1 0 0,-1 1 0 0 0,0 0-1 0 0,0-1 1 0 0,1 1-1 0 0,-1 0 1 0 0,0-1-1 0 0,0 1 1 0 0,0 0 0 0 0,0-1-1 0 0,1 1 1 0 0,-1 0-1 0 0,0-1 1 0 0,0 1-1 0 0,0 0 1 0 0,0-1 0 0 0,0 1-1 0 0,0-1 1 0 0,0 0-1 0 0,-16-1-2 0 0,-42 10-1570 0 0,47-7 939 0 0,-4 2-1779 0 0,5-1-667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0.8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195 31 6561 0 0,'1'-1'-64'0'0,"-1"0"0"0"0,1 0 1 0 0,0 0-1 0 0,-1 0 0 0 0,1 0 0 0 0,-1 0 1 0 0,1-1-1 0 0,-1 1 0 0 0,1 0 1 0 0,-1 0-1 0 0,0-1 0 0 0,0 1 1 0 0,0 0-1 0 0,0-2 0 0 0,-2 2 61 0 0,0-1-1 0 0,0 1 1 0 0,0 0 0 0 0,0 0-1 0 0,0 0 1 0 0,0 0-1 0 0,-1 0 1 0 0,1 0 0 0 0,0 1-1 0 0,-1-1 1 0 0,1 1-1 0 0,0 0 1 0 0,-1 0-1 0 0,1 0 1 0 0,0 0 0 0 0,-1 0-1 0 0,-3 0 1 0 0,3 1 6 0 0,-21 5 0 0 0,13-3-9 0 0,0 0 0 0 0,1 1 1 0 0,0 0-1 0 0,0 1 0 0 0,0 0 0 0 0,0 0 1 0 0,1 1-1 0 0,0 0 0 0 0,0 1 0 0 0,-12 12 1 0 0,17-17-2 0 0,0 7 7 0 0,3-3 0 0 0,0-5 521 0 0,35-7-399 0 0,-27 5 46 0 0,-8 3-977 0 0,0 0 575 0 0,-1-1 1 0 0,0 1-1 0 0,1 0 1 0 0,-1 0-1 0 0,0-1 1 0 0,0 1-1 0 0,0-1 1 0 0,-3 2-1 0 0,1 1-1290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37.8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97 62 2488 0 0,'0'0'1808'0'0,"5"-17"2747"0"0,-6 16-4553 0 0,1 0 0 0 0,0 1 0 0 0,-1-1-1 0 0,1 0 1 0 0,0 0 0 0 0,-1 1 0 0 0,1-1-1 0 0,-1 0 1 0 0,1 1 0 0 0,-1-1-1 0 0,1 0 1 0 0,-1 1 0 0 0,0-1 0 0 0,1 1-1 0 0,-1-1 1 0 0,0 1 0 0 0,1-1-1 0 0,-1 1 1 0 0,0 0 0 0 0,0-1 0 0 0,1 1-1 0 0,-1 0 1 0 0,0-1 0 0 0,0 1 0 0 0,0 0-1 0 0,1 0 1 0 0,-1 0 0 0 0,0 0-1 0 0,0 0 1 0 0,0 0 0 0 0,0 0 0 0 0,1 0-1 0 0,-1 0 1 0 0,0 0 0 0 0,0 0-1 0 0,0 1 1 0 0,1-1 0 0 0,-1 0 0 0 0,0 1-1 0 0,0-1 1 0 0,1 0 0 0 0,-1 1 0 0 0,0-1-1 0 0,1 1 1 0 0,-1-1 0 0 0,0 1-1 0 0,0 0 1 0 0,-4 2-43 0 0,-3 14-295 0 0,8-16 324 0 0,0-1-1 0 0,-1 0 1 0 0,1 1-1 0 0,-1-1 1 0 0,1 0 0 0 0,0 1-1 0 0,-1-1 1 0 0,1 0-1 0 0,0 1 1 0 0,0-1-1 0 0,-1 1 1 0 0,1-1 0 0 0,0 0-1 0 0,0 1 1 0 0,-1-1-1 0 0,1 1 1 0 0,0-1 0 0 0,0 1-1 0 0,0-1 1 0 0,0 1-1 0 0,0-1 1 0 0,0 1 0 0 0,0-1-1 0 0,0 1 1 0 0,0-1-1 0 0,0 1 1 0 0,0-1 0 0 0,0 1-1 0 0,0-1 1 0 0,0 1-1 0 0,0-1 1 0 0,1 1 0 0 0,-1-1-1 0 0,0 0 1 0 0,0 1-1 0 0,0-1 1 0 0,1 1 0 0 0,-1-1-1 0 0,0 1 1 0 0,1-1-1 0 0,-1 0 1 0 0,0 1-1 0 0,1-1 1 0 0,-1 0 0 0 0,0 1-1 0 0,1-1 1 0 0,-1 0-1 0 0,1 0 1 0 0,-1 1 0 0 0,1-1-1 0 0,-1 0 1 0 0,1 0-1 0 0,-1 0 1 0 0,1 0 0 0 0,-1 0-1 0 0,1 1 1 0 0,0-1-1 0 0,1 0-11 0 0,4-1-14 0 0,3-3 56 0 0,0 0 0 0 0,0 0 0 0 0,-1-1-1 0 0,1 0 1 0 0,-1-1 0 0 0,0 0 0 0 0,0 0 0 0 0,10-11-1 0 0,-17 16 0 0 0,0 0 0 0 0,0 1-1 0 0,-1-1 1 0 0,1 0-1 0 0,0 0 1 0 0,0 0 0 0 0,-1 0-1 0 0,1 0 1 0 0,0 0-1 0 0,-1 0 1 0 0,1 0 0 0 0,-1 0-1 0 0,0-1 1 0 0,1 1 0 0 0,-1 0-1 0 0,0 0 1 0 0,1-2-1 0 0,-16 3 75 0 0,-35 25-132 0 0,38-17-63 0 0,0 1-1 0 0,1 0 1 0 0,0 1 0 0 0,0 0-1 0 0,1 1 1 0 0,-12 16-1 0 0,21-25 48 0 0,2-2-64 0 0,-1 1 119 0 0,1-1-1 0 0,0 0 1 0 0,0 1-1 0 0,-1-1 0 0 0,1 1 1 0 0,0-1-1 0 0,0 0 0 0 0,0 0 1 0 0,-1 1-1 0 0,1-1 1 0 0,0 0-1 0 0,0 0 0 0 0,0 0 1 0 0,0 0-1 0 0,-1 0 0 0 0,1 0 1 0 0,0 0-1 0 0,0 0 1 0 0,0-1-1 0 0,0 1 0 0 0,0 0 1 0 0,-1 0-1 0 0,1-1 0 0 0,1 1 1 0 0,24-9 1 0 0,5-15 648 0 0,-30 22-401 0 0,-8 5-239 0 0,0-1-51 0 0,0 1 1 0 0,0 0-1 0 0,1 1 0 0 0,-1 0 0 0 0,1 0 0 0 0,0 0 0 0 0,0 0 0 0 0,0 1 0 0 0,0 0 0 0 0,1 1 0 0 0,-9 10 0 0 0,13-14-37 0 0,2 1 4 0 0,-1-2 74 0 0,0-1 0 0 0,0 0 0 0 0,0 0 0 0 0,0 1 0 0 0,0-1 0 0 0,0 0 0 0 0,0 0 0 0 0,0 1 0 0 0,0-1 0 0 0,0 0 0 0 0,0 1 0 0 0,0-1 1 0 0,0 0-1 0 0,0 0 0 0 0,0 1 0 0 0,0-1 0 0 0,0 0 0 0 0,0 0 0 0 0,0 0 0 0 0,0 1 0 0 0,1-1 0 0 0,-1 0 0 0 0,0 0 0 0 0,0 1 0 0 0,0-1 0 0 0,0 0 0 0 0,1 0 0 0 0,-1 0 0 0 0,0 0 1 0 0,0 1-1 0 0,0-1 0 0 0,1 0 0 0 0,-1 0 0 0 0,0 0 0 0 0,0 0 0 0 0,1 0 0 0 0,-1 0 0 0 0,0 0 0 0 0,0 0 0 0 0,1 0 0 0 0,-1 1 0 0 0,0-1 0 0 0,9-2 21 0 0,-1 0 0 0 0,-1-1-1 0 0,1 1 1 0 0,0-2-1 0 0,-1 1 1 0 0,1-1 0 0 0,-1 0-1 0 0,0 0 1 0 0,0-1-1 0 0,0 0 1 0 0,7-8 0 0 0,-13 12 90 0 0,10-6 112 0 0,-6 4-128 0 0,-6 4 31 0 0,-6 3-126 0 0,-14 15-10 0 0,21-18 12 0 0,77-52 171 0 0,-75 50-180 0 0,-2 1-13 0 0,0 0 19 0 0,0 1 0 0 0,0-1 0 0 0,0 0 0 0 0,0 0 0 0 0,0 0 0 0 0,0 0 0 0 0,1 0 0 0 0,-1 0 0 0 0,0 0 0 0 0,0 1 0 0 0,0-1 1 0 0,0 0-1 0 0,0 0 0 0 0,0 0 0 0 0,0 0 0 0 0,0 0 0 0 0,1 0 0 0 0,-1 0 0 0 0,0 0 0 0 0,0 0 0 0 0,0 0 0 0 0,0 0 0 0 0,0 1 1 0 0,0-1-1 0 0,1 0 0 0 0,-1 0 0 0 0,0 0 0 0 0,0 0 0 0 0,0 0 0 0 0,0 0 0 0 0,0 0 0 0 0,1 0 0 0 0,-1 0 0 0 0,0 0 0 0 0,0 0 1 0 0,0 0-1 0 0,0-1 0 0 0,0 1 0 0 0,1 0 0 0 0,-1 0 0 0 0,0 0 0 0 0,0 0 0 0 0,0 0 0 0 0,0 0 0 0 0,0 0 0 0 0,0 0 0 0 0,0 0 0 0 0,1 0 1 0 0,-1 0-1 0 0,0-1 0 0 0,0 1 0 0 0,0 0 0 0 0,0 0 0 0 0,0 0 0 0 0,0 0 0 0 0,0 0 0 0 0,0 0 0 0 0,0-1 0 0 0,0 1 0 0 0,0 0 1 0 0,0 0-1 0 0,0 0 0 0 0,-9 20-63 0 0,9-20 66 0 0,0 1 0 0 0,0-1 0 0 0,-1 0 0 0 0,1 1 0 0 0,0-1-1 0 0,0 1 1 0 0,-1-1 0 0 0,1 0 0 0 0,0 1 0 0 0,0-1 0 0 0,0 1 0 0 0,0-1 0 0 0,0 1 0 0 0,0-1 0 0 0,0 0 0 0 0,0 1 0 0 0,0-1 0 0 0,0 1 0 0 0,0-1 0 0 0,0 1 0 0 0,0-1 0 0 0,0 0 0 0 0,0 1-1 0 0,0-1 1 0 0,0 1 0 0 0,0-1 0 0 0,0 1 0 0 0,1-1 0 0 0,-1 0 0 0 0,0 1 0 0 0,0-1 0 0 0,1 0 0 0 0,-1 1 0 0 0,0-1 0 0 0,1 0 0 0 0,-1 1 0 0 0,0-1 0 0 0,1 0 0 0 0,-1 1 0 0 0,0-1 0 0 0,1 0-1 0 0,-1 0 1 0 0,0 0 0 0 0,1 1 0 0 0,-1-1 0 0 0,1 0 0 0 0,-1 0 0 0 0,0 0 0 0 0,1 0 0 0 0,-1 0 0 0 0,1 0 0 0 0,-1 0 0 0 0,1 0 0 0 0,-1 0 0 0 0,1 0 0 0 0,-1 0 0 0 0,0 0 0 0 0,1 0 0 0 0,-1 0 0 0 0,1 0-1 0 0,-1 0 1 0 0,1 0 0 0 0,-1-1 0 0 0,0 1 0 0 0,1 0 0 0 0,-1 0 0 0 0,1-1 0 0 0,18-8 62 0 0,0-1-1 0 0,-1-1 1 0 0,0-1 0 0 0,-1-1-1 0 0,0 0 1 0 0,16-16 0 0 0,-42 31-55 0 0,1 0-1 0 0,-1 1 1 0 0,1 0 0 0 0,0 0 0 0 0,0 1 0 0 0,0 0-1 0 0,0 0 1 0 0,1 1 0 0 0,-13 11 0 0 0,-7 2-296 0 0,59-36 420 0 0,-30 17-6 0 0,-4 0-106 0 0,1 1 0 0 0,-1 0 1 0 0,1 0-1 0 0,-1 0 0 0 0,0-1 0 0 0,1 2 1 0 0,-1-1-1 0 0,1 0 0 0 0,-1 0 0 0 0,0 0 1 0 0,1 1-1 0 0,-1-1 0 0 0,1 1 0 0 0,-1-1 1 0 0,1 1-1 0 0,-1 0 0 0 0,1-1 0 0 0,0 1 1 0 0,-3 1-1 0 0,-40 12-4788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0.1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82 102 4760 0 0,'-5'-26'331'0'0,"4"20"-6"0"0,0-1 1 0 0,-1 1-1 0 0,0 0 0 0 0,0 0 1 0 0,0 0-1 0 0,-1 0 1 0 0,-5-10-1 0 0,7 14-149 0 0,-1-4 186 0 0,0-3-103 0 0,-1 9-335 0 0,-8 52 89 0 0,-8 101-1 0 0,10-59 33 0 0,0-21 1206 0 0,9-72-993 0 0,0 7-69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2.2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141 39 4752 0 0,'0'0'735'0'0,"-4"-2"-608"0"0,2 0-97 0 0,-1 1 1 0 0,0 0 0 0 0,1-1-1 0 0,-1 1 1 0 0,0 0-1 0 0,0 1 1 0 0,0-1-1 0 0,1 0 1 0 0,-1 1 0 0 0,0-1-1 0 0,0 1 1 0 0,0 0-1 0 0,0 0 1 0 0,0 0-1 0 0,0 1 1 0 0,0-1-1 0 0,0 1 1 0 0,0-1 0 0 0,-3 2-1 0 0,2 0-26 0 0,-1 0 0 0 0,0 1 0 0 0,1 0-1 0 0,-1 0 1 0 0,1 0 0 0 0,0 0 0 0 0,0 0-1 0 0,0 1 1 0 0,1 0 0 0 0,-1 0 0 0 0,-4 6 0 0 0,6-6-9 0 0,0 0 1 0 0,0 0 0 0 0,0 0 0 0 0,0 1 0 0 0,0-1 0 0 0,1 0 0 0 0,-2 6-1 0 0,-2 9-6 0 0,5-17 11 0 0,-1 0 0 0 0,1 0 0 0 0,0 0 0 0 0,0-1 1 0 0,0 1-1 0 0,0 0 0 0 0,0 0 0 0 0,0 0 0 0 0,1 0 0 0 0,-1 0 0 0 0,1 0 1 0 0,-1-1-1 0 0,1 1 0 0 0,0 0 0 0 0,0 0 0 0 0,-1-1 0 0 0,1 1 0 0 0,0-1 1 0 0,1 1-1 0 0,-1 0 0 0 0,0-1 0 0 0,0 0 0 0 0,1 1 0 0 0,-1-1 0 0 0,1 0 1 0 0,-1 0-1 0 0,3 2 0 0 0,1 1 1 0 0,0-1-1 0 0,1 1 1 0 0,0-1 0 0 0,0 0-1 0 0,12 4 1 0 0,-5-4 1 0 0,-10-2-2 0 0,0 0 0 0 0,1 0 0 0 0,-1-1 0 0 0,1 1 0 0 0,-1-1 0 0 0,1 0 0 0 0,-1 0 0 0 0,1 0 0 0 0,-1-1 0 0 0,1 1 0 0 0,-1-1 0 0 0,1 0 0 0 0,-1 0 0 0 0,0 0 0 0 0,1 0 0 0 0,-1-1 0 0 0,0 0 0 0 0,0 1 0 0 0,0-1 0 0 0,5-4 0 0 0,2-1 14 0 0,1-2 17 0 0,0 0 0 0 0,-1 0 0 0 0,0-1 1 0 0,-1 0-1 0 0,0-1 0 0 0,-1 0 0 0 0,0 0 0 0 0,0-1 1 0 0,-2 0-1 0 0,1-1 0 0 0,-1 1 0 0 0,5-18 0 0 0,-11 29-28 0 0,1 1 0 0 0,-1-1 0 0 0,0 0 0 0 0,0 1-1 0 0,1-1 1 0 0,-1 0 0 0 0,0 0 0 0 0,0 1 0 0 0,0-1-1 0 0,0 0 1 0 0,0 1 0 0 0,0-1 0 0 0,0 0 0 0 0,0 0 0 0 0,0 1-1 0 0,0-1 1 0 0,0 0 0 0 0,0 0 0 0 0,0 1 0 0 0,-1-1-1 0 0,1 0 1 0 0,0 1 0 0 0,-1-1 0 0 0,1 0 0 0 0,0 1 0 0 0,-1-1-1 0 0,1 1 1 0 0,-1-1 0 0 0,1 0 0 0 0,-1 0 0 0 0,-22-3 18 0 0,-18 13-16 0 0,22-2-7 0 0,1 1-1 0 0,0 1 1 0 0,0 1 0 0 0,0 0-1 0 0,2 1 1 0 0,-1 1-1 0 0,1 0 1 0 0,1 1 0 0 0,-17 19-1 0 0,30-30-10 0 0,0 0-1 0 0,0 0 0 0 0,0 0 0 0 0,1 0 1 0 0,-1 0-1 0 0,1 0 0 0 0,-1 0 0 0 0,1 0 1 0 0,0 1-1 0 0,-1-1 0 0 0,1 0 0 0 0,1 1 1 0 0,-1-1-1 0 0,0 1 0 0 0,0-1 1 0 0,1 1-1 0 0,0 0 0 0 0,-1-1 0 0 0,1 1 1 0 0,0 0-1 0 0,0-1 0 0 0,0 1 0 0 0,1-1 1 0 0,0 5-1 0 0,0-6-26 0 0,21-2-85 0 0,-8-8 183 0 0,-1-1 1 0 0,1-1 0 0 0,-2 0 0 0 0,0 0-1 0 0,0-1 1 0 0,-1-1 0 0 0,-1 0-1 0 0,0 0 1 0 0,0-1 0 0 0,11-23 0 0 0,-21 37-53 0 0,0 0 0 0 0,-1 0 0 0 0,1 0 0 0 0,0 0 0 0 0,0 0 0 0 0,0 0 0 0 0,-1 0 1 0 0,1 0-1 0 0,0 0 0 0 0,0 0 0 0 0,0 0 0 0 0,-1 0 0 0 0,1 0 0 0 0,0 0 0 0 0,0 0 0 0 0,0 0 0 0 0,0 0 1 0 0,-1 0-1 0 0,1 0 0 0 0,0 0 0 0 0,0 0 0 0 0,0-1 0 0 0,0 1 0 0 0,-1 0 0 0 0,1 0 0 0 0,0 0 1 0 0,0 0-1 0 0,0 0 0 0 0,0 0 0 0 0,0-1 0 0 0,-1 1 0 0 0,1 0 0 0 0,0 0 0 0 0,0 0 0 0 0,0 0 1 0 0,0-1-1 0 0,0 1 0 0 0,0 0 0 0 0,0 0 0 0 0,0 0 0 0 0,0 0 0 0 0,0-1 0 0 0,0 1 0 0 0,0 0 1 0 0,-1 0-1 0 0,1 0 0 0 0,0-1 0 0 0,1 1 0 0 0,-1 0 0 0 0,0 0 0 0 0,0 0 0 0 0,0-1 0 0 0,0 1 1 0 0,0 0-1 0 0,0 0 0 0 0,0 0 0 0 0,0 0 0 0 0,0-1 0 0 0,0 1 0 0 0,0 0 0 0 0,-13 7-108 0 0,0 1 0 0 0,0 0-1 0 0,0 1 1 0 0,1 0-1 0 0,0 1 1 0 0,1 1 0 0 0,0 0-1 0 0,1 0 1 0 0,0 1 0 0 0,-10 16-1 0 0,11-24-3035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39.0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105 20 5032 0 0,'0'-1'-68'0'0,"-1"0"-1"0"0,1 0 1 0 0,0 0 0 0 0,-1 0-1 0 0,1 0 1 0 0,-1 0-1 0 0,0 0 1 0 0,1 0-1 0 0,-1 0 1 0 0,0 0-1 0 0,1 0 1 0 0,-1 1-1 0 0,0-1 1 0 0,0 0-1 0 0,0 1 1 0 0,0-1-1 0 0,0 0 1 0 0,0 1-1 0 0,0-1 1 0 0,0 1-1 0 0,0-1 1 0 0,0 1-1 0 0,0 0 1 0 0,0 0-1 0 0,0-1 1 0 0,-2 1-1 0 0,0 0 7 0 0,1 0 0 0 0,-1 1 0 0 0,1-1-1 0 0,-1 1 1 0 0,0-1 0 0 0,1 1 0 0 0,-1 0 0 0 0,1 0-1 0 0,0 0 1 0 0,-1 1 0 0 0,-2 1 0 0 0,1-1 40 0 0,0 1 0 0 0,-1 0 0 0 0,1 1 0 0 0,0-1 0 0 0,1 1 0 0 0,-1 0-1 0 0,1-1 1 0 0,0 2 0 0 0,-1-1 0 0 0,2 0 0 0 0,-5 8 0 0 0,6-10 23 0 0,1-1 1 0 0,0 1-1 0 0,-1-1 0 0 0,1 1 1 0 0,0-1-1 0 0,0 1 0 0 0,0-1 0 0 0,0 1 1 0 0,0 0-1 0 0,0-1 0 0 0,1 1 0 0 0,-1-1 1 0 0,0 1-1 0 0,1-1 0 0 0,-1 0 1 0 0,1 1-1 0 0,0-1 0 0 0,-1 1 0 0 0,1-1 1 0 0,0 0-1 0 0,0 0 0 0 0,0 1 1 0 0,0-1-1 0 0,0 0 0 0 0,0 0 0 0 0,0 0 1 0 0,0 0-1 0 0,0 0 0 0 0,1 0 0 0 0,-1 0 1 0 0,0-1-1 0 0,1 1 0 0 0,1 0 1 0 0,0 1 12 0 0,1-2 0 0 0,-1 1 0 0 0,0 0 1 0 0,1-1-1 0 0,-1 1 0 0 0,1-1 1 0 0,-1 0-1 0 0,1 0 0 0 0,-1 0 1 0 0,1-1-1 0 0,-1 1 0 0 0,1-1 1 0 0,-1 0-1 0 0,1 0 0 0 0,-1 0 0 0 0,0-1 1 0 0,0 1-1 0 0,1-1 0 0 0,-1 1 1 0 0,0-1-1 0 0,-1 0 0 0 0,1 0 1 0 0,5-5-1 0 0,4-4 471 0 0,-1 0 0 0 0,0-1 0 0 0,18-23 0 0 0,-28 33 38 0 0,-29 2-265 0 0,15 7-208 0 0,0 0-1 0 0,1 2 0 0 0,0-1 0 0 0,-12 12 0 0 0,18-15-88 0 0,1 0-1 0 0,0 1 1 0 0,0 0 0 0 0,0 0-1 0 0,1 0 1 0 0,0 0 0 0 0,0 0-1 0 0,0 1 1 0 0,1 0-1 0 0,-3 9 1 0 0,6-15 23 0 0,0 0 1 0 0,0 1-1 0 0,0-1 0 0 0,0 0 0 0 0,0 0 1 0 0,0 0-1 0 0,1 0 0 0 0,-1 1 1 0 0,0-1-1 0 0,1 0 0 0 0,-1 0 0 0 0,1 0 1 0 0,-1 0-1 0 0,1 0 0 0 0,0 0 0 0 0,-1 0 1 0 0,1 0-1 0 0,0 0 0 0 0,0-1 0 0 0,0 1 1 0 0,-1 0-1 0 0,1 0 0 0 0,0-1 0 0 0,0 1 1 0 0,0 0-1 0 0,0-1 0 0 0,0 1 1 0 0,0-1-1 0 0,2 1 0 0 0,-1 0-52 0 0,3-2-17 0 0,3-2 183 0 0,1 0 0 0 0,-2 0-1 0 0,1-1 1 0 0,0 1 0 0 0,-1-2-1 0 0,0 1 1 0 0,0-1-1 0 0,0 0 1 0 0,0-1 0 0 0,-1 1-1 0 0,0-1 1 0 0,0-1 0 0 0,0 1-1 0 0,-1-1 1 0 0,6-10 0 0 0,-11 17-81 0 0,1 0 0 0 0,-1-1 0 0 0,0 1 0 0 0,0 0 0 0 0,1-1 0 0 0,-1 1 0 0 0,0 0 0 0 0,0-1 1 0 0,0 1-1 0 0,1-1 0 0 0,-1 1 0 0 0,0 0 0 0 0,0-1 0 0 0,0 1 0 0 0,0-1 0 0 0,0 1 0 0 0,0 0 1 0 0,0-1-1 0 0,0 1 0 0 0,0-1 0 0 0,0 1 0 0 0,0 0 0 0 0,0-1 0 0 0,0 1 0 0 0,0-1 0 0 0,-1 1 1 0 0,1 0-1 0 0,0-1 0 0 0,0 1 0 0 0,0-1 0 0 0,-1 1 0 0 0,1 0 0 0 0,0-1 0 0 0,0 1 0 0 0,-1 0 1 0 0,1 0-1 0 0,-1-1 0 0 0,-17-1 242 0 0,-15 8-122 0 0,26-3-129 0 0,-3 1-124 0 0,-1 0-1 0 0,2 1 1 0 0,-1 0 0 0 0,0 0 0 0 0,1 1 0 0 0,-11 9 0 0 0,19-14-177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1.0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41 65 6957 0 0,'-37'-1'1544'0'0,"36"1"-1528"0"0,1 0 0 0 0,0 0 0 0 0,0-1 0 0 0,-1 1 1 0 0,1 0-1 0 0,0-1 0 0 0,0 1 0 0 0,0 0 0 0 0,-1 0 0 0 0,1-1 1 0 0,0 1-1 0 0,0 0 0 0 0,0-1 0 0 0,0 1 0 0 0,0-1 0 0 0,-1 1 1 0 0,1 0-1 0 0,0-1 0 0 0,0 1 0 0 0,0 0 0 0 0,0-1 0 0 0,0 1 1 0 0,0 0-1 0 0,0-1 0 0 0,0 1 0 0 0,0-1 0 0 0,1 1 0 0 0,-1 0 1 0 0,0-1-1 0 0,0 1 0 0 0,0 0 0 0 0,0-1 0 0 0,0 1 0 0 0,1 0 1 0 0,-1-1-1 0 0,0 1 0 0 0,0 0 0 0 0,0 0 0 0 0,1-1 0 0 0,-1 1 0 0 0,0 0 1 0 0,1 0-1 0 0,-1-1 0 0 0,0 1 0 0 0,1 0 0 0 0,-1 0 0 0 0,0 0 1 0 0,1 0-1 0 0,-1-1 0 0 0,1 1 0 0 0,32-17 239 0 0,40-4-201 0 0,-53 18-39 0 0,4 0-47 0 0,45-1 1 0 0,-62 4 2 0 0,-1 0-1 0 0,1 1 1 0 0,-1-1 0 0 0,1 2 0 0 0,-1-1-1 0 0,0 1 1 0 0,0 0 0 0 0,1 0 0 0 0,-1 0-1 0 0,-1 1 1 0 0,1 0 0 0 0,6 4 0 0 0,-11-6 20 0 0,0 0 1 0 0,1 1 0 0 0,-1-1 0 0 0,0 0 0 0 0,0 0 0 0 0,0 0 0 0 0,0 1 0 0 0,0-1 0 0 0,0 1 0 0 0,0-1 0 0 0,0 1 0 0 0,-1-1 0 0 0,1 1 0 0 0,0-1 0 0 0,-1 1 0 0 0,0 0 0 0 0,1-1 0 0 0,-1 1 0 0 0,0 0 0 0 0,0-1 0 0 0,0 4 0 0 0,0 0-2 0 0,-1-1 1 0 0,0 0-1 0 0,0 0 0 0 0,-1 0 1 0 0,1 0-1 0 0,-1 0 1 0 0,0 0-1 0 0,-3 6 1 0 0,-6 5-6 0 0,-1 1 0 0 0,0-2 0 0 0,-14 15 0 0 0,22-26 9 0 0,-44 40-31 0 0,33-30 69 0 0,1 0 0 0 0,-25 28 1 0 0,38-39 71 0 0,153-13 18 0 0,-102 5-128 0 0,90 2-1 0 0,-48 9-272 0 0,-90-4 124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3.3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155 46 4312 0 0,'0'0'70'0'0,"-21"-36"612"0"0,20 35-612 0 0,-7-2 25 0 0,7 2-84 0 0,0 1 0 0 0,0-1 0 0 0,-1 1 0 0 0,1-1 1 0 0,0 1-1 0 0,0-1 0 0 0,0 1 0 0 0,-1 0 0 0 0,1 0 0 0 0,0-1 0 0 0,-1 1 0 0 0,1 0 0 0 0,0 0 0 0 0,0 0 0 0 0,-1 1 0 0 0,1-1 0 0 0,-2 1 1 0 0,-3 0-13 0 0,0 1 1 0 0,0 0 0 0 0,1 1 0 0 0,-1 0 0 0 0,1-1 0 0 0,0 2-1 0 0,0-1 1 0 0,0 0 0 0 0,0 1 0 0 0,1 0 0 0 0,-1 0 0 0 0,1 1-1 0 0,0-1 1 0 0,0 1 0 0 0,1 0 0 0 0,-4 6 0 0 0,4-7 3 0 0,1 0 0 0 0,0 1 1 0 0,0-1-1 0 0,1 0 0 0 0,0 1 0 0 0,-1-1 0 0 0,1 1 1 0 0,1 0-1 0 0,-1-1 0 0 0,1 1 0 0 0,0 0 1 0 0,0-1-1 0 0,1 7 0 0 0,-1-9 0 0 0,1 1 0 0 0,-1-1 1 0 0,1 1-1 0 0,0-1 0 0 0,0 0 1 0 0,0 1-1 0 0,0-1 0 0 0,0 0 0 0 0,1 0 1 0 0,-1 1-1 0 0,1-1 0 0 0,-1 0 0 0 0,1 0 1 0 0,0-1-1 0 0,0 1 0 0 0,0 0 0 0 0,0-1 1 0 0,0 1-1 0 0,0-1 0 0 0,0 1 0 0 0,1-1 1 0 0,-1 0-1 0 0,5 2 0 0 0,-1-2-11 0 0,0 0-1 0 0,1-1 1 0 0,-1 0 0 0 0,0 1-1 0 0,0-2 1 0 0,1 1 0 0 0,-1-1-1 0 0,0 0 1 0 0,0 0-1 0 0,0-1 1 0 0,0 0 0 0 0,0 0-1 0 0,0 0 1 0 0,0-1 0 0 0,-1 0-1 0 0,1 0 1 0 0,-1 0-1 0 0,0 0 1 0 0,0-1 0 0 0,8-7-1 0 0,-5 3 59 0 0,1 1-1 0 0,-1-1 0 0 0,-1 0 1 0 0,1-1-1 0 0,-2 1 1 0 0,1-1-1 0 0,-1-1 0 0 0,0 1 1 0 0,-1-1-1 0 0,7-20 1 0 0,-11 29-30 0 0,-1 0-10 0 0,1 0-1 0 0,-1 0 1 0 0,0-1 0 0 0,0 1 0 0 0,1 0 0 0 0,-1 0 0 0 0,0-1 0 0 0,0 1 0 0 0,0 0 0 0 0,0-1 0 0 0,-1 1 0 0 0,1 0 0 0 0,0 0 0 0 0,-1-3 0 0 0,-12-3 41 0 0,-17 11 15 0 0,21-1-72 0 0,0 0 1 0 0,0 1 0 0 0,0 0 0 0 0,1 1 0 0 0,-1 0 0 0 0,1 0 0 0 0,1 1 0 0 0,-1 0 0 0 0,1 0 0 0 0,0 1 0 0 0,0 0-1 0 0,1 0 1 0 0,-11 15 0 0 0,16-21 2 0 0,1-1 0 0 0,0 1-1 0 0,-1-1 1 0 0,1 1 0 0 0,0-1-1 0 0,-1 1 1 0 0,1-1-1 0 0,0 1 1 0 0,0-1 0 0 0,-1 1-1 0 0,1-1 1 0 0,0 1 0 0 0,0 0-1 0 0,0-1 1 0 0,0 1 0 0 0,0-1-1 0 0,0 1 1 0 0,0-1 0 0 0,0 1-1 0 0,0 0 1 0 0,0-1 0 0 0,0 1-1 0 0,0-1 1 0 0,1 1 0 0 0,-1 0-1 0 0,0-1 1 0 0,0 1 0 0 0,1-1-1 0 0,-1 1 1 0 0,0-1 0 0 0,0 1-1 0 0,1-1 1 0 0,-1 1 0 0 0,1 0-1 0 0,22 3-108 0 0,17-9 27 0 0,-34 3 131 0 0,-1 1 1 0 0,0-1-1 0 0,0 0 1 0 0,0 0-1 0 0,0 0 1 0 0,-1-1-1 0 0,1 0 1 0 0,0 0-1 0 0,5-4 1 0 0,-9 5 21 0 0,-37 9-3048 0 0,17 1 1466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2.5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18 722 4360 0 0,'0'0'-188'0'0,"-18"5"3785"0"0,353-346-3026 0 0,-184 180-571 0 0,-117 125-73 0 0,1 2 1 0 0,62-47-1 0 0,-69 53-97 0 0,-27 27 199 0 0,0 1-32 0 0,-1-1 0 0 0,0 0 0 0 0,1 1 0 0 0,-1-1 0 0 0,0 1 0 0 0,0-1 0 0 0,1 0 0 0 0,-1 1 0 0 0,0-1 0 0 0,0 0 0 0 0,0 1-1 0 0,0-1 1 0 0,0 0 0 0 0,0 0 0 0 0,0 1 0 0 0,0-1 0 0 0,0 0 0 0 0,0 1 0 0 0,-1-1 0 0 0,1 0 0 0 0,0 1 0 0 0,0-1 0 0 0,-1 1 0 0 0,1-1-1 0 0,0 0 1 0 0,-1 1 0 0 0,1-1 0 0 0,-1 1 0 0 0,1-1 0 0 0,0 1 0 0 0,-1-1 0 0 0,1 1 0 0 0,-1-1 0 0 0,1 1 0 0 0,-1 0 0 0 0,0-1 0 0 0,1 1-1 0 0,-2-1 1 0 0,-5-2-28 0 0,-1 1 0 0 0,1 0 0 0 0,-1 0 0 0 0,1 1 0 0 0,-1 0 0 0 0,0 0 0 0 0,1 0 0 0 0,-1 1 0 0 0,-9 1 0 0 0,-74 14-93 0 0,36-5-15 0 0,36-10 132 0 0,42-7 0 0 0,51-8 2 0 0,-40 9-33 0 0,1 2 0 0 0,0 2 0 0 0,1 1 1 0 0,64 7-1 0 0,-98-5 36 0 0,0 0-1 0 0,1 0 1 0 0,-1-1 0 0 0,0 1-1 0 0,0 0 1 0 0,0 1 0 0 0,0-1-1 0 0,1 0 1 0 0,-2 1-1 0 0,1-1 1 0 0,0 1 0 0 0,0-1-1 0 0,0 1 1 0 0,-1 0 0 0 0,1 0-1 0 0,-1 0 1 0 0,1 0 0 0 0,0 3-1 0 0,-1-4 4 0 0,-1 0-1 0 0,0 0 0 0 0,1 0 0 0 0,-1 0 1 0 0,0 0-1 0 0,0 0 0 0 0,0 0 0 0 0,0 0 1 0 0,0 0-1 0 0,0 0 0 0 0,0 0 0 0 0,0 0 1 0 0,-1 0-1 0 0,1 0 0 0 0,0 0 0 0 0,-1 0 1 0 0,1 0-1 0 0,0 0 0 0 0,-1 0 0 0 0,1 0 1 0 0,-1 0-1 0 0,0 0 0 0 0,1 0 1 0 0,-1 0-1 0 0,-1 1 0 0 0,1-1 1 0 0,-8 10 10 0 0,0-1 1 0 0,-1 0-1 0 0,0 0 1 0 0,0-1 0 0 0,-1 0-1 0 0,0-1 1 0 0,-1 0-1 0 0,0-1 1 0 0,-16 7 0 0 0,0 2-91 0 0,11-8-126 0 0,-11 9-3102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3.4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35 233 4596 0 0,'-35'6'-171'0'0,"55"-15"586"0"0,59-17-65 0 0,317-69-245 0 0,-160 41-66 0 0,-38 17 65 0 0,-193 37-321 0 0,23-5 765 0 0,-28 5-659 0 0,1 0 1 0 0,0 0-1 0 0,0-1 1 0 0,0 1-1 0 0,-1 0 1 0 0,1 0-1 0 0,0-1 1 0 0,0 1-1 0 0,-1 0 0 0 0,1-1 1 0 0,0 1-1 0 0,0-1 1 0 0,-1 1-1 0 0,1-1 1 0 0,0 1-1 0 0,-1-1 0 0 0,1 1 1 0 0,-1-1-1 0 0,1 0 1 0 0,-1 1-1 0 0,1-1 1 0 0,-1 0-1 0 0,1 1 1 0 0,-1-2-1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3.7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12 3876 0 0,'-11'-4'96'0'0,"5"0"0"0"0,9 2 96 0 0,50 0-104 0 0,1 3 1 0 0,-1 2-1 0 0,0 2 1 0 0,0 3-1 0 0,0 2 1 0 0,68 22-1 0 0,-119-32-76 0 0,-1 0 0 0 0,1 1-1 0 0,-1-1 1 0 0,1 0 0 0 0,-1 1 0 0 0,1-1-1 0 0,-1 1 1 0 0,1 0 0 0 0,-1-1-1 0 0,0 1 1 0 0,0 0 0 0 0,1 0 0 0 0,-1 0-1 0 0,0 0 1 0 0,0 0 0 0 0,0 0 0 0 0,0 0-1 0 0,0 0 1 0 0,0 1 0 0 0,0-1 0 0 0,0 0-1 0 0,-1 1 1 0 0,1-1 0 0 0,0 0 0 0 0,-1 1-1 0 0,1-1 1 0 0,0 3 0 0 0,-2-2 5 0 0,1 1 1 0 0,-1-1 0 0 0,0 0-1 0 0,1 1 1 0 0,-1-1-1 0 0,0 0 1 0 0,0 0 0 0 0,-1 0-1 0 0,1 0 1 0 0,0 0-1 0 0,-1 0 1 0 0,1 0 0 0 0,-1 0-1 0 0,0 0 1 0 0,-2 1-1 0 0,-10 9 50 0 0,-1 0-1 0 0,0-2 0 0 0,-20 11 0 0 0,35-21-66 0 0,-150 79 420 0 0,124-67-1251 0 0,-1-1 0 0 0,0-2 0 0 0,-54 12 0 0 0,66-19-163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4.8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 44 3880 0 0,'-29'-43'1329'0'0,"153"77"-697"0"0,439 97-537 0 0,-242-61-56 0 0,-228-53 457 0 0,25 8 376 0 0,-115-24-808 0 0,-1 0 1 0 0,1-1-1 0 0,0 1 1 0 0,-1 0-1 0 0,1-1 1 0 0,0 0-1 0 0,0 0 1 0 0,0 0 0 0 0,4 0-1 0 0,-5-1-261 0 0,-1 1 0 0 0,0-1 0 0 0,0 1 0 0 0,0-1 0 0 0,0 1 0 0 0,0-1-1 0 0,0 0 1 0 0,-1 1 0 0 0,1-1 0 0 0,0 0 0 0 0,0 0 0 0 0,0 0 0 0 0,-1 0 0 0 0,1 0 0 0 0,0 0 0 0 0,-1 0 0 0 0,1 0 0 0 0,-1 0 0 0 0,1 0-1 0 0,-1 0 1 0 0,1-1 0 0 0,1-5-1599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5.2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15 5060 0 0,'-4'-1'-62'0'0,"-59"-10"477"0"0,61 10-342 0 0,-6 0 7 0 0,4 0-24 0 0,8 2 286 0 0,53 16-314 0 0,59 26-1 0 0,-92-33-20 0 0,0 2 0 0 0,-1 0 0 0 0,-1 1-1 0 0,0 2 1 0 0,24 20 0 0 0,-45-34-1 0 0,0 0 0 0 0,0 0 0 0 0,1 0 0 0 0,-1 0-1 0 0,0 0 1 0 0,0 0 0 0 0,-1 0 0 0 0,1 1 0 0 0,0-1 0 0 0,0 0 0 0 0,-1 0 0 0 0,1 1 0 0 0,0-1 0 0 0,-1 0 0 0 0,1 1 0 0 0,-1-1-1 0 0,0 1 1 0 0,1-1 0 0 0,-1 1 0 0 0,0-1 0 0 0,0 1 0 0 0,0-1 0 0 0,0 1 0 0 0,0-1 0 0 0,-1 0 0 0 0,1 4 0 0 0,-2-2 5 0 0,1-1 0 0 0,-1 1 0 0 0,0 0 0 0 0,0 0 0 0 0,0-1 1 0 0,0 1-1 0 0,0-1 0 0 0,-1 0 0 0 0,1 0 0 0 0,-1 0 0 0 0,-4 4 0 0 0,-10 3 33 0 0,1 0-1 0 0,-2 0 0 0 0,-21 6 1 0 0,33-12-34 0 0,-153 48-196 0 0,50-29-2785 0 0,78-19 1447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6.1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0 4504 0 0,'0'0'343'0'0,"-21"10"-20"0"0,22-7-331 0 0,1 0 0 0 0,-1 0 1 0 0,1 0-1 0 0,0 0 0 0 0,0 0 0 0 0,0 0 1 0 0,0 0-1 0 0,0-1 0 0 0,1 1 0 0 0,-1-1 1 0 0,1 0-1 0 0,0 0 0 0 0,5 4 0 0 0,50 26 11 0 0,-45-25-3 0 0,246 107 35 0 0,-74-36 18 0 0,8 5 1 0 0,86 41 325 0 0,-269-117-91 0 0,10 4-2659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6.6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 45 4652 0 0,'-5'-7'126'0'0,"-1"1"-1"0"0,1 0 0 0 0,-1 1 1 0 0,0-1-1 0 0,-14-8 0 0 0,18 13 201 0 0,26 22-200 0 0,47 29 0 0 0,-36-27-125 0 0,63 56 0 0 0,-95-77 9 0 0,0 1-1 0 0,0-1 1 0 0,0 1-1 0 0,-1 0 1 0 0,1 0 0 0 0,-1 1-1 0 0,0-1 1 0 0,0 0 0 0 0,0 1-1 0 0,0-1 1 0 0,-1 1-1 0 0,2 5 1 0 0,-3-7-1 0 0,0 0 0 0 0,0 1 0 0 0,-1-1 0 0 0,1 0 0 0 0,-1 0 0 0 0,0 1 0 0 0,0-1 0 0 0,1 0 0 0 0,-1 0 0 0 0,-1 0 0 0 0,1 0 0 0 0,0 0 0 0 0,0 0 0 0 0,-1 0 0 0 0,1-1 0 0 0,-1 1 0 0 0,0 0 0 0 0,1-1 0 0 0,-1 1 0 0 0,0-1 0 0 0,0 0 0 0 0,-3 2 0 0 0,-12 9-54 0 0,-1-1 0 0 0,0-1 0 0 0,0-1 0 0 0,-1-1 1 0 0,-35 11-1 0 0,-47 5-3210 0 0,75-20 2319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5.8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0 1240 0 0,'0'0'3472'0'0,"-4"1"-3410"0"0,2-1-62 0 0,1 0 2 0 0,1 0-1 0 0,-1-1 1 0 0,1 1 0 0 0,0 0 0 0 0,-1 0 0 0 0,1 0-1 0 0,-1 0 1 0 0,1 0 0 0 0,-1 0 0 0 0,1 0-1 0 0,-1 0 1 0 0,1 0 0 0 0,0 0 0 0 0,-1 0 0 0 0,1 1-1 0 0,-1-1 1 0 0,1 0 0 0 0,-1 0 0 0 0,1 0-1 0 0,0 0 1 0 0,-1 1 0 0 0,1-1 0 0 0,-1 0 0 0 0,1 0-1 0 0,0 1 1 0 0,-1-1 0 0 0,1 0 0 0 0,0 1-1 0 0,-1-1 1 0 0,1 0 0 0 0,0 1 0 0 0,0-1-1 0 0,0 1 1 0 0,-1-1 0 0 0,1 0 0 0 0,0 1 0 0 0,0-1-1 0 0,0 1 1 0 0,0-1 0 0 0,-1 1 0 0 0,1-1-1 0 0,0 1 1 0 0,0-1 0 0 0,0 0 0 0 0,0 1 0 0 0,0-1-1 0 0,0 1 1 0 0,0-1 0 0 0,1 1 0 0 0,-1-1-1 0 0,0 1 1 0 0,0-1 0 0 0,0 1 0 0 0,1 2-18 0 0,27 29-24 0 0,55 37 39 0 0,165 105 0 0 0,-157-117-6 0 0,24 15 68 0 0,201 163-1 0 0,-242-178-1701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6.5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184 31 4324 0 0,'0'0'-106'0'0,"-28"-31"2804"0"0,48 53-2315 0 0,2-1 0 0 0,0-2 0 0 0,46 32 0 0 0,33 28-442 0 0,-94-70 61 0 0,-7-9-1 0 0,0 1-1 0 0,0 0 1 0 0,0 0-1 0 0,0-1 1 0 0,0 1-1 0 0,0 0 0 0 0,-1 0 1 0 0,1-1-1 0 0,0 1 1 0 0,0 0-1 0 0,0-1 1 0 0,-1 1-1 0 0,1 0 0 0 0,0-1 1 0 0,-1 1-1 0 0,1 0 1 0 0,-1-1-1 0 0,1 1 1 0 0,-1-1-1 0 0,1 1 0 0 0,-1-1 1 0 0,1 1-1 0 0,-1-1 1 0 0,1 1-1 0 0,-1-1 1 0 0,0 1-1 0 0,1-1 1 0 0,-2 1-1 0 0,-19 8 17 0 0,18-8-11 0 0,-45 13-483 0 0,-1-2 0 0 0,-1-2 0 0 0,-89 7 0 0 0,103-14-750 0 0,15 0-479 0 0,3-3-24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9.5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0 4644 0 0,'0'0'-134'0'0,"-2"5"7"0"0,1-3 125 0 0,0 1-1 0 0,0 0 1 0 0,1 0 0 0 0,0 0-1 0 0,0 0 1 0 0,-1-1 0 0 0,2 1-1 0 0,-1 0 1 0 0,0 0 0 0 0,0 0-1 0 0,1 0 1 0 0,0 0-1 0 0,-1-1 1 0 0,1 1 0 0 0,0 0-1 0 0,1-1 1 0 0,-1 1 0 0 0,0-1-1 0 0,3 5 1 0 0,5 13-8 0 0,1 1 6 0 0,1 0 0 0 0,0-1 0 0 0,2-1 0 0 0,0 0 1 0 0,1 0-1 0 0,22 22 0 0 0,107 91 53 0 0,-127-118-45 0 0,49 40 19 0 0,-29-26-6 0 0,-1 2 0 0 0,45 50 0 0 0,-53-45-7 0 0,27 29 312 0 0,-53-63-284 0 0,4 6-1112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0.1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63 2888 0 0,'-3'-2'108'0'0,"1"0"-1"0"0,-1-1 0 0 0,0 1 1 0 0,1-1-1 0 0,-1 0 1 0 0,1 0-1 0 0,0 0 0 0 0,0 0 1 0 0,0 0-1 0 0,1 0 1 0 0,-3-7-1 0 0,3 8 110 0 0,-8-11 1206 0 0,4 5-504 0 0,7 9-917 0 0,36 33-14 0 0,66 45 1 0 0,23 20 8 0 0,-125-98 5 0 0,-1 0-1 0 0,0 0 1 0 0,0 0-1 0 0,0 0 1 0 0,0 0-1 0 0,0 0 1 0 0,0 0-1 0 0,0 0 1 0 0,0 1 0 0 0,-1-1-1 0 0,1 0 1 0 0,0 1-1 0 0,-1-1 1 0 0,1 0-1 0 0,-1 1 1 0 0,1-1 0 0 0,-1 0-1 0 0,0 1 1 0 0,0-1-1 0 0,0 1 1 0 0,1-1-1 0 0,-1 1 1 0 0,0-1-1 0 0,-1 3 1 0 0,0-2 2 0 0,0 0 0 0 0,0 0-1 0 0,0 0 1 0 0,0 0 0 0 0,0-1 0 0 0,-1 1 0 0 0,1 0 0 0 0,-1-1-1 0 0,1 1 1 0 0,-1 0 0 0 0,0-1 0 0 0,1 0 0 0 0,-1 1-1 0 0,-3 0 1 0 0,-10 6 23 0 0,0-1 0 0 0,0-1 0 0 0,-26 8 0 0 0,25-9-11 0 0,-11 4-213 0 0,-55 17 504 0 0,23-20-3759 0 0,43-6 1718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1.6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6 4888 0 0,'-1'0'9'0'0,"0"-1"-1"0"0,-1 0 0 0 0,1 1 0 0 0,0-1 0 0 0,0 1 0 0 0,0-1 0 0 0,0 1 0 0 0,0-1 0 0 0,-1 1 1 0 0,1 0-1 0 0,0-1 0 0 0,0 1 0 0 0,-1 0 0 0 0,1 0 0 0 0,0 0 0 0 0,0 0 0 0 0,-1 0 1 0 0,1 0-1 0 0,0 1 0 0 0,0-1 0 0 0,-1 0 0 0 0,1 1 0 0 0,0-1 0 0 0,0 1 0 0 0,-2 0 0 0 0,3 0-10 0 0,0 1 0 0 0,0-1 0 0 0,0 0 0 0 0,0 0-1 0 0,0 0 1 0 0,0 0 0 0 0,0 0 0 0 0,1 1 0 0 0,-1-1-1 0 0,0 0 1 0 0,1 0 0 0 0,-1 0 0 0 0,1 0 0 0 0,0 0-1 0 0,-1 0 1 0 0,1 0 0 0 0,0 0 0 0 0,-1 0 0 0 0,1 0-1 0 0,0-1 1 0 0,0 1 0 0 0,0 0 0 0 0,0 0 0 0 0,0-1-1 0 0,-1 1 1 0 0,1-1 0 0 0,3 2 0 0 0,82 60 3 0 0,3-3 0 0 0,126 61 1 0 0,204 68 61 0 0,-391-177-56 0 0,-6-3 80 0 0,-1 1-1 0 0,32 18 1 0 0,-47-21 66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2.0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47 38 4120 0 0,'-32'-26'580'0'0,"31"25"-410"0"0,-5-3 255 0 0,-2-1-78 0 0,10 4 52 0 0,80 29-401 0 0,-2 4 0 0 0,77 42 1 0 0,-156-74 1 0 0,0 0 1 0 0,0 1 0 0 0,0-1-1 0 0,0 1 1 0 0,0-1-1 0 0,0 1 1 0 0,0-1 0 0 0,0 1-1 0 0,0-1 1 0 0,-1 1-1 0 0,1 0 1 0 0,0 0-1 0 0,0-1 1 0 0,0 1 0 0 0,-1 0-1 0 0,1 0 1 0 0,0 0-1 0 0,-1 0 1 0 0,1 0-1 0 0,-1 0 1 0 0,1 0 0 0 0,-1 0-1 0 0,0 0 1 0 0,1 0-1 0 0,-1 0 1 0 0,0 2 0 0 0,0-2 0 0 0,-1 0 1 0 0,1 1 0 0 0,-1-1 0 0 0,0 0 0 0 0,1 0 0 0 0,-1 0-1 0 0,0 0 1 0 0,0 1 0 0 0,0-1 0 0 0,0 0 0 0 0,0-1 0 0 0,0 1-1 0 0,0 0 1 0 0,0 0 0 0 0,0 0 0 0 0,-1-1 0 0 0,-1 2-1 0 0,-7 3-58 0 0,0 0 1 0 0,-1-1-1 0 0,-20 5 0 0 0,-62 7-2472 0 0,61-13 1057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2.7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1 4444 0 0,'0'0'-132'0'0,"-3"0"-80"0"0,-10 0 192 0 0,10 0 2 0 0,15-1-52 0 0,697 18 767 0 0,-623-14-346 0 0,-84-3-334 0 0,22-6-2356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3.1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8 3588 0 0,'-23'-8'1148'0'0,"57"11"-913"0"0,67 14-217 0 0,-73-9-5 0 0,-1 1 0 0 0,-1 2 0 0 0,48 24-1 0 0,-74-34-8 0 0,0-1-1 0 0,1 0 0 0 0,-1 1 0 0 0,0-1 0 0 0,0 0 0 0 0,0 1 0 0 0,1-1 0 0 0,-1 0 0 0 0,0 1 0 0 0,0-1 0 0 0,0 0 0 0 0,0 1 0 0 0,0-1 0 0 0,0 0 0 0 0,0 1 1 0 0,0-1-1 0 0,0 1 0 0 0,0-1 0 0 0,0 0 0 0 0,0 1 0 0 0,0-1 0 0 0,0 0 0 0 0,0 1 0 0 0,0-1 0 0 0,0 1 0 0 0,-1-1 0 0 0,1 0 0 0 0,0 1 0 0 0,0-1 0 0 0,0 0 1 0 0,-1 1-1 0 0,1-1 0 0 0,0 0 0 0 0,0 0 0 0 0,-1 1 0 0 0,1-1 0 0 0,0 0 0 0 0,0 0 0 0 0,-1 1 0 0 0,1-1 0 0 0,0 0 0 0 0,-1 0 0 0 0,1 0 0 0 0,-1 1 0 0 0,-12 9 44 0 0,13-10-46 0 0,-21 10-124 0 0,-1 0 1 0 0,0-2-1 0 0,0 0 0 0 0,-1-1 1 0 0,0-1-1 0 0,-43 4 1 0 0,31-4-1307 0 0,16-1 346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4.2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283 76 3800 0 0,'-3'-48'340'0'0,"3"46"-158"0"0,-6-23 2157 0 0,16 40-2343 0 0,0-1 1 0 0,1 0-1 0 0,0 0 0 0 0,1-1 0 0 0,26 21 0 0 0,80 56 73 0 0,-75-59-31 0 0,-27-20-20 0 0,-9-7 5 0 0,-1 1-1 0 0,1 0 0 0 0,-1 0 0 0 0,0 0 1 0 0,-1 0-1 0 0,1 1 0 0 0,6 8 0 0 0,-11-12 14 0 0,-4 0-11 0 0,-4 2-8 0 0,0 1 0 0 0,-1-2 1 0 0,1 1-1 0 0,-1-1 0 0 0,1-1 0 0 0,-1 1 1 0 0,-14 2-1 0 0,-68 7 40 0 0,45-7-25 0 0,-175 37 168 0 0,72-11-2448 0 0,143-30 623 0 0,-8 5-75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5.5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20 543 4860 0 0,'0'0'-37'0'0,"-19"-16"1037"0"0,21 10-942 0 0,1 0 0 0 0,0 0 0 0 0,1 0-1 0 0,-1 1 1 0 0,1-1 0 0 0,0 1 0 0 0,0 0 0 0 0,1 0-1 0 0,-1 0 1 0 0,1 1 0 0 0,0 0 0 0 0,11-7 0 0 0,79-45-9 0 0,-73 44-6 0 0,310-147-16 0 0,9-4 393 0 0,-303 140 175 0 0,-37 23-429 0 0,-17-13-69 0 0,14 11-87 0 0,0-1 0 0 0,0 1 0 0 0,0 1 1 0 0,-1-1-1 0 0,1 0 0 0 0,0 0 0 0 0,-1 1 0 0 0,1-1 0 0 0,-1 1 1 0 0,0 0-1 0 0,1 0 0 0 0,-6-1 0 0 0,-16-1-34 0 0,0 2 0 0 0,0 0 0 0 0,0 2 0 0 0,0 1 0 0 0,0 1 0 0 0,0 0 0 0 0,-46 15 0 0 0,48-11 28 0 0,28-8 14 0 0,21-2-2 0 0,22 3-70 0 0,-1 3 1 0 0,0 1-1 0 0,0 3 1 0 0,50 13-1 0 0,-98-20 53 0 0,1 1 0 0 0,-1-1 0 0 0,1 1 0 0 0,-1-1 0 0 0,0 1 0 0 0,1 0 0 0 0,-1-1 0 0 0,1 1 0 0 0,-1-1 0 0 0,0 1 1 0 0,0 0-1 0 0,1-1 0 0 0,-1 1 0 0 0,0 0 0 0 0,0-1 0 0 0,0 1 0 0 0,0 0 0 0 0,0-1 0 0 0,0 1 0 0 0,0 0 0 0 0,0 0 0 0 0,0-1 0 0 0,0 1 0 0 0,0 0 0 0 0,0-1 0 0 0,0 1 0 0 0,-1 0 0 0 0,1-1 0 0 0,0 1 0 0 0,0-1 0 0 0,-1 1 0 0 0,1 0 0 0 0,-1-1 1 0 0,1 1-1 0 0,0-1 0 0 0,-1 1 0 0 0,1-1 0 0 0,-1 1 0 0 0,1-1 0 0 0,-1 1 0 0 0,1-1 0 0 0,-1 1 0 0 0,0-1 0 0 0,1 0 0 0 0,-2 1 0 0 0,-33 16-420 0 0,-42 15-1 0 0,5-2-275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6.9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33 946 4660 0 0,'-4'-2'-88'0'0,"-23"-15"452"0"0,25 16 233 0 0,18-23-53 0 0,21-12-273 0 0,2 1 0 0 0,1 2 0 0 0,49-30 0 0 0,-8 5-159 0 0,402-354 130 0 0,-395 318-216 0 0,42-39 12 0 0,-97 97-208 0 0,-32 35 140 0 0,-8 4-278 0 0,-24 11 273 0 0,-31 15 86 0 0,-2-3 0 0 0,-88 25 0 0 0,135-50 1073 0 0,42-11-885 0 0,53-16-202 0 0,-18 12-59 0 0,0 2 0 0 0,1 3 1 0 0,93-2-1 0 0,-152 11-35 0 0,4 2-19 0 0,-6-2 72 0 0,1 0 0 0 0,0 0 0 0 0,0 0 0 0 0,0 0 0 0 0,-1 0 0 0 0,1 0 0 0 0,0 1 0 0 0,0-1 0 0 0,-1 0 0 0 0,1 0 0 0 0,0 1 0 0 0,0-1 0 0 0,-1 1 0 0 0,1-1 0 0 0,0 1 0 0 0,-1-1 0 0 0,1 1 0 0 0,-1-1 0 0 0,1 1 0 0 0,0-1 0 0 0,-1 1 0 0 0,1 0 0 0 0,-1-1 0 0 0,0 1 0 0 0,1 0 0 0 0,-1-1 0 0 0,0 1 0 0 0,1 0 0 0 0,-1 0 0 0 0,1 1 0 0 0,-3 4-16 0 0,1 1-1 0 0,-1-1 1 0 0,0 1-1 0 0,0-1 0 0 0,-1 0 1 0 0,0 0-1 0 0,0 0 1 0 0,0 0-1 0 0,-8 10 0 0 0,-15 29 0 0 0,11-27-555 0 0,3-10-3081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7.8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1 5032 0 0,'0'0'-210'0'0,"-4"1"-83"0"0,1 0 1150 0 0,7 0-252 0 0,21 0 3 0 0,61 1-713 0 0,-15-1 188 0 0,5 1-48 0 0,267 18 152 0 0,-332-18-313 0 0,-7-2-36 0 0,1 1 0 0 0,-1 0-1 0 0,1-1 1 0 0,0 0-1 0 0,-1 0 1 0 0,1 0 0 0 0,0 0-1 0 0,-1-1 1 0 0,1 0 0 0 0,7-2-1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8.4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 21 4552 0 0,'-15'-10'-254'0'0,"-1"0"4357"0"0,498 131-3980 0 0,-476-120-144 0 0,-4-1 19 0 0,-1 0 0 0 0,0 0 0 0 0,0 1 0 0 0,0-1 0 0 0,0 0 0 0 0,0 0 0 0 0,0 1 1 0 0,1-1-1 0 0,-1 1 0 0 0,0-1 0 0 0,0 1 0 0 0,0-1 0 0 0,0 1 0 0 0,0 0 0 0 0,-1 0 0 0 0,1-1 0 0 0,0 1 0 0 0,0 0 0 0 0,0 0 0 0 0,-1 0 0 0 0,1 0 1 0 0,0 0-1 0 0,-1 0 0 0 0,1 0 0 0 0,0 2 0 0 0,-2-1 2 0 0,0 0-1 0 0,0-1 1 0 0,0 1 0 0 0,0 0 0 0 0,-1 0 0 0 0,1-1 0 0 0,-1 1-1 0 0,1-1 1 0 0,-1 1 0 0 0,-3 1 0 0 0,-9 7 9 0 0,0-1 1 0 0,-1 0 0 0 0,-1-1-1 0 0,1 0 1 0 0,-1-1-1 0 0,-1-1 1 0 0,-26 6 0 0 0,-1 2-15 0 0,-62 17-773 0 0,33-16-3223 0 0,54-12 2113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1.0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62 5156 0 0,'-14'-14'132'0'0,"13"13"-76"0"0,0 1 1 0 0,1 0-1 0 0,-1-1 1 0 0,1 1-1 0 0,-1 0 1 0 0,1-1-1 0 0,-1 1 1 0 0,1-1-1 0 0,-1 1 1 0 0,1-1-1 0 0,0 1 1 0 0,-1-1-1 0 0,1 1 1 0 0,-1-1-1 0 0,1 0 1 0 0,0 1-1 0 0,0-1 1 0 0,-1 0-1 0 0,1 1 0 0 0,0-1 1 0 0,0 0-1 0 0,0 1 1 0 0,0-1-1 0 0,0 0 1 0 0,0 1-1 0 0,0-1 1 0 0,0-1-1 0 0,37-4-56 0 0,-1 0-1 0 0,1 3 0 0 0,1 0 0 0 0,47 5 0 0 0,-35-2 1 0 0,416-1 15 0 0,-369 0 98 0 0,-94 1-108 0 0,26-4-276 0 0,-11 0-2881 0 0,-13 0 1433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1.5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 11 4676 0 0,'0'0'-128'0'0,"-33"-10"1654"0"0,88 33-1467 0 0,-22-10-39 0 0,-1 1 0 0 0,-1 1 0 0 0,42 28 0 0 0,-72-43-19 0 0,0 1 0 0 0,-1-1 0 0 0,1 1 1 0 0,0-1-1 0 0,-1 1 0 0 0,1 0 0 0 0,0-1 0 0 0,-1 1 0 0 0,1 0 0 0 0,-1-1 0 0 0,1 1 0 0 0,-1 0 0 0 0,1 0 0 0 0,-1-1 0 0 0,0 1 1 0 0,1 0-1 0 0,-1 0 0 0 0,0 0 0 0 0,0-1 0 0 0,1 1 0 0 0,-1 0 0 0 0,0 0 0 0 0,0 0 0 0 0,0 0 0 0 0,0 0 0 0 0,0 0 0 0 0,0-1 0 0 0,0 1 1 0 0,-1 1-1 0 0,0 0 3 0 0,0 0 0 0 0,0 0 1 0 0,0 0-1 0 0,-1 0 0 0 0,1 0 0 0 0,0-1 1 0 0,-1 1-1 0 0,0-1 0 0 0,1 1 1 0 0,-1-1-1 0 0,-3 3 0 0 0,-5 2 13 0 0,0-1 0 0 0,0 1 0 0 0,-18 5 0 0 0,-5 0-687 0 0,0-2-1 0 0,-1-1 0 0 0,0-1 1 0 0,-52 2-1 0 0,62-8-485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2.1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13 355 4004 0 0,'0'0'104'0'0,"-9"2"-38"0"0,9-2-40 0 0,0 0-1 0 0,0 0 1 0 0,0-1-1 0 0,0 1 1 0 0,0 0-1 0 0,0 0 1 0 0,0 0-1 0 0,0 0 1 0 0,0 0-1 0 0,0 0 0 0 0,0 0 1 0 0,0-1-1 0 0,0 1 1 0 0,0 0-1 0 0,0 0 1 0 0,0 0-1 0 0,0 0 1 0 0,0 0-1 0 0,0 0 1 0 0,0-1-1 0 0,0 1 1 0 0,0 0-1 0 0,0 0 0 0 0,0 0 1 0 0,0 0-1 0 0,0 0 1 0 0,0 0-1 0 0,0 0 1 0 0,0 0-1 0 0,0-1 1 0 0,-1 1-1 0 0,1 0 1 0 0,0 0-1 0 0,0 0 1 0 0,0 0-1 0 0,0 0 0 0 0,0 0 1 0 0,0 0-1 0 0,0 0 1 0 0,0 0-1 0 0,-1 0 1 0 0,1 0-1 0 0,0 0 1 0 0,0 0-1 0 0,0 0 1 0 0,0 0-1 0 0,0 0 0 0 0,0 0 1 0 0,-1 0-1 0 0,1 0 1 0 0,0 0-1 0 0,0 0 1 0 0,0 0-1 0 0,0 0 1 0 0,0 0-1 0 0,0 0 1 0 0,0 0-1 0 0,-1 0 1 0 0,12-11-1 0 0,1 1 0 0 0,0 1 1 0 0,0 0-1 0 0,1 0 1 0 0,0 2-1 0 0,0-1 1 0 0,1 1-1 0 0,16-5 1 0 0,130-40 37 0 0,-140 46-51 0 0,677-143 227 0 0,-666 143-190 0 0,39-8 1350 0 0,-68 14-1224 0 0,3-3 61 0 0,-4 3-230 0 0,0 0 0 0 0,-1 0 0 0 0,1 0 0 0 0,-1 0 1 0 0,1-1-1 0 0,0 1 0 0 0,-1 0 0 0 0,1 0 0 0 0,0-1 0 0 0,-1 1 0 0 0,1 0 1 0 0,-1-1-1 0 0,1 1 0 0 0,-1-1 0 0 0,1 1 0 0 0,-1 0 0 0 0,1-1 0 0 0,-1 1 0 0 0,1-1 1 0 0,-1 1-1 0 0,0-1 0 0 0,1 0 0 0 0,-1 1 0 0 0,0-1 0 0 0,1 1 0 0 0,-1-1 0 0 0,0 0 1 0 0,0 0-1 0 0,0 0-164 0 0,0-1 1 0 0,0 1 0 0 0,-1-1 0 0 0,1 1-1 0 0,0-1 1 0 0,-1 1 0 0 0,0 0-1 0 0,1-1 1 0 0,-1 1 0 0 0,0 0-1 0 0,1-1 1 0 0,-1 1 0 0 0,0 0-1 0 0,-2-2 1 0 0,-2-4-2176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2.6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43 6 4856 0 0,'-22'0'-127'0'0,"3"-3"761"0"0,17 2-485 0 0,8 0-61 0 0,20 0-38 0 0,44 2-35 0 0,-33 2-31 0 0,1 1 0 0 0,-1 2 0 0 0,0 2 0 0 0,0 1 0 0 0,-1 2 0 0 0,55 25 0 0 0,-89-36 21 0 0,-1 1-1 0 0,0-1 1 0 0,0 1-1 0 0,1-1 1 0 0,-1 1-1 0 0,0 0 1 0 0,0 0-1 0 0,0 0 1 0 0,0-1-1 0 0,0 1 1 0 0,0 0-1 0 0,0 0 1 0 0,0 0-1 0 0,0 0 1 0 0,-1 1 0 0 0,1-1-1 0 0,0 0 1 0 0,-1 0-1 0 0,1 0 1 0 0,-1 1-1 0 0,1-1 1 0 0,-1 0-1 0 0,0 1 1 0 0,1-1-1 0 0,-1 0 1 0 0,0 1-1 0 0,0-1 1 0 0,0 0-1 0 0,0 1 1 0 0,0-1-1 0 0,0 0 1 0 0,0 1-1 0 0,-1-1 1 0 0,1 0-1 0 0,0 1 1 0 0,-1-1-1 0 0,1 0 1 0 0,-1 0-1 0 0,1 1 1 0 0,-1-1 0 0 0,0 0-1 0 0,1 0 1 0 0,-1 0-1 0 0,0 0 1 0 0,0 0-1 0 0,0 0 1 0 0,0 0-1 0 0,0 0 1 0 0,-2 1-1 0 0,-6 6 46 0 0,0 0 1 0 0,-1 0-1 0 0,0-1 0 0 0,-13 7 0 0 0,22-13-49 0 0,-119 61 29 0 0,70-39-3361 0 0,48-22 2457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3.5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12 3640 0 0,'-8'-11'1420'0'0,"11"16"-706"0"0,18 17-615 0 0,44 12-87 0 0,1-4-1 0 0,1-2 1 0 0,100 26-1 0 0,-85-29-11 0 0,592 193 127 0 0,-524-172 1862 0 0,-148-45-1697 0 0,1-1-17 0 0,-3 0-274 0 0,1 0 1 0 0,-1 0-1 0 0,0 0 1 0 0,1 0-1 0 0,-1 1 1 0 0,0-1-1 0 0,1 0 1 0 0,-1 0-1 0 0,0 0 1 0 0,1 0-1 0 0,-1 0 1 0 0,0 0 0 0 0,1 0-1 0 0,-1 0 1 0 0,0 0-1 0 0,1-1 1 0 0,-1 1-1 0 0,0 0 1 0 0,1 0-1 0 0,-1 0 1 0 0,0 0-1 0 0,1 0 1 0 0,-1-1-1 0 0,0 1 1 0 0,0 0-1 0 0,1 0 1 0 0,-1 0-1 0 0,0-1 1 0 0,0 1-1 0 0,1 0 1 0 0,-1 0-1 0 0,0-1 1 0 0,1 1-1 0 0,-3-9-392 0 0,-1-12-614 0 0,3 4-2478 0 0,0 5 1565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3.9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58 5112 0 0,'-53'-56'1614'0'0,"51"55"-1333"0"0,52 30-22 0 0,53 22 1 0 0,-101-50-247 0 0,32 16-4 0 0,-1-2 9 0 0,0 2-1 0 0,46 31 1 0 0,-79-48-17 0 0,1 1 1 0 0,-1-1-1 0 0,1 0 0 0 0,-1 0 1 0 0,0 1-1 0 0,1-1 1 0 0,-1 0-1 0 0,0 1 1 0 0,1-1-1 0 0,-1 1 1 0 0,0-1-1 0 0,0 0 1 0 0,1 1-1 0 0,-1-1 0 0 0,0 1 1 0 0,0-1-1 0 0,0 1 1 0 0,1-1-1 0 0,-1 1 1 0 0,0-1-1 0 0,0 0 1 0 0,0 1-1 0 0,0-1 0 0 0,0 1 1 0 0,0-1-1 0 0,0 1 1 0 0,0-1-1 0 0,0 1 1 0 0,0-1-1 0 0,0 1 1 0 0,-1-1-1 0 0,1 1 1 0 0,0-1-1 0 0,0 1 0 0 0,-17 14 34 0 0,-24 4 20 0 0,8-9-157 0 0,-1-1 1 0 0,0-2 0 0 0,-35 3-1 0 0,40-8-1581 0 0,-56-2 0 0 0,55-1-430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4.9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13 5440 0 0,'0'0'-82'0'0,"-7"-9"553"0"0,3 5 63 0 0,4 6 360 0 0,6 9-896 0 0,1-1 1 0 0,0-1-1 0 0,0 1 1 0 0,1-1-1 0 0,0-1 1 0 0,16 14-1 0 0,69 48-3 0 0,-58-45 3 0 0,638 383 72 0 0,-434-275-19 0 0,12-3 51 0 0,-176-94 1047 0 0,-73-35-1002 0 0,-8-25-7049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5.7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135 34 5016 0 0,'-5'-33'1202'0'0,"21"40"-732"0"0,-1 1-1 0 0,0 1 1 0 0,-1 0-1 0 0,16 13 1 0 0,28 18-463 0 0,20 6 8 0 0,-34-21-12 0 0,-1 1 0 0 0,64 53 0 0 0,-106-78-2 0 0,-1-1 0 0 0,0 1 0 0 0,0 0 0 0 0,0-1-1 0 0,0 1 1 0 0,-1 0 0 0 0,1-1 0 0 0,0 1 0 0 0,0 0-1 0 0,0-1 1 0 0,0 1 0 0 0,-1 0 0 0 0,1-1 0 0 0,0 1-1 0 0,0-1 1 0 0,-1 1 0 0 0,1-1 0 0 0,-1 1-1 0 0,1-1 1 0 0,0 1 0 0 0,-1-1 0 0 0,1 1 0 0 0,-1-1-1 0 0,1 1 1 0 0,-1-1 0 0 0,0 0 0 0 0,1 1 0 0 0,-1-1-1 0 0,1 0 1 0 0,-1 1 0 0 0,-1-1 0 0 0,-19 13 24 0 0,-51 14 27 0 0,-2-3 0 0 0,-139 27 0 0 0,121-31-123 0 0,26-12-4193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7.0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351 90 5785 0 0,'-5'-55'-1104'0'0,"2"43"2055"0"0,-5-8 1117 0 0,7 18-2210 0 0,16 26 149 0 0,1 0 1 0 0,1-1-1 0 0,1-1 1 0 0,0 0-1 0 0,2-2 0 0 0,1 0 1 0 0,0-1-1 0 0,2-1 1 0 0,0-1-1 0 0,37 20 0 0 0,-22-5 260 0 0,-37-31-144 0 0,-3 1-67 0 0,-3 2-37 0 0,0-1 0 0 0,0 0 0 0 0,-1 0-1 0 0,1 0 1 0 0,0-1 0 0 0,-1 0 0 0 0,0 0-1 0 0,1 0 1 0 0,-12 1 0 0 0,-65 7 68 0 0,41-7-50 0 0,-108 21 3 0 0,-50 6 8 0 0,152-27-108 0 0,45-3-66 0 0,-1 0-92 0 0,-31-2-3873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4.6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41 4248 0 0,'0'-2'46'0'0,"0"1"0"0"0,0-1 0 0 0,0 1 0 0 0,0-1 0 0 0,0 1 0 0 0,0-1 0 0 0,0 1 0 0 0,-1-1 0 0 0,1 1 0 0 0,0-1 0 0 0,-1 1 0 0 0,1 0-1 0 0,-1-1 1 0 0,0 1 0 0 0,1-1 0 0 0,-1 1 0 0 0,0 0 0 0 0,0 0 0 0 0,0-1 0 0 0,0 1 0 0 0,0 0 0 0 0,0 0 0 0 0,0 0 0 0 0,0 0 0 0 0,-1 0 0 0 0,1 0-1 0 0,0 1 1 0 0,0-1 0 0 0,-1 0 0 0 0,1 1 0 0 0,-1-1 0 0 0,1 0 0 0 0,0 1 0 0 0,-3-1 0 0 0,2 2-35 0 0,-1-1 1 0 0,0 1-1 0 0,0-1 1 0 0,1 1-1 0 0,-1 0 1 0 0,1 0-1 0 0,-1 0 1 0 0,1 1-1 0 0,-1-1 1 0 0,1 0-1 0 0,0 1 1 0 0,0 0-1 0 0,0-1 1 0 0,0 1-1 0 0,0 0 1 0 0,0 0-1 0 0,0 0 1 0 0,0 0-1 0 0,1 1 1 0 0,-1-1-1 0 0,1 0 1 0 0,0 1-1 0 0,-2 2 1 0 0,2-4-20 0 0,1 0 1 0 0,-1 0-1 0 0,0 1 1 0 0,1-1-1 0 0,-1 0 1 0 0,1 0-1 0 0,-1 1 1 0 0,1-1-1 0 0,-1 0 1 0 0,1 0-1 0 0,0 1 0 0 0,0-1 1 0 0,0 0-1 0 0,0 1 1 0 0,0-1-1 0 0,0 0 1 0 0,0 1-1 0 0,0-1 1 0 0,0 0-1 0 0,0 1 1 0 0,1-1-1 0 0,-1 0 1 0 0,1 1-1 0 0,-1-1 1 0 0,1 0-1 0 0,-1 0 0 0 0,1 0 1 0 0,0 1-1 0 0,0-1 1 0 0,-1 0-1 0 0,1 0 1 0 0,0 0-1 0 0,0 0 1 0 0,0 0-1 0 0,0-1 1 0 0,0 1-1 0 0,0 0 1 0 0,1 0-1 0 0,-1-1 0 0 0,0 1 1 0 0,0-1-1 0 0,0 1 1 0 0,1-1-1 0 0,-1 1 1 0 0,0-1-1 0 0,1 0 1 0 0,-1 1-1 0 0,0-1 1 0 0,2 0-1 0 0,4 1-35 0 0,-1 0 1 0 0,1 0-1 0 0,-1-1 0 0 0,1 1 0 0 0,-1-2 0 0 0,0 1 1 0 0,1-1-1 0 0,-1 0 0 0 0,8-2 0 0 0,1-2 135 0 0,-1-1 0 0 0,1-1 0 0 0,-1-1 0 0 0,18-12 0 0 0,-32 20-74 0 0,-1 0-1 0 0,1 0 0 0 0,0 0 1 0 0,0 0-1 0 0,0 0 1 0 0,0 0-1 0 0,-1 0 0 0 0,1 0 1 0 0,0 0-1 0 0,0 0 1 0 0,0 0-1 0 0,0-1 1 0 0,-1 1-1 0 0,1 0 0 0 0,0 0 1 0 0,0 0-1 0 0,0 0 1 0 0,0 0-1 0 0,0 0 0 0 0,0-1 1 0 0,0 1-1 0 0,-1 0 1 0 0,1 0-1 0 0,0 0 0 0 0,0 0 1 0 0,0 0-1 0 0,0-1 1 0 0,0 1-1 0 0,0 0 1 0 0,0 0-1 0 0,0 0 0 0 0,0 0 1 0 0,0-1-1 0 0,0 1 1 0 0,0 0-1 0 0,0 0 0 0 0,0 0 1 0 0,0-1-1 0 0,0 1 1 0 0,0 0-1 0 0,0 0 0 0 0,0 0 1 0 0,0 0-1 0 0,0-1 1 0 0,0 1-1 0 0,1 0 0 0 0,-1 0 1 0 0,0 0-1 0 0,0 0 1 0 0,0 0-1 0 0,0 0 1 0 0,0-1-1 0 0,-8 3-28 0 0,0 0-1 0 0,1 1 1 0 0,-1 0 0 0 0,0 0 0 0 0,1 0 0 0 0,0 1-1 0 0,-1 0 1 0 0,2 1 0 0 0,-1-1 0 0 0,0 1-1 0 0,1 1 1 0 0,-11 11 0 0 0,16-15-43 0 0,8-5-126 0 0,-4 1-93 0 0,25-13 821 0 0,-19 9-3685 0 0,-48 12 1525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5.5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 67 4488 0 0,'0'0'-174'0'0,"5"-44"741"0"0,-5 43-523 0 0,0 1 0 0 0,0-1-1 0 0,0 0 1 0 0,0 1 0 0 0,0-1-1 0 0,0 0 1 0 0,-1 1 0 0 0,1-1-1 0 0,0 0 1 0 0,0 1 0 0 0,-1-1 0 0 0,1 0-1 0 0,0 1 1 0 0,-1-1 0 0 0,1 1-1 0 0,-1-1 1 0 0,1 1 0 0 0,-1-1-1 0 0,1 1 1 0 0,-1-1 0 0 0,1 1 0 0 0,-1-1-1 0 0,1 1 1 0 0,-1 0 0 0 0,1-1-1 0 0,-1 1 1 0 0,0 0 0 0 0,1 0 0 0 0,-1-1-1 0 0,0 1 1 0 0,1 0 0 0 0,-1 0-1 0 0,0 0 1 0 0,0 0 0 0 0,-2 1-36 0 0,0-1 1 0 0,0 2 0 0 0,1-1-1 0 0,-1 0 1 0 0,0 0 0 0 0,1 1-1 0 0,0 0 1 0 0,-1-1 0 0 0,1 1-1 0 0,0 0 1 0 0,-2 2 0 0 0,3-3-19 0 0,0-1 1 0 0,0 1 0 0 0,1-1-1 0 0,-1 1 1 0 0,0 0-1 0 0,1-1 1 0 0,-1 1 0 0 0,0 0-1 0 0,1-1 1 0 0,-1 1 0 0 0,1 0-1 0 0,-1 0 1 0 0,1-1 0 0 0,0 1-1 0 0,-1 0 1 0 0,1 0 0 0 0,0 0-1 0 0,-1 0 1 0 0,1 0 0 0 0,0 0-1 0 0,0 0 1 0 0,0-1 0 0 0,0 1-1 0 0,0 0 1 0 0,0 0-1 0 0,0 0 1 0 0,0 0 0 0 0,0 0-1 0 0,1 0 1 0 0,-1 0 0 0 0,1 1-1 0 0,0-1-6 0 0,0 0 0 0 0,0 0 0 0 0,0 0-1 0 0,0 0 1 0 0,0 0 0 0 0,1 0 0 0 0,-1-1-1 0 0,0 1 1 0 0,1 0 0 0 0,-1-1-1 0 0,0 1 1 0 0,1-1 0 0 0,-1 1 0 0 0,1-1-1 0 0,-1 0 1 0 0,1 0 0 0 0,-1 1 0 0 0,1-1-1 0 0,-1 0 1 0 0,2-1 0 0 0,0 1-55 0 0,2-1 8 0 0,18-5 228 0 0,0-2 0 0 0,-1 0 1 0 0,0-1-1 0 0,35-22 0 0 0,-56 30 344 0 0,-8 4-461 0 0,0-1-41 0 0,1 0 1 0 0,0 0 1 0 0,0 0-1 0 0,0 1 0 0 0,0-1 0 0 0,1 1 0 0 0,-1 1 0 0 0,-9 7 0 0 0,14-11-20 0 0,1 0 0 0 0,0 0-1 0 0,-1 0 1 0 0,1 0 0 0 0,0 0-1 0 0,-1 1 1 0 0,1-1 0 0 0,0 0 0 0 0,-1 0-1 0 0,1 0 1 0 0,0 0 0 0 0,-1 1-1 0 0,1-1 1 0 0,0 0 0 0 0,0 0-1 0 0,-1 0 1 0 0,1 1 0 0 0,0-1 0 0 0,0 0-1 0 0,-1 1 1 0 0,1-1 0 0 0,0 0-1 0 0,0 0 1 0 0,0 1 0 0 0,0-1-1 0 0,0 0 1 0 0,-1 1 0 0 0,1-1-1 0 0,0 0 1 0 0,0 1 0 0 0,0-1 0 0 0,0 0-1 0 0,0 1 1 0 0,0-1 0 0 0,0 1-1 0 0,0-1 1 0 0,0 0 0 0 0,0 1-1 0 0,1 0 1 0 0,15-3-96 0 0,28-17 236 0 0,-43 18-68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6.2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96 35 4560 0 0,'0'0'-24'0'0,"-29"-33"977"0"0,28 32-840 0 0,-23 0 118 0 0,20 1-228 0 0,2 0-2 0 0,1 0-1 0 0,-1 1 0 0 0,1-1 0 0 0,-1 0 0 0 0,1 0 0 0 0,-1 1 0 0 0,1-1 0 0 0,-1 1 0 0 0,1-1 0 0 0,0 1 0 0 0,-1 0 0 0 0,1-1 0 0 0,0 1 0 0 0,0 0 0 0 0,-1 0 0 0 0,1 0 0 0 0,0 0 1 0 0,0 0-1 0 0,0 0 0 0 0,0 0 0 0 0,0 1 0 0 0,0-1 0 0 0,-1 2 0 0 0,0-1 1 0 0,-1 2 2 0 0,13 7-4 0 0,-3-9-15 0 0,12 0 1 0 0,-2-4 8 0 0,10 0 207 0 0,-21 4 289 0 0,-31 11 521 0 0,-5 2-1215 0 0,28-13 72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2.4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27 6165 0 0,'0'0'-331'0'0,"-30"-23"-813"0"0,28 21 1141 0 0,-1 0 4 0 0,-27 8-29 0 0,25-5 24 0 0,0 1-1 0 0,0-1 0 0 0,-1 1 0 0 0,1 1 0 0 0,0-1 1 0 0,0 1-1 0 0,1 0 0 0 0,-1 0 0 0 0,-6 6 1 0 0,-8 4-10 0 0,18-13 16 0 0,0 1-1 0 0,0-1 0 0 0,0 1 1 0 0,1-1-1 0 0,-1 1 1 0 0,0-1-1 0 0,1 1 0 0 0,-1-1 1 0 0,0 1-1 0 0,1-1 1 0 0,-1 1-1 0 0,1 0 0 0 0,-1-1 1 0 0,1 1-1 0 0,-1 0 1 0 0,1 0-1 0 0,-1-1 1 0 0,1 1-1 0 0,0 0 0 0 0,0 0 1 0 0,-1 0-1 0 0,1-1 1 0 0,0 1-1 0 0,0 0 0 0 0,0 0 1 0 0,0 0-1 0 0,0 0 1 0 0,0 0-1 0 0,0-1 1 0 0,0 1-1 0 0,0 0 0 0 0,0 0 1 0 0,0 0-1 0 0,1 0 1 0 0,-1-1-1 0 0,0 1 0 0 0,0 0 1 0 0,1 0-1 0 0,-1 0 1 0 0,1-1-1 0 0,-1 1 1 0 0,1 0-1 0 0,-1-1 0 0 0,1 1 1 0 0,-1 0-1 0 0,1-1 1 0 0,0 1-1 0 0,-1-1 0 0 0,1 1 1 0 0,0-1-1 0 0,0 1 1 0 0,-1-1-1 0 0,1 1 1 0 0,0-1-1 0 0,0 0 0 0 0,-1 1 1 0 0,1-1-1 0 0,0 0 1 0 0,0 0-1 0 0,0 0 0 0 0,0 0 1 0 0,0 0-1 0 0,-1 0 1 0 0,2 0-1 0 0,1 0-6 0 0,32-16 43 0 0,0-6 683 0 0,-34 21-528 0 0,5-1 898 0 0,-11 4-1084 0 0,1 0-3 0 0,1 0-1 0 0,-1 0 1 0 0,0 1-1 0 0,0-1 1 0 0,1 1-1 0 0,-1 0 0 0 0,-3 3 1 0 0,6-4-17 0 0,-6 7-73 0 0,3-4 108 0 0,6-5 284 0 0,3-4-231 0 0,-4 4-41 0 0,0-1 0 0 0,1 0 0 0 0,-1 1 0 0 0,0-1 0 0 0,0 0 1 0 0,0 0-1 0 0,0 0 0 0 0,0 0 0 0 0,0 0 0 0 0,0 0 0 0 0,0 0 0 0 0,-1 0 0 0 0,1-1 0 0 0,0 1 1 0 0,0 0-1 0 0,-1 0 0 0 0,1-1 0 0 0,0-1 0 0 0,-1 1 119 0 0,-15-4-327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3.5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60 54 5288 0 0,'0'0'-183'0'0,"-39"-18"725"0"0,37 17-349 0 0,5-2-190 0 0,0 1-1 0 0,0 0 1 0 0,0 0 0 0 0,0 1-1 0 0,0-1 1 0 0,0 0 0 0 0,0 1-1 0 0,0 0 1 0 0,1 0 0 0 0,-1 0-1 0 0,5-1 1 0 0,-6 2-10 0 0,45-13-54 0 0,-37 12 53 0 0,0 1-1 0 0,0 0 1 0 0,0 0 0 0 0,0 1-1 0 0,0 1 1 0 0,0-1 0 0 0,0 1-1 0 0,-1 1 1 0 0,1 0 0 0 0,-1 1-1 0 0,1-1 1 0 0,-1 2 0 0 0,0-1 0 0 0,10 8-1 0 0,-18-11 9 0 0,0-1 1 0 0,0 1-1 0 0,0-1 0 0 0,0 1 1 0 0,0 0-1 0 0,0-1 0 0 0,0 1 0 0 0,0 0 1 0 0,0 0-1 0 0,0 0 0 0 0,-1 0 0 0 0,1 0 1 0 0,0 0-1 0 0,-1 0 0 0 0,1 0 0 0 0,0 0 1 0 0,-1 0-1 0 0,1 0 0 0 0,-1 0 0 0 0,0 0 1 0 0,1 0-1 0 0,-1 1 0 0 0,0-1 1 0 0,0 0-1 0 0,0 0 0 0 0,0 0 0 0 0,0 1 1 0 0,0-1-1 0 0,0 0 0 0 0,0 0 0 0 0,0 0 1 0 0,0 1-1 0 0,-1-1 0 0 0,1 0 0 0 0,-1 0 1 0 0,1 0-1 0 0,0 0 0 0 0,-1 0 1 0 0,0 0-1 0 0,1 0 0 0 0,-1 0 0 0 0,0 0 1 0 0,0 0-1 0 0,1 0 0 0 0,-1 0 0 0 0,0 0 1 0 0,0-1-1 0 0,0 1 0 0 0,0 0 0 0 0,-2 0 1 0 0,-5 6 5 0 0,0-1 1 0 0,0 0-1 0 0,-1-1 1 0 0,-10 5-1 0 0,-123 44 457 0 0,140-53-415 0 0,0 0-1 0 0,2-1-44 0 0,-1 0-1 0 0,1 0 0 0 0,0 0 1 0 0,0 0-1 0 0,0 0 1 0 0,-1 0-1 0 0,1 0 0 0 0,0 0 1 0 0,0 0-1 0 0,-1 0 0 0 0,1 0 1 0 0,0 0-1 0 0,0 0 0 0 0,0 0 1 0 0,-1 0-1 0 0,1 0 1 0 0,0 0-1 0 0,0 1 0 0 0,-1-1 1 0 0,1 0-1 0 0,0 0 0 0 0,0 0 1 0 0,0 0-1 0 0,0 0 0 0 0,-1 0 1 0 0,1 1-1 0 0,0-1 1 0 0,0 0-1 0 0,0 0 0 0 0,0 0 1 0 0,0 0-1 0 0,-1 1 0 0 0,1-1 1 0 0,0 0-1 0 0,0 0 1 0 0,0 0-1 0 0,0 1 0 0 0,0-1 1 0 0,0 0-1 0 0,0 0 0 0 0,0 1 1 0 0,0-1-1 0 0,0 0 0 0 0,0 0 1 0 0,0 0-1 0 0,0 1 1 0 0,73 23 51 0 0,24 9-60 0 0,-81-26-3 0 0,42 22-51 0 0,-54-27 55 0 0,-1 1-1 0 0,0-1 1 0 0,1 1-1 0 0,-1-1 1 0 0,0 1 0 0 0,-1 0-1 0 0,1 0 1 0 0,0 1-1 0 0,-1-1 1 0 0,0 0 0 0 0,0 1-1 0 0,3 6 1 0 0,-5-9 5 0 0,0 0 0 0 0,0 0 0 0 0,0 0 0 0 0,-1 0 0 0 0,1 0 0 0 0,0 0 0 0 0,-1 0 0 0 0,1 0 0 0 0,0 0 0 0 0,-1 0 0 0 0,1-1 0 0 0,-1 1 0 0 0,0 0 0 0 0,1 0 0 0 0,-1 0 0 0 0,0-1 0 0 0,1 1 0 0 0,-1 0 0 0 0,0-1 0 0 0,0 1 0 0 0,0 0 0 0 0,0-1 0 0 0,1 1 0 0 0,-1-1 0 0 0,0 0 0 0 0,0 1 0 0 0,0-1 0 0 0,-2 1 0 0 0,-27 10 31 0 0,-8-1 124 0 0,0-2 0 0 0,0-2 1 0 0,-55 3-1 0 0,4-7-2442 0 0,96-4 804 0 0,25-9 153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4.8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201 49 4456 0 0,'-19'-28'460'0'0,"-21"10"122"0"0,38 17-533 0 0,-3 0-25 0 0,0 1 0 0 0,1 0 0 0 0,-1-1 1 0 0,0 2-1 0 0,0-1 0 0 0,-9 2 0 0 0,6 3-22 0 0,-1 0 1 0 0,1 0-1 0 0,0 1 0 0 0,1 0 1 0 0,-1 0-1 0 0,-12 15 1 0 0,17-18-4 0 0,1-1 1 0 0,-1 1 0 0 0,1 0 0 0 0,0 0-1 0 0,0 0 1 0 0,0 0 0 0 0,0 0 0 0 0,0 1-1 0 0,1-1 1 0 0,-1 0 0 0 0,1 1 0 0 0,0-1-1 0 0,0 1 1 0 0,0 0 0 0 0,1-1 0 0 0,-1 1-1 0 0,1 0 1 0 0,0-1 0 0 0,0 1 0 0 0,0 0-1 0 0,2 6 1 0 0,-2-8 5 0 0,1 0 0 0 0,0 0 0 0 0,0 0 0 0 0,0 0 0 0 0,0 0-1 0 0,0 0 1 0 0,1-1 0 0 0,-1 1 0 0 0,0 0 0 0 0,1-1 0 0 0,0 1 0 0 0,-1 0 0 0 0,4 1 0 0 0,-2-1-1 0 0,0-1 0 0 0,0 0 0 0 0,1 0 0 0 0,-1 0 0 0 0,0-1 0 0 0,0 1 0 0 0,1-1 0 0 0,-1 1 0 0 0,0-1 0 0 0,1 0 0 0 0,-1 0 0 0 0,0-1 0 0 0,1 1 0 0 0,-1-1 0 0 0,0 0 0 0 0,5-1 1 0 0,1-1 29 0 0,0 0 0 0 0,-1 0 1 0 0,1-1-1 0 0,-1-1 0 0 0,1 0 1 0 0,-1 0-1 0 0,-1 0 1 0 0,1-1-1 0 0,-1 0 0 0 0,0 0 1 0 0,0-1-1 0 0,-1 0 1 0 0,0 0-1 0 0,0-1 0 0 0,0 1 1 0 0,-1-1-1 0 0,-1-1 0 0 0,1 1 1 0 0,-1-1-1 0 0,5-16 1 0 0,-8 23 9 0 0,-1 2-42 0 0,-1-1 1 0 0,1 1 0 0 0,0-1-1 0 0,0 1 1 0 0,-1-1 0 0 0,1 1 0 0 0,0-1-1 0 0,-1 1 1 0 0,1-1 0 0 0,-1 1-1 0 0,1 0 1 0 0,0-1 0 0 0,-1 1-1 0 0,1 0 1 0 0,-1-1 0 0 0,1 1 0 0 0,-1 0-1 0 0,1-1 1 0 0,-1 1 0 0 0,1 0-1 0 0,-1 0 1 0 0,0 0 0 0 0,1-1 0 0 0,-1 1-1 0 0,1 0 1 0 0,-1 0 0 0 0,1 0-1 0 0,-1 0 1 0 0,0 0 0 0 0,1 0-1 0 0,-1 0 1 0 0,1 0 0 0 0,-1 0 0 0 0,1 1-1 0 0,-1-1 1 0 0,0 0 0 0 0,-29 8 49 0 0,10 0-39 0 0,0 0 0 0 0,1 2 0 0 0,1 1 1 0 0,-1 0-1 0 0,-25 22 0 0 0,38-27-18 0 0,3 2 3 0 0,2-6-10 0 0,6 2-10 0 0,-5-4 20 0 0,0 0 0 0 0,0 1 0 0 0,0-1 1 0 0,0 0-1 0 0,1 1 0 0 0,-1-1 0 0 0,0 0 0 0 0,0 1 0 0 0,0-1 1 0 0,1 0-1 0 0,-1 0 0 0 0,0 1 0 0 0,0-1 0 0 0,1 0 0 0 0,-1 0 0 0 0,0 0 1 0 0,0 1-1 0 0,1-1 0 0 0,-1 0 0 0 0,0 0 0 0 0,1 0 0 0 0,-1 0 1 0 0,0 0-1 0 0,1 1 0 0 0,-1-1 0 0 0,0 0 0 0 0,1 0 0 0 0,-1 0 1 0 0,0 0-1 0 0,1 0 0 0 0,-1 0 0 0 0,0 0 0 0 0,1 0 0 0 0,-1 0 0 0 0,0 0 1 0 0,1-1-1 0 0,-1 1 0 0 0,0 0 0 0 0,1 0 0 0 0,18-6 1 0 0,0 0 1 0 0,-1-1-1 0 0,0-1 0 0 0,-1-1 0 0 0,0-1 0 0 0,30-21 0 0 0,-45 30 175 0 0,-10 2-159 0 0,-18 8-8 0 0,1 1 1 0 0,0 2-1 0 0,0 0 0 0 0,-34 24 1 0 0,55-34 129 0 0,10-6-113 0 0,23-9-1 0 0,-26 12-17 0 0,3-2 151 0 0,-3 2-433 0 0,-27 12-3128 0 0,19-8 1626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6.1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242 29 4924 0 0,'0'0'-192'0'0,"-28"-25"-563"0"0,21 23 764 0 0,0 2 1 0 0,0-1-1 0 0,1 1 0 0 0,-1 0 1 0 0,0 0-1 0 0,0 0 1 0 0,0 1-1 0 0,1 0 0 0 0,-1 1 1 0 0,0 0-1 0 0,1 0 0 0 0,-1 0 1 0 0,1 0-1 0 0,0 1 1 0 0,0 0-1 0 0,-10 7 0 0 0,6-3 2 0 0,0 0 1 0 0,1 0-1 0 0,1 1 0 0 0,-1 0 0 0 0,1 0 0 0 0,0 1 1 0 0,1 0-1 0 0,-12 20 0 0 0,18-27-7 0 0,1-1 1 0 0,-1 0-1 0 0,1 0 1 0 0,-1 0-1 0 0,1 0 0 0 0,0 1 1 0 0,-1-1-1 0 0,1 0 0 0 0,0 0 1 0 0,0 1-1 0 0,0-1 0 0 0,0 0 1 0 0,0 1-1 0 0,0-1 1 0 0,1 0-1 0 0,-1 0 0 0 0,0 1 1 0 0,0-1-1 0 0,1 0 0 0 0,-1 0 1 0 0,1 0-1 0 0,-1 0 0 0 0,1 1 1 0 0,0-1-1 0 0,-1 0 1 0 0,1 0-1 0 0,0 0 0 0 0,0 0 1 0 0,0 0-1 0 0,0-1 0 0 0,0 1 1 0 0,0 0-1 0 0,0 0 0 0 0,0 0 1 0 0,2 0-1 0 0,-1 1-1 0 0,1-1 1 0 0,0 1-1 0 0,-1-1 0 0 0,1 0 0 0 0,0 0 0 0 0,0 0 1 0 0,0-1-1 0 0,0 1 0 0 0,0-1 0 0 0,0 1 1 0 0,0-1-1 0 0,-1 0 0 0 0,1 0 0 0 0,0 0 1 0 0,6-2-1 0 0,4-1 67 0 0,-1 0-1 0 0,1-1 1 0 0,-1-1 0 0 0,1 0 0 0 0,-2-1-1 0 0,1 0 1 0 0,0-1 0 0 0,-1 0 0 0 0,-1-1 0 0 0,1 0-1 0 0,15-16 1 0 0,-26 24-56 0 0,-1 0-1 0 0,1 0 1 0 0,0 0-1 0 0,0 0 1 0 0,-1 0-1 0 0,1 0 0 0 0,0 0 1 0 0,0 0-1 0 0,-1 0 1 0 0,1 0-1 0 0,0 0 1 0 0,0 0-1 0 0,0 0 1 0 0,-1 0-1 0 0,1 0 1 0 0,0 0-1 0 0,0 0 1 0 0,-1-1-1 0 0,1 1 1 0 0,0 0-1 0 0,0 0 1 0 0,0 0-1 0 0,0 0 0 0 0,-1 0 1 0 0,1-1-1 0 0,0 1 1 0 0,0 0-1 0 0,0 0 1 0 0,0 0-1 0 0,0-1 1 0 0,0 1-1 0 0,-1 0 1 0 0,1 0-1 0 0,0-1 1 0 0,0 1-1 0 0,0 0 1 0 0,0 0-1 0 0,0 0 1 0 0,0-1-1 0 0,0 1 1 0 0,0 0-1 0 0,0 0 0 0 0,0-1 1 0 0,0 1-1 0 0,0 0 1 0 0,0 0-1 0 0,0-1 1 0 0,0 1-1 0 0,0 0 1 0 0,1 0-1 0 0,-1 0 1 0 0,0-1-1 0 0,0 1 1 0 0,0 0-1 0 0,0 0 1 0 0,0 0-1 0 0,1-1 1 0 0,-13 4 3 0 0,1 1 1 0 0,-1 0-1 0 0,1 1 1 0 0,0 0-1 0 0,0 1 1 0 0,1 0 0 0 0,0 1-1 0 0,0 0 1 0 0,0 0-1 0 0,1 1 1 0 0,0 1-1 0 0,1-1 1 0 0,-11 15 0 0 0,18-23-19 0 0,1 1 0 0 0,-1 0 0 0 0,1 0 0 0 0,-1-1 0 0 0,1 1 1 0 0,-1 0-1 0 0,1 0 0 0 0,-1 0 0 0 0,1-1 0 0 0,0 1 1 0 0,0 0-1 0 0,-1 0 0 0 0,1 0 0 0 0,0 0 0 0 0,0 0 0 0 0,0 0 1 0 0,0 0-1 0 0,0 0 0 0 0,0-1 0 0 0,0 1 0 0 0,0 0 0 0 0,0 0 1 0 0,1 0-1 0 0,-1 1 0 0 0,1-2 3 0 0,-1 0 0 0 0,0 1-1 0 0,1-1 1 0 0,-1 0 0 0 0,1 0 0 0 0,-1 1 0 0 0,1-1 0 0 0,-1 0-1 0 0,1 0 1 0 0,-1 0 0 0 0,1 0 0 0 0,-1 0 0 0 0,1 0 0 0 0,-1 0-1 0 0,1 0 1 0 0,-1 0 0 0 0,1 0 0 0 0,-1 0 0 0 0,0 0-1 0 0,1 0 1 0 0,-1 0 0 0 0,1 0 0 0 0,-1 0 0 0 0,1-1 0 0 0,-1 1-1 0 0,1 0 1 0 0,-1 0 0 0 0,1-1 0 0 0,-1 1 0 0 0,1-1 0 0 0,14-9 172 0 0,-1-1 0 0 0,-1 0 0 0 0,0-1 0 0 0,14-16 0 0 0,-26 27 64 0 0,-8 3-207 0 0,-8 7-69 0 0,-1-1 0 0 0,-27 22 1 0 0,-6 11-3830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7.1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132 112 4696 0 0,'17'-47'216'0'0,"-17"43"-259"0"0,1 3 94 0 0,-1 1-1 0 0,1-1 1 0 0,-1 0 0 0 0,1 0-1 0 0,-1 0 1 0 0,0 0 0 0 0,0 0 0 0 0,1 0-1 0 0,-1 0 1 0 0,0 1 0 0 0,0-1-1 0 0,0 0 1 0 0,0 0 0 0 0,0 0 0 0 0,0 0-1 0 0,0 0 1 0 0,-1 0 0 0 0,1 0-1 0 0,0 0 1 0 0,0 0 0 0 0,-1 0 0 0 0,1 1-1 0 0,0-1 1 0 0,-1 0 0 0 0,1 0-1 0 0,-1 0 1 0 0,1 1 0 0 0,-1-1 0 0 0,0 0-1 0 0,1 0 1 0 0,-1 1 0 0 0,0-1-1 0 0,1 1 1 0 0,-1-1 0 0 0,-1 0 0 0 0,0 0 96 0 0,-4 3-90 0 0,-5 4-35 0 0,-1 0-1 0 0,1 1 1 0 0,0 0-1 0 0,0 1 1 0 0,1 1-1 0 0,0-1 0 0 0,0 1 1 0 0,1 1-1 0 0,1 0 1 0 0,-1 0-1 0 0,-7 13 1 0 0,16-23-26 0 0,-1 1 0 0 0,1 0 1 0 0,-1-1-1 0 0,1 1 0 0 0,-1 0 0 0 0,1-1 1 0 0,0 1-1 0 0,-1 0 0 0 0,1-1 1 0 0,0 1-1 0 0,0 0 0 0 0,-1 0 0 0 0,1-1 1 0 0,0 1-1 0 0,0 0 0 0 0,0 0 1 0 0,0 0-1 0 0,0-1 0 0 0,0 1 0 0 0,0 0 1 0 0,0 0-1 0 0,0 0 0 0 0,0-1 1 0 0,0 1-1 0 0,1 0 0 0 0,-1 0 0 0 0,0-1 1 0 0,1 1-1 0 0,-1 0 0 0 0,0-1 0 0 0,1 1 1 0 0,-1 0-1 0 0,1-1 0 0 0,-1 1 1 0 0,1 0-1 0 0,-1-1 0 0 0,1 1 0 0 0,0-1 1 0 0,-1 1-1 0 0,1-1 0 0 0,0 1 1 0 0,-1-1-1 0 0,1 0 0 0 0,1 1 0 0 0,1 1-17 0 0,0-1 0 0 0,0 0 0 0 0,1 0 0 0 0,-1 0 0 0 0,0 0 0 0 0,1-1 0 0 0,-1 1 0 0 0,1-1 0 0 0,-1 0 0 0 0,5 0 0 0 0,6-2-16 0 0,0-1-1 0 0,-1-1 1 0 0,0 1-1 0 0,0-2 1 0 0,0 0-1 0 0,0-1 1 0 0,-1 0 0 0 0,15-10-1 0 0,-10 5 86 0 0,0-1-1 0 0,0-1 1 0 0,-1 0-1 0 0,-1-1 0 0 0,16-19 1 0 0,-30 33-29 0 0,0-1 0 0 0,0 0 0 0 0,0 0 0 0 0,0 0 0 0 0,0 0 0 0 0,-1 0 0 0 0,1 0 0 0 0,0 0 0 0 0,0-1 0 0 0,-1 1 1 0 0,1 0-1 0 0,-1 0 0 0 0,1 0 0 0 0,-1-1 0 0 0,0 1 0 0 0,1 0 0 0 0,-1-1 0 0 0,0 1 0 0 0,0 0 0 0 0,0-1 0 0 0,0 1 0 0 0,0-3 0 0 0,-1 4-12 0 0,0-1-1 0 0,0 0 0 0 0,1 0 1 0 0,-1 1-1 0 0,0-1 1 0 0,0 1-1 0 0,0-1 0 0 0,0 1 1 0 0,0-1-1 0 0,0 1 1 0 0,0 0-1 0 0,0-1 1 0 0,0 1-1 0 0,0 0 0 0 0,0 0 1 0 0,0 0-1 0 0,0 0 1 0 0,0 0-1 0 0,-1 0 0 0 0,1 0 1 0 0,-1 0-1 0 0,-9 1 3 0 0,1 1 0 0 0,0 0 1 0 0,-1 1-1 0 0,-16 6 0 0 0,10-2-22 0 0,0 2 0 0 0,0 0 0 0 0,1 0 0 0 0,0 2 0 0 0,-23 19 0 0 0,39-29 10 0 0,-1-1 1 0 0,1 0-1 0 0,0 1 0 0 0,0-1 1 0 0,-1 0-1 0 0,1 1 1 0 0,0-1-1 0 0,0 0 0 0 0,0 1 1 0 0,0-1-1 0 0,0 0 1 0 0,-1 1-1 0 0,1-1 1 0 0,0 1-1 0 0,0-1 0 0 0,0 0 1 0 0,0 1-1 0 0,0-1 1 0 0,0 0-1 0 0,0 1 0 0 0,0-1 1 0 0,0 1-1 0 0,1-1 1 0 0,-1 0-1 0 0,0 1 1 0 0,0-1-1 0 0,0 0 0 0 0,0 1 1 0 0,0-1-1 0 0,1 0 1 0 0,-1 1-1 0 0,0-1 1 0 0,0 0-1 0 0,0 1 0 0 0,1-1 1 0 0,-1 0-1 0 0,0 0 1 0 0,1 1-1 0 0,-1-1 0 0 0,0 0 1 0 0,1 0-1 0 0,-1 1 1 0 0,0-1-1 0 0,1 0 1 0 0,-1 0-1 0 0,0 0 0 0 0,1 0 1 0 0,0 1-3 0 0,1 0 0 0 0,-1 0 0 0 0,1-1 0 0 0,-1 1-1 0 0,1-1 1 0 0,-1 0 0 0 0,1 1 0 0 0,-1-1 0 0 0,1 0 0 0 0,-1 0 0 0 0,1 0 0 0 0,-1 0 0 0 0,1 0 0 0 0,2 0 0 0 0,4-2 35 0 0,0 0 1 0 0,1-1-1 0 0,-1 0 1 0 0,0 0-1 0 0,0-1 1 0 0,-1 0 0 0 0,1 0-1 0 0,-1 0 1 0 0,0-1-1 0 0,0-1 1 0 0,0 1-1 0 0,7-9 1 0 0,-14 14-26 0 0,0 0 1 0 0,0 0-1 0 0,0-1 0 0 0,1 1 0 0 0,-1 0 1 0 0,0 0-1 0 0,0-1 0 0 0,0 1 0 0 0,0 0 1 0 0,0-1-1 0 0,0 1 0 0 0,0 0 0 0 0,0 0 1 0 0,0-1-1 0 0,0 1 0 0 0,0 0 0 0 0,0-1 1 0 0,0 1-1 0 0,0 0 0 0 0,0-1 0 0 0,0 1 1 0 0,0 0-1 0 0,0 0 0 0 0,0-1 0 0 0,0 1 1 0 0,-1 0-1 0 0,1 0 0 0 0,0-1 0 0 0,0 1 1 0 0,0 0-1 0 0,0 0 0 0 0,-1-1 0 0 0,1 1 1 0 0,0 0-1 0 0,0 0 0 0 0,0 0 0 0 0,-1-1 1 0 0,1 1-1 0 0,0 0 0 0 0,-1 0 0 0 0,-16-6 64 0 0,-14 3-32 0 0,8 5-220 0 0,1 0 0 0 0,1 2 0 0 0,-1 0 0 0 0,-23 8 0 0 0,44-11-307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8.1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159 76 5064 0 0,'0'-1'-9'0'0,"0"-1"0"0"0,0 1 0 0 0,1-1 0 0 0,-1 1-1 0 0,0 0 1 0 0,0-1 0 0 0,0 1 0 0 0,-1-1 0 0 0,1 1 0 0 0,0-1-1 0 0,0 1 1 0 0,-1-1 0 0 0,1 1 0 0 0,-1-1 0 0 0,0 1-1 0 0,1 0 1 0 0,-1 0 0 0 0,0-1 0 0 0,1 1 0 0 0,-1 0-1 0 0,0 0 1 0 0,0 0 0 0 0,0-1 0 0 0,0 1 0 0 0,-1 0-1 0 0,1 1 1 0 0,0-1 0 0 0,0 0 0 0 0,0 0 0 0 0,-1 0-1 0 0,1 1 1 0 0,0-1 0 0 0,-1 1 0 0 0,1-1 0 0 0,-1 1-1 0 0,1-1 1 0 0,-1 1 0 0 0,1 0 0 0 0,0 0 0 0 0,-1 0-1 0 0,1 0 1 0 0,-4 0 0 0 0,1 0 26 0 0,0 2-3 0 0,-4 0-9 0 0,0 2-1 0 0,0-1 1 0 0,0 1-1 0 0,0 0 0 0 0,1 1 1 0 0,-13 9-1 0 0,16-10-2 0 0,-1-1 1 0 0,1 1-1 0 0,1-1 1 0 0,-1 1-1 0 0,0 1 1 0 0,1-1-1 0 0,0 0 0 0 0,0 1 1 0 0,0 0-1 0 0,1 0 1 0 0,-1-1-1 0 0,-2 10 0 0 0,5-13 1 0 0,0 0 0 0 0,0 0-1 0 0,0 0 1 0 0,0-1 0 0 0,1 1-1 0 0,-1 0 1 0 0,0 0 0 0 0,1 0-1 0 0,-1 0 1 0 0,0 0 0 0 0,1-1-1 0 0,-1 1 1 0 0,1 0 0 0 0,-1 0-1 0 0,1-1 1 0 0,-1 1-1 0 0,1 0 1 0 0,0-1 0 0 0,-1 1-1 0 0,1-1 1 0 0,0 1 0 0 0,-1-1-1 0 0,1 1 1 0 0,0-1 0 0 0,0 1-1 0 0,0-1 1 0 0,-1 0 0 0 0,1 1-1 0 0,0-1 1 0 0,0 0 0 0 0,0 0-1 0 0,0 1 1 0 0,0-1 0 0 0,0 0-1 0 0,-1 0 1 0 0,3 0-1 0 0,37 0 47 0 0,-25-4 12 0 0,0 0-1 0 0,0-1 1 0 0,0-1-1 0 0,0 0 0 0 0,-1-1 1 0 0,0-1-1 0 0,0 0 1 0 0,-1-1-1 0 0,0 0 1 0 0,-1-1-1 0 0,0 0 1 0 0,20-23-1 0 0,-32 33-50 0 0,1-1 0 0 0,-1 1 0 0 0,0 0 0 0 0,0-1 0 0 0,1 1 0 0 0,-1-1 0 0 0,0 1-1 0 0,0-1 1 0 0,0 1 0 0 0,0 0 0 0 0,0-1 0 0 0,1 1 0 0 0,-1-1 0 0 0,0 1 0 0 0,0-1 0 0 0,0 1 0 0 0,0-1-1 0 0,0 1 1 0 0,0-1 0 0 0,0 1 0 0 0,-1-1 0 0 0,1 1 0 0 0,0 0 0 0 0,0-1 0 0 0,0 1 0 0 0,0-1 0 0 0,-1 1 0 0 0,1-1-1 0 0,0 1 1 0 0,0 0 0 0 0,-1-1 0 0 0,1 1 0 0 0,0 0 0 0 0,-1-1 0 0 0,1 1 0 0 0,0 0 0 0 0,-1-1 0 0 0,1 1-1 0 0,0 0 1 0 0,-1 0 0 0 0,1-1 0 0 0,-1 1 0 0 0,1 0 0 0 0,0 0 0 0 0,-1 0 0 0 0,0-1 0 0 0,-1 1 7 0 0,0-1 1 0 0,1 0-1 0 0,-1 1 1 0 0,0 0-1 0 0,0-1 1 0 0,0 1-1 0 0,0 0 1 0 0,0 0-1 0 0,0 0 0 0 0,0 0 1 0 0,0 0-1 0 0,-3 1 1 0 0,-10 4-13 0 0,0 0 0 0 0,0 0 0 0 0,0 1 0 0 0,0 1 0 0 0,1 1 1 0 0,0 0-1 0 0,1 1 0 0 0,-16 12 0 0 0,28-19-46 0 0,2-2-66 0 0,0 1 94 0 0,-1 0 0 0 0,1 0 0 0 0,0 0 0 0 0,0-1-1 0 0,0 1 1 0 0,1-1 0 0 0,-1 1 0 0 0,0-1 0 0 0,0 1 0 0 0,0-1 0 0 0,0 0 0 0 0,0 1 0 0 0,1-1-1 0 0,-1 0 1 0 0,0 0 0 0 0,0 0 0 0 0,2 0 0 0 0,16-4-47 0 0,0-2 0 0 0,34-14 0 0 0,-45 16 170 0 0,1 0-1 0 0,-1 0 1 0 0,0-1 0 0 0,-1 0 0 0 0,1 0 0 0 0,-1-1-1 0 0,0 0 1 0 0,12-14 0 0 0,-19 20-99 0 0,0 0 0 0 0,0 0 0 0 0,0-1 0 0 0,1 1-1 0 0,-1 0 1 0 0,0-1 0 0 0,0 1 0 0 0,0 0 0 0 0,0-1 0 0 0,0 1 0 0 0,0 0 0 0 0,0-1 0 0 0,0 1-1 0 0,0 0 1 0 0,0-1 0 0 0,0 1 0 0 0,0 0 0 0 0,0-1 0 0 0,0 1 0 0 0,0 0 0 0 0,0-1 0 0 0,0 1 0 0 0,0 0-1 0 0,0-1 1 0 0,0 1 0 0 0,0 0 0 0 0,-1 0 0 0 0,1-1 0 0 0,0 1 0 0 0,0 0 0 0 0,0-1 0 0 0,-1 1 0 0 0,1 0-1 0 0,0 0 1 0 0,0 0 0 0 0,0-1 0 0 0,-1 1 0 0 0,1 0 0 0 0,0 0 0 0 0,-1 0 0 0 0,1-1 0 0 0,0 1-1 0 0,-1 0 1 0 0,1 0 0 0 0,0 0 0 0 0,-1 0 0 0 0,1 0 0 0 0,0 0 0 0 0,0 0 0 0 0,-1 0 0 0 0,1 0 0 0 0,-1 0-1 0 0,1 0 1 0 0,0 0 0 0 0,-1 0 0 0 0,1 0 0 0 0,-16-1-15 0 0,2 2-221 0 0,-1 0-1 0 0,1 1 1 0 0,0 1-1 0 0,0 0 0 0 0,0 0 1 0 0,1 2-1 0 0,-1 0 1 0 0,-16 9-1 0 0,11-6-1570 0 0,4-1 3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7.9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83 15 4488 0 0,'0'0'-206'0'0,"0"-1"-162"0"0,0 0 403 0 0,0 0-1 0 0,0 1 1 0 0,-1-1 0 0 0,1 0 0 0 0,0 1-1 0 0,-1-1 1 0 0,1 0 0 0 0,0 1 0 0 0,-1-1-1 0 0,1 0 1 0 0,-1 1 0 0 0,1-1 0 0 0,-1 1-1 0 0,1-1 1 0 0,-1 1 0 0 0,1-1 0 0 0,-1 1-1 0 0,1 0 1 0 0,-1-1 0 0 0,0 1 0 0 0,1 0-1 0 0,-1-1 1 0 0,0 1 0 0 0,1 0 0 0 0,-1 0-1 0 0,0 0 1 0 0,1-1 0 0 0,-1 1 0 0 0,0 0-1 0 0,-1 0 1 0 0,-1 1-35 0 0,-1 1 11 0 0,0-1 0 0 0,-1 1 0 0 0,1 0 0 0 0,0 0 1 0 0,0 1-1 0 0,0-1 0 0 0,0 1 0 0 0,0 0 0 0 0,0 0 0 0 0,1 0 0 0 0,-1 0 0 0 0,1 1 1 0 0,0-1-1 0 0,-5 8 0 0 0,8-9-5 0 0,2 11 5 0 0,-1-11-11 0 0,16 4-10 0 0,-14-5 8 0 0,0-1-1 0 0,1 0 1 0 0,-1 1-1 0 0,0-2 0 0 0,0 1 1 0 0,0 0-1 0 0,0-1 1 0 0,0 1-1 0 0,0-1 1 0 0,1 0-1 0 0,-1 0 1 0 0,-1 0-1 0 0,1 0 1 0 0,0-1-1 0 0,4-1 0 0 0,35-30 691 0 0,-38 29-415 0 0,-2 2-93 0 0,-2 2-161 0 0,0 0-1 0 0,0 0 1 0 0,-1-1 0 0 0,1 1 0 0 0,0 0 0 0 0,0 0 0 0 0,0-1 0 0 0,0 1 0 0 0,0 0 0 0 0,0 0 0 0 0,-1-1 0 0 0,1 1 0 0 0,0 0 0 0 0,0 0 0 0 0,0-1 0 0 0,-1 1 0 0 0,1 0-1 0 0,0 0 1 0 0,0 0 0 0 0,0 0 0 0 0,-1-1 0 0 0,1 1 0 0 0,0 0 0 0 0,0 0 0 0 0,-1 0 0 0 0,1 0 0 0 0,0 0 0 0 0,-1 0 0 0 0,1 0 0 0 0,0 0 0 0 0,0 0 0 0 0,-1 0 0 0 0,1 0 0 0 0,0 0-1 0 0,-1 0 1 0 0,1 0 0 0 0,0 0 0 0 0,0 0 0 0 0,-1 0 0 0 0,1 0 0 0 0,-21 6 159 0 0,-22 19-401 0 0,44-25 218 0 0,-1 0-1 0 0,0 0 1 0 0,0 0-1 0 0,0 0 1 0 0,0 0 0 0 0,0 0-1 0 0,0 0 1 0 0,0 0 0 0 0,1 0-1 0 0,-1 0 1 0 0,0 0-1 0 0,0 0 1 0 0,0 0 0 0 0,0 0-1 0 0,0 0 1 0 0,0 0 0 0 0,1 0-1 0 0,-1 0 1 0 0,0 0-1 0 0,0 0 1 0 0,0 0 0 0 0,0 0-1 0 0,0 0 1 0 0,0 0 0 0 0,0 0-1 0 0,1 0 1 0 0,-1 0-1 0 0,0 0 1 0 0,0 0 0 0 0,0 0-1 0 0,0 0 1 0 0,0 1 0 0 0,0-1-1 0 0,0 0 1 0 0,0 0-1 0 0,0 0 1 0 0,0 0 0 0 0,0 0-1 0 0,1 0 1 0 0,-1 0 0 0 0,0 1-1 0 0,0-1 1 0 0,0 0 0 0 0,0 0-1 0 0,0 0 1 0 0,0 0-1 0 0,0 0 1 0 0,0 0 0 0 0,0 0-1 0 0,0 1 1 0 0,0-1 0 0 0,0 0-1 0 0,0 0 1 0 0,0 0-1 0 0,0 0 1 0 0,-1 0 0 0 0,24-6-74 0 0,-19 4 99 0 0,-1 1 1 0 0,1-1-1 0 0,-1 1 0 0 0,0-1 1 0 0,0 0-1 0 0,0-1 0 0 0,0 1 1 0 0,0 0-1 0 0,0-1 0 0 0,-1 1 0 0 0,1-1 1 0 0,-1 0-1 0 0,1 0 0 0 0,-1 0 1 0 0,2-4-1 0 0,-4 6 99 0 0,-11 1-204 0 0,0 1 1 0 0,0 0-1 0 0,-19 5 0 0 0,-13 10-3133 0 0,34-11 1576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9.5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50 4676 0 0,'0'0'-101'0'0,"0"0"157"0"0,0 0-1 0 0,-1 0 1 0 0,1 0 0 0 0,0 0-1 0 0,-1 0 1 0 0,1 0 0 0 0,0 0-1 0 0,-1 0 1 0 0,1 0 0 0 0,0-1-1 0 0,-1 1 1 0 0,1 0 0 0 0,0 0-1 0 0,0 0 1 0 0,-1 0 0 0 0,1 0-1 0 0,0-1 1 0 0,-1 1 0 0 0,1 0-1 0 0,0 0 1 0 0,0-1 0 0 0,-1 1-1 0 0,1 0 1 0 0,0 0 0 0 0,0-1-1 0 0,0 1 1 0 0,0 0 0 0 0,-1-1-1 0 0,1 1 1 0 0,0 0 0 0 0,0 0-1 0 0,0-1 1 0 0,0 1 0 0 0,0 0-1 0 0,0-1 1 0 0,0 0 0 0 0,1-3-49 0 0,6-4-2 0 0,33-6 60 0 0,22-1-162 0 0,-59 14 89 0 0,1 2-5 0 0,12 1 6 0 0,-3-2-4 0 0,-1 2 1 0 0,1 0-1 0 0,-1 0 0 0 0,0 1 0 0 0,0 1 0 0 0,12 4 0 0 0,-22-7 10 0 0,0-1 0 0 0,-1 1-1 0 0,0 0 1 0 0,1-1-1 0 0,-1 1 1 0 0,1 0 0 0 0,-1 0-1 0 0,0 0 1 0 0,1 0 0 0 0,-1 0-1 0 0,0 0 1 0 0,0 0-1 0 0,0 0 1 0 0,0 1 0 0 0,0-1-1 0 0,0 0 1 0 0,0 1 0 0 0,-1-1-1 0 0,1 0 1 0 0,0 1 0 0 0,-1-1-1 0 0,1 1 1 0 0,-1-1-1 0 0,1 1 1 0 0,-1 0 0 0 0,0-1-1 0 0,0 1 1 0 0,0-1 0 0 0,0 1-1 0 0,0 0 1 0 0,0-1-1 0 0,0 1 1 0 0,0-1 0 0 0,0 1-1 0 0,-1-1 1 0 0,1 1 0 0 0,-1-1-1 0 0,1 1 1 0 0,-1-1-1 0 0,0 1 1 0 0,0-1 0 0 0,1 1-1 0 0,-1-1 1 0 0,0 0 0 0 0,0 0-1 0 0,0 1 1 0 0,0-1 0 0 0,-3 2-1 0 0,-5 7 20 0 0,-1 1-1 0 0,-1-1 1 0 0,0-1-1 0 0,-13 9 0 0 0,17-12-21 0 0,-2 0 191 0 0,-1-1 0 0 0,1 1 1 0 0,-20 6-1 0 0,23-9 362 0 0,24-7-450 0 0,-12 3-146 0 0,6-2 19 0 0,13 3-1 0 0,4 4-36 0 0,-22-3 54 0 0,1 0 0 0 0,-1 1-1 0 0,1-1 1 0 0,-1 2 0 0 0,1-1 0 0 0,-1 1-1 0 0,0 0 1 0 0,0 1 0 0 0,-1 0-1 0 0,1 0 1 0 0,-1 0 0 0 0,1 1 0 0 0,-1 0-1 0 0,-1 0 1 0 0,1 0 0 0 0,7 10-1 0 0,-11-12 8 0 0,0-1 1 0 0,0 1-1 0 0,0 0 0 0 0,0 0 0 0 0,-1 1 0 0 0,1-1 0 0 0,-1 0 0 0 0,1 1 1 0 0,-1-1-1 0 0,0 0 0 0 0,-1 1 0 0 0,1-1 0 0 0,-1 1 0 0 0,1 0 0 0 0,-1-1 1 0 0,0 1-1 0 0,-1 3 0 0 0,0-3 6 0 0,0-1 0 0 0,-1 0 0 0 0,0 0 1 0 0,0 0-1 0 0,0 0 0 0 0,0-1 0 0 0,0 1 1 0 0,0 0-1 0 0,-1-1 0 0 0,1 0 0 0 0,-1 1 0 0 0,0-1 1 0 0,1 0-1 0 0,-1 0 0 0 0,-4 1 0 0 0,-8 5 43 0 0,-1-1-1 0 0,0-1 1 0 0,0 0-1 0 0,0-1 0 0 0,-1 0 1 0 0,0-2-1 0 0,-31 3 1 0 0,1 1 864 0 0,45-6-696 0 0,-1 0-185 0 0,0-1-1 0 0,1 1 1 0 0,-1-1-1 0 0,0 0 0 0 0,1 0 1 0 0,-1 0-1 0 0,0 0 1 0 0,1 0-1 0 0,-1-1 0 0 0,-3 0 1 0 0,6-1-319 0 0,0 0 0 0 0,1 1 0 0 0,-1-1 0 0 0,1 0 0 0 0,-1 0 0 0 0,1 1 0 0 0,0-1 0 0 0,0 1 0 0 0,-1-1 0 0 0,1 1 0 0 0,0-1 0 0 0,1 1 0 0 0,-1-1-1 0 0,0 1 1 0 0,3-3 0 0 0,5-3-2505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0.2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169 64 6213 0 0,'0'0'-308'0'0,"-2"-1"209"0"0,0 0-1 0 0,0-1 1 0 0,0 1-1 0 0,0 0 0 0 0,-1 0 1 0 0,1 0-1 0 0,0 1 1 0 0,-1-1-1 0 0,1 0 1 0 0,0 1-1 0 0,-3-1 0 0 0,-2 3 99 0 0,0 1-1 0 0,1-1 1 0 0,0 1-1 0 0,-1 0 1 0 0,1 1-1 0 0,0 0 1 0 0,1 0-1 0 0,-1 0 1 0 0,1 0-1 0 0,0 1 0 0 0,0 0 1 0 0,-7 8-1 0 0,4-2-4 0 0,0 0 0 0 0,0 1 0 0 0,1 0 0 0 0,1 0 0 0 0,-9 22 0 0 0,14-31 12 0 0,0-1 1 0 0,1 0 0 0 0,-1 0-1 0 0,1 1 1 0 0,-1-1-1 0 0,1 0 1 0 0,0 1-1 0 0,0-1 1 0 0,0 0 0 0 0,0 1-1 0 0,0-1 1 0 0,0 0-1 0 0,1 1 1 0 0,-1-1 0 0 0,1 0-1 0 0,-1 1 1 0 0,1-1-1 0 0,0 0 1 0 0,0 0-1 0 0,0 0 1 0 0,0 0 0 0 0,2 2-1 0 0,1 0 8 0 0,-1 0 0 0 0,1-1-1 0 0,-1 0 1 0 0,1 0 0 0 0,0 0 0 0 0,0 0-1 0 0,0 0 1 0 0,1-1 0 0 0,-1 0 0 0 0,6 2-1 0 0,3 1 53 0 0,1-1 0 0 0,0 0 0 0 0,0-1 0 0 0,1 0 0 0 0,25 0 0 0 0,-33-3 12 0 0,0 0 0 0 0,1-1 0 0 0,-1 0 0 0 0,0-1 0 0 0,-1 0 0 0 0,1 0 0 0 0,0 0 0 0 0,0-1 0 0 0,-1 0 0 0 0,1 0 0 0 0,-1 0 0 0 0,0-1 0 0 0,0 0 0 0 0,-1 0 0 0 0,1-1 0 0 0,-1 0 0 0 0,0 0 0 0 0,0 0 0 0 0,0 0 0 0 0,5-8 0 0 0,-6 6-34 0 0,1 0 1 0 0,-1 0-1 0 0,-1 0 0 0 0,1 0 1 0 0,-1-1-1 0 0,-1 0 0 0 0,1 1 1 0 0,-1-1-1 0 0,0 0 0 0 0,-1 0 1 0 0,0 0-1 0 0,0 0 0 0 0,-1 0 0 0 0,0-1 1 0 0,-1 1-1 0 0,-1-13 0 0 0,0 17-27 0 0,0-1 1 0 0,0 1-1 0 0,0 0 0 0 0,0 0 0 0 0,-1 1 0 0 0,1-1 0 0 0,-1 0 0 0 0,0 1 0 0 0,0 0 0 0 0,0-1 1 0 0,-1 1-1 0 0,1 0 0 0 0,-1 1 0 0 0,1-1 0 0 0,-1 1 0 0 0,0 0 0 0 0,0-1 0 0 0,0 2 0 0 0,0-1 1 0 0,-1 0-1 0 0,-8-1 0 0 0,-9-3-123 0 0,0 1 0 0 0,-1 1 0 0 0,-26-1 1 0 0,-6-1-3929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9.2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39 24 4668 0 0,'15'-16'-273'0'0,"-15"11"1850"0"0,-23 9-644 0 0,21-2-924 0 0,0-1-1 0 0,0 0 0 0 0,0 1 1 0 0,0 0-1 0 0,0-1 0 0 0,0 1 1 0 0,0 0-1 0 0,0 0 0 0 0,1 0 0 0 0,-1 0 1 0 0,1 0-1 0 0,0 0 0 0 0,-1 1 1 0 0,1-1-1 0 0,0 0 0 0 0,0 1 1 0 0,1-1-1 0 0,-1 1 0 0 0,0-1 1 0 0,0 5-1 0 0,2-6-13 0 0,-1 0 1 0 0,1 0 0 0 0,-1 0-1 0 0,1 0 1 0 0,-1-1-1 0 0,1 1 1 0 0,-1 0-1 0 0,1 0 1 0 0,0 0-1 0 0,0-1 1 0 0,-1 1-1 0 0,1 0 1 0 0,0-1-1 0 0,0 1 1 0 0,0-1-1 0 0,0 1 1 0 0,0-1-1 0 0,0 1 1 0 0,0-1-1 0 0,0 0 1 0 0,0 1-1 0 0,0-1 1 0 0,0 0-1 0 0,0 0 1 0 0,0 0-1 0 0,0 0 1 0 0,1 0-1 0 0,37 2-125 0 0,-13-5 263 0 0,-1-2 1 0 0,0 0-1 0 0,0-2 0 0 0,-1 0 1 0 0,24-11-1 0 0,-79 23 498 0 0,0 2 0 0 0,-31 11 1 0 0,39-7-1451 0 0,56-23 560 0 0,65-31 633 0 0,-98 43-355 0 0,0 0-1 0 0,1 0 1 0 0,-1 0-1 0 0,1 0 1 0 0,-1 0 0 0 0,0-1-1 0 0,1 1 1 0 0,-1 0-1 0 0,0 0 1 0 0,1 0-1 0 0,-1 0 1 0 0,0-1 0 0 0,1 1-1 0 0,-1 0 1 0 0,0 0-1 0 0,1-1 1 0 0,-1 1 0 0 0,0 0-1 0 0,0-1 1 0 0,1 1-1 0 0,-1 0 1 0 0,0-1-1 0 0,0 1 1 0 0,0 0 0 0 0,0-1-1 0 0,1 1 1 0 0,-1 0-1 0 0,0-1 1 0 0,0 1-1 0 0,0 0 1 0 0,0-1 0 0 0,0 1-1 0 0,0-1 1 0 0,0 0-1 0 0,-16-1-2 0 0,-42 10-1570 0 0,47-7 939 0 0,-4 2-1779 0 0,5-1-667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0.8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195 31 6561 0 0,'1'-1'-64'0'0,"-1"0"0"0"0,1 0 1 0 0,0 0-1 0 0,-1 0 0 0 0,1 0 0 0 0,-1 0 1 0 0,1-1-1 0 0,-1 1 0 0 0,1 0 1 0 0,-1 0-1 0 0,0-1 0 0 0,0 1 1 0 0,0 0-1 0 0,0-2 0 0 0,-2 2 61 0 0,0-1-1 0 0,0 1 1 0 0,0 0 0 0 0,0 0-1 0 0,0 0 1 0 0,0 0-1 0 0,-1 0 1 0 0,1 0 0 0 0,0 1-1 0 0,-1-1 1 0 0,1 1-1 0 0,0 0 1 0 0,-1 0-1 0 0,1 0 1 0 0,0 0 0 0 0,-1 0-1 0 0,-3 0 1 0 0,3 1 6 0 0,-21 5 0 0 0,13-3-9 0 0,0 0 0 0 0,1 1 1 0 0,0 0-1 0 0,0 1 0 0 0,0 0 0 0 0,0 0 1 0 0,1 1-1 0 0,0 0 0 0 0,0 1 0 0 0,-12 12 1 0 0,17-17-2 0 0,0 7 7 0 0,3-3 0 0 0,0-5 521 0 0,35-7-399 0 0,-27 5 46 0 0,-8 3-977 0 0,0 0 575 0 0,-1-1 1 0 0,0 1-1 0 0,1 0 1 0 0,-1 0-1 0 0,0-1 1 0 0,0 1-1 0 0,0-1 1 0 0,-3 2-1 0 0,1 1-1290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37.8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97 62 2488 0 0,'0'0'1808'0'0,"5"-17"2747"0"0,-6 16-4553 0 0,1 0 0 0 0,0 1 0 0 0,-1-1-1 0 0,1 0 1 0 0,0 0 0 0 0,-1 1 0 0 0,1-1-1 0 0,-1 0 1 0 0,1 1 0 0 0,-1-1-1 0 0,1 0 1 0 0,-1 1 0 0 0,0-1 0 0 0,1 1-1 0 0,-1-1 1 0 0,0 1 0 0 0,1-1-1 0 0,-1 1 1 0 0,0 0 0 0 0,0-1 0 0 0,1 1-1 0 0,-1 0 1 0 0,0-1 0 0 0,0 1 0 0 0,0 0-1 0 0,1 0 1 0 0,-1 0 0 0 0,0 0-1 0 0,0 0 1 0 0,0 0 0 0 0,0 0 0 0 0,1 0-1 0 0,-1 0 1 0 0,0 0 0 0 0,0 0-1 0 0,0 1 1 0 0,1-1 0 0 0,-1 0 0 0 0,0 1-1 0 0,0-1 1 0 0,1 0 0 0 0,-1 1 0 0 0,0-1-1 0 0,1 1 1 0 0,-1-1 0 0 0,0 1-1 0 0,0 0 1 0 0,-4 2-43 0 0,-3 14-295 0 0,8-16 324 0 0,0-1-1 0 0,-1 0 1 0 0,1 1-1 0 0,-1-1 1 0 0,1 0 0 0 0,0 1-1 0 0,-1-1 1 0 0,1 0-1 0 0,0 1 1 0 0,0-1-1 0 0,-1 1 1 0 0,1-1 0 0 0,0 0-1 0 0,0 1 1 0 0,-1-1-1 0 0,1 1 1 0 0,0-1 0 0 0,0 1-1 0 0,0-1 1 0 0,0 1-1 0 0,0-1 1 0 0,0 1 0 0 0,0-1-1 0 0,0 1 1 0 0,0-1-1 0 0,0 1 1 0 0,0-1 0 0 0,0 1-1 0 0,0-1 1 0 0,0 1-1 0 0,0-1 1 0 0,1 1 0 0 0,-1-1-1 0 0,0 0 1 0 0,0 1-1 0 0,0-1 1 0 0,1 1 0 0 0,-1-1-1 0 0,0 1 1 0 0,1-1-1 0 0,-1 0 1 0 0,0 1-1 0 0,1-1 1 0 0,-1 0 0 0 0,0 1-1 0 0,1-1 1 0 0,-1 0-1 0 0,1 0 1 0 0,-1 1 0 0 0,1-1-1 0 0,-1 0 1 0 0,1 0-1 0 0,-1 0 1 0 0,1 0 0 0 0,-1 0-1 0 0,1 1 1 0 0,0-1-1 0 0,1 0-11 0 0,4-1-14 0 0,3-3 56 0 0,0 0 0 0 0,0 0 0 0 0,-1-1-1 0 0,1 0 1 0 0,-1-1 0 0 0,0 0 0 0 0,0 0 0 0 0,10-11-1 0 0,-17 16 0 0 0,0 0 0 0 0,0 1-1 0 0,-1-1 1 0 0,1 0-1 0 0,0 0 1 0 0,0 0 0 0 0,-1 0-1 0 0,1 0 1 0 0,0 0-1 0 0,-1 0 1 0 0,1 0 0 0 0,-1 0-1 0 0,0-1 1 0 0,1 1 0 0 0,-1 0-1 0 0,0 0 1 0 0,1-2-1 0 0,-16 3 75 0 0,-35 25-132 0 0,38-17-63 0 0,0 1-1 0 0,1 0 1 0 0,0 1 0 0 0,0 0-1 0 0,1 1 1 0 0,-12 16-1 0 0,21-25 48 0 0,2-2-64 0 0,-1 1 119 0 0,1-1-1 0 0,0 0 1 0 0,0 1-1 0 0,-1-1 0 0 0,1 1 1 0 0,0-1-1 0 0,0 0 0 0 0,0 0 1 0 0,-1 1-1 0 0,1-1 1 0 0,0 0-1 0 0,0 0 0 0 0,0 0 1 0 0,0 0-1 0 0,-1 0 0 0 0,1 0 1 0 0,0 0-1 0 0,0 0 1 0 0,0-1-1 0 0,0 1 0 0 0,0 0 1 0 0,-1 0-1 0 0,1-1 0 0 0,1 1 1 0 0,24-9 1 0 0,5-15 648 0 0,-30 22-401 0 0,-8 5-239 0 0,0-1-51 0 0,0 1 1 0 0,0 0-1 0 0,1 1 0 0 0,-1 0 0 0 0,1 0 0 0 0,0 0 0 0 0,0 0 0 0 0,0 1 0 0 0,0 0 0 0 0,1 1 0 0 0,-9 10 0 0 0,13-14-37 0 0,2 1 4 0 0,-1-2 74 0 0,0-1 0 0 0,0 0 0 0 0,0 0 0 0 0,0 1 0 0 0,0-1 0 0 0,0 0 0 0 0,0 0 0 0 0,0 1 0 0 0,0-1 0 0 0,0 0 0 0 0,0 1 0 0 0,0-1 1 0 0,0 0-1 0 0,0 0 0 0 0,0 1 0 0 0,0-1 0 0 0,0 0 0 0 0,0 0 0 0 0,0 0 0 0 0,0 1 0 0 0,1-1 0 0 0,-1 0 0 0 0,0 0 0 0 0,0 1 0 0 0,0-1 0 0 0,0 0 0 0 0,1 0 0 0 0,-1 0 0 0 0,0 0 1 0 0,0 1-1 0 0,0-1 0 0 0,1 0 0 0 0,-1 0 0 0 0,0 0 0 0 0,0 0 0 0 0,1 0 0 0 0,-1 0 0 0 0,0 0 0 0 0,0 0 0 0 0,1 0 0 0 0,-1 1 0 0 0,0-1 0 0 0,9-2 21 0 0,-1 0 0 0 0,-1-1-1 0 0,1 1 1 0 0,0-2-1 0 0,-1 1 1 0 0,1-1 0 0 0,-1 0-1 0 0,0 0 1 0 0,0-1-1 0 0,0 0 1 0 0,7-8 0 0 0,-13 12 90 0 0,10-6 112 0 0,-6 4-128 0 0,-6 4 31 0 0,-6 3-126 0 0,-14 15-10 0 0,21-18 12 0 0,77-52 171 0 0,-75 50-180 0 0,-2 1-13 0 0,0 0 19 0 0,0 1 0 0 0,0-1 0 0 0,0 0 0 0 0,0 0 0 0 0,0 0 0 0 0,0 0 0 0 0,1 0 0 0 0,-1 0 0 0 0,0 0 0 0 0,0 1 0 0 0,0-1 1 0 0,0 0-1 0 0,0 0 0 0 0,0 0 0 0 0,0 0 0 0 0,0 0 0 0 0,1 0 0 0 0,-1 0 0 0 0,0 0 0 0 0,0 0 0 0 0,0 0 0 0 0,0 0 0 0 0,0 1 1 0 0,0-1-1 0 0,1 0 0 0 0,-1 0 0 0 0,0 0 0 0 0,0 0 0 0 0,0 0 0 0 0,0 0 0 0 0,0 0 0 0 0,1 0 0 0 0,-1 0 0 0 0,0 0 0 0 0,0 0 1 0 0,0 0-1 0 0,0-1 0 0 0,0 1 0 0 0,1 0 0 0 0,-1 0 0 0 0,0 0 0 0 0,0 0 0 0 0,0 0 0 0 0,0 0 0 0 0,0 0 0 0 0,0 0 0 0 0,0 0 0 0 0,1 0 1 0 0,-1 0-1 0 0,0-1 0 0 0,0 1 0 0 0,0 0 0 0 0,0 0 0 0 0,0 0 0 0 0,0 0 0 0 0,0 0 0 0 0,0 0 0 0 0,0-1 0 0 0,0 1 0 0 0,0 0 1 0 0,0 0-1 0 0,0 0 0 0 0,-9 20-63 0 0,9-20 66 0 0,0 1 0 0 0,0-1 0 0 0,-1 0 0 0 0,1 1 0 0 0,0-1-1 0 0,0 1 1 0 0,-1-1 0 0 0,1 0 0 0 0,0 1 0 0 0,0-1 0 0 0,0 1 0 0 0,0-1 0 0 0,0 1 0 0 0,0-1 0 0 0,0 0 0 0 0,0 1 0 0 0,0-1 0 0 0,0 1 0 0 0,0-1 0 0 0,0 1 0 0 0,0-1 0 0 0,0 0 0 0 0,0 1-1 0 0,0-1 1 0 0,0 1 0 0 0,0-1 0 0 0,0 1 0 0 0,1-1 0 0 0,-1 0 0 0 0,0 1 0 0 0,0-1 0 0 0,1 0 0 0 0,-1 1 0 0 0,0-1 0 0 0,1 0 0 0 0,-1 1 0 0 0,0-1 0 0 0,1 0 0 0 0,-1 1 0 0 0,0-1 0 0 0,1 0-1 0 0,-1 0 1 0 0,0 0 0 0 0,1 1 0 0 0,-1-1 0 0 0,1 0 0 0 0,-1 0 0 0 0,0 0 0 0 0,1 0 0 0 0,-1 0 0 0 0,1 0 0 0 0,-1 0 0 0 0,1 0 0 0 0,-1 0 0 0 0,1 0 0 0 0,-1 0 0 0 0,0 0 0 0 0,1 0 0 0 0,-1 0 0 0 0,1 0-1 0 0,-1 0 1 0 0,1 0 0 0 0,-1-1 0 0 0,0 1 0 0 0,1 0 0 0 0,-1 0 0 0 0,1-1 0 0 0,18-8 62 0 0,0-1-1 0 0,-1-1 1 0 0,0-1 0 0 0,-1-1-1 0 0,0 0 1 0 0,16-16 0 0 0,-42 31-55 0 0,1 0-1 0 0,-1 1 1 0 0,1 0 0 0 0,0 0 0 0 0,0 1 0 0 0,0 0-1 0 0,0 0 1 0 0,1 1 0 0 0,-13 11 0 0 0,-7 2-296 0 0,59-36 420 0 0,-30 17-6 0 0,-4 0-106 0 0,1 1 0 0 0,-1 0 1 0 0,1 0-1 0 0,-1 0 0 0 0,0-1 0 0 0,1 2 1 0 0,-1-1-1 0 0,1 0 0 0 0,-1 0 0 0 0,0 0 1 0 0,1 1-1 0 0,-1-1 0 0 0,1 1 0 0 0,-1-1 1 0 0,1 1-1 0 0,-1 0 0 0 0,1-1 0 0 0,0 1 1 0 0,-3 1-1 0 0,-40 12-4788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0.1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82 102 4760 0 0,'-5'-26'331'0'0,"4"20"-6"0"0,0-1 1 0 0,-1 1-1 0 0,0 0 0 0 0,0 0 1 0 0,0 0-1 0 0,-1 0 1 0 0,-5-10-1 0 0,7 14-149 0 0,-1-4 186 0 0,0-3-103 0 0,-1 9-335 0 0,-8 52 89 0 0,-8 101-1 0 0,10-59 33 0 0,0-21 1206 0 0,9-72-993 0 0,0 7-69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2.2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141 39 4752 0 0,'0'0'735'0'0,"-4"-2"-608"0"0,2 0-97 0 0,-1 1 1 0 0,0 0 0 0 0,1-1-1 0 0,-1 1 1 0 0,0 0-1 0 0,0 1 1 0 0,0-1-1 0 0,1 0 1 0 0,-1 1 0 0 0,0-1-1 0 0,0 1 1 0 0,0 0-1 0 0,0 0 1 0 0,0 0-1 0 0,0 1 1 0 0,0-1-1 0 0,0 1 1 0 0,0-1 0 0 0,-3 2-1 0 0,2 0-26 0 0,-1 0 0 0 0,0 1 0 0 0,1 0-1 0 0,-1 0 1 0 0,1 0 0 0 0,0 0 0 0 0,0 0-1 0 0,0 1 1 0 0,1 0 0 0 0,-1 0 0 0 0,-4 6 0 0 0,6-6-9 0 0,0 0 1 0 0,0 0 0 0 0,0 0 0 0 0,0 1 0 0 0,0-1 0 0 0,1 0 0 0 0,-2 6-1 0 0,-2 9-6 0 0,5-17 11 0 0,-1 0 0 0 0,1 0 0 0 0,0 0 0 0 0,0-1 1 0 0,0 1-1 0 0,0 0 0 0 0,0 0 0 0 0,0 0 0 0 0,1 0 0 0 0,-1 0 0 0 0,1 0 1 0 0,-1-1-1 0 0,1 1 0 0 0,0 0 0 0 0,0 0 0 0 0,-1-1 0 0 0,1 1 0 0 0,0-1 1 0 0,1 1-1 0 0,-1 0 0 0 0,0-1 0 0 0,0 0 0 0 0,1 1 0 0 0,-1-1 0 0 0,1 0 1 0 0,-1 0-1 0 0,3 2 0 0 0,1 1 1 0 0,0-1-1 0 0,1 1 1 0 0,0-1 0 0 0,0 0-1 0 0,12 4 1 0 0,-5-4 1 0 0,-10-2-2 0 0,0 0 0 0 0,1 0 0 0 0,-1-1 0 0 0,1 1 0 0 0,-1-1 0 0 0,1 0 0 0 0,-1 0 0 0 0,1 0 0 0 0,-1-1 0 0 0,1 1 0 0 0,-1-1 0 0 0,1 0 0 0 0,-1 0 0 0 0,0 0 0 0 0,1 0 0 0 0,-1-1 0 0 0,0 0 0 0 0,0 1 0 0 0,0-1 0 0 0,5-4 0 0 0,2-1 14 0 0,1-2 17 0 0,0 0 0 0 0,-1 0 0 0 0,0-1 1 0 0,-1 0-1 0 0,0-1 0 0 0,-1 0 0 0 0,0 0 0 0 0,0-1 1 0 0,-2 0-1 0 0,1-1 0 0 0,-1 1 0 0 0,5-18 0 0 0,-11 29-28 0 0,1 1 0 0 0,-1-1 0 0 0,0 0 0 0 0,0 1-1 0 0,1-1 1 0 0,-1 0 0 0 0,0 0 0 0 0,0 1 0 0 0,0-1-1 0 0,0 0 1 0 0,0 1 0 0 0,0-1 0 0 0,0 0 0 0 0,0 0 0 0 0,0 1-1 0 0,0-1 1 0 0,0 0 0 0 0,0 0 0 0 0,0 1 0 0 0,-1-1-1 0 0,1 0 1 0 0,0 1 0 0 0,-1-1 0 0 0,1 0 0 0 0,0 1 0 0 0,-1-1-1 0 0,1 1 1 0 0,-1-1 0 0 0,1 0 0 0 0,-1 0 0 0 0,-22-3 18 0 0,-18 13-16 0 0,22-2-7 0 0,1 1-1 0 0,0 1 1 0 0,0 1 0 0 0,0 0-1 0 0,2 1 1 0 0,-1 1-1 0 0,1 0 1 0 0,1 1 0 0 0,-17 19-1 0 0,30-30-10 0 0,0 0-1 0 0,0 0 0 0 0,0 0 0 0 0,1 0 1 0 0,-1 0-1 0 0,1 0 0 0 0,-1 0 0 0 0,1 0 1 0 0,0 1-1 0 0,-1-1 0 0 0,1 0 0 0 0,1 1 1 0 0,-1-1-1 0 0,0 1 0 0 0,0-1 1 0 0,1 1-1 0 0,0 0 0 0 0,-1-1 0 0 0,1 1 1 0 0,0 0-1 0 0,0-1 0 0 0,0 1 0 0 0,1-1 1 0 0,0 5-1 0 0,0-6-26 0 0,21-2-85 0 0,-8-8 183 0 0,-1-1 1 0 0,1-1 0 0 0,-2 0 0 0 0,0 0-1 0 0,0-1 1 0 0,-1-1 0 0 0,-1 0-1 0 0,0 0 1 0 0,0-1 0 0 0,11-23 0 0 0,-21 37-53 0 0,0 0 0 0 0,-1 0 0 0 0,1 0 0 0 0,0 0 0 0 0,0 0 0 0 0,0 0 0 0 0,-1 0 1 0 0,1 0-1 0 0,0 0 0 0 0,0 0 0 0 0,0 0 0 0 0,-1 0 0 0 0,1 0 0 0 0,0 0 0 0 0,0 0 0 0 0,0 0 0 0 0,0 0 1 0 0,-1 0-1 0 0,1 0 0 0 0,0 0 0 0 0,0 0 0 0 0,0-1 0 0 0,0 1 0 0 0,-1 0 0 0 0,1 0 0 0 0,0 0 1 0 0,0 0-1 0 0,0 0 0 0 0,0 0 0 0 0,0-1 0 0 0,-1 1 0 0 0,1 0 0 0 0,0 0 0 0 0,0 0 0 0 0,0 0 1 0 0,0-1-1 0 0,0 1 0 0 0,0 0 0 0 0,0 0 0 0 0,0 0 0 0 0,0 0 0 0 0,0-1 0 0 0,0 1 0 0 0,0 0 1 0 0,-1 0-1 0 0,1 0 0 0 0,0-1 0 0 0,1 1 0 0 0,-1 0 0 0 0,0 0 0 0 0,0 0 0 0 0,0-1 0 0 0,0 1 1 0 0,0 0-1 0 0,0 0 0 0 0,0 0 0 0 0,0 0 0 0 0,0-1 0 0 0,0 1 0 0 0,0 0 0 0 0,-13 7-108 0 0,0 1 0 0 0,0 0-1 0 0,0 1 1 0 0,1 0-1 0 0,0 1 1 0 0,1 1 0 0 0,0 0-1 0 0,1 0 1 0 0,0 1 0 0 0,-10 16-1 0 0,11-24-3035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39.0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105 20 5032 0 0,'0'-1'-68'0'0,"-1"0"-1"0"0,1 0 1 0 0,0 0 0 0 0,-1 0-1 0 0,1 0 1 0 0,-1 0-1 0 0,0 0 1 0 0,1 0-1 0 0,-1 0 1 0 0,0 0-1 0 0,1 0 1 0 0,-1 1-1 0 0,0-1 1 0 0,0 0-1 0 0,0 1 1 0 0,0-1-1 0 0,0 0 1 0 0,0 1-1 0 0,0-1 1 0 0,0 1-1 0 0,0-1 1 0 0,0 1-1 0 0,0 0 1 0 0,0 0-1 0 0,0-1 1 0 0,-2 1-1 0 0,0 0 7 0 0,1 0 0 0 0,-1 1 0 0 0,1-1-1 0 0,-1 1 1 0 0,0-1 0 0 0,1 1 0 0 0,-1 0 0 0 0,1 0-1 0 0,0 0 1 0 0,-1 1 0 0 0,-2 1 0 0 0,1-1 40 0 0,0 1 0 0 0,-1 0 0 0 0,1 1 0 0 0,0-1 0 0 0,1 1 0 0 0,-1 0-1 0 0,1-1 1 0 0,0 2 0 0 0,-1-1 0 0 0,2 0 0 0 0,-5 8 0 0 0,6-10 23 0 0,1-1 1 0 0,0 1-1 0 0,-1-1 0 0 0,1 1 1 0 0,0-1-1 0 0,0 1 0 0 0,0-1 0 0 0,0 1 1 0 0,0 0-1 0 0,0-1 0 0 0,1 1 0 0 0,-1-1 1 0 0,0 1-1 0 0,1-1 0 0 0,-1 0 1 0 0,1 1-1 0 0,0-1 0 0 0,-1 1 0 0 0,1-1 1 0 0,0 0-1 0 0,0 0 0 0 0,0 1 1 0 0,0-1-1 0 0,0 0 0 0 0,0 0 0 0 0,0 0 1 0 0,0 0-1 0 0,0 0 0 0 0,1 0 0 0 0,-1 0 1 0 0,0-1-1 0 0,1 1 0 0 0,1 0 1 0 0,0 1 12 0 0,1-2 0 0 0,-1 1 0 0 0,0 0 1 0 0,1-1-1 0 0,-1 1 0 0 0,1-1 1 0 0,-1 0-1 0 0,1 0 0 0 0,-1 0 1 0 0,1-1-1 0 0,-1 1 0 0 0,1-1 1 0 0,-1 0-1 0 0,1 0 0 0 0,-1 0 0 0 0,0-1 1 0 0,0 1-1 0 0,1-1 0 0 0,-1 1 1 0 0,0-1-1 0 0,-1 0 0 0 0,1 0 1 0 0,5-5-1 0 0,4-4 471 0 0,-1 0 0 0 0,0-1 0 0 0,18-23 0 0 0,-28 33 38 0 0,-29 2-265 0 0,15 7-208 0 0,0 0-1 0 0,1 2 0 0 0,0-1 0 0 0,-12 12 0 0 0,18-15-88 0 0,1 0-1 0 0,0 1 1 0 0,0 0 0 0 0,0 0-1 0 0,1 0 1 0 0,0 0 0 0 0,0 0-1 0 0,0 1 1 0 0,1 0-1 0 0,-3 9 1 0 0,6-15 23 0 0,0 0 1 0 0,0 1-1 0 0,0-1 0 0 0,0 0 0 0 0,0 0 1 0 0,0 0-1 0 0,1 0 0 0 0,-1 1 1 0 0,0-1-1 0 0,1 0 0 0 0,-1 0 0 0 0,1 0 1 0 0,-1 0-1 0 0,1 0 0 0 0,0 0 0 0 0,-1 0 1 0 0,1 0-1 0 0,0 0 0 0 0,0-1 0 0 0,0 1 1 0 0,-1 0-1 0 0,1 0 0 0 0,0-1 0 0 0,0 1 1 0 0,0 0-1 0 0,0-1 0 0 0,0 1 1 0 0,0-1-1 0 0,2 1 0 0 0,-1 0-52 0 0,3-2-17 0 0,3-2 183 0 0,1 0 0 0 0,-2 0-1 0 0,1-1 1 0 0,0 1 0 0 0,-1-2-1 0 0,0 1 1 0 0,0-1-1 0 0,0 0 1 0 0,0-1 0 0 0,-1 1-1 0 0,0-1 1 0 0,0-1 0 0 0,0 1-1 0 0,-1-1 1 0 0,6-10 0 0 0,-11 17-81 0 0,1 0 0 0 0,-1-1 0 0 0,0 1 0 0 0,0 0 0 0 0,1-1 0 0 0,-1 1 0 0 0,0 0 0 0 0,0-1 1 0 0,0 1-1 0 0,1-1 0 0 0,-1 1 0 0 0,0 0 0 0 0,0-1 0 0 0,0 1 0 0 0,0-1 0 0 0,0 1 0 0 0,0 0 1 0 0,0-1-1 0 0,0 1 0 0 0,0-1 0 0 0,0 1 0 0 0,0 0 0 0 0,0-1 0 0 0,0 1 0 0 0,0-1 0 0 0,-1 1 1 0 0,1 0-1 0 0,0-1 0 0 0,0 1 0 0 0,0-1 0 0 0,-1 1 0 0 0,1 0 0 0 0,0-1 0 0 0,0 1 0 0 0,-1 0 1 0 0,1 0-1 0 0,-1-1 0 0 0,-17-1 242 0 0,-15 8-122 0 0,26-3-129 0 0,-3 1-124 0 0,-1 0-1 0 0,2 1 1 0 0,-1 0 0 0 0,0 0 0 0 0,1 1 0 0 0,-11 9 0 0 0,19-14-177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1.0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41 65 6957 0 0,'-37'-1'1544'0'0,"36"1"-1528"0"0,1 0 0 0 0,0 0 0 0 0,0-1 0 0 0,-1 1 1 0 0,1 0-1 0 0,0-1 0 0 0,0 1 0 0 0,0 0 0 0 0,-1 0 0 0 0,1-1 1 0 0,0 1-1 0 0,0 0 0 0 0,0-1 0 0 0,0 1 0 0 0,0-1 0 0 0,-1 1 1 0 0,1 0-1 0 0,0-1 0 0 0,0 1 0 0 0,0 0 0 0 0,0-1 0 0 0,0 1 1 0 0,0 0-1 0 0,0-1 0 0 0,0 1 0 0 0,0-1 0 0 0,1 1 0 0 0,-1 0 1 0 0,0-1-1 0 0,0 1 0 0 0,0 0 0 0 0,0-1 0 0 0,0 1 0 0 0,1 0 1 0 0,-1-1-1 0 0,0 1 0 0 0,0 0 0 0 0,0 0 0 0 0,1-1 0 0 0,-1 1 0 0 0,0 0 1 0 0,1 0-1 0 0,-1-1 0 0 0,0 1 0 0 0,1 0 0 0 0,-1 0 0 0 0,0 0 1 0 0,1 0-1 0 0,-1-1 0 0 0,1 1 0 0 0,32-17 239 0 0,40-4-201 0 0,-53 18-39 0 0,4 0-47 0 0,45-1 1 0 0,-62 4 2 0 0,-1 0-1 0 0,1 1 1 0 0,-1-1 0 0 0,1 2 0 0 0,-1-1-1 0 0,0 1 1 0 0,0 0 0 0 0,1 0 0 0 0,-1 0-1 0 0,-1 1 1 0 0,1 0 0 0 0,6 4 0 0 0,-11-6 20 0 0,0 0 1 0 0,1 1 0 0 0,-1-1 0 0 0,0 0 0 0 0,0 0 0 0 0,0 0 0 0 0,0 1 0 0 0,0-1 0 0 0,0 1 0 0 0,0-1 0 0 0,0 1 0 0 0,-1-1 0 0 0,1 1 0 0 0,0-1 0 0 0,-1 1 0 0 0,0 0 0 0 0,1-1 0 0 0,-1 1 0 0 0,0 0 0 0 0,0-1 0 0 0,0 4 0 0 0,0 0-2 0 0,-1-1 1 0 0,0 0-1 0 0,0 0 0 0 0,-1 0 1 0 0,1 0-1 0 0,-1 0 1 0 0,0 0-1 0 0,-3 6 1 0 0,-6 5-6 0 0,-1 1 0 0 0,0-2 0 0 0,-14 15 0 0 0,22-26 9 0 0,-44 40-31 0 0,33-30 69 0 0,1 0 0 0 0,-25 28 1 0 0,38-39 71 0 0,153-13 18 0 0,-102 5-128 0 0,90 2-1 0 0,-48 9-272 0 0,-90-4 124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3.3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155 46 4312 0 0,'0'0'70'0'0,"-21"-36"612"0"0,20 35-612 0 0,-7-2 25 0 0,7 2-84 0 0,0 1 0 0 0,0-1 0 0 0,-1 1 0 0 0,1-1 1 0 0,0 1-1 0 0,0-1 0 0 0,0 1 0 0 0,-1 0 0 0 0,1 0 0 0 0,0-1 0 0 0,-1 1 0 0 0,1 0 0 0 0,0 0 0 0 0,0 0 0 0 0,-1 1 0 0 0,1-1 0 0 0,-2 1 1 0 0,-3 0-13 0 0,0 1 1 0 0,0 0 0 0 0,1 1 0 0 0,-1 0 0 0 0,1-1 0 0 0,0 2-1 0 0,0-1 1 0 0,0 0 0 0 0,0 1 0 0 0,1 0 0 0 0,-1 0 0 0 0,1 1-1 0 0,0-1 1 0 0,0 1 0 0 0,1 0 0 0 0,-4 6 0 0 0,4-7 3 0 0,1 0 0 0 0,0 1 1 0 0,0-1-1 0 0,1 0 0 0 0,0 1 0 0 0,-1-1 0 0 0,1 1 1 0 0,1 0-1 0 0,-1-1 0 0 0,1 1 0 0 0,0 0 1 0 0,0-1-1 0 0,1 7 0 0 0,-1-9 0 0 0,1 1 0 0 0,-1-1 1 0 0,1 1-1 0 0,0-1 0 0 0,0 0 1 0 0,0 1-1 0 0,0-1 0 0 0,0 0 0 0 0,1 0 1 0 0,-1 1-1 0 0,1-1 0 0 0,-1 0 0 0 0,1 0 1 0 0,0-1-1 0 0,0 1 0 0 0,0 0 0 0 0,0-1 1 0 0,0 1-1 0 0,0-1 0 0 0,0 1 0 0 0,1-1 1 0 0,-1 0-1 0 0,5 2 0 0 0,-1-2-11 0 0,0 0-1 0 0,1-1 1 0 0,-1 0 0 0 0,0 1-1 0 0,0-2 1 0 0,1 1 0 0 0,-1-1-1 0 0,0 0 1 0 0,0 0-1 0 0,0-1 1 0 0,0 0 0 0 0,0 0-1 0 0,0 0 1 0 0,0-1 0 0 0,-1 0-1 0 0,1 0 1 0 0,-1 0-1 0 0,0 0 1 0 0,0-1 0 0 0,8-7-1 0 0,-5 3 59 0 0,1 1-1 0 0,-1-1 0 0 0,-1 0 1 0 0,1-1-1 0 0,-2 1 1 0 0,1-1-1 0 0,-1-1 0 0 0,0 1 1 0 0,-1-1-1 0 0,7-20 1 0 0,-11 29-30 0 0,-1 0-10 0 0,1 0-1 0 0,-1 0 1 0 0,0-1 0 0 0,0 1 0 0 0,1 0 0 0 0,-1 0 0 0 0,0-1 0 0 0,0 1 0 0 0,0 0 0 0 0,0-1 0 0 0,-1 1 0 0 0,1 0 0 0 0,0 0 0 0 0,-1-3 0 0 0,-12-3 41 0 0,-17 11 15 0 0,21-1-72 0 0,0 0 1 0 0,0 1 0 0 0,0 0 0 0 0,1 1 0 0 0,-1 0 0 0 0,1 0 0 0 0,1 1 0 0 0,-1 0 0 0 0,1 0 0 0 0,0 1 0 0 0,0 0-1 0 0,1 0 1 0 0,-11 15 0 0 0,16-21 2 0 0,1-1 0 0 0,0 1-1 0 0,-1-1 1 0 0,1 1 0 0 0,0-1-1 0 0,-1 1 1 0 0,1-1-1 0 0,0 1 1 0 0,0-1 0 0 0,-1 1-1 0 0,1-1 1 0 0,0 1 0 0 0,0 0-1 0 0,0-1 1 0 0,0 1 0 0 0,0-1-1 0 0,0 1 1 0 0,0-1 0 0 0,0 1-1 0 0,0 0 1 0 0,0-1 0 0 0,0 1-1 0 0,0-1 1 0 0,1 1 0 0 0,-1 0-1 0 0,0-1 1 0 0,0 1 0 0 0,1-1-1 0 0,-1 1 1 0 0,0-1 0 0 0,0 1-1 0 0,1-1 1 0 0,-1 1 0 0 0,1 0-1 0 0,22 3-108 0 0,17-9 27 0 0,-34 3 131 0 0,-1 1 1 0 0,0-1-1 0 0,0 0 1 0 0,0 0-1 0 0,0 0 1 0 0,-1-1-1 0 0,1 0 1 0 0,0 0-1 0 0,5-4 1 0 0,-9 5 21 0 0,-37 9-3048 0 0,17 1 1466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2.5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18 722 4360 0 0,'0'0'-188'0'0,"-18"5"3785"0"0,353-346-3026 0 0,-184 180-571 0 0,-117 125-73 0 0,1 2 1 0 0,62-47-1 0 0,-69 53-97 0 0,-27 27 199 0 0,0 1-32 0 0,-1-1 0 0 0,0 0 0 0 0,1 1 0 0 0,-1-1 0 0 0,0 1 0 0 0,0-1 0 0 0,1 0 0 0 0,-1 1 0 0 0,0-1 0 0 0,0 0 0 0 0,0 1-1 0 0,0-1 1 0 0,0 0 0 0 0,0 0 0 0 0,0 1 0 0 0,0-1 0 0 0,0 0 0 0 0,0 1 0 0 0,-1-1 0 0 0,1 0 0 0 0,0 1 0 0 0,0-1 0 0 0,-1 1 0 0 0,1-1-1 0 0,0 0 1 0 0,-1 1 0 0 0,1-1 0 0 0,-1 1 0 0 0,1-1 0 0 0,0 1 0 0 0,-1-1 0 0 0,1 1 0 0 0,-1-1 0 0 0,1 1 0 0 0,-1 0 0 0 0,0-1 0 0 0,1 1-1 0 0,-2-1 1 0 0,-5-2-28 0 0,-1 1 0 0 0,1 0 0 0 0,-1 0 0 0 0,1 1 0 0 0,-1 0 0 0 0,0 0 0 0 0,1 0 0 0 0,-1 1 0 0 0,-9 1 0 0 0,-74 14-93 0 0,36-5-15 0 0,36-10 132 0 0,42-7 0 0 0,51-8 2 0 0,-40 9-33 0 0,1 2 0 0 0,0 2 0 0 0,1 1 1 0 0,64 7-1 0 0,-98-5 36 0 0,0 0-1 0 0,1 0 1 0 0,-1-1 0 0 0,0 1-1 0 0,0 0 1 0 0,0 1 0 0 0,0-1-1 0 0,1 0 1 0 0,-2 1-1 0 0,1-1 1 0 0,0 1 0 0 0,0-1-1 0 0,0 1 1 0 0,-1 0 0 0 0,1 0-1 0 0,-1 0 1 0 0,1 0 0 0 0,0 3-1 0 0,-1-4 4 0 0,-1 0-1 0 0,0 0 0 0 0,1 0 0 0 0,-1 0 1 0 0,0 0-1 0 0,0 0 0 0 0,0 0 0 0 0,0 0 1 0 0,0 0-1 0 0,0 0 0 0 0,0 0 0 0 0,0 0 1 0 0,-1 0-1 0 0,1 0 0 0 0,0 0 0 0 0,-1 0 1 0 0,1 0-1 0 0,0 0 0 0 0,-1 0 0 0 0,1 0 1 0 0,-1 0-1 0 0,0 0 0 0 0,1 0 1 0 0,-1 0-1 0 0,-1 1 0 0 0,1-1 1 0 0,-8 10 10 0 0,0-1 1 0 0,-1 0-1 0 0,0 0 1 0 0,0-1 0 0 0,-1 0-1 0 0,0-1 1 0 0,-1 0-1 0 0,0-1 1 0 0,-16 7 0 0 0,0 2-91 0 0,11-8-126 0 0,-11 9-3102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3.4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35 233 4596 0 0,'-35'6'-171'0'0,"55"-15"586"0"0,59-17-65 0 0,317-69-245 0 0,-160 41-66 0 0,-38 17 65 0 0,-193 37-321 0 0,23-5 765 0 0,-28 5-659 0 0,1 0 1 0 0,0 0-1 0 0,0-1 1 0 0,0 1-1 0 0,-1 0 1 0 0,1 0-1 0 0,0-1 1 0 0,0 1-1 0 0,-1 0 0 0 0,1-1 1 0 0,0 1-1 0 0,0-1 1 0 0,-1 1-1 0 0,1-1 1 0 0,0 1-1 0 0,-1-1 0 0 0,1 1 1 0 0,-1-1-1 0 0,1 0 1 0 0,-1 1-1 0 0,1-1 1 0 0,-1 0-1 0 0,1 1 1 0 0,-1-2-1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3.7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12 3876 0 0,'-11'-4'96'0'0,"5"0"0"0"0,9 2 96 0 0,50 0-104 0 0,1 3 1 0 0,-1 2-1 0 0,0 2 1 0 0,0 3-1 0 0,0 2 1 0 0,68 22-1 0 0,-119-32-76 0 0,-1 0 0 0 0,1 1-1 0 0,-1-1 1 0 0,1 0 0 0 0,-1 1 0 0 0,1-1-1 0 0,-1 1 1 0 0,1 0 0 0 0,-1-1-1 0 0,0 1 1 0 0,0 0 0 0 0,1 0 0 0 0,-1 0-1 0 0,0 0 1 0 0,0 0 0 0 0,0 0 0 0 0,0 0-1 0 0,0 0 1 0 0,0 1 0 0 0,0-1 0 0 0,0 0-1 0 0,-1 1 1 0 0,1-1 0 0 0,0 0 0 0 0,-1 1-1 0 0,1-1 1 0 0,0 3 0 0 0,-2-2 5 0 0,1 1 1 0 0,-1-1 0 0 0,0 0-1 0 0,1 1 1 0 0,-1-1-1 0 0,0 0 1 0 0,0 0 0 0 0,-1 0-1 0 0,1 0 1 0 0,0 0-1 0 0,-1 0 1 0 0,1 0 0 0 0,-1 0-1 0 0,0 0 1 0 0,-2 1-1 0 0,-10 9 50 0 0,-1 0-1 0 0,0-2 0 0 0,-20 11 0 0 0,35-21-66 0 0,-150 79 420 0 0,124-67-1251 0 0,-1-1 0 0 0,0-2 0 0 0,-54 12 0 0 0,66-19-163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4.8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 44 3880 0 0,'-29'-43'1329'0'0,"153"77"-697"0"0,439 97-537 0 0,-242-61-56 0 0,-228-53 457 0 0,25 8 376 0 0,-115-24-808 0 0,-1 0 1 0 0,1-1-1 0 0,0 1 1 0 0,-1 0-1 0 0,1-1 1 0 0,0 0-1 0 0,0 0 1 0 0,0 0 0 0 0,4 0-1 0 0,-5-1-261 0 0,-1 1 0 0 0,0-1 0 0 0,0 1 0 0 0,0-1 0 0 0,0 1 0 0 0,0-1-1 0 0,0 0 1 0 0,-1 1 0 0 0,1-1 0 0 0,0 0 0 0 0,0 0 0 0 0,0 0 0 0 0,-1 0 0 0 0,1 0 0 0 0,0 0 0 0 0,-1 0 0 0 0,1 0 0 0 0,-1 0 0 0 0,1 0-1 0 0,-1 0 1 0 0,1-1 0 0 0,1-5-1599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5.2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15 5060 0 0,'-4'-1'-62'0'0,"-59"-10"477"0"0,61 10-342 0 0,-6 0 7 0 0,4 0-24 0 0,8 2 286 0 0,53 16-314 0 0,59 26-1 0 0,-92-33-20 0 0,0 2 0 0 0,-1 0 0 0 0,-1 1-1 0 0,0 2 1 0 0,24 20 0 0 0,-45-34-1 0 0,0 0 0 0 0,0 0 0 0 0,1 0 0 0 0,-1 0-1 0 0,0 0 1 0 0,0 0 0 0 0,-1 0 0 0 0,1 1 0 0 0,0-1 0 0 0,0 0 0 0 0,-1 0 0 0 0,1 1 0 0 0,0-1 0 0 0,-1 0 0 0 0,1 1 0 0 0,-1-1-1 0 0,0 1 1 0 0,1-1 0 0 0,-1 1 0 0 0,0-1 0 0 0,0 1 0 0 0,0-1 0 0 0,0 1 0 0 0,0-1 0 0 0,-1 0 0 0 0,1 4 0 0 0,-2-2 5 0 0,1-1 0 0 0,-1 1 0 0 0,0 0 0 0 0,0 0 0 0 0,0-1 1 0 0,0 1-1 0 0,0-1 0 0 0,-1 0 0 0 0,1 0 0 0 0,-1 0 0 0 0,-4 4 0 0 0,-10 3 33 0 0,1 0-1 0 0,-2 0 0 0 0,-21 6 1 0 0,33-12-34 0 0,-153 48-196 0 0,50-29-2785 0 0,78-19 1447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6.1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0 4504 0 0,'0'0'343'0'0,"-21"10"-20"0"0,22-7-331 0 0,1 0 0 0 0,-1 0 1 0 0,1 0-1 0 0,0 0 0 0 0,0 0 0 0 0,0 0 1 0 0,0 0-1 0 0,0-1 0 0 0,1 1 0 0 0,-1-1 1 0 0,1 0-1 0 0,0 0 0 0 0,5 4 0 0 0,50 26 11 0 0,-45-25-3 0 0,246 107 35 0 0,-74-36 18 0 0,8 5 1 0 0,86 41 325 0 0,-269-117-91 0 0,10 4-2659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6.6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 45 4652 0 0,'-5'-7'126'0'0,"-1"1"-1"0"0,1 0 0 0 0,-1 1 1 0 0,0-1-1 0 0,-14-8 0 0 0,18 13 201 0 0,26 22-200 0 0,47 29 0 0 0,-36-27-125 0 0,63 56 0 0 0,-95-77 9 0 0,0 1-1 0 0,0-1 1 0 0,0 1-1 0 0,-1 0 1 0 0,1 0 0 0 0,-1 1-1 0 0,0-1 1 0 0,0 0 0 0 0,0 1-1 0 0,0-1 1 0 0,-1 1-1 0 0,2 5 1 0 0,-3-7-1 0 0,0 0 0 0 0,0 1 0 0 0,-1-1 0 0 0,1 0 0 0 0,-1 0 0 0 0,0 1 0 0 0,0-1 0 0 0,1 0 0 0 0,-1 0 0 0 0,-1 0 0 0 0,1 0 0 0 0,0 0 0 0 0,0 0 0 0 0,-1 0 0 0 0,1-1 0 0 0,-1 1 0 0 0,0 0 0 0 0,1-1 0 0 0,-1 1 0 0 0,0-1 0 0 0,0 0 0 0 0,-3 2 0 0 0,-12 9-54 0 0,-1-1 0 0 0,0-1 0 0 0,0-1 0 0 0,-1-1 1 0 0,-35 11-1 0 0,-47 5-3210 0 0,75-20 2319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5.8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0 1240 0 0,'0'0'3472'0'0,"-4"1"-3410"0"0,2-1-62 0 0,1 0 2 0 0,1 0-1 0 0,-1-1 1 0 0,1 1 0 0 0,0 0 0 0 0,-1 0 0 0 0,1 0-1 0 0,-1 0 1 0 0,1 0 0 0 0,-1 0 0 0 0,1 0-1 0 0,-1 0 1 0 0,1 0 0 0 0,0 0 0 0 0,-1 0 0 0 0,1 1-1 0 0,-1-1 1 0 0,1 0 0 0 0,-1 0 0 0 0,1 0-1 0 0,0 0 1 0 0,-1 1 0 0 0,1-1 0 0 0,-1 0 0 0 0,1 0-1 0 0,0 1 1 0 0,-1-1 0 0 0,1 0 0 0 0,0 1-1 0 0,-1-1 1 0 0,1 0 0 0 0,0 1 0 0 0,0-1-1 0 0,0 1 1 0 0,-1-1 0 0 0,1 0 0 0 0,0 1 0 0 0,0-1-1 0 0,0 1 1 0 0,0-1 0 0 0,-1 1 0 0 0,1-1-1 0 0,0 1 1 0 0,0-1 0 0 0,0 0 0 0 0,0 1 0 0 0,0-1-1 0 0,0 1 1 0 0,0-1 0 0 0,1 1 0 0 0,-1-1-1 0 0,0 1 1 0 0,0-1 0 0 0,0 1 0 0 0,1 2-18 0 0,27 29-24 0 0,55 37 39 0 0,165 105 0 0 0,-157-117-6 0 0,24 15 68 0 0,201 163-1 0 0,-242-178-1701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6.5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184 31 4324 0 0,'0'0'-106'0'0,"-28"-31"2804"0"0,48 53-2315 0 0,2-1 0 0 0,0-2 0 0 0,46 32 0 0 0,33 28-442 0 0,-94-70 61 0 0,-7-9-1 0 0,0 1-1 0 0,0 0 1 0 0,0 0-1 0 0,0-1 1 0 0,0 1-1 0 0,0 0 0 0 0,-1 0 1 0 0,1-1-1 0 0,0 1 1 0 0,0 0-1 0 0,0-1 1 0 0,-1 1-1 0 0,1 0 0 0 0,0-1 1 0 0,-1 1-1 0 0,1 0 1 0 0,-1-1-1 0 0,1 1 1 0 0,-1-1-1 0 0,1 1 0 0 0,-1-1 1 0 0,1 1-1 0 0,-1-1 1 0 0,1 1-1 0 0,-1-1 1 0 0,0 1-1 0 0,1-1 1 0 0,-2 1-1 0 0,-19 8 17 0 0,18-8-11 0 0,-45 13-483 0 0,-1-2 0 0 0,-1-2 0 0 0,-89 7 0 0 0,103-14-750 0 0,15 0-479 0 0,3-3-24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9.5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0 4644 0 0,'0'0'-134'0'0,"-2"5"7"0"0,1-3 125 0 0,0 1-1 0 0,0 0 1 0 0,1 0 0 0 0,0 0-1 0 0,0 0 1 0 0,-1-1 0 0 0,2 1-1 0 0,-1 0 1 0 0,0 0 0 0 0,0 0-1 0 0,1 0 1 0 0,0 0-1 0 0,-1-1 1 0 0,1 1 0 0 0,0 0-1 0 0,1-1 1 0 0,-1 1 0 0 0,0-1-1 0 0,3 5 1 0 0,5 13-8 0 0,1 1 6 0 0,1 0 0 0 0,0-1 0 0 0,2-1 0 0 0,0 0 1 0 0,1 0-1 0 0,22 22 0 0 0,107 91 53 0 0,-127-118-45 0 0,49 40 19 0 0,-29-26-6 0 0,-1 2 0 0 0,45 50 0 0 0,-53-45-7 0 0,27 29 312 0 0,-53-63-284 0 0,4 6-1112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0.1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63 2888 0 0,'-3'-2'108'0'0,"1"0"-1"0"0,-1-1 0 0 0,0 1 1 0 0,1-1-1 0 0,-1 0 1 0 0,1 0-1 0 0,0 0 0 0 0,0 0 1 0 0,0 0-1 0 0,1 0 1 0 0,-3-7-1 0 0,3 8 110 0 0,-8-11 1206 0 0,4 5-504 0 0,7 9-917 0 0,36 33-14 0 0,66 45 1 0 0,23 20 8 0 0,-125-98 5 0 0,-1 0-1 0 0,0 0 1 0 0,0 0-1 0 0,0 0 1 0 0,0 0-1 0 0,0 0 1 0 0,0 0-1 0 0,0 0 1 0 0,0 1 0 0 0,-1-1-1 0 0,1 0 1 0 0,0 1-1 0 0,-1-1 1 0 0,1 0-1 0 0,-1 1 1 0 0,1-1 0 0 0,-1 0-1 0 0,0 1 1 0 0,0-1-1 0 0,0 1 1 0 0,1-1-1 0 0,-1 1 1 0 0,0-1-1 0 0,-1 3 1 0 0,0-2 2 0 0,0 0 0 0 0,0 0-1 0 0,0 0 1 0 0,0 0 0 0 0,0-1 0 0 0,-1 1 0 0 0,1 0 0 0 0,-1-1-1 0 0,1 1 1 0 0,-1 0 0 0 0,0-1 0 0 0,1 0 0 0 0,-1 1-1 0 0,-3 0 1 0 0,-10 6 23 0 0,0-1 0 0 0,0-1 0 0 0,-26 8 0 0 0,25-9-11 0 0,-11 4-213 0 0,-55 17 504 0 0,23-20-3759 0 0,43-6 1718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1.6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6 4888 0 0,'-1'0'9'0'0,"0"-1"-1"0"0,-1 0 0 0 0,1 1 0 0 0,0-1 0 0 0,0 1 0 0 0,0-1 0 0 0,0 1 0 0 0,0-1 0 0 0,-1 1 1 0 0,1 0-1 0 0,0-1 0 0 0,0 1 0 0 0,-1 0 0 0 0,1 0 0 0 0,0 0 0 0 0,0 0 0 0 0,-1 0 1 0 0,1 0-1 0 0,0 1 0 0 0,0-1 0 0 0,-1 0 0 0 0,1 1 0 0 0,0-1 0 0 0,0 1 0 0 0,-2 0 0 0 0,3 0-10 0 0,0 1 0 0 0,0-1 0 0 0,0 0 0 0 0,0 0-1 0 0,0 0 1 0 0,0 0 0 0 0,0 0 0 0 0,1 1 0 0 0,-1-1-1 0 0,0 0 1 0 0,1 0 0 0 0,-1 0 0 0 0,1 0 0 0 0,0 0-1 0 0,-1 0 1 0 0,1 0 0 0 0,0 0 0 0 0,-1 0 0 0 0,1 0-1 0 0,0-1 1 0 0,0 1 0 0 0,0 0 0 0 0,0 0 0 0 0,0-1-1 0 0,-1 1 1 0 0,1-1 0 0 0,3 2 0 0 0,82 60 3 0 0,3-3 0 0 0,126 61 1 0 0,204 68 61 0 0,-391-177-56 0 0,-6-3 80 0 0,-1 1-1 0 0,32 18 1 0 0,-47-21 66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2.0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47 38 4120 0 0,'-32'-26'580'0'0,"31"25"-410"0"0,-5-3 255 0 0,-2-1-78 0 0,10 4 52 0 0,80 29-401 0 0,-2 4 0 0 0,77 42 1 0 0,-156-74 1 0 0,0 0 1 0 0,0 1 0 0 0,0-1-1 0 0,0 1 1 0 0,0-1-1 0 0,0 1 1 0 0,0-1 0 0 0,0 1-1 0 0,0-1 1 0 0,-1 1-1 0 0,1 0 1 0 0,0 0-1 0 0,0-1 1 0 0,0 1 0 0 0,-1 0-1 0 0,1 0 1 0 0,0 0-1 0 0,-1 0 1 0 0,1 0-1 0 0,-1 0 1 0 0,1 0 0 0 0,-1 0-1 0 0,0 0 1 0 0,1 0-1 0 0,-1 0 1 0 0,0 2 0 0 0,0-2 0 0 0,-1 0 1 0 0,1 1 0 0 0,-1-1 0 0 0,0 0 0 0 0,1 0 0 0 0,-1 0-1 0 0,0 0 1 0 0,0 1 0 0 0,0-1 0 0 0,0 0 0 0 0,0-1 0 0 0,0 1-1 0 0,0 0 1 0 0,0 0 0 0 0,0 0 0 0 0,-1-1 0 0 0,-1 2-1 0 0,-7 3-58 0 0,0 0 1 0 0,-1-1-1 0 0,-20 5 0 0 0,-62 7-2472 0 0,61-13 1057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2.7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1 4444 0 0,'0'0'-132'0'0,"-3"0"-80"0"0,-10 0 192 0 0,10 0 2 0 0,15-1-52 0 0,697 18 767 0 0,-623-14-346 0 0,-84-3-334 0 0,22-6-2356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3.1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8 3588 0 0,'-23'-8'1148'0'0,"57"11"-913"0"0,67 14-217 0 0,-73-9-5 0 0,-1 1 0 0 0,-1 2 0 0 0,48 24-1 0 0,-74-34-8 0 0,0-1-1 0 0,1 0 0 0 0,-1 1 0 0 0,0-1 0 0 0,0 0 0 0 0,0 1 0 0 0,1-1 0 0 0,-1 0 0 0 0,0 1 0 0 0,0-1 0 0 0,0 0 0 0 0,0 1 0 0 0,0-1 0 0 0,0 0 0 0 0,0 1 1 0 0,0-1-1 0 0,0 1 0 0 0,0-1 0 0 0,0 0 0 0 0,0 1 0 0 0,0-1 0 0 0,0 0 0 0 0,0 1 0 0 0,0-1 0 0 0,0 1 0 0 0,-1-1 0 0 0,1 0 0 0 0,0 1 0 0 0,0-1 0 0 0,0 0 1 0 0,-1 1-1 0 0,1-1 0 0 0,0 0 0 0 0,0 0 0 0 0,-1 1 0 0 0,1-1 0 0 0,0 0 0 0 0,0 0 0 0 0,-1 1 0 0 0,1-1 0 0 0,0 0 0 0 0,-1 0 0 0 0,1 0 0 0 0,-1 1 0 0 0,-12 9 44 0 0,13-10-46 0 0,-21 10-124 0 0,-1 0 1 0 0,0-2-1 0 0,0 0 0 0 0,-1-1 1 0 0,0-1-1 0 0,-43 4 1 0 0,31-4-1307 0 0,16-1 346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4.2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283 76 3800 0 0,'-3'-48'340'0'0,"3"46"-158"0"0,-6-23 2157 0 0,16 40-2343 0 0,0-1 1 0 0,1 0-1 0 0,0 0 0 0 0,1-1 0 0 0,26 21 0 0 0,80 56 73 0 0,-75-59-31 0 0,-27-20-20 0 0,-9-7 5 0 0,-1 1-1 0 0,1 0 0 0 0,-1 0 0 0 0,0 0 1 0 0,-1 0-1 0 0,1 1 0 0 0,6 8 0 0 0,-11-12 14 0 0,-4 0-11 0 0,-4 2-8 0 0,0 1 0 0 0,-1-2 1 0 0,1 1-1 0 0,-1-1 0 0 0,1-1 0 0 0,-1 1 1 0 0,-14 2-1 0 0,-68 7 40 0 0,45-7-25 0 0,-175 37 168 0 0,72-11-2448 0 0,143-30 623 0 0,-8 5-75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5.5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20 543 4860 0 0,'0'0'-37'0'0,"-19"-16"1037"0"0,21 10-942 0 0,1 0 0 0 0,0 0 0 0 0,1 0-1 0 0,-1 1 1 0 0,1-1 0 0 0,0 1 0 0 0,0 0 0 0 0,1 0-1 0 0,-1 0 1 0 0,1 1 0 0 0,0 0 0 0 0,11-7 0 0 0,79-45-9 0 0,-73 44-6 0 0,310-147-16 0 0,9-4 393 0 0,-303 140 175 0 0,-37 23-429 0 0,-17-13-69 0 0,14 11-87 0 0,0-1 0 0 0,0 1 0 0 0,0 1 1 0 0,-1-1-1 0 0,1 0 0 0 0,0 0 0 0 0,-1 1 0 0 0,1-1 0 0 0,-1 1 1 0 0,0 0-1 0 0,1 0 0 0 0,-6-1 0 0 0,-16-1-34 0 0,0 2 0 0 0,0 0 0 0 0,0 2 0 0 0,0 1 0 0 0,0 1 0 0 0,0 0 0 0 0,-46 15 0 0 0,48-11 28 0 0,28-8 14 0 0,21-2-2 0 0,22 3-70 0 0,-1 3 1 0 0,0 1-1 0 0,0 3 1 0 0,50 13-1 0 0,-98-20 53 0 0,1 1 0 0 0,-1-1 0 0 0,1 1 0 0 0,-1-1 0 0 0,0 1 0 0 0,1 0 0 0 0,-1-1 0 0 0,1 1 0 0 0,-1-1 0 0 0,0 1 1 0 0,0 0-1 0 0,1-1 0 0 0,-1 1 0 0 0,0 0 0 0 0,0-1 0 0 0,0 1 0 0 0,0 0 0 0 0,0-1 0 0 0,0 1 0 0 0,0 0 0 0 0,0 0 0 0 0,0-1 0 0 0,0 1 0 0 0,0 0 0 0 0,0-1 0 0 0,0 1 0 0 0,-1 0 0 0 0,1-1 0 0 0,0 1 0 0 0,0-1 0 0 0,-1 1 0 0 0,1 0 0 0 0,-1-1 1 0 0,1 1-1 0 0,0-1 0 0 0,-1 1 0 0 0,1-1 0 0 0,-1 1 0 0 0,1-1 0 0 0,-1 1 0 0 0,1-1 0 0 0,-1 1 0 0 0,0-1 0 0 0,1 0 0 0 0,-2 1 0 0 0,-33 16-420 0 0,-42 15-1 0 0,5-2-275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6.9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33 946 4660 0 0,'-4'-2'-88'0'0,"-23"-15"452"0"0,25 16 233 0 0,18-23-53 0 0,21-12-273 0 0,2 1 0 0 0,1 2 0 0 0,49-30 0 0 0,-8 5-159 0 0,402-354 130 0 0,-395 318-216 0 0,42-39 12 0 0,-97 97-208 0 0,-32 35 140 0 0,-8 4-278 0 0,-24 11 273 0 0,-31 15 86 0 0,-2-3 0 0 0,-88 25 0 0 0,135-50 1073 0 0,42-11-885 0 0,53-16-202 0 0,-18 12-59 0 0,0 2 0 0 0,1 3 1 0 0,93-2-1 0 0,-152 11-35 0 0,4 2-19 0 0,-6-2 72 0 0,1 0 0 0 0,0 0 0 0 0,0 0 0 0 0,0 0 0 0 0,-1 0 0 0 0,1 0 0 0 0,0 1 0 0 0,0-1 0 0 0,-1 0 0 0 0,1 0 0 0 0,0 1 0 0 0,0-1 0 0 0,-1 1 0 0 0,1-1 0 0 0,0 1 0 0 0,-1-1 0 0 0,1 1 0 0 0,-1-1 0 0 0,1 1 0 0 0,0-1 0 0 0,-1 1 0 0 0,1 0 0 0 0,-1-1 0 0 0,0 1 0 0 0,1 0 0 0 0,-1-1 0 0 0,0 1 0 0 0,1 0 0 0 0,-1 0 0 0 0,1 1 0 0 0,-3 4-16 0 0,1 1-1 0 0,-1-1 1 0 0,0 1-1 0 0,0-1 0 0 0,-1 0 1 0 0,0 0-1 0 0,0 0 1 0 0,0 0-1 0 0,-8 10 0 0 0,-15 29 0 0 0,11-27-555 0 0,3-10-3081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7.8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1 5032 0 0,'0'0'-210'0'0,"-4"1"-83"0"0,1 0 1150 0 0,7 0-252 0 0,21 0 3 0 0,61 1-713 0 0,-15-1 188 0 0,5 1-48 0 0,267 18 152 0 0,-332-18-313 0 0,-7-2-36 0 0,1 1 0 0 0,-1 0-1 0 0,1-1 1 0 0,0 0-1 0 0,-1 0 1 0 0,1 0 0 0 0,0 0-1 0 0,-1-1 1 0 0,1 0 0 0 0,7-2-1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8.4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 21 4552 0 0,'-15'-10'-254'0'0,"-1"0"4357"0"0,498 131-3980 0 0,-476-120-144 0 0,-4-1 19 0 0,-1 0 0 0 0,0 0 0 0 0,0 1 0 0 0,0-1 0 0 0,0 0 0 0 0,0 0 0 0 0,0 1 1 0 0,1-1-1 0 0,-1 1 0 0 0,0-1 0 0 0,0 1 0 0 0,0-1 0 0 0,0 1 0 0 0,0 0 0 0 0,-1 0 0 0 0,1-1 0 0 0,0 1 0 0 0,0 0 0 0 0,0 0 0 0 0,-1 0 0 0 0,1 0 1 0 0,0 0-1 0 0,-1 0 0 0 0,1 0 0 0 0,0 2 0 0 0,-2-1 2 0 0,0 0-1 0 0,0-1 1 0 0,0 1 0 0 0,0 0 0 0 0,-1 0 0 0 0,1-1 0 0 0,-1 1-1 0 0,1-1 1 0 0,-1 1 0 0 0,-3 1 0 0 0,-9 7 9 0 0,0-1 1 0 0,-1 0 0 0 0,-1-1-1 0 0,1 0 1 0 0,-1-1-1 0 0,-1-1 1 0 0,-26 6 0 0 0,-1 2-15 0 0,-62 17-773 0 0,33-16-3223 0 0,54-12 2113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1.0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62 5156 0 0,'-14'-14'132'0'0,"13"13"-76"0"0,0 1 1 0 0,1 0-1 0 0,-1-1 1 0 0,1 1-1 0 0,-1 0 1 0 0,1-1-1 0 0,-1 1 1 0 0,1-1-1 0 0,-1 1 1 0 0,1-1-1 0 0,0 1 1 0 0,-1-1-1 0 0,1 1 1 0 0,-1-1-1 0 0,1 0 1 0 0,0 1-1 0 0,0-1 1 0 0,-1 0-1 0 0,1 1 0 0 0,0-1 1 0 0,0 0-1 0 0,0 1 1 0 0,0-1-1 0 0,0 0 1 0 0,0 1-1 0 0,0-1 1 0 0,0-1-1 0 0,37-4-56 0 0,-1 0-1 0 0,1 3 0 0 0,1 0 0 0 0,47 5 0 0 0,-35-2 1 0 0,416-1 15 0 0,-369 0 98 0 0,-94 1-108 0 0,26-4-276 0 0,-11 0-2881 0 0,-13 0 1433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1.5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 11 4676 0 0,'0'0'-128'0'0,"-33"-10"1654"0"0,88 33-1467 0 0,-22-10-39 0 0,-1 1 0 0 0,-1 1 0 0 0,42 28 0 0 0,-72-43-19 0 0,0 1 0 0 0,-1-1 0 0 0,1 1 1 0 0,0-1-1 0 0,-1 1 0 0 0,1 0 0 0 0,0-1 0 0 0,-1 1 0 0 0,1 0 0 0 0,-1-1 0 0 0,1 1 0 0 0,-1 0 0 0 0,1 0 0 0 0,-1-1 0 0 0,0 1 1 0 0,1 0-1 0 0,-1 0 0 0 0,0 0 0 0 0,0-1 0 0 0,1 1 0 0 0,-1 0 0 0 0,0 0 0 0 0,0 0 0 0 0,0 0 0 0 0,0 0 0 0 0,0 0 0 0 0,0-1 0 0 0,0 1 1 0 0,-1 1-1 0 0,0 0 3 0 0,0 0 0 0 0,0 0 1 0 0,0 0-1 0 0,-1 0 0 0 0,1 0 0 0 0,0-1 1 0 0,-1 1-1 0 0,0-1 0 0 0,1 1 1 0 0,-1-1-1 0 0,-3 3 0 0 0,-5 2 13 0 0,0-1 0 0 0,0 1 0 0 0,-18 5 0 0 0,-5 0-687 0 0,0-2-1 0 0,-1-1 0 0 0,0-1 1 0 0,-52 2-1 0 0,62-8-485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2.1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13 355 4004 0 0,'0'0'104'0'0,"-9"2"-38"0"0,9-2-40 0 0,0 0-1 0 0,0 0 1 0 0,0-1-1 0 0,0 1 1 0 0,0 0-1 0 0,0 0 1 0 0,0 0-1 0 0,0 0 1 0 0,0 0-1 0 0,0 0 0 0 0,0 0 1 0 0,0-1-1 0 0,0 1 1 0 0,0 0-1 0 0,0 0 1 0 0,0 0-1 0 0,0 0 1 0 0,0 0-1 0 0,0 0 1 0 0,0-1-1 0 0,0 1 1 0 0,0 0-1 0 0,0 0 0 0 0,0 0 1 0 0,0 0-1 0 0,0 0 1 0 0,0 0-1 0 0,0 0 1 0 0,0 0-1 0 0,0-1 1 0 0,-1 1-1 0 0,1 0 1 0 0,0 0-1 0 0,0 0 1 0 0,0 0-1 0 0,0 0 0 0 0,0 0 1 0 0,0 0-1 0 0,0 0 1 0 0,0 0-1 0 0,-1 0 1 0 0,1 0-1 0 0,0 0 1 0 0,0 0-1 0 0,0 0 1 0 0,0 0-1 0 0,0 0 0 0 0,0 0 1 0 0,-1 0-1 0 0,1 0 1 0 0,0 0-1 0 0,0 0 1 0 0,0 0-1 0 0,0 0 1 0 0,0 0-1 0 0,0 0 1 0 0,0 0-1 0 0,-1 0 1 0 0,12-11-1 0 0,1 1 0 0 0,0 1 1 0 0,0 0-1 0 0,1 0 1 0 0,0 2-1 0 0,0-1 1 0 0,1 1-1 0 0,16-5 1 0 0,130-40 37 0 0,-140 46-51 0 0,677-143 227 0 0,-666 143-190 0 0,39-8 1350 0 0,-68 14-1224 0 0,3-3 61 0 0,-4 3-230 0 0,0 0 0 0 0,-1 0 0 0 0,1 0 0 0 0,-1 0 1 0 0,1-1-1 0 0,0 1 0 0 0,-1 0 0 0 0,1 0 0 0 0,0-1 0 0 0,-1 1 0 0 0,1 0 1 0 0,-1-1-1 0 0,1 1 0 0 0,-1-1 0 0 0,1 1 0 0 0,-1 0 0 0 0,1-1 0 0 0,-1 1 0 0 0,1-1 1 0 0,-1 1-1 0 0,0-1 0 0 0,1 0 0 0 0,-1 1 0 0 0,0-1 0 0 0,1 1 0 0 0,-1-1 0 0 0,0 0 1 0 0,0 0-1 0 0,0 0-164 0 0,0-1 1 0 0,0 1 0 0 0,-1-1 0 0 0,1 1-1 0 0,0-1 1 0 0,-1 1 0 0 0,0 0-1 0 0,1-1 1 0 0,-1 1 0 0 0,0 0-1 0 0,1-1 1 0 0,-1 1 0 0 0,0 0-1 0 0,-2-2 1 0 0,-2-4-2176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2.6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43 6 4856 0 0,'-22'0'-127'0'0,"3"-3"761"0"0,17 2-485 0 0,8 0-61 0 0,20 0-38 0 0,44 2-35 0 0,-33 2-31 0 0,1 1 0 0 0,-1 2 0 0 0,0 2 0 0 0,0 1 0 0 0,-1 2 0 0 0,55 25 0 0 0,-89-36 21 0 0,-1 1-1 0 0,0-1 1 0 0,0 1-1 0 0,1-1 1 0 0,-1 1-1 0 0,0 0 1 0 0,0 0-1 0 0,0 0 1 0 0,0-1-1 0 0,0 1 1 0 0,0 0-1 0 0,0 0 1 0 0,0 0-1 0 0,0 0 1 0 0,-1 1 0 0 0,1-1-1 0 0,0 0 1 0 0,-1 0-1 0 0,1 0 1 0 0,-1 1-1 0 0,1-1 1 0 0,-1 0-1 0 0,0 1 1 0 0,1-1-1 0 0,-1 0 1 0 0,0 1-1 0 0,0-1 1 0 0,0 0-1 0 0,0 1 1 0 0,0-1-1 0 0,0 0 1 0 0,0 1-1 0 0,-1-1 1 0 0,1 0-1 0 0,0 1 1 0 0,-1-1-1 0 0,1 0 1 0 0,-1 0-1 0 0,1 1 1 0 0,-1-1 0 0 0,0 0-1 0 0,1 0 1 0 0,-1 0-1 0 0,0 0 1 0 0,0 0-1 0 0,0 0 1 0 0,0 0-1 0 0,0 0 1 0 0,-2 1-1 0 0,-6 6 46 0 0,0 0 1 0 0,-1 0-1 0 0,0-1 0 0 0,-13 7 0 0 0,22-13-49 0 0,-119 61 29 0 0,70-39-3361 0 0,48-22 2457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3.5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12 3640 0 0,'-8'-11'1420'0'0,"11"16"-706"0"0,18 17-615 0 0,44 12-87 0 0,1-4-1 0 0,1-2 1 0 0,100 26-1 0 0,-85-29-11 0 0,592 193 127 0 0,-524-172 1862 0 0,-148-45-1697 0 0,1-1-17 0 0,-3 0-274 0 0,1 0 1 0 0,-1 0-1 0 0,0 0 1 0 0,1 0-1 0 0,-1 1 1 0 0,0-1-1 0 0,1 0 1 0 0,-1 0-1 0 0,0 0 1 0 0,1 0-1 0 0,-1 0 1 0 0,0 0 0 0 0,1 0-1 0 0,-1 0 1 0 0,0 0-1 0 0,1-1 1 0 0,-1 1-1 0 0,0 0 1 0 0,1 0-1 0 0,-1 0 1 0 0,0 0-1 0 0,1 0 1 0 0,-1-1-1 0 0,0 1 1 0 0,0 0-1 0 0,1 0 1 0 0,-1 0-1 0 0,0-1 1 0 0,0 1-1 0 0,1 0 1 0 0,-1 0-1 0 0,0-1 1 0 0,1 1-1 0 0,-3-9-392 0 0,-1-12-614 0 0,3 4-2478 0 0,0 5 1565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3.9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58 5112 0 0,'-53'-56'1614'0'0,"51"55"-1333"0"0,52 30-22 0 0,53 22 1 0 0,-101-50-247 0 0,32 16-4 0 0,-1-2 9 0 0,0 2-1 0 0,46 31 1 0 0,-79-48-17 0 0,1 1 1 0 0,-1-1-1 0 0,1 0 0 0 0,-1 0 1 0 0,0 1-1 0 0,1-1 1 0 0,-1 0-1 0 0,0 1 1 0 0,1-1-1 0 0,-1 1 1 0 0,0-1-1 0 0,0 0 1 0 0,1 1-1 0 0,-1-1 0 0 0,0 1 1 0 0,0-1-1 0 0,0 1 1 0 0,1-1-1 0 0,-1 1 1 0 0,0-1-1 0 0,0 0 1 0 0,0 1-1 0 0,0-1 0 0 0,0 1 1 0 0,0-1-1 0 0,0 1 1 0 0,0-1-1 0 0,0 1 1 0 0,0-1-1 0 0,0 1 1 0 0,-1-1-1 0 0,1 1 1 0 0,0-1-1 0 0,0 1 0 0 0,-17 14 34 0 0,-24 4 20 0 0,8-9-157 0 0,-1-1 1 0 0,0-2 0 0 0,-35 3-1 0 0,40-8-1581 0 0,-56-2 0 0 0,55-1-430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4.9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13 5440 0 0,'0'0'-82'0'0,"-7"-9"553"0"0,3 5 63 0 0,4 6 360 0 0,6 9-896 0 0,1-1 1 0 0,0-1-1 0 0,0 1 1 0 0,1-1-1 0 0,0-1 1 0 0,16 14-1 0 0,69 48-3 0 0,-58-45 3 0 0,638 383 72 0 0,-434-275-19 0 0,12-3 51 0 0,-176-94 1047 0 0,-73-35-1002 0 0,-8-25-7049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5.7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135 34 5016 0 0,'-5'-33'1202'0'0,"21"40"-732"0"0,-1 1-1 0 0,0 1 1 0 0,-1 0-1 0 0,16 13 1 0 0,28 18-463 0 0,20 6 8 0 0,-34-21-12 0 0,-1 1 0 0 0,64 53 0 0 0,-106-78-2 0 0,-1-1 0 0 0,0 1 0 0 0,0 0 0 0 0,0-1-1 0 0,0 1 1 0 0,-1 0 0 0 0,1-1 0 0 0,0 1 0 0 0,0 0-1 0 0,0-1 1 0 0,0 1 0 0 0,-1 0 0 0 0,1-1 0 0 0,0 1-1 0 0,0-1 1 0 0,-1 1 0 0 0,1-1 0 0 0,-1 1-1 0 0,1-1 1 0 0,0 1 0 0 0,-1-1 0 0 0,1 1 0 0 0,-1-1-1 0 0,1 1 1 0 0,-1-1 0 0 0,0 0 0 0 0,1 1 0 0 0,-1-1-1 0 0,1 0 1 0 0,-1 1 0 0 0,-1-1 0 0 0,-19 13 24 0 0,-51 14 27 0 0,-2-3 0 0 0,-139 27 0 0 0,121-31-123 0 0,26-12-4193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7.0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351 90 5785 0 0,'-5'-55'-1104'0'0,"2"43"2055"0"0,-5-8 1117 0 0,7 18-2210 0 0,16 26 149 0 0,1 0 1 0 0,1-1-1 0 0,1-1 1 0 0,0 0-1 0 0,2-2 0 0 0,1 0 1 0 0,0-1-1 0 0,2-1 1 0 0,0-1-1 0 0,37 20 0 0 0,-22-5 260 0 0,-37-31-144 0 0,-3 1-67 0 0,-3 2-37 0 0,0-1 0 0 0,0 0 0 0 0,-1 0-1 0 0,1 0 1 0 0,0-1 0 0 0,-1 0 0 0 0,0 0-1 0 0,1 0 1 0 0,-12 1 0 0 0,-65 7 68 0 0,41-7-50 0 0,-108 21 3 0 0,-50 6 8 0 0,152-27-108 0 0,45-3-66 0 0,-1 0-92 0 0,-31-2-3873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4.6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41 4248 0 0,'0'-2'46'0'0,"0"1"0"0"0,0-1 0 0 0,0 1 0 0 0,0-1 0 0 0,0 1 0 0 0,0-1 0 0 0,0 1 0 0 0,-1-1 0 0 0,1 1 0 0 0,0-1 0 0 0,-1 1 0 0 0,1 0-1 0 0,-1-1 1 0 0,0 1 0 0 0,1-1 0 0 0,-1 1 0 0 0,0 0 0 0 0,0 0 0 0 0,0-1 0 0 0,0 1 0 0 0,0 0 0 0 0,0 0 0 0 0,0 0 0 0 0,0 0 0 0 0,-1 0 0 0 0,1 0-1 0 0,0 1 1 0 0,0-1 0 0 0,-1 0 0 0 0,1 1 0 0 0,-1-1 0 0 0,1 0 0 0 0,0 1 0 0 0,-3-1 0 0 0,2 2-35 0 0,-1-1 1 0 0,0 1-1 0 0,0-1 1 0 0,1 1-1 0 0,-1 0 1 0 0,1 0-1 0 0,-1 0 1 0 0,1 1-1 0 0,-1-1 1 0 0,1 0-1 0 0,0 1 1 0 0,0 0-1 0 0,0-1 1 0 0,0 1-1 0 0,0 0 1 0 0,0 0-1 0 0,0 0 1 0 0,0 0-1 0 0,1 1 1 0 0,-1-1-1 0 0,1 0 1 0 0,0 1-1 0 0,-2 2 1 0 0,2-4-20 0 0,1 0 1 0 0,-1 0-1 0 0,0 1 1 0 0,1-1-1 0 0,-1 0 1 0 0,1 0-1 0 0,-1 1 1 0 0,1-1-1 0 0,-1 0 1 0 0,1 0-1 0 0,0 1 0 0 0,0-1 1 0 0,0 0-1 0 0,0 1 1 0 0,0-1-1 0 0,0 0 1 0 0,0 1-1 0 0,0-1 1 0 0,0 0-1 0 0,0 1 1 0 0,1-1-1 0 0,-1 0 1 0 0,1 1-1 0 0,-1-1 1 0 0,1 0-1 0 0,-1 0 0 0 0,1 0 1 0 0,0 1-1 0 0,0-1 1 0 0,-1 0-1 0 0,1 0 1 0 0,0 0-1 0 0,0 0 1 0 0,0 0-1 0 0,0-1 1 0 0,0 1-1 0 0,0 0 1 0 0,1 0-1 0 0,-1-1 0 0 0,0 1 1 0 0,0-1-1 0 0,0 1 1 0 0,1-1-1 0 0,-1 1 1 0 0,0-1-1 0 0,1 0 1 0 0,-1 1-1 0 0,0-1 1 0 0,2 0-1 0 0,4 1-35 0 0,-1 0 1 0 0,1 0-1 0 0,-1-1 0 0 0,1 1 0 0 0,-1-2 0 0 0,0 1 1 0 0,1-1-1 0 0,-1 0 0 0 0,8-2 0 0 0,1-2 135 0 0,-1-1 0 0 0,1-1 0 0 0,-1-1 0 0 0,18-12 0 0 0,-32 20-74 0 0,-1 0-1 0 0,1 0 0 0 0,0 0 1 0 0,0 0-1 0 0,0 0 1 0 0,0 0-1 0 0,-1 0 0 0 0,1 0 1 0 0,0 0-1 0 0,0 0 1 0 0,0 0-1 0 0,0-1 1 0 0,-1 1-1 0 0,1 0 0 0 0,0 0 1 0 0,0 0-1 0 0,0 0 1 0 0,0 0-1 0 0,0 0 0 0 0,0-1 1 0 0,0 1-1 0 0,-1 0 1 0 0,1 0-1 0 0,0 0 0 0 0,0 0 1 0 0,0 0-1 0 0,0-1 1 0 0,0 1-1 0 0,0 0 1 0 0,0 0-1 0 0,0 0 0 0 0,0 0 1 0 0,0-1-1 0 0,0 1 1 0 0,0 0-1 0 0,0 0 0 0 0,0 0 1 0 0,0-1-1 0 0,0 1 1 0 0,0 0-1 0 0,0 0 0 0 0,0 0 1 0 0,0 0-1 0 0,0-1 1 0 0,0 1-1 0 0,1 0 0 0 0,-1 0 1 0 0,0 0-1 0 0,0 0 1 0 0,0 0-1 0 0,0 0 1 0 0,0-1-1 0 0,-8 3-28 0 0,0 0-1 0 0,1 1 1 0 0,-1 0 0 0 0,0 0 0 0 0,1 0 0 0 0,0 1-1 0 0,-1 0 1 0 0,2 1 0 0 0,-1-1 0 0 0,0 1-1 0 0,1 1 1 0 0,-11 11 0 0 0,16-15-43 0 0,8-5-126 0 0,-4 1-93 0 0,25-13 821 0 0,-19 9-3685 0 0,-48 12 1525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5.5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 67 4488 0 0,'0'0'-174'0'0,"5"-44"741"0"0,-5 43-523 0 0,0 1 0 0 0,0-1-1 0 0,0 0 1 0 0,0 1 0 0 0,0-1-1 0 0,0 0 1 0 0,-1 1 0 0 0,1-1-1 0 0,0 0 1 0 0,0 1 0 0 0,-1-1 0 0 0,1 0-1 0 0,0 1 1 0 0,-1-1 0 0 0,1 1-1 0 0,-1-1 1 0 0,1 1 0 0 0,-1-1-1 0 0,1 1 1 0 0,-1-1 0 0 0,1 1 0 0 0,-1-1-1 0 0,1 1 1 0 0,-1 0 0 0 0,1-1-1 0 0,-1 1 1 0 0,0 0 0 0 0,1 0 0 0 0,-1-1-1 0 0,0 1 1 0 0,1 0 0 0 0,-1 0-1 0 0,0 0 1 0 0,0 0 0 0 0,-2 1-36 0 0,0-1 1 0 0,0 2 0 0 0,1-1-1 0 0,-1 0 1 0 0,0 0 0 0 0,1 1-1 0 0,0 0 1 0 0,-1-1 0 0 0,1 1-1 0 0,0 0 1 0 0,-2 2 0 0 0,3-3-19 0 0,0-1 1 0 0,0 1 0 0 0,1-1-1 0 0,-1 1 1 0 0,0 0-1 0 0,1-1 1 0 0,-1 1 0 0 0,0 0-1 0 0,1-1 1 0 0,-1 1 0 0 0,1 0-1 0 0,-1 0 1 0 0,1-1 0 0 0,0 1-1 0 0,-1 0 1 0 0,1 0 0 0 0,0 0-1 0 0,-1 0 1 0 0,1 0 0 0 0,0 0-1 0 0,0 0 1 0 0,0-1 0 0 0,0 1-1 0 0,0 0 1 0 0,0 0-1 0 0,0 0 1 0 0,0 0 0 0 0,0 0-1 0 0,1 0 1 0 0,-1 0 0 0 0,1 1-1 0 0,0-1-6 0 0,0 0 0 0 0,0 0 0 0 0,0 0-1 0 0,0 0 1 0 0,0 0 0 0 0,1 0 0 0 0,-1-1-1 0 0,0 1 1 0 0,1 0 0 0 0,-1-1-1 0 0,0 1 1 0 0,1-1 0 0 0,-1 1 0 0 0,1-1-1 0 0,-1 0 1 0 0,1 0 0 0 0,-1 1 0 0 0,1-1-1 0 0,-1 0 1 0 0,2-1 0 0 0,0 1-55 0 0,2-1 8 0 0,18-5 228 0 0,0-2 0 0 0,-1 0 1 0 0,0-1-1 0 0,35-22 0 0 0,-56 30 344 0 0,-8 4-461 0 0,0-1-41 0 0,1 0 1 0 0,0 0 1 0 0,0 0-1 0 0,0 1 0 0 0,0-1 0 0 0,1 1 0 0 0,-1 1 0 0 0,-9 7 0 0 0,14-11-20 0 0,1 0 0 0 0,0 0-1 0 0,-1 0 1 0 0,1 0 0 0 0,0 0-1 0 0,-1 1 1 0 0,1-1 0 0 0,0 0 0 0 0,-1 0-1 0 0,1 0 1 0 0,0 0 0 0 0,-1 1-1 0 0,1-1 1 0 0,0 0 0 0 0,0 0-1 0 0,-1 0 1 0 0,1 1 0 0 0,0-1 0 0 0,0 0-1 0 0,-1 1 1 0 0,1-1 0 0 0,0 0-1 0 0,0 0 1 0 0,0 1 0 0 0,0-1-1 0 0,0 0 1 0 0,-1 1 0 0 0,1-1-1 0 0,0 0 1 0 0,0 1 0 0 0,0-1 0 0 0,0 0-1 0 0,0 1 1 0 0,0-1 0 0 0,0 1-1 0 0,0-1 1 0 0,0 0 0 0 0,0 1-1 0 0,1 0 1 0 0,15-3-96 0 0,28-17 236 0 0,-43 18-68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6.2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96 35 4560 0 0,'0'0'-24'0'0,"-29"-33"977"0"0,28 32-840 0 0,-23 0 118 0 0,20 1-228 0 0,2 0-2 0 0,1 0-1 0 0,-1 1 0 0 0,1-1 0 0 0,-1 0 0 0 0,1 0 0 0 0,-1 1 0 0 0,1-1 0 0 0,-1 1 0 0 0,1-1 0 0 0,0 1 0 0 0,-1 0 0 0 0,1-1 0 0 0,0 1 0 0 0,0 0 0 0 0,-1 0 0 0 0,1 0 0 0 0,0 0 1 0 0,0 0-1 0 0,0 0 0 0 0,0 0 0 0 0,0 1 0 0 0,0-1 0 0 0,-1 2 0 0 0,0-1 1 0 0,-1 2 2 0 0,13 7-4 0 0,-3-9-15 0 0,12 0 1 0 0,-2-4 8 0 0,10 0 207 0 0,-21 4 289 0 0,-31 11 521 0 0,-5 2-1215 0 0,28-13 72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2.4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27 6165 0 0,'0'0'-331'0'0,"-30"-23"-813"0"0,28 21 1141 0 0,-1 0 4 0 0,-27 8-29 0 0,25-5 24 0 0,0 1-1 0 0,0-1 0 0 0,-1 1 0 0 0,1 1 0 0 0,0-1 1 0 0,0 1-1 0 0,1 0 0 0 0,-1 0 0 0 0,-6 6 1 0 0,-8 4-10 0 0,18-13 16 0 0,0 1-1 0 0,0-1 0 0 0,0 1 1 0 0,1-1-1 0 0,-1 1 1 0 0,0-1-1 0 0,1 1 0 0 0,-1-1 1 0 0,0 1-1 0 0,1-1 1 0 0,-1 1-1 0 0,1 0 0 0 0,-1-1 1 0 0,1 1-1 0 0,-1 0 1 0 0,1 0-1 0 0,-1-1 1 0 0,1 1-1 0 0,0 0 0 0 0,0 0 1 0 0,-1 0-1 0 0,1-1 1 0 0,0 1-1 0 0,0 0 0 0 0,0 0 1 0 0,0 0-1 0 0,0 0 1 0 0,0 0-1 0 0,0-1 1 0 0,0 1-1 0 0,0 0 0 0 0,0 0 1 0 0,0 0-1 0 0,1 0 1 0 0,-1-1-1 0 0,0 1 0 0 0,0 0 1 0 0,1 0-1 0 0,-1 0 1 0 0,1-1-1 0 0,-1 1 1 0 0,1 0-1 0 0,-1-1 0 0 0,1 1 1 0 0,-1 0-1 0 0,1-1 1 0 0,0 1-1 0 0,-1-1 0 0 0,1 1 1 0 0,0-1-1 0 0,0 1 1 0 0,-1-1-1 0 0,1 1 1 0 0,0-1-1 0 0,0 0 0 0 0,-1 1 1 0 0,1-1-1 0 0,0 0 1 0 0,0 0-1 0 0,0 0 0 0 0,0 0 1 0 0,0 0-1 0 0,-1 0 1 0 0,2 0-1 0 0,1 0-6 0 0,32-16 43 0 0,0-6 683 0 0,-34 21-528 0 0,5-1 898 0 0,-11 4-1084 0 0,1 0-3 0 0,1 0-1 0 0,-1 0 1 0 0,0 1-1 0 0,0-1 1 0 0,1 1-1 0 0,-1 0 0 0 0,-3 3 1 0 0,6-4-17 0 0,-6 7-73 0 0,3-4 108 0 0,6-5 284 0 0,3-4-231 0 0,-4 4-41 0 0,0-1 0 0 0,1 0 0 0 0,-1 1 0 0 0,0-1 0 0 0,0 0 1 0 0,0 0-1 0 0,0 0 0 0 0,0 0 0 0 0,0 0 0 0 0,0 0 0 0 0,0 0 0 0 0,-1 0 0 0 0,1-1 0 0 0,0 1 1 0 0,0 0-1 0 0,-1 0 0 0 0,1-1 0 0 0,0-1 0 0 0,-1 1 119 0 0,-15-4-327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3.5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60 54 5288 0 0,'0'0'-183'0'0,"-39"-18"725"0"0,37 17-349 0 0,5-2-190 0 0,0 1-1 0 0,0 0 1 0 0,0 0 0 0 0,0 1-1 0 0,0-1 1 0 0,0 0 0 0 0,0 1-1 0 0,0 0 1 0 0,1 0 0 0 0,-1 0-1 0 0,5-1 1 0 0,-6 2-10 0 0,45-13-54 0 0,-37 12 53 0 0,0 1-1 0 0,0 0 1 0 0,0 0 0 0 0,0 1-1 0 0,0 1 1 0 0,0-1 0 0 0,0 1-1 0 0,-1 1 1 0 0,1 0 0 0 0,-1 1-1 0 0,1-1 1 0 0,-1 2 0 0 0,0-1 0 0 0,10 8-1 0 0,-18-11 9 0 0,0-1 1 0 0,0 1-1 0 0,0-1 0 0 0,0 1 1 0 0,0 0-1 0 0,0-1 0 0 0,0 1 0 0 0,0 0 1 0 0,0 0-1 0 0,0 0 0 0 0,-1 0 0 0 0,1 0 1 0 0,0 0-1 0 0,-1 0 0 0 0,1 0 0 0 0,0 0 1 0 0,-1 0-1 0 0,1 0 0 0 0,-1 0 0 0 0,0 0 1 0 0,1 0-1 0 0,-1 1 0 0 0,0-1 1 0 0,0 0-1 0 0,0 0 0 0 0,0 0 0 0 0,0 1 1 0 0,0-1-1 0 0,0 0 0 0 0,0 0 0 0 0,0 0 1 0 0,0 1-1 0 0,-1-1 0 0 0,1 0 0 0 0,-1 0 1 0 0,1 0-1 0 0,0 0 0 0 0,-1 0 1 0 0,0 0-1 0 0,1 0 0 0 0,-1 0 0 0 0,0 0 1 0 0,0 0-1 0 0,1 0 0 0 0,-1 0 0 0 0,0 0 1 0 0,0-1-1 0 0,0 1 0 0 0,0 0 0 0 0,-2 0 1 0 0,-5 6 5 0 0,0-1 1 0 0,0 0-1 0 0,-1-1 1 0 0,-10 5-1 0 0,-123 44 457 0 0,140-53-415 0 0,0 0-1 0 0,2-1-44 0 0,-1 0-1 0 0,1 0 0 0 0,0 0 1 0 0,0 0-1 0 0,0 0 1 0 0,-1 0-1 0 0,1 0 0 0 0,0 0 1 0 0,0 0-1 0 0,-1 0 0 0 0,1 0 1 0 0,0 0-1 0 0,0 0 0 0 0,0 0 1 0 0,-1 0-1 0 0,1 0 1 0 0,0 0-1 0 0,0 1 0 0 0,-1-1 1 0 0,1 0-1 0 0,0 0 0 0 0,0 0 1 0 0,0 0-1 0 0,0 0 0 0 0,-1 0 1 0 0,1 1-1 0 0,0-1 1 0 0,0 0-1 0 0,0 0 0 0 0,0 0 1 0 0,0 0-1 0 0,-1 1 0 0 0,1-1 1 0 0,0 0-1 0 0,0 0 1 0 0,0 0-1 0 0,0 1 0 0 0,0-1 1 0 0,0 0-1 0 0,0 0 0 0 0,0 1 1 0 0,0-1-1 0 0,0 0 0 0 0,0 0 1 0 0,0 0-1 0 0,0 1 1 0 0,73 23 51 0 0,24 9-60 0 0,-81-26-3 0 0,42 22-51 0 0,-54-27 55 0 0,-1 1-1 0 0,0-1 1 0 0,1 1-1 0 0,-1-1 1 0 0,0 1 0 0 0,-1 0-1 0 0,1 0 1 0 0,0 1-1 0 0,-1-1 1 0 0,0 0 0 0 0,0 1-1 0 0,3 6 1 0 0,-5-9 5 0 0,0 0 0 0 0,0 0 0 0 0,0 0 0 0 0,-1 0 0 0 0,1 0 0 0 0,0 0 0 0 0,-1 0 0 0 0,1 0 0 0 0,0 0 0 0 0,-1 0 0 0 0,1-1 0 0 0,-1 1 0 0 0,0 0 0 0 0,1 0 0 0 0,-1 0 0 0 0,0-1 0 0 0,1 1 0 0 0,-1 0 0 0 0,0-1 0 0 0,0 1 0 0 0,0 0 0 0 0,0-1 0 0 0,1 1 0 0 0,-1-1 0 0 0,0 0 0 0 0,0 1 0 0 0,0-1 0 0 0,-2 1 0 0 0,-27 10 31 0 0,-8-1 124 0 0,0-2 0 0 0,0-2 1 0 0,-55 3-1 0 0,4-7-2442 0 0,96-4 804 0 0,25-9 153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4.8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201 49 4456 0 0,'-19'-28'460'0'0,"-21"10"122"0"0,38 17-533 0 0,-3 0-25 0 0,0 1 0 0 0,1 0 0 0 0,-1-1 1 0 0,0 2-1 0 0,0-1 0 0 0,-9 2 0 0 0,6 3-22 0 0,-1 0 1 0 0,1 0-1 0 0,0 1 0 0 0,1 0 1 0 0,-1 0-1 0 0,-12 15 1 0 0,17-18-4 0 0,1-1 1 0 0,-1 1 0 0 0,1 0 0 0 0,0 0-1 0 0,0 0 1 0 0,0 0 0 0 0,0 0 0 0 0,0 1-1 0 0,1-1 1 0 0,-1 0 0 0 0,1 1 0 0 0,0-1-1 0 0,0 1 1 0 0,0 0 0 0 0,1-1 0 0 0,-1 1-1 0 0,1 0 1 0 0,0-1 0 0 0,0 1 0 0 0,0 0-1 0 0,2 6 1 0 0,-2-8 5 0 0,1 0 0 0 0,0 0 0 0 0,0 0 0 0 0,0 0 0 0 0,0 0-1 0 0,0 0 1 0 0,1-1 0 0 0,-1 1 0 0 0,0 0 0 0 0,1-1 0 0 0,0 1 0 0 0,-1 0 0 0 0,4 1 0 0 0,-2-1-1 0 0,0-1 0 0 0,0 0 0 0 0,1 0 0 0 0,-1 0 0 0 0,0-1 0 0 0,0 1 0 0 0,1-1 0 0 0,-1 1 0 0 0,0-1 0 0 0,1 0 0 0 0,-1 0 0 0 0,0-1 0 0 0,1 1 0 0 0,-1-1 0 0 0,0 0 0 0 0,5-1 1 0 0,1-1 29 0 0,0 0 0 0 0,-1 0 1 0 0,1-1-1 0 0,-1-1 0 0 0,1 0 1 0 0,-1 0-1 0 0,-1 0 1 0 0,1-1-1 0 0,-1 0 0 0 0,0 0 1 0 0,0-1-1 0 0,-1 0 1 0 0,0 0-1 0 0,0-1 0 0 0,0 1 1 0 0,-1-1-1 0 0,-1-1 0 0 0,1 1 1 0 0,-1-1-1 0 0,5-16 1 0 0,-8 23 9 0 0,-1 2-42 0 0,-1-1 1 0 0,1 1 0 0 0,0-1-1 0 0,0 1 1 0 0,-1-1 0 0 0,1 1 0 0 0,0-1-1 0 0,-1 1 1 0 0,1-1 0 0 0,-1 1-1 0 0,1 0 1 0 0,0-1 0 0 0,-1 1-1 0 0,1 0 1 0 0,-1-1 0 0 0,1 1 0 0 0,-1 0-1 0 0,1-1 1 0 0,-1 1 0 0 0,1 0-1 0 0,-1 0 1 0 0,0 0 0 0 0,1-1 0 0 0,-1 1-1 0 0,1 0 1 0 0,-1 0 0 0 0,1 0-1 0 0,-1 0 1 0 0,0 0 0 0 0,1 0-1 0 0,-1 0 1 0 0,1 0 0 0 0,-1 0 0 0 0,1 1-1 0 0,-1-1 1 0 0,0 0 0 0 0,-29 8 49 0 0,10 0-39 0 0,0 0 0 0 0,1 2 0 0 0,1 1 1 0 0,-1 0-1 0 0,-25 22 0 0 0,38-27-18 0 0,3 2 3 0 0,2-6-10 0 0,6 2-10 0 0,-5-4 20 0 0,0 0 0 0 0,0 1 0 0 0,0-1 1 0 0,0 0-1 0 0,1 1 0 0 0,-1-1 0 0 0,0 0 0 0 0,0 1 0 0 0,0-1 1 0 0,1 0-1 0 0,-1 0 0 0 0,0 1 0 0 0,0-1 0 0 0,1 0 0 0 0,-1 0 0 0 0,0 0 1 0 0,0 1-1 0 0,1-1 0 0 0,-1 0 0 0 0,0 0 0 0 0,1 0 0 0 0,-1 0 1 0 0,0 0-1 0 0,1 1 0 0 0,-1-1 0 0 0,0 0 0 0 0,1 0 0 0 0,-1 0 1 0 0,0 0-1 0 0,1 0 0 0 0,-1 0 0 0 0,0 0 0 0 0,1 0 0 0 0,-1 0 0 0 0,0 0 1 0 0,1-1-1 0 0,-1 1 0 0 0,0 0 0 0 0,1 0 0 0 0,18-6 1 0 0,0 0 1 0 0,-1-1-1 0 0,0-1 0 0 0,-1-1 0 0 0,0-1 0 0 0,30-21 0 0 0,-45 30 175 0 0,-10 2-159 0 0,-18 8-8 0 0,1 1 1 0 0,0 2-1 0 0,0 0 0 0 0,-34 24 1 0 0,55-34 129 0 0,10-6-113 0 0,23-9-1 0 0,-26 12-17 0 0,3-2 151 0 0,-3 2-433 0 0,-27 12-3128 0 0,19-8 1626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6.1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242 29 4924 0 0,'0'0'-192'0'0,"-28"-25"-563"0"0,21 23 764 0 0,0 2 1 0 0,0-1-1 0 0,1 1 0 0 0,-1 0 1 0 0,0 0-1 0 0,0 0 1 0 0,0 1-1 0 0,1 0 0 0 0,-1 1 1 0 0,0 0-1 0 0,1 0 0 0 0,-1 0 1 0 0,1 0-1 0 0,0 1 1 0 0,0 0-1 0 0,-10 7 0 0 0,6-3 2 0 0,0 0 1 0 0,1 0-1 0 0,1 1 0 0 0,-1 0 0 0 0,1 0 0 0 0,0 1 1 0 0,1 0-1 0 0,-12 20 0 0 0,18-27-7 0 0,1-1 1 0 0,-1 0-1 0 0,1 0 1 0 0,-1 0-1 0 0,1 0 0 0 0,0 1 1 0 0,-1-1-1 0 0,1 0 0 0 0,0 0 1 0 0,0 1-1 0 0,0-1 0 0 0,0 0 1 0 0,0 1-1 0 0,0-1 1 0 0,1 0-1 0 0,-1 0 0 0 0,0 1 1 0 0,0-1-1 0 0,1 0 0 0 0,-1 0 1 0 0,1 0-1 0 0,-1 0 0 0 0,1 1 1 0 0,0-1-1 0 0,-1 0 1 0 0,1 0-1 0 0,0 0 0 0 0,0 0 1 0 0,0 0-1 0 0,0-1 0 0 0,0 1 1 0 0,0 0-1 0 0,0 0 0 0 0,0 0 1 0 0,2 0-1 0 0,-1 1-1 0 0,1-1 1 0 0,0 1-1 0 0,-1-1 0 0 0,1 0 0 0 0,0 0 0 0 0,0 0 1 0 0,0-1-1 0 0,0 1 0 0 0,0-1 0 0 0,0 1 1 0 0,0-1-1 0 0,-1 0 0 0 0,1 0 0 0 0,0 0 1 0 0,6-2-1 0 0,4-1 67 0 0,-1 0-1 0 0,1-1 1 0 0,-1-1 0 0 0,1 0 0 0 0,-2-1-1 0 0,1 0 1 0 0,0-1 0 0 0,-1 0 0 0 0,-1-1 0 0 0,1 0-1 0 0,15-16 1 0 0,-26 24-56 0 0,-1 0-1 0 0,1 0 1 0 0,0 0-1 0 0,0 0 1 0 0,-1 0-1 0 0,1 0 0 0 0,0 0 1 0 0,0 0-1 0 0,-1 0 1 0 0,1 0-1 0 0,0 0 1 0 0,0 0-1 0 0,0 0 1 0 0,-1 0-1 0 0,1 0 1 0 0,0 0-1 0 0,0 0 1 0 0,-1-1-1 0 0,1 1 1 0 0,0 0-1 0 0,0 0 1 0 0,0 0-1 0 0,0 0 0 0 0,-1 0 1 0 0,1-1-1 0 0,0 1 1 0 0,0 0-1 0 0,0 0 1 0 0,0 0-1 0 0,0-1 1 0 0,0 1-1 0 0,-1 0 1 0 0,1 0-1 0 0,0-1 1 0 0,0 1-1 0 0,0 0 1 0 0,0 0-1 0 0,0 0 1 0 0,0-1-1 0 0,0 1 1 0 0,0 0-1 0 0,0 0 0 0 0,0-1 1 0 0,0 1-1 0 0,0 0 1 0 0,0 0-1 0 0,0-1 1 0 0,0 1-1 0 0,0 0 1 0 0,1 0-1 0 0,-1 0 1 0 0,0-1-1 0 0,0 1 1 0 0,0 0-1 0 0,0 0 1 0 0,0 0-1 0 0,1-1 1 0 0,-13 4 3 0 0,1 1 1 0 0,-1 0-1 0 0,1 1 1 0 0,0 0-1 0 0,0 1 1 0 0,1 0 0 0 0,0 1-1 0 0,0 0 1 0 0,0 0-1 0 0,1 1 1 0 0,0 1-1 0 0,1-1 1 0 0,-11 15 0 0 0,18-23-19 0 0,1 1 0 0 0,-1 0 0 0 0,1 0 0 0 0,-1-1 0 0 0,1 1 1 0 0,-1 0-1 0 0,1 0 0 0 0,-1 0 0 0 0,1-1 0 0 0,0 1 1 0 0,0 0-1 0 0,-1 0 0 0 0,1 0 0 0 0,0 0 0 0 0,0 0 0 0 0,0 0 1 0 0,0 0-1 0 0,0 0 0 0 0,0-1 0 0 0,0 1 0 0 0,0 0 0 0 0,0 0 1 0 0,1 0-1 0 0,-1 1 0 0 0,1-2 3 0 0,-1 0 0 0 0,0 1-1 0 0,1-1 1 0 0,-1 0 0 0 0,1 0 0 0 0,-1 1 0 0 0,1-1 0 0 0,-1 0-1 0 0,1 0 1 0 0,-1 0 0 0 0,1 0 0 0 0,-1 0 0 0 0,1 0 0 0 0,-1 0-1 0 0,1 0 1 0 0,-1 0 0 0 0,1 0 0 0 0,-1 0 0 0 0,0 0-1 0 0,1 0 1 0 0,-1 0 0 0 0,1 0 0 0 0,-1 0 0 0 0,1-1 0 0 0,-1 1-1 0 0,1 0 1 0 0,-1 0 0 0 0,1-1 0 0 0,-1 1 0 0 0,1-1 0 0 0,14-9 172 0 0,-1-1 0 0 0,-1 0 0 0 0,0-1 0 0 0,14-16 0 0 0,-26 27 64 0 0,-8 3-207 0 0,-8 7-69 0 0,-1-1 0 0 0,-27 22 1 0 0,-6 11-3830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7.1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132 112 4696 0 0,'17'-47'216'0'0,"-17"43"-259"0"0,1 3 94 0 0,-1 1-1 0 0,1-1 1 0 0,-1 0 0 0 0,1 0-1 0 0,-1 0 1 0 0,0 0 0 0 0,0 0 0 0 0,1 0-1 0 0,-1 0 1 0 0,0 1 0 0 0,0-1-1 0 0,0 0 1 0 0,0 0 0 0 0,0 0 0 0 0,0 0-1 0 0,0 0 1 0 0,-1 0 0 0 0,1 0-1 0 0,0 0 1 0 0,0 0 0 0 0,-1 0 0 0 0,1 1-1 0 0,0-1 1 0 0,-1 0 0 0 0,1 0-1 0 0,-1 0 1 0 0,1 1 0 0 0,-1-1 0 0 0,0 0-1 0 0,1 0 1 0 0,-1 1 0 0 0,0-1-1 0 0,1 1 1 0 0,-1-1 0 0 0,-1 0 0 0 0,0 0 96 0 0,-4 3-90 0 0,-5 4-35 0 0,-1 0-1 0 0,1 1 1 0 0,0 0-1 0 0,0 1 1 0 0,1 1-1 0 0,0-1 0 0 0,0 1 1 0 0,1 1-1 0 0,1 0 1 0 0,-1 0-1 0 0,-7 13 1 0 0,16-23-26 0 0,-1 1 0 0 0,1 0 1 0 0,-1-1-1 0 0,1 1 0 0 0,-1 0 0 0 0,1-1 1 0 0,0 1-1 0 0,-1 0 0 0 0,1-1 1 0 0,0 1-1 0 0,0 0 0 0 0,-1 0 0 0 0,1-1 1 0 0,0 1-1 0 0,0 0 0 0 0,0 0 1 0 0,0 0-1 0 0,0-1 0 0 0,0 1 0 0 0,0 0 1 0 0,0 0-1 0 0,0 0 0 0 0,0-1 1 0 0,0 1-1 0 0,1 0 0 0 0,-1 0 0 0 0,0-1 1 0 0,1 1-1 0 0,-1 0 0 0 0,0-1 0 0 0,1 1 1 0 0,-1 0-1 0 0,1-1 0 0 0,-1 1 1 0 0,1 0-1 0 0,-1-1 0 0 0,1 1 0 0 0,0-1 1 0 0,-1 1-1 0 0,1-1 0 0 0,0 1 1 0 0,-1-1-1 0 0,1 0 0 0 0,1 1 0 0 0,1 1-17 0 0,0-1 0 0 0,0 0 0 0 0,1 0 0 0 0,-1 0 0 0 0,0 0 0 0 0,1-1 0 0 0,-1 1 0 0 0,1-1 0 0 0,-1 0 0 0 0,5 0 0 0 0,6-2-16 0 0,0-1-1 0 0,-1-1 1 0 0,0 1-1 0 0,0-2 1 0 0,0 0-1 0 0,0-1 1 0 0,-1 0 0 0 0,15-10-1 0 0,-10 5 86 0 0,0-1-1 0 0,0-1 1 0 0,-1 0-1 0 0,-1-1 0 0 0,16-19 1 0 0,-30 33-29 0 0,0-1 0 0 0,0 0 0 0 0,0 0 0 0 0,0 0 0 0 0,0 0 0 0 0,-1 0 0 0 0,1 0 0 0 0,0 0 0 0 0,0-1 0 0 0,-1 1 1 0 0,1 0-1 0 0,-1 0 0 0 0,1 0 0 0 0,-1-1 0 0 0,0 1 0 0 0,1 0 0 0 0,-1-1 0 0 0,0 1 0 0 0,0 0 0 0 0,0-1 0 0 0,0 1 0 0 0,0-3 0 0 0,-1 4-12 0 0,0-1-1 0 0,0 0 0 0 0,1 0 1 0 0,-1 1-1 0 0,0-1 1 0 0,0 1-1 0 0,0-1 0 0 0,0 1 1 0 0,0-1-1 0 0,0 1 1 0 0,0 0-1 0 0,0-1 1 0 0,0 1-1 0 0,0 0 0 0 0,0 0 1 0 0,0 0-1 0 0,0 0 1 0 0,0 0-1 0 0,-1 0 0 0 0,1 0 1 0 0,-1 0-1 0 0,-9 1 3 0 0,1 1 0 0 0,0 0 1 0 0,-1 1-1 0 0,-16 6 0 0 0,10-2-22 0 0,0 2 0 0 0,0 0 0 0 0,1 0 0 0 0,0 2 0 0 0,-23 19 0 0 0,39-29 10 0 0,-1-1 1 0 0,1 0-1 0 0,0 1 0 0 0,0-1 1 0 0,-1 0-1 0 0,1 1 1 0 0,0-1-1 0 0,0 0 0 0 0,0 1 1 0 0,0-1-1 0 0,0 0 1 0 0,-1 1-1 0 0,1-1 1 0 0,0 1-1 0 0,0-1 0 0 0,0 0 1 0 0,0 1-1 0 0,0-1 1 0 0,0 0-1 0 0,0 1 0 0 0,0-1 1 0 0,0 1-1 0 0,1-1 1 0 0,-1 0-1 0 0,0 1 1 0 0,0-1-1 0 0,0 0 0 0 0,0 1 1 0 0,0-1-1 0 0,1 0 1 0 0,-1 1-1 0 0,0-1 1 0 0,0 0-1 0 0,0 1 0 0 0,1-1 1 0 0,-1 0-1 0 0,0 0 1 0 0,1 1-1 0 0,-1-1 0 0 0,0 0 1 0 0,1 0-1 0 0,-1 1 1 0 0,0-1-1 0 0,1 0 1 0 0,-1 0-1 0 0,0 0 0 0 0,1 0 1 0 0,0 1-3 0 0,1 0 0 0 0,-1 0 0 0 0,1-1 0 0 0,-1 1-1 0 0,1-1 1 0 0,-1 0 0 0 0,1 1 0 0 0,-1-1 0 0 0,1 0 0 0 0,-1 0 0 0 0,1 0 0 0 0,-1 0 0 0 0,1 0 0 0 0,2 0 0 0 0,4-2 35 0 0,0 0 1 0 0,1-1-1 0 0,-1 0 1 0 0,0 0-1 0 0,0-1 1 0 0,-1 0 0 0 0,1 0-1 0 0,-1 0 1 0 0,0-1-1 0 0,0-1 1 0 0,0 1-1 0 0,7-9 1 0 0,-14 14-26 0 0,0 0 1 0 0,0 0-1 0 0,0-1 0 0 0,1 1 0 0 0,-1 0 1 0 0,0 0-1 0 0,0-1 0 0 0,0 1 0 0 0,0 0 1 0 0,0-1-1 0 0,0 1 0 0 0,0 0 0 0 0,0 0 1 0 0,0-1-1 0 0,0 1 0 0 0,0 0 0 0 0,0-1 1 0 0,0 1-1 0 0,0 0 0 0 0,0-1 0 0 0,0 1 1 0 0,0 0-1 0 0,0 0 0 0 0,0-1 0 0 0,0 1 1 0 0,-1 0-1 0 0,1 0 0 0 0,0-1 0 0 0,0 1 1 0 0,0 0-1 0 0,0 0 0 0 0,-1-1 0 0 0,1 1 1 0 0,0 0-1 0 0,0 0 0 0 0,0 0 0 0 0,-1-1 1 0 0,1 1-1 0 0,0 0 0 0 0,-1 0 0 0 0,-16-6 64 0 0,-14 3-32 0 0,8 5-220 0 0,1 0 0 0 0,1 2 0 0 0,-1 0 0 0 0,-23 8 0 0 0,44-11-307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8.1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159 76 5064 0 0,'0'-1'-9'0'0,"0"-1"0"0"0,0 1 0 0 0,1-1 0 0 0,-1 1-1 0 0,0 0 1 0 0,0-1 0 0 0,0 1 0 0 0,-1-1 0 0 0,1 1 0 0 0,0-1-1 0 0,0 1 1 0 0,-1-1 0 0 0,1 1 0 0 0,-1-1 0 0 0,0 1-1 0 0,1 0 1 0 0,-1 0 0 0 0,0-1 0 0 0,1 1 0 0 0,-1 0-1 0 0,0 0 1 0 0,0 0 0 0 0,0-1 0 0 0,0 1 0 0 0,-1 0-1 0 0,1 1 1 0 0,0-1 0 0 0,0 0 0 0 0,0 0 0 0 0,-1 0-1 0 0,1 1 1 0 0,0-1 0 0 0,-1 1 0 0 0,1-1 0 0 0,-1 1-1 0 0,1-1 1 0 0,-1 1 0 0 0,1 0 0 0 0,0 0 0 0 0,-1 0-1 0 0,1 0 1 0 0,-4 0 0 0 0,1 0 26 0 0,0 2-3 0 0,-4 0-9 0 0,0 2-1 0 0,0-1 1 0 0,0 1-1 0 0,0 0 0 0 0,1 1 1 0 0,-13 9-1 0 0,16-10-2 0 0,-1-1 1 0 0,1 1-1 0 0,1-1 1 0 0,-1 1-1 0 0,0 1 1 0 0,1-1-1 0 0,0 0 0 0 0,0 1 1 0 0,0 0-1 0 0,1 0 1 0 0,-1-1-1 0 0,-2 10 0 0 0,5-13 1 0 0,0 0 0 0 0,0 0-1 0 0,0 0 1 0 0,0-1 0 0 0,1 1-1 0 0,-1 0 1 0 0,0 0 0 0 0,1 0-1 0 0,-1 0 1 0 0,0 0 0 0 0,1-1-1 0 0,-1 1 1 0 0,1 0 0 0 0,-1 0-1 0 0,1-1 1 0 0,-1 1-1 0 0,1 0 1 0 0,0-1 0 0 0,-1 1-1 0 0,1-1 1 0 0,0 1 0 0 0,-1-1-1 0 0,1 1 1 0 0,0-1 0 0 0,0 1-1 0 0,0-1 1 0 0,-1 0 0 0 0,1 1-1 0 0,0-1 1 0 0,0 0 0 0 0,0 0-1 0 0,0 1 1 0 0,0-1 0 0 0,0 0-1 0 0,-1 0 1 0 0,3 0-1 0 0,37 0 47 0 0,-25-4 12 0 0,0 0-1 0 0,0-1 1 0 0,0-1-1 0 0,0 0 0 0 0,-1-1 1 0 0,0-1-1 0 0,0 0 1 0 0,-1-1-1 0 0,0 0 1 0 0,-1-1-1 0 0,0 0 1 0 0,20-23-1 0 0,-32 33-50 0 0,1-1 0 0 0,-1 1 0 0 0,0 0 0 0 0,0-1 0 0 0,1 1 0 0 0,-1-1 0 0 0,0 1-1 0 0,0-1 1 0 0,0 1 0 0 0,0 0 0 0 0,0-1 0 0 0,1 1 0 0 0,-1-1 0 0 0,0 1 0 0 0,0-1 0 0 0,0 1 0 0 0,0-1-1 0 0,0 1 1 0 0,0-1 0 0 0,0 1 0 0 0,-1-1 0 0 0,1 1 0 0 0,0 0 0 0 0,0-1 0 0 0,0 1 0 0 0,0-1 0 0 0,-1 1 0 0 0,1-1-1 0 0,0 1 1 0 0,0 0 0 0 0,-1-1 0 0 0,1 1 0 0 0,0 0 0 0 0,-1-1 0 0 0,1 1 0 0 0,0 0 0 0 0,-1-1 0 0 0,1 1-1 0 0,0 0 1 0 0,-1 0 0 0 0,1-1 0 0 0,-1 1 0 0 0,1 0 0 0 0,0 0 0 0 0,-1 0 0 0 0,0-1 0 0 0,-1 1 7 0 0,0-1 1 0 0,1 0-1 0 0,-1 1 1 0 0,0 0-1 0 0,0-1 1 0 0,0 1-1 0 0,0 0 1 0 0,0 0-1 0 0,0 0 0 0 0,0 0 1 0 0,0 0-1 0 0,-3 1 1 0 0,-10 4-13 0 0,0 0 0 0 0,0 0 0 0 0,0 1 0 0 0,0 1 0 0 0,1 1 1 0 0,0 0-1 0 0,1 1 0 0 0,-16 12 0 0 0,28-19-46 0 0,2-2-66 0 0,0 1 94 0 0,-1 0 0 0 0,1 0 0 0 0,0 0 0 0 0,0-1-1 0 0,0 1 1 0 0,1-1 0 0 0,-1 1 0 0 0,0-1 0 0 0,0 1 0 0 0,0-1 0 0 0,0 0 0 0 0,0 1 0 0 0,1-1-1 0 0,-1 0 1 0 0,0 0 0 0 0,0 0 0 0 0,2 0 0 0 0,16-4-47 0 0,0-2 0 0 0,34-14 0 0 0,-45 16 170 0 0,1 0-1 0 0,-1 0 1 0 0,0-1 0 0 0,-1 0 0 0 0,1 0 0 0 0,-1-1-1 0 0,0 0 1 0 0,12-14 0 0 0,-19 20-99 0 0,0 0 0 0 0,0 0 0 0 0,0-1 0 0 0,1 1-1 0 0,-1 0 1 0 0,0-1 0 0 0,0 1 0 0 0,0 0 0 0 0,0-1 0 0 0,0 1 0 0 0,0 0 0 0 0,0-1 0 0 0,0 1-1 0 0,0 0 1 0 0,0-1 0 0 0,0 1 0 0 0,0 0 0 0 0,0-1 0 0 0,0 1 0 0 0,0 0 0 0 0,0-1 0 0 0,0 1 0 0 0,0 0-1 0 0,0-1 1 0 0,0 1 0 0 0,0 0 0 0 0,-1 0 0 0 0,1-1 0 0 0,0 1 0 0 0,0 0 0 0 0,0-1 0 0 0,-1 1 0 0 0,1 0-1 0 0,0 0 1 0 0,0 0 0 0 0,0-1 0 0 0,-1 1 0 0 0,1 0 0 0 0,0 0 0 0 0,-1 0 0 0 0,1-1 0 0 0,0 1-1 0 0,-1 0 1 0 0,1 0 0 0 0,0 0 0 0 0,-1 0 0 0 0,1 0 0 0 0,0 0 0 0 0,0 0 0 0 0,-1 0 0 0 0,1 0 0 0 0,-1 0-1 0 0,1 0 1 0 0,0 0 0 0 0,-1 0 0 0 0,1 0 0 0 0,-16-1-15 0 0,2 2-221 0 0,-1 0-1 0 0,1 1 1 0 0,0 1-1 0 0,0 0 0 0 0,0 0 1 0 0,1 2-1 0 0,-1 0 1 0 0,-16 9-1 0 0,11-6-1570 0 0,4-1 3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7.9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83 15 4488 0 0,'0'0'-206'0'0,"0"-1"-162"0"0,0 0 403 0 0,0 0-1 0 0,0 1 1 0 0,-1-1 0 0 0,1 0 0 0 0,0 1-1 0 0,-1-1 1 0 0,1 0 0 0 0,0 1 0 0 0,-1-1-1 0 0,1 0 1 0 0,-1 1 0 0 0,1-1 0 0 0,-1 1-1 0 0,1-1 1 0 0,-1 1 0 0 0,1-1 0 0 0,-1 1-1 0 0,1 0 1 0 0,-1-1 0 0 0,0 1 0 0 0,1 0-1 0 0,-1-1 1 0 0,0 1 0 0 0,1 0 0 0 0,-1 0-1 0 0,0 0 1 0 0,1-1 0 0 0,-1 1 0 0 0,0 0-1 0 0,-1 0 1 0 0,-1 1-35 0 0,-1 1 11 0 0,0-1 0 0 0,-1 1 0 0 0,1 0 0 0 0,0 0 1 0 0,0 1-1 0 0,0-1 0 0 0,0 1 0 0 0,0 0 0 0 0,0 0 0 0 0,1 0 0 0 0,-1 0 0 0 0,1 1 1 0 0,0-1-1 0 0,-5 8 0 0 0,8-9-5 0 0,2 11 5 0 0,-1-11-11 0 0,16 4-10 0 0,-14-5 8 0 0,0-1-1 0 0,1 0 1 0 0,-1 1-1 0 0,0-2 0 0 0,0 1 1 0 0,0 0-1 0 0,0-1 1 0 0,0 1-1 0 0,0-1 1 0 0,1 0-1 0 0,-1 0 1 0 0,-1 0-1 0 0,1 0 1 0 0,0-1-1 0 0,4-1 0 0 0,35-30 691 0 0,-38 29-415 0 0,-2 2-93 0 0,-2 2-161 0 0,0 0-1 0 0,0 0 1 0 0,-1-1 0 0 0,1 1 0 0 0,0 0 0 0 0,0 0 0 0 0,0-1 0 0 0,0 1 0 0 0,0 0 0 0 0,0 0 0 0 0,-1-1 0 0 0,1 1 0 0 0,0 0 0 0 0,0 0 0 0 0,0-1 0 0 0,-1 1 0 0 0,1 0-1 0 0,0 0 1 0 0,0 0 0 0 0,0 0 0 0 0,-1-1 0 0 0,1 1 0 0 0,0 0 0 0 0,0 0 0 0 0,-1 0 0 0 0,1 0 0 0 0,0 0 0 0 0,-1 0 0 0 0,1 0 0 0 0,0 0 0 0 0,0 0 0 0 0,-1 0 0 0 0,1 0 0 0 0,0 0-1 0 0,-1 0 1 0 0,1 0 0 0 0,0 0 0 0 0,0 0 0 0 0,-1 0 0 0 0,1 0 0 0 0,-21 6 159 0 0,-22 19-401 0 0,44-25 218 0 0,-1 0-1 0 0,0 0 1 0 0,0 0-1 0 0,0 0 1 0 0,0 0 0 0 0,0 0-1 0 0,0 0 1 0 0,0 0 0 0 0,1 0-1 0 0,-1 0 1 0 0,0 0-1 0 0,0 0 1 0 0,0 0 0 0 0,0 0-1 0 0,0 0 1 0 0,0 0 0 0 0,1 0-1 0 0,-1 0 1 0 0,0 0-1 0 0,0 0 1 0 0,0 0 0 0 0,0 0-1 0 0,0 0 1 0 0,0 0 0 0 0,0 0-1 0 0,1 0 1 0 0,-1 0-1 0 0,0 0 1 0 0,0 0 0 0 0,0 0-1 0 0,0 0 1 0 0,0 1 0 0 0,0-1-1 0 0,0 0 1 0 0,0 0-1 0 0,0 0 1 0 0,0 0 0 0 0,0 0-1 0 0,1 0 1 0 0,-1 0 0 0 0,0 1-1 0 0,0-1 1 0 0,0 0 0 0 0,0 0-1 0 0,0 0 1 0 0,0 0-1 0 0,0 0 1 0 0,0 0 0 0 0,0 0-1 0 0,0 1 1 0 0,0-1 0 0 0,0 0-1 0 0,0 0 1 0 0,0 0-1 0 0,0 0 1 0 0,-1 0 0 0 0,24-6-74 0 0,-19 4 99 0 0,-1 1 1 0 0,1-1-1 0 0,-1 1 0 0 0,0-1 1 0 0,0 0-1 0 0,0-1 0 0 0,0 1 1 0 0,0 0-1 0 0,0-1 0 0 0,-1 1 0 0 0,1-1 1 0 0,-1 0-1 0 0,1 0 0 0 0,-1 0 1 0 0,2-4-1 0 0,-4 6 99 0 0,-11 1-204 0 0,0 1 1 0 0,0 0-1 0 0,-19 5 0 0 0,-13 10-3133 0 0,34-11 1576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9.5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50 4676 0 0,'0'0'-101'0'0,"0"0"157"0"0,0 0-1 0 0,-1 0 1 0 0,1 0 0 0 0,0 0-1 0 0,-1 0 1 0 0,1 0 0 0 0,0 0-1 0 0,-1 0 1 0 0,1 0 0 0 0,0-1-1 0 0,-1 1 1 0 0,1 0 0 0 0,0 0-1 0 0,0 0 1 0 0,-1 0 0 0 0,1 0-1 0 0,0-1 1 0 0,-1 1 0 0 0,1 0-1 0 0,0 0 1 0 0,0-1 0 0 0,-1 1-1 0 0,1 0 1 0 0,0 0 0 0 0,0-1-1 0 0,0 1 1 0 0,0 0 0 0 0,-1-1-1 0 0,1 1 1 0 0,0 0 0 0 0,0 0-1 0 0,0-1 1 0 0,0 1 0 0 0,0 0-1 0 0,0-1 1 0 0,0 0 0 0 0,1-3-49 0 0,6-4-2 0 0,33-6 60 0 0,22-1-162 0 0,-59 14 89 0 0,1 2-5 0 0,12 1 6 0 0,-3-2-4 0 0,-1 2 1 0 0,1 0-1 0 0,-1 0 0 0 0,0 1 0 0 0,0 1 0 0 0,12 4 0 0 0,-22-7 10 0 0,0-1 0 0 0,-1 1-1 0 0,0 0 1 0 0,1-1-1 0 0,-1 1 1 0 0,1 0 0 0 0,-1 0-1 0 0,0 0 1 0 0,1 0 0 0 0,-1 0-1 0 0,0 0 1 0 0,0 0-1 0 0,0 0 1 0 0,0 1 0 0 0,0-1-1 0 0,0 0 1 0 0,0 1 0 0 0,-1-1-1 0 0,1 0 1 0 0,0 1 0 0 0,-1-1-1 0 0,1 1 1 0 0,-1-1-1 0 0,1 1 1 0 0,-1 0 0 0 0,0-1-1 0 0,0 1 1 0 0,0-1 0 0 0,0 1-1 0 0,0 0 1 0 0,0-1-1 0 0,0 1 1 0 0,0-1 0 0 0,0 1-1 0 0,-1-1 1 0 0,1 1 0 0 0,-1-1-1 0 0,1 1 1 0 0,-1-1-1 0 0,0 1 1 0 0,0-1 0 0 0,1 1-1 0 0,-1-1 1 0 0,0 0 0 0 0,0 0-1 0 0,0 1 1 0 0,0-1 0 0 0,-3 2-1 0 0,-5 7 20 0 0,-1 1-1 0 0,-1-1 1 0 0,0-1-1 0 0,-13 9 0 0 0,17-12-21 0 0,-2 0 191 0 0,-1-1 0 0 0,1 1 1 0 0,-20 6-1 0 0,23-9 362 0 0,24-7-450 0 0,-12 3-146 0 0,6-2 19 0 0,13 3-1 0 0,4 4-36 0 0,-22-3 54 0 0,1 0 0 0 0,-1 1-1 0 0,1-1 1 0 0,-1 2 0 0 0,1-1 0 0 0,-1 1-1 0 0,0 0 1 0 0,0 1 0 0 0,-1 0-1 0 0,1 0 1 0 0,-1 0 0 0 0,1 1 0 0 0,-1 0-1 0 0,-1 0 1 0 0,1 0 0 0 0,7 10-1 0 0,-11-12 8 0 0,0-1 1 0 0,0 1-1 0 0,0 0 0 0 0,0 0 0 0 0,-1 1 0 0 0,1-1 0 0 0,-1 0 0 0 0,1 1 1 0 0,-1-1-1 0 0,0 0 0 0 0,-1 1 0 0 0,1-1 0 0 0,-1 1 0 0 0,1 0 0 0 0,-1-1 1 0 0,0 1-1 0 0,-1 3 0 0 0,0-3 6 0 0,0-1 0 0 0,-1 0 0 0 0,0 0 1 0 0,0 0-1 0 0,0 0 0 0 0,0-1 0 0 0,0 1 1 0 0,0 0-1 0 0,-1-1 0 0 0,1 0 0 0 0,-1 1 0 0 0,0-1 1 0 0,1 0-1 0 0,-1 0 0 0 0,-4 1 0 0 0,-8 5 43 0 0,-1-1-1 0 0,0-1 1 0 0,0 0-1 0 0,0-1 0 0 0,-1 0 1 0 0,0-2-1 0 0,-31 3 1 0 0,1 1 864 0 0,45-6-696 0 0,-1 0-185 0 0,0-1-1 0 0,1 1 1 0 0,-1-1-1 0 0,0 0 0 0 0,1 0 1 0 0,-1 0-1 0 0,0 0 1 0 0,1 0-1 0 0,-1-1 0 0 0,-3 0 1 0 0,6-1-319 0 0,0 0 0 0 0,1 1 0 0 0,-1-1 0 0 0,1 0 0 0 0,-1 0 0 0 0,1 1 0 0 0,0-1 0 0 0,0 1 0 0 0,-1-1 0 0 0,1 1 0 0 0,0-1 0 0 0,1 1 0 0 0,-1-1-1 0 0,0 1 1 0 0,3-3 0 0 0,5-3-2505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0.2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169 64 6213 0 0,'0'0'-308'0'0,"-2"-1"209"0"0,0 0-1 0 0,0-1 1 0 0,0 1-1 0 0,0 0 0 0 0,-1 0 1 0 0,1 0-1 0 0,0 1 1 0 0,-1-1-1 0 0,1 0 1 0 0,0 1-1 0 0,-3-1 0 0 0,-2 3 99 0 0,0 1-1 0 0,1-1 1 0 0,0 1-1 0 0,-1 0 1 0 0,1 1-1 0 0,0 0 1 0 0,1 0-1 0 0,-1 0 1 0 0,1 0-1 0 0,0 1 0 0 0,0 0 1 0 0,-7 8-1 0 0,4-2-4 0 0,0 0 0 0 0,0 1 0 0 0,1 0 0 0 0,1 0 0 0 0,-9 22 0 0 0,14-31 12 0 0,0-1 1 0 0,1 0 0 0 0,-1 0-1 0 0,1 1 1 0 0,-1-1-1 0 0,1 0 1 0 0,0 1-1 0 0,0-1 1 0 0,0 0 0 0 0,0 1-1 0 0,0-1 1 0 0,0 0-1 0 0,1 1 1 0 0,-1-1 0 0 0,1 0-1 0 0,-1 1 1 0 0,1-1-1 0 0,0 0 1 0 0,0 0-1 0 0,0 0 1 0 0,0 0 0 0 0,2 2-1 0 0,1 0 8 0 0,-1 0 0 0 0,1-1-1 0 0,-1 0 1 0 0,1 0 0 0 0,0 0 0 0 0,0 0-1 0 0,0 0 1 0 0,1-1 0 0 0,-1 0 0 0 0,6 2-1 0 0,3 1 53 0 0,1-1 0 0 0,0 0 0 0 0,0-1 0 0 0,1 0 0 0 0,25 0 0 0 0,-33-3 12 0 0,0 0 0 0 0,1-1 0 0 0,-1 0 0 0 0,0-1 0 0 0,-1 0 0 0 0,1 0 0 0 0,0 0 0 0 0,0-1 0 0 0,-1 0 0 0 0,1 0 0 0 0,-1 0 0 0 0,0-1 0 0 0,0 0 0 0 0,-1 0 0 0 0,1-1 0 0 0,-1 0 0 0 0,0 0 0 0 0,0 0 0 0 0,0 0 0 0 0,5-8 0 0 0,-6 6-34 0 0,1 0 1 0 0,-1 0-1 0 0,-1 0 0 0 0,1 0 1 0 0,-1-1-1 0 0,-1 0 0 0 0,1 1 1 0 0,-1-1-1 0 0,0 0 0 0 0,-1 0 1 0 0,0 0-1 0 0,0 0 0 0 0,-1 0 0 0 0,0-1 1 0 0,-1 1-1 0 0,-1-13 0 0 0,0 17-27 0 0,0-1 1 0 0,0 1-1 0 0,0 0 0 0 0,0 0 0 0 0,-1 1 0 0 0,1-1 0 0 0,-1 0 0 0 0,0 1 0 0 0,0 0 0 0 0,0-1 1 0 0,-1 1-1 0 0,1 0 0 0 0,-1 1 0 0 0,1-1 0 0 0,-1 1 0 0 0,0 0 0 0 0,0-1 0 0 0,0 2 0 0 0,0-1 1 0 0,-1 0-1 0 0,-8-1 0 0 0,-9-3-123 0 0,0 1 0 0 0,-1 1 0 0 0,-26-1 1 0 0,-6-1-3929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9.2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39 24 4668 0 0,'15'-16'-273'0'0,"-15"11"1850"0"0,-23 9-644 0 0,21-2-924 0 0,0-1-1 0 0,0 0 0 0 0,0 1 1 0 0,0 0-1 0 0,0-1 0 0 0,0 1 1 0 0,0 0-1 0 0,0 0 0 0 0,1 0 0 0 0,-1 0 1 0 0,1 0-1 0 0,0 0 0 0 0,-1 1 1 0 0,1-1-1 0 0,0 0 0 0 0,0 1 1 0 0,1-1-1 0 0,-1 1 0 0 0,0-1 1 0 0,0 5-1 0 0,2-6-13 0 0,-1 0 1 0 0,1 0 0 0 0,-1 0-1 0 0,1 0 1 0 0,-1-1-1 0 0,1 1 1 0 0,-1 0-1 0 0,1 0 1 0 0,0 0-1 0 0,0-1 1 0 0,-1 1-1 0 0,1 0 1 0 0,0-1-1 0 0,0 1 1 0 0,0-1-1 0 0,0 1 1 0 0,0-1-1 0 0,0 1 1 0 0,0-1-1 0 0,0 0 1 0 0,0 1-1 0 0,0-1 1 0 0,0 0-1 0 0,0 0 1 0 0,0 0-1 0 0,0 0 1 0 0,1 0-1 0 0,37 2-125 0 0,-13-5 263 0 0,-1-2 1 0 0,0 0-1 0 0,0-2 0 0 0,-1 0 1 0 0,24-11-1 0 0,-79 23 498 0 0,0 2 0 0 0,-31 11 1 0 0,39-7-1451 0 0,56-23 560 0 0,65-31 633 0 0,-98 43-355 0 0,0 0-1 0 0,1 0 1 0 0,-1 0-1 0 0,1 0 1 0 0,-1 0 0 0 0,0-1-1 0 0,1 1 1 0 0,-1 0-1 0 0,0 0 1 0 0,1 0-1 0 0,-1 0 1 0 0,0-1 0 0 0,1 1-1 0 0,-1 0 1 0 0,0 0-1 0 0,1-1 1 0 0,-1 1 0 0 0,0 0-1 0 0,0-1 1 0 0,1 1-1 0 0,-1 0 1 0 0,0-1-1 0 0,0 1 1 0 0,0 0 0 0 0,0-1-1 0 0,1 1 1 0 0,-1 0-1 0 0,0-1 1 0 0,0 1-1 0 0,0 0 1 0 0,0-1 0 0 0,0 1-1 0 0,0-1 1 0 0,0 0-1 0 0,-16-1-2 0 0,-42 10-1570 0 0,47-7 939 0 0,-4 2-1779 0 0,5-1-667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0.8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195 31 6561 0 0,'1'-1'-64'0'0,"-1"0"0"0"0,1 0 1 0 0,0 0-1 0 0,-1 0 0 0 0,1 0 0 0 0,-1 0 1 0 0,1-1-1 0 0,-1 1 0 0 0,1 0 1 0 0,-1 0-1 0 0,0-1 0 0 0,0 1 1 0 0,0 0-1 0 0,0-2 0 0 0,-2 2 61 0 0,0-1-1 0 0,0 1 1 0 0,0 0 0 0 0,0 0-1 0 0,0 0 1 0 0,0 0-1 0 0,-1 0 1 0 0,1 0 0 0 0,0 1-1 0 0,-1-1 1 0 0,1 1-1 0 0,0 0 1 0 0,-1 0-1 0 0,1 0 1 0 0,0 0 0 0 0,-1 0-1 0 0,-3 0 1 0 0,3 1 6 0 0,-21 5 0 0 0,13-3-9 0 0,0 0 0 0 0,1 1 1 0 0,0 0-1 0 0,0 1 0 0 0,0 0 0 0 0,0 0 1 0 0,1 1-1 0 0,0 0 0 0 0,0 1 0 0 0,-12 12 1 0 0,17-17-2 0 0,0 7 7 0 0,3-3 0 0 0,0-5 521 0 0,35-7-399 0 0,-27 5 46 0 0,-8 3-977 0 0,0 0 575 0 0,-1-1 1 0 0,0 1-1 0 0,1 0 1 0 0,-1 0-1 0 0,0-1 1 0 0,0 1-1 0 0,0-1 1 0 0,-3 2-1 0 0,1 1-1290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37.8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97 62 2488 0 0,'0'0'1808'0'0,"5"-17"2747"0"0,-6 16-4553 0 0,1 0 0 0 0,0 1 0 0 0,-1-1-1 0 0,1 0 1 0 0,0 0 0 0 0,-1 1 0 0 0,1-1-1 0 0,-1 0 1 0 0,1 1 0 0 0,-1-1-1 0 0,1 0 1 0 0,-1 1 0 0 0,0-1 0 0 0,1 1-1 0 0,-1-1 1 0 0,0 1 0 0 0,1-1-1 0 0,-1 1 1 0 0,0 0 0 0 0,0-1 0 0 0,1 1-1 0 0,-1 0 1 0 0,0-1 0 0 0,0 1 0 0 0,0 0-1 0 0,1 0 1 0 0,-1 0 0 0 0,0 0-1 0 0,0 0 1 0 0,0 0 0 0 0,0 0 0 0 0,1 0-1 0 0,-1 0 1 0 0,0 0 0 0 0,0 0-1 0 0,0 1 1 0 0,1-1 0 0 0,-1 0 0 0 0,0 1-1 0 0,0-1 1 0 0,1 0 0 0 0,-1 1 0 0 0,0-1-1 0 0,1 1 1 0 0,-1-1 0 0 0,0 1-1 0 0,0 0 1 0 0,-4 2-43 0 0,-3 14-295 0 0,8-16 324 0 0,0-1-1 0 0,-1 0 1 0 0,1 1-1 0 0,-1-1 1 0 0,1 0 0 0 0,0 1-1 0 0,-1-1 1 0 0,1 0-1 0 0,0 1 1 0 0,0-1-1 0 0,-1 1 1 0 0,1-1 0 0 0,0 0-1 0 0,0 1 1 0 0,-1-1-1 0 0,1 1 1 0 0,0-1 0 0 0,0 1-1 0 0,0-1 1 0 0,0 1-1 0 0,0-1 1 0 0,0 1 0 0 0,0-1-1 0 0,0 1 1 0 0,0-1-1 0 0,0 1 1 0 0,0-1 0 0 0,0 1-1 0 0,0-1 1 0 0,0 1-1 0 0,0-1 1 0 0,1 1 0 0 0,-1-1-1 0 0,0 0 1 0 0,0 1-1 0 0,0-1 1 0 0,1 1 0 0 0,-1-1-1 0 0,0 1 1 0 0,1-1-1 0 0,-1 0 1 0 0,0 1-1 0 0,1-1 1 0 0,-1 0 0 0 0,0 1-1 0 0,1-1 1 0 0,-1 0-1 0 0,1 0 1 0 0,-1 1 0 0 0,1-1-1 0 0,-1 0 1 0 0,1 0-1 0 0,-1 0 1 0 0,1 0 0 0 0,-1 0-1 0 0,1 1 1 0 0,0-1-1 0 0,1 0-11 0 0,4-1-14 0 0,3-3 56 0 0,0 0 0 0 0,0 0 0 0 0,-1-1-1 0 0,1 0 1 0 0,-1-1 0 0 0,0 0 0 0 0,0 0 0 0 0,10-11-1 0 0,-17 16 0 0 0,0 0 0 0 0,0 1-1 0 0,-1-1 1 0 0,1 0-1 0 0,0 0 1 0 0,0 0 0 0 0,-1 0-1 0 0,1 0 1 0 0,0 0-1 0 0,-1 0 1 0 0,1 0 0 0 0,-1 0-1 0 0,0-1 1 0 0,1 1 0 0 0,-1 0-1 0 0,0 0 1 0 0,1-2-1 0 0,-16 3 75 0 0,-35 25-132 0 0,38-17-63 0 0,0 1-1 0 0,1 0 1 0 0,0 1 0 0 0,0 0-1 0 0,1 1 1 0 0,-12 16-1 0 0,21-25 48 0 0,2-2-64 0 0,-1 1 119 0 0,1-1-1 0 0,0 0 1 0 0,0 1-1 0 0,-1-1 0 0 0,1 1 1 0 0,0-1-1 0 0,0 0 0 0 0,0 0 1 0 0,-1 1-1 0 0,1-1 1 0 0,0 0-1 0 0,0 0 0 0 0,0 0 1 0 0,0 0-1 0 0,-1 0 0 0 0,1 0 1 0 0,0 0-1 0 0,0 0 1 0 0,0-1-1 0 0,0 1 0 0 0,0 0 1 0 0,-1 0-1 0 0,1-1 0 0 0,1 1 1 0 0,24-9 1 0 0,5-15 648 0 0,-30 22-401 0 0,-8 5-239 0 0,0-1-51 0 0,0 1 1 0 0,0 0-1 0 0,1 1 0 0 0,-1 0 0 0 0,1 0 0 0 0,0 0 0 0 0,0 0 0 0 0,0 1 0 0 0,0 0 0 0 0,1 1 0 0 0,-9 10 0 0 0,13-14-37 0 0,2 1 4 0 0,-1-2 74 0 0,0-1 0 0 0,0 0 0 0 0,0 0 0 0 0,0 1 0 0 0,0-1 0 0 0,0 0 0 0 0,0 0 0 0 0,0 1 0 0 0,0-1 0 0 0,0 0 0 0 0,0 1 0 0 0,0-1 1 0 0,0 0-1 0 0,0 0 0 0 0,0 1 0 0 0,0-1 0 0 0,0 0 0 0 0,0 0 0 0 0,0 0 0 0 0,0 1 0 0 0,1-1 0 0 0,-1 0 0 0 0,0 0 0 0 0,0 1 0 0 0,0-1 0 0 0,0 0 0 0 0,1 0 0 0 0,-1 0 0 0 0,0 0 1 0 0,0 1-1 0 0,0-1 0 0 0,1 0 0 0 0,-1 0 0 0 0,0 0 0 0 0,0 0 0 0 0,1 0 0 0 0,-1 0 0 0 0,0 0 0 0 0,0 0 0 0 0,1 0 0 0 0,-1 1 0 0 0,0-1 0 0 0,9-2 21 0 0,-1 0 0 0 0,-1-1-1 0 0,1 1 1 0 0,0-2-1 0 0,-1 1 1 0 0,1-1 0 0 0,-1 0-1 0 0,0 0 1 0 0,0-1-1 0 0,0 0 1 0 0,7-8 0 0 0,-13 12 90 0 0,10-6 112 0 0,-6 4-128 0 0,-6 4 31 0 0,-6 3-126 0 0,-14 15-10 0 0,21-18 12 0 0,77-52 171 0 0,-75 50-180 0 0,-2 1-13 0 0,0 0 19 0 0,0 1 0 0 0,0-1 0 0 0,0 0 0 0 0,0 0 0 0 0,0 0 0 0 0,0 0 0 0 0,1 0 0 0 0,-1 0 0 0 0,0 0 0 0 0,0 1 0 0 0,0-1 1 0 0,0 0-1 0 0,0 0 0 0 0,0 0 0 0 0,0 0 0 0 0,0 0 0 0 0,1 0 0 0 0,-1 0 0 0 0,0 0 0 0 0,0 0 0 0 0,0 0 0 0 0,0 0 0 0 0,0 1 1 0 0,0-1-1 0 0,1 0 0 0 0,-1 0 0 0 0,0 0 0 0 0,0 0 0 0 0,0 0 0 0 0,0 0 0 0 0,0 0 0 0 0,1 0 0 0 0,-1 0 0 0 0,0 0 0 0 0,0 0 1 0 0,0 0-1 0 0,0-1 0 0 0,0 1 0 0 0,1 0 0 0 0,-1 0 0 0 0,0 0 0 0 0,0 0 0 0 0,0 0 0 0 0,0 0 0 0 0,0 0 0 0 0,0 0 0 0 0,0 0 0 0 0,1 0 1 0 0,-1 0-1 0 0,0-1 0 0 0,0 1 0 0 0,0 0 0 0 0,0 0 0 0 0,0 0 0 0 0,0 0 0 0 0,0 0 0 0 0,0 0 0 0 0,0-1 0 0 0,0 1 0 0 0,0 0 1 0 0,0 0-1 0 0,0 0 0 0 0,-9 20-63 0 0,9-20 66 0 0,0 1 0 0 0,0-1 0 0 0,-1 0 0 0 0,1 1 0 0 0,0-1-1 0 0,0 1 1 0 0,-1-1 0 0 0,1 0 0 0 0,0 1 0 0 0,0-1 0 0 0,0 1 0 0 0,0-1 0 0 0,0 1 0 0 0,0-1 0 0 0,0 0 0 0 0,0 1 0 0 0,0-1 0 0 0,0 1 0 0 0,0-1 0 0 0,0 1 0 0 0,0-1 0 0 0,0 0 0 0 0,0 1-1 0 0,0-1 1 0 0,0 1 0 0 0,0-1 0 0 0,0 1 0 0 0,1-1 0 0 0,-1 0 0 0 0,0 1 0 0 0,0-1 0 0 0,1 0 0 0 0,-1 1 0 0 0,0-1 0 0 0,1 0 0 0 0,-1 1 0 0 0,0-1 0 0 0,1 0 0 0 0,-1 1 0 0 0,0-1 0 0 0,1 0-1 0 0,-1 0 1 0 0,0 0 0 0 0,1 1 0 0 0,-1-1 0 0 0,1 0 0 0 0,-1 0 0 0 0,0 0 0 0 0,1 0 0 0 0,-1 0 0 0 0,1 0 0 0 0,-1 0 0 0 0,1 0 0 0 0,-1 0 0 0 0,1 0 0 0 0,-1 0 0 0 0,0 0 0 0 0,1 0 0 0 0,-1 0 0 0 0,1 0-1 0 0,-1 0 1 0 0,1 0 0 0 0,-1-1 0 0 0,0 1 0 0 0,1 0 0 0 0,-1 0 0 0 0,1-1 0 0 0,18-8 62 0 0,0-1-1 0 0,-1-1 1 0 0,0-1 0 0 0,-1-1-1 0 0,0 0 1 0 0,16-16 0 0 0,-42 31-55 0 0,1 0-1 0 0,-1 1 1 0 0,1 0 0 0 0,0 0 0 0 0,0 1 0 0 0,0 0-1 0 0,0 0 1 0 0,1 1 0 0 0,-13 11 0 0 0,-7 2-296 0 0,59-36 420 0 0,-30 17-6 0 0,-4 0-106 0 0,1 1 0 0 0,-1 0 1 0 0,1 0-1 0 0,-1 0 0 0 0,0-1 0 0 0,1 2 1 0 0,-1-1-1 0 0,1 0 0 0 0,-1 0 0 0 0,0 0 1 0 0,1 1-1 0 0,-1-1 0 0 0,1 1 0 0 0,-1-1 1 0 0,1 1-1 0 0,-1 0 0 0 0,1-1 0 0 0,0 1 1 0 0,-3 1-1 0 0,-40 12-4788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0.1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82 102 4760 0 0,'-5'-26'331'0'0,"4"20"-6"0"0,0-1 1 0 0,-1 1-1 0 0,0 0 0 0 0,0 0 1 0 0,0 0-1 0 0,-1 0 1 0 0,-5-10-1 0 0,7 14-149 0 0,-1-4 186 0 0,0-3-103 0 0,-1 9-335 0 0,-8 52 89 0 0,-8 101-1 0 0,10-59 33 0 0,0-21 1206 0 0,9-72-993 0 0,0 7-69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2.2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141 39 4752 0 0,'0'0'735'0'0,"-4"-2"-608"0"0,2 0-97 0 0,-1 1 1 0 0,0 0 0 0 0,1-1-1 0 0,-1 1 1 0 0,0 0-1 0 0,0 1 1 0 0,0-1-1 0 0,1 0 1 0 0,-1 1 0 0 0,0-1-1 0 0,0 1 1 0 0,0 0-1 0 0,0 0 1 0 0,0 0-1 0 0,0 1 1 0 0,0-1-1 0 0,0 1 1 0 0,0-1 0 0 0,-3 2-1 0 0,2 0-26 0 0,-1 0 0 0 0,0 1 0 0 0,1 0-1 0 0,-1 0 1 0 0,1 0 0 0 0,0 0 0 0 0,0 0-1 0 0,0 1 1 0 0,1 0 0 0 0,-1 0 0 0 0,-4 6 0 0 0,6-6-9 0 0,0 0 1 0 0,0 0 0 0 0,0 0 0 0 0,0 1 0 0 0,0-1 0 0 0,1 0 0 0 0,-2 6-1 0 0,-2 9-6 0 0,5-17 11 0 0,-1 0 0 0 0,1 0 0 0 0,0 0 0 0 0,0-1 1 0 0,0 1-1 0 0,0 0 0 0 0,0 0 0 0 0,0 0 0 0 0,1 0 0 0 0,-1 0 0 0 0,1 0 1 0 0,-1-1-1 0 0,1 1 0 0 0,0 0 0 0 0,0 0 0 0 0,-1-1 0 0 0,1 1 0 0 0,0-1 1 0 0,1 1-1 0 0,-1 0 0 0 0,0-1 0 0 0,0 0 0 0 0,1 1 0 0 0,-1-1 0 0 0,1 0 1 0 0,-1 0-1 0 0,3 2 0 0 0,1 1 1 0 0,0-1-1 0 0,1 1 1 0 0,0-1 0 0 0,0 0-1 0 0,12 4 1 0 0,-5-4 1 0 0,-10-2-2 0 0,0 0 0 0 0,1 0 0 0 0,-1-1 0 0 0,1 1 0 0 0,-1-1 0 0 0,1 0 0 0 0,-1 0 0 0 0,1 0 0 0 0,-1-1 0 0 0,1 1 0 0 0,-1-1 0 0 0,1 0 0 0 0,-1 0 0 0 0,0 0 0 0 0,1 0 0 0 0,-1-1 0 0 0,0 0 0 0 0,0 1 0 0 0,0-1 0 0 0,5-4 0 0 0,2-1 14 0 0,1-2 17 0 0,0 0 0 0 0,-1 0 0 0 0,0-1 1 0 0,-1 0-1 0 0,0-1 0 0 0,-1 0 0 0 0,0 0 0 0 0,0-1 1 0 0,-2 0-1 0 0,1-1 0 0 0,-1 1 0 0 0,5-18 0 0 0,-11 29-28 0 0,1 1 0 0 0,-1-1 0 0 0,0 0 0 0 0,0 1-1 0 0,1-1 1 0 0,-1 0 0 0 0,0 0 0 0 0,0 1 0 0 0,0-1-1 0 0,0 0 1 0 0,0 1 0 0 0,0-1 0 0 0,0 0 0 0 0,0 0 0 0 0,0 1-1 0 0,0-1 1 0 0,0 0 0 0 0,0 0 0 0 0,0 1 0 0 0,-1-1-1 0 0,1 0 1 0 0,0 1 0 0 0,-1-1 0 0 0,1 0 0 0 0,0 1 0 0 0,-1-1-1 0 0,1 1 1 0 0,-1-1 0 0 0,1 0 0 0 0,-1 0 0 0 0,-22-3 18 0 0,-18 13-16 0 0,22-2-7 0 0,1 1-1 0 0,0 1 1 0 0,0 1 0 0 0,0 0-1 0 0,2 1 1 0 0,-1 1-1 0 0,1 0 1 0 0,1 1 0 0 0,-17 19-1 0 0,30-30-10 0 0,0 0-1 0 0,0 0 0 0 0,0 0 0 0 0,1 0 1 0 0,-1 0-1 0 0,1 0 0 0 0,-1 0 0 0 0,1 0 1 0 0,0 1-1 0 0,-1-1 0 0 0,1 0 0 0 0,1 1 1 0 0,-1-1-1 0 0,0 1 0 0 0,0-1 1 0 0,1 1-1 0 0,0 0 0 0 0,-1-1 0 0 0,1 1 1 0 0,0 0-1 0 0,0-1 0 0 0,0 1 0 0 0,1-1 1 0 0,0 5-1 0 0,0-6-26 0 0,21-2-85 0 0,-8-8 183 0 0,-1-1 1 0 0,1-1 0 0 0,-2 0 0 0 0,0 0-1 0 0,0-1 1 0 0,-1-1 0 0 0,-1 0-1 0 0,0 0 1 0 0,0-1 0 0 0,11-23 0 0 0,-21 37-53 0 0,0 0 0 0 0,-1 0 0 0 0,1 0 0 0 0,0 0 0 0 0,0 0 0 0 0,0 0 0 0 0,-1 0 1 0 0,1 0-1 0 0,0 0 0 0 0,0 0 0 0 0,0 0 0 0 0,-1 0 0 0 0,1 0 0 0 0,0 0 0 0 0,0 0 0 0 0,0 0 0 0 0,0 0 1 0 0,-1 0-1 0 0,1 0 0 0 0,0 0 0 0 0,0 0 0 0 0,0-1 0 0 0,0 1 0 0 0,-1 0 0 0 0,1 0 0 0 0,0 0 1 0 0,0 0-1 0 0,0 0 0 0 0,0 0 0 0 0,0-1 0 0 0,-1 1 0 0 0,1 0 0 0 0,0 0 0 0 0,0 0 0 0 0,0 0 1 0 0,0-1-1 0 0,0 1 0 0 0,0 0 0 0 0,0 0 0 0 0,0 0 0 0 0,0 0 0 0 0,0-1 0 0 0,0 1 0 0 0,0 0 1 0 0,-1 0-1 0 0,1 0 0 0 0,0-1 0 0 0,1 1 0 0 0,-1 0 0 0 0,0 0 0 0 0,0 0 0 0 0,0-1 0 0 0,0 1 1 0 0,0 0-1 0 0,0 0 0 0 0,0 0 0 0 0,0 0 0 0 0,0-1 0 0 0,0 1 0 0 0,0 0 0 0 0,-13 7-108 0 0,0 1 0 0 0,0 0-1 0 0,0 1 1 0 0,1 0-1 0 0,0 1 1 0 0,1 1 0 0 0,0 0-1 0 0,1 0 1 0 0,0 1 0 0 0,-10 16-1 0 0,11-24-3035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39.0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105 20 5032 0 0,'0'-1'-68'0'0,"-1"0"-1"0"0,1 0 1 0 0,0 0 0 0 0,-1 0-1 0 0,1 0 1 0 0,-1 0-1 0 0,0 0 1 0 0,1 0-1 0 0,-1 0 1 0 0,0 0-1 0 0,1 0 1 0 0,-1 1-1 0 0,0-1 1 0 0,0 0-1 0 0,0 1 1 0 0,0-1-1 0 0,0 0 1 0 0,0 1-1 0 0,0-1 1 0 0,0 1-1 0 0,0-1 1 0 0,0 1-1 0 0,0 0 1 0 0,0 0-1 0 0,0-1 1 0 0,-2 1-1 0 0,0 0 7 0 0,1 0 0 0 0,-1 1 0 0 0,1-1-1 0 0,-1 1 1 0 0,0-1 0 0 0,1 1 0 0 0,-1 0 0 0 0,1 0-1 0 0,0 0 1 0 0,-1 1 0 0 0,-2 1 0 0 0,1-1 40 0 0,0 1 0 0 0,-1 0 0 0 0,1 1 0 0 0,0-1 0 0 0,1 1 0 0 0,-1 0-1 0 0,1-1 1 0 0,0 2 0 0 0,-1-1 0 0 0,2 0 0 0 0,-5 8 0 0 0,6-10 23 0 0,1-1 1 0 0,0 1-1 0 0,-1-1 0 0 0,1 1 1 0 0,0-1-1 0 0,0 1 0 0 0,0-1 0 0 0,0 1 1 0 0,0 0-1 0 0,0-1 0 0 0,1 1 0 0 0,-1-1 1 0 0,0 1-1 0 0,1-1 0 0 0,-1 0 1 0 0,1 1-1 0 0,0-1 0 0 0,-1 1 0 0 0,1-1 1 0 0,0 0-1 0 0,0 0 0 0 0,0 1 1 0 0,0-1-1 0 0,0 0 0 0 0,0 0 0 0 0,0 0 1 0 0,0 0-1 0 0,0 0 0 0 0,1 0 0 0 0,-1 0 1 0 0,0-1-1 0 0,1 1 0 0 0,1 0 1 0 0,0 1 12 0 0,1-2 0 0 0,-1 1 0 0 0,0 0 1 0 0,1-1-1 0 0,-1 1 0 0 0,1-1 1 0 0,-1 0-1 0 0,1 0 0 0 0,-1 0 1 0 0,1-1-1 0 0,-1 1 0 0 0,1-1 1 0 0,-1 0-1 0 0,1 0 0 0 0,-1 0 0 0 0,0-1 1 0 0,0 1-1 0 0,1-1 0 0 0,-1 1 1 0 0,0-1-1 0 0,-1 0 0 0 0,1 0 1 0 0,5-5-1 0 0,4-4 471 0 0,-1 0 0 0 0,0-1 0 0 0,18-23 0 0 0,-28 33 38 0 0,-29 2-265 0 0,15 7-208 0 0,0 0-1 0 0,1 2 0 0 0,0-1 0 0 0,-12 12 0 0 0,18-15-88 0 0,1 0-1 0 0,0 1 1 0 0,0 0 0 0 0,0 0-1 0 0,1 0 1 0 0,0 0 0 0 0,0 0-1 0 0,0 1 1 0 0,1 0-1 0 0,-3 9 1 0 0,6-15 23 0 0,0 0 1 0 0,0 1-1 0 0,0-1 0 0 0,0 0 0 0 0,0 0 1 0 0,0 0-1 0 0,1 0 0 0 0,-1 1 1 0 0,0-1-1 0 0,1 0 0 0 0,-1 0 0 0 0,1 0 1 0 0,-1 0-1 0 0,1 0 0 0 0,0 0 0 0 0,-1 0 1 0 0,1 0-1 0 0,0 0 0 0 0,0-1 0 0 0,0 1 1 0 0,-1 0-1 0 0,1 0 0 0 0,0-1 0 0 0,0 1 1 0 0,0 0-1 0 0,0-1 0 0 0,0 1 1 0 0,0-1-1 0 0,2 1 0 0 0,-1 0-52 0 0,3-2-17 0 0,3-2 183 0 0,1 0 0 0 0,-2 0-1 0 0,1-1 1 0 0,0 1 0 0 0,-1-2-1 0 0,0 1 1 0 0,0-1-1 0 0,0 0 1 0 0,0-1 0 0 0,-1 1-1 0 0,0-1 1 0 0,0-1 0 0 0,0 1-1 0 0,-1-1 1 0 0,6-10 0 0 0,-11 17-81 0 0,1 0 0 0 0,-1-1 0 0 0,0 1 0 0 0,0 0 0 0 0,1-1 0 0 0,-1 1 0 0 0,0 0 0 0 0,0-1 1 0 0,0 1-1 0 0,1-1 0 0 0,-1 1 0 0 0,0 0 0 0 0,0-1 0 0 0,0 1 0 0 0,0-1 0 0 0,0 1 0 0 0,0 0 1 0 0,0-1-1 0 0,0 1 0 0 0,0-1 0 0 0,0 1 0 0 0,0 0 0 0 0,0-1 0 0 0,0 1 0 0 0,0-1 0 0 0,-1 1 1 0 0,1 0-1 0 0,0-1 0 0 0,0 1 0 0 0,0-1 0 0 0,-1 1 0 0 0,1 0 0 0 0,0-1 0 0 0,0 1 0 0 0,-1 0 1 0 0,1 0-1 0 0,-1-1 0 0 0,-17-1 242 0 0,-15 8-122 0 0,26-3-129 0 0,-3 1-124 0 0,-1 0-1 0 0,2 1 1 0 0,-1 0 0 0 0,0 0 0 0 0,1 1 0 0 0,-11 9 0 0 0,19-14-177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1.0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41 65 6957 0 0,'-37'-1'1544'0'0,"36"1"-1528"0"0,1 0 0 0 0,0 0 0 0 0,0-1 0 0 0,-1 1 1 0 0,1 0-1 0 0,0-1 0 0 0,0 1 0 0 0,0 0 0 0 0,-1 0 0 0 0,1-1 1 0 0,0 1-1 0 0,0 0 0 0 0,0-1 0 0 0,0 1 0 0 0,0-1 0 0 0,-1 1 1 0 0,1 0-1 0 0,0-1 0 0 0,0 1 0 0 0,0 0 0 0 0,0-1 0 0 0,0 1 1 0 0,0 0-1 0 0,0-1 0 0 0,0 1 0 0 0,0-1 0 0 0,1 1 0 0 0,-1 0 1 0 0,0-1-1 0 0,0 1 0 0 0,0 0 0 0 0,0-1 0 0 0,0 1 0 0 0,1 0 1 0 0,-1-1-1 0 0,0 1 0 0 0,0 0 0 0 0,0 0 0 0 0,1-1 0 0 0,-1 1 0 0 0,0 0 1 0 0,1 0-1 0 0,-1-1 0 0 0,0 1 0 0 0,1 0 0 0 0,-1 0 0 0 0,0 0 1 0 0,1 0-1 0 0,-1-1 0 0 0,1 1 0 0 0,32-17 239 0 0,40-4-201 0 0,-53 18-39 0 0,4 0-47 0 0,45-1 1 0 0,-62 4 2 0 0,-1 0-1 0 0,1 1 1 0 0,-1-1 0 0 0,1 2 0 0 0,-1-1-1 0 0,0 1 1 0 0,0 0 0 0 0,1 0 0 0 0,-1 0-1 0 0,-1 1 1 0 0,1 0 0 0 0,6 4 0 0 0,-11-6 20 0 0,0 0 1 0 0,1 1 0 0 0,-1-1 0 0 0,0 0 0 0 0,0 0 0 0 0,0 0 0 0 0,0 1 0 0 0,0-1 0 0 0,0 1 0 0 0,0-1 0 0 0,0 1 0 0 0,-1-1 0 0 0,1 1 0 0 0,0-1 0 0 0,-1 1 0 0 0,0 0 0 0 0,1-1 0 0 0,-1 1 0 0 0,0 0 0 0 0,0-1 0 0 0,0 4 0 0 0,0 0-2 0 0,-1-1 1 0 0,0 0-1 0 0,0 0 0 0 0,-1 0 1 0 0,1 0-1 0 0,-1 0 1 0 0,0 0-1 0 0,-3 6 1 0 0,-6 5-6 0 0,-1 1 0 0 0,0-2 0 0 0,-14 15 0 0 0,22-26 9 0 0,-44 40-31 0 0,33-30 69 0 0,1 0 0 0 0,-25 28 1 0 0,38-39 71 0 0,153-13 18 0 0,-102 5-128 0 0,90 2-1 0 0,-48 9-272 0 0,-90-4 124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3.3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155 46 4312 0 0,'0'0'70'0'0,"-21"-36"612"0"0,20 35-612 0 0,-7-2 25 0 0,7 2-84 0 0,0 1 0 0 0,0-1 0 0 0,-1 1 0 0 0,1-1 1 0 0,0 1-1 0 0,0-1 0 0 0,0 1 0 0 0,-1 0 0 0 0,1 0 0 0 0,0-1 0 0 0,-1 1 0 0 0,1 0 0 0 0,0 0 0 0 0,0 0 0 0 0,-1 1 0 0 0,1-1 0 0 0,-2 1 1 0 0,-3 0-13 0 0,0 1 1 0 0,0 0 0 0 0,1 1 0 0 0,-1 0 0 0 0,1-1 0 0 0,0 2-1 0 0,0-1 1 0 0,0 0 0 0 0,0 1 0 0 0,1 0 0 0 0,-1 0 0 0 0,1 1-1 0 0,0-1 1 0 0,0 1 0 0 0,1 0 0 0 0,-4 6 0 0 0,4-7 3 0 0,1 0 0 0 0,0 1 1 0 0,0-1-1 0 0,1 0 0 0 0,0 1 0 0 0,-1-1 0 0 0,1 1 1 0 0,1 0-1 0 0,-1-1 0 0 0,1 1 0 0 0,0 0 1 0 0,0-1-1 0 0,1 7 0 0 0,-1-9 0 0 0,1 1 0 0 0,-1-1 1 0 0,1 1-1 0 0,0-1 0 0 0,0 0 1 0 0,0 1-1 0 0,0-1 0 0 0,0 0 0 0 0,1 0 1 0 0,-1 1-1 0 0,1-1 0 0 0,-1 0 0 0 0,1 0 1 0 0,0-1-1 0 0,0 1 0 0 0,0 0 0 0 0,0-1 1 0 0,0 1-1 0 0,0-1 0 0 0,0 1 0 0 0,1-1 1 0 0,-1 0-1 0 0,5 2 0 0 0,-1-2-11 0 0,0 0-1 0 0,1-1 1 0 0,-1 0 0 0 0,0 1-1 0 0,0-2 1 0 0,1 1 0 0 0,-1-1-1 0 0,0 0 1 0 0,0 0-1 0 0,0-1 1 0 0,0 0 0 0 0,0 0-1 0 0,0 0 1 0 0,0-1 0 0 0,-1 0-1 0 0,1 0 1 0 0,-1 0-1 0 0,0 0 1 0 0,0-1 0 0 0,8-7-1 0 0,-5 3 59 0 0,1 1-1 0 0,-1-1 0 0 0,-1 0 1 0 0,1-1-1 0 0,-2 1 1 0 0,1-1-1 0 0,-1-1 0 0 0,0 1 1 0 0,-1-1-1 0 0,7-20 1 0 0,-11 29-30 0 0,-1 0-10 0 0,1 0-1 0 0,-1 0 1 0 0,0-1 0 0 0,0 1 0 0 0,1 0 0 0 0,-1 0 0 0 0,0-1 0 0 0,0 1 0 0 0,0 0 0 0 0,0-1 0 0 0,-1 1 0 0 0,1 0 0 0 0,0 0 0 0 0,-1-3 0 0 0,-12-3 41 0 0,-17 11 15 0 0,21-1-72 0 0,0 0 1 0 0,0 1 0 0 0,0 0 0 0 0,1 1 0 0 0,-1 0 0 0 0,1 0 0 0 0,1 1 0 0 0,-1 0 0 0 0,1 0 0 0 0,0 1 0 0 0,0 0-1 0 0,1 0 1 0 0,-11 15 0 0 0,16-21 2 0 0,1-1 0 0 0,0 1-1 0 0,-1-1 1 0 0,1 1 0 0 0,0-1-1 0 0,-1 1 1 0 0,1-1-1 0 0,0 1 1 0 0,0-1 0 0 0,-1 1-1 0 0,1-1 1 0 0,0 1 0 0 0,0 0-1 0 0,0-1 1 0 0,0 1 0 0 0,0-1-1 0 0,0 1 1 0 0,0-1 0 0 0,0 1-1 0 0,0 0 1 0 0,0-1 0 0 0,0 1-1 0 0,0-1 1 0 0,1 1 0 0 0,-1 0-1 0 0,0-1 1 0 0,0 1 0 0 0,1-1-1 0 0,-1 1 1 0 0,0-1 0 0 0,0 1-1 0 0,1-1 1 0 0,-1 1 0 0 0,1 0-1 0 0,22 3-108 0 0,17-9 27 0 0,-34 3 131 0 0,-1 1 1 0 0,0-1-1 0 0,0 0 1 0 0,0 0-1 0 0,0 0 1 0 0,-1-1-1 0 0,1 0 1 0 0,0 0-1 0 0,5-4 1 0 0,-9 5 21 0 0,-37 9-3048 0 0,17 1 1466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2.5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18 722 4360 0 0,'0'0'-188'0'0,"-18"5"3785"0"0,353-346-3026 0 0,-184 180-571 0 0,-117 125-73 0 0,1 2 1 0 0,62-47-1 0 0,-69 53-97 0 0,-27 27 199 0 0,0 1-32 0 0,-1-1 0 0 0,0 0 0 0 0,1 1 0 0 0,-1-1 0 0 0,0 1 0 0 0,0-1 0 0 0,1 0 0 0 0,-1 1 0 0 0,0-1 0 0 0,0 0 0 0 0,0 1-1 0 0,0-1 1 0 0,0 0 0 0 0,0 0 0 0 0,0 1 0 0 0,0-1 0 0 0,0 0 0 0 0,0 1 0 0 0,-1-1 0 0 0,1 0 0 0 0,0 1 0 0 0,0-1 0 0 0,-1 1 0 0 0,1-1-1 0 0,0 0 1 0 0,-1 1 0 0 0,1-1 0 0 0,-1 1 0 0 0,1-1 0 0 0,0 1 0 0 0,-1-1 0 0 0,1 1 0 0 0,-1-1 0 0 0,1 1 0 0 0,-1 0 0 0 0,0-1 0 0 0,1 1-1 0 0,-2-1 1 0 0,-5-2-28 0 0,-1 1 0 0 0,1 0 0 0 0,-1 0 0 0 0,1 1 0 0 0,-1 0 0 0 0,0 0 0 0 0,1 0 0 0 0,-1 1 0 0 0,-9 1 0 0 0,-74 14-93 0 0,36-5-15 0 0,36-10 132 0 0,42-7 0 0 0,51-8 2 0 0,-40 9-33 0 0,1 2 0 0 0,0 2 0 0 0,1 1 1 0 0,64 7-1 0 0,-98-5 36 0 0,0 0-1 0 0,1 0 1 0 0,-1-1 0 0 0,0 1-1 0 0,0 0 1 0 0,0 1 0 0 0,0-1-1 0 0,1 0 1 0 0,-2 1-1 0 0,1-1 1 0 0,0 1 0 0 0,0-1-1 0 0,0 1 1 0 0,-1 0 0 0 0,1 0-1 0 0,-1 0 1 0 0,1 0 0 0 0,0 3-1 0 0,-1-4 4 0 0,-1 0-1 0 0,0 0 0 0 0,1 0 0 0 0,-1 0 1 0 0,0 0-1 0 0,0 0 0 0 0,0 0 0 0 0,0 0 1 0 0,0 0-1 0 0,0 0 0 0 0,0 0 0 0 0,0 0 1 0 0,-1 0-1 0 0,1 0 0 0 0,0 0 0 0 0,-1 0 1 0 0,1 0-1 0 0,0 0 0 0 0,-1 0 0 0 0,1 0 1 0 0,-1 0-1 0 0,0 0 0 0 0,1 0 1 0 0,-1 0-1 0 0,-1 1 0 0 0,1-1 1 0 0,-8 10 10 0 0,0-1 1 0 0,-1 0-1 0 0,0 0 1 0 0,0-1 0 0 0,-1 0-1 0 0,0-1 1 0 0,-1 0-1 0 0,0-1 1 0 0,-16 7 0 0 0,0 2-91 0 0,11-8-126 0 0,-11 9-3102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3.4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35 233 4596 0 0,'-35'6'-171'0'0,"55"-15"586"0"0,59-17-65 0 0,317-69-245 0 0,-160 41-66 0 0,-38 17 65 0 0,-193 37-321 0 0,23-5 765 0 0,-28 5-659 0 0,1 0 1 0 0,0 0-1 0 0,0-1 1 0 0,0 1-1 0 0,-1 0 1 0 0,1 0-1 0 0,0-1 1 0 0,0 1-1 0 0,-1 0 0 0 0,1-1 1 0 0,0 1-1 0 0,0-1 1 0 0,-1 1-1 0 0,1-1 1 0 0,0 1-1 0 0,-1-1 0 0 0,1 1 1 0 0,-1-1-1 0 0,1 0 1 0 0,-1 1-1 0 0,1-1 1 0 0,-1 0-1 0 0,1 1 1 0 0,-1-2-1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3.7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12 3876 0 0,'-11'-4'96'0'0,"5"0"0"0"0,9 2 96 0 0,50 0-104 0 0,1 3 1 0 0,-1 2-1 0 0,0 2 1 0 0,0 3-1 0 0,0 2 1 0 0,68 22-1 0 0,-119-32-76 0 0,-1 0 0 0 0,1 1-1 0 0,-1-1 1 0 0,1 0 0 0 0,-1 1 0 0 0,1-1-1 0 0,-1 1 1 0 0,1 0 0 0 0,-1-1-1 0 0,0 1 1 0 0,0 0 0 0 0,1 0 0 0 0,-1 0-1 0 0,0 0 1 0 0,0 0 0 0 0,0 0 0 0 0,0 0-1 0 0,0 0 1 0 0,0 1 0 0 0,0-1 0 0 0,0 0-1 0 0,-1 1 1 0 0,1-1 0 0 0,0 0 0 0 0,-1 1-1 0 0,1-1 1 0 0,0 3 0 0 0,-2-2 5 0 0,1 1 1 0 0,-1-1 0 0 0,0 0-1 0 0,1 1 1 0 0,-1-1-1 0 0,0 0 1 0 0,0 0 0 0 0,-1 0-1 0 0,1 0 1 0 0,0 0-1 0 0,-1 0 1 0 0,1 0 0 0 0,-1 0-1 0 0,0 0 1 0 0,-2 1-1 0 0,-10 9 50 0 0,-1 0-1 0 0,0-2 0 0 0,-20 11 0 0 0,35-21-66 0 0,-150 79 420 0 0,124-67-1251 0 0,-1-1 0 0 0,0-2 0 0 0,-54 12 0 0 0,66-19-163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4.8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 44 3880 0 0,'-29'-43'1329'0'0,"153"77"-697"0"0,439 97-537 0 0,-242-61-56 0 0,-228-53 457 0 0,25 8 376 0 0,-115-24-808 0 0,-1 0 1 0 0,1-1-1 0 0,0 1 1 0 0,-1 0-1 0 0,1-1 1 0 0,0 0-1 0 0,0 0 1 0 0,0 0 0 0 0,4 0-1 0 0,-5-1-261 0 0,-1 1 0 0 0,0-1 0 0 0,0 1 0 0 0,0-1 0 0 0,0 1 0 0 0,0-1-1 0 0,0 0 1 0 0,-1 1 0 0 0,1-1 0 0 0,0 0 0 0 0,0 0 0 0 0,0 0 0 0 0,-1 0 0 0 0,1 0 0 0 0,0 0 0 0 0,-1 0 0 0 0,1 0 0 0 0,-1 0 0 0 0,1 0-1 0 0,-1 0 1 0 0,1-1 0 0 0,1-5-1599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5.2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15 5060 0 0,'-4'-1'-62'0'0,"-59"-10"477"0"0,61 10-342 0 0,-6 0 7 0 0,4 0-24 0 0,8 2 286 0 0,53 16-314 0 0,59 26-1 0 0,-92-33-20 0 0,0 2 0 0 0,-1 0 0 0 0,-1 1-1 0 0,0 2 1 0 0,24 20 0 0 0,-45-34-1 0 0,0 0 0 0 0,0 0 0 0 0,1 0 0 0 0,-1 0-1 0 0,0 0 1 0 0,0 0 0 0 0,-1 0 0 0 0,1 1 0 0 0,0-1 0 0 0,0 0 0 0 0,-1 0 0 0 0,1 1 0 0 0,0-1 0 0 0,-1 0 0 0 0,1 1 0 0 0,-1-1-1 0 0,0 1 1 0 0,1-1 0 0 0,-1 1 0 0 0,0-1 0 0 0,0 1 0 0 0,0-1 0 0 0,0 1 0 0 0,0-1 0 0 0,-1 0 0 0 0,1 4 0 0 0,-2-2 5 0 0,1-1 0 0 0,-1 1 0 0 0,0 0 0 0 0,0 0 0 0 0,0-1 1 0 0,0 1-1 0 0,0-1 0 0 0,-1 0 0 0 0,1 0 0 0 0,-1 0 0 0 0,-4 4 0 0 0,-10 3 33 0 0,1 0-1 0 0,-2 0 0 0 0,-21 6 1 0 0,33-12-34 0 0,-153 48-196 0 0,50-29-2785 0 0,78-19 1447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6.1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0 4504 0 0,'0'0'343'0'0,"-21"10"-20"0"0,22-7-331 0 0,1 0 0 0 0,-1 0 1 0 0,1 0-1 0 0,0 0 0 0 0,0 0 0 0 0,0 0 1 0 0,0 0-1 0 0,0-1 0 0 0,1 1 0 0 0,-1-1 1 0 0,1 0-1 0 0,0 0 0 0 0,5 4 0 0 0,50 26 11 0 0,-45-25-3 0 0,246 107 35 0 0,-74-36 18 0 0,8 5 1 0 0,86 41 325 0 0,-269-117-91 0 0,10 4-2659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6.6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 45 4652 0 0,'-5'-7'126'0'0,"-1"1"-1"0"0,1 0 0 0 0,-1 1 1 0 0,0-1-1 0 0,-14-8 0 0 0,18 13 201 0 0,26 22-200 0 0,47 29 0 0 0,-36-27-125 0 0,63 56 0 0 0,-95-77 9 0 0,0 1-1 0 0,0-1 1 0 0,0 1-1 0 0,-1 0 1 0 0,1 0 0 0 0,-1 1-1 0 0,0-1 1 0 0,0 0 0 0 0,0 1-1 0 0,0-1 1 0 0,-1 1-1 0 0,2 5 1 0 0,-3-7-1 0 0,0 0 0 0 0,0 1 0 0 0,-1-1 0 0 0,1 0 0 0 0,-1 0 0 0 0,0 1 0 0 0,0-1 0 0 0,1 0 0 0 0,-1 0 0 0 0,-1 0 0 0 0,1 0 0 0 0,0 0 0 0 0,0 0 0 0 0,-1 0 0 0 0,1-1 0 0 0,-1 1 0 0 0,0 0 0 0 0,1-1 0 0 0,-1 1 0 0 0,0-1 0 0 0,0 0 0 0 0,-3 2 0 0 0,-12 9-54 0 0,-1-1 0 0 0,0-1 0 0 0,0-1 0 0 0,-1-1 1 0 0,-35 11-1 0 0,-47 5-3210 0 0,75-20 2319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5.8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0 1240 0 0,'0'0'3472'0'0,"-4"1"-3410"0"0,2-1-62 0 0,1 0 2 0 0,1 0-1 0 0,-1-1 1 0 0,1 1 0 0 0,0 0 0 0 0,-1 0 0 0 0,1 0-1 0 0,-1 0 1 0 0,1 0 0 0 0,-1 0 0 0 0,1 0-1 0 0,-1 0 1 0 0,1 0 0 0 0,0 0 0 0 0,-1 0 0 0 0,1 1-1 0 0,-1-1 1 0 0,1 0 0 0 0,-1 0 0 0 0,1 0-1 0 0,0 0 1 0 0,-1 1 0 0 0,1-1 0 0 0,-1 0 0 0 0,1 0-1 0 0,0 1 1 0 0,-1-1 0 0 0,1 0 0 0 0,0 1-1 0 0,-1-1 1 0 0,1 0 0 0 0,0 1 0 0 0,0-1-1 0 0,0 1 1 0 0,-1-1 0 0 0,1 0 0 0 0,0 1 0 0 0,0-1-1 0 0,0 1 1 0 0,0-1 0 0 0,-1 1 0 0 0,1-1-1 0 0,0 1 1 0 0,0-1 0 0 0,0 0 0 0 0,0 1 0 0 0,0-1-1 0 0,0 1 1 0 0,0-1 0 0 0,1 1 0 0 0,-1-1-1 0 0,0 1 1 0 0,0-1 0 0 0,0 1 0 0 0,1 2-18 0 0,27 29-24 0 0,55 37 39 0 0,165 105 0 0 0,-157-117-6 0 0,24 15 68 0 0,201 163-1 0 0,-242-178-1701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6.5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184 31 4324 0 0,'0'0'-106'0'0,"-28"-31"2804"0"0,48 53-2315 0 0,2-1 0 0 0,0-2 0 0 0,46 32 0 0 0,33 28-442 0 0,-94-70 61 0 0,-7-9-1 0 0,0 1-1 0 0,0 0 1 0 0,0 0-1 0 0,0-1 1 0 0,0 1-1 0 0,0 0 0 0 0,-1 0 1 0 0,1-1-1 0 0,0 1 1 0 0,0 0-1 0 0,0-1 1 0 0,-1 1-1 0 0,1 0 0 0 0,0-1 1 0 0,-1 1-1 0 0,1 0 1 0 0,-1-1-1 0 0,1 1 1 0 0,-1-1-1 0 0,1 1 0 0 0,-1-1 1 0 0,1 1-1 0 0,-1-1 1 0 0,1 1-1 0 0,-1-1 1 0 0,0 1-1 0 0,1-1 1 0 0,-2 1-1 0 0,-19 8 17 0 0,18-8-11 0 0,-45 13-483 0 0,-1-2 0 0 0,-1-2 0 0 0,-89 7 0 0 0,103-14-750 0 0,15 0-479 0 0,3-3-24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9.5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0 4644 0 0,'0'0'-134'0'0,"-2"5"7"0"0,1-3 125 0 0,0 1-1 0 0,0 0 1 0 0,1 0 0 0 0,0 0-1 0 0,0 0 1 0 0,-1-1 0 0 0,2 1-1 0 0,-1 0 1 0 0,0 0 0 0 0,0 0-1 0 0,1 0 1 0 0,0 0-1 0 0,-1-1 1 0 0,1 1 0 0 0,0 0-1 0 0,1-1 1 0 0,-1 1 0 0 0,0-1-1 0 0,3 5 1 0 0,5 13-8 0 0,1 1 6 0 0,1 0 0 0 0,0-1 0 0 0,2-1 0 0 0,0 0 1 0 0,1 0-1 0 0,22 22 0 0 0,107 91 53 0 0,-127-118-45 0 0,49 40 19 0 0,-29-26-6 0 0,-1 2 0 0 0,45 50 0 0 0,-53-45-7 0 0,27 29 312 0 0,-53-63-284 0 0,4 6-1112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0.1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63 2888 0 0,'-3'-2'108'0'0,"1"0"-1"0"0,-1-1 0 0 0,0 1 1 0 0,1-1-1 0 0,-1 0 1 0 0,1 0-1 0 0,0 0 0 0 0,0 0 1 0 0,0 0-1 0 0,1 0 1 0 0,-3-7-1 0 0,3 8 110 0 0,-8-11 1206 0 0,4 5-504 0 0,7 9-917 0 0,36 33-14 0 0,66 45 1 0 0,23 20 8 0 0,-125-98 5 0 0,-1 0-1 0 0,0 0 1 0 0,0 0-1 0 0,0 0 1 0 0,0 0-1 0 0,0 0 1 0 0,0 0-1 0 0,0 0 1 0 0,0 1 0 0 0,-1-1-1 0 0,1 0 1 0 0,0 1-1 0 0,-1-1 1 0 0,1 0-1 0 0,-1 1 1 0 0,1-1 0 0 0,-1 0-1 0 0,0 1 1 0 0,0-1-1 0 0,0 1 1 0 0,1-1-1 0 0,-1 1 1 0 0,0-1-1 0 0,-1 3 1 0 0,0-2 2 0 0,0 0 0 0 0,0 0-1 0 0,0 0 1 0 0,0 0 0 0 0,0-1 0 0 0,-1 1 0 0 0,1 0 0 0 0,-1-1-1 0 0,1 1 1 0 0,-1 0 0 0 0,0-1 0 0 0,1 0 0 0 0,-1 1-1 0 0,-3 0 1 0 0,-10 6 23 0 0,0-1 0 0 0,0-1 0 0 0,-26 8 0 0 0,25-9-11 0 0,-11 4-213 0 0,-55 17 504 0 0,23-20-3759 0 0,43-6 1718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1.6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6 4888 0 0,'-1'0'9'0'0,"0"-1"-1"0"0,-1 0 0 0 0,1 1 0 0 0,0-1 0 0 0,0 1 0 0 0,0-1 0 0 0,0 1 0 0 0,0-1 0 0 0,-1 1 1 0 0,1 0-1 0 0,0-1 0 0 0,0 1 0 0 0,-1 0 0 0 0,1 0 0 0 0,0 0 0 0 0,0 0 0 0 0,-1 0 1 0 0,1 0-1 0 0,0 1 0 0 0,0-1 0 0 0,-1 0 0 0 0,1 1 0 0 0,0-1 0 0 0,0 1 0 0 0,-2 0 0 0 0,3 0-10 0 0,0 1 0 0 0,0-1 0 0 0,0 0 0 0 0,0 0-1 0 0,0 0 1 0 0,0 0 0 0 0,0 0 0 0 0,1 1 0 0 0,-1-1-1 0 0,0 0 1 0 0,1 0 0 0 0,-1 0 0 0 0,1 0 0 0 0,0 0-1 0 0,-1 0 1 0 0,1 0 0 0 0,0 0 0 0 0,-1 0 0 0 0,1 0-1 0 0,0-1 1 0 0,0 1 0 0 0,0 0 0 0 0,0 0 0 0 0,0-1-1 0 0,-1 1 1 0 0,1-1 0 0 0,3 2 0 0 0,82 60 3 0 0,3-3 0 0 0,126 61 1 0 0,204 68 61 0 0,-391-177-56 0 0,-6-3 80 0 0,-1 1-1 0 0,32 18 1 0 0,-47-21 66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2.0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47 38 4120 0 0,'-32'-26'580'0'0,"31"25"-410"0"0,-5-3 255 0 0,-2-1-78 0 0,10 4 52 0 0,80 29-401 0 0,-2 4 0 0 0,77 42 1 0 0,-156-74 1 0 0,0 0 1 0 0,0 1 0 0 0,0-1-1 0 0,0 1 1 0 0,0-1-1 0 0,0 1 1 0 0,0-1 0 0 0,0 1-1 0 0,0-1 1 0 0,-1 1-1 0 0,1 0 1 0 0,0 0-1 0 0,0-1 1 0 0,0 1 0 0 0,-1 0-1 0 0,1 0 1 0 0,0 0-1 0 0,-1 0 1 0 0,1 0-1 0 0,-1 0 1 0 0,1 0 0 0 0,-1 0-1 0 0,0 0 1 0 0,1 0-1 0 0,-1 0 1 0 0,0 2 0 0 0,0-2 0 0 0,-1 0 1 0 0,1 1 0 0 0,-1-1 0 0 0,0 0 0 0 0,1 0 0 0 0,-1 0-1 0 0,0 0 1 0 0,0 1 0 0 0,0-1 0 0 0,0 0 0 0 0,0-1 0 0 0,0 1-1 0 0,0 0 1 0 0,0 0 0 0 0,0 0 0 0 0,-1-1 0 0 0,-1 2-1 0 0,-7 3-58 0 0,0 0 1 0 0,-1-1-1 0 0,-20 5 0 0 0,-62 7-2472 0 0,61-13 1057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2.7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1 4444 0 0,'0'0'-132'0'0,"-3"0"-80"0"0,-10 0 192 0 0,10 0 2 0 0,15-1-52 0 0,697 18 767 0 0,-623-14-346 0 0,-84-3-334 0 0,22-6-2356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3.1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8 3588 0 0,'-23'-8'1148'0'0,"57"11"-913"0"0,67 14-217 0 0,-73-9-5 0 0,-1 1 0 0 0,-1 2 0 0 0,48 24-1 0 0,-74-34-8 0 0,0-1-1 0 0,1 0 0 0 0,-1 1 0 0 0,0-1 0 0 0,0 0 0 0 0,0 1 0 0 0,1-1 0 0 0,-1 0 0 0 0,0 1 0 0 0,0-1 0 0 0,0 0 0 0 0,0 1 0 0 0,0-1 0 0 0,0 0 0 0 0,0 1 1 0 0,0-1-1 0 0,0 1 0 0 0,0-1 0 0 0,0 0 0 0 0,0 1 0 0 0,0-1 0 0 0,0 0 0 0 0,0 1 0 0 0,0-1 0 0 0,0 1 0 0 0,-1-1 0 0 0,1 0 0 0 0,0 1 0 0 0,0-1 0 0 0,0 0 1 0 0,-1 1-1 0 0,1-1 0 0 0,0 0 0 0 0,0 0 0 0 0,-1 1 0 0 0,1-1 0 0 0,0 0 0 0 0,0 0 0 0 0,-1 1 0 0 0,1-1 0 0 0,0 0 0 0 0,-1 0 0 0 0,1 0 0 0 0,-1 1 0 0 0,-12 9 44 0 0,13-10-46 0 0,-21 10-124 0 0,-1 0 1 0 0,0-2-1 0 0,0 0 0 0 0,-1-1 1 0 0,0-1-1 0 0,-43 4 1 0 0,31-4-1307 0 0,16-1 346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4.2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283 76 3800 0 0,'-3'-48'340'0'0,"3"46"-158"0"0,-6-23 2157 0 0,16 40-2343 0 0,0-1 1 0 0,1 0-1 0 0,0 0 0 0 0,1-1 0 0 0,26 21 0 0 0,80 56 73 0 0,-75-59-31 0 0,-27-20-20 0 0,-9-7 5 0 0,-1 1-1 0 0,1 0 0 0 0,-1 0 0 0 0,0 0 1 0 0,-1 0-1 0 0,1 1 0 0 0,6 8 0 0 0,-11-12 14 0 0,-4 0-11 0 0,-4 2-8 0 0,0 1 0 0 0,-1-2 1 0 0,1 1-1 0 0,-1-1 0 0 0,1-1 0 0 0,-1 1 1 0 0,-14 2-1 0 0,-68 7 40 0 0,45-7-25 0 0,-175 37 168 0 0,72-11-2448 0 0,143-30 623 0 0,-8 5-75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5.5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20 543 4860 0 0,'0'0'-37'0'0,"-19"-16"1037"0"0,21 10-942 0 0,1 0 0 0 0,0 0 0 0 0,1 0-1 0 0,-1 1 1 0 0,1-1 0 0 0,0 1 0 0 0,0 0 0 0 0,1 0-1 0 0,-1 0 1 0 0,1 1 0 0 0,0 0 0 0 0,11-7 0 0 0,79-45-9 0 0,-73 44-6 0 0,310-147-16 0 0,9-4 393 0 0,-303 140 175 0 0,-37 23-429 0 0,-17-13-69 0 0,14 11-87 0 0,0-1 0 0 0,0 1 0 0 0,0 1 1 0 0,-1-1-1 0 0,1 0 0 0 0,0 0 0 0 0,-1 1 0 0 0,1-1 0 0 0,-1 1 1 0 0,0 0-1 0 0,1 0 0 0 0,-6-1 0 0 0,-16-1-34 0 0,0 2 0 0 0,0 0 0 0 0,0 2 0 0 0,0 1 0 0 0,0 1 0 0 0,0 0 0 0 0,-46 15 0 0 0,48-11 28 0 0,28-8 14 0 0,21-2-2 0 0,22 3-70 0 0,-1 3 1 0 0,0 1-1 0 0,0 3 1 0 0,50 13-1 0 0,-98-20 53 0 0,1 1 0 0 0,-1-1 0 0 0,1 1 0 0 0,-1-1 0 0 0,0 1 0 0 0,1 0 0 0 0,-1-1 0 0 0,1 1 0 0 0,-1-1 0 0 0,0 1 1 0 0,0 0-1 0 0,1-1 0 0 0,-1 1 0 0 0,0 0 0 0 0,0-1 0 0 0,0 1 0 0 0,0 0 0 0 0,0-1 0 0 0,0 1 0 0 0,0 0 0 0 0,0 0 0 0 0,0-1 0 0 0,0 1 0 0 0,0 0 0 0 0,0-1 0 0 0,0 1 0 0 0,-1 0 0 0 0,1-1 0 0 0,0 1 0 0 0,0-1 0 0 0,-1 1 0 0 0,1 0 0 0 0,-1-1 1 0 0,1 1-1 0 0,0-1 0 0 0,-1 1 0 0 0,1-1 0 0 0,-1 1 0 0 0,1-1 0 0 0,-1 1 0 0 0,1-1 0 0 0,-1 1 0 0 0,0-1 0 0 0,1 0 0 0 0,-2 1 0 0 0,-33 16-420 0 0,-42 15-1 0 0,5-2-275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6.9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33 946 4660 0 0,'-4'-2'-88'0'0,"-23"-15"452"0"0,25 16 233 0 0,18-23-53 0 0,21-12-273 0 0,2 1 0 0 0,1 2 0 0 0,49-30 0 0 0,-8 5-159 0 0,402-354 130 0 0,-395 318-216 0 0,42-39 12 0 0,-97 97-208 0 0,-32 35 140 0 0,-8 4-278 0 0,-24 11 273 0 0,-31 15 86 0 0,-2-3 0 0 0,-88 25 0 0 0,135-50 1073 0 0,42-11-885 0 0,53-16-202 0 0,-18 12-59 0 0,0 2 0 0 0,1 3 1 0 0,93-2-1 0 0,-152 11-35 0 0,4 2-19 0 0,-6-2 72 0 0,1 0 0 0 0,0 0 0 0 0,0 0 0 0 0,0 0 0 0 0,-1 0 0 0 0,1 0 0 0 0,0 1 0 0 0,0-1 0 0 0,-1 0 0 0 0,1 0 0 0 0,0 1 0 0 0,0-1 0 0 0,-1 1 0 0 0,1-1 0 0 0,0 1 0 0 0,-1-1 0 0 0,1 1 0 0 0,-1-1 0 0 0,1 1 0 0 0,0-1 0 0 0,-1 1 0 0 0,1 0 0 0 0,-1-1 0 0 0,0 1 0 0 0,1 0 0 0 0,-1-1 0 0 0,0 1 0 0 0,1 0 0 0 0,-1 0 0 0 0,1 1 0 0 0,-3 4-16 0 0,1 1-1 0 0,-1-1 1 0 0,0 1-1 0 0,0-1 0 0 0,-1 0 1 0 0,0 0-1 0 0,0 0 1 0 0,0 0-1 0 0,-8 10 0 0 0,-15 29 0 0 0,11-27-555 0 0,3-10-3081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7.8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1 5032 0 0,'0'0'-210'0'0,"-4"1"-83"0"0,1 0 1150 0 0,7 0-252 0 0,21 0 3 0 0,61 1-713 0 0,-15-1 188 0 0,5 1-48 0 0,267 18 152 0 0,-332-18-313 0 0,-7-2-36 0 0,1 1 0 0 0,-1 0-1 0 0,1-1 1 0 0,0 0-1 0 0,-1 0 1 0 0,1 0 0 0 0,0 0-1 0 0,-1-1 1 0 0,1 0 0 0 0,7-2-1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8.4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 21 4552 0 0,'-15'-10'-254'0'0,"-1"0"4357"0"0,498 131-3980 0 0,-476-120-144 0 0,-4-1 19 0 0,-1 0 0 0 0,0 0 0 0 0,0 1 0 0 0,0-1 0 0 0,0 0 0 0 0,0 0 0 0 0,0 1 1 0 0,1-1-1 0 0,-1 1 0 0 0,0-1 0 0 0,0 1 0 0 0,0-1 0 0 0,0 1 0 0 0,0 0 0 0 0,-1 0 0 0 0,1-1 0 0 0,0 1 0 0 0,0 0 0 0 0,0 0 0 0 0,-1 0 0 0 0,1 0 1 0 0,0 0-1 0 0,-1 0 0 0 0,1 0 0 0 0,0 2 0 0 0,-2-1 2 0 0,0 0-1 0 0,0-1 1 0 0,0 1 0 0 0,0 0 0 0 0,-1 0 0 0 0,1-1 0 0 0,-1 1-1 0 0,1-1 1 0 0,-1 1 0 0 0,-3 1 0 0 0,-9 7 9 0 0,0-1 1 0 0,-1 0 0 0 0,-1-1-1 0 0,1 0 1 0 0,-1-1-1 0 0,-1-1 1 0 0,-26 6 0 0 0,-1 2-15 0 0,-62 17-773 0 0,33-16-3223 0 0,54-12 2113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1.0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62 5156 0 0,'-14'-14'132'0'0,"13"13"-76"0"0,0 1 1 0 0,1 0-1 0 0,-1-1 1 0 0,1 1-1 0 0,-1 0 1 0 0,1-1-1 0 0,-1 1 1 0 0,1-1-1 0 0,-1 1 1 0 0,1-1-1 0 0,0 1 1 0 0,-1-1-1 0 0,1 1 1 0 0,-1-1-1 0 0,1 0 1 0 0,0 1-1 0 0,0-1 1 0 0,-1 0-1 0 0,1 1 0 0 0,0-1 1 0 0,0 0-1 0 0,0 1 1 0 0,0-1-1 0 0,0 0 1 0 0,0 1-1 0 0,0-1 1 0 0,0-1-1 0 0,37-4-56 0 0,-1 0-1 0 0,1 3 0 0 0,1 0 0 0 0,47 5 0 0 0,-35-2 1 0 0,416-1 15 0 0,-369 0 98 0 0,-94 1-108 0 0,26-4-276 0 0,-11 0-2881 0 0,-13 0 1433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1.5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 11 4676 0 0,'0'0'-128'0'0,"-33"-10"1654"0"0,88 33-1467 0 0,-22-10-39 0 0,-1 1 0 0 0,-1 1 0 0 0,42 28 0 0 0,-72-43-19 0 0,0 1 0 0 0,-1-1 0 0 0,1 1 1 0 0,0-1-1 0 0,-1 1 0 0 0,1 0 0 0 0,0-1 0 0 0,-1 1 0 0 0,1 0 0 0 0,-1-1 0 0 0,1 1 0 0 0,-1 0 0 0 0,1 0 0 0 0,-1-1 0 0 0,0 1 1 0 0,1 0-1 0 0,-1 0 0 0 0,0 0 0 0 0,0-1 0 0 0,1 1 0 0 0,-1 0 0 0 0,0 0 0 0 0,0 0 0 0 0,0 0 0 0 0,0 0 0 0 0,0 0 0 0 0,0-1 0 0 0,0 1 1 0 0,-1 1-1 0 0,0 0 3 0 0,0 0 0 0 0,0 0 1 0 0,0 0-1 0 0,-1 0 0 0 0,1 0 0 0 0,0-1 1 0 0,-1 1-1 0 0,0-1 0 0 0,1 1 1 0 0,-1-1-1 0 0,-3 3 0 0 0,-5 2 13 0 0,0-1 0 0 0,0 1 0 0 0,-18 5 0 0 0,-5 0-687 0 0,0-2-1 0 0,-1-1 0 0 0,0-1 1 0 0,-52 2-1 0 0,62-8-485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2.1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13 355 4004 0 0,'0'0'104'0'0,"-9"2"-38"0"0,9-2-40 0 0,0 0-1 0 0,0 0 1 0 0,0-1-1 0 0,0 1 1 0 0,0 0-1 0 0,0 0 1 0 0,0 0-1 0 0,0 0 1 0 0,0 0-1 0 0,0 0 0 0 0,0 0 1 0 0,0-1-1 0 0,0 1 1 0 0,0 0-1 0 0,0 0 1 0 0,0 0-1 0 0,0 0 1 0 0,0 0-1 0 0,0 0 1 0 0,0-1-1 0 0,0 1 1 0 0,0 0-1 0 0,0 0 0 0 0,0 0 1 0 0,0 0-1 0 0,0 0 1 0 0,0 0-1 0 0,0 0 1 0 0,0 0-1 0 0,0-1 1 0 0,-1 1-1 0 0,1 0 1 0 0,0 0-1 0 0,0 0 1 0 0,0 0-1 0 0,0 0 0 0 0,0 0 1 0 0,0 0-1 0 0,0 0 1 0 0,0 0-1 0 0,-1 0 1 0 0,1 0-1 0 0,0 0 1 0 0,0 0-1 0 0,0 0 1 0 0,0 0-1 0 0,0 0 0 0 0,0 0 1 0 0,-1 0-1 0 0,1 0 1 0 0,0 0-1 0 0,0 0 1 0 0,0 0-1 0 0,0 0 1 0 0,0 0-1 0 0,0 0 1 0 0,0 0-1 0 0,-1 0 1 0 0,12-11-1 0 0,1 1 0 0 0,0 1 1 0 0,0 0-1 0 0,1 0 1 0 0,0 2-1 0 0,0-1 1 0 0,1 1-1 0 0,16-5 1 0 0,130-40 37 0 0,-140 46-51 0 0,677-143 227 0 0,-666 143-190 0 0,39-8 1350 0 0,-68 14-1224 0 0,3-3 61 0 0,-4 3-230 0 0,0 0 0 0 0,-1 0 0 0 0,1 0 0 0 0,-1 0 1 0 0,1-1-1 0 0,0 1 0 0 0,-1 0 0 0 0,1 0 0 0 0,0-1 0 0 0,-1 1 0 0 0,1 0 1 0 0,-1-1-1 0 0,1 1 0 0 0,-1-1 0 0 0,1 1 0 0 0,-1 0 0 0 0,1-1 0 0 0,-1 1 0 0 0,1-1 1 0 0,-1 1-1 0 0,0-1 0 0 0,1 0 0 0 0,-1 1 0 0 0,0-1 0 0 0,1 1 0 0 0,-1-1 0 0 0,0 0 1 0 0,0 0-1 0 0,0 0-164 0 0,0-1 1 0 0,0 1 0 0 0,-1-1 0 0 0,1 1-1 0 0,0-1 1 0 0,-1 1 0 0 0,0 0-1 0 0,1-1 1 0 0,-1 1 0 0 0,0 0-1 0 0,1-1 1 0 0,-1 1 0 0 0,0 0-1 0 0,-2-2 1 0 0,-2-4-2176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2.6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43 6 4856 0 0,'-22'0'-127'0'0,"3"-3"761"0"0,17 2-485 0 0,8 0-61 0 0,20 0-38 0 0,44 2-35 0 0,-33 2-31 0 0,1 1 0 0 0,-1 2 0 0 0,0 2 0 0 0,0 1 0 0 0,-1 2 0 0 0,55 25 0 0 0,-89-36 21 0 0,-1 1-1 0 0,0-1 1 0 0,0 1-1 0 0,1-1 1 0 0,-1 1-1 0 0,0 0 1 0 0,0 0-1 0 0,0 0 1 0 0,0-1-1 0 0,0 1 1 0 0,0 0-1 0 0,0 0 1 0 0,0 0-1 0 0,0 0 1 0 0,-1 1 0 0 0,1-1-1 0 0,0 0 1 0 0,-1 0-1 0 0,1 0 1 0 0,-1 1-1 0 0,1-1 1 0 0,-1 0-1 0 0,0 1 1 0 0,1-1-1 0 0,-1 0 1 0 0,0 1-1 0 0,0-1 1 0 0,0 0-1 0 0,0 1 1 0 0,0-1-1 0 0,0 0 1 0 0,0 1-1 0 0,-1-1 1 0 0,1 0-1 0 0,0 1 1 0 0,-1-1-1 0 0,1 0 1 0 0,-1 0-1 0 0,1 1 1 0 0,-1-1 0 0 0,0 0-1 0 0,1 0 1 0 0,-1 0-1 0 0,0 0 1 0 0,0 0-1 0 0,0 0 1 0 0,0 0-1 0 0,0 0 1 0 0,-2 1-1 0 0,-6 6 46 0 0,0 0 1 0 0,-1 0-1 0 0,0-1 0 0 0,-13 7 0 0 0,22-13-49 0 0,-119 61 29 0 0,70-39-3361 0 0,48-22 2457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3.5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12 3640 0 0,'-8'-11'1420'0'0,"11"16"-706"0"0,18 17-615 0 0,44 12-87 0 0,1-4-1 0 0,1-2 1 0 0,100 26-1 0 0,-85-29-11 0 0,592 193 127 0 0,-524-172 1862 0 0,-148-45-1697 0 0,1-1-17 0 0,-3 0-274 0 0,1 0 1 0 0,-1 0-1 0 0,0 0 1 0 0,1 0-1 0 0,-1 1 1 0 0,0-1-1 0 0,1 0 1 0 0,-1 0-1 0 0,0 0 1 0 0,1 0-1 0 0,-1 0 1 0 0,0 0 0 0 0,1 0-1 0 0,-1 0 1 0 0,0 0-1 0 0,1-1 1 0 0,-1 1-1 0 0,0 0 1 0 0,1 0-1 0 0,-1 0 1 0 0,0 0-1 0 0,1 0 1 0 0,-1-1-1 0 0,0 1 1 0 0,0 0-1 0 0,1 0 1 0 0,-1 0-1 0 0,0-1 1 0 0,0 1-1 0 0,1 0 1 0 0,-1 0-1 0 0,0-1 1 0 0,1 1-1 0 0,-3-9-392 0 0,-1-12-614 0 0,3 4-2478 0 0,0 5 1565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3.9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58 5112 0 0,'-53'-56'1614'0'0,"51"55"-1333"0"0,52 30-22 0 0,53 22 1 0 0,-101-50-247 0 0,32 16-4 0 0,-1-2 9 0 0,0 2-1 0 0,46 31 1 0 0,-79-48-17 0 0,1 1 1 0 0,-1-1-1 0 0,1 0 0 0 0,-1 0 1 0 0,0 1-1 0 0,1-1 1 0 0,-1 0-1 0 0,0 1 1 0 0,1-1-1 0 0,-1 1 1 0 0,0-1-1 0 0,0 0 1 0 0,1 1-1 0 0,-1-1 0 0 0,0 1 1 0 0,0-1-1 0 0,0 1 1 0 0,1-1-1 0 0,-1 1 1 0 0,0-1-1 0 0,0 0 1 0 0,0 1-1 0 0,0-1 0 0 0,0 1 1 0 0,0-1-1 0 0,0 1 1 0 0,0-1-1 0 0,0 1 1 0 0,0-1-1 0 0,0 1 1 0 0,-1-1-1 0 0,1 1 1 0 0,0-1-1 0 0,0 1 0 0 0,-17 14 34 0 0,-24 4 20 0 0,8-9-157 0 0,-1-1 1 0 0,0-2 0 0 0,-35 3-1 0 0,40-8-1581 0 0,-56-2 0 0 0,55-1-430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4.9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13 5440 0 0,'0'0'-82'0'0,"-7"-9"553"0"0,3 5 63 0 0,4 6 360 0 0,6 9-896 0 0,1-1 1 0 0,0-1-1 0 0,0 1 1 0 0,1-1-1 0 0,0-1 1 0 0,16 14-1 0 0,69 48-3 0 0,-58-45 3 0 0,638 383 72 0 0,-434-275-19 0 0,12-3 51 0 0,-176-94 1047 0 0,-73-35-1002 0 0,-8-25-7049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5.7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135 34 5016 0 0,'-5'-33'1202'0'0,"21"40"-732"0"0,-1 1-1 0 0,0 1 1 0 0,-1 0-1 0 0,16 13 1 0 0,28 18-463 0 0,20 6 8 0 0,-34-21-12 0 0,-1 1 0 0 0,64 53 0 0 0,-106-78-2 0 0,-1-1 0 0 0,0 1 0 0 0,0 0 0 0 0,0-1-1 0 0,0 1 1 0 0,-1 0 0 0 0,1-1 0 0 0,0 1 0 0 0,0 0-1 0 0,0-1 1 0 0,0 1 0 0 0,-1 0 0 0 0,1-1 0 0 0,0 1-1 0 0,0-1 1 0 0,-1 1 0 0 0,1-1 0 0 0,-1 1-1 0 0,1-1 1 0 0,0 1 0 0 0,-1-1 0 0 0,1 1 0 0 0,-1-1-1 0 0,1 1 1 0 0,-1-1 0 0 0,0 0 0 0 0,1 1 0 0 0,-1-1-1 0 0,1 0 1 0 0,-1 1 0 0 0,-1-1 0 0 0,-19 13 24 0 0,-51 14 27 0 0,-2-3 0 0 0,-139 27 0 0 0,121-31-123 0 0,26-12-4193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7.0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351 90 5785 0 0,'-5'-55'-1104'0'0,"2"43"2055"0"0,-5-8 1117 0 0,7 18-2210 0 0,16 26 149 0 0,1 0 1 0 0,1-1-1 0 0,1-1 1 0 0,0 0-1 0 0,2-2 0 0 0,1 0 1 0 0,0-1-1 0 0,2-1 1 0 0,0-1-1 0 0,37 20 0 0 0,-22-5 260 0 0,-37-31-144 0 0,-3 1-67 0 0,-3 2-37 0 0,0-1 0 0 0,0 0 0 0 0,-1 0-1 0 0,1 0 1 0 0,0-1 0 0 0,-1 0 0 0 0,0 0-1 0 0,1 0 1 0 0,-12 1 0 0 0,-65 7 68 0 0,41-7-50 0 0,-108 21 3 0 0,-50 6 8 0 0,152-27-108 0 0,45-3-66 0 0,-1 0-92 0 0,-31-2-3873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4.6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41 4248 0 0,'0'-2'46'0'0,"0"1"0"0"0,0-1 0 0 0,0 1 0 0 0,0-1 0 0 0,0 1 0 0 0,0-1 0 0 0,0 1 0 0 0,-1-1 0 0 0,1 1 0 0 0,0-1 0 0 0,-1 1 0 0 0,1 0-1 0 0,-1-1 1 0 0,0 1 0 0 0,1-1 0 0 0,-1 1 0 0 0,0 0 0 0 0,0 0 0 0 0,0-1 0 0 0,0 1 0 0 0,0 0 0 0 0,0 0 0 0 0,0 0 0 0 0,0 0 0 0 0,-1 0 0 0 0,1 0-1 0 0,0 1 1 0 0,0-1 0 0 0,-1 0 0 0 0,1 1 0 0 0,-1-1 0 0 0,1 0 0 0 0,0 1 0 0 0,-3-1 0 0 0,2 2-35 0 0,-1-1 1 0 0,0 1-1 0 0,0-1 1 0 0,1 1-1 0 0,-1 0 1 0 0,1 0-1 0 0,-1 0 1 0 0,1 1-1 0 0,-1-1 1 0 0,1 0-1 0 0,0 1 1 0 0,0 0-1 0 0,0-1 1 0 0,0 1-1 0 0,0 0 1 0 0,0 0-1 0 0,0 0 1 0 0,0 0-1 0 0,1 1 1 0 0,-1-1-1 0 0,1 0 1 0 0,0 1-1 0 0,-2 2 1 0 0,2-4-20 0 0,1 0 1 0 0,-1 0-1 0 0,0 1 1 0 0,1-1-1 0 0,-1 0 1 0 0,1 0-1 0 0,-1 1 1 0 0,1-1-1 0 0,-1 0 1 0 0,1 0-1 0 0,0 1 0 0 0,0-1 1 0 0,0 0-1 0 0,0 1 1 0 0,0-1-1 0 0,0 0 1 0 0,0 1-1 0 0,0-1 1 0 0,0 0-1 0 0,0 1 1 0 0,1-1-1 0 0,-1 0 1 0 0,1 1-1 0 0,-1-1 1 0 0,1 0-1 0 0,-1 0 0 0 0,1 0 1 0 0,0 1-1 0 0,0-1 1 0 0,-1 0-1 0 0,1 0 1 0 0,0 0-1 0 0,0 0 1 0 0,0 0-1 0 0,0-1 1 0 0,0 1-1 0 0,0 0 1 0 0,1 0-1 0 0,-1-1 0 0 0,0 1 1 0 0,0-1-1 0 0,0 1 1 0 0,1-1-1 0 0,-1 1 1 0 0,0-1-1 0 0,1 0 1 0 0,-1 1-1 0 0,0-1 1 0 0,2 0-1 0 0,4 1-35 0 0,-1 0 1 0 0,1 0-1 0 0,-1-1 0 0 0,1 1 0 0 0,-1-2 0 0 0,0 1 1 0 0,1-1-1 0 0,-1 0 0 0 0,8-2 0 0 0,1-2 135 0 0,-1-1 0 0 0,1-1 0 0 0,-1-1 0 0 0,18-12 0 0 0,-32 20-74 0 0,-1 0-1 0 0,1 0 0 0 0,0 0 1 0 0,0 0-1 0 0,0 0 1 0 0,0 0-1 0 0,-1 0 0 0 0,1 0 1 0 0,0 0-1 0 0,0 0 1 0 0,0 0-1 0 0,0-1 1 0 0,-1 1-1 0 0,1 0 0 0 0,0 0 1 0 0,0 0-1 0 0,0 0 1 0 0,0 0-1 0 0,0 0 0 0 0,0-1 1 0 0,0 1-1 0 0,-1 0 1 0 0,1 0-1 0 0,0 0 0 0 0,0 0 1 0 0,0 0-1 0 0,0-1 1 0 0,0 1-1 0 0,0 0 1 0 0,0 0-1 0 0,0 0 0 0 0,0 0 1 0 0,0-1-1 0 0,0 1 1 0 0,0 0-1 0 0,0 0 0 0 0,0 0 1 0 0,0-1-1 0 0,0 1 1 0 0,0 0-1 0 0,0 0 0 0 0,0 0 1 0 0,0 0-1 0 0,0-1 1 0 0,0 1-1 0 0,1 0 0 0 0,-1 0 1 0 0,0 0-1 0 0,0 0 1 0 0,0 0-1 0 0,0 0 1 0 0,0-1-1 0 0,-8 3-28 0 0,0 0-1 0 0,1 1 1 0 0,-1 0 0 0 0,0 0 0 0 0,1 0 0 0 0,0 1-1 0 0,-1 0 1 0 0,2 1 0 0 0,-1-1 0 0 0,0 1-1 0 0,1 1 1 0 0,-11 11 0 0 0,16-15-43 0 0,8-5-126 0 0,-4 1-93 0 0,25-13 821 0 0,-19 9-3685 0 0,-48 12 1525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5.5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 67 4488 0 0,'0'0'-174'0'0,"5"-44"741"0"0,-5 43-523 0 0,0 1 0 0 0,0-1-1 0 0,0 0 1 0 0,0 1 0 0 0,0-1-1 0 0,0 0 1 0 0,-1 1 0 0 0,1-1-1 0 0,0 0 1 0 0,0 1 0 0 0,-1-1 0 0 0,1 0-1 0 0,0 1 1 0 0,-1-1 0 0 0,1 1-1 0 0,-1-1 1 0 0,1 1 0 0 0,-1-1-1 0 0,1 1 1 0 0,-1-1 0 0 0,1 1 0 0 0,-1-1-1 0 0,1 1 1 0 0,-1 0 0 0 0,1-1-1 0 0,-1 1 1 0 0,0 0 0 0 0,1 0 0 0 0,-1-1-1 0 0,0 1 1 0 0,1 0 0 0 0,-1 0-1 0 0,0 0 1 0 0,0 0 0 0 0,-2 1-36 0 0,0-1 1 0 0,0 2 0 0 0,1-1-1 0 0,-1 0 1 0 0,0 0 0 0 0,1 1-1 0 0,0 0 1 0 0,-1-1 0 0 0,1 1-1 0 0,0 0 1 0 0,-2 2 0 0 0,3-3-19 0 0,0-1 1 0 0,0 1 0 0 0,1-1-1 0 0,-1 1 1 0 0,0 0-1 0 0,1-1 1 0 0,-1 1 0 0 0,0 0-1 0 0,1-1 1 0 0,-1 1 0 0 0,1 0-1 0 0,-1 0 1 0 0,1-1 0 0 0,0 1-1 0 0,-1 0 1 0 0,1 0 0 0 0,0 0-1 0 0,-1 0 1 0 0,1 0 0 0 0,0 0-1 0 0,0 0 1 0 0,0-1 0 0 0,0 1-1 0 0,0 0 1 0 0,0 0-1 0 0,0 0 1 0 0,0 0 0 0 0,0 0-1 0 0,1 0 1 0 0,-1 0 0 0 0,1 1-1 0 0,0-1-6 0 0,0 0 0 0 0,0 0 0 0 0,0 0-1 0 0,0 0 1 0 0,0 0 0 0 0,1 0 0 0 0,-1-1-1 0 0,0 1 1 0 0,1 0 0 0 0,-1-1-1 0 0,0 1 1 0 0,1-1 0 0 0,-1 1 0 0 0,1-1-1 0 0,-1 0 1 0 0,1 0 0 0 0,-1 1 0 0 0,1-1-1 0 0,-1 0 1 0 0,2-1 0 0 0,0 1-55 0 0,2-1 8 0 0,18-5 228 0 0,0-2 0 0 0,-1 0 1 0 0,0-1-1 0 0,35-22 0 0 0,-56 30 344 0 0,-8 4-461 0 0,0-1-41 0 0,1 0 1 0 0,0 0 1 0 0,0 0-1 0 0,0 1 0 0 0,0-1 0 0 0,1 1 0 0 0,-1 1 0 0 0,-9 7 0 0 0,14-11-20 0 0,1 0 0 0 0,0 0-1 0 0,-1 0 1 0 0,1 0 0 0 0,0 0-1 0 0,-1 1 1 0 0,1-1 0 0 0,0 0 0 0 0,-1 0-1 0 0,1 0 1 0 0,0 0 0 0 0,-1 1-1 0 0,1-1 1 0 0,0 0 0 0 0,0 0-1 0 0,-1 0 1 0 0,1 1 0 0 0,0-1 0 0 0,0 0-1 0 0,-1 1 1 0 0,1-1 0 0 0,0 0-1 0 0,0 0 1 0 0,0 1 0 0 0,0-1-1 0 0,0 0 1 0 0,-1 1 0 0 0,1-1-1 0 0,0 0 1 0 0,0 1 0 0 0,0-1 0 0 0,0 0-1 0 0,0 1 1 0 0,0-1 0 0 0,0 1-1 0 0,0-1 1 0 0,0 0 0 0 0,0 1-1 0 0,1 0 1 0 0,15-3-96 0 0,28-17 236 0 0,-43 18-68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6.2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96 35 4560 0 0,'0'0'-24'0'0,"-29"-33"977"0"0,28 32-840 0 0,-23 0 118 0 0,20 1-228 0 0,2 0-2 0 0,1 0-1 0 0,-1 1 0 0 0,1-1 0 0 0,-1 0 0 0 0,1 0 0 0 0,-1 1 0 0 0,1-1 0 0 0,-1 1 0 0 0,1-1 0 0 0,0 1 0 0 0,-1 0 0 0 0,1-1 0 0 0,0 1 0 0 0,0 0 0 0 0,-1 0 0 0 0,1 0 0 0 0,0 0 1 0 0,0 0-1 0 0,0 0 0 0 0,0 0 0 0 0,0 1 0 0 0,0-1 0 0 0,-1 2 0 0 0,0-1 1 0 0,-1 2 2 0 0,13 7-4 0 0,-3-9-15 0 0,12 0 1 0 0,-2-4 8 0 0,10 0 207 0 0,-21 4 289 0 0,-31 11 521 0 0,-5 2-1215 0 0,28-13 72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2.4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27 6165 0 0,'0'0'-331'0'0,"-30"-23"-813"0"0,28 21 1141 0 0,-1 0 4 0 0,-27 8-29 0 0,25-5 24 0 0,0 1-1 0 0,0-1 0 0 0,-1 1 0 0 0,1 1 0 0 0,0-1 1 0 0,0 1-1 0 0,1 0 0 0 0,-1 0 0 0 0,-6 6 1 0 0,-8 4-10 0 0,18-13 16 0 0,0 1-1 0 0,0-1 0 0 0,0 1 1 0 0,1-1-1 0 0,-1 1 1 0 0,0-1-1 0 0,1 1 0 0 0,-1-1 1 0 0,0 1-1 0 0,1-1 1 0 0,-1 1-1 0 0,1 0 0 0 0,-1-1 1 0 0,1 1-1 0 0,-1 0 1 0 0,1 0-1 0 0,-1-1 1 0 0,1 1-1 0 0,0 0 0 0 0,0 0 1 0 0,-1 0-1 0 0,1-1 1 0 0,0 1-1 0 0,0 0 0 0 0,0 0 1 0 0,0 0-1 0 0,0 0 1 0 0,0 0-1 0 0,0-1 1 0 0,0 1-1 0 0,0 0 0 0 0,0 0 1 0 0,0 0-1 0 0,1 0 1 0 0,-1-1-1 0 0,0 1 0 0 0,0 0 1 0 0,1 0-1 0 0,-1 0 1 0 0,1-1-1 0 0,-1 1 1 0 0,1 0-1 0 0,-1-1 0 0 0,1 1 1 0 0,-1 0-1 0 0,1-1 1 0 0,0 1-1 0 0,-1-1 0 0 0,1 1 1 0 0,0-1-1 0 0,0 1 1 0 0,-1-1-1 0 0,1 1 1 0 0,0-1-1 0 0,0 0 0 0 0,-1 1 1 0 0,1-1-1 0 0,0 0 1 0 0,0 0-1 0 0,0 0 0 0 0,0 0 1 0 0,0 0-1 0 0,-1 0 1 0 0,2 0-1 0 0,1 0-6 0 0,32-16 43 0 0,0-6 683 0 0,-34 21-528 0 0,5-1 898 0 0,-11 4-1084 0 0,1 0-3 0 0,1 0-1 0 0,-1 0 1 0 0,0 1-1 0 0,0-1 1 0 0,1 1-1 0 0,-1 0 0 0 0,-3 3 1 0 0,6-4-17 0 0,-6 7-73 0 0,3-4 108 0 0,6-5 284 0 0,3-4-231 0 0,-4 4-41 0 0,0-1 0 0 0,1 0 0 0 0,-1 1 0 0 0,0-1 0 0 0,0 0 1 0 0,0 0-1 0 0,0 0 0 0 0,0 0 0 0 0,0 0 0 0 0,0 0 0 0 0,0 0 0 0 0,-1 0 0 0 0,1-1 0 0 0,0 1 1 0 0,0 0-1 0 0,-1 0 0 0 0,1-1 0 0 0,0-1 0 0 0,-1 1 119 0 0,-15-4-327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3.5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60 54 5288 0 0,'0'0'-183'0'0,"-39"-18"725"0"0,37 17-349 0 0,5-2-190 0 0,0 1-1 0 0,0 0 1 0 0,0 0 0 0 0,0 1-1 0 0,0-1 1 0 0,0 0 0 0 0,0 1-1 0 0,0 0 1 0 0,1 0 0 0 0,-1 0-1 0 0,5-1 1 0 0,-6 2-10 0 0,45-13-54 0 0,-37 12 53 0 0,0 1-1 0 0,0 0 1 0 0,0 0 0 0 0,0 1-1 0 0,0 1 1 0 0,0-1 0 0 0,0 1-1 0 0,-1 1 1 0 0,1 0 0 0 0,-1 1-1 0 0,1-1 1 0 0,-1 2 0 0 0,0-1 0 0 0,10 8-1 0 0,-18-11 9 0 0,0-1 1 0 0,0 1-1 0 0,0-1 0 0 0,0 1 1 0 0,0 0-1 0 0,0-1 0 0 0,0 1 0 0 0,0 0 1 0 0,0 0-1 0 0,0 0 0 0 0,-1 0 0 0 0,1 0 1 0 0,0 0-1 0 0,-1 0 0 0 0,1 0 0 0 0,0 0 1 0 0,-1 0-1 0 0,1 0 0 0 0,-1 0 0 0 0,0 0 1 0 0,1 0-1 0 0,-1 1 0 0 0,0-1 1 0 0,0 0-1 0 0,0 0 0 0 0,0 0 0 0 0,0 1 1 0 0,0-1-1 0 0,0 0 0 0 0,0 0 0 0 0,0 0 1 0 0,0 1-1 0 0,-1-1 0 0 0,1 0 0 0 0,-1 0 1 0 0,1 0-1 0 0,0 0 0 0 0,-1 0 1 0 0,0 0-1 0 0,1 0 0 0 0,-1 0 0 0 0,0 0 1 0 0,0 0-1 0 0,1 0 0 0 0,-1 0 0 0 0,0 0 1 0 0,0-1-1 0 0,0 1 0 0 0,0 0 0 0 0,-2 0 1 0 0,-5 6 5 0 0,0-1 1 0 0,0 0-1 0 0,-1-1 1 0 0,-10 5-1 0 0,-123 44 457 0 0,140-53-415 0 0,0 0-1 0 0,2-1-44 0 0,-1 0-1 0 0,1 0 0 0 0,0 0 1 0 0,0 0-1 0 0,0 0 1 0 0,-1 0-1 0 0,1 0 0 0 0,0 0 1 0 0,0 0-1 0 0,-1 0 0 0 0,1 0 1 0 0,0 0-1 0 0,0 0 0 0 0,0 0 1 0 0,-1 0-1 0 0,1 0 1 0 0,0 0-1 0 0,0 1 0 0 0,-1-1 1 0 0,1 0-1 0 0,0 0 0 0 0,0 0 1 0 0,0 0-1 0 0,0 0 0 0 0,-1 0 1 0 0,1 1-1 0 0,0-1 1 0 0,0 0-1 0 0,0 0 0 0 0,0 0 1 0 0,0 0-1 0 0,-1 1 0 0 0,1-1 1 0 0,0 0-1 0 0,0 0 1 0 0,0 0-1 0 0,0 1 0 0 0,0-1 1 0 0,0 0-1 0 0,0 0 0 0 0,0 1 1 0 0,0-1-1 0 0,0 0 0 0 0,0 0 1 0 0,0 0-1 0 0,0 1 1 0 0,73 23 51 0 0,24 9-60 0 0,-81-26-3 0 0,42 22-51 0 0,-54-27 55 0 0,-1 1-1 0 0,0-1 1 0 0,1 1-1 0 0,-1-1 1 0 0,0 1 0 0 0,-1 0-1 0 0,1 0 1 0 0,0 1-1 0 0,-1-1 1 0 0,0 0 0 0 0,0 1-1 0 0,3 6 1 0 0,-5-9 5 0 0,0 0 0 0 0,0 0 0 0 0,0 0 0 0 0,-1 0 0 0 0,1 0 0 0 0,0 0 0 0 0,-1 0 0 0 0,1 0 0 0 0,0 0 0 0 0,-1 0 0 0 0,1-1 0 0 0,-1 1 0 0 0,0 0 0 0 0,1 0 0 0 0,-1 0 0 0 0,0-1 0 0 0,1 1 0 0 0,-1 0 0 0 0,0-1 0 0 0,0 1 0 0 0,0 0 0 0 0,0-1 0 0 0,1 1 0 0 0,-1-1 0 0 0,0 0 0 0 0,0 1 0 0 0,0-1 0 0 0,-2 1 0 0 0,-27 10 31 0 0,-8-1 124 0 0,0-2 0 0 0,0-2 1 0 0,-55 3-1 0 0,4-7-2442 0 0,96-4 804 0 0,25-9 153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4.8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201 49 4456 0 0,'-19'-28'460'0'0,"-21"10"122"0"0,38 17-533 0 0,-3 0-25 0 0,0 1 0 0 0,1 0 0 0 0,-1-1 1 0 0,0 2-1 0 0,0-1 0 0 0,-9 2 0 0 0,6 3-22 0 0,-1 0 1 0 0,1 0-1 0 0,0 1 0 0 0,1 0 1 0 0,-1 0-1 0 0,-12 15 1 0 0,17-18-4 0 0,1-1 1 0 0,-1 1 0 0 0,1 0 0 0 0,0 0-1 0 0,0 0 1 0 0,0 0 0 0 0,0 0 0 0 0,0 1-1 0 0,1-1 1 0 0,-1 0 0 0 0,1 1 0 0 0,0-1-1 0 0,0 1 1 0 0,0 0 0 0 0,1-1 0 0 0,-1 1-1 0 0,1 0 1 0 0,0-1 0 0 0,0 1 0 0 0,0 0-1 0 0,2 6 1 0 0,-2-8 5 0 0,1 0 0 0 0,0 0 0 0 0,0 0 0 0 0,0 0 0 0 0,0 0-1 0 0,0 0 1 0 0,1-1 0 0 0,-1 1 0 0 0,0 0 0 0 0,1-1 0 0 0,0 1 0 0 0,-1 0 0 0 0,4 1 0 0 0,-2-1-1 0 0,0-1 0 0 0,0 0 0 0 0,1 0 0 0 0,-1 0 0 0 0,0-1 0 0 0,0 1 0 0 0,1-1 0 0 0,-1 1 0 0 0,0-1 0 0 0,1 0 0 0 0,-1 0 0 0 0,0-1 0 0 0,1 1 0 0 0,-1-1 0 0 0,0 0 0 0 0,5-1 1 0 0,1-1 29 0 0,0 0 0 0 0,-1 0 1 0 0,1-1-1 0 0,-1-1 0 0 0,1 0 1 0 0,-1 0-1 0 0,-1 0 1 0 0,1-1-1 0 0,-1 0 0 0 0,0 0 1 0 0,0-1-1 0 0,-1 0 1 0 0,0 0-1 0 0,0-1 0 0 0,0 1 1 0 0,-1-1-1 0 0,-1-1 0 0 0,1 1 1 0 0,-1-1-1 0 0,5-16 1 0 0,-8 23 9 0 0,-1 2-42 0 0,-1-1 1 0 0,1 1 0 0 0,0-1-1 0 0,0 1 1 0 0,-1-1 0 0 0,1 1 0 0 0,0-1-1 0 0,-1 1 1 0 0,1-1 0 0 0,-1 1-1 0 0,1 0 1 0 0,0-1 0 0 0,-1 1-1 0 0,1 0 1 0 0,-1-1 0 0 0,1 1 0 0 0,-1 0-1 0 0,1-1 1 0 0,-1 1 0 0 0,1 0-1 0 0,-1 0 1 0 0,0 0 0 0 0,1-1 0 0 0,-1 1-1 0 0,1 0 1 0 0,-1 0 0 0 0,1 0-1 0 0,-1 0 1 0 0,0 0 0 0 0,1 0-1 0 0,-1 0 1 0 0,1 0 0 0 0,-1 0 0 0 0,1 1-1 0 0,-1-1 1 0 0,0 0 0 0 0,-29 8 49 0 0,10 0-39 0 0,0 0 0 0 0,1 2 0 0 0,1 1 1 0 0,-1 0-1 0 0,-25 22 0 0 0,38-27-18 0 0,3 2 3 0 0,2-6-10 0 0,6 2-10 0 0,-5-4 20 0 0,0 0 0 0 0,0 1 0 0 0,0-1 1 0 0,0 0-1 0 0,1 1 0 0 0,-1-1 0 0 0,0 0 0 0 0,0 1 0 0 0,0-1 1 0 0,1 0-1 0 0,-1 0 0 0 0,0 1 0 0 0,0-1 0 0 0,1 0 0 0 0,-1 0 0 0 0,0 0 1 0 0,0 1-1 0 0,1-1 0 0 0,-1 0 0 0 0,0 0 0 0 0,1 0 0 0 0,-1 0 1 0 0,0 0-1 0 0,1 1 0 0 0,-1-1 0 0 0,0 0 0 0 0,1 0 0 0 0,-1 0 1 0 0,0 0-1 0 0,1 0 0 0 0,-1 0 0 0 0,0 0 0 0 0,1 0 0 0 0,-1 0 0 0 0,0 0 1 0 0,1-1-1 0 0,-1 1 0 0 0,0 0 0 0 0,1 0 0 0 0,18-6 1 0 0,0 0 1 0 0,-1-1-1 0 0,0-1 0 0 0,-1-1 0 0 0,0-1 0 0 0,30-21 0 0 0,-45 30 175 0 0,-10 2-159 0 0,-18 8-8 0 0,1 1 1 0 0,0 2-1 0 0,0 0 0 0 0,-34 24 1 0 0,55-34 129 0 0,10-6-113 0 0,23-9-1 0 0,-26 12-17 0 0,3-2 151 0 0,-3 2-433 0 0,-27 12-3128 0 0,19-8 1626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6.1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242 29 4924 0 0,'0'0'-192'0'0,"-28"-25"-563"0"0,21 23 764 0 0,0 2 1 0 0,0-1-1 0 0,1 1 0 0 0,-1 0 1 0 0,0 0-1 0 0,0 0 1 0 0,0 1-1 0 0,1 0 0 0 0,-1 1 1 0 0,0 0-1 0 0,1 0 0 0 0,-1 0 1 0 0,1 0-1 0 0,0 1 1 0 0,0 0-1 0 0,-10 7 0 0 0,6-3 2 0 0,0 0 1 0 0,1 0-1 0 0,1 1 0 0 0,-1 0 0 0 0,1 0 0 0 0,0 1 1 0 0,1 0-1 0 0,-12 20 0 0 0,18-27-7 0 0,1-1 1 0 0,-1 0-1 0 0,1 0 1 0 0,-1 0-1 0 0,1 0 0 0 0,0 1 1 0 0,-1-1-1 0 0,1 0 0 0 0,0 0 1 0 0,0 1-1 0 0,0-1 0 0 0,0 0 1 0 0,0 1-1 0 0,0-1 1 0 0,1 0-1 0 0,-1 0 0 0 0,0 1 1 0 0,0-1-1 0 0,1 0 0 0 0,-1 0 1 0 0,1 0-1 0 0,-1 0 0 0 0,1 1 1 0 0,0-1-1 0 0,-1 0 1 0 0,1 0-1 0 0,0 0 0 0 0,0 0 1 0 0,0 0-1 0 0,0-1 0 0 0,0 1 1 0 0,0 0-1 0 0,0 0 0 0 0,0 0 1 0 0,2 0-1 0 0,-1 1-1 0 0,1-1 1 0 0,0 1-1 0 0,-1-1 0 0 0,1 0 0 0 0,0 0 0 0 0,0 0 1 0 0,0-1-1 0 0,0 1 0 0 0,0-1 0 0 0,0 1 1 0 0,0-1-1 0 0,-1 0 0 0 0,1 0 0 0 0,0 0 1 0 0,6-2-1 0 0,4-1 67 0 0,-1 0-1 0 0,1-1 1 0 0,-1-1 0 0 0,1 0 0 0 0,-2-1-1 0 0,1 0 1 0 0,0-1 0 0 0,-1 0 0 0 0,-1-1 0 0 0,1 0-1 0 0,15-16 1 0 0,-26 24-56 0 0,-1 0-1 0 0,1 0 1 0 0,0 0-1 0 0,0 0 1 0 0,-1 0-1 0 0,1 0 0 0 0,0 0 1 0 0,0 0-1 0 0,-1 0 1 0 0,1 0-1 0 0,0 0 1 0 0,0 0-1 0 0,0 0 1 0 0,-1 0-1 0 0,1 0 1 0 0,0 0-1 0 0,0 0 1 0 0,-1-1-1 0 0,1 1 1 0 0,0 0-1 0 0,0 0 1 0 0,0 0-1 0 0,0 0 0 0 0,-1 0 1 0 0,1-1-1 0 0,0 1 1 0 0,0 0-1 0 0,0 0 1 0 0,0 0-1 0 0,0-1 1 0 0,0 1-1 0 0,-1 0 1 0 0,1 0-1 0 0,0-1 1 0 0,0 1-1 0 0,0 0 1 0 0,0 0-1 0 0,0 0 1 0 0,0-1-1 0 0,0 1 1 0 0,0 0-1 0 0,0 0 0 0 0,0-1 1 0 0,0 1-1 0 0,0 0 1 0 0,0 0-1 0 0,0-1 1 0 0,0 1-1 0 0,0 0 1 0 0,1 0-1 0 0,-1 0 1 0 0,0-1-1 0 0,0 1 1 0 0,0 0-1 0 0,0 0 1 0 0,0 0-1 0 0,1-1 1 0 0,-13 4 3 0 0,1 1 1 0 0,-1 0-1 0 0,1 1 1 0 0,0 0-1 0 0,0 1 1 0 0,1 0 0 0 0,0 1-1 0 0,0 0 1 0 0,0 0-1 0 0,1 1 1 0 0,0 1-1 0 0,1-1 1 0 0,-11 15 0 0 0,18-23-19 0 0,1 1 0 0 0,-1 0 0 0 0,1 0 0 0 0,-1-1 0 0 0,1 1 1 0 0,-1 0-1 0 0,1 0 0 0 0,-1 0 0 0 0,1-1 0 0 0,0 1 1 0 0,0 0-1 0 0,-1 0 0 0 0,1 0 0 0 0,0 0 0 0 0,0 0 0 0 0,0 0 1 0 0,0 0-1 0 0,0 0 0 0 0,0-1 0 0 0,0 1 0 0 0,0 0 0 0 0,0 0 1 0 0,1 0-1 0 0,-1 1 0 0 0,1-2 3 0 0,-1 0 0 0 0,0 1-1 0 0,1-1 1 0 0,-1 0 0 0 0,1 0 0 0 0,-1 1 0 0 0,1-1 0 0 0,-1 0-1 0 0,1 0 1 0 0,-1 0 0 0 0,1 0 0 0 0,-1 0 0 0 0,1 0 0 0 0,-1 0-1 0 0,1 0 1 0 0,-1 0 0 0 0,1 0 0 0 0,-1 0 0 0 0,0 0-1 0 0,1 0 1 0 0,-1 0 0 0 0,1 0 0 0 0,-1 0 0 0 0,1-1 0 0 0,-1 1-1 0 0,1 0 1 0 0,-1 0 0 0 0,1-1 0 0 0,-1 1 0 0 0,1-1 0 0 0,14-9 172 0 0,-1-1 0 0 0,-1 0 0 0 0,0-1 0 0 0,14-16 0 0 0,-26 27 64 0 0,-8 3-207 0 0,-8 7-69 0 0,-1-1 0 0 0,-27 22 1 0 0,-6 11-3830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7.1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132 112 4696 0 0,'17'-47'216'0'0,"-17"43"-259"0"0,1 3 94 0 0,-1 1-1 0 0,1-1 1 0 0,-1 0 0 0 0,1 0-1 0 0,-1 0 1 0 0,0 0 0 0 0,0 0 0 0 0,1 0-1 0 0,-1 0 1 0 0,0 1 0 0 0,0-1-1 0 0,0 0 1 0 0,0 0 0 0 0,0 0 0 0 0,0 0-1 0 0,0 0 1 0 0,-1 0 0 0 0,1 0-1 0 0,0 0 1 0 0,0 0 0 0 0,-1 0 0 0 0,1 1-1 0 0,0-1 1 0 0,-1 0 0 0 0,1 0-1 0 0,-1 0 1 0 0,1 1 0 0 0,-1-1 0 0 0,0 0-1 0 0,1 0 1 0 0,-1 1 0 0 0,0-1-1 0 0,1 1 1 0 0,-1-1 0 0 0,-1 0 0 0 0,0 0 96 0 0,-4 3-90 0 0,-5 4-35 0 0,-1 0-1 0 0,1 1 1 0 0,0 0-1 0 0,0 1 1 0 0,1 1-1 0 0,0-1 0 0 0,0 1 1 0 0,1 1-1 0 0,1 0 1 0 0,-1 0-1 0 0,-7 13 1 0 0,16-23-26 0 0,-1 1 0 0 0,1 0 1 0 0,-1-1-1 0 0,1 1 0 0 0,-1 0 0 0 0,1-1 1 0 0,0 1-1 0 0,-1 0 0 0 0,1-1 1 0 0,0 1-1 0 0,0 0 0 0 0,-1 0 0 0 0,1-1 1 0 0,0 1-1 0 0,0 0 0 0 0,0 0 1 0 0,0 0-1 0 0,0-1 0 0 0,0 1 0 0 0,0 0 1 0 0,0 0-1 0 0,0 0 0 0 0,0-1 1 0 0,0 1-1 0 0,1 0 0 0 0,-1 0 0 0 0,0-1 1 0 0,1 1-1 0 0,-1 0 0 0 0,0-1 0 0 0,1 1 1 0 0,-1 0-1 0 0,1-1 0 0 0,-1 1 1 0 0,1 0-1 0 0,-1-1 0 0 0,1 1 0 0 0,0-1 1 0 0,-1 1-1 0 0,1-1 0 0 0,0 1 1 0 0,-1-1-1 0 0,1 0 0 0 0,1 1 0 0 0,1 1-17 0 0,0-1 0 0 0,0 0 0 0 0,1 0 0 0 0,-1 0 0 0 0,0 0 0 0 0,1-1 0 0 0,-1 1 0 0 0,1-1 0 0 0,-1 0 0 0 0,5 0 0 0 0,6-2-16 0 0,0-1-1 0 0,-1-1 1 0 0,0 1-1 0 0,0-2 1 0 0,0 0-1 0 0,0-1 1 0 0,-1 0 0 0 0,15-10-1 0 0,-10 5 86 0 0,0-1-1 0 0,0-1 1 0 0,-1 0-1 0 0,-1-1 0 0 0,16-19 1 0 0,-30 33-29 0 0,0-1 0 0 0,0 0 0 0 0,0 0 0 0 0,0 0 0 0 0,0 0 0 0 0,-1 0 0 0 0,1 0 0 0 0,0 0 0 0 0,0-1 0 0 0,-1 1 1 0 0,1 0-1 0 0,-1 0 0 0 0,1 0 0 0 0,-1-1 0 0 0,0 1 0 0 0,1 0 0 0 0,-1-1 0 0 0,0 1 0 0 0,0 0 0 0 0,0-1 0 0 0,0 1 0 0 0,0-3 0 0 0,-1 4-12 0 0,0-1-1 0 0,0 0 0 0 0,1 0 1 0 0,-1 1-1 0 0,0-1 1 0 0,0 1-1 0 0,0-1 0 0 0,0 1 1 0 0,0-1-1 0 0,0 1 1 0 0,0 0-1 0 0,0-1 1 0 0,0 1-1 0 0,0 0 0 0 0,0 0 1 0 0,0 0-1 0 0,0 0 1 0 0,0 0-1 0 0,-1 0 0 0 0,1 0 1 0 0,-1 0-1 0 0,-9 1 3 0 0,1 1 0 0 0,0 0 1 0 0,-1 1-1 0 0,-16 6 0 0 0,10-2-22 0 0,0 2 0 0 0,0 0 0 0 0,1 0 0 0 0,0 2 0 0 0,-23 19 0 0 0,39-29 10 0 0,-1-1 1 0 0,1 0-1 0 0,0 1 0 0 0,0-1 1 0 0,-1 0-1 0 0,1 1 1 0 0,0-1-1 0 0,0 0 0 0 0,0 1 1 0 0,0-1-1 0 0,0 0 1 0 0,-1 1-1 0 0,1-1 1 0 0,0 1-1 0 0,0-1 0 0 0,0 0 1 0 0,0 1-1 0 0,0-1 1 0 0,0 0-1 0 0,0 1 0 0 0,0-1 1 0 0,0 1-1 0 0,1-1 1 0 0,-1 0-1 0 0,0 1 1 0 0,0-1-1 0 0,0 0 0 0 0,0 1 1 0 0,0-1-1 0 0,1 0 1 0 0,-1 1-1 0 0,0-1 1 0 0,0 0-1 0 0,0 1 0 0 0,1-1 1 0 0,-1 0-1 0 0,0 0 1 0 0,1 1-1 0 0,-1-1 0 0 0,0 0 1 0 0,1 0-1 0 0,-1 1 1 0 0,0-1-1 0 0,1 0 1 0 0,-1 0-1 0 0,0 0 0 0 0,1 0 1 0 0,0 1-3 0 0,1 0 0 0 0,-1 0 0 0 0,1-1 0 0 0,-1 1-1 0 0,1-1 1 0 0,-1 0 0 0 0,1 1 0 0 0,-1-1 0 0 0,1 0 0 0 0,-1 0 0 0 0,1 0 0 0 0,-1 0 0 0 0,1 0 0 0 0,2 0 0 0 0,4-2 35 0 0,0 0 1 0 0,1-1-1 0 0,-1 0 1 0 0,0 0-1 0 0,0-1 1 0 0,-1 0 0 0 0,1 0-1 0 0,-1 0 1 0 0,0-1-1 0 0,0-1 1 0 0,0 1-1 0 0,7-9 1 0 0,-14 14-26 0 0,0 0 1 0 0,0 0-1 0 0,0-1 0 0 0,1 1 0 0 0,-1 0 1 0 0,0 0-1 0 0,0-1 0 0 0,0 1 0 0 0,0 0 1 0 0,0-1-1 0 0,0 1 0 0 0,0 0 0 0 0,0 0 1 0 0,0-1-1 0 0,0 1 0 0 0,0 0 0 0 0,0-1 1 0 0,0 1-1 0 0,0 0 0 0 0,0-1 0 0 0,0 1 1 0 0,0 0-1 0 0,0 0 0 0 0,0-1 0 0 0,0 1 1 0 0,-1 0-1 0 0,1 0 0 0 0,0-1 0 0 0,0 1 1 0 0,0 0-1 0 0,0 0 0 0 0,-1-1 0 0 0,1 1 1 0 0,0 0-1 0 0,0 0 0 0 0,0 0 0 0 0,-1-1 1 0 0,1 1-1 0 0,0 0 0 0 0,-1 0 0 0 0,-16-6 64 0 0,-14 3-32 0 0,8 5-220 0 0,1 0 0 0 0,1 2 0 0 0,-1 0 0 0 0,-23 8 0 0 0,44-11-307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8.1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159 76 5064 0 0,'0'-1'-9'0'0,"0"-1"0"0"0,0 1 0 0 0,1-1 0 0 0,-1 1-1 0 0,0 0 1 0 0,0-1 0 0 0,0 1 0 0 0,-1-1 0 0 0,1 1 0 0 0,0-1-1 0 0,0 1 1 0 0,-1-1 0 0 0,1 1 0 0 0,-1-1 0 0 0,0 1-1 0 0,1 0 1 0 0,-1 0 0 0 0,0-1 0 0 0,1 1 0 0 0,-1 0-1 0 0,0 0 1 0 0,0 0 0 0 0,0-1 0 0 0,0 1 0 0 0,-1 0-1 0 0,1 1 1 0 0,0-1 0 0 0,0 0 0 0 0,0 0 0 0 0,-1 0-1 0 0,1 1 1 0 0,0-1 0 0 0,-1 1 0 0 0,1-1 0 0 0,-1 1-1 0 0,1-1 1 0 0,-1 1 0 0 0,1 0 0 0 0,0 0 0 0 0,-1 0-1 0 0,1 0 1 0 0,-4 0 0 0 0,1 0 26 0 0,0 2-3 0 0,-4 0-9 0 0,0 2-1 0 0,0-1 1 0 0,0 1-1 0 0,0 0 0 0 0,1 1 1 0 0,-13 9-1 0 0,16-10-2 0 0,-1-1 1 0 0,1 1-1 0 0,1-1 1 0 0,-1 1-1 0 0,0 1 1 0 0,1-1-1 0 0,0 0 0 0 0,0 1 1 0 0,0 0-1 0 0,1 0 1 0 0,-1-1-1 0 0,-2 10 0 0 0,5-13 1 0 0,0 0 0 0 0,0 0-1 0 0,0 0 1 0 0,0-1 0 0 0,1 1-1 0 0,-1 0 1 0 0,0 0 0 0 0,1 0-1 0 0,-1 0 1 0 0,0 0 0 0 0,1-1-1 0 0,-1 1 1 0 0,1 0 0 0 0,-1 0-1 0 0,1-1 1 0 0,-1 1-1 0 0,1 0 1 0 0,0-1 0 0 0,-1 1-1 0 0,1-1 1 0 0,0 1 0 0 0,-1-1-1 0 0,1 1 1 0 0,0-1 0 0 0,0 1-1 0 0,0-1 1 0 0,-1 0 0 0 0,1 1-1 0 0,0-1 1 0 0,0 0 0 0 0,0 0-1 0 0,0 1 1 0 0,0-1 0 0 0,0 0-1 0 0,-1 0 1 0 0,3 0-1 0 0,37 0 47 0 0,-25-4 12 0 0,0 0-1 0 0,0-1 1 0 0,0-1-1 0 0,0 0 0 0 0,-1-1 1 0 0,0-1-1 0 0,0 0 1 0 0,-1-1-1 0 0,0 0 1 0 0,-1-1-1 0 0,0 0 1 0 0,20-23-1 0 0,-32 33-50 0 0,1-1 0 0 0,-1 1 0 0 0,0 0 0 0 0,0-1 0 0 0,1 1 0 0 0,-1-1 0 0 0,0 1-1 0 0,0-1 1 0 0,0 1 0 0 0,0 0 0 0 0,0-1 0 0 0,1 1 0 0 0,-1-1 0 0 0,0 1 0 0 0,0-1 0 0 0,0 1 0 0 0,0-1-1 0 0,0 1 1 0 0,0-1 0 0 0,0 1 0 0 0,-1-1 0 0 0,1 1 0 0 0,0 0 0 0 0,0-1 0 0 0,0 1 0 0 0,0-1 0 0 0,-1 1 0 0 0,1-1-1 0 0,0 1 1 0 0,0 0 0 0 0,-1-1 0 0 0,1 1 0 0 0,0 0 0 0 0,-1-1 0 0 0,1 1 0 0 0,0 0 0 0 0,-1-1 0 0 0,1 1-1 0 0,0 0 1 0 0,-1 0 0 0 0,1-1 0 0 0,-1 1 0 0 0,1 0 0 0 0,0 0 0 0 0,-1 0 0 0 0,0-1 0 0 0,-1 1 7 0 0,0-1 1 0 0,1 0-1 0 0,-1 1 1 0 0,0 0-1 0 0,0-1 1 0 0,0 1-1 0 0,0 0 1 0 0,0 0-1 0 0,0 0 0 0 0,0 0 1 0 0,0 0-1 0 0,-3 1 1 0 0,-10 4-13 0 0,0 0 0 0 0,0 0 0 0 0,0 1 0 0 0,0 1 0 0 0,1 1 1 0 0,0 0-1 0 0,1 1 0 0 0,-16 12 0 0 0,28-19-46 0 0,2-2-66 0 0,0 1 94 0 0,-1 0 0 0 0,1 0 0 0 0,0 0 0 0 0,0-1-1 0 0,0 1 1 0 0,1-1 0 0 0,-1 1 0 0 0,0-1 0 0 0,0 1 0 0 0,0-1 0 0 0,0 0 0 0 0,0 1 0 0 0,1-1-1 0 0,-1 0 1 0 0,0 0 0 0 0,0 0 0 0 0,2 0 0 0 0,16-4-47 0 0,0-2 0 0 0,34-14 0 0 0,-45 16 170 0 0,1 0-1 0 0,-1 0 1 0 0,0-1 0 0 0,-1 0 0 0 0,1 0 0 0 0,-1-1-1 0 0,0 0 1 0 0,12-14 0 0 0,-19 20-99 0 0,0 0 0 0 0,0 0 0 0 0,0-1 0 0 0,1 1-1 0 0,-1 0 1 0 0,0-1 0 0 0,0 1 0 0 0,0 0 0 0 0,0-1 0 0 0,0 1 0 0 0,0 0 0 0 0,0-1 0 0 0,0 1-1 0 0,0 0 1 0 0,0-1 0 0 0,0 1 0 0 0,0 0 0 0 0,0-1 0 0 0,0 1 0 0 0,0 0 0 0 0,0-1 0 0 0,0 1 0 0 0,0 0-1 0 0,0-1 1 0 0,0 1 0 0 0,0 0 0 0 0,-1 0 0 0 0,1-1 0 0 0,0 1 0 0 0,0 0 0 0 0,0-1 0 0 0,-1 1 0 0 0,1 0-1 0 0,0 0 1 0 0,0 0 0 0 0,0-1 0 0 0,-1 1 0 0 0,1 0 0 0 0,0 0 0 0 0,-1 0 0 0 0,1-1 0 0 0,0 1-1 0 0,-1 0 1 0 0,1 0 0 0 0,0 0 0 0 0,-1 0 0 0 0,1 0 0 0 0,0 0 0 0 0,0 0 0 0 0,-1 0 0 0 0,1 0 0 0 0,-1 0-1 0 0,1 0 1 0 0,0 0 0 0 0,-1 0 0 0 0,1 0 0 0 0,-16-1-15 0 0,2 2-221 0 0,-1 0-1 0 0,1 1 1 0 0,0 1-1 0 0,0 0 0 0 0,0 0 1 0 0,1 2-1 0 0,-1 0 1 0 0,-16 9-1 0 0,11-6-1570 0 0,4-1 3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7.9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83 15 4488 0 0,'0'0'-206'0'0,"0"-1"-162"0"0,0 0 403 0 0,0 0-1 0 0,0 1 1 0 0,-1-1 0 0 0,1 0 0 0 0,0 1-1 0 0,-1-1 1 0 0,1 0 0 0 0,0 1 0 0 0,-1-1-1 0 0,1 0 1 0 0,-1 1 0 0 0,1-1 0 0 0,-1 1-1 0 0,1-1 1 0 0,-1 1 0 0 0,1-1 0 0 0,-1 1-1 0 0,1 0 1 0 0,-1-1 0 0 0,0 1 0 0 0,1 0-1 0 0,-1-1 1 0 0,0 1 0 0 0,1 0 0 0 0,-1 0-1 0 0,0 0 1 0 0,1-1 0 0 0,-1 1 0 0 0,0 0-1 0 0,-1 0 1 0 0,-1 1-35 0 0,-1 1 11 0 0,0-1 0 0 0,-1 1 0 0 0,1 0 0 0 0,0 0 1 0 0,0 1-1 0 0,0-1 0 0 0,0 1 0 0 0,0 0 0 0 0,0 0 0 0 0,1 0 0 0 0,-1 0 0 0 0,1 1 1 0 0,0-1-1 0 0,-5 8 0 0 0,8-9-5 0 0,2 11 5 0 0,-1-11-11 0 0,16 4-10 0 0,-14-5 8 0 0,0-1-1 0 0,1 0 1 0 0,-1 1-1 0 0,0-2 0 0 0,0 1 1 0 0,0 0-1 0 0,0-1 1 0 0,0 1-1 0 0,0-1 1 0 0,1 0-1 0 0,-1 0 1 0 0,-1 0-1 0 0,1 0 1 0 0,0-1-1 0 0,4-1 0 0 0,35-30 691 0 0,-38 29-415 0 0,-2 2-93 0 0,-2 2-161 0 0,0 0-1 0 0,0 0 1 0 0,-1-1 0 0 0,1 1 0 0 0,0 0 0 0 0,0 0 0 0 0,0-1 0 0 0,0 1 0 0 0,0 0 0 0 0,0 0 0 0 0,-1-1 0 0 0,1 1 0 0 0,0 0 0 0 0,0 0 0 0 0,0-1 0 0 0,-1 1 0 0 0,1 0-1 0 0,0 0 1 0 0,0 0 0 0 0,0 0 0 0 0,-1-1 0 0 0,1 1 0 0 0,0 0 0 0 0,0 0 0 0 0,-1 0 0 0 0,1 0 0 0 0,0 0 0 0 0,-1 0 0 0 0,1 0 0 0 0,0 0 0 0 0,0 0 0 0 0,-1 0 0 0 0,1 0 0 0 0,0 0-1 0 0,-1 0 1 0 0,1 0 0 0 0,0 0 0 0 0,0 0 0 0 0,-1 0 0 0 0,1 0 0 0 0,-21 6 159 0 0,-22 19-401 0 0,44-25 218 0 0,-1 0-1 0 0,0 0 1 0 0,0 0-1 0 0,0 0 1 0 0,0 0 0 0 0,0 0-1 0 0,0 0 1 0 0,0 0 0 0 0,1 0-1 0 0,-1 0 1 0 0,0 0-1 0 0,0 0 1 0 0,0 0 0 0 0,0 0-1 0 0,0 0 1 0 0,0 0 0 0 0,1 0-1 0 0,-1 0 1 0 0,0 0-1 0 0,0 0 1 0 0,0 0 0 0 0,0 0-1 0 0,0 0 1 0 0,0 0 0 0 0,0 0-1 0 0,1 0 1 0 0,-1 0-1 0 0,0 0 1 0 0,0 0 0 0 0,0 0-1 0 0,0 0 1 0 0,0 1 0 0 0,0-1-1 0 0,0 0 1 0 0,0 0-1 0 0,0 0 1 0 0,0 0 0 0 0,0 0-1 0 0,1 0 1 0 0,-1 0 0 0 0,0 1-1 0 0,0-1 1 0 0,0 0 0 0 0,0 0-1 0 0,0 0 1 0 0,0 0-1 0 0,0 0 1 0 0,0 0 0 0 0,0 0-1 0 0,0 1 1 0 0,0-1 0 0 0,0 0-1 0 0,0 0 1 0 0,0 0-1 0 0,0 0 1 0 0,-1 0 0 0 0,24-6-74 0 0,-19 4 99 0 0,-1 1 1 0 0,1-1-1 0 0,-1 1 0 0 0,0-1 1 0 0,0 0-1 0 0,0-1 0 0 0,0 1 1 0 0,0 0-1 0 0,0-1 0 0 0,-1 1 0 0 0,1-1 1 0 0,-1 0-1 0 0,1 0 0 0 0,-1 0 1 0 0,2-4-1 0 0,-4 6 99 0 0,-11 1-204 0 0,0 1 1 0 0,0 0-1 0 0,-19 5 0 0 0,-13 10-3133 0 0,34-11 1576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9.5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50 4676 0 0,'0'0'-101'0'0,"0"0"157"0"0,0 0-1 0 0,-1 0 1 0 0,1 0 0 0 0,0 0-1 0 0,-1 0 1 0 0,1 0 0 0 0,0 0-1 0 0,-1 0 1 0 0,1 0 0 0 0,0-1-1 0 0,-1 1 1 0 0,1 0 0 0 0,0 0-1 0 0,0 0 1 0 0,-1 0 0 0 0,1 0-1 0 0,0-1 1 0 0,-1 1 0 0 0,1 0-1 0 0,0 0 1 0 0,0-1 0 0 0,-1 1-1 0 0,1 0 1 0 0,0 0 0 0 0,0-1-1 0 0,0 1 1 0 0,0 0 0 0 0,-1-1-1 0 0,1 1 1 0 0,0 0 0 0 0,0 0-1 0 0,0-1 1 0 0,0 1 0 0 0,0 0-1 0 0,0-1 1 0 0,0 0 0 0 0,1-3-49 0 0,6-4-2 0 0,33-6 60 0 0,22-1-162 0 0,-59 14 89 0 0,1 2-5 0 0,12 1 6 0 0,-3-2-4 0 0,-1 2 1 0 0,1 0-1 0 0,-1 0 0 0 0,0 1 0 0 0,0 1 0 0 0,12 4 0 0 0,-22-7 10 0 0,0-1 0 0 0,-1 1-1 0 0,0 0 1 0 0,1-1-1 0 0,-1 1 1 0 0,1 0 0 0 0,-1 0-1 0 0,0 0 1 0 0,1 0 0 0 0,-1 0-1 0 0,0 0 1 0 0,0 0-1 0 0,0 0 1 0 0,0 1 0 0 0,0-1-1 0 0,0 0 1 0 0,0 1 0 0 0,-1-1-1 0 0,1 0 1 0 0,0 1 0 0 0,-1-1-1 0 0,1 1 1 0 0,-1-1-1 0 0,1 1 1 0 0,-1 0 0 0 0,0-1-1 0 0,0 1 1 0 0,0-1 0 0 0,0 1-1 0 0,0 0 1 0 0,0-1-1 0 0,0 1 1 0 0,0-1 0 0 0,0 1-1 0 0,-1-1 1 0 0,1 1 0 0 0,-1-1-1 0 0,1 1 1 0 0,-1-1-1 0 0,0 1 1 0 0,0-1 0 0 0,1 1-1 0 0,-1-1 1 0 0,0 0 0 0 0,0 0-1 0 0,0 1 1 0 0,0-1 0 0 0,-3 2-1 0 0,-5 7 20 0 0,-1 1-1 0 0,-1-1 1 0 0,0-1-1 0 0,-13 9 0 0 0,17-12-21 0 0,-2 0 191 0 0,-1-1 0 0 0,1 1 1 0 0,-20 6-1 0 0,23-9 362 0 0,24-7-450 0 0,-12 3-146 0 0,6-2 19 0 0,13 3-1 0 0,4 4-36 0 0,-22-3 54 0 0,1 0 0 0 0,-1 1-1 0 0,1-1 1 0 0,-1 2 0 0 0,1-1 0 0 0,-1 1-1 0 0,0 0 1 0 0,0 1 0 0 0,-1 0-1 0 0,1 0 1 0 0,-1 0 0 0 0,1 1 0 0 0,-1 0-1 0 0,-1 0 1 0 0,1 0 0 0 0,7 10-1 0 0,-11-12 8 0 0,0-1 1 0 0,0 1-1 0 0,0 0 0 0 0,0 0 0 0 0,-1 1 0 0 0,1-1 0 0 0,-1 0 0 0 0,1 1 1 0 0,-1-1-1 0 0,0 0 0 0 0,-1 1 0 0 0,1-1 0 0 0,-1 1 0 0 0,1 0 0 0 0,-1-1 1 0 0,0 1-1 0 0,-1 3 0 0 0,0-3 6 0 0,0-1 0 0 0,-1 0 0 0 0,0 0 1 0 0,0 0-1 0 0,0 0 0 0 0,0-1 0 0 0,0 1 1 0 0,0 0-1 0 0,-1-1 0 0 0,1 0 0 0 0,-1 1 0 0 0,0-1 1 0 0,1 0-1 0 0,-1 0 0 0 0,-4 1 0 0 0,-8 5 43 0 0,-1-1-1 0 0,0-1 1 0 0,0 0-1 0 0,0-1 0 0 0,-1 0 1 0 0,0-2-1 0 0,-31 3 1 0 0,1 1 864 0 0,45-6-696 0 0,-1 0-185 0 0,0-1-1 0 0,1 1 1 0 0,-1-1-1 0 0,0 0 0 0 0,1 0 1 0 0,-1 0-1 0 0,0 0 1 0 0,1 0-1 0 0,-1-1 0 0 0,-3 0 1 0 0,6-1-319 0 0,0 0 0 0 0,1 1 0 0 0,-1-1 0 0 0,1 0 0 0 0,-1 0 0 0 0,1 1 0 0 0,0-1 0 0 0,0 1 0 0 0,-1-1 0 0 0,1 1 0 0 0,0-1 0 0 0,1 1 0 0 0,-1-1-1 0 0,0 1 1 0 0,3-3 0 0 0,5-3-2505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0.2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169 64 6213 0 0,'0'0'-308'0'0,"-2"-1"209"0"0,0 0-1 0 0,0-1 1 0 0,0 1-1 0 0,0 0 0 0 0,-1 0 1 0 0,1 0-1 0 0,0 1 1 0 0,-1-1-1 0 0,1 0 1 0 0,0 1-1 0 0,-3-1 0 0 0,-2 3 99 0 0,0 1-1 0 0,1-1 1 0 0,0 1-1 0 0,-1 0 1 0 0,1 1-1 0 0,0 0 1 0 0,1 0-1 0 0,-1 0 1 0 0,1 0-1 0 0,0 1 0 0 0,0 0 1 0 0,-7 8-1 0 0,4-2-4 0 0,0 0 0 0 0,0 1 0 0 0,1 0 0 0 0,1 0 0 0 0,-9 22 0 0 0,14-31 12 0 0,0-1 1 0 0,1 0 0 0 0,-1 0-1 0 0,1 1 1 0 0,-1-1-1 0 0,1 0 1 0 0,0 1-1 0 0,0-1 1 0 0,0 0 0 0 0,0 1-1 0 0,0-1 1 0 0,0 0-1 0 0,1 1 1 0 0,-1-1 0 0 0,1 0-1 0 0,-1 1 1 0 0,1-1-1 0 0,0 0 1 0 0,0 0-1 0 0,0 0 1 0 0,0 0 0 0 0,2 2-1 0 0,1 0 8 0 0,-1 0 0 0 0,1-1-1 0 0,-1 0 1 0 0,1 0 0 0 0,0 0 0 0 0,0 0-1 0 0,0 0 1 0 0,1-1 0 0 0,-1 0 0 0 0,6 2-1 0 0,3 1 53 0 0,1-1 0 0 0,0 0 0 0 0,0-1 0 0 0,1 0 0 0 0,25 0 0 0 0,-33-3 12 0 0,0 0 0 0 0,1-1 0 0 0,-1 0 0 0 0,0-1 0 0 0,-1 0 0 0 0,1 0 0 0 0,0 0 0 0 0,0-1 0 0 0,-1 0 0 0 0,1 0 0 0 0,-1 0 0 0 0,0-1 0 0 0,0 0 0 0 0,-1 0 0 0 0,1-1 0 0 0,-1 0 0 0 0,0 0 0 0 0,0 0 0 0 0,0 0 0 0 0,5-8 0 0 0,-6 6-34 0 0,1 0 1 0 0,-1 0-1 0 0,-1 0 0 0 0,1 0 1 0 0,-1-1-1 0 0,-1 0 0 0 0,1 1 1 0 0,-1-1-1 0 0,0 0 0 0 0,-1 0 1 0 0,0 0-1 0 0,0 0 0 0 0,-1 0 0 0 0,0-1 1 0 0,-1 1-1 0 0,-1-13 0 0 0,0 17-27 0 0,0-1 1 0 0,0 1-1 0 0,0 0 0 0 0,0 0 0 0 0,-1 1 0 0 0,1-1 0 0 0,-1 0 0 0 0,0 1 0 0 0,0 0 0 0 0,0-1 1 0 0,-1 1-1 0 0,1 0 0 0 0,-1 1 0 0 0,1-1 0 0 0,-1 1 0 0 0,0 0 0 0 0,0-1 0 0 0,0 2 0 0 0,0-1 1 0 0,-1 0-1 0 0,-8-1 0 0 0,-9-3-123 0 0,0 1 0 0 0,-1 1 0 0 0,-26-1 1 0 0,-6-1-3929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9.2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39 24 4668 0 0,'15'-16'-273'0'0,"-15"11"1850"0"0,-23 9-644 0 0,21-2-924 0 0,0-1-1 0 0,0 0 0 0 0,0 1 1 0 0,0 0-1 0 0,0-1 0 0 0,0 1 1 0 0,0 0-1 0 0,0 0 0 0 0,1 0 0 0 0,-1 0 1 0 0,1 0-1 0 0,0 0 0 0 0,-1 1 1 0 0,1-1-1 0 0,0 0 0 0 0,0 1 1 0 0,1-1-1 0 0,-1 1 0 0 0,0-1 1 0 0,0 5-1 0 0,2-6-13 0 0,-1 0 1 0 0,1 0 0 0 0,-1 0-1 0 0,1 0 1 0 0,-1-1-1 0 0,1 1 1 0 0,-1 0-1 0 0,1 0 1 0 0,0 0-1 0 0,0-1 1 0 0,-1 1-1 0 0,1 0 1 0 0,0-1-1 0 0,0 1 1 0 0,0-1-1 0 0,0 1 1 0 0,0-1-1 0 0,0 1 1 0 0,0-1-1 0 0,0 0 1 0 0,0 1-1 0 0,0-1 1 0 0,0 0-1 0 0,0 0 1 0 0,0 0-1 0 0,0 0 1 0 0,1 0-1 0 0,37 2-125 0 0,-13-5 263 0 0,-1-2 1 0 0,0 0-1 0 0,0-2 0 0 0,-1 0 1 0 0,24-11-1 0 0,-79 23 498 0 0,0 2 0 0 0,-31 11 1 0 0,39-7-1451 0 0,56-23 560 0 0,65-31 633 0 0,-98 43-355 0 0,0 0-1 0 0,1 0 1 0 0,-1 0-1 0 0,1 0 1 0 0,-1 0 0 0 0,0-1-1 0 0,1 1 1 0 0,-1 0-1 0 0,0 0 1 0 0,1 0-1 0 0,-1 0 1 0 0,0-1 0 0 0,1 1-1 0 0,-1 0 1 0 0,0 0-1 0 0,1-1 1 0 0,-1 1 0 0 0,0 0-1 0 0,0-1 1 0 0,1 1-1 0 0,-1 0 1 0 0,0-1-1 0 0,0 1 1 0 0,0 0 0 0 0,0-1-1 0 0,1 1 1 0 0,-1 0-1 0 0,0-1 1 0 0,0 1-1 0 0,0 0 1 0 0,0-1 0 0 0,0 1-1 0 0,0-1 1 0 0,0 0-1 0 0,-16-1-2 0 0,-42 10-1570 0 0,47-7 939 0 0,-4 2-1779 0 0,5-1-667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0.8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195 31 6561 0 0,'1'-1'-64'0'0,"-1"0"0"0"0,1 0 1 0 0,0 0-1 0 0,-1 0 0 0 0,1 0 0 0 0,-1 0 1 0 0,1-1-1 0 0,-1 1 0 0 0,1 0 1 0 0,-1 0-1 0 0,0-1 0 0 0,0 1 1 0 0,0 0-1 0 0,0-2 0 0 0,-2 2 61 0 0,0-1-1 0 0,0 1 1 0 0,0 0 0 0 0,0 0-1 0 0,0 0 1 0 0,0 0-1 0 0,-1 0 1 0 0,1 0 0 0 0,0 1-1 0 0,-1-1 1 0 0,1 1-1 0 0,0 0 1 0 0,-1 0-1 0 0,1 0 1 0 0,0 0 0 0 0,-1 0-1 0 0,-3 0 1 0 0,3 1 6 0 0,-21 5 0 0 0,13-3-9 0 0,0 0 0 0 0,1 1 1 0 0,0 0-1 0 0,0 1 0 0 0,0 0 0 0 0,0 0 1 0 0,1 1-1 0 0,0 0 0 0 0,0 1 0 0 0,-12 12 1 0 0,17-17-2 0 0,0 7 7 0 0,3-3 0 0 0,0-5 521 0 0,35-7-399 0 0,-27 5 46 0 0,-8 3-977 0 0,0 0 575 0 0,-1-1 1 0 0,0 1-1 0 0,1 0 1 0 0,-1 0-1 0 0,0-1 1 0 0,0 1-1 0 0,0-1 1 0 0,-3 2-1 0 0,1 1-1290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37.8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97 62 2488 0 0,'0'0'1808'0'0,"5"-17"2747"0"0,-6 16-4553 0 0,1 0 0 0 0,0 1 0 0 0,-1-1-1 0 0,1 0 1 0 0,0 0 0 0 0,-1 1 0 0 0,1-1-1 0 0,-1 0 1 0 0,1 1 0 0 0,-1-1-1 0 0,1 0 1 0 0,-1 1 0 0 0,0-1 0 0 0,1 1-1 0 0,-1-1 1 0 0,0 1 0 0 0,1-1-1 0 0,-1 1 1 0 0,0 0 0 0 0,0-1 0 0 0,1 1-1 0 0,-1 0 1 0 0,0-1 0 0 0,0 1 0 0 0,0 0-1 0 0,1 0 1 0 0,-1 0 0 0 0,0 0-1 0 0,0 0 1 0 0,0 0 0 0 0,0 0 0 0 0,1 0-1 0 0,-1 0 1 0 0,0 0 0 0 0,0 0-1 0 0,0 1 1 0 0,1-1 0 0 0,-1 0 0 0 0,0 1-1 0 0,0-1 1 0 0,1 0 0 0 0,-1 1 0 0 0,0-1-1 0 0,1 1 1 0 0,-1-1 0 0 0,0 1-1 0 0,0 0 1 0 0,-4 2-43 0 0,-3 14-295 0 0,8-16 324 0 0,0-1-1 0 0,-1 0 1 0 0,1 1-1 0 0,-1-1 1 0 0,1 0 0 0 0,0 1-1 0 0,-1-1 1 0 0,1 0-1 0 0,0 1 1 0 0,0-1-1 0 0,-1 1 1 0 0,1-1 0 0 0,0 0-1 0 0,0 1 1 0 0,-1-1-1 0 0,1 1 1 0 0,0-1 0 0 0,0 1-1 0 0,0-1 1 0 0,0 1-1 0 0,0-1 1 0 0,0 1 0 0 0,0-1-1 0 0,0 1 1 0 0,0-1-1 0 0,0 1 1 0 0,0-1 0 0 0,0 1-1 0 0,0-1 1 0 0,0 1-1 0 0,0-1 1 0 0,1 1 0 0 0,-1-1-1 0 0,0 0 1 0 0,0 1-1 0 0,0-1 1 0 0,1 1 0 0 0,-1-1-1 0 0,0 1 1 0 0,1-1-1 0 0,-1 0 1 0 0,0 1-1 0 0,1-1 1 0 0,-1 0 0 0 0,0 1-1 0 0,1-1 1 0 0,-1 0-1 0 0,1 0 1 0 0,-1 1 0 0 0,1-1-1 0 0,-1 0 1 0 0,1 0-1 0 0,-1 0 1 0 0,1 0 0 0 0,-1 0-1 0 0,1 1 1 0 0,0-1-1 0 0,1 0-11 0 0,4-1-14 0 0,3-3 56 0 0,0 0 0 0 0,0 0 0 0 0,-1-1-1 0 0,1 0 1 0 0,-1-1 0 0 0,0 0 0 0 0,0 0 0 0 0,10-11-1 0 0,-17 16 0 0 0,0 0 0 0 0,0 1-1 0 0,-1-1 1 0 0,1 0-1 0 0,0 0 1 0 0,0 0 0 0 0,-1 0-1 0 0,1 0 1 0 0,0 0-1 0 0,-1 0 1 0 0,1 0 0 0 0,-1 0-1 0 0,0-1 1 0 0,1 1 0 0 0,-1 0-1 0 0,0 0 1 0 0,1-2-1 0 0,-16 3 75 0 0,-35 25-132 0 0,38-17-63 0 0,0 1-1 0 0,1 0 1 0 0,0 1 0 0 0,0 0-1 0 0,1 1 1 0 0,-12 16-1 0 0,21-25 48 0 0,2-2-64 0 0,-1 1 119 0 0,1-1-1 0 0,0 0 1 0 0,0 1-1 0 0,-1-1 0 0 0,1 1 1 0 0,0-1-1 0 0,0 0 0 0 0,0 0 1 0 0,-1 1-1 0 0,1-1 1 0 0,0 0-1 0 0,0 0 0 0 0,0 0 1 0 0,0 0-1 0 0,-1 0 0 0 0,1 0 1 0 0,0 0-1 0 0,0 0 1 0 0,0-1-1 0 0,0 1 0 0 0,0 0 1 0 0,-1 0-1 0 0,1-1 0 0 0,1 1 1 0 0,24-9 1 0 0,5-15 648 0 0,-30 22-401 0 0,-8 5-239 0 0,0-1-51 0 0,0 1 1 0 0,0 0-1 0 0,1 1 0 0 0,-1 0 0 0 0,1 0 0 0 0,0 0 0 0 0,0 0 0 0 0,0 1 0 0 0,0 0 0 0 0,1 1 0 0 0,-9 10 0 0 0,13-14-37 0 0,2 1 4 0 0,-1-2 74 0 0,0-1 0 0 0,0 0 0 0 0,0 0 0 0 0,0 1 0 0 0,0-1 0 0 0,0 0 0 0 0,0 0 0 0 0,0 1 0 0 0,0-1 0 0 0,0 0 0 0 0,0 1 0 0 0,0-1 1 0 0,0 0-1 0 0,0 0 0 0 0,0 1 0 0 0,0-1 0 0 0,0 0 0 0 0,0 0 0 0 0,0 0 0 0 0,0 1 0 0 0,1-1 0 0 0,-1 0 0 0 0,0 0 0 0 0,0 1 0 0 0,0-1 0 0 0,0 0 0 0 0,1 0 0 0 0,-1 0 0 0 0,0 0 1 0 0,0 1-1 0 0,0-1 0 0 0,1 0 0 0 0,-1 0 0 0 0,0 0 0 0 0,0 0 0 0 0,1 0 0 0 0,-1 0 0 0 0,0 0 0 0 0,0 0 0 0 0,1 0 0 0 0,-1 1 0 0 0,0-1 0 0 0,9-2 21 0 0,-1 0 0 0 0,-1-1-1 0 0,1 1 1 0 0,0-2-1 0 0,-1 1 1 0 0,1-1 0 0 0,-1 0-1 0 0,0 0 1 0 0,0-1-1 0 0,0 0 1 0 0,7-8 0 0 0,-13 12 90 0 0,10-6 112 0 0,-6 4-128 0 0,-6 4 31 0 0,-6 3-126 0 0,-14 15-10 0 0,21-18 12 0 0,77-52 171 0 0,-75 50-180 0 0,-2 1-13 0 0,0 0 19 0 0,0 1 0 0 0,0-1 0 0 0,0 0 0 0 0,0 0 0 0 0,0 0 0 0 0,0 0 0 0 0,1 0 0 0 0,-1 0 0 0 0,0 0 0 0 0,0 1 0 0 0,0-1 1 0 0,0 0-1 0 0,0 0 0 0 0,0 0 0 0 0,0 0 0 0 0,0 0 0 0 0,1 0 0 0 0,-1 0 0 0 0,0 0 0 0 0,0 0 0 0 0,0 0 0 0 0,0 0 0 0 0,0 1 1 0 0,0-1-1 0 0,1 0 0 0 0,-1 0 0 0 0,0 0 0 0 0,0 0 0 0 0,0 0 0 0 0,0 0 0 0 0,0 0 0 0 0,1 0 0 0 0,-1 0 0 0 0,0 0 0 0 0,0 0 1 0 0,0 0-1 0 0,0-1 0 0 0,0 1 0 0 0,1 0 0 0 0,-1 0 0 0 0,0 0 0 0 0,0 0 0 0 0,0 0 0 0 0,0 0 0 0 0,0 0 0 0 0,0 0 0 0 0,0 0 0 0 0,1 0 1 0 0,-1 0-1 0 0,0-1 0 0 0,0 1 0 0 0,0 0 0 0 0,0 0 0 0 0,0 0 0 0 0,0 0 0 0 0,0 0 0 0 0,0 0 0 0 0,0-1 0 0 0,0 1 0 0 0,0 0 1 0 0,0 0-1 0 0,0 0 0 0 0,-9 20-63 0 0,9-20 66 0 0,0 1 0 0 0,0-1 0 0 0,-1 0 0 0 0,1 1 0 0 0,0-1-1 0 0,0 1 1 0 0,-1-1 0 0 0,1 0 0 0 0,0 1 0 0 0,0-1 0 0 0,0 1 0 0 0,0-1 0 0 0,0 1 0 0 0,0-1 0 0 0,0 0 0 0 0,0 1 0 0 0,0-1 0 0 0,0 1 0 0 0,0-1 0 0 0,0 1 0 0 0,0-1 0 0 0,0 0 0 0 0,0 1-1 0 0,0-1 1 0 0,0 1 0 0 0,0-1 0 0 0,0 1 0 0 0,1-1 0 0 0,-1 0 0 0 0,0 1 0 0 0,0-1 0 0 0,1 0 0 0 0,-1 1 0 0 0,0-1 0 0 0,1 0 0 0 0,-1 1 0 0 0,0-1 0 0 0,1 0 0 0 0,-1 1 0 0 0,0-1 0 0 0,1 0-1 0 0,-1 0 1 0 0,0 0 0 0 0,1 1 0 0 0,-1-1 0 0 0,1 0 0 0 0,-1 0 0 0 0,0 0 0 0 0,1 0 0 0 0,-1 0 0 0 0,1 0 0 0 0,-1 0 0 0 0,1 0 0 0 0,-1 0 0 0 0,1 0 0 0 0,-1 0 0 0 0,0 0 0 0 0,1 0 0 0 0,-1 0 0 0 0,1 0-1 0 0,-1 0 1 0 0,1 0 0 0 0,-1-1 0 0 0,0 1 0 0 0,1 0 0 0 0,-1 0 0 0 0,1-1 0 0 0,18-8 62 0 0,0-1-1 0 0,-1-1 1 0 0,0-1 0 0 0,-1-1-1 0 0,0 0 1 0 0,16-16 0 0 0,-42 31-55 0 0,1 0-1 0 0,-1 1 1 0 0,1 0 0 0 0,0 0 0 0 0,0 1 0 0 0,0 0-1 0 0,0 0 1 0 0,1 1 0 0 0,-13 11 0 0 0,-7 2-296 0 0,59-36 420 0 0,-30 17-6 0 0,-4 0-106 0 0,1 1 0 0 0,-1 0 1 0 0,1 0-1 0 0,-1 0 0 0 0,0-1 0 0 0,1 2 1 0 0,-1-1-1 0 0,1 0 0 0 0,-1 0 0 0 0,0 0 1 0 0,1 1-1 0 0,-1-1 0 0 0,1 1 0 0 0,-1-1 1 0 0,1 1-1 0 0,-1 0 0 0 0,1-1 0 0 0,0 1 1 0 0,-3 1-1 0 0,-40 12-4788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0.1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82 102 4760 0 0,'-5'-26'331'0'0,"4"20"-6"0"0,0-1 1 0 0,-1 1-1 0 0,0 0 0 0 0,0 0 1 0 0,0 0-1 0 0,-1 0 1 0 0,-5-10-1 0 0,7 14-149 0 0,-1-4 186 0 0,0-3-103 0 0,-1 9-335 0 0,-8 52 89 0 0,-8 101-1 0 0,10-59 33 0 0,0-21 1206 0 0,9-72-993 0 0,0 7-69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2.2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141 39 4752 0 0,'0'0'735'0'0,"-4"-2"-608"0"0,2 0-97 0 0,-1 1 1 0 0,0 0 0 0 0,1-1-1 0 0,-1 1 1 0 0,0 0-1 0 0,0 1 1 0 0,0-1-1 0 0,1 0 1 0 0,-1 1 0 0 0,0-1-1 0 0,0 1 1 0 0,0 0-1 0 0,0 0 1 0 0,0 0-1 0 0,0 1 1 0 0,0-1-1 0 0,0 1 1 0 0,0-1 0 0 0,-3 2-1 0 0,2 0-26 0 0,-1 0 0 0 0,0 1 0 0 0,1 0-1 0 0,-1 0 1 0 0,1 0 0 0 0,0 0 0 0 0,0 0-1 0 0,0 1 1 0 0,1 0 0 0 0,-1 0 0 0 0,-4 6 0 0 0,6-6-9 0 0,0 0 1 0 0,0 0 0 0 0,0 0 0 0 0,0 1 0 0 0,0-1 0 0 0,1 0 0 0 0,-2 6-1 0 0,-2 9-6 0 0,5-17 11 0 0,-1 0 0 0 0,1 0 0 0 0,0 0 0 0 0,0-1 1 0 0,0 1-1 0 0,0 0 0 0 0,0 0 0 0 0,0 0 0 0 0,1 0 0 0 0,-1 0 0 0 0,1 0 1 0 0,-1-1-1 0 0,1 1 0 0 0,0 0 0 0 0,0 0 0 0 0,-1-1 0 0 0,1 1 0 0 0,0-1 1 0 0,1 1-1 0 0,-1 0 0 0 0,0-1 0 0 0,0 0 0 0 0,1 1 0 0 0,-1-1 0 0 0,1 0 1 0 0,-1 0-1 0 0,3 2 0 0 0,1 1 1 0 0,0-1-1 0 0,1 1 1 0 0,0-1 0 0 0,0 0-1 0 0,12 4 1 0 0,-5-4 1 0 0,-10-2-2 0 0,0 0 0 0 0,1 0 0 0 0,-1-1 0 0 0,1 1 0 0 0,-1-1 0 0 0,1 0 0 0 0,-1 0 0 0 0,1 0 0 0 0,-1-1 0 0 0,1 1 0 0 0,-1-1 0 0 0,1 0 0 0 0,-1 0 0 0 0,0 0 0 0 0,1 0 0 0 0,-1-1 0 0 0,0 0 0 0 0,0 1 0 0 0,0-1 0 0 0,5-4 0 0 0,2-1 14 0 0,1-2 17 0 0,0 0 0 0 0,-1 0 0 0 0,0-1 1 0 0,-1 0-1 0 0,0-1 0 0 0,-1 0 0 0 0,0 0 0 0 0,0-1 1 0 0,-2 0-1 0 0,1-1 0 0 0,-1 1 0 0 0,5-18 0 0 0,-11 29-28 0 0,1 1 0 0 0,-1-1 0 0 0,0 0 0 0 0,0 1-1 0 0,1-1 1 0 0,-1 0 0 0 0,0 0 0 0 0,0 1 0 0 0,0-1-1 0 0,0 0 1 0 0,0 1 0 0 0,0-1 0 0 0,0 0 0 0 0,0 0 0 0 0,0 1-1 0 0,0-1 1 0 0,0 0 0 0 0,0 0 0 0 0,0 1 0 0 0,-1-1-1 0 0,1 0 1 0 0,0 1 0 0 0,-1-1 0 0 0,1 0 0 0 0,0 1 0 0 0,-1-1-1 0 0,1 1 1 0 0,-1-1 0 0 0,1 0 0 0 0,-1 0 0 0 0,-22-3 18 0 0,-18 13-16 0 0,22-2-7 0 0,1 1-1 0 0,0 1 1 0 0,0 1 0 0 0,0 0-1 0 0,2 1 1 0 0,-1 1-1 0 0,1 0 1 0 0,1 1 0 0 0,-17 19-1 0 0,30-30-10 0 0,0 0-1 0 0,0 0 0 0 0,0 0 0 0 0,1 0 1 0 0,-1 0-1 0 0,1 0 0 0 0,-1 0 0 0 0,1 0 1 0 0,0 1-1 0 0,-1-1 0 0 0,1 0 0 0 0,1 1 1 0 0,-1-1-1 0 0,0 1 0 0 0,0-1 1 0 0,1 1-1 0 0,0 0 0 0 0,-1-1 0 0 0,1 1 1 0 0,0 0-1 0 0,0-1 0 0 0,0 1 0 0 0,1-1 1 0 0,0 5-1 0 0,0-6-26 0 0,21-2-85 0 0,-8-8 183 0 0,-1-1 1 0 0,1-1 0 0 0,-2 0 0 0 0,0 0-1 0 0,0-1 1 0 0,-1-1 0 0 0,-1 0-1 0 0,0 0 1 0 0,0-1 0 0 0,11-23 0 0 0,-21 37-53 0 0,0 0 0 0 0,-1 0 0 0 0,1 0 0 0 0,0 0 0 0 0,0 0 0 0 0,0 0 0 0 0,-1 0 1 0 0,1 0-1 0 0,0 0 0 0 0,0 0 0 0 0,0 0 0 0 0,-1 0 0 0 0,1 0 0 0 0,0 0 0 0 0,0 0 0 0 0,0 0 0 0 0,0 0 1 0 0,-1 0-1 0 0,1 0 0 0 0,0 0 0 0 0,0 0 0 0 0,0-1 0 0 0,0 1 0 0 0,-1 0 0 0 0,1 0 0 0 0,0 0 1 0 0,0 0-1 0 0,0 0 0 0 0,0 0 0 0 0,0-1 0 0 0,-1 1 0 0 0,1 0 0 0 0,0 0 0 0 0,0 0 0 0 0,0 0 1 0 0,0-1-1 0 0,0 1 0 0 0,0 0 0 0 0,0 0 0 0 0,0 0 0 0 0,0 0 0 0 0,0-1 0 0 0,0 1 0 0 0,0 0 1 0 0,-1 0-1 0 0,1 0 0 0 0,0-1 0 0 0,1 1 0 0 0,-1 0 0 0 0,0 0 0 0 0,0 0 0 0 0,0-1 0 0 0,0 1 1 0 0,0 0-1 0 0,0 0 0 0 0,0 0 0 0 0,0 0 0 0 0,0-1 0 0 0,0 1 0 0 0,0 0 0 0 0,-13 7-108 0 0,0 1 0 0 0,0 0-1 0 0,0 1 1 0 0,1 0-1 0 0,0 1 1 0 0,1 1 0 0 0,0 0-1 0 0,1 0 1 0 0,0 1 0 0 0,-10 16-1 0 0,11-24-3035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39.0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105 20 5032 0 0,'0'-1'-68'0'0,"-1"0"-1"0"0,1 0 1 0 0,0 0 0 0 0,-1 0-1 0 0,1 0 1 0 0,-1 0-1 0 0,0 0 1 0 0,1 0-1 0 0,-1 0 1 0 0,0 0-1 0 0,1 0 1 0 0,-1 1-1 0 0,0-1 1 0 0,0 0-1 0 0,0 1 1 0 0,0-1-1 0 0,0 0 1 0 0,0 1-1 0 0,0-1 1 0 0,0 1-1 0 0,0-1 1 0 0,0 1-1 0 0,0 0 1 0 0,0 0-1 0 0,0-1 1 0 0,-2 1-1 0 0,0 0 7 0 0,1 0 0 0 0,-1 1 0 0 0,1-1-1 0 0,-1 1 1 0 0,0-1 0 0 0,1 1 0 0 0,-1 0 0 0 0,1 0-1 0 0,0 0 1 0 0,-1 1 0 0 0,-2 1 0 0 0,1-1 40 0 0,0 1 0 0 0,-1 0 0 0 0,1 1 0 0 0,0-1 0 0 0,1 1 0 0 0,-1 0-1 0 0,1-1 1 0 0,0 2 0 0 0,-1-1 0 0 0,2 0 0 0 0,-5 8 0 0 0,6-10 23 0 0,1-1 1 0 0,0 1-1 0 0,-1-1 0 0 0,1 1 1 0 0,0-1-1 0 0,0 1 0 0 0,0-1 0 0 0,0 1 1 0 0,0 0-1 0 0,0-1 0 0 0,1 1 0 0 0,-1-1 1 0 0,0 1-1 0 0,1-1 0 0 0,-1 0 1 0 0,1 1-1 0 0,0-1 0 0 0,-1 1 0 0 0,1-1 1 0 0,0 0-1 0 0,0 0 0 0 0,0 1 1 0 0,0-1-1 0 0,0 0 0 0 0,0 0 0 0 0,0 0 1 0 0,0 0-1 0 0,0 0 0 0 0,1 0 0 0 0,-1 0 1 0 0,0-1-1 0 0,1 1 0 0 0,1 0 1 0 0,0 1 12 0 0,1-2 0 0 0,-1 1 0 0 0,0 0 1 0 0,1-1-1 0 0,-1 1 0 0 0,1-1 1 0 0,-1 0-1 0 0,1 0 0 0 0,-1 0 1 0 0,1-1-1 0 0,-1 1 0 0 0,1-1 1 0 0,-1 0-1 0 0,1 0 0 0 0,-1 0 0 0 0,0-1 1 0 0,0 1-1 0 0,1-1 0 0 0,-1 1 1 0 0,0-1-1 0 0,-1 0 0 0 0,1 0 1 0 0,5-5-1 0 0,4-4 471 0 0,-1 0 0 0 0,0-1 0 0 0,18-23 0 0 0,-28 33 38 0 0,-29 2-265 0 0,15 7-208 0 0,0 0-1 0 0,1 2 0 0 0,0-1 0 0 0,-12 12 0 0 0,18-15-88 0 0,1 0-1 0 0,0 1 1 0 0,0 0 0 0 0,0 0-1 0 0,1 0 1 0 0,0 0 0 0 0,0 0-1 0 0,0 1 1 0 0,1 0-1 0 0,-3 9 1 0 0,6-15 23 0 0,0 0 1 0 0,0 1-1 0 0,0-1 0 0 0,0 0 0 0 0,0 0 1 0 0,0 0-1 0 0,1 0 0 0 0,-1 1 1 0 0,0-1-1 0 0,1 0 0 0 0,-1 0 0 0 0,1 0 1 0 0,-1 0-1 0 0,1 0 0 0 0,0 0 0 0 0,-1 0 1 0 0,1 0-1 0 0,0 0 0 0 0,0-1 0 0 0,0 1 1 0 0,-1 0-1 0 0,1 0 0 0 0,0-1 0 0 0,0 1 1 0 0,0 0-1 0 0,0-1 0 0 0,0 1 1 0 0,0-1-1 0 0,2 1 0 0 0,-1 0-52 0 0,3-2-17 0 0,3-2 183 0 0,1 0 0 0 0,-2 0-1 0 0,1-1 1 0 0,0 1 0 0 0,-1-2-1 0 0,0 1 1 0 0,0-1-1 0 0,0 0 1 0 0,0-1 0 0 0,-1 1-1 0 0,0-1 1 0 0,0-1 0 0 0,0 1-1 0 0,-1-1 1 0 0,6-10 0 0 0,-11 17-81 0 0,1 0 0 0 0,-1-1 0 0 0,0 1 0 0 0,0 0 0 0 0,1-1 0 0 0,-1 1 0 0 0,0 0 0 0 0,0-1 1 0 0,0 1-1 0 0,1-1 0 0 0,-1 1 0 0 0,0 0 0 0 0,0-1 0 0 0,0 1 0 0 0,0-1 0 0 0,0 1 0 0 0,0 0 1 0 0,0-1-1 0 0,0 1 0 0 0,0-1 0 0 0,0 1 0 0 0,0 0 0 0 0,0-1 0 0 0,0 1 0 0 0,0-1 0 0 0,-1 1 1 0 0,1 0-1 0 0,0-1 0 0 0,0 1 0 0 0,0-1 0 0 0,-1 1 0 0 0,1 0 0 0 0,0-1 0 0 0,0 1 0 0 0,-1 0 1 0 0,1 0-1 0 0,-1-1 0 0 0,-17-1 242 0 0,-15 8-122 0 0,26-3-129 0 0,-3 1-124 0 0,-1 0-1 0 0,2 1 1 0 0,-1 0 0 0 0,0 0 0 0 0,1 1 0 0 0,-11 9 0 0 0,19-14-177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1.0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41 65 6957 0 0,'-37'-1'1544'0'0,"36"1"-1528"0"0,1 0 0 0 0,0 0 0 0 0,0-1 0 0 0,-1 1 1 0 0,1 0-1 0 0,0-1 0 0 0,0 1 0 0 0,0 0 0 0 0,-1 0 0 0 0,1-1 1 0 0,0 1-1 0 0,0 0 0 0 0,0-1 0 0 0,0 1 0 0 0,0-1 0 0 0,-1 1 1 0 0,1 0-1 0 0,0-1 0 0 0,0 1 0 0 0,0 0 0 0 0,0-1 0 0 0,0 1 1 0 0,0 0-1 0 0,0-1 0 0 0,0 1 0 0 0,0-1 0 0 0,1 1 0 0 0,-1 0 1 0 0,0-1-1 0 0,0 1 0 0 0,0 0 0 0 0,0-1 0 0 0,0 1 0 0 0,1 0 1 0 0,-1-1-1 0 0,0 1 0 0 0,0 0 0 0 0,0 0 0 0 0,1-1 0 0 0,-1 1 0 0 0,0 0 1 0 0,1 0-1 0 0,-1-1 0 0 0,0 1 0 0 0,1 0 0 0 0,-1 0 0 0 0,0 0 1 0 0,1 0-1 0 0,-1-1 0 0 0,1 1 0 0 0,32-17 239 0 0,40-4-201 0 0,-53 18-39 0 0,4 0-47 0 0,45-1 1 0 0,-62 4 2 0 0,-1 0-1 0 0,1 1 1 0 0,-1-1 0 0 0,1 2 0 0 0,-1-1-1 0 0,0 1 1 0 0,0 0 0 0 0,1 0 0 0 0,-1 0-1 0 0,-1 1 1 0 0,1 0 0 0 0,6 4 0 0 0,-11-6 20 0 0,0 0 1 0 0,1 1 0 0 0,-1-1 0 0 0,0 0 0 0 0,0 0 0 0 0,0 0 0 0 0,0 1 0 0 0,0-1 0 0 0,0 1 0 0 0,0-1 0 0 0,0 1 0 0 0,-1-1 0 0 0,1 1 0 0 0,0-1 0 0 0,-1 1 0 0 0,0 0 0 0 0,1-1 0 0 0,-1 1 0 0 0,0 0 0 0 0,0-1 0 0 0,0 4 0 0 0,0 0-2 0 0,-1-1 1 0 0,0 0-1 0 0,0 0 0 0 0,-1 0 1 0 0,1 0-1 0 0,-1 0 1 0 0,0 0-1 0 0,-3 6 1 0 0,-6 5-6 0 0,-1 1 0 0 0,0-2 0 0 0,-14 15 0 0 0,22-26 9 0 0,-44 40-31 0 0,33-30 69 0 0,1 0 0 0 0,-25 28 1 0 0,38-39 71 0 0,153-13 18 0 0,-102 5-128 0 0,90 2-1 0 0,-48 9-272 0 0,-90-4 124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3.3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155 46 4312 0 0,'0'0'70'0'0,"-21"-36"612"0"0,20 35-612 0 0,-7-2 25 0 0,7 2-84 0 0,0 1 0 0 0,0-1 0 0 0,-1 1 0 0 0,1-1 1 0 0,0 1-1 0 0,0-1 0 0 0,0 1 0 0 0,-1 0 0 0 0,1 0 0 0 0,0-1 0 0 0,-1 1 0 0 0,1 0 0 0 0,0 0 0 0 0,0 0 0 0 0,-1 1 0 0 0,1-1 0 0 0,-2 1 1 0 0,-3 0-13 0 0,0 1 1 0 0,0 0 0 0 0,1 1 0 0 0,-1 0 0 0 0,1-1 0 0 0,0 2-1 0 0,0-1 1 0 0,0 0 0 0 0,0 1 0 0 0,1 0 0 0 0,-1 0 0 0 0,1 1-1 0 0,0-1 1 0 0,0 1 0 0 0,1 0 0 0 0,-4 6 0 0 0,4-7 3 0 0,1 0 0 0 0,0 1 1 0 0,0-1-1 0 0,1 0 0 0 0,0 1 0 0 0,-1-1 0 0 0,1 1 1 0 0,1 0-1 0 0,-1-1 0 0 0,1 1 0 0 0,0 0 1 0 0,0-1-1 0 0,1 7 0 0 0,-1-9 0 0 0,1 1 0 0 0,-1-1 1 0 0,1 1-1 0 0,0-1 0 0 0,0 0 1 0 0,0 1-1 0 0,0-1 0 0 0,0 0 0 0 0,1 0 1 0 0,-1 1-1 0 0,1-1 0 0 0,-1 0 0 0 0,1 0 1 0 0,0-1-1 0 0,0 1 0 0 0,0 0 0 0 0,0-1 1 0 0,0 1-1 0 0,0-1 0 0 0,0 1 0 0 0,1-1 1 0 0,-1 0-1 0 0,5 2 0 0 0,-1-2-11 0 0,0 0-1 0 0,1-1 1 0 0,-1 0 0 0 0,0 1-1 0 0,0-2 1 0 0,1 1 0 0 0,-1-1-1 0 0,0 0 1 0 0,0 0-1 0 0,0-1 1 0 0,0 0 0 0 0,0 0-1 0 0,0 0 1 0 0,0-1 0 0 0,-1 0-1 0 0,1 0 1 0 0,-1 0-1 0 0,0 0 1 0 0,0-1 0 0 0,8-7-1 0 0,-5 3 59 0 0,1 1-1 0 0,-1-1 0 0 0,-1 0 1 0 0,1-1-1 0 0,-2 1 1 0 0,1-1-1 0 0,-1-1 0 0 0,0 1 1 0 0,-1-1-1 0 0,7-20 1 0 0,-11 29-30 0 0,-1 0-10 0 0,1 0-1 0 0,-1 0 1 0 0,0-1 0 0 0,0 1 0 0 0,1 0 0 0 0,-1 0 0 0 0,0-1 0 0 0,0 1 0 0 0,0 0 0 0 0,0-1 0 0 0,-1 1 0 0 0,1 0 0 0 0,0 0 0 0 0,-1-3 0 0 0,-12-3 41 0 0,-17 11 15 0 0,21-1-72 0 0,0 0 1 0 0,0 1 0 0 0,0 0 0 0 0,1 1 0 0 0,-1 0 0 0 0,1 0 0 0 0,1 1 0 0 0,-1 0 0 0 0,1 0 0 0 0,0 1 0 0 0,0 0-1 0 0,1 0 1 0 0,-11 15 0 0 0,16-21 2 0 0,1-1 0 0 0,0 1-1 0 0,-1-1 1 0 0,1 1 0 0 0,0-1-1 0 0,-1 1 1 0 0,1-1-1 0 0,0 1 1 0 0,0-1 0 0 0,-1 1-1 0 0,1-1 1 0 0,0 1 0 0 0,0 0-1 0 0,0-1 1 0 0,0 1 0 0 0,0-1-1 0 0,0 1 1 0 0,0-1 0 0 0,0 1-1 0 0,0 0 1 0 0,0-1 0 0 0,0 1-1 0 0,0-1 1 0 0,1 1 0 0 0,-1 0-1 0 0,0-1 1 0 0,0 1 0 0 0,1-1-1 0 0,-1 1 1 0 0,0-1 0 0 0,0 1-1 0 0,1-1 1 0 0,-1 1 0 0 0,1 0-1 0 0,22 3-108 0 0,17-9 27 0 0,-34 3 131 0 0,-1 1 1 0 0,0-1-1 0 0,0 0 1 0 0,0 0-1 0 0,0 0 1 0 0,-1-1-1 0 0,1 0 1 0 0,0 0-1 0 0,5-4 1 0 0,-9 5 21 0 0,-37 9-3048 0 0,17 1 1466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2.5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18 722 4360 0 0,'0'0'-188'0'0,"-18"5"3785"0"0,353-346-3026 0 0,-184 180-571 0 0,-117 125-73 0 0,1 2 1 0 0,62-47-1 0 0,-69 53-97 0 0,-27 27 199 0 0,0 1-32 0 0,-1-1 0 0 0,0 0 0 0 0,1 1 0 0 0,-1-1 0 0 0,0 1 0 0 0,0-1 0 0 0,1 0 0 0 0,-1 1 0 0 0,0-1 0 0 0,0 0 0 0 0,0 1-1 0 0,0-1 1 0 0,0 0 0 0 0,0 0 0 0 0,0 1 0 0 0,0-1 0 0 0,0 0 0 0 0,0 1 0 0 0,-1-1 0 0 0,1 0 0 0 0,0 1 0 0 0,0-1 0 0 0,-1 1 0 0 0,1-1-1 0 0,0 0 1 0 0,-1 1 0 0 0,1-1 0 0 0,-1 1 0 0 0,1-1 0 0 0,0 1 0 0 0,-1-1 0 0 0,1 1 0 0 0,-1-1 0 0 0,1 1 0 0 0,-1 0 0 0 0,0-1 0 0 0,1 1-1 0 0,-2-1 1 0 0,-5-2-28 0 0,-1 1 0 0 0,1 0 0 0 0,-1 0 0 0 0,1 1 0 0 0,-1 0 0 0 0,0 0 0 0 0,1 0 0 0 0,-1 1 0 0 0,-9 1 0 0 0,-74 14-93 0 0,36-5-15 0 0,36-10 132 0 0,42-7 0 0 0,51-8 2 0 0,-40 9-33 0 0,1 2 0 0 0,0 2 0 0 0,1 1 1 0 0,64 7-1 0 0,-98-5 36 0 0,0 0-1 0 0,1 0 1 0 0,-1-1 0 0 0,0 1-1 0 0,0 0 1 0 0,0 1 0 0 0,0-1-1 0 0,1 0 1 0 0,-2 1-1 0 0,1-1 1 0 0,0 1 0 0 0,0-1-1 0 0,0 1 1 0 0,-1 0 0 0 0,1 0-1 0 0,-1 0 1 0 0,1 0 0 0 0,0 3-1 0 0,-1-4 4 0 0,-1 0-1 0 0,0 0 0 0 0,1 0 0 0 0,-1 0 1 0 0,0 0-1 0 0,0 0 0 0 0,0 0 0 0 0,0 0 1 0 0,0 0-1 0 0,0 0 0 0 0,0 0 0 0 0,0 0 1 0 0,-1 0-1 0 0,1 0 0 0 0,0 0 0 0 0,-1 0 1 0 0,1 0-1 0 0,0 0 0 0 0,-1 0 0 0 0,1 0 1 0 0,-1 0-1 0 0,0 0 0 0 0,1 0 1 0 0,-1 0-1 0 0,-1 1 0 0 0,1-1 1 0 0,-8 10 10 0 0,0-1 1 0 0,-1 0-1 0 0,0 0 1 0 0,0-1 0 0 0,-1 0-1 0 0,0-1 1 0 0,-1 0-1 0 0,0-1 1 0 0,-16 7 0 0 0,0 2-91 0 0,11-8-126 0 0,-11 9-3102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3.4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35 233 4596 0 0,'-35'6'-171'0'0,"55"-15"586"0"0,59-17-65 0 0,317-69-245 0 0,-160 41-66 0 0,-38 17 65 0 0,-193 37-321 0 0,23-5 765 0 0,-28 5-659 0 0,1 0 1 0 0,0 0-1 0 0,0-1 1 0 0,0 1-1 0 0,-1 0 1 0 0,1 0-1 0 0,0-1 1 0 0,0 1-1 0 0,-1 0 0 0 0,1-1 1 0 0,0 1-1 0 0,0-1 1 0 0,-1 1-1 0 0,1-1 1 0 0,0 1-1 0 0,-1-1 0 0 0,1 1 1 0 0,-1-1-1 0 0,1 0 1 0 0,-1 1-1 0 0,1-1 1 0 0,-1 0-1 0 0,1 1 1 0 0,-1-2-1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3.7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12 3876 0 0,'-11'-4'96'0'0,"5"0"0"0"0,9 2 96 0 0,50 0-104 0 0,1 3 1 0 0,-1 2-1 0 0,0 2 1 0 0,0 3-1 0 0,0 2 1 0 0,68 22-1 0 0,-119-32-76 0 0,-1 0 0 0 0,1 1-1 0 0,-1-1 1 0 0,1 0 0 0 0,-1 1 0 0 0,1-1-1 0 0,-1 1 1 0 0,1 0 0 0 0,-1-1-1 0 0,0 1 1 0 0,0 0 0 0 0,1 0 0 0 0,-1 0-1 0 0,0 0 1 0 0,0 0 0 0 0,0 0 0 0 0,0 0-1 0 0,0 0 1 0 0,0 1 0 0 0,0-1 0 0 0,0 0-1 0 0,-1 1 1 0 0,1-1 0 0 0,0 0 0 0 0,-1 1-1 0 0,1-1 1 0 0,0 3 0 0 0,-2-2 5 0 0,1 1 1 0 0,-1-1 0 0 0,0 0-1 0 0,1 1 1 0 0,-1-1-1 0 0,0 0 1 0 0,0 0 0 0 0,-1 0-1 0 0,1 0 1 0 0,0 0-1 0 0,-1 0 1 0 0,1 0 0 0 0,-1 0-1 0 0,0 0 1 0 0,-2 1-1 0 0,-10 9 50 0 0,-1 0-1 0 0,0-2 0 0 0,-20 11 0 0 0,35-21-66 0 0,-150 79 420 0 0,124-67-1251 0 0,-1-1 0 0 0,0-2 0 0 0,-54 12 0 0 0,66-19-163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4.8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 44 3880 0 0,'-29'-43'1329'0'0,"153"77"-697"0"0,439 97-537 0 0,-242-61-56 0 0,-228-53 457 0 0,25 8 376 0 0,-115-24-808 0 0,-1 0 1 0 0,1-1-1 0 0,0 1 1 0 0,-1 0-1 0 0,1-1 1 0 0,0 0-1 0 0,0 0 1 0 0,0 0 0 0 0,4 0-1 0 0,-5-1-261 0 0,-1 1 0 0 0,0-1 0 0 0,0 1 0 0 0,0-1 0 0 0,0 1 0 0 0,0-1-1 0 0,0 0 1 0 0,-1 1 0 0 0,1-1 0 0 0,0 0 0 0 0,0 0 0 0 0,0 0 0 0 0,-1 0 0 0 0,1 0 0 0 0,0 0 0 0 0,-1 0 0 0 0,1 0 0 0 0,-1 0 0 0 0,1 0-1 0 0,-1 0 1 0 0,1-1 0 0 0,1-5-1599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5.2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15 5060 0 0,'-4'-1'-62'0'0,"-59"-10"477"0"0,61 10-342 0 0,-6 0 7 0 0,4 0-24 0 0,8 2 286 0 0,53 16-314 0 0,59 26-1 0 0,-92-33-20 0 0,0 2 0 0 0,-1 0 0 0 0,-1 1-1 0 0,0 2 1 0 0,24 20 0 0 0,-45-34-1 0 0,0 0 0 0 0,0 0 0 0 0,1 0 0 0 0,-1 0-1 0 0,0 0 1 0 0,0 0 0 0 0,-1 0 0 0 0,1 1 0 0 0,0-1 0 0 0,0 0 0 0 0,-1 0 0 0 0,1 1 0 0 0,0-1 0 0 0,-1 0 0 0 0,1 1 0 0 0,-1-1-1 0 0,0 1 1 0 0,1-1 0 0 0,-1 1 0 0 0,0-1 0 0 0,0 1 0 0 0,0-1 0 0 0,0 1 0 0 0,0-1 0 0 0,-1 0 0 0 0,1 4 0 0 0,-2-2 5 0 0,1-1 0 0 0,-1 1 0 0 0,0 0 0 0 0,0 0 0 0 0,0-1 1 0 0,0 1-1 0 0,0-1 0 0 0,-1 0 0 0 0,1 0 0 0 0,-1 0 0 0 0,-4 4 0 0 0,-10 3 33 0 0,1 0-1 0 0,-2 0 0 0 0,-21 6 1 0 0,33-12-34 0 0,-153 48-196 0 0,50-29-2785 0 0,78-19 1447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6.1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0 4504 0 0,'0'0'343'0'0,"-21"10"-20"0"0,22-7-331 0 0,1 0 0 0 0,-1 0 1 0 0,1 0-1 0 0,0 0 0 0 0,0 0 0 0 0,0 0 1 0 0,0 0-1 0 0,0-1 0 0 0,1 1 0 0 0,-1-1 1 0 0,1 0-1 0 0,0 0 0 0 0,5 4 0 0 0,50 26 11 0 0,-45-25-3 0 0,246 107 35 0 0,-74-36 18 0 0,8 5 1 0 0,86 41 325 0 0,-269-117-91 0 0,10 4-2659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6.6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 45 4652 0 0,'-5'-7'126'0'0,"-1"1"-1"0"0,1 0 0 0 0,-1 1 1 0 0,0-1-1 0 0,-14-8 0 0 0,18 13 201 0 0,26 22-200 0 0,47 29 0 0 0,-36-27-125 0 0,63 56 0 0 0,-95-77 9 0 0,0 1-1 0 0,0-1 1 0 0,0 1-1 0 0,-1 0 1 0 0,1 0 0 0 0,-1 1-1 0 0,0-1 1 0 0,0 0 0 0 0,0 1-1 0 0,0-1 1 0 0,-1 1-1 0 0,2 5 1 0 0,-3-7-1 0 0,0 0 0 0 0,0 1 0 0 0,-1-1 0 0 0,1 0 0 0 0,-1 0 0 0 0,0 1 0 0 0,0-1 0 0 0,1 0 0 0 0,-1 0 0 0 0,-1 0 0 0 0,1 0 0 0 0,0 0 0 0 0,0 0 0 0 0,-1 0 0 0 0,1-1 0 0 0,-1 1 0 0 0,0 0 0 0 0,1-1 0 0 0,-1 1 0 0 0,0-1 0 0 0,0 0 0 0 0,-3 2 0 0 0,-12 9-54 0 0,-1-1 0 0 0,0-1 0 0 0,0-1 0 0 0,-1-1 1 0 0,-35 11-1 0 0,-47 5-3210 0 0,75-20 2319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5.8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0 1240 0 0,'0'0'3472'0'0,"-4"1"-3410"0"0,2-1-62 0 0,1 0 2 0 0,1 0-1 0 0,-1-1 1 0 0,1 1 0 0 0,0 0 0 0 0,-1 0 0 0 0,1 0-1 0 0,-1 0 1 0 0,1 0 0 0 0,-1 0 0 0 0,1 0-1 0 0,-1 0 1 0 0,1 0 0 0 0,0 0 0 0 0,-1 0 0 0 0,1 1-1 0 0,-1-1 1 0 0,1 0 0 0 0,-1 0 0 0 0,1 0-1 0 0,0 0 1 0 0,-1 1 0 0 0,1-1 0 0 0,-1 0 0 0 0,1 0-1 0 0,0 1 1 0 0,-1-1 0 0 0,1 0 0 0 0,0 1-1 0 0,-1-1 1 0 0,1 0 0 0 0,0 1 0 0 0,0-1-1 0 0,0 1 1 0 0,-1-1 0 0 0,1 0 0 0 0,0 1 0 0 0,0-1-1 0 0,0 1 1 0 0,0-1 0 0 0,-1 1 0 0 0,1-1-1 0 0,0 1 1 0 0,0-1 0 0 0,0 0 0 0 0,0 1 0 0 0,0-1-1 0 0,0 1 1 0 0,0-1 0 0 0,1 1 0 0 0,-1-1-1 0 0,0 1 1 0 0,0-1 0 0 0,0 1 0 0 0,1 2-18 0 0,27 29-24 0 0,55 37 39 0 0,165 105 0 0 0,-157-117-6 0 0,24 15 68 0 0,201 163-1 0 0,-242-178-1701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6.5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184 31 4324 0 0,'0'0'-106'0'0,"-28"-31"2804"0"0,48 53-2315 0 0,2-1 0 0 0,0-2 0 0 0,46 32 0 0 0,33 28-442 0 0,-94-70 61 0 0,-7-9-1 0 0,0 1-1 0 0,0 0 1 0 0,0 0-1 0 0,0-1 1 0 0,0 1-1 0 0,0 0 0 0 0,-1 0 1 0 0,1-1-1 0 0,0 1 1 0 0,0 0-1 0 0,0-1 1 0 0,-1 1-1 0 0,1 0 0 0 0,0-1 1 0 0,-1 1-1 0 0,1 0 1 0 0,-1-1-1 0 0,1 1 1 0 0,-1-1-1 0 0,1 1 0 0 0,-1-1 1 0 0,1 1-1 0 0,-1-1 1 0 0,1 1-1 0 0,-1-1 1 0 0,0 1-1 0 0,1-1 1 0 0,-2 1-1 0 0,-19 8 17 0 0,18-8-11 0 0,-45 13-483 0 0,-1-2 0 0 0,-1-2 0 0 0,-89 7 0 0 0,103-14-750 0 0,15 0-479 0 0,3-3-24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9.5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0 4644 0 0,'0'0'-134'0'0,"-2"5"7"0"0,1-3 125 0 0,0 1-1 0 0,0 0 1 0 0,1 0 0 0 0,0 0-1 0 0,0 0 1 0 0,-1-1 0 0 0,2 1-1 0 0,-1 0 1 0 0,0 0 0 0 0,0 0-1 0 0,1 0 1 0 0,0 0-1 0 0,-1-1 1 0 0,1 1 0 0 0,0 0-1 0 0,1-1 1 0 0,-1 1 0 0 0,0-1-1 0 0,3 5 1 0 0,5 13-8 0 0,1 1 6 0 0,1 0 0 0 0,0-1 0 0 0,2-1 0 0 0,0 0 1 0 0,1 0-1 0 0,22 22 0 0 0,107 91 53 0 0,-127-118-45 0 0,49 40 19 0 0,-29-26-6 0 0,-1 2 0 0 0,45 50 0 0 0,-53-45-7 0 0,27 29 312 0 0,-53-63-284 0 0,4 6-1112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0.1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63 2888 0 0,'-3'-2'108'0'0,"1"0"-1"0"0,-1-1 0 0 0,0 1 1 0 0,1-1-1 0 0,-1 0 1 0 0,1 0-1 0 0,0 0 0 0 0,0 0 1 0 0,0 0-1 0 0,1 0 1 0 0,-3-7-1 0 0,3 8 110 0 0,-8-11 1206 0 0,4 5-504 0 0,7 9-917 0 0,36 33-14 0 0,66 45 1 0 0,23 20 8 0 0,-125-98 5 0 0,-1 0-1 0 0,0 0 1 0 0,0 0-1 0 0,0 0 1 0 0,0 0-1 0 0,0 0 1 0 0,0 0-1 0 0,0 0 1 0 0,0 1 0 0 0,-1-1-1 0 0,1 0 1 0 0,0 1-1 0 0,-1-1 1 0 0,1 0-1 0 0,-1 1 1 0 0,1-1 0 0 0,-1 0-1 0 0,0 1 1 0 0,0-1-1 0 0,0 1 1 0 0,1-1-1 0 0,-1 1 1 0 0,0-1-1 0 0,-1 3 1 0 0,0-2 2 0 0,0 0 0 0 0,0 0-1 0 0,0 0 1 0 0,0 0 0 0 0,0-1 0 0 0,-1 1 0 0 0,1 0 0 0 0,-1-1-1 0 0,1 1 1 0 0,-1 0 0 0 0,0-1 0 0 0,1 0 0 0 0,-1 1-1 0 0,-3 0 1 0 0,-10 6 23 0 0,0-1 0 0 0,0-1 0 0 0,-26 8 0 0 0,25-9-11 0 0,-11 4-213 0 0,-55 17 504 0 0,23-20-3759 0 0,43-6 1718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1.6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6 4888 0 0,'-1'0'9'0'0,"0"-1"-1"0"0,-1 0 0 0 0,1 1 0 0 0,0-1 0 0 0,0 1 0 0 0,0-1 0 0 0,0 1 0 0 0,0-1 0 0 0,-1 1 1 0 0,1 0-1 0 0,0-1 0 0 0,0 1 0 0 0,-1 0 0 0 0,1 0 0 0 0,0 0 0 0 0,0 0 0 0 0,-1 0 1 0 0,1 0-1 0 0,0 1 0 0 0,0-1 0 0 0,-1 0 0 0 0,1 1 0 0 0,0-1 0 0 0,0 1 0 0 0,-2 0 0 0 0,3 0-10 0 0,0 1 0 0 0,0-1 0 0 0,0 0 0 0 0,0 0-1 0 0,0 0 1 0 0,0 0 0 0 0,0 0 0 0 0,1 1 0 0 0,-1-1-1 0 0,0 0 1 0 0,1 0 0 0 0,-1 0 0 0 0,1 0 0 0 0,0 0-1 0 0,-1 0 1 0 0,1 0 0 0 0,0 0 0 0 0,-1 0 0 0 0,1 0-1 0 0,0-1 1 0 0,0 1 0 0 0,0 0 0 0 0,0 0 0 0 0,0-1-1 0 0,-1 1 1 0 0,1-1 0 0 0,3 2 0 0 0,82 60 3 0 0,3-3 0 0 0,126 61 1 0 0,204 68 61 0 0,-391-177-56 0 0,-6-3 80 0 0,-1 1-1 0 0,32 18 1 0 0,-47-21 66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2.0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47 38 4120 0 0,'-32'-26'580'0'0,"31"25"-410"0"0,-5-3 255 0 0,-2-1-78 0 0,10 4 52 0 0,80 29-401 0 0,-2 4 0 0 0,77 42 1 0 0,-156-74 1 0 0,0 0 1 0 0,0 1 0 0 0,0-1-1 0 0,0 1 1 0 0,0-1-1 0 0,0 1 1 0 0,0-1 0 0 0,0 1-1 0 0,0-1 1 0 0,-1 1-1 0 0,1 0 1 0 0,0 0-1 0 0,0-1 1 0 0,0 1 0 0 0,-1 0-1 0 0,1 0 1 0 0,0 0-1 0 0,-1 0 1 0 0,1 0-1 0 0,-1 0 1 0 0,1 0 0 0 0,-1 0-1 0 0,0 0 1 0 0,1 0-1 0 0,-1 0 1 0 0,0 2 0 0 0,0-2 0 0 0,-1 0 1 0 0,1 1 0 0 0,-1-1 0 0 0,0 0 0 0 0,1 0 0 0 0,-1 0-1 0 0,0 0 1 0 0,0 1 0 0 0,0-1 0 0 0,0 0 0 0 0,0-1 0 0 0,0 1-1 0 0,0 0 1 0 0,0 0 0 0 0,0 0 0 0 0,-1-1 0 0 0,-1 2-1 0 0,-7 3-58 0 0,0 0 1 0 0,-1-1-1 0 0,-20 5 0 0 0,-62 7-2472 0 0,61-13 1057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2.7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1 4444 0 0,'0'0'-132'0'0,"-3"0"-80"0"0,-10 0 192 0 0,10 0 2 0 0,15-1-52 0 0,697 18 767 0 0,-623-14-346 0 0,-84-3-334 0 0,22-6-2356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3.1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8 3588 0 0,'-23'-8'1148'0'0,"57"11"-913"0"0,67 14-217 0 0,-73-9-5 0 0,-1 1 0 0 0,-1 2 0 0 0,48 24-1 0 0,-74-34-8 0 0,0-1-1 0 0,1 0 0 0 0,-1 1 0 0 0,0-1 0 0 0,0 0 0 0 0,0 1 0 0 0,1-1 0 0 0,-1 0 0 0 0,0 1 0 0 0,0-1 0 0 0,0 0 0 0 0,0 1 0 0 0,0-1 0 0 0,0 0 0 0 0,0 1 1 0 0,0-1-1 0 0,0 1 0 0 0,0-1 0 0 0,0 0 0 0 0,0 1 0 0 0,0-1 0 0 0,0 0 0 0 0,0 1 0 0 0,0-1 0 0 0,0 1 0 0 0,-1-1 0 0 0,1 0 0 0 0,0 1 0 0 0,0-1 0 0 0,0 0 1 0 0,-1 1-1 0 0,1-1 0 0 0,0 0 0 0 0,0 0 0 0 0,-1 1 0 0 0,1-1 0 0 0,0 0 0 0 0,0 0 0 0 0,-1 1 0 0 0,1-1 0 0 0,0 0 0 0 0,-1 0 0 0 0,1 0 0 0 0,-1 1 0 0 0,-12 9 44 0 0,13-10-46 0 0,-21 10-124 0 0,-1 0 1 0 0,0-2-1 0 0,0 0 0 0 0,-1-1 1 0 0,0-1-1 0 0,-43 4 1 0 0,31-4-1307 0 0,16-1 346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4.2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283 76 3800 0 0,'-3'-48'340'0'0,"3"46"-158"0"0,-6-23 2157 0 0,16 40-2343 0 0,0-1 1 0 0,1 0-1 0 0,0 0 0 0 0,1-1 0 0 0,26 21 0 0 0,80 56 73 0 0,-75-59-31 0 0,-27-20-20 0 0,-9-7 5 0 0,-1 1-1 0 0,1 0 0 0 0,-1 0 0 0 0,0 0 1 0 0,-1 0-1 0 0,1 1 0 0 0,6 8 0 0 0,-11-12 14 0 0,-4 0-11 0 0,-4 2-8 0 0,0 1 0 0 0,-1-2 1 0 0,1 1-1 0 0,-1-1 0 0 0,1-1 0 0 0,-1 1 1 0 0,-14 2-1 0 0,-68 7 40 0 0,45-7-25 0 0,-175 37 168 0 0,72-11-2448 0 0,143-30 623 0 0,-8 5-75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5.5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20 543 4860 0 0,'0'0'-37'0'0,"-19"-16"1037"0"0,21 10-942 0 0,1 0 0 0 0,0 0 0 0 0,1 0-1 0 0,-1 1 1 0 0,1-1 0 0 0,0 1 0 0 0,0 0 0 0 0,1 0-1 0 0,-1 0 1 0 0,1 1 0 0 0,0 0 0 0 0,11-7 0 0 0,79-45-9 0 0,-73 44-6 0 0,310-147-16 0 0,9-4 393 0 0,-303 140 175 0 0,-37 23-429 0 0,-17-13-69 0 0,14 11-87 0 0,0-1 0 0 0,0 1 0 0 0,0 1 1 0 0,-1-1-1 0 0,1 0 0 0 0,0 0 0 0 0,-1 1 0 0 0,1-1 0 0 0,-1 1 1 0 0,0 0-1 0 0,1 0 0 0 0,-6-1 0 0 0,-16-1-34 0 0,0 2 0 0 0,0 0 0 0 0,0 2 0 0 0,0 1 0 0 0,0 1 0 0 0,0 0 0 0 0,-46 15 0 0 0,48-11 28 0 0,28-8 14 0 0,21-2-2 0 0,22 3-70 0 0,-1 3 1 0 0,0 1-1 0 0,0 3 1 0 0,50 13-1 0 0,-98-20 53 0 0,1 1 0 0 0,-1-1 0 0 0,1 1 0 0 0,-1-1 0 0 0,0 1 0 0 0,1 0 0 0 0,-1-1 0 0 0,1 1 0 0 0,-1-1 0 0 0,0 1 1 0 0,0 0-1 0 0,1-1 0 0 0,-1 1 0 0 0,0 0 0 0 0,0-1 0 0 0,0 1 0 0 0,0 0 0 0 0,0-1 0 0 0,0 1 0 0 0,0 0 0 0 0,0 0 0 0 0,0-1 0 0 0,0 1 0 0 0,0 0 0 0 0,0-1 0 0 0,0 1 0 0 0,-1 0 0 0 0,1-1 0 0 0,0 1 0 0 0,0-1 0 0 0,-1 1 0 0 0,1 0 0 0 0,-1-1 1 0 0,1 1-1 0 0,0-1 0 0 0,-1 1 0 0 0,1-1 0 0 0,-1 1 0 0 0,1-1 0 0 0,-1 1 0 0 0,1-1 0 0 0,-1 1 0 0 0,0-1 0 0 0,1 0 0 0 0,-2 1 0 0 0,-33 16-420 0 0,-42 15-1 0 0,5-2-275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6.9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33 946 4660 0 0,'-4'-2'-88'0'0,"-23"-15"452"0"0,25 16 233 0 0,18-23-53 0 0,21-12-273 0 0,2 1 0 0 0,1 2 0 0 0,49-30 0 0 0,-8 5-159 0 0,402-354 130 0 0,-395 318-216 0 0,42-39 12 0 0,-97 97-208 0 0,-32 35 140 0 0,-8 4-278 0 0,-24 11 273 0 0,-31 15 86 0 0,-2-3 0 0 0,-88 25 0 0 0,135-50 1073 0 0,42-11-885 0 0,53-16-202 0 0,-18 12-59 0 0,0 2 0 0 0,1 3 1 0 0,93-2-1 0 0,-152 11-35 0 0,4 2-19 0 0,-6-2 72 0 0,1 0 0 0 0,0 0 0 0 0,0 0 0 0 0,0 0 0 0 0,-1 0 0 0 0,1 0 0 0 0,0 1 0 0 0,0-1 0 0 0,-1 0 0 0 0,1 0 0 0 0,0 1 0 0 0,0-1 0 0 0,-1 1 0 0 0,1-1 0 0 0,0 1 0 0 0,-1-1 0 0 0,1 1 0 0 0,-1-1 0 0 0,1 1 0 0 0,0-1 0 0 0,-1 1 0 0 0,1 0 0 0 0,-1-1 0 0 0,0 1 0 0 0,1 0 0 0 0,-1-1 0 0 0,0 1 0 0 0,1 0 0 0 0,-1 0 0 0 0,1 1 0 0 0,-3 4-16 0 0,1 1-1 0 0,-1-1 1 0 0,0 1-1 0 0,0-1 0 0 0,-1 0 1 0 0,0 0-1 0 0,0 0 1 0 0,0 0-1 0 0,-8 10 0 0 0,-15 29 0 0 0,11-27-555 0 0,3-10-3081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7.8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1 5032 0 0,'0'0'-210'0'0,"-4"1"-83"0"0,1 0 1150 0 0,7 0-252 0 0,21 0 3 0 0,61 1-713 0 0,-15-1 188 0 0,5 1-48 0 0,267 18 152 0 0,-332-18-313 0 0,-7-2-36 0 0,1 1 0 0 0,-1 0-1 0 0,1-1 1 0 0,0 0-1 0 0,-1 0 1 0 0,1 0 0 0 0,0 0-1 0 0,-1-1 1 0 0,1 0 0 0 0,7-2-1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8.4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 21 4552 0 0,'-15'-10'-254'0'0,"-1"0"4357"0"0,498 131-3980 0 0,-476-120-144 0 0,-4-1 19 0 0,-1 0 0 0 0,0 0 0 0 0,0 1 0 0 0,0-1 0 0 0,0 0 0 0 0,0 0 0 0 0,0 1 1 0 0,1-1-1 0 0,-1 1 0 0 0,0-1 0 0 0,0 1 0 0 0,0-1 0 0 0,0 1 0 0 0,0 0 0 0 0,-1 0 0 0 0,1-1 0 0 0,0 1 0 0 0,0 0 0 0 0,0 0 0 0 0,-1 0 0 0 0,1 0 1 0 0,0 0-1 0 0,-1 0 0 0 0,1 0 0 0 0,0 2 0 0 0,-2-1 2 0 0,0 0-1 0 0,0-1 1 0 0,0 1 0 0 0,0 0 0 0 0,-1 0 0 0 0,1-1 0 0 0,-1 1-1 0 0,1-1 1 0 0,-1 1 0 0 0,-3 1 0 0 0,-9 7 9 0 0,0-1 1 0 0,-1 0 0 0 0,-1-1-1 0 0,1 0 1 0 0,-1-1-1 0 0,-1-1 1 0 0,-26 6 0 0 0,-1 2-15 0 0,-62 17-773 0 0,33-16-3223 0 0,54-12 2113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1.0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62 5156 0 0,'-14'-14'132'0'0,"13"13"-76"0"0,0 1 1 0 0,1 0-1 0 0,-1-1 1 0 0,1 1-1 0 0,-1 0 1 0 0,1-1-1 0 0,-1 1 1 0 0,1-1-1 0 0,-1 1 1 0 0,1-1-1 0 0,0 1 1 0 0,-1-1-1 0 0,1 1 1 0 0,-1-1-1 0 0,1 0 1 0 0,0 1-1 0 0,0-1 1 0 0,-1 0-1 0 0,1 1 0 0 0,0-1 1 0 0,0 0-1 0 0,0 1 1 0 0,0-1-1 0 0,0 0 1 0 0,0 1-1 0 0,0-1 1 0 0,0-1-1 0 0,37-4-56 0 0,-1 0-1 0 0,1 3 0 0 0,1 0 0 0 0,47 5 0 0 0,-35-2 1 0 0,416-1 15 0 0,-369 0 98 0 0,-94 1-108 0 0,26-4-276 0 0,-11 0-2881 0 0,-13 0 1433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1.5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 11 4676 0 0,'0'0'-128'0'0,"-33"-10"1654"0"0,88 33-1467 0 0,-22-10-39 0 0,-1 1 0 0 0,-1 1 0 0 0,42 28 0 0 0,-72-43-19 0 0,0 1 0 0 0,-1-1 0 0 0,1 1 1 0 0,0-1-1 0 0,-1 1 0 0 0,1 0 0 0 0,0-1 0 0 0,-1 1 0 0 0,1 0 0 0 0,-1-1 0 0 0,1 1 0 0 0,-1 0 0 0 0,1 0 0 0 0,-1-1 0 0 0,0 1 1 0 0,1 0-1 0 0,-1 0 0 0 0,0 0 0 0 0,0-1 0 0 0,1 1 0 0 0,-1 0 0 0 0,0 0 0 0 0,0 0 0 0 0,0 0 0 0 0,0 0 0 0 0,0 0 0 0 0,0-1 0 0 0,0 1 1 0 0,-1 1-1 0 0,0 0 3 0 0,0 0 0 0 0,0 0 1 0 0,0 0-1 0 0,-1 0 0 0 0,1 0 0 0 0,0-1 1 0 0,-1 1-1 0 0,0-1 0 0 0,1 1 1 0 0,-1-1-1 0 0,-3 3 0 0 0,-5 2 13 0 0,0-1 0 0 0,0 1 0 0 0,-18 5 0 0 0,-5 0-687 0 0,0-2-1 0 0,-1-1 0 0 0,0-1 1 0 0,-52 2-1 0 0,62-8-485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2.1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13 355 4004 0 0,'0'0'104'0'0,"-9"2"-38"0"0,9-2-40 0 0,0 0-1 0 0,0 0 1 0 0,0-1-1 0 0,0 1 1 0 0,0 0-1 0 0,0 0 1 0 0,0 0-1 0 0,0 0 1 0 0,0 0-1 0 0,0 0 0 0 0,0 0 1 0 0,0-1-1 0 0,0 1 1 0 0,0 0-1 0 0,0 0 1 0 0,0 0-1 0 0,0 0 1 0 0,0 0-1 0 0,0 0 1 0 0,0-1-1 0 0,0 1 1 0 0,0 0-1 0 0,0 0 0 0 0,0 0 1 0 0,0 0-1 0 0,0 0 1 0 0,0 0-1 0 0,0 0 1 0 0,0 0-1 0 0,0-1 1 0 0,-1 1-1 0 0,1 0 1 0 0,0 0-1 0 0,0 0 1 0 0,0 0-1 0 0,0 0 0 0 0,0 0 1 0 0,0 0-1 0 0,0 0 1 0 0,0 0-1 0 0,-1 0 1 0 0,1 0-1 0 0,0 0 1 0 0,0 0-1 0 0,0 0 1 0 0,0 0-1 0 0,0 0 0 0 0,0 0 1 0 0,-1 0-1 0 0,1 0 1 0 0,0 0-1 0 0,0 0 1 0 0,0 0-1 0 0,0 0 1 0 0,0 0-1 0 0,0 0 1 0 0,0 0-1 0 0,-1 0 1 0 0,12-11-1 0 0,1 1 0 0 0,0 1 1 0 0,0 0-1 0 0,1 0 1 0 0,0 2-1 0 0,0-1 1 0 0,1 1-1 0 0,16-5 1 0 0,130-40 37 0 0,-140 46-51 0 0,677-143 227 0 0,-666 143-190 0 0,39-8 1350 0 0,-68 14-1224 0 0,3-3 61 0 0,-4 3-230 0 0,0 0 0 0 0,-1 0 0 0 0,1 0 0 0 0,-1 0 1 0 0,1-1-1 0 0,0 1 0 0 0,-1 0 0 0 0,1 0 0 0 0,0-1 0 0 0,-1 1 0 0 0,1 0 1 0 0,-1-1-1 0 0,1 1 0 0 0,-1-1 0 0 0,1 1 0 0 0,-1 0 0 0 0,1-1 0 0 0,-1 1 0 0 0,1-1 1 0 0,-1 1-1 0 0,0-1 0 0 0,1 0 0 0 0,-1 1 0 0 0,0-1 0 0 0,1 1 0 0 0,-1-1 0 0 0,0 0 1 0 0,0 0-1 0 0,0 0-164 0 0,0-1 1 0 0,0 1 0 0 0,-1-1 0 0 0,1 1-1 0 0,0-1 1 0 0,-1 1 0 0 0,0 0-1 0 0,1-1 1 0 0,-1 1 0 0 0,0 0-1 0 0,1-1 1 0 0,-1 1 0 0 0,0 0-1 0 0,-2-2 1 0 0,-2-4-2176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2.6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43 6 4856 0 0,'-22'0'-127'0'0,"3"-3"761"0"0,17 2-485 0 0,8 0-61 0 0,20 0-38 0 0,44 2-35 0 0,-33 2-31 0 0,1 1 0 0 0,-1 2 0 0 0,0 2 0 0 0,0 1 0 0 0,-1 2 0 0 0,55 25 0 0 0,-89-36 21 0 0,-1 1-1 0 0,0-1 1 0 0,0 1-1 0 0,1-1 1 0 0,-1 1-1 0 0,0 0 1 0 0,0 0-1 0 0,0 0 1 0 0,0-1-1 0 0,0 1 1 0 0,0 0-1 0 0,0 0 1 0 0,0 0-1 0 0,0 0 1 0 0,-1 1 0 0 0,1-1-1 0 0,0 0 1 0 0,-1 0-1 0 0,1 0 1 0 0,-1 1-1 0 0,1-1 1 0 0,-1 0-1 0 0,0 1 1 0 0,1-1-1 0 0,-1 0 1 0 0,0 1-1 0 0,0-1 1 0 0,0 0-1 0 0,0 1 1 0 0,0-1-1 0 0,0 0 1 0 0,0 1-1 0 0,-1-1 1 0 0,1 0-1 0 0,0 1 1 0 0,-1-1-1 0 0,1 0 1 0 0,-1 0-1 0 0,1 1 1 0 0,-1-1 0 0 0,0 0-1 0 0,1 0 1 0 0,-1 0-1 0 0,0 0 1 0 0,0 0-1 0 0,0 0 1 0 0,0 0-1 0 0,0 0 1 0 0,-2 1-1 0 0,-6 6 46 0 0,0 0 1 0 0,-1 0-1 0 0,0-1 0 0 0,-13 7 0 0 0,22-13-49 0 0,-119 61 29 0 0,70-39-3361 0 0,48-22 2457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3.5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12 3640 0 0,'-8'-11'1420'0'0,"11"16"-706"0"0,18 17-615 0 0,44 12-87 0 0,1-4-1 0 0,1-2 1 0 0,100 26-1 0 0,-85-29-11 0 0,592 193 127 0 0,-524-172 1862 0 0,-148-45-1697 0 0,1-1-17 0 0,-3 0-274 0 0,1 0 1 0 0,-1 0-1 0 0,0 0 1 0 0,1 0-1 0 0,-1 1 1 0 0,0-1-1 0 0,1 0 1 0 0,-1 0-1 0 0,0 0 1 0 0,1 0-1 0 0,-1 0 1 0 0,0 0 0 0 0,1 0-1 0 0,-1 0 1 0 0,0 0-1 0 0,1-1 1 0 0,-1 1-1 0 0,0 0 1 0 0,1 0-1 0 0,-1 0 1 0 0,0 0-1 0 0,1 0 1 0 0,-1-1-1 0 0,0 1 1 0 0,0 0-1 0 0,1 0 1 0 0,-1 0-1 0 0,0-1 1 0 0,0 1-1 0 0,1 0 1 0 0,-1 0-1 0 0,0-1 1 0 0,1 1-1 0 0,-3-9-392 0 0,-1-12-614 0 0,3 4-2478 0 0,0 5 1565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3.9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58 5112 0 0,'-53'-56'1614'0'0,"51"55"-1333"0"0,52 30-22 0 0,53 22 1 0 0,-101-50-247 0 0,32 16-4 0 0,-1-2 9 0 0,0 2-1 0 0,46 31 1 0 0,-79-48-17 0 0,1 1 1 0 0,-1-1-1 0 0,1 0 0 0 0,-1 0 1 0 0,0 1-1 0 0,1-1 1 0 0,-1 0-1 0 0,0 1 1 0 0,1-1-1 0 0,-1 1 1 0 0,0-1-1 0 0,0 0 1 0 0,1 1-1 0 0,-1-1 0 0 0,0 1 1 0 0,0-1-1 0 0,0 1 1 0 0,1-1-1 0 0,-1 1 1 0 0,0-1-1 0 0,0 0 1 0 0,0 1-1 0 0,0-1 0 0 0,0 1 1 0 0,0-1-1 0 0,0 1 1 0 0,0-1-1 0 0,0 1 1 0 0,0-1-1 0 0,0 1 1 0 0,-1-1-1 0 0,1 1 1 0 0,0-1-1 0 0,0 1 0 0 0,-17 14 34 0 0,-24 4 20 0 0,8-9-157 0 0,-1-1 1 0 0,0-2 0 0 0,-35 3-1 0 0,40-8-1581 0 0,-56-2 0 0 0,55-1-430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4.9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13 5440 0 0,'0'0'-82'0'0,"-7"-9"553"0"0,3 5 63 0 0,4 6 360 0 0,6 9-896 0 0,1-1 1 0 0,0-1-1 0 0,0 1 1 0 0,1-1-1 0 0,0-1 1 0 0,16 14-1 0 0,69 48-3 0 0,-58-45 3 0 0,638 383 72 0 0,-434-275-19 0 0,12-3 51 0 0,-176-94 1047 0 0,-73-35-1002 0 0,-8-25-7049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5.7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135 34 5016 0 0,'-5'-33'1202'0'0,"21"40"-732"0"0,-1 1-1 0 0,0 1 1 0 0,-1 0-1 0 0,16 13 1 0 0,28 18-463 0 0,20 6 8 0 0,-34-21-12 0 0,-1 1 0 0 0,64 53 0 0 0,-106-78-2 0 0,-1-1 0 0 0,0 1 0 0 0,0 0 0 0 0,0-1-1 0 0,0 1 1 0 0,-1 0 0 0 0,1-1 0 0 0,0 1 0 0 0,0 0-1 0 0,0-1 1 0 0,0 1 0 0 0,-1 0 0 0 0,1-1 0 0 0,0 1-1 0 0,0-1 1 0 0,-1 1 0 0 0,1-1 0 0 0,-1 1-1 0 0,1-1 1 0 0,0 1 0 0 0,-1-1 0 0 0,1 1 0 0 0,-1-1-1 0 0,1 1 1 0 0,-1-1 0 0 0,0 0 0 0 0,1 1 0 0 0,-1-1-1 0 0,1 0 1 0 0,-1 1 0 0 0,-1-1 0 0 0,-19 13 24 0 0,-51 14 27 0 0,-2-3 0 0 0,-139 27 0 0 0,121-31-123 0 0,26-12-4193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7.0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351 90 5785 0 0,'-5'-55'-1104'0'0,"2"43"2055"0"0,-5-8 1117 0 0,7 18-2210 0 0,16 26 149 0 0,1 0 1 0 0,1-1-1 0 0,1-1 1 0 0,0 0-1 0 0,2-2 0 0 0,1 0 1 0 0,0-1-1 0 0,2-1 1 0 0,0-1-1 0 0,37 20 0 0 0,-22-5 260 0 0,-37-31-144 0 0,-3 1-67 0 0,-3 2-37 0 0,0-1 0 0 0,0 0 0 0 0,-1 0-1 0 0,1 0 1 0 0,0-1 0 0 0,-1 0 0 0 0,0 0-1 0 0,1 0 1 0 0,-12 1 0 0 0,-65 7 68 0 0,41-7-50 0 0,-108 21 3 0 0,-50 6 8 0 0,152-27-108 0 0,45-3-66 0 0,-1 0-92 0 0,-31-2-3873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4.6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41 4248 0 0,'0'-2'46'0'0,"0"1"0"0"0,0-1 0 0 0,0 1 0 0 0,0-1 0 0 0,0 1 0 0 0,0-1 0 0 0,0 1 0 0 0,-1-1 0 0 0,1 1 0 0 0,0-1 0 0 0,-1 1 0 0 0,1 0-1 0 0,-1-1 1 0 0,0 1 0 0 0,1-1 0 0 0,-1 1 0 0 0,0 0 0 0 0,0 0 0 0 0,0-1 0 0 0,0 1 0 0 0,0 0 0 0 0,0 0 0 0 0,0 0 0 0 0,0 0 0 0 0,-1 0 0 0 0,1 0-1 0 0,0 1 1 0 0,0-1 0 0 0,-1 0 0 0 0,1 1 0 0 0,-1-1 0 0 0,1 0 0 0 0,0 1 0 0 0,-3-1 0 0 0,2 2-35 0 0,-1-1 1 0 0,0 1-1 0 0,0-1 1 0 0,1 1-1 0 0,-1 0 1 0 0,1 0-1 0 0,-1 0 1 0 0,1 1-1 0 0,-1-1 1 0 0,1 0-1 0 0,0 1 1 0 0,0 0-1 0 0,0-1 1 0 0,0 1-1 0 0,0 0 1 0 0,0 0-1 0 0,0 0 1 0 0,0 0-1 0 0,1 1 1 0 0,-1-1-1 0 0,1 0 1 0 0,0 1-1 0 0,-2 2 1 0 0,2-4-20 0 0,1 0 1 0 0,-1 0-1 0 0,0 1 1 0 0,1-1-1 0 0,-1 0 1 0 0,1 0-1 0 0,-1 1 1 0 0,1-1-1 0 0,-1 0 1 0 0,1 0-1 0 0,0 1 0 0 0,0-1 1 0 0,0 0-1 0 0,0 1 1 0 0,0-1-1 0 0,0 0 1 0 0,0 1-1 0 0,0-1 1 0 0,0 0-1 0 0,0 1 1 0 0,1-1-1 0 0,-1 0 1 0 0,1 1-1 0 0,-1-1 1 0 0,1 0-1 0 0,-1 0 0 0 0,1 0 1 0 0,0 1-1 0 0,0-1 1 0 0,-1 0-1 0 0,1 0 1 0 0,0 0-1 0 0,0 0 1 0 0,0 0-1 0 0,0-1 1 0 0,0 1-1 0 0,0 0 1 0 0,1 0-1 0 0,-1-1 0 0 0,0 1 1 0 0,0-1-1 0 0,0 1 1 0 0,1-1-1 0 0,-1 1 1 0 0,0-1-1 0 0,1 0 1 0 0,-1 1-1 0 0,0-1 1 0 0,2 0-1 0 0,4 1-35 0 0,-1 0 1 0 0,1 0-1 0 0,-1-1 0 0 0,1 1 0 0 0,-1-2 0 0 0,0 1 1 0 0,1-1-1 0 0,-1 0 0 0 0,8-2 0 0 0,1-2 135 0 0,-1-1 0 0 0,1-1 0 0 0,-1-1 0 0 0,18-12 0 0 0,-32 20-74 0 0,-1 0-1 0 0,1 0 0 0 0,0 0 1 0 0,0 0-1 0 0,0 0 1 0 0,0 0-1 0 0,-1 0 0 0 0,1 0 1 0 0,0 0-1 0 0,0 0 1 0 0,0 0-1 0 0,0-1 1 0 0,-1 1-1 0 0,1 0 0 0 0,0 0 1 0 0,0 0-1 0 0,0 0 1 0 0,0 0-1 0 0,0 0 0 0 0,0-1 1 0 0,0 1-1 0 0,-1 0 1 0 0,1 0-1 0 0,0 0 0 0 0,0 0 1 0 0,0 0-1 0 0,0-1 1 0 0,0 1-1 0 0,0 0 1 0 0,0 0-1 0 0,0 0 0 0 0,0 0 1 0 0,0-1-1 0 0,0 1 1 0 0,0 0-1 0 0,0 0 0 0 0,0 0 1 0 0,0-1-1 0 0,0 1 1 0 0,0 0-1 0 0,0 0 0 0 0,0 0 1 0 0,0 0-1 0 0,0-1 1 0 0,0 1-1 0 0,1 0 0 0 0,-1 0 1 0 0,0 0-1 0 0,0 0 1 0 0,0 0-1 0 0,0 0 1 0 0,0-1-1 0 0,-8 3-28 0 0,0 0-1 0 0,1 1 1 0 0,-1 0 0 0 0,0 0 0 0 0,1 0 0 0 0,0 1-1 0 0,-1 0 1 0 0,2 1 0 0 0,-1-1 0 0 0,0 1-1 0 0,1 1 1 0 0,-11 11 0 0 0,16-15-43 0 0,8-5-126 0 0,-4 1-93 0 0,25-13 821 0 0,-19 9-3685 0 0,-48 12 1525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5.5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 67 4488 0 0,'0'0'-174'0'0,"5"-44"741"0"0,-5 43-523 0 0,0 1 0 0 0,0-1-1 0 0,0 0 1 0 0,0 1 0 0 0,0-1-1 0 0,0 0 1 0 0,-1 1 0 0 0,1-1-1 0 0,0 0 1 0 0,0 1 0 0 0,-1-1 0 0 0,1 0-1 0 0,0 1 1 0 0,-1-1 0 0 0,1 1-1 0 0,-1-1 1 0 0,1 1 0 0 0,-1-1-1 0 0,1 1 1 0 0,-1-1 0 0 0,1 1 0 0 0,-1-1-1 0 0,1 1 1 0 0,-1 0 0 0 0,1-1-1 0 0,-1 1 1 0 0,0 0 0 0 0,1 0 0 0 0,-1-1-1 0 0,0 1 1 0 0,1 0 0 0 0,-1 0-1 0 0,0 0 1 0 0,0 0 0 0 0,-2 1-36 0 0,0-1 1 0 0,0 2 0 0 0,1-1-1 0 0,-1 0 1 0 0,0 0 0 0 0,1 1-1 0 0,0 0 1 0 0,-1-1 0 0 0,1 1-1 0 0,0 0 1 0 0,-2 2 0 0 0,3-3-19 0 0,0-1 1 0 0,0 1 0 0 0,1-1-1 0 0,-1 1 1 0 0,0 0-1 0 0,1-1 1 0 0,-1 1 0 0 0,0 0-1 0 0,1-1 1 0 0,-1 1 0 0 0,1 0-1 0 0,-1 0 1 0 0,1-1 0 0 0,0 1-1 0 0,-1 0 1 0 0,1 0 0 0 0,0 0-1 0 0,-1 0 1 0 0,1 0 0 0 0,0 0-1 0 0,0 0 1 0 0,0-1 0 0 0,0 1-1 0 0,0 0 1 0 0,0 0-1 0 0,0 0 1 0 0,0 0 0 0 0,0 0-1 0 0,1 0 1 0 0,-1 0 0 0 0,1 1-1 0 0,0-1-6 0 0,0 0 0 0 0,0 0 0 0 0,0 0-1 0 0,0 0 1 0 0,0 0 0 0 0,1 0 0 0 0,-1-1-1 0 0,0 1 1 0 0,1 0 0 0 0,-1-1-1 0 0,0 1 1 0 0,1-1 0 0 0,-1 1 0 0 0,1-1-1 0 0,-1 0 1 0 0,1 0 0 0 0,-1 1 0 0 0,1-1-1 0 0,-1 0 1 0 0,2-1 0 0 0,0 1-55 0 0,2-1 8 0 0,18-5 228 0 0,0-2 0 0 0,-1 0 1 0 0,0-1-1 0 0,35-22 0 0 0,-56 30 344 0 0,-8 4-461 0 0,0-1-41 0 0,1 0 1 0 0,0 0 1 0 0,0 0-1 0 0,0 1 0 0 0,0-1 0 0 0,1 1 0 0 0,-1 1 0 0 0,-9 7 0 0 0,14-11-20 0 0,1 0 0 0 0,0 0-1 0 0,-1 0 1 0 0,1 0 0 0 0,0 0-1 0 0,-1 1 1 0 0,1-1 0 0 0,0 0 0 0 0,-1 0-1 0 0,1 0 1 0 0,0 0 0 0 0,-1 1-1 0 0,1-1 1 0 0,0 0 0 0 0,0 0-1 0 0,-1 0 1 0 0,1 1 0 0 0,0-1 0 0 0,0 0-1 0 0,-1 1 1 0 0,1-1 0 0 0,0 0-1 0 0,0 0 1 0 0,0 1 0 0 0,0-1-1 0 0,0 0 1 0 0,-1 1 0 0 0,1-1-1 0 0,0 0 1 0 0,0 1 0 0 0,0-1 0 0 0,0 0-1 0 0,0 1 1 0 0,0-1 0 0 0,0 1-1 0 0,0-1 1 0 0,0 0 0 0 0,0 1-1 0 0,1 0 1 0 0,15-3-96 0 0,28-17 236 0 0,-43 18-68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6.2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96 35 4560 0 0,'0'0'-24'0'0,"-29"-33"977"0"0,28 32-840 0 0,-23 0 118 0 0,20 1-228 0 0,2 0-2 0 0,1 0-1 0 0,-1 1 0 0 0,1-1 0 0 0,-1 0 0 0 0,1 0 0 0 0,-1 1 0 0 0,1-1 0 0 0,-1 1 0 0 0,1-1 0 0 0,0 1 0 0 0,-1 0 0 0 0,1-1 0 0 0,0 1 0 0 0,0 0 0 0 0,-1 0 0 0 0,1 0 0 0 0,0 0 1 0 0,0 0-1 0 0,0 0 0 0 0,0 0 0 0 0,0 1 0 0 0,0-1 0 0 0,-1 2 0 0 0,0-1 1 0 0,-1 2 2 0 0,13 7-4 0 0,-3-9-15 0 0,12 0 1 0 0,-2-4 8 0 0,10 0 207 0 0,-21 4 289 0 0,-31 11 521 0 0,-5 2-1215 0 0,28-13 72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2.4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27 6165 0 0,'0'0'-331'0'0,"-30"-23"-813"0"0,28 21 1141 0 0,-1 0 4 0 0,-27 8-29 0 0,25-5 24 0 0,0 1-1 0 0,0-1 0 0 0,-1 1 0 0 0,1 1 0 0 0,0-1 1 0 0,0 1-1 0 0,1 0 0 0 0,-1 0 0 0 0,-6 6 1 0 0,-8 4-10 0 0,18-13 16 0 0,0 1-1 0 0,0-1 0 0 0,0 1 1 0 0,1-1-1 0 0,-1 1 1 0 0,0-1-1 0 0,1 1 0 0 0,-1-1 1 0 0,0 1-1 0 0,1-1 1 0 0,-1 1-1 0 0,1 0 0 0 0,-1-1 1 0 0,1 1-1 0 0,-1 0 1 0 0,1 0-1 0 0,-1-1 1 0 0,1 1-1 0 0,0 0 0 0 0,0 0 1 0 0,-1 0-1 0 0,1-1 1 0 0,0 1-1 0 0,0 0 0 0 0,0 0 1 0 0,0 0-1 0 0,0 0 1 0 0,0 0-1 0 0,0-1 1 0 0,0 1-1 0 0,0 0 0 0 0,0 0 1 0 0,0 0-1 0 0,1 0 1 0 0,-1-1-1 0 0,0 1 0 0 0,0 0 1 0 0,1 0-1 0 0,-1 0 1 0 0,1-1-1 0 0,-1 1 1 0 0,1 0-1 0 0,-1-1 0 0 0,1 1 1 0 0,-1 0-1 0 0,1-1 1 0 0,0 1-1 0 0,-1-1 0 0 0,1 1 1 0 0,0-1-1 0 0,0 1 1 0 0,-1-1-1 0 0,1 1 1 0 0,0-1-1 0 0,0 0 0 0 0,-1 1 1 0 0,1-1-1 0 0,0 0 1 0 0,0 0-1 0 0,0 0 0 0 0,0 0 1 0 0,0 0-1 0 0,-1 0 1 0 0,2 0-1 0 0,1 0-6 0 0,32-16 43 0 0,0-6 683 0 0,-34 21-528 0 0,5-1 898 0 0,-11 4-1084 0 0,1 0-3 0 0,1 0-1 0 0,-1 0 1 0 0,0 1-1 0 0,0-1 1 0 0,1 1-1 0 0,-1 0 0 0 0,-3 3 1 0 0,6-4-17 0 0,-6 7-73 0 0,3-4 108 0 0,6-5 284 0 0,3-4-231 0 0,-4 4-41 0 0,0-1 0 0 0,1 0 0 0 0,-1 1 0 0 0,0-1 0 0 0,0 0 1 0 0,0 0-1 0 0,0 0 0 0 0,0 0 0 0 0,0 0 0 0 0,0 0 0 0 0,0 0 0 0 0,-1 0 0 0 0,1-1 0 0 0,0 1 1 0 0,0 0-1 0 0,-1 0 0 0 0,1-1 0 0 0,0-1 0 0 0,-1 1 119 0 0,-15-4-327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3.5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60 54 5288 0 0,'0'0'-183'0'0,"-39"-18"725"0"0,37 17-349 0 0,5-2-190 0 0,0 1-1 0 0,0 0 1 0 0,0 0 0 0 0,0 1-1 0 0,0-1 1 0 0,0 0 0 0 0,0 1-1 0 0,0 0 1 0 0,1 0 0 0 0,-1 0-1 0 0,5-1 1 0 0,-6 2-10 0 0,45-13-54 0 0,-37 12 53 0 0,0 1-1 0 0,0 0 1 0 0,0 0 0 0 0,0 1-1 0 0,0 1 1 0 0,0-1 0 0 0,0 1-1 0 0,-1 1 1 0 0,1 0 0 0 0,-1 1-1 0 0,1-1 1 0 0,-1 2 0 0 0,0-1 0 0 0,10 8-1 0 0,-18-11 9 0 0,0-1 1 0 0,0 1-1 0 0,0-1 0 0 0,0 1 1 0 0,0 0-1 0 0,0-1 0 0 0,0 1 0 0 0,0 0 1 0 0,0 0-1 0 0,0 0 0 0 0,-1 0 0 0 0,1 0 1 0 0,0 0-1 0 0,-1 0 0 0 0,1 0 0 0 0,0 0 1 0 0,-1 0-1 0 0,1 0 0 0 0,-1 0 0 0 0,0 0 1 0 0,1 0-1 0 0,-1 1 0 0 0,0-1 1 0 0,0 0-1 0 0,0 0 0 0 0,0 0 0 0 0,0 1 1 0 0,0-1-1 0 0,0 0 0 0 0,0 0 0 0 0,0 0 1 0 0,0 1-1 0 0,-1-1 0 0 0,1 0 0 0 0,-1 0 1 0 0,1 0-1 0 0,0 0 0 0 0,-1 0 1 0 0,0 0-1 0 0,1 0 0 0 0,-1 0 0 0 0,0 0 1 0 0,0 0-1 0 0,1 0 0 0 0,-1 0 0 0 0,0 0 1 0 0,0-1-1 0 0,0 1 0 0 0,0 0 0 0 0,-2 0 1 0 0,-5 6 5 0 0,0-1 1 0 0,0 0-1 0 0,-1-1 1 0 0,-10 5-1 0 0,-123 44 457 0 0,140-53-415 0 0,0 0-1 0 0,2-1-44 0 0,-1 0-1 0 0,1 0 0 0 0,0 0 1 0 0,0 0-1 0 0,0 0 1 0 0,-1 0-1 0 0,1 0 0 0 0,0 0 1 0 0,0 0-1 0 0,-1 0 0 0 0,1 0 1 0 0,0 0-1 0 0,0 0 0 0 0,0 0 1 0 0,-1 0-1 0 0,1 0 1 0 0,0 0-1 0 0,0 1 0 0 0,-1-1 1 0 0,1 0-1 0 0,0 0 0 0 0,0 0 1 0 0,0 0-1 0 0,0 0 0 0 0,-1 0 1 0 0,1 1-1 0 0,0-1 1 0 0,0 0-1 0 0,0 0 0 0 0,0 0 1 0 0,0 0-1 0 0,-1 1 0 0 0,1-1 1 0 0,0 0-1 0 0,0 0 1 0 0,0 0-1 0 0,0 1 0 0 0,0-1 1 0 0,0 0-1 0 0,0 0 0 0 0,0 1 1 0 0,0-1-1 0 0,0 0 0 0 0,0 0 1 0 0,0 0-1 0 0,0 1 1 0 0,73 23 51 0 0,24 9-60 0 0,-81-26-3 0 0,42 22-51 0 0,-54-27 55 0 0,-1 1-1 0 0,0-1 1 0 0,1 1-1 0 0,-1-1 1 0 0,0 1 0 0 0,-1 0-1 0 0,1 0 1 0 0,0 1-1 0 0,-1-1 1 0 0,0 0 0 0 0,0 1-1 0 0,3 6 1 0 0,-5-9 5 0 0,0 0 0 0 0,0 0 0 0 0,0 0 0 0 0,-1 0 0 0 0,1 0 0 0 0,0 0 0 0 0,-1 0 0 0 0,1 0 0 0 0,0 0 0 0 0,-1 0 0 0 0,1-1 0 0 0,-1 1 0 0 0,0 0 0 0 0,1 0 0 0 0,-1 0 0 0 0,0-1 0 0 0,1 1 0 0 0,-1 0 0 0 0,0-1 0 0 0,0 1 0 0 0,0 0 0 0 0,0-1 0 0 0,1 1 0 0 0,-1-1 0 0 0,0 0 0 0 0,0 1 0 0 0,0-1 0 0 0,-2 1 0 0 0,-27 10 31 0 0,-8-1 124 0 0,0-2 0 0 0,0-2 1 0 0,-55 3-1 0 0,4-7-2442 0 0,96-4 804 0 0,25-9 153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4.8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201 49 4456 0 0,'-19'-28'460'0'0,"-21"10"122"0"0,38 17-533 0 0,-3 0-25 0 0,0 1 0 0 0,1 0 0 0 0,-1-1 1 0 0,0 2-1 0 0,0-1 0 0 0,-9 2 0 0 0,6 3-22 0 0,-1 0 1 0 0,1 0-1 0 0,0 1 0 0 0,1 0 1 0 0,-1 0-1 0 0,-12 15 1 0 0,17-18-4 0 0,1-1 1 0 0,-1 1 0 0 0,1 0 0 0 0,0 0-1 0 0,0 0 1 0 0,0 0 0 0 0,0 0 0 0 0,0 1-1 0 0,1-1 1 0 0,-1 0 0 0 0,1 1 0 0 0,0-1-1 0 0,0 1 1 0 0,0 0 0 0 0,1-1 0 0 0,-1 1-1 0 0,1 0 1 0 0,0-1 0 0 0,0 1 0 0 0,0 0-1 0 0,2 6 1 0 0,-2-8 5 0 0,1 0 0 0 0,0 0 0 0 0,0 0 0 0 0,0 0 0 0 0,0 0-1 0 0,0 0 1 0 0,1-1 0 0 0,-1 1 0 0 0,0 0 0 0 0,1-1 0 0 0,0 1 0 0 0,-1 0 0 0 0,4 1 0 0 0,-2-1-1 0 0,0-1 0 0 0,0 0 0 0 0,1 0 0 0 0,-1 0 0 0 0,0-1 0 0 0,0 1 0 0 0,1-1 0 0 0,-1 1 0 0 0,0-1 0 0 0,1 0 0 0 0,-1 0 0 0 0,0-1 0 0 0,1 1 0 0 0,-1-1 0 0 0,0 0 0 0 0,5-1 1 0 0,1-1 29 0 0,0 0 0 0 0,-1 0 1 0 0,1-1-1 0 0,-1-1 0 0 0,1 0 1 0 0,-1 0-1 0 0,-1 0 1 0 0,1-1-1 0 0,-1 0 0 0 0,0 0 1 0 0,0-1-1 0 0,-1 0 1 0 0,0 0-1 0 0,0-1 0 0 0,0 1 1 0 0,-1-1-1 0 0,-1-1 0 0 0,1 1 1 0 0,-1-1-1 0 0,5-16 1 0 0,-8 23 9 0 0,-1 2-42 0 0,-1-1 1 0 0,1 1 0 0 0,0-1-1 0 0,0 1 1 0 0,-1-1 0 0 0,1 1 0 0 0,0-1-1 0 0,-1 1 1 0 0,1-1 0 0 0,-1 1-1 0 0,1 0 1 0 0,0-1 0 0 0,-1 1-1 0 0,1 0 1 0 0,-1-1 0 0 0,1 1 0 0 0,-1 0-1 0 0,1-1 1 0 0,-1 1 0 0 0,1 0-1 0 0,-1 0 1 0 0,0 0 0 0 0,1-1 0 0 0,-1 1-1 0 0,1 0 1 0 0,-1 0 0 0 0,1 0-1 0 0,-1 0 1 0 0,0 0 0 0 0,1 0-1 0 0,-1 0 1 0 0,1 0 0 0 0,-1 0 0 0 0,1 1-1 0 0,-1-1 1 0 0,0 0 0 0 0,-29 8 49 0 0,10 0-39 0 0,0 0 0 0 0,1 2 0 0 0,1 1 1 0 0,-1 0-1 0 0,-25 22 0 0 0,38-27-18 0 0,3 2 3 0 0,2-6-10 0 0,6 2-10 0 0,-5-4 20 0 0,0 0 0 0 0,0 1 0 0 0,0-1 1 0 0,0 0-1 0 0,1 1 0 0 0,-1-1 0 0 0,0 0 0 0 0,0 1 0 0 0,0-1 1 0 0,1 0-1 0 0,-1 0 0 0 0,0 1 0 0 0,0-1 0 0 0,1 0 0 0 0,-1 0 0 0 0,0 0 1 0 0,0 1-1 0 0,1-1 0 0 0,-1 0 0 0 0,0 0 0 0 0,1 0 0 0 0,-1 0 1 0 0,0 0-1 0 0,1 1 0 0 0,-1-1 0 0 0,0 0 0 0 0,1 0 0 0 0,-1 0 1 0 0,0 0-1 0 0,1 0 0 0 0,-1 0 0 0 0,0 0 0 0 0,1 0 0 0 0,-1 0 0 0 0,0 0 1 0 0,1-1-1 0 0,-1 1 0 0 0,0 0 0 0 0,1 0 0 0 0,18-6 1 0 0,0 0 1 0 0,-1-1-1 0 0,0-1 0 0 0,-1-1 0 0 0,0-1 0 0 0,30-21 0 0 0,-45 30 175 0 0,-10 2-159 0 0,-18 8-8 0 0,1 1 1 0 0,0 2-1 0 0,0 0 0 0 0,-34 24 1 0 0,55-34 129 0 0,10-6-113 0 0,23-9-1 0 0,-26 12-17 0 0,3-2 151 0 0,-3 2-433 0 0,-27 12-3128 0 0,19-8 1626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6.1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242 29 4924 0 0,'0'0'-192'0'0,"-28"-25"-563"0"0,21 23 764 0 0,0 2 1 0 0,0-1-1 0 0,1 1 0 0 0,-1 0 1 0 0,0 0-1 0 0,0 0 1 0 0,0 1-1 0 0,1 0 0 0 0,-1 1 1 0 0,0 0-1 0 0,1 0 0 0 0,-1 0 1 0 0,1 0-1 0 0,0 1 1 0 0,0 0-1 0 0,-10 7 0 0 0,6-3 2 0 0,0 0 1 0 0,1 0-1 0 0,1 1 0 0 0,-1 0 0 0 0,1 0 0 0 0,0 1 1 0 0,1 0-1 0 0,-12 20 0 0 0,18-27-7 0 0,1-1 1 0 0,-1 0-1 0 0,1 0 1 0 0,-1 0-1 0 0,1 0 0 0 0,0 1 1 0 0,-1-1-1 0 0,1 0 0 0 0,0 0 1 0 0,0 1-1 0 0,0-1 0 0 0,0 0 1 0 0,0 1-1 0 0,0-1 1 0 0,1 0-1 0 0,-1 0 0 0 0,0 1 1 0 0,0-1-1 0 0,1 0 0 0 0,-1 0 1 0 0,1 0-1 0 0,-1 0 0 0 0,1 1 1 0 0,0-1-1 0 0,-1 0 1 0 0,1 0-1 0 0,0 0 0 0 0,0 0 1 0 0,0 0-1 0 0,0-1 0 0 0,0 1 1 0 0,0 0-1 0 0,0 0 0 0 0,0 0 1 0 0,2 0-1 0 0,-1 1-1 0 0,1-1 1 0 0,0 1-1 0 0,-1-1 0 0 0,1 0 0 0 0,0 0 0 0 0,0 0 1 0 0,0-1-1 0 0,0 1 0 0 0,0-1 0 0 0,0 1 1 0 0,0-1-1 0 0,-1 0 0 0 0,1 0 0 0 0,0 0 1 0 0,6-2-1 0 0,4-1 67 0 0,-1 0-1 0 0,1-1 1 0 0,-1-1 0 0 0,1 0 0 0 0,-2-1-1 0 0,1 0 1 0 0,0-1 0 0 0,-1 0 0 0 0,-1-1 0 0 0,1 0-1 0 0,15-16 1 0 0,-26 24-56 0 0,-1 0-1 0 0,1 0 1 0 0,0 0-1 0 0,0 0 1 0 0,-1 0-1 0 0,1 0 0 0 0,0 0 1 0 0,0 0-1 0 0,-1 0 1 0 0,1 0-1 0 0,0 0 1 0 0,0 0-1 0 0,0 0 1 0 0,-1 0-1 0 0,1 0 1 0 0,0 0-1 0 0,0 0 1 0 0,-1-1-1 0 0,1 1 1 0 0,0 0-1 0 0,0 0 1 0 0,0 0-1 0 0,0 0 0 0 0,-1 0 1 0 0,1-1-1 0 0,0 1 1 0 0,0 0-1 0 0,0 0 1 0 0,0 0-1 0 0,0-1 1 0 0,0 1-1 0 0,-1 0 1 0 0,1 0-1 0 0,0-1 1 0 0,0 1-1 0 0,0 0 1 0 0,0 0-1 0 0,0 0 1 0 0,0-1-1 0 0,0 1 1 0 0,0 0-1 0 0,0 0 0 0 0,0-1 1 0 0,0 1-1 0 0,0 0 1 0 0,0 0-1 0 0,0-1 1 0 0,0 1-1 0 0,0 0 1 0 0,1 0-1 0 0,-1 0 1 0 0,0-1-1 0 0,0 1 1 0 0,0 0-1 0 0,0 0 1 0 0,0 0-1 0 0,1-1 1 0 0,-13 4 3 0 0,1 1 1 0 0,-1 0-1 0 0,1 1 1 0 0,0 0-1 0 0,0 1 1 0 0,1 0 0 0 0,0 1-1 0 0,0 0 1 0 0,0 0-1 0 0,1 1 1 0 0,0 1-1 0 0,1-1 1 0 0,-11 15 0 0 0,18-23-19 0 0,1 1 0 0 0,-1 0 0 0 0,1 0 0 0 0,-1-1 0 0 0,1 1 1 0 0,-1 0-1 0 0,1 0 0 0 0,-1 0 0 0 0,1-1 0 0 0,0 1 1 0 0,0 0-1 0 0,-1 0 0 0 0,1 0 0 0 0,0 0 0 0 0,0 0 0 0 0,0 0 1 0 0,0 0-1 0 0,0 0 0 0 0,0-1 0 0 0,0 1 0 0 0,0 0 0 0 0,0 0 1 0 0,1 0-1 0 0,-1 1 0 0 0,1-2 3 0 0,-1 0 0 0 0,0 1-1 0 0,1-1 1 0 0,-1 0 0 0 0,1 0 0 0 0,-1 1 0 0 0,1-1 0 0 0,-1 0-1 0 0,1 0 1 0 0,-1 0 0 0 0,1 0 0 0 0,-1 0 0 0 0,1 0 0 0 0,-1 0-1 0 0,1 0 1 0 0,-1 0 0 0 0,1 0 0 0 0,-1 0 0 0 0,0 0-1 0 0,1 0 1 0 0,-1 0 0 0 0,1 0 0 0 0,-1 0 0 0 0,1-1 0 0 0,-1 1-1 0 0,1 0 1 0 0,-1 0 0 0 0,1-1 0 0 0,-1 1 0 0 0,1-1 0 0 0,14-9 172 0 0,-1-1 0 0 0,-1 0 0 0 0,0-1 0 0 0,14-16 0 0 0,-26 27 64 0 0,-8 3-207 0 0,-8 7-69 0 0,-1-1 0 0 0,-27 22 1 0 0,-6 11-3830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7.1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132 112 4696 0 0,'17'-47'216'0'0,"-17"43"-259"0"0,1 3 94 0 0,-1 1-1 0 0,1-1 1 0 0,-1 0 0 0 0,1 0-1 0 0,-1 0 1 0 0,0 0 0 0 0,0 0 0 0 0,1 0-1 0 0,-1 0 1 0 0,0 1 0 0 0,0-1-1 0 0,0 0 1 0 0,0 0 0 0 0,0 0 0 0 0,0 0-1 0 0,0 0 1 0 0,-1 0 0 0 0,1 0-1 0 0,0 0 1 0 0,0 0 0 0 0,-1 0 0 0 0,1 1-1 0 0,0-1 1 0 0,-1 0 0 0 0,1 0-1 0 0,-1 0 1 0 0,1 1 0 0 0,-1-1 0 0 0,0 0-1 0 0,1 0 1 0 0,-1 1 0 0 0,0-1-1 0 0,1 1 1 0 0,-1-1 0 0 0,-1 0 0 0 0,0 0 96 0 0,-4 3-90 0 0,-5 4-35 0 0,-1 0-1 0 0,1 1 1 0 0,0 0-1 0 0,0 1 1 0 0,1 1-1 0 0,0-1 0 0 0,0 1 1 0 0,1 1-1 0 0,1 0 1 0 0,-1 0-1 0 0,-7 13 1 0 0,16-23-26 0 0,-1 1 0 0 0,1 0 1 0 0,-1-1-1 0 0,1 1 0 0 0,-1 0 0 0 0,1-1 1 0 0,0 1-1 0 0,-1 0 0 0 0,1-1 1 0 0,0 1-1 0 0,0 0 0 0 0,-1 0 0 0 0,1-1 1 0 0,0 1-1 0 0,0 0 0 0 0,0 0 1 0 0,0 0-1 0 0,0-1 0 0 0,0 1 0 0 0,0 0 1 0 0,0 0-1 0 0,0 0 0 0 0,0-1 1 0 0,0 1-1 0 0,1 0 0 0 0,-1 0 0 0 0,0-1 1 0 0,1 1-1 0 0,-1 0 0 0 0,0-1 0 0 0,1 1 1 0 0,-1 0-1 0 0,1-1 0 0 0,-1 1 1 0 0,1 0-1 0 0,-1-1 0 0 0,1 1 0 0 0,0-1 1 0 0,-1 1-1 0 0,1-1 0 0 0,0 1 1 0 0,-1-1-1 0 0,1 0 0 0 0,1 1 0 0 0,1 1-17 0 0,0-1 0 0 0,0 0 0 0 0,1 0 0 0 0,-1 0 0 0 0,0 0 0 0 0,1-1 0 0 0,-1 1 0 0 0,1-1 0 0 0,-1 0 0 0 0,5 0 0 0 0,6-2-16 0 0,0-1-1 0 0,-1-1 1 0 0,0 1-1 0 0,0-2 1 0 0,0 0-1 0 0,0-1 1 0 0,-1 0 0 0 0,15-10-1 0 0,-10 5 86 0 0,0-1-1 0 0,0-1 1 0 0,-1 0-1 0 0,-1-1 0 0 0,16-19 1 0 0,-30 33-29 0 0,0-1 0 0 0,0 0 0 0 0,0 0 0 0 0,0 0 0 0 0,0 0 0 0 0,-1 0 0 0 0,1 0 0 0 0,0 0 0 0 0,0-1 0 0 0,-1 1 1 0 0,1 0-1 0 0,-1 0 0 0 0,1 0 0 0 0,-1-1 0 0 0,0 1 0 0 0,1 0 0 0 0,-1-1 0 0 0,0 1 0 0 0,0 0 0 0 0,0-1 0 0 0,0 1 0 0 0,0-3 0 0 0,-1 4-12 0 0,0-1-1 0 0,0 0 0 0 0,1 0 1 0 0,-1 1-1 0 0,0-1 1 0 0,0 1-1 0 0,0-1 0 0 0,0 1 1 0 0,0-1-1 0 0,0 1 1 0 0,0 0-1 0 0,0-1 1 0 0,0 1-1 0 0,0 0 0 0 0,0 0 1 0 0,0 0-1 0 0,0 0 1 0 0,0 0-1 0 0,-1 0 0 0 0,1 0 1 0 0,-1 0-1 0 0,-9 1 3 0 0,1 1 0 0 0,0 0 1 0 0,-1 1-1 0 0,-16 6 0 0 0,10-2-22 0 0,0 2 0 0 0,0 0 0 0 0,1 0 0 0 0,0 2 0 0 0,-23 19 0 0 0,39-29 10 0 0,-1-1 1 0 0,1 0-1 0 0,0 1 0 0 0,0-1 1 0 0,-1 0-1 0 0,1 1 1 0 0,0-1-1 0 0,0 0 0 0 0,0 1 1 0 0,0-1-1 0 0,0 0 1 0 0,-1 1-1 0 0,1-1 1 0 0,0 1-1 0 0,0-1 0 0 0,0 0 1 0 0,0 1-1 0 0,0-1 1 0 0,0 0-1 0 0,0 1 0 0 0,0-1 1 0 0,0 1-1 0 0,1-1 1 0 0,-1 0-1 0 0,0 1 1 0 0,0-1-1 0 0,0 0 0 0 0,0 1 1 0 0,0-1-1 0 0,1 0 1 0 0,-1 1-1 0 0,0-1 1 0 0,0 0-1 0 0,0 1 0 0 0,1-1 1 0 0,-1 0-1 0 0,0 0 1 0 0,1 1-1 0 0,-1-1 0 0 0,0 0 1 0 0,1 0-1 0 0,-1 1 1 0 0,0-1-1 0 0,1 0 1 0 0,-1 0-1 0 0,0 0 0 0 0,1 0 1 0 0,0 1-3 0 0,1 0 0 0 0,-1 0 0 0 0,1-1 0 0 0,-1 1-1 0 0,1-1 1 0 0,-1 0 0 0 0,1 1 0 0 0,-1-1 0 0 0,1 0 0 0 0,-1 0 0 0 0,1 0 0 0 0,-1 0 0 0 0,1 0 0 0 0,2 0 0 0 0,4-2 35 0 0,0 0 1 0 0,1-1-1 0 0,-1 0 1 0 0,0 0-1 0 0,0-1 1 0 0,-1 0 0 0 0,1 0-1 0 0,-1 0 1 0 0,0-1-1 0 0,0-1 1 0 0,0 1-1 0 0,7-9 1 0 0,-14 14-26 0 0,0 0 1 0 0,0 0-1 0 0,0-1 0 0 0,1 1 0 0 0,-1 0 1 0 0,0 0-1 0 0,0-1 0 0 0,0 1 0 0 0,0 0 1 0 0,0-1-1 0 0,0 1 0 0 0,0 0 0 0 0,0 0 1 0 0,0-1-1 0 0,0 1 0 0 0,0 0 0 0 0,0-1 1 0 0,0 1-1 0 0,0 0 0 0 0,0-1 0 0 0,0 1 1 0 0,0 0-1 0 0,0 0 0 0 0,0-1 0 0 0,0 1 1 0 0,-1 0-1 0 0,1 0 0 0 0,0-1 0 0 0,0 1 1 0 0,0 0-1 0 0,0 0 0 0 0,-1-1 0 0 0,1 1 1 0 0,0 0-1 0 0,0 0 0 0 0,0 0 0 0 0,-1-1 1 0 0,1 1-1 0 0,0 0 0 0 0,-1 0 0 0 0,-16-6 64 0 0,-14 3-32 0 0,8 5-220 0 0,1 0 0 0 0,1 2 0 0 0,-1 0 0 0 0,-23 8 0 0 0,44-11-307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8.1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159 76 5064 0 0,'0'-1'-9'0'0,"0"-1"0"0"0,0 1 0 0 0,1-1 0 0 0,-1 1-1 0 0,0 0 1 0 0,0-1 0 0 0,0 1 0 0 0,-1-1 0 0 0,1 1 0 0 0,0-1-1 0 0,0 1 1 0 0,-1-1 0 0 0,1 1 0 0 0,-1-1 0 0 0,0 1-1 0 0,1 0 1 0 0,-1 0 0 0 0,0-1 0 0 0,1 1 0 0 0,-1 0-1 0 0,0 0 1 0 0,0 0 0 0 0,0-1 0 0 0,0 1 0 0 0,-1 0-1 0 0,1 1 1 0 0,0-1 0 0 0,0 0 0 0 0,0 0 0 0 0,-1 0-1 0 0,1 1 1 0 0,0-1 0 0 0,-1 1 0 0 0,1-1 0 0 0,-1 1-1 0 0,1-1 1 0 0,-1 1 0 0 0,1 0 0 0 0,0 0 0 0 0,-1 0-1 0 0,1 0 1 0 0,-4 0 0 0 0,1 0 26 0 0,0 2-3 0 0,-4 0-9 0 0,0 2-1 0 0,0-1 1 0 0,0 1-1 0 0,0 0 0 0 0,1 1 1 0 0,-13 9-1 0 0,16-10-2 0 0,-1-1 1 0 0,1 1-1 0 0,1-1 1 0 0,-1 1-1 0 0,0 1 1 0 0,1-1-1 0 0,0 0 0 0 0,0 1 1 0 0,0 0-1 0 0,1 0 1 0 0,-1-1-1 0 0,-2 10 0 0 0,5-13 1 0 0,0 0 0 0 0,0 0-1 0 0,0 0 1 0 0,0-1 0 0 0,1 1-1 0 0,-1 0 1 0 0,0 0 0 0 0,1 0-1 0 0,-1 0 1 0 0,0 0 0 0 0,1-1-1 0 0,-1 1 1 0 0,1 0 0 0 0,-1 0-1 0 0,1-1 1 0 0,-1 1-1 0 0,1 0 1 0 0,0-1 0 0 0,-1 1-1 0 0,1-1 1 0 0,0 1 0 0 0,-1-1-1 0 0,1 1 1 0 0,0-1 0 0 0,0 1-1 0 0,0-1 1 0 0,-1 0 0 0 0,1 1-1 0 0,0-1 1 0 0,0 0 0 0 0,0 0-1 0 0,0 1 1 0 0,0-1 0 0 0,0 0-1 0 0,-1 0 1 0 0,3 0-1 0 0,37 0 47 0 0,-25-4 12 0 0,0 0-1 0 0,0-1 1 0 0,0-1-1 0 0,0 0 0 0 0,-1-1 1 0 0,0-1-1 0 0,0 0 1 0 0,-1-1-1 0 0,0 0 1 0 0,-1-1-1 0 0,0 0 1 0 0,20-23-1 0 0,-32 33-50 0 0,1-1 0 0 0,-1 1 0 0 0,0 0 0 0 0,0-1 0 0 0,1 1 0 0 0,-1-1 0 0 0,0 1-1 0 0,0-1 1 0 0,0 1 0 0 0,0 0 0 0 0,0-1 0 0 0,1 1 0 0 0,-1-1 0 0 0,0 1 0 0 0,0-1 0 0 0,0 1 0 0 0,0-1-1 0 0,0 1 1 0 0,0-1 0 0 0,0 1 0 0 0,-1-1 0 0 0,1 1 0 0 0,0 0 0 0 0,0-1 0 0 0,0 1 0 0 0,0-1 0 0 0,-1 1 0 0 0,1-1-1 0 0,0 1 1 0 0,0 0 0 0 0,-1-1 0 0 0,1 1 0 0 0,0 0 0 0 0,-1-1 0 0 0,1 1 0 0 0,0 0 0 0 0,-1-1 0 0 0,1 1-1 0 0,0 0 1 0 0,-1 0 0 0 0,1-1 0 0 0,-1 1 0 0 0,1 0 0 0 0,0 0 0 0 0,-1 0 0 0 0,0-1 0 0 0,-1 1 7 0 0,0-1 1 0 0,1 0-1 0 0,-1 1 1 0 0,0 0-1 0 0,0-1 1 0 0,0 1-1 0 0,0 0 1 0 0,0 0-1 0 0,0 0 0 0 0,0 0 1 0 0,0 0-1 0 0,-3 1 1 0 0,-10 4-13 0 0,0 0 0 0 0,0 0 0 0 0,0 1 0 0 0,0 1 0 0 0,1 1 1 0 0,0 0-1 0 0,1 1 0 0 0,-16 12 0 0 0,28-19-46 0 0,2-2-66 0 0,0 1 94 0 0,-1 0 0 0 0,1 0 0 0 0,0 0 0 0 0,0-1-1 0 0,0 1 1 0 0,1-1 0 0 0,-1 1 0 0 0,0-1 0 0 0,0 1 0 0 0,0-1 0 0 0,0 0 0 0 0,0 1 0 0 0,1-1-1 0 0,-1 0 1 0 0,0 0 0 0 0,0 0 0 0 0,2 0 0 0 0,16-4-47 0 0,0-2 0 0 0,34-14 0 0 0,-45 16 170 0 0,1 0-1 0 0,-1 0 1 0 0,0-1 0 0 0,-1 0 0 0 0,1 0 0 0 0,-1-1-1 0 0,0 0 1 0 0,12-14 0 0 0,-19 20-99 0 0,0 0 0 0 0,0 0 0 0 0,0-1 0 0 0,1 1-1 0 0,-1 0 1 0 0,0-1 0 0 0,0 1 0 0 0,0 0 0 0 0,0-1 0 0 0,0 1 0 0 0,0 0 0 0 0,0-1 0 0 0,0 1-1 0 0,0 0 1 0 0,0-1 0 0 0,0 1 0 0 0,0 0 0 0 0,0-1 0 0 0,0 1 0 0 0,0 0 0 0 0,0-1 0 0 0,0 1 0 0 0,0 0-1 0 0,0-1 1 0 0,0 1 0 0 0,0 0 0 0 0,-1 0 0 0 0,1-1 0 0 0,0 1 0 0 0,0 0 0 0 0,0-1 0 0 0,-1 1 0 0 0,1 0-1 0 0,0 0 1 0 0,0 0 0 0 0,0-1 0 0 0,-1 1 0 0 0,1 0 0 0 0,0 0 0 0 0,-1 0 0 0 0,1-1 0 0 0,0 1-1 0 0,-1 0 1 0 0,1 0 0 0 0,0 0 0 0 0,-1 0 0 0 0,1 0 0 0 0,0 0 0 0 0,0 0 0 0 0,-1 0 0 0 0,1 0 0 0 0,-1 0-1 0 0,1 0 1 0 0,0 0 0 0 0,-1 0 0 0 0,1 0 0 0 0,-16-1-15 0 0,2 2-221 0 0,-1 0-1 0 0,1 1 1 0 0,0 1-1 0 0,0 0 0 0 0,0 0 1 0 0,1 2-1 0 0,-1 0 1 0 0,-16 9-1 0 0,11-6-1570 0 0,4-1 3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7.9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83 15 4488 0 0,'0'0'-206'0'0,"0"-1"-162"0"0,0 0 403 0 0,0 0-1 0 0,0 1 1 0 0,-1-1 0 0 0,1 0 0 0 0,0 1-1 0 0,-1-1 1 0 0,1 0 0 0 0,0 1 0 0 0,-1-1-1 0 0,1 0 1 0 0,-1 1 0 0 0,1-1 0 0 0,-1 1-1 0 0,1-1 1 0 0,-1 1 0 0 0,1-1 0 0 0,-1 1-1 0 0,1 0 1 0 0,-1-1 0 0 0,0 1 0 0 0,1 0-1 0 0,-1-1 1 0 0,0 1 0 0 0,1 0 0 0 0,-1 0-1 0 0,0 0 1 0 0,1-1 0 0 0,-1 1 0 0 0,0 0-1 0 0,-1 0 1 0 0,-1 1-35 0 0,-1 1 11 0 0,0-1 0 0 0,-1 1 0 0 0,1 0 0 0 0,0 0 1 0 0,0 1-1 0 0,0-1 0 0 0,0 1 0 0 0,0 0 0 0 0,0 0 0 0 0,1 0 0 0 0,-1 0 0 0 0,1 1 1 0 0,0-1-1 0 0,-5 8 0 0 0,8-9-5 0 0,2 11 5 0 0,-1-11-11 0 0,16 4-10 0 0,-14-5 8 0 0,0-1-1 0 0,1 0 1 0 0,-1 1-1 0 0,0-2 0 0 0,0 1 1 0 0,0 0-1 0 0,0-1 1 0 0,0 1-1 0 0,0-1 1 0 0,1 0-1 0 0,-1 0 1 0 0,-1 0-1 0 0,1 0 1 0 0,0-1-1 0 0,4-1 0 0 0,35-30 691 0 0,-38 29-415 0 0,-2 2-93 0 0,-2 2-161 0 0,0 0-1 0 0,0 0 1 0 0,-1-1 0 0 0,1 1 0 0 0,0 0 0 0 0,0 0 0 0 0,0-1 0 0 0,0 1 0 0 0,0 0 0 0 0,0 0 0 0 0,-1-1 0 0 0,1 1 0 0 0,0 0 0 0 0,0 0 0 0 0,0-1 0 0 0,-1 1 0 0 0,1 0-1 0 0,0 0 1 0 0,0 0 0 0 0,0 0 0 0 0,-1-1 0 0 0,1 1 0 0 0,0 0 0 0 0,0 0 0 0 0,-1 0 0 0 0,1 0 0 0 0,0 0 0 0 0,-1 0 0 0 0,1 0 0 0 0,0 0 0 0 0,0 0 0 0 0,-1 0 0 0 0,1 0 0 0 0,0 0-1 0 0,-1 0 1 0 0,1 0 0 0 0,0 0 0 0 0,0 0 0 0 0,-1 0 0 0 0,1 0 0 0 0,-21 6 159 0 0,-22 19-401 0 0,44-25 218 0 0,-1 0-1 0 0,0 0 1 0 0,0 0-1 0 0,0 0 1 0 0,0 0 0 0 0,0 0-1 0 0,0 0 1 0 0,0 0 0 0 0,1 0-1 0 0,-1 0 1 0 0,0 0-1 0 0,0 0 1 0 0,0 0 0 0 0,0 0-1 0 0,0 0 1 0 0,0 0 0 0 0,1 0-1 0 0,-1 0 1 0 0,0 0-1 0 0,0 0 1 0 0,0 0 0 0 0,0 0-1 0 0,0 0 1 0 0,0 0 0 0 0,0 0-1 0 0,1 0 1 0 0,-1 0-1 0 0,0 0 1 0 0,0 0 0 0 0,0 0-1 0 0,0 0 1 0 0,0 1 0 0 0,0-1-1 0 0,0 0 1 0 0,0 0-1 0 0,0 0 1 0 0,0 0 0 0 0,0 0-1 0 0,1 0 1 0 0,-1 0 0 0 0,0 1-1 0 0,0-1 1 0 0,0 0 0 0 0,0 0-1 0 0,0 0 1 0 0,0 0-1 0 0,0 0 1 0 0,0 0 0 0 0,0 0-1 0 0,0 1 1 0 0,0-1 0 0 0,0 0-1 0 0,0 0 1 0 0,0 0-1 0 0,0 0 1 0 0,-1 0 0 0 0,24-6-74 0 0,-19 4 99 0 0,-1 1 1 0 0,1-1-1 0 0,-1 1 0 0 0,0-1 1 0 0,0 0-1 0 0,0-1 0 0 0,0 1 1 0 0,0 0-1 0 0,0-1 0 0 0,-1 1 0 0 0,1-1 1 0 0,-1 0-1 0 0,1 0 0 0 0,-1 0 1 0 0,2-4-1 0 0,-4 6 99 0 0,-11 1-204 0 0,0 1 1 0 0,0 0-1 0 0,-19 5 0 0 0,-13 10-3133 0 0,34-11 1576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9.5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50 4676 0 0,'0'0'-101'0'0,"0"0"157"0"0,0 0-1 0 0,-1 0 1 0 0,1 0 0 0 0,0 0-1 0 0,-1 0 1 0 0,1 0 0 0 0,0 0-1 0 0,-1 0 1 0 0,1 0 0 0 0,0-1-1 0 0,-1 1 1 0 0,1 0 0 0 0,0 0-1 0 0,0 0 1 0 0,-1 0 0 0 0,1 0-1 0 0,0-1 1 0 0,-1 1 0 0 0,1 0-1 0 0,0 0 1 0 0,0-1 0 0 0,-1 1-1 0 0,1 0 1 0 0,0 0 0 0 0,0-1-1 0 0,0 1 1 0 0,0 0 0 0 0,-1-1-1 0 0,1 1 1 0 0,0 0 0 0 0,0 0-1 0 0,0-1 1 0 0,0 1 0 0 0,0 0-1 0 0,0-1 1 0 0,0 0 0 0 0,1-3-49 0 0,6-4-2 0 0,33-6 60 0 0,22-1-162 0 0,-59 14 89 0 0,1 2-5 0 0,12 1 6 0 0,-3-2-4 0 0,-1 2 1 0 0,1 0-1 0 0,-1 0 0 0 0,0 1 0 0 0,0 1 0 0 0,12 4 0 0 0,-22-7 10 0 0,0-1 0 0 0,-1 1-1 0 0,0 0 1 0 0,1-1-1 0 0,-1 1 1 0 0,1 0 0 0 0,-1 0-1 0 0,0 0 1 0 0,1 0 0 0 0,-1 0-1 0 0,0 0 1 0 0,0 0-1 0 0,0 0 1 0 0,0 1 0 0 0,0-1-1 0 0,0 0 1 0 0,0 1 0 0 0,-1-1-1 0 0,1 0 1 0 0,0 1 0 0 0,-1-1-1 0 0,1 1 1 0 0,-1-1-1 0 0,1 1 1 0 0,-1 0 0 0 0,0-1-1 0 0,0 1 1 0 0,0-1 0 0 0,0 1-1 0 0,0 0 1 0 0,0-1-1 0 0,0 1 1 0 0,0-1 0 0 0,0 1-1 0 0,-1-1 1 0 0,1 1 0 0 0,-1-1-1 0 0,1 1 1 0 0,-1-1-1 0 0,0 1 1 0 0,0-1 0 0 0,1 1-1 0 0,-1-1 1 0 0,0 0 0 0 0,0 0-1 0 0,0 1 1 0 0,0-1 0 0 0,-3 2-1 0 0,-5 7 20 0 0,-1 1-1 0 0,-1-1 1 0 0,0-1-1 0 0,-13 9 0 0 0,17-12-21 0 0,-2 0 191 0 0,-1-1 0 0 0,1 1 1 0 0,-20 6-1 0 0,23-9 362 0 0,24-7-450 0 0,-12 3-146 0 0,6-2 19 0 0,13 3-1 0 0,4 4-36 0 0,-22-3 54 0 0,1 0 0 0 0,-1 1-1 0 0,1-1 1 0 0,-1 2 0 0 0,1-1 0 0 0,-1 1-1 0 0,0 0 1 0 0,0 1 0 0 0,-1 0-1 0 0,1 0 1 0 0,-1 0 0 0 0,1 1 0 0 0,-1 0-1 0 0,-1 0 1 0 0,1 0 0 0 0,7 10-1 0 0,-11-12 8 0 0,0-1 1 0 0,0 1-1 0 0,0 0 0 0 0,0 0 0 0 0,-1 1 0 0 0,1-1 0 0 0,-1 0 0 0 0,1 1 1 0 0,-1-1-1 0 0,0 0 0 0 0,-1 1 0 0 0,1-1 0 0 0,-1 1 0 0 0,1 0 0 0 0,-1-1 1 0 0,0 1-1 0 0,-1 3 0 0 0,0-3 6 0 0,0-1 0 0 0,-1 0 0 0 0,0 0 1 0 0,0 0-1 0 0,0 0 0 0 0,0-1 0 0 0,0 1 1 0 0,0 0-1 0 0,-1-1 0 0 0,1 0 0 0 0,-1 1 0 0 0,0-1 1 0 0,1 0-1 0 0,-1 0 0 0 0,-4 1 0 0 0,-8 5 43 0 0,-1-1-1 0 0,0-1 1 0 0,0 0-1 0 0,0-1 0 0 0,-1 0 1 0 0,0-2-1 0 0,-31 3 1 0 0,1 1 864 0 0,45-6-696 0 0,-1 0-185 0 0,0-1-1 0 0,1 1 1 0 0,-1-1-1 0 0,0 0 0 0 0,1 0 1 0 0,-1 0-1 0 0,0 0 1 0 0,1 0-1 0 0,-1-1 0 0 0,-3 0 1 0 0,6-1-319 0 0,0 0 0 0 0,1 1 0 0 0,-1-1 0 0 0,1 0 0 0 0,-1 0 0 0 0,1 1 0 0 0,0-1 0 0 0,0 1 0 0 0,-1-1 0 0 0,1 1 0 0 0,0-1 0 0 0,1 1 0 0 0,-1-1-1 0 0,0 1 1 0 0,3-3 0 0 0,5-3-2505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0.2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169 64 6213 0 0,'0'0'-308'0'0,"-2"-1"209"0"0,0 0-1 0 0,0-1 1 0 0,0 1-1 0 0,0 0 0 0 0,-1 0 1 0 0,1 0-1 0 0,0 1 1 0 0,-1-1-1 0 0,1 0 1 0 0,0 1-1 0 0,-3-1 0 0 0,-2 3 99 0 0,0 1-1 0 0,1-1 1 0 0,0 1-1 0 0,-1 0 1 0 0,1 1-1 0 0,0 0 1 0 0,1 0-1 0 0,-1 0 1 0 0,1 0-1 0 0,0 1 0 0 0,0 0 1 0 0,-7 8-1 0 0,4-2-4 0 0,0 0 0 0 0,0 1 0 0 0,1 0 0 0 0,1 0 0 0 0,-9 22 0 0 0,14-31 12 0 0,0-1 1 0 0,1 0 0 0 0,-1 0-1 0 0,1 1 1 0 0,-1-1-1 0 0,1 0 1 0 0,0 1-1 0 0,0-1 1 0 0,0 0 0 0 0,0 1-1 0 0,0-1 1 0 0,0 0-1 0 0,1 1 1 0 0,-1-1 0 0 0,1 0-1 0 0,-1 1 1 0 0,1-1-1 0 0,0 0 1 0 0,0 0-1 0 0,0 0 1 0 0,0 0 0 0 0,2 2-1 0 0,1 0 8 0 0,-1 0 0 0 0,1-1-1 0 0,-1 0 1 0 0,1 0 0 0 0,0 0 0 0 0,0 0-1 0 0,0 0 1 0 0,1-1 0 0 0,-1 0 0 0 0,6 2-1 0 0,3 1 53 0 0,1-1 0 0 0,0 0 0 0 0,0-1 0 0 0,1 0 0 0 0,25 0 0 0 0,-33-3 12 0 0,0 0 0 0 0,1-1 0 0 0,-1 0 0 0 0,0-1 0 0 0,-1 0 0 0 0,1 0 0 0 0,0 0 0 0 0,0-1 0 0 0,-1 0 0 0 0,1 0 0 0 0,-1 0 0 0 0,0-1 0 0 0,0 0 0 0 0,-1 0 0 0 0,1-1 0 0 0,-1 0 0 0 0,0 0 0 0 0,0 0 0 0 0,0 0 0 0 0,5-8 0 0 0,-6 6-34 0 0,1 0 1 0 0,-1 0-1 0 0,-1 0 0 0 0,1 0 1 0 0,-1-1-1 0 0,-1 0 0 0 0,1 1 1 0 0,-1-1-1 0 0,0 0 0 0 0,-1 0 1 0 0,0 0-1 0 0,0 0 0 0 0,-1 0 0 0 0,0-1 1 0 0,-1 1-1 0 0,-1-13 0 0 0,0 17-27 0 0,0-1 1 0 0,0 1-1 0 0,0 0 0 0 0,0 0 0 0 0,-1 1 0 0 0,1-1 0 0 0,-1 0 0 0 0,0 1 0 0 0,0 0 0 0 0,0-1 1 0 0,-1 1-1 0 0,1 0 0 0 0,-1 1 0 0 0,1-1 0 0 0,-1 1 0 0 0,0 0 0 0 0,0-1 0 0 0,0 2 0 0 0,0-1 1 0 0,-1 0-1 0 0,-8-1 0 0 0,-9-3-123 0 0,0 1 0 0 0,-1 1 0 0 0,-26-1 1 0 0,-6-1-3929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9.2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39 24 4668 0 0,'15'-16'-273'0'0,"-15"11"1850"0"0,-23 9-644 0 0,21-2-924 0 0,0-1-1 0 0,0 0 0 0 0,0 1 1 0 0,0 0-1 0 0,0-1 0 0 0,0 1 1 0 0,0 0-1 0 0,0 0 0 0 0,1 0 0 0 0,-1 0 1 0 0,1 0-1 0 0,0 0 0 0 0,-1 1 1 0 0,1-1-1 0 0,0 0 0 0 0,0 1 1 0 0,1-1-1 0 0,-1 1 0 0 0,0-1 1 0 0,0 5-1 0 0,2-6-13 0 0,-1 0 1 0 0,1 0 0 0 0,-1 0-1 0 0,1 0 1 0 0,-1-1-1 0 0,1 1 1 0 0,-1 0-1 0 0,1 0 1 0 0,0 0-1 0 0,0-1 1 0 0,-1 1-1 0 0,1 0 1 0 0,0-1-1 0 0,0 1 1 0 0,0-1-1 0 0,0 1 1 0 0,0-1-1 0 0,0 1 1 0 0,0-1-1 0 0,0 0 1 0 0,0 1-1 0 0,0-1 1 0 0,0 0-1 0 0,0 0 1 0 0,0 0-1 0 0,0 0 1 0 0,1 0-1 0 0,37 2-125 0 0,-13-5 263 0 0,-1-2 1 0 0,0 0-1 0 0,0-2 0 0 0,-1 0 1 0 0,24-11-1 0 0,-79 23 498 0 0,0 2 0 0 0,-31 11 1 0 0,39-7-1451 0 0,56-23 560 0 0,65-31 633 0 0,-98 43-355 0 0,0 0-1 0 0,1 0 1 0 0,-1 0-1 0 0,1 0 1 0 0,-1 0 0 0 0,0-1-1 0 0,1 1 1 0 0,-1 0-1 0 0,0 0 1 0 0,1 0-1 0 0,-1 0 1 0 0,0-1 0 0 0,1 1-1 0 0,-1 0 1 0 0,0 0-1 0 0,1-1 1 0 0,-1 1 0 0 0,0 0-1 0 0,0-1 1 0 0,1 1-1 0 0,-1 0 1 0 0,0-1-1 0 0,0 1 1 0 0,0 0 0 0 0,0-1-1 0 0,1 1 1 0 0,-1 0-1 0 0,0-1 1 0 0,0 1-1 0 0,0 0 1 0 0,0-1 0 0 0,0 1-1 0 0,0-1 1 0 0,0 0-1 0 0,-16-1-2 0 0,-42 10-1570 0 0,47-7 939 0 0,-4 2-1779 0 0,5-1-667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0.8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195 31 6561 0 0,'1'-1'-64'0'0,"-1"0"0"0"0,1 0 1 0 0,0 0-1 0 0,-1 0 0 0 0,1 0 0 0 0,-1 0 1 0 0,1-1-1 0 0,-1 1 0 0 0,1 0 1 0 0,-1 0-1 0 0,0-1 0 0 0,0 1 1 0 0,0 0-1 0 0,0-2 0 0 0,-2 2 61 0 0,0-1-1 0 0,0 1 1 0 0,0 0 0 0 0,0 0-1 0 0,0 0 1 0 0,0 0-1 0 0,-1 0 1 0 0,1 0 0 0 0,0 1-1 0 0,-1-1 1 0 0,1 1-1 0 0,0 0 1 0 0,-1 0-1 0 0,1 0 1 0 0,0 0 0 0 0,-1 0-1 0 0,-3 0 1 0 0,3 1 6 0 0,-21 5 0 0 0,13-3-9 0 0,0 0 0 0 0,1 1 1 0 0,0 0-1 0 0,0 1 0 0 0,0 0 0 0 0,0 0 1 0 0,1 1-1 0 0,0 0 0 0 0,0 1 0 0 0,-12 12 1 0 0,17-17-2 0 0,0 7 7 0 0,3-3 0 0 0,0-5 521 0 0,35-7-399 0 0,-27 5 46 0 0,-8 3-977 0 0,0 0 575 0 0,-1-1 1 0 0,0 1-1 0 0,1 0 1 0 0,-1 0-1 0 0,0-1 1 0 0,0 1-1 0 0,0-1 1 0 0,-3 2-1 0 0,1 1-1290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37.8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97 62 2488 0 0,'0'0'1808'0'0,"5"-17"2747"0"0,-6 16-4553 0 0,1 0 0 0 0,0 1 0 0 0,-1-1-1 0 0,1 0 1 0 0,0 0 0 0 0,-1 1 0 0 0,1-1-1 0 0,-1 0 1 0 0,1 1 0 0 0,-1-1-1 0 0,1 0 1 0 0,-1 1 0 0 0,0-1 0 0 0,1 1-1 0 0,-1-1 1 0 0,0 1 0 0 0,1-1-1 0 0,-1 1 1 0 0,0 0 0 0 0,0-1 0 0 0,1 1-1 0 0,-1 0 1 0 0,0-1 0 0 0,0 1 0 0 0,0 0-1 0 0,1 0 1 0 0,-1 0 0 0 0,0 0-1 0 0,0 0 1 0 0,0 0 0 0 0,0 0 0 0 0,1 0-1 0 0,-1 0 1 0 0,0 0 0 0 0,0 0-1 0 0,0 1 1 0 0,1-1 0 0 0,-1 0 0 0 0,0 1-1 0 0,0-1 1 0 0,1 0 0 0 0,-1 1 0 0 0,0-1-1 0 0,1 1 1 0 0,-1-1 0 0 0,0 1-1 0 0,0 0 1 0 0,-4 2-43 0 0,-3 14-295 0 0,8-16 324 0 0,0-1-1 0 0,-1 0 1 0 0,1 1-1 0 0,-1-1 1 0 0,1 0 0 0 0,0 1-1 0 0,-1-1 1 0 0,1 0-1 0 0,0 1 1 0 0,0-1-1 0 0,-1 1 1 0 0,1-1 0 0 0,0 0-1 0 0,0 1 1 0 0,-1-1-1 0 0,1 1 1 0 0,0-1 0 0 0,0 1-1 0 0,0-1 1 0 0,0 1-1 0 0,0-1 1 0 0,0 1 0 0 0,0-1-1 0 0,0 1 1 0 0,0-1-1 0 0,0 1 1 0 0,0-1 0 0 0,0 1-1 0 0,0-1 1 0 0,0 1-1 0 0,0-1 1 0 0,1 1 0 0 0,-1-1-1 0 0,0 0 1 0 0,0 1-1 0 0,0-1 1 0 0,1 1 0 0 0,-1-1-1 0 0,0 1 1 0 0,1-1-1 0 0,-1 0 1 0 0,0 1-1 0 0,1-1 1 0 0,-1 0 0 0 0,0 1-1 0 0,1-1 1 0 0,-1 0-1 0 0,1 0 1 0 0,-1 1 0 0 0,1-1-1 0 0,-1 0 1 0 0,1 0-1 0 0,-1 0 1 0 0,1 0 0 0 0,-1 0-1 0 0,1 1 1 0 0,0-1-1 0 0,1 0-11 0 0,4-1-14 0 0,3-3 56 0 0,0 0 0 0 0,0 0 0 0 0,-1-1-1 0 0,1 0 1 0 0,-1-1 0 0 0,0 0 0 0 0,0 0 0 0 0,10-11-1 0 0,-17 16 0 0 0,0 0 0 0 0,0 1-1 0 0,-1-1 1 0 0,1 0-1 0 0,0 0 1 0 0,0 0 0 0 0,-1 0-1 0 0,1 0 1 0 0,0 0-1 0 0,-1 0 1 0 0,1 0 0 0 0,-1 0-1 0 0,0-1 1 0 0,1 1 0 0 0,-1 0-1 0 0,0 0 1 0 0,1-2-1 0 0,-16 3 75 0 0,-35 25-132 0 0,38-17-63 0 0,0 1-1 0 0,1 0 1 0 0,0 1 0 0 0,0 0-1 0 0,1 1 1 0 0,-12 16-1 0 0,21-25 48 0 0,2-2-64 0 0,-1 1 119 0 0,1-1-1 0 0,0 0 1 0 0,0 1-1 0 0,-1-1 0 0 0,1 1 1 0 0,0-1-1 0 0,0 0 0 0 0,0 0 1 0 0,-1 1-1 0 0,1-1 1 0 0,0 0-1 0 0,0 0 0 0 0,0 0 1 0 0,0 0-1 0 0,-1 0 0 0 0,1 0 1 0 0,0 0-1 0 0,0 0 1 0 0,0-1-1 0 0,0 1 0 0 0,0 0 1 0 0,-1 0-1 0 0,1-1 0 0 0,1 1 1 0 0,24-9 1 0 0,5-15 648 0 0,-30 22-401 0 0,-8 5-239 0 0,0-1-51 0 0,0 1 1 0 0,0 0-1 0 0,1 1 0 0 0,-1 0 0 0 0,1 0 0 0 0,0 0 0 0 0,0 0 0 0 0,0 1 0 0 0,0 0 0 0 0,1 1 0 0 0,-9 10 0 0 0,13-14-37 0 0,2 1 4 0 0,-1-2 74 0 0,0-1 0 0 0,0 0 0 0 0,0 0 0 0 0,0 1 0 0 0,0-1 0 0 0,0 0 0 0 0,0 0 0 0 0,0 1 0 0 0,0-1 0 0 0,0 0 0 0 0,0 1 0 0 0,0-1 1 0 0,0 0-1 0 0,0 0 0 0 0,0 1 0 0 0,0-1 0 0 0,0 0 0 0 0,0 0 0 0 0,0 0 0 0 0,0 1 0 0 0,1-1 0 0 0,-1 0 0 0 0,0 0 0 0 0,0 1 0 0 0,0-1 0 0 0,0 0 0 0 0,1 0 0 0 0,-1 0 0 0 0,0 0 1 0 0,0 1-1 0 0,0-1 0 0 0,1 0 0 0 0,-1 0 0 0 0,0 0 0 0 0,0 0 0 0 0,1 0 0 0 0,-1 0 0 0 0,0 0 0 0 0,0 0 0 0 0,1 0 0 0 0,-1 1 0 0 0,0-1 0 0 0,9-2 21 0 0,-1 0 0 0 0,-1-1-1 0 0,1 1 1 0 0,0-2-1 0 0,-1 1 1 0 0,1-1 0 0 0,-1 0-1 0 0,0 0 1 0 0,0-1-1 0 0,0 0 1 0 0,7-8 0 0 0,-13 12 90 0 0,10-6 112 0 0,-6 4-128 0 0,-6 4 31 0 0,-6 3-126 0 0,-14 15-10 0 0,21-18 12 0 0,77-52 171 0 0,-75 50-180 0 0,-2 1-13 0 0,0 0 19 0 0,0 1 0 0 0,0-1 0 0 0,0 0 0 0 0,0 0 0 0 0,0 0 0 0 0,0 0 0 0 0,1 0 0 0 0,-1 0 0 0 0,0 0 0 0 0,0 1 0 0 0,0-1 1 0 0,0 0-1 0 0,0 0 0 0 0,0 0 0 0 0,0 0 0 0 0,0 0 0 0 0,1 0 0 0 0,-1 0 0 0 0,0 0 0 0 0,0 0 0 0 0,0 0 0 0 0,0 0 0 0 0,0 1 1 0 0,0-1-1 0 0,1 0 0 0 0,-1 0 0 0 0,0 0 0 0 0,0 0 0 0 0,0 0 0 0 0,0 0 0 0 0,0 0 0 0 0,1 0 0 0 0,-1 0 0 0 0,0 0 0 0 0,0 0 1 0 0,0 0-1 0 0,0-1 0 0 0,0 1 0 0 0,1 0 0 0 0,-1 0 0 0 0,0 0 0 0 0,0 0 0 0 0,0 0 0 0 0,0 0 0 0 0,0 0 0 0 0,0 0 0 0 0,0 0 0 0 0,1 0 1 0 0,-1 0-1 0 0,0-1 0 0 0,0 1 0 0 0,0 0 0 0 0,0 0 0 0 0,0 0 0 0 0,0 0 0 0 0,0 0 0 0 0,0 0 0 0 0,0-1 0 0 0,0 1 0 0 0,0 0 1 0 0,0 0-1 0 0,0 0 0 0 0,-9 20-63 0 0,9-20 66 0 0,0 1 0 0 0,0-1 0 0 0,-1 0 0 0 0,1 1 0 0 0,0-1-1 0 0,0 1 1 0 0,-1-1 0 0 0,1 0 0 0 0,0 1 0 0 0,0-1 0 0 0,0 1 0 0 0,0-1 0 0 0,0 1 0 0 0,0-1 0 0 0,0 0 0 0 0,0 1 0 0 0,0-1 0 0 0,0 1 0 0 0,0-1 0 0 0,0 1 0 0 0,0-1 0 0 0,0 0 0 0 0,0 1-1 0 0,0-1 1 0 0,0 1 0 0 0,0-1 0 0 0,0 1 0 0 0,1-1 0 0 0,-1 0 0 0 0,0 1 0 0 0,0-1 0 0 0,1 0 0 0 0,-1 1 0 0 0,0-1 0 0 0,1 0 0 0 0,-1 1 0 0 0,0-1 0 0 0,1 0 0 0 0,-1 1 0 0 0,0-1 0 0 0,1 0-1 0 0,-1 0 1 0 0,0 0 0 0 0,1 1 0 0 0,-1-1 0 0 0,1 0 0 0 0,-1 0 0 0 0,0 0 0 0 0,1 0 0 0 0,-1 0 0 0 0,1 0 0 0 0,-1 0 0 0 0,1 0 0 0 0,-1 0 0 0 0,1 0 0 0 0,-1 0 0 0 0,0 0 0 0 0,1 0 0 0 0,-1 0 0 0 0,1 0-1 0 0,-1 0 1 0 0,1 0 0 0 0,-1-1 0 0 0,0 1 0 0 0,1 0 0 0 0,-1 0 0 0 0,1-1 0 0 0,18-8 62 0 0,0-1-1 0 0,-1-1 1 0 0,0-1 0 0 0,-1-1-1 0 0,0 0 1 0 0,16-16 0 0 0,-42 31-55 0 0,1 0-1 0 0,-1 1 1 0 0,1 0 0 0 0,0 0 0 0 0,0 1 0 0 0,0 0-1 0 0,0 0 1 0 0,1 1 0 0 0,-13 11 0 0 0,-7 2-296 0 0,59-36 420 0 0,-30 17-6 0 0,-4 0-106 0 0,1 1 0 0 0,-1 0 1 0 0,1 0-1 0 0,-1 0 0 0 0,0-1 0 0 0,1 2 1 0 0,-1-1-1 0 0,1 0 0 0 0,-1 0 0 0 0,0 0 1 0 0,1 1-1 0 0,-1-1 0 0 0,1 1 0 0 0,-1-1 1 0 0,1 1-1 0 0,-1 0 0 0 0,1-1 0 0 0,0 1 1 0 0,-3 1-1 0 0,-40 12-4788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0.1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82 102 4760 0 0,'-5'-26'331'0'0,"4"20"-6"0"0,0-1 1 0 0,-1 1-1 0 0,0 0 0 0 0,0 0 1 0 0,0 0-1 0 0,-1 0 1 0 0,-5-10-1 0 0,7 14-149 0 0,-1-4 186 0 0,0-3-103 0 0,-1 9-335 0 0,-8 52 89 0 0,-8 101-1 0 0,10-59 33 0 0,0-21 1206 0 0,9-72-993 0 0,0 7-69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2.2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141 39 4752 0 0,'0'0'735'0'0,"-4"-2"-608"0"0,2 0-97 0 0,-1 1 1 0 0,0 0 0 0 0,1-1-1 0 0,-1 1 1 0 0,0 0-1 0 0,0 1 1 0 0,0-1-1 0 0,1 0 1 0 0,-1 1 0 0 0,0-1-1 0 0,0 1 1 0 0,0 0-1 0 0,0 0 1 0 0,0 0-1 0 0,0 1 1 0 0,0-1-1 0 0,0 1 1 0 0,0-1 0 0 0,-3 2-1 0 0,2 0-26 0 0,-1 0 0 0 0,0 1 0 0 0,1 0-1 0 0,-1 0 1 0 0,1 0 0 0 0,0 0 0 0 0,0 0-1 0 0,0 1 1 0 0,1 0 0 0 0,-1 0 0 0 0,-4 6 0 0 0,6-6-9 0 0,0 0 1 0 0,0 0 0 0 0,0 0 0 0 0,0 1 0 0 0,0-1 0 0 0,1 0 0 0 0,-2 6-1 0 0,-2 9-6 0 0,5-17 11 0 0,-1 0 0 0 0,1 0 0 0 0,0 0 0 0 0,0-1 1 0 0,0 1-1 0 0,0 0 0 0 0,0 0 0 0 0,0 0 0 0 0,1 0 0 0 0,-1 0 0 0 0,1 0 1 0 0,-1-1-1 0 0,1 1 0 0 0,0 0 0 0 0,0 0 0 0 0,-1-1 0 0 0,1 1 0 0 0,0-1 1 0 0,1 1-1 0 0,-1 0 0 0 0,0-1 0 0 0,0 0 0 0 0,1 1 0 0 0,-1-1 0 0 0,1 0 1 0 0,-1 0-1 0 0,3 2 0 0 0,1 1 1 0 0,0-1-1 0 0,1 1 1 0 0,0-1 0 0 0,0 0-1 0 0,12 4 1 0 0,-5-4 1 0 0,-10-2-2 0 0,0 0 0 0 0,1 0 0 0 0,-1-1 0 0 0,1 1 0 0 0,-1-1 0 0 0,1 0 0 0 0,-1 0 0 0 0,1 0 0 0 0,-1-1 0 0 0,1 1 0 0 0,-1-1 0 0 0,1 0 0 0 0,-1 0 0 0 0,0 0 0 0 0,1 0 0 0 0,-1-1 0 0 0,0 0 0 0 0,0 1 0 0 0,0-1 0 0 0,5-4 0 0 0,2-1 14 0 0,1-2 17 0 0,0 0 0 0 0,-1 0 0 0 0,0-1 1 0 0,-1 0-1 0 0,0-1 0 0 0,-1 0 0 0 0,0 0 0 0 0,0-1 1 0 0,-2 0-1 0 0,1-1 0 0 0,-1 1 0 0 0,5-18 0 0 0,-11 29-28 0 0,1 1 0 0 0,-1-1 0 0 0,0 0 0 0 0,0 1-1 0 0,1-1 1 0 0,-1 0 0 0 0,0 0 0 0 0,0 1 0 0 0,0-1-1 0 0,0 0 1 0 0,0 1 0 0 0,0-1 0 0 0,0 0 0 0 0,0 0 0 0 0,0 1-1 0 0,0-1 1 0 0,0 0 0 0 0,0 0 0 0 0,0 1 0 0 0,-1-1-1 0 0,1 0 1 0 0,0 1 0 0 0,-1-1 0 0 0,1 0 0 0 0,0 1 0 0 0,-1-1-1 0 0,1 1 1 0 0,-1-1 0 0 0,1 0 0 0 0,-1 0 0 0 0,-22-3 18 0 0,-18 13-16 0 0,22-2-7 0 0,1 1-1 0 0,0 1 1 0 0,0 1 0 0 0,0 0-1 0 0,2 1 1 0 0,-1 1-1 0 0,1 0 1 0 0,1 1 0 0 0,-17 19-1 0 0,30-30-10 0 0,0 0-1 0 0,0 0 0 0 0,0 0 0 0 0,1 0 1 0 0,-1 0-1 0 0,1 0 0 0 0,-1 0 0 0 0,1 0 1 0 0,0 1-1 0 0,-1-1 0 0 0,1 0 0 0 0,1 1 1 0 0,-1-1-1 0 0,0 1 0 0 0,0-1 1 0 0,1 1-1 0 0,0 0 0 0 0,-1-1 0 0 0,1 1 1 0 0,0 0-1 0 0,0-1 0 0 0,0 1 0 0 0,1-1 1 0 0,0 5-1 0 0,0-6-26 0 0,21-2-85 0 0,-8-8 183 0 0,-1-1 1 0 0,1-1 0 0 0,-2 0 0 0 0,0 0-1 0 0,0-1 1 0 0,-1-1 0 0 0,-1 0-1 0 0,0 0 1 0 0,0-1 0 0 0,11-23 0 0 0,-21 37-53 0 0,0 0 0 0 0,-1 0 0 0 0,1 0 0 0 0,0 0 0 0 0,0 0 0 0 0,0 0 0 0 0,-1 0 1 0 0,1 0-1 0 0,0 0 0 0 0,0 0 0 0 0,0 0 0 0 0,-1 0 0 0 0,1 0 0 0 0,0 0 0 0 0,0 0 0 0 0,0 0 0 0 0,0 0 1 0 0,-1 0-1 0 0,1 0 0 0 0,0 0 0 0 0,0 0 0 0 0,0-1 0 0 0,0 1 0 0 0,-1 0 0 0 0,1 0 0 0 0,0 0 1 0 0,0 0-1 0 0,0 0 0 0 0,0 0 0 0 0,0-1 0 0 0,-1 1 0 0 0,1 0 0 0 0,0 0 0 0 0,0 0 0 0 0,0 0 1 0 0,0-1-1 0 0,0 1 0 0 0,0 0 0 0 0,0 0 0 0 0,0 0 0 0 0,0 0 0 0 0,0-1 0 0 0,0 1 0 0 0,0 0 1 0 0,-1 0-1 0 0,1 0 0 0 0,0-1 0 0 0,1 1 0 0 0,-1 0 0 0 0,0 0 0 0 0,0 0 0 0 0,0-1 0 0 0,0 1 1 0 0,0 0-1 0 0,0 0 0 0 0,0 0 0 0 0,0 0 0 0 0,0-1 0 0 0,0 1 0 0 0,0 0 0 0 0,-13 7-108 0 0,0 1 0 0 0,0 0-1 0 0,0 1 1 0 0,1 0-1 0 0,0 1 1 0 0,1 1 0 0 0,0 0-1 0 0,1 0 1 0 0,0 1 0 0 0,-10 16-1 0 0,11-24-3035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39.0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105 20 5032 0 0,'0'-1'-68'0'0,"-1"0"-1"0"0,1 0 1 0 0,0 0 0 0 0,-1 0-1 0 0,1 0 1 0 0,-1 0-1 0 0,0 0 1 0 0,1 0-1 0 0,-1 0 1 0 0,0 0-1 0 0,1 0 1 0 0,-1 1-1 0 0,0-1 1 0 0,0 0-1 0 0,0 1 1 0 0,0-1-1 0 0,0 0 1 0 0,0 1-1 0 0,0-1 1 0 0,0 1-1 0 0,0-1 1 0 0,0 1-1 0 0,0 0 1 0 0,0 0-1 0 0,0-1 1 0 0,-2 1-1 0 0,0 0 7 0 0,1 0 0 0 0,-1 1 0 0 0,1-1-1 0 0,-1 1 1 0 0,0-1 0 0 0,1 1 0 0 0,-1 0 0 0 0,1 0-1 0 0,0 0 1 0 0,-1 1 0 0 0,-2 1 0 0 0,1-1 40 0 0,0 1 0 0 0,-1 0 0 0 0,1 1 0 0 0,0-1 0 0 0,1 1 0 0 0,-1 0-1 0 0,1-1 1 0 0,0 2 0 0 0,-1-1 0 0 0,2 0 0 0 0,-5 8 0 0 0,6-10 23 0 0,1-1 1 0 0,0 1-1 0 0,-1-1 0 0 0,1 1 1 0 0,0-1-1 0 0,0 1 0 0 0,0-1 0 0 0,0 1 1 0 0,0 0-1 0 0,0-1 0 0 0,1 1 0 0 0,-1-1 1 0 0,0 1-1 0 0,1-1 0 0 0,-1 0 1 0 0,1 1-1 0 0,0-1 0 0 0,-1 1 0 0 0,1-1 1 0 0,0 0-1 0 0,0 0 0 0 0,0 1 1 0 0,0-1-1 0 0,0 0 0 0 0,0 0 0 0 0,0 0 1 0 0,0 0-1 0 0,0 0 0 0 0,1 0 0 0 0,-1 0 1 0 0,0-1-1 0 0,1 1 0 0 0,1 0 1 0 0,0 1 12 0 0,1-2 0 0 0,-1 1 0 0 0,0 0 1 0 0,1-1-1 0 0,-1 1 0 0 0,1-1 1 0 0,-1 0-1 0 0,1 0 0 0 0,-1 0 1 0 0,1-1-1 0 0,-1 1 0 0 0,1-1 1 0 0,-1 0-1 0 0,1 0 0 0 0,-1 0 0 0 0,0-1 1 0 0,0 1-1 0 0,1-1 0 0 0,-1 1 1 0 0,0-1-1 0 0,-1 0 0 0 0,1 0 1 0 0,5-5-1 0 0,4-4 471 0 0,-1 0 0 0 0,0-1 0 0 0,18-23 0 0 0,-28 33 38 0 0,-29 2-265 0 0,15 7-208 0 0,0 0-1 0 0,1 2 0 0 0,0-1 0 0 0,-12 12 0 0 0,18-15-88 0 0,1 0-1 0 0,0 1 1 0 0,0 0 0 0 0,0 0-1 0 0,1 0 1 0 0,0 0 0 0 0,0 0-1 0 0,0 1 1 0 0,1 0-1 0 0,-3 9 1 0 0,6-15 23 0 0,0 0 1 0 0,0 1-1 0 0,0-1 0 0 0,0 0 0 0 0,0 0 1 0 0,0 0-1 0 0,1 0 0 0 0,-1 1 1 0 0,0-1-1 0 0,1 0 0 0 0,-1 0 0 0 0,1 0 1 0 0,-1 0-1 0 0,1 0 0 0 0,0 0 0 0 0,-1 0 1 0 0,1 0-1 0 0,0 0 0 0 0,0-1 0 0 0,0 1 1 0 0,-1 0-1 0 0,1 0 0 0 0,0-1 0 0 0,0 1 1 0 0,0 0-1 0 0,0-1 0 0 0,0 1 1 0 0,0-1-1 0 0,2 1 0 0 0,-1 0-52 0 0,3-2-17 0 0,3-2 183 0 0,1 0 0 0 0,-2 0-1 0 0,1-1 1 0 0,0 1 0 0 0,-1-2-1 0 0,0 1 1 0 0,0-1-1 0 0,0 0 1 0 0,0-1 0 0 0,-1 1-1 0 0,0-1 1 0 0,0-1 0 0 0,0 1-1 0 0,-1-1 1 0 0,6-10 0 0 0,-11 17-81 0 0,1 0 0 0 0,-1-1 0 0 0,0 1 0 0 0,0 0 0 0 0,1-1 0 0 0,-1 1 0 0 0,0 0 0 0 0,0-1 1 0 0,0 1-1 0 0,1-1 0 0 0,-1 1 0 0 0,0 0 0 0 0,0-1 0 0 0,0 1 0 0 0,0-1 0 0 0,0 1 0 0 0,0 0 1 0 0,0-1-1 0 0,0 1 0 0 0,0-1 0 0 0,0 1 0 0 0,0 0 0 0 0,0-1 0 0 0,0 1 0 0 0,0-1 0 0 0,-1 1 1 0 0,1 0-1 0 0,0-1 0 0 0,0 1 0 0 0,0-1 0 0 0,-1 1 0 0 0,1 0 0 0 0,0-1 0 0 0,0 1 0 0 0,-1 0 1 0 0,1 0-1 0 0,-1-1 0 0 0,-17-1 242 0 0,-15 8-122 0 0,26-3-129 0 0,-3 1-124 0 0,-1 0-1 0 0,2 1 1 0 0,-1 0 0 0 0,0 0 0 0 0,1 1 0 0 0,-11 9 0 0 0,19-14-177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1.0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41 65 6957 0 0,'-37'-1'1544'0'0,"36"1"-1528"0"0,1 0 0 0 0,0 0 0 0 0,0-1 0 0 0,-1 1 1 0 0,1 0-1 0 0,0-1 0 0 0,0 1 0 0 0,0 0 0 0 0,-1 0 0 0 0,1-1 1 0 0,0 1-1 0 0,0 0 0 0 0,0-1 0 0 0,0 1 0 0 0,0-1 0 0 0,-1 1 1 0 0,1 0-1 0 0,0-1 0 0 0,0 1 0 0 0,0 0 0 0 0,0-1 0 0 0,0 1 1 0 0,0 0-1 0 0,0-1 0 0 0,0 1 0 0 0,0-1 0 0 0,1 1 0 0 0,-1 0 1 0 0,0-1-1 0 0,0 1 0 0 0,0 0 0 0 0,0-1 0 0 0,0 1 0 0 0,1 0 1 0 0,-1-1-1 0 0,0 1 0 0 0,0 0 0 0 0,0 0 0 0 0,1-1 0 0 0,-1 1 0 0 0,0 0 1 0 0,1 0-1 0 0,-1-1 0 0 0,0 1 0 0 0,1 0 0 0 0,-1 0 0 0 0,0 0 1 0 0,1 0-1 0 0,-1-1 0 0 0,1 1 0 0 0,32-17 239 0 0,40-4-201 0 0,-53 18-39 0 0,4 0-47 0 0,45-1 1 0 0,-62 4 2 0 0,-1 0-1 0 0,1 1 1 0 0,-1-1 0 0 0,1 2 0 0 0,-1-1-1 0 0,0 1 1 0 0,0 0 0 0 0,1 0 0 0 0,-1 0-1 0 0,-1 1 1 0 0,1 0 0 0 0,6 4 0 0 0,-11-6 20 0 0,0 0 1 0 0,1 1 0 0 0,-1-1 0 0 0,0 0 0 0 0,0 0 0 0 0,0 0 0 0 0,0 1 0 0 0,0-1 0 0 0,0 1 0 0 0,0-1 0 0 0,0 1 0 0 0,-1-1 0 0 0,1 1 0 0 0,0-1 0 0 0,-1 1 0 0 0,0 0 0 0 0,1-1 0 0 0,-1 1 0 0 0,0 0 0 0 0,0-1 0 0 0,0 4 0 0 0,0 0-2 0 0,-1-1 1 0 0,0 0-1 0 0,0 0 0 0 0,-1 0 1 0 0,1 0-1 0 0,-1 0 1 0 0,0 0-1 0 0,-3 6 1 0 0,-6 5-6 0 0,-1 1 0 0 0,0-2 0 0 0,-14 15 0 0 0,22-26 9 0 0,-44 40-31 0 0,33-30 69 0 0,1 0 0 0 0,-25 28 1 0 0,38-39 71 0 0,153-13 18 0 0,-102 5-128 0 0,90 2-1 0 0,-48 9-272 0 0,-90-4 124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3.3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155 46 4312 0 0,'0'0'70'0'0,"-21"-36"612"0"0,20 35-612 0 0,-7-2 25 0 0,7 2-84 0 0,0 1 0 0 0,0-1 0 0 0,-1 1 0 0 0,1-1 1 0 0,0 1-1 0 0,0-1 0 0 0,0 1 0 0 0,-1 0 0 0 0,1 0 0 0 0,0-1 0 0 0,-1 1 0 0 0,1 0 0 0 0,0 0 0 0 0,0 0 0 0 0,-1 1 0 0 0,1-1 0 0 0,-2 1 1 0 0,-3 0-13 0 0,0 1 1 0 0,0 0 0 0 0,1 1 0 0 0,-1 0 0 0 0,1-1 0 0 0,0 2-1 0 0,0-1 1 0 0,0 0 0 0 0,0 1 0 0 0,1 0 0 0 0,-1 0 0 0 0,1 1-1 0 0,0-1 1 0 0,0 1 0 0 0,1 0 0 0 0,-4 6 0 0 0,4-7 3 0 0,1 0 0 0 0,0 1 1 0 0,0-1-1 0 0,1 0 0 0 0,0 1 0 0 0,-1-1 0 0 0,1 1 1 0 0,1 0-1 0 0,-1-1 0 0 0,1 1 0 0 0,0 0 1 0 0,0-1-1 0 0,1 7 0 0 0,-1-9 0 0 0,1 1 0 0 0,-1-1 1 0 0,1 1-1 0 0,0-1 0 0 0,0 0 1 0 0,0 1-1 0 0,0-1 0 0 0,0 0 0 0 0,1 0 1 0 0,-1 1-1 0 0,1-1 0 0 0,-1 0 0 0 0,1 0 1 0 0,0-1-1 0 0,0 1 0 0 0,0 0 0 0 0,0-1 1 0 0,0 1-1 0 0,0-1 0 0 0,0 1 0 0 0,1-1 1 0 0,-1 0-1 0 0,5 2 0 0 0,-1-2-11 0 0,0 0-1 0 0,1-1 1 0 0,-1 0 0 0 0,0 1-1 0 0,0-2 1 0 0,1 1 0 0 0,-1-1-1 0 0,0 0 1 0 0,0 0-1 0 0,0-1 1 0 0,0 0 0 0 0,0 0-1 0 0,0 0 1 0 0,0-1 0 0 0,-1 0-1 0 0,1 0 1 0 0,-1 0-1 0 0,0 0 1 0 0,0-1 0 0 0,8-7-1 0 0,-5 3 59 0 0,1 1-1 0 0,-1-1 0 0 0,-1 0 1 0 0,1-1-1 0 0,-2 1 1 0 0,1-1-1 0 0,-1-1 0 0 0,0 1 1 0 0,-1-1-1 0 0,7-20 1 0 0,-11 29-30 0 0,-1 0-10 0 0,1 0-1 0 0,-1 0 1 0 0,0-1 0 0 0,0 1 0 0 0,1 0 0 0 0,-1 0 0 0 0,0-1 0 0 0,0 1 0 0 0,0 0 0 0 0,0-1 0 0 0,-1 1 0 0 0,1 0 0 0 0,0 0 0 0 0,-1-3 0 0 0,-12-3 41 0 0,-17 11 15 0 0,21-1-72 0 0,0 0 1 0 0,0 1 0 0 0,0 0 0 0 0,1 1 0 0 0,-1 0 0 0 0,1 0 0 0 0,1 1 0 0 0,-1 0 0 0 0,1 0 0 0 0,0 1 0 0 0,0 0-1 0 0,1 0 1 0 0,-11 15 0 0 0,16-21 2 0 0,1-1 0 0 0,0 1-1 0 0,-1-1 1 0 0,1 1 0 0 0,0-1-1 0 0,-1 1 1 0 0,1-1-1 0 0,0 1 1 0 0,0-1 0 0 0,-1 1-1 0 0,1-1 1 0 0,0 1 0 0 0,0 0-1 0 0,0-1 1 0 0,0 1 0 0 0,0-1-1 0 0,0 1 1 0 0,0-1 0 0 0,0 1-1 0 0,0 0 1 0 0,0-1 0 0 0,0 1-1 0 0,0-1 1 0 0,1 1 0 0 0,-1 0-1 0 0,0-1 1 0 0,0 1 0 0 0,1-1-1 0 0,-1 1 1 0 0,0-1 0 0 0,0 1-1 0 0,1-1 1 0 0,-1 1 0 0 0,1 0-1 0 0,22 3-108 0 0,17-9 27 0 0,-34 3 131 0 0,-1 1 1 0 0,0-1-1 0 0,0 0 1 0 0,0 0-1 0 0,0 0 1 0 0,-1-1-1 0 0,1 0 1 0 0,0 0-1 0 0,5-4 1 0 0,-9 5 21 0 0,-37 9-3048 0 0,17 1 1466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2.5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18 722 4360 0 0,'0'0'-188'0'0,"-18"5"3785"0"0,353-346-3026 0 0,-184 180-571 0 0,-117 125-73 0 0,1 2 1 0 0,62-47-1 0 0,-69 53-97 0 0,-27 27 199 0 0,0 1-32 0 0,-1-1 0 0 0,0 0 0 0 0,1 1 0 0 0,-1-1 0 0 0,0 1 0 0 0,0-1 0 0 0,1 0 0 0 0,-1 1 0 0 0,0-1 0 0 0,0 0 0 0 0,0 1-1 0 0,0-1 1 0 0,0 0 0 0 0,0 0 0 0 0,0 1 0 0 0,0-1 0 0 0,0 0 0 0 0,0 1 0 0 0,-1-1 0 0 0,1 0 0 0 0,0 1 0 0 0,0-1 0 0 0,-1 1 0 0 0,1-1-1 0 0,0 0 1 0 0,-1 1 0 0 0,1-1 0 0 0,-1 1 0 0 0,1-1 0 0 0,0 1 0 0 0,-1-1 0 0 0,1 1 0 0 0,-1-1 0 0 0,1 1 0 0 0,-1 0 0 0 0,0-1 0 0 0,1 1-1 0 0,-2-1 1 0 0,-5-2-28 0 0,-1 1 0 0 0,1 0 0 0 0,-1 0 0 0 0,1 1 0 0 0,-1 0 0 0 0,0 0 0 0 0,1 0 0 0 0,-1 1 0 0 0,-9 1 0 0 0,-74 14-93 0 0,36-5-15 0 0,36-10 132 0 0,42-7 0 0 0,51-8 2 0 0,-40 9-33 0 0,1 2 0 0 0,0 2 0 0 0,1 1 1 0 0,64 7-1 0 0,-98-5 36 0 0,0 0-1 0 0,1 0 1 0 0,-1-1 0 0 0,0 1-1 0 0,0 0 1 0 0,0 1 0 0 0,0-1-1 0 0,1 0 1 0 0,-2 1-1 0 0,1-1 1 0 0,0 1 0 0 0,0-1-1 0 0,0 1 1 0 0,-1 0 0 0 0,1 0-1 0 0,-1 0 1 0 0,1 0 0 0 0,0 3-1 0 0,-1-4 4 0 0,-1 0-1 0 0,0 0 0 0 0,1 0 0 0 0,-1 0 1 0 0,0 0-1 0 0,0 0 0 0 0,0 0 0 0 0,0 0 1 0 0,0 0-1 0 0,0 0 0 0 0,0 0 0 0 0,0 0 1 0 0,-1 0-1 0 0,1 0 0 0 0,0 0 0 0 0,-1 0 1 0 0,1 0-1 0 0,0 0 0 0 0,-1 0 0 0 0,1 0 1 0 0,-1 0-1 0 0,0 0 0 0 0,1 0 1 0 0,-1 0-1 0 0,-1 1 0 0 0,1-1 1 0 0,-8 10 10 0 0,0-1 1 0 0,-1 0-1 0 0,0 0 1 0 0,0-1 0 0 0,-1 0-1 0 0,0-1 1 0 0,-1 0-1 0 0,0-1 1 0 0,-16 7 0 0 0,0 2-91 0 0,11-8-126 0 0,-11 9-3102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3.4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35 233 4596 0 0,'-35'6'-171'0'0,"55"-15"586"0"0,59-17-65 0 0,317-69-245 0 0,-160 41-66 0 0,-38 17 65 0 0,-193 37-321 0 0,23-5 765 0 0,-28 5-659 0 0,1 0 1 0 0,0 0-1 0 0,0-1 1 0 0,0 1-1 0 0,-1 0 1 0 0,1 0-1 0 0,0-1 1 0 0,0 1-1 0 0,-1 0 0 0 0,1-1 1 0 0,0 1-1 0 0,0-1 1 0 0,-1 1-1 0 0,1-1 1 0 0,0 1-1 0 0,-1-1 0 0 0,1 1 1 0 0,-1-1-1 0 0,1 0 1 0 0,-1 1-1 0 0,1-1 1 0 0,-1 0-1 0 0,1 1 1 0 0,-1-2-1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3.7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12 3876 0 0,'-11'-4'96'0'0,"5"0"0"0"0,9 2 96 0 0,50 0-104 0 0,1 3 1 0 0,-1 2-1 0 0,0 2 1 0 0,0 3-1 0 0,0 2 1 0 0,68 22-1 0 0,-119-32-76 0 0,-1 0 0 0 0,1 1-1 0 0,-1-1 1 0 0,1 0 0 0 0,-1 1 0 0 0,1-1-1 0 0,-1 1 1 0 0,1 0 0 0 0,-1-1-1 0 0,0 1 1 0 0,0 0 0 0 0,1 0 0 0 0,-1 0-1 0 0,0 0 1 0 0,0 0 0 0 0,0 0 0 0 0,0 0-1 0 0,0 0 1 0 0,0 1 0 0 0,0-1 0 0 0,0 0-1 0 0,-1 1 1 0 0,1-1 0 0 0,0 0 0 0 0,-1 1-1 0 0,1-1 1 0 0,0 3 0 0 0,-2-2 5 0 0,1 1 1 0 0,-1-1 0 0 0,0 0-1 0 0,1 1 1 0 0,-1-1-1 0 0,0 0 1 0 0,0 0 0 0 0,-1 0-1 0 0,1 0 1 0 0,0 0-1 0 0,-1 0 1 0 0,1 0 0 0 0,-1 0-1 0 0,0 0 1 0 0,-2 1-1 0 0,-10 9 50 0 0,-1 0-1 0 0,0-2 0 0 0,-20 11 0 0 0,35-21-66 0 0,-150 79 420 0 0,124-67-1251 0 0,-1-1 0 0 0,0-2 0 0 0,-54 12 0 0 0,66-19-163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4.8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 44 3880 0 0,'-29'-43'1329'0'0,"153"77"-697"0"0,439 97-537 0 0,-242-61-56 0 0,-228-53 457 0 0,25 8 376 0 0,-115-24-808 0 0,-1 0 1 0 0,1-1-1 0 0,0 1 1 0 0,-1 0-1 0 0,1-1 1 0 0,0 0-1 0 0,0 0 1 0 0,0 0 0 0 0,4 0-1 0 0,-5-1-261 0 0,-1 1 0 0 0,0-1 0 0 0,0 1 0 0 0,0-1 0 0 0,0 1 0 0 0,0-1-1 0 0,0 0 1 0 0,-1 1 0 0 0,1-1 0 0 0,0 0 0 0 0,0 0 0 0 0,0 0 0 0 0,-1 0 0 0 0,1 0 0 0 0,0 0 0 0 0,-1 0 0 0 0,1 0 0 0 0,-1 0 0 0 0,1 0-1 0 0,-1 0 1 0 0,1-1 0 0 0,1-5-1599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5.2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15 5060 0 0,'-4'-1'-62'0'0,"-59"-10"477"0"0,61 10-342 0 0,-6 0 7 0 0,4 0-24 0 0,8 2 286 0 0,53 16-314 0 0,59 26-1 0 0,-92-33-20 0 0,0 2 0 0 0,-1 0 0 0 0,-1 1-1 0 0,0 2 1 0 0,24 20 0 0 0,-45-34-1 0 0,0 0 0 0 0,0 0 0 0 0,1 0 0 0 0,-1 0-1 0 0,0 0 1 0 0,0 0 0 0 0,-1 0 0 0 0,1 1 0 0 0,0-1 0 0 0,0 0 0 0 0,-1 0 0 0 0,1 1 0 0 0,0-1 0 0 0,-1 0 0 0 0,1 1 0 0 0,-1-1-1 0 0,0 1 1 0 0,1-1 0 0 0,-1 1 0 0 0,0-1 0 0 0,0 1 0 0 0,0-1 0 0 0,0 1 0 0 0,0-1 0 0 0,-1 0 0 0 0,1 4 0 0 0,-2-2 5 0 0,1-1 0 0 0,-1 1 0 0 0,0 0 0 0 0,0 0 0 0 0,0-1 1 0 0,0 1-1 0 0,0-1 0 0 0,-1 0 0 0 0,1 0 0 0 0,-1 0 0 0 0,-4 4 0 0 0,-10 3 33 0 0,1 0-1 0 0,-2 0 0 0 0,-21 6 1 0 0,33-12-34 0 0,-153 48-196 0 0,50-29-2785 0 0,78-19 1447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6.1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0 4504 0 0,'0'0'343'0'0,"-21"10"-20"0"0,22-7-331 0 0,1 0 0 0 0,-1 0 1 0 0,1 0-1 0 0,0 0 0 0 0,0 0 0 0 0,0 0 1 0 0,0 0-1 0 0,0-1 0 0 0,1 1 0 0 0,-1-1 1 0 0,1 0-1 0 0,0 0 0 0 0,5 4 0 0 0,50 26 11 0 0,-45-25-3 0 0,246 107 35 0 0,-74-36 18 0 0,8 5 1 0 0,86 41 325 0 0,-269-117-91 0 0,10 4-2659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6.6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 45 4652 0 0,'-5'-7'126'0'0,"-1"1"-1"0"0,1 0 0 0 0,-1 1 1 0 0,0-1-1 0 0,-14-8 0 0 0,18 13 201 0 0,26 22-200 0 0,47 29 0 0 0,-36-27-125 0 0,63 56 0 0 0,-95-77 9 0 0,0 1-1 0 0,0-1 1 0 0,0 1-1 0 0,-1 0 1 0 0,1 0 0 0 0,-1 1-1 0 0,0-1 1 0 0,0 0 0 0 0,0 1-1 0 0,0-1 1 0 0,-1 1-1 0 0,2 5 1 0 0,-3-7-1 0 0,0 0 0 0 0,0 1 0 0 0,-1-1 0 0 0,1 0 0 0 0,-1 0 0 0 0,0 1 0 0 0,0-1 0 0 0,1 0 0 0 0,-1 0 0 0 0,-1 0 0 0 0,1 0 0 0 0,0 0 0 0 0,0 0 0 0 0,-1 0 0 0 0,1-1 0 0 0,-1 1 0 0 0,0 0 0 0 0,1-1 0 0 0,-1 1 0 0 0,0-1 0 0 0,0 0 0 0 0,-3 2 0 0 0,-12 9-54 0 0,-1-1 0 0 0,0-1 0 0 0,0-1 0 0 0,-1-1 1 0 0,-35 11-1 0 0,-47 5-3210 0 0,75-20 2319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5.8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0 1240 0 0,'0'0'3472'0'0,"-4"1"-3410"0"0,2-1-62 0 0,1 0 2 0 0,1 0-1 0 0,-1-1 1 0 0,1 1 0 0 0,0 0 0 0 0,-1 0 0 0 0,1 0-1 0 0,-1 0 1 0 0,1 0 0 0 0,-1 0 0 0 0,1 0-1 0 0,-1 0 1 0 0,1 0 0 0 0,0 0 0 0 0,-1 0 0 0 0,1 1-1 0 0,-1-1 1 0 0,1 0 0 0 0,-1 0 0 0 0,1 0-1 0 0,0 0 1 0 0,-1 1 0 0 0,1-1 0 0 0,-1 0 0 0 0,1 0-1 0 0,0 1 1 0 0,-1-1 0 0 0,1 0 0 0 0,0 1-1 0 0,-1-1 1 0 0,1 0 0 0 0,0 1 0 0 0,0-1-1 0 0,0 1 1 0 0,-1-1 0 0 0,1 0 0 0 0,0 1 0 0 0,0-1-1 0 0,0 1 1 0 0,0-1 0 0 0,-1 1 0 0 0,1-1-1 0 0,0 1 1 0 0,0-1 0 0 0,0 0 0 0 0,0 1 0 0 0,0-1-1 0 0,0 1 1 0 0,0-1 0 0 0,1 1 0 0 0,-1-1-1 0 0,0 1 1 0 0,0-1 0 0 0,0 1 0 0 0,1 2-18 0 0,27 29-24 0 0,55 37 39 0 0,165 105 0 0 0,-157-117-6 0 0,24 15 68 0 0,201 163-1 0 0,-242-178-1701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6.5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184 31 4324 0 0,'0'0'-106'0'0,"-28"-31"2804"0"0,48 53-2315 0 0,2-1 0 0 0,0-2 0 0 0,46 32 0 0 0,33 28-442 0 0,-94-70 61 0 0,-7-9-1 0 0,0 1-1 0 0,0 0 1 0 0,0 0-1 0 0,0-1 1 0 0,0 1-1 0 0,0 0 0 0 0,-1 0 1 0 0,1-1-1 0 0,0 1 1 0 0,0 0-1 0 0,0-1 1 0 0,-1 1-1 0 0,1 0 0 0 0,0-1 1 0 0,-1 1-1 0 0,1 0 1 0 0,-1-1-1 0 0,1 1 1 0 0,-1-1-1 0 0,1 1 0 0 0,-1-1 1 0 0,1 1-1 0 0,-1-1 1 0 0,1 1-1 0 0,-1-1 1 0 0,0 1-1 0 0,1-1 1 0 0,-2 1-1 0 0,-19 8 17 0 0,18-8-11 0 0,-45 13-483 0 0,-1-2 0 0 0,-1-2 0 0 0,-89 7 0 0 0,103-14-750 0 0,15 0-479 0 0,3-3-24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9.5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0 4644 0 0,'0'0'-134'0'0,"-2"5"7"0"0,1-3 125 0 0,0 1-1 0 0,0 0 1 0 0,1 0 0 0 0,0 0-1 0 0,0 0 1 0 0,-1-1 0 0 0,2 1-1 0 0,-1 0 1 0 0,0 0 0 0 0,0 0-1 0 0,1 0 1 0 0,0 0-1 0 0,-1-1 1 0 0,1 1 0 0 0,0 0-1 0 0,1-1 1 0 0,-1 1 0 0 0,0-1-1 0 0,3 5 1 0 0,5 13-8 0 0,1 1 6 0 0,1 0 0 0 0,0-1 0 0 0,2-1 0 0 0,0 0 1 0 0,1 0-1 0 0,22 22 0 0 0,107 91 53 0 0,-127-118-45 0 0,49 40 19 0 0,-29-26-6 0 0,-1 2 0 0 0,45 50 0 0 0,-53-45-7 0 0,27 29 312 0 0,-53-63-284 0 0,4 6-1112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0.1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63 2888 0 0,'-3'-2'108'0'0,"1"0"-1"0"0,-1-1 0 0 0,0 1 1 0 0,1-1-1 0 0,-1 0 1 0 0,1 0-1 0 0,0 0 0 0 0,0 0 1 0 0,0 0-1 0 0,1 0 1 0 0,-3-7-1 0 0,3 8 110 0 0,-8-11 1206 0 0,4 5-504 0 0,7 9-917 0 0,36 33-14 0 0,66 45 1 0 0,23 20 8 0 0,-125-98 5 0 0,-1 0-1 0 0,0 0 1 0 0,0 0-1 0 0,0 0 1 0 0,0 0-1 0 0,0 0 1 0 0,0 0-1 0 0,0 0 1 0 0,0 1 0 0 0,-1-1-1 0 0,1 0 1 0 0,0 1-1 0 0,-1-1 1 0 0,1 0-1 0 0,-1 1 1 0 0,1-1 0 0 0,-1 0-1 0 0,0 1 1 0 0,0-1-1 0 0,0 1 1 0 0,1-1-1 0 0,-1 1 1 0 0,0-1-1 0 0,-1 3 1 0 0,0-2 2 0 0,0 0 0 0 0,0 0-1 0 0,0 0 1 0 0,0 0 0 0 0,0-1 0 0 0,-1 1 0 0 0,1 0 0 0 0,-1-1-1 0 0,1 1 1 0 0,-1 0 0 0 0,0-1 0 0 0,1 0 0 0 0,-1 1-1 0 0,-3 0 1 0 0,-10 6 23 0 0,0-1 0 0 0,0-1 0 0 0,-26 8 0 0 0,25-9-11 0 0,-11 4-213 0 0,-55 17 504 0 0,23-20-3759 0 0,43-6 1718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1.6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6 4888 0 0,'-1'0'9'0'0,"0"-1"-1"0"0,-1 0 0 0 0,1 1 0 0 0,0-1 0 0 0,0 1 0 0 0,0-1 0 0 0,0 1 0 0 0,0-1 0 0 0,-1 1 1 0 0,1 0-1 0 0,0-1 0 0 0,0 1 0 0 0,-1 0 0 0 0,1 0 0 0 0,0 0 0 0 0,0 0 0 0 0,-1 0 1 0 0,1 0-1 0 0,0 1 0 0 0,0-1 0 0 0,-1 0 0 0 0,1 1 0 0 0,0-1 0 0 0,0 1 0 0 0,-2 0 0 0 0,3 0-10 0 0,0 1 0 0 0,0-1 0 0 0,0 0 0 0 0,0 0-1 0 0,0 0 1 0 0,0 0 0 0 0,0 0 0 0 0,1 1 0 0 0,-1-1-1 0 0,0 0 1 0 0,1 0 0 0 0,-1 0 0 0 0,1 0 0 0 0,0 0-1 0 0,-1 0 1 0 0,1 0 0 0 0,0 0 0 0 0,-1 0 0 0 0,1 0-1 0 0,0-1 1 0 0,0 1 0 0 0,0 0 0 0 0,0 0 0 0 0,0-1-1 0 0,-1 1 1 0 0,1-1 0 0 0,3 2 0 0 0,82 60 3 0 0,3-3 0 0 0,126 61 1 0 0,204 68 61 0 0,-391-177-56 0 0,-6-3 80 0 0,-1 1-1 0 0,32 18 1 0 0,-47-21 66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2.0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47 38 4120 0 0,'-32'-26'580'0'0,"31"25"-410"0"0,-5-3 255 0 0,-2-1-78 0 0,10 4 52 0 0,80 29-401 0 0,-2 4 0 0 0,77 42 1 0 0,-156-74 1 0 0,0 0 1 0 0,0 1 0 0 0,0-1-1 0 0,0 1 1 0 0,0-1-1 0 0,0 1 1 0 0,0-1 0 0 0,0 1-1 0 0,0-1 1 0 0,-1 1-1 0 0,1 0 1 0 0,0 0-1 0 0,0-1 1 0 0,0 1 0 0 0,-1 0-1 0 0,1 0 1 0 0,0 0-1 0 0,-1 0 1 0 0,1 0-1 0 0,-1 0 1 0 0,1 0 0 0 0,-1 0-1 0 0,0 0 1 0 0,1 0-1 0 0,-1 0 1 0 0,0 2 0 0 0,0-2 0 0 0,-1 0 1 0 0,1 1 0 0 0,-1-1 0 0 0,0 0 0 0 0,1 0 0 0 0,-1 0-1 0 0,0 0 1 0 0,0 1 0 0 0,0-1 0 0 0,0 0 0 0 0,0-1 0 0 0,0 1-1 0 0,0 0 1 0 0,0 0 0 0 0,0 0 0 0 0,-1-1 0 0 0,-1 2-1 0 0,-7 3-58 0 0,0 0 1 0 0,-1-1-1 0 0,-20 5 0 0 0,-62 7-2472 0 0,61-13 1057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2.7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1 4444 0 0,'0'0'-132'0'0,"-3"0"-80"0"0,-10 0 192 0 0,10 0 2 0 0,15-1-52 0 0,697 18 767 0 0,-623-14-346 0 0,-84-3-334 0 0,22-6-2356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3.1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8 3588 0 0,'-23'-8'1148'0'0,"57"11"-913"0"0,67 14-217 0 0,-73-9-5 0 0,-1 1 0 0 0,-1 2 0 0 0,48 24-1 0 0,-74-34-8 0 0,0-1-1 0 0,1 0 0 0 0,-1 1 0 0 0,0-1 0 0 0,0 0 0 0 0,0 1 0 0 0,1-1 0 0 0,-1 0 0 0 0,0 1 0 0 0,0-1 0 0 0,0 0 0 0 0,0 1 0 0 0,0-1 0 0 0,0 0 0 0 0,0 1 1 0 0,0-1-1 0 0,0 1 0 0 0,0-1 0 0 0,0 0 0 0 0,0 1 0 0 0,0-1 0 0 0,0 0 0 0 0,0 1 0 0 0,0-1 0 0 0,0 1 0 0 0,-1-1 0 0 0,1 0 0 0 0,0 1 0 0 0,0-1 0 0 0,0 0 1 0 0,-1 1-1 0 0,1-1 0 0 0,0 0 0 0 0,0 0 0 0 0,-1 1 0 0 0,1-1 0 0 0,0 0 0 0 0,0 0 0 0 0,-1 1 0 0 0,1-1 0 0 0,0 0 0 0 0,-1 0 0 0 0,1 0 0 0 0,-1 1 0 0 0,-12 9 44 0 0,13-10-46 0 0,-21 10-124 0 0,-1 0 1 0 0,0-2-1 0 0,0 0 0 0 0,-1-1 1 0 0,0-1-1 0 0,-43 4 1 0 0,31-4-1307 0 0,16-1 346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4.2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283 76 3800 0 0,'-3'-48'340'0'0,"3"46"-158"0"0,-6-23 2157 0 0,16 40-2343 0 0,0-1 1 0 0,1 0-1 0 0,0 0 0 0 0,1-1 0 0 0,26 21 0 0 0,80 56 73 0 0,-75-59-31 0 0,-27-20-20 0 0,-9-7 5 0 0,-1 1-1 0 0,1 0 0 0 0,-1 0 0 0 0,0 0 1 0 0,-1 0-1 0 0,1 1 0 0 0,6 8 0 0 0,-11-12 14 0 0,-4 0-11 0 0,-4 2-8 0 0,0 1 0 0 0,-1-2 1 0 0,1 1-1 0 0,-1-1 0 0 0,1-1 0 0 0,-1 1 1 0 0,-14 2-1 0 0,-68 7 40 0 0,45-7-25 0 0,-175 37 168 0 0,72-11-2448 0 0,143-30 623 0 0,-8 5-75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5.5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20 543 4860 0 0,'0'0'-37'0'0,"-19"-16"1037"0"0,21 10-942 0 0,1 0 0 0 0,0 0 0 0 0,1 0-1 0 0,-1 1 1 0 0,1-1 0 0 0,0 1 0 0 0,0 0 0 0 0,1 0-1 0 0,-1 0 1 0 0,1 1 0 0 0,0 0 0 0 0,11-7 0 0 0,79-45-9 0 0,-73 44-6 0 0,310-147-16 0 0,9-4 393 0 0,-303 140 175 0 0,-37 23-429 0 0,-17-13-69 0 0,14 11-87 0 0,0-1 0 0 0,0 1 0 0 0,0 1 1 0 0,-1-1-1 0 0,1 0 0 0 0,0 0 0 0 0,-1 1 0 0 0,1-1 0 0 0,-1 1 1 0 0,0 0-1 0 0,1 0 0 0 0,-6-1 0 0 0,-16-1-34 0 0,0 2 0 0 0,0 0 0 0 0,0 2 0 0 0,0 1 0 0 0,0 1 0 0 0,0 0 0 0 0,-46 15 0 0 0,48-11 28 0 0,28-8 14 0 0,21-2-2 0 0,22 3-70 0 0,-1 3 1 0 0,0 1-1 0 0,0 3 1 0 0,50 13-1 0 0,-98-20 53 0 0,1 1 0 0 0,-1-1 0 0 0,1 1 0 0 0,-1-1 0 0 0,0 1 0 0 0,1 0 0 0 0,-1-1 0 0 0,1 1 0 0 0,-1-1 0 0 0,0 1 1 0 0,0 0-1 0 0,1-1 0 0 0,-1 1 0 0 0,0 0 0 0 0,0-1 0 0 0,0 1 0 0 0,0 0 0 0 0,0-1 0 0 0,0 1 0 0 0,0 0 0 0 0,0 0 0 0 0,0-1 0 0 0,0 1 0 0 0,0 0 0 0 0,0-1 0 0 0,0 1 0 0 0,-1 0 0 0 0,1-1 0 0 0,0 1 0 0 0,0-1 0 0 0,-1 1 0 0 0,1 0 0 0 0,-1-1 1 0 0,1 1-1 0 0,0-1 0 0 0,-1 1 0 0 0,1-1 0 0 0,-1 1 0 0 0,1-1 0 0 0,-1 1 0 0 0,1-1 0 0 0,-1 1 0 0 0,0-1 0 0 0,1 0 0 0 0,-2 1 0 0 0,-33 16-420 0 0,-42 15-1 0 0,5-2-275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6.9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33 946 4660 0 0,'-4'-2'-88'0'0,"-23"-15"452"0"0,25 16 233 0 0,18-23-53 0 0,21-12-273 0 0,2 1 0 0 0,1 2 0 0 0,49-30 0 0 0,-8 5-159 0 0,402-354 130 0 0,-395 318-216 0 0,42-39 12 0 0,-97 97-208 0 0,-32 35 140 0 0,-8 4-278 0 0,-24 11 273 0 0,-31 15 86 0 0,-2-3 0 0 0,-88 25 0 0 0,135-50 1073 0 0,42-11-885 0 0,53-16-202 0 0,-18 12-59 0 0,0 2 0 0 0,1 3 1 0 0,93-2-1 0 0,-152 11-35 0 0,4 2-19 0 0,-6-2 72 0 0,1 0 0 0 0,0 0 0 0 0,0 0 0 0 0,0 0 0 0 0,-1 0 0 0 0,1 0 0 0 0,0 1 0 0 0,0-1 0 0 0,-1 0 0 0 0,1 0 0 0 0,0 1 0 0 0,0-1 0 0 0,-1 1 0 0 0,1-1 0 0 0,0 1 0 0 0,-1-1 0 0 0,1 1 0 0 0,-1-1 0 0 0,1 1 0 0 0,0-1 0 0 0,-1 1 0 0 0,1 0 0 0 0,-1-1 0 0 0,0 1 0 0 0,1 0 0 0 0,-1-1 0 0 0,0 1 0 0 0,1 0 0 0 0,-1 0 0 0 0,1 1 0 0 0,-3 4-16 0 0,1 1-1 0 0,-1-1 1 0 0,0 1-1 0 0,0-1 0 0 0,-1 0 1 0 0,0 0-1 0 0,0 0 1 0 0,0 0-1 0 0,-8 10 0 0 0,-15 29 0 0 0,11-27-555 0 0,3-10-3081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7.8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1 5032 0 0,'0'0'-210'0'0,"-4"1"-83"0"0,1 0 1150 0 0,7 0-252 0 0,21 0 3 0 0,61 1-713 0 0,-15-1 188 0 0,5 1-48 0 0,267 18 152 0 0,-332-18-313 0 0,-7-2-36 0 0,1 1 0 0 0,-1 0-1 0 0,1-1 1 0 0,0 0-1 0 0,-1 0 1 0 0,1 0 0 0 0,0 0-1 0 0,-1-1 1 0 0,1 0 0 0 0,7-2-1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8.4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 21 4552 0 0,'-15'-10'-254'0'0,"-1"0"4357"0"0,498 131-3980 0 0,-476-120-144 0 0,-4-1 19 0 0,-1 0 0 0 0,0 0 0 0 0,0 1 0 0 0,0-1 0 0 0,0 0 0 0 0,0 0 0 0 0,0 1 1 0 0,1-1-1 0 0,-1 1 0 0 0,0-1 0 0 0,0 1 0 0 0,0-1 0 0 0,0 1 0 0 0,0 0 0 0 0,-1 0 0 0 0,1-1 0 0 0,0 1 0 0 0,0 0 0 0 0,0 0 0 0 0,-1 0 0 0 0,1 0 1 0 0,0 0-1 0 0,-1 0 0 0 0,1 0 0 0 0,0 2 0 0 0,-2-1 2 0 0,0 0-1 0 0,0-1 1 0 0,0 1 0 0 0,0 0 0 0 0,-1 0 0 0 0,1-1 0 0 0,-1 1-1 0 0,1-1 1 0 0,-1 1 0 0 0,-3 1 0 0 0,-9 7 9 0 0,0-1 1 0 0,-1 0 0 0 0,-1-1-1 0 0,1 0 1 0 0,-1-1-1 0 0,-1-1 1 0 0,-26 6 0 0 0,-1 2-15 0 0,-62 17-773 0 0,33-16-3223 0 0,54-12 2113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1.0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62 5156 0 0,'-14'-14'132'0'0,"13"13"-76"0"0,0 1 1 0 0,1 0-1 0 0,-1-1 1 0 0,1 1-1 0 0,-1 0 1 0 0,1-1-1 0 0,-1 1 1 0 0,1-1-1 0 0,-1 1 1 0 0,1-1-1 0 0,0 1 1 0 0,-1-1-1 0 0,1 1 1 0 0,-1-1-1 0 0,1 0 1 0 0,0 1-1 0 0,0-1 1 0 0,-1 0-1 0 0,1 1 0 0 0,0-1 1 0 0,0 0-1 0 0,0 1 1 0 0,0-1-1 0 0,0 0 1 0 0,0 1-1 0 0,0-1 1 0 0,0-1-1 0 0,37-4-56 0 0,-1 0-1 0 0,1 3 0 0 0,1 0 0 0 0,47 5 0 0 0,-35-2 1 0 0,416-1 15 0 0,-369 0 98 0 0,-94 1-108 0 0,26-4-276 0 0,-11 0-2881 0 0,-13 0 1433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1.5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 11 4676 0 0,'0'0'-128'0'0,"-33"-10"1654"0"0,88 33-1467 0 0,-22-10-39 0 0,-1 1 0 0 0,-1 1 0 0 0,42 28 0 0 0,-72-43-19 0 0,0 1 0 0 0,-1-1 0 0 0,1 1 1 0 0,0-1-1 0 0,-1 1 0 0 0,1 0 0 0 0,0-1 0 0 0,-1 1 0 0 0,1 0 0 0 0,-1-1 0 0 0,1 1 0 0 0,-1 0 0 0 0,1 0 0 0 0,-1-1 0 0 0,0 1 1 0 0,1 0-1 0 0,-1 0 0 0 0,0 0 0 0 0,0-1 0 0 0,1 1 0 0 0,-1 0 0 0 0,0 0 0 0 0,0 0 0 0 0,0 0 0 0 0,0 0 0 0 0,0 0 0 0 0,0-1 0 0 0,0 1 1 0 0,-1 1-1 0 0,0 0 3 0 0,0 0 0 0 0,0 0 1 0 0,0 0-1 0 0,-1 0 0 0 0,1 0 0 0 0,0-1 1 0 0,-1 1-1 0 0,0-1 0 0 0,1 1 1 0 0,-1-1-1 0 0,-3 3 0 0 0,-5 2 13 0 0,0-1 0 0 0,0 1 0 0 0,-18 5 0 0 0,-5 0-687 0 0,0-2-1 0 0,-1-1 0 0 0,0-1 1 0 0,-52 2-1 0 0,62-8-485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2.1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13 355 4004 0 0,'0'0'104'0'0,"-9"2"-38"0"0,9-2-40 0 0,0 0-1 0 0,0 0 1 0 0,0-1-1 0 0,0 1 1 0 0,0 0-1 0 0,0 0 1 0 0,0 0-1 0 0,0 0 1 0 0,0 0-1 0 0,0 0 0 0 0,0 0 1 0 0,0-1-1 0 0,0 1 1 0 0,0 0-1 0 0,0 0 1 0 0,0 0-1 0 0,0 0 1 0 0,0 0-1 0 0,0 0 1 0 0,0-1-1 0 0,0 1 1 0 0,0 0-1 0 0,0 0 0 0 0,0 0 1 0 0,0 0-1 0 0,0 0 1 0 0,0 0-1 0 0,0 0 1 0 0,0 0-1 0 0,0-1 1 0 0,-1 1-1 0 0,1 0 1 0 0,0 0-1 0 0,0 0 1 0 0,0 0-1 0 0,0 0 0 0 0,0 0 1 0 0,0 0-1 0 0,0 0 1 0 0,0 0-1 0 0,-1 0 1 0 0,1 0-1 0 0,0 0 1 0 0,0 0-1 0 0,0 0 1 0 0,0 0-1 0 0,0 0 0 0 0,0 0 1 0 0,-1 0-1 0 0,1 0 1 0 0,0 0-1 0 0,0 0 1 0 0,0 0-1 0 0,0 0 1 0 0,0 0-1 0 0,0 0 1 0 0,0 0-1 0 0,-1 0 1 0 0,12-11-1 0 0,1 1 0 0 0,0 1 1 0 0,0 0-1 0 0,1 0 1 0 0,0 2-1 0 0,0-1 1 0 0,1 1-1 0 0,16-5 1 0 0,130-40 37 0 0,-140 46-51 0 0,677-143 227 0 0,-666 143-190 0 0,39-8 1350 0 0,-68 14-1224 0 0,3-3 61 0 0,-4 3-230 0 0,0 0 0 0 0,-1 0 0 0 0,1 0 0 0 0,-1 0 1 0 0,1-1-1 0 0,0 1 0 0 0,-1 0 0 0 0,1 0 0 0 0,0-1 0 0 0,-1 1 0 0 0,1 0 1 0 0,-1-1-1 0 0,1 1 0 0 0,-1-1 0 0 0,1 1 0 0 0,-1 0 0 0 0,1-1 0 0 0,-1 1 0 0 0,1-1 1 0 0,-1 1-1 0 0,0-1 0 0 0,1 0 0 0 0,-1 1 0 0 0,0-1 0 0 0,1 1 0 0 0,-1-1 0 0 0,0 0 1 0 0,0 0-1 0 0,0 0-164 0 0,0-1 1 0 0,0 1 0 0 0,-1-1 0 0 0,1 1-1 0 0,0-1 1 0 0,-1 1 0 0 0,0 0-1 0 0,1-1 1 0 0,-1 1 0 0 0,0 0-1 0 0,1-1 1 0 0,-1 1 0 0 0,0 0-1 0 0,-2-2 1 0 0,-2-4-2176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2.6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43 6 4856 0 0,'-22'0'-127'0'0,"3"-3"761"0"0,17 2-485 0 0,8 0-61 0 0,20 0-38 0 0,44 2-35 0 0,-33 2-31 0 0,1 1 0 0 0,-1 2 0 0 0,0 2 0 0 0,0 1 0 0 0,-1 2 0 0 0,55 25 0 0 0,-89-36 21 0 0,-1 1-1 0 0,0-1 1 0 0,0 1-1 0 0,1-1 1 0 0,-1 1-1 0 0,0 0 1 0 0,0 0-1 0 0,0 0 1 0 0,0-1-1 0 0,0 1 1 0 0,0 0-1 0 0,0 0 1 0 0,0 0-1 0 0,0 0 1 0 0,-1 1 0 0 0,1-1-1 0 0,0 0 1 0 0,-1 0-1 0 0,1 0 1 0 0,-1 1-1 0 0,1-1 1 0 0,-1 0-1 0 0,0 1 1 0 0,1-1-1 0 0,-1 0 1 0 0,0 1-1 0 0,0-1 1 0 0,0 0-1 0 0,0 1 1 0 0,0-1-1 0 0,0 0 1 0 0,0 1-1 0 0,-1-1 1 0 0,1 0-1 0 0,0 1 1 0 0,-1-1-1 0 0,1 0 1 0 0,-1 0-1 0 0,1 1 1 0 0,-1-1 0 0 0,0 0-1 0 0,1 0 1 0 0,-1 0-1 0 0,0 0 1 0 0,0 0-1 0 0,0 0 1 0 0,0 0-1 0 0,0 0 1 0 0,-2 1-1 0 0,-6 6 46 0 0,0 0 1 0 0,-1 0-1 0 0,0-1 0 0 0,-13 7 0 0 0,22-13-49 0 0,-119 61 29 0 0,70-39-3361 0 0,48-22 2457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3.5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12 3640 0 0,'-8'-11'1420'0'0,"11"16"-706"0"0,18 17-615 0 0,44 12-87 0 0,1-4-1 0 0,1-2 1 0 0,100 26-1 0 0,-85-29-11 0 0,592 193 127 0 0,-524-172 1862 0 0,-148-45-1697 0 0,1-1-17 0 0,-3 0-274 0 0,1 0 1 0 0,-1 0-1 0 0,0 0 1 0 0,1 0-1 0 0,-1 1 1 0 0,0-1-1 0 0,1 0 1 0 0,-1 0-1 0 0,0 0 1 0 0,1 0-1 0 0,-1 0 1 0 0,0 0 0 0 0,1 0-1 0 0,-1 0 1 0 0,0 0-1 0 0,1-1 1 0 0,-1 1-1 0 0,0 0 1 0 0,1 0-1 0 0,-1 0 1 0 0,0 0-1 0 0,1 0 1 0 0,-1-1-1 0 0,0 1 1 0 0,0 0-1 0 0,1 0 1 0 0,-1 0-1 0 0,0-1 1 0 0,0 1-1 0 0,1 0 1 0 0,-1 0-1 0 0,0-1 1 0 0,1 1-1 0 0,-3-9-392 0 0,-1-12-614 0 0,3 4-2478 0 0,0 5 1565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3.9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58 5112 0 0,'-53'-56'1614'0'0,"51"55"-1333"0"0,52 30-22 0 0,53 22 1 0 0,-101-50-247 0 0,32 16-4 0 0,-1-2 9 0 0,0 2-1 0 0,46 31 1 0 0,-79-48-17 0 0,1 1 1 0 0,-1-1-1 0 0,1 0 0 0 0,-1 0 1 0 0,0 1-1 0 0,1-1 1 0 0,-1 0-1 0 0,0 1 1 0 0,1-1-1 0 0,-1 1 1 0 0,0-1-1 0 0,0 0 1 0 0,1 1-1 0 0,-1-1 0 0 0,0 1 1 0 0,0-1-1 0 0,0 1 1 0 0,1-1-1 0 0,-1 1 1 0 0,0-1-1 0 0,0 0 1 0 0,0 1-1 0 0,0-1 0 0 0,0 1 1 0 0,0-1-1 0 0,0 1 1 0 0,0-1-1 0 0,0 1 1 0 0,0-1-1 0 0,0 1 1 0 0,-1-1-1 0 0,1 1 1 0 0,0-1-1 0 0,0 1 0 0 0,-17 14 34 0 0,-24 4 20 0 0,8-9-157 0 0,-1-1 1 0 0,0-2 0 0 0,-35 3-1 0 0,40-8-1581 0 0,-56-2 0 0 0,55-1-430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4.9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13 5440 0 0,'0'0'-82'0'0,"-7"-9"553"0"0,3 5 63 0 0,4 6 360 0 0,6 9-896 0 0,1-1 1 0 0,0-1-1 0 0,0 1 1 0 0,1-1-1 0 0,0-1 1 0 0,16 14-1 0 0,69 48-3 0 0,-58-45 3 0 0,638 383 72 0 0,-434-275-19 0 0,12-3 51 0 0,-176-94 1047 0 0,-73-35-1002 0 0,-8-25-7049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5.7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135 34 5016 0 0,'-5'-33'1202'0'0,"21"40"-732"0"0,-1 1-1 0 0,0 1 1 0 0,-1 0-1 0 0,16 13 1 0 0,28 18-463 0 0,20 6 8 0 0,-34-21-12 0 0,-1 1 0 0 0,64 53 0 0 0,-106-78-2 0 0,-1-1 0 0 0,0 1 0 0 0,0 0 0 0 0,0-1-1 0 0,0 1 1 0 0,-1 0 0 0 0,1-1 0 0 0,0 1 0 0 0,0 0-1 0 0,0-1 1 0 0,0 1 0 0 0,-1 0 0 0 0,1-1 0 0 0,0 1-1 0 0,0-1 1 0 0,-1 1 0 0 0,1-1 0 0 0,-1 1-1 0 0,1-1 1 0 0,0 1 0 0 0,-1-1 0 0 0,1 1 0 0 0,-1-1-1 0 0,1 1 1 0 0,-1-1 0 0 0,0 0 0 0 0,1 1 0 0 0,-1-1-1 0 0,1 0 1 0 0,-1 1 0 0 0,-1-1 0 0 0,-19 13 24 0 0,-51 14 27 0 0,-2-3 0 0 0,-139 27 0 0 0,121-31-123 0 0,26-12-4193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7.0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351 90 5785 0 0,'-5'-55'-1104'0'0,"2"43"2055"0"0,-5-8 1117 0 0,7 18-2210 0 0,16 26 149 0 0,1 0 1 0 0,1-1-1 0 0,1-1 1 0 0,0 0-1 0 0,2-2 0 0 0,1 0 1 0 0,0-1-1 0 0,2-1 1 0 0,0-1-1 0 0,37 20 0 0 0,-22-5 260 0 0,-37-31-144 0 0,-3 1-67 0 0,-3 2-37 0 0,0-1 0 0 0,0 0 0 0 0,-1 0-1 0 0,1 0 1 0 0,0-1 0 0 0,-1 0 0 0 0,0 0-1 0 0,1 0 1 0 0,-12 1 0 0 0,-65 7 68 0 0,41-7-50 0 0,-108 21 3 0 0,-50 6 8 0 0,152-27-108 0 0,45-3-66 0 0,-1 0-92 0 0,-31-2-3873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4.6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41 4248 0 0,'0'-2'46'0'0,"0"1"0"0"0,0-1 0 0 0,0 1 0 0 0,0-1 0 0 0,0 1 0 0 0,0-1 0 0 0,0 1 0 0 0,-1-1 0 0 0,1 1 0 0 0,0-1 0 0 0,-1 1 0 0 0,1 0-1 0 0,-1-1 1 0 0,0 1 0 0 0,1-1 0 0 0,-1 1 0 0 0,0 0 0 0 0,0 0 0 0 0,0-1 0 0 0,0 1 0 0 0,0 0 0 0 0,0 0 0 0 0,0 0 0 0 0,0 0 0 0 0,-1 0 0 0 0,1 0-1 0 0,0 1 1 0 0,0-1 0 0 0,-1 0 0 0 0,1 1 0 0 0,-1-1 0 0 0,1 0 0 0 0,0 1 0 0 0,-3-1 0 0 0,2 2-35 0 0,-1-1 1 0 0,0 1-1 0 0,0-1 1 0 0,1 1-1 0 0,-1 0 1 0 0,1 0-1 0 0,-1 0 1 0 0,1 1-1 0 0,-1-1 1 0 0,1 0-1 0 0,0 1 1 0 0,0 0-1 0 0,0-1 1 0 0,0 1-1 0 0,0 0 1 0 0,0 0-1 0 0,0 0 1 0 0,0 0-1 0 0,1 1 1 0 0,-1-1-1 0 0,1 0 1 0 0,0 1-1 0 0,-2 2 1 0 0,2-4-20 0 0,1 0 1 0 0,-1 0-1 0 0,0 1 1 0 0,1-1-1 0 0,-1 0 1 0 0,1 0-1 0 0,-1 1 1 0 0,1-1-1 0 0,-1 0 1 0 0,1 0-1 0 0,0 1 0 0 0,0-1 1 0 0,0 0-1 0 0,0 1 1 0 0,0-1-1 0 0,0 0 1 0 0,0 1-1 0 0,0-1 1 0 0,0 0-1 0 0,0 1 1 0 0,1-1-1 0 0,-1 0 1 0 0,1 1-1 0 0,-1-1 1 0 0,1 0-1 0 0,-1 0 0 0 0,1 0 1 0 0,0 1-1 0 0,0-1 1 0 0,-1 0-1 0 0,1 0 1 0 0,0 0-1 0 0,0 0 1 0 0,0 0-1 0 0,0-1 1 0 0,0 1-1 0 0,0 0 1 0 0,1 0-1 0 0,-1-1 0 0 0,0 1 1 0 0,0-1-1 0 0,0 1 1 0 0,1-1-1 0 0,-1 1 1 0 0,0-1-1 0 0,1 0 1 0 0,-1 1-1 0 0,0-1 1 0 0,2 0-1 0 0,4 1-35 0 0,-1 0 1 0 0,1 0-1 0 0,-1-1 0 0 0,1 1 0 0 0,-1-2 0 0 0,0 1 1 0 0,1-1-1 0 0,-1 0 0 0 0,8-2 0 0 0,1-2 135 0 0,-1-1 0 0 0,1-1 0 0 0,-1-1 0 0 0,18-12 0 0 0,-32 20-74 0 0,-1 0-1 0 0,1 0 0 0 0,0 0 1 0 0,0 0-1 0 0,0 0 1 0 0,0 0-1 0 0,-1 0 0 0 0,1 0 1 0 0,0 0-1 0 0,0 0 1 0 0,0 0-1 0 0,0-1 1 0 0,-1 1-1 0 0,1 0 0 0 0,0 0 1 0 0,0 0-1 0 0,0 0 1 0 0,0 0-1 0 0,0 0 0 0 0,0-1 1 0 0,0 1-1 0 0,-1 0 1 0 0,1 0-1 0 0,0 0 0 0 0,0 0 1 0 0,0 0-1 0 0,0-1 1 0 0,0 1-1 0 0,0 0 1 0 0,0 0-1 0 0,0 0 0 0 0,0 0 1 0 0,0-1-1 0 0,0 1 1 0 0,0 0-1 0 0,0 0 0 0 0,0 0 1 0 0,0-1-1 0 0,0 1 1 0 0,0 0-1 0 0,0 0 0 0 0,0 0 1 0 0,0 0-1 0 0,0-1 1 0 0,0 1-1 0 0,1 0 0 0 0,-1 0 1 0 0,0 0-1 0 0,0 0 1 0 0,0 0-1 0 0,0 0 1 0 0,0-1-1 0 0,-8 3-28 0 0,0 0-1 0 0,1 1 1 0 0,-1 0 0 0 0,0 0 0 0 0,1 0 0 0 0,0 1-1 0 0,-1 0 1 0 0,2 1 0 0 0,-1-1 0 0 0,0 1-1 0 0,1 1 1 0 0,-11 11 0 0 0,16-15-43 0 0,8-5-126 0 0,-4 1-93 0 0,25-13 821 0 0,-19 9-3685 0 0,-48 12 1525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5.5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 67 4488 0 0,'0'0'-174'0'0,"5"-44"741"0"0,-5 43-523 0 0,0 1 0 0 0,0-1-1 0 0,0 0 1 0 0,0 1 0 0 0,0-1-1 0 0,0 0 1 0 0,-1 1 0 0 0,1-1-1 0 0,0 0 1 0 0,0 1 0 0 0,-1-1 0 0 0,1 0-1 0 0,0 1 1 0 0,-1-1 0 0 0,1 1-1 0 0,-1-1 1 0 0,1 1 0 0 0,-1-1-1 0 0,1 1 1 0 0,-1-1 0 0 0,1 1 0 0 0,-1-1-1 0 0,1 1 1 0 0,-1 0 0 0 0,1-1-1 0 0,-1 1 1 0 0,0 0 0 0 0,1 0 0 0 0,-1-1-1 0 0,0 1 1 0 0,1 0 0 0 0,-1 0-1 0 0,0 0 1 0 0,0 0 0 0 0,-2 1-36 0 0,0-1 1 0 0,0 2 0 0 0,1-1-1 0 0,-1 0 1 0 0,0 0 0 0 0,1 1-1 0 0,0 0 1 0 0,-1-1 0 0 0,1 1-1 0 0,0 0 1 0 0,-2 2 0 0 0,3-3-19 0 0,0-1 1 0 0,0 1 0 0 0,1-1-1 0 0,-1 1 1 0 0,0 0-1 0 0,1-1 1 0 0,-1 1 0 0 0,0 0-1 0 0,1-1 1 0 0,-1 1 0 0 0,1 0-1 0 0,-1 0 1 0 0,1-1 0 0 0,0 1-1 0 0,-1 0 1 0 0,1 0 0 0 0,0 0-1 0 0,-1 0 1 0 0,1 0 0 0 0,0 0-1 0 0,0 0 1 0 0,0-1 0 0 0,0 1-1 0 0,0 0 1 0 0,0 0-1 0 0,0 0 1 0 0,0 0 0 0 0,0 0-1 0 0,1 0 1 0 0,-1 0 0 0 0,1 1-1 0 0,0-1-6 0 0,0 0 0 0 0,0 0 0 0 0,0 0-1 0 0,0 0 1 0 0,0 0 0 0 0,1 0 0 0 0,-1-1-1 0 0,0 1 1 0 0,1 0 0 0 0,-1-1-1 0 0,0 1 1 0 0,1-1 0 0 0,-1 1 0 0 0,1-1-1 0 0,-1 0 1 0 0,1 0 0 0 0,-1 1 0 0 0,1-1-1 0 0,-1 0 1 0 0,2-1 0 0 0,0 1-55 0 0,2-1 8 0 0,18-5 228 0 0,0-2 0 0 0,-1 0 1 0 0,0-1-1 0 0,35-22 0 0 0,-56 30 344 0 0,-8 4-461 0 0,0-1-41 0 0,1 0 1 0 0,0 0 1 0 0,0 0-1 0 0,0 1 0 0 0,0-1 0 0 0,1 1 0 0 0,-1 1 0 0 0,-9 7 0 0 0,14-11-20 0 0,1 0 0 0 0,0 0-1 0 0,-1 0 1 0 0,1 0 0 0 0,0 0-1 0 0,-1 1 1 0 0,1-1 0 0 0,0 0 0 0 0,-1 0-1 0 0,1 0 1 0 0,0 0 0 0 0,-1 1-1 0 0,1-1 1 0 0,0 0 0 0 0,0 0-1 0 0,-1 0 1 0 0,1 1 0 0 0,0-1 0 0 0,0 0-1 0 0,-1 1 1 0 0,1-1 0 0 0,0 0-1 0 0,0 0 1 0 0,0 1 0 0 0,0-1-1 0 0,0 0 1 0 0,-1 1 0 0 0,1-1-1 0 0,0 0 1 0 0,0 1 0 0 0,0-1 0 0 0,0 0-1 0 0,0 1 1 0 0,0-1 0 0 0,0 1-1 0 0,0-1 1 0 0,0 0 0 0 0,0 1-1 0 0,1 0 1 0 0,15-3-96 0 0,28-17 236 0 0,-43 18-68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6.2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96 35 4560 0 0,'0'0'-24'0'0,"-29"-33"977"0"0,28 32-840 0 0,-23 0 118 0 0,20 1-228 0 0,2 0-2 0 0,1 0-1 0 0,-1 1 0 0 0,1-1 0 0 0,-1 0 0 0 0,1 0 0 0 0,-1 1 0 0 0,1-1 0 0 0,-1 1 0 0 0,1-1 0 0 0,0 1 0 0 0,-1 0 0 0 0,1-1 0 0 0,0 1 0 0 0,0 0 0 0 0,-1 0 0 0 0,1 0 0 0 0,0 0 1 0 0,0 0-1 0 0,0 0 0 0 0,0 0 0 0 0,0 1 0 0 0,0-1 0 0 0,-1 2 0 0 0,0-1 1 0 0,-1 2 2 0 0,13 7-4 0 0,-3-9-15 0 0,12 0 1 0 0,-2-4 8 0 0,10 0 207 0 0,-21 4 289 0 0,-31 11 521 0 0,-5 2-1215 0 0,28-13 72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2.4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27 6165 0 0,'0'0'-331'0'0,"-30"-23"-813"0"0,28 21 1141 0 0,-1 0 4 0 0,-27 8-29 0 0,25-5 24 0 0,0 1-1 0 0,0-1 0 0 0,-1 1 0 0 0,1 1 0 0 0,0-1 1 0 0,0 1-1 0 0,1 0 0 0 0,-1 0 0 0 0,-6 6 1 0 0,-8 4-10 0 0,18-13 16 0 0,0 1-1 0 0,0-1 0 0 0,0 1 1 0 0,1-1-1 0 0,-1 1 1 0 0,0-1-1 0 0,1 1 0 0 0,-1-1 1 0 0,0 1-1 0 0,1-1 1 0 0,-1 1-1 0 0,1 0 0 0 0,-1-1 1 0 0,1 1-1 0 0,-1 0 1 0 0,1 0-1 0 0,-1-1 1 0 0,1 1-1 0 0,0 0 0 0 0,0 0 1 0 0,-1 0-1 0 0,1-1 1 0 0,0 1-1 0 0,0 0 0 0 0,0 0 1 0 0,0 0-1 0 0,0 0 1 0 0,0 0-1 0 0,0-1 1 0 0,0 1-1 0 0,0 0 0 0 0,0 0 1 0 0,0 0-1 0 0,1 0 1 0 0,-1-1-1 0 0,0 1 0 0 0,0 0 1 0 0,1 0-1 0 0,-1 0 1 0 0,1-1-1 0 0,-1 1 1 0 0,1 0-1 0 0,-1-1 0 0 0,1 1 1 0 0,-1 0-1 0 0,1-1 1 0 0,0 1-1 0 0,-1-1 0 0 0,1 1 1 0 0,0-1-1 0 0,0 1 1 0 0,-1-1-1 0 0,1 1 1 0 0,0-1-1 0 0,0 0 0 0 0,-1 1 1 0 0,1-1-1 0 0,0 0 1 0 0,0 0-1 0 0,0 0 0 0 0,0 0 1 0 0,0 0-1 0 0,-1 0 1 0 0,2 0-1 0 0,1 0-6 0 0,32-16 43 0 0,0-6 683 0 0,-34 21-528 0 0,5-1 898 0 0,-11 4-1084 0 0,1 0-3 0 0,1 0-1 0 0,-1 0 1 0 0,0 1-1 0 0,0-1 1 0 0,1 1-1 0 0,-1 0 0 0 0,-3 3 1 0 0,6-4-17 0 0,-6 7-73 0 0,3-4 108 0 0,6-5 284 0 0,3-4-231 0 0,-4 4-41 0 0,0-1 0 0 0,1 0 0 0 0,-1 1 0 0 0,0-1 0 0 0,0 0 1 0 0,0 0-1 0 0,0 0 0 0 0,0 0 0 0 0,0 0 0 0 0,0 0 0 0 0,0 0 0 0 0,-1 0 0 0 0,1-1 0 0 0,0 1 1 0 0,0 0-1 0 0,-1 0 0 0 0,1-1 0 0 0,0-1 0 0 0,-1 1 119 0 0,-15-4-327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3.5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60 54 5288 0 0,'0'0'-183'0'0,"-39"-18"725"0"0,37 17-349 0 0,5-2-190 0 0,0 1-1 0 0,0 0 1 0 0,0 0 0 0 0,0 1-1 0 0,0-1 1 0 0,0 0 0 0 0,0 1-1 0 0,0 0 1 0 0,1 0 0 0 0,-1 0-1 0 0,5-1 1 0 0,-6 2-10 0 0,45-13-54 0 0,-37 12 53 0 0,0 1-1 0 0,0 0 1 0 0,0 0 0 0 0,0 1-1 0 0,0 1 1 0 0,0-1 0 0 0,0 1-1 0 0,-1 1 1 0 0,1 0 0 0 0,-1 1-1 0 0,1-1 1 0 0,-1 2 0 0 0,0-1 0 0 0,10 8-1 0 0,-18-11 9 0 0,0-1 1 0 0,0 1-1 0 0,0-1 0 0 0,0 1 1 0 0,0 0-1 0 0,0-1 0 0 0,0 1 0 0 0,0 0 1 0 0,0 0-1 0 0,0 0 0 0 0,-1 0 0 0 0,1 0 1 0 0,0 0-1 0 0,-1 0 0 0 0,1 0 0 0 0,0 0 1 0 0,-1 0-1 0 0,1 0 0 0 0,-1 0 0 0 0,0 0 1 0 0,1 0-1 0 0,-1 1 0 0 0,0-1 1 0 0,0 0-1 0 0,0 0 0 0 0,0 0 0 0 0,0 1 1 0 0,0-1-1 0 0,0 0 0 0 0,0 0 0 0 0,0 0 1 0 0,0 1-1 0 0,-1-1 0 0 0,1 0 0 0 0,-1 0 1 0 0,1 0-1 0 0,0 0 0 0 0,-1 0 1 0 0,0 0-1 0 0,1 0 0 0 0,-1 0 0 0 0,0 0 1 0 0,0 0-1 0 0,1 0 0 0 0,-1 0 0 0 0,0 0 1 0 0,0-1-1 0 0,0 1 0 0 0,0 0 0 0 0,-2 0 1 0 0,-5 6 5 0 0,0-1 1 0 0,0 0-1 0 0,-1-1 1 0 0,-10 5-1 0 0,-123 44 457 0 0,140-53-415 0 0,0 0-1 0 0,2-1-44 0 0,-1 0-1 0 0,1 0 0 0 0,0 0 1 0 0,0 0-1 0 0,0 0 1 0 0,-1 0-1 0 0,1 0 0 0 0,0 0 1 0 0,0 0-1 0 0,-1 0 0 0 0,1 0 1 0 0,0 0-1 0 0,0 0 0 0 0,0 0 1 0 0,-1 0-1 0 0,1 0 1 0 0,0 0-1 0 0,0 1 0 0 0,-1-1 1 0 0,1 0-1 0 0,0 0 0 0 0,0 0 1 0 0,0 0-1 0 0,0 0 0 0 0,-1 0 1 0 0,1 1-1 0 0,0-1 1 0 0,0 0-1 0 0,0 0 0 0 0,0 0 1 0 0,0 0-1 0 0,-1 1 0 0 0,1-1 1 0 0,0 0-1 0 0,0 0 1 0 0,0 0-1 0 0,0 1 0 0 0,0-1 1 0 0,0 0-1 0 0,0 0 0 0 0,0 1 1 0 0,0-1-1 0 0,0 0 0 0 0,0 0 1 0 0,0 0-1 0 0,0 1 1 0 0,73 23 51 0 0,24 9-60 0 0,-81-26-3 0 0,42 22-51 0 0,-54-27 55 0 0,-1 1-1 0 0,0-1 1 0 0,1 1-1 0 0,-1-1 1 0 0,0 1 0 0 0,-1 0-1 0 0,1 0 1 0 0,0 1-1 0 0,-1-1 1 0 0,0 0 0 0 0,0 1-1 0 0,3 6 1 0 0,-5-9 5 0 0,0 0 0 0 0,0 0 0 0 0,0 0 0 0 0,-1 0 0 0 0,1 0 0 0 0,0 0 0 0 0,-1 0 0 0 0,1 0 0 0 0,0 0 0 0 0,-1 0 0 0 0,1-1 0 0 0,-1 1 0 0 0,0 0 0 0 0,1 0 0 0 0,-1 0 0 0 0,0-1 0 0 0,1 1 0 0 0,-1 0 0 0 0,0-1 0 0 0,0 1 0 0 0,0 0 0 0 0,0-1 0 0 0,1 1 0 0 0,-1-1 0 0 0,0 0 0 0 0,0 1 0 0 0,0-1 0 0 0,-2 1 0 0 0,-27 10 31 0 0,-8-1 124 0 0,0-2 0 0 0,0-2 1 0 0,-55 3-1 0 0,4-7-2442 0 0,96-4 804 0 0,25-9 153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4.8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201 49 4456 0 0,'-19'-28'460'0'0,"-21"10"122"0"0,38 17-533 0 0,-3 0-25 0 0,0 1 0 0 0,1 0 0 0 0,-1-1 1 0 0,0 2-1 0 0,0-1 0 0 0,-9 2 0 0 0,6 3-22 0 0,-1 0 1 0 0,1 0-1 0 0,0 1 0 0 0,1 0 1 0 0,-1 0-1 0 0,-12 15 1 0 0,17-18-4 0 0,1-1 1 0 0,-1 1 0 0 0,1 0 0 0 0,0 0-1 0 0,0 0 1 0 0,0 0 0 0 0,0 0 0 0 0,0 1-1 0 0,1-1 1 0 0,-1 0 0 0 0,1 1 0 0 0,0-1-1 0 0,0 1 1 0 0,0 0 0 0 0,1-1 0 0 0,-1 1-1 0 0,1 0 1 0 0,0-1 0 0 0,0 1 0 0 0,0 0-1 0 0,2 6 1 0 0,-2-8 5 0 0,1 0 0 0 0,0 0 0 0 0,0 0 0 0 0,0 0 0 0 0,0 0-1 0 0,0 0 1 0 0,1-1 0 0 0,-1 1 0 0 0,0 0 0 0 0,1-1 0 0 0,0 1 0 0 0,-1 0 0 0 0,4 1 0 0 0,-2-1-1 0 0,0-1 0 0 0,0 0 0 0 0,1 0 0 0 0,-1 0 0 0 0,0-1 0 0 0,0 1 0 0 0,1-1 0 0 0,-1 1 0 0 0,0-1 0 0 0,1 0 0 0 0,-1 0 0 0 0,0-1 0 0 0,1 1 0 0 0,-1-1 0 0 0,0 0 0 0 0,5-1 1 0 0,1-1 29 0 0,0 0 0 0 0,-1 0 1 0 0,1-1-1 0 0,-1-1 0 0 0,1 0 1 0 0,-1 0-1 0 0,-1 0 1 0 0,1-1-1 0 0,-1 0 0 0 0,0 0 1 0 0,0-1-1 0 0,-1 0 1 0 0,0 0-1 0 0,0-1 0 0 0,0 1 1 0 0,-1-1-1 0 0,-1-1 0 0 0,1 1 1 0 0,-1-1-1 0 0,5-16 1 0 0,-8 23 9 0 0,-1 2-42 0 0,-1-1 1 0 0,1 1 0 0 0,0-1-1 0 0,0 1 1 0 0,-1-1 0 0 0,1 1 0 0 0,0-1-1 0 0,-1 1 1 0 0,1-1 0 0 0,-1 1-1 0 0,1 0 1 0 0,0-1 0 0 0,-1 1-1 0 0,1 0 1 0 0,-1-1 0 0 0,1 1 0 0 0,-1 0-1 0 0,1-1 1 0 0,-1 1 0 0 0,1 0-1 0 0,-1 0 1 0 0,0 0 0 0 0,1-1 0 0 0,-1 1-1 0 0,1 0 1 0 0,-1 0 0 0 0,1 0-1 0 0,-1 0 1 0 0,0 0 0 0 0,1 0-1 0 0,-1 0 1 0 0,1 0 0 0 0,-1 0 0 0 0,1 1-1 0 0,-1-1 1 0 0,0 0 0 0 0,-29 8 49 0 0,10 0-39 0 0,0 0 0 0 0,1 2 0 0 0,1 1 1 0 0,-1 0-1 0 0,-25 22 0 0 0,38-27-18 0 0,3 2 3 0 0,2-6-10 0 0,6 2-10 0 0,-5-4 20 0 0,0 0 0 0 0,0 1 0 0 0,0-1 1 0 0,0 0-1 0 0,1 1 0 0 0,-1-1 0 0 0,0 0 0 0 0,0 1 0 0 0,0-1 1 0 0,1 0-1 0 0,-1 0 0 0 0,0 1 0 0 0,0-1 0 0 0,1 0 0 0 0,-1 0 0 0 0,0 0 1 0 0,0 1-1 0 0,1-1 0 0 0,-1 0 0 0 0,0 0 0 0 0,1 0 0 0 0,-1 0 1 0 0,0 0-1 0 0,1 1 0 0 0,-1-1 0 0 0,0 0 0 0 0,1 0 0 0 0,-1 0 1 0 0,0 0-1 0 0,1 0 0 0 0,-1 0 0 0 0,0 0 0 0 0,1 0 0 0 0,-1 0 0 0 0,0 0 1 0 0,1-1-1 0 0,-1 1 0 0 0,0 0 0 0 0,1 0 0 0 0,18-6 1 0 0,0 0 1 0 0,-1-1-1 0 0,0-1 0 0 0,-1-1 0 0 0,0-1 0 0 0,30-21 0 0 0,-45 30 175 0 0,-10 2-159 0 0,-18 8-8 0 0,1 1 1 0 0,0 2-1 0 0,0 0 0 0 0,-34 24 1 0 0,55-34 129 0 0,10-6-113 0 0,23-9-1 0 0,-26 12-17 0 0,3-2 151 0 0,-3 2-433 0 0,-27 12-3128 0 0,19-8 1626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6.1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242 29 4924 0 0,'0'0'-192'0'0,"-28"-25"-563"0"0,21 23 764 0 0,0 2 1 0 0,0-1-1 0 0,1 1 0 0 0,-1 0 1 0 0,0 0-1 0 0,0 0 1 0 0,0 1-1 0 0,1 0 0 0 0,-1 1 1 0 0,0 0-1 0 0,1 0 0 0 0,-1 0 1 0 0,1 0-1 0 0,0 1 1 0 0,0 0-1 0 0,-10 7 0 0 0,6-3 2 0 0,0 0 1 0 0,1 0-1 0 0,1 1 0 0 0,-1 0 0 0 0,1 0 0 0 0,0 1 1 0 0,1 0-1 0 0,-12 20 0 0 0,18-27-7 0 0,1-1 1 0 0,-1 0-1 0 0,1 0 1 0 0,-1 0-1 0 0,1 0 0 0 0,0 1 1 0 0,-1-1-1 0 0,1 0 0 0 0,0 0 1 0 0,0 1-1 0 0,0-1 0 0 0,0 0 1 0 0,0 1-1 0 0,0-1 1 0 0,1 0-1 0 0,-1 0 0 0 0,0 1 1 0 0,0-1-1 0 0,1 0 0 0 0,-1 0 1 0 0,1 0-1 0 0,-1 0 0 0 0,1 1 1 0 0,0-1-1 0 0,-1 0 1 0 0,1 0-1 0 0,0 0 0 0 0,0 0 1 0 0,0 0-1 0 0,0-1 0 0 0,0 1 1 0 0,0 0-1 0 0,0 0 0 0 0,0 0 1 0 0,2 0-1 0 0,-1 1-1 0 0,1-1 1 0 0,0 1-1 0 0,-1-1 0 0 0,1 0 0 0 0,0 0 0 0 0,0 0 1 0 0,0-1-1 0 0,0 1 0 0 0,0-1 0 0 0,0 1 1 0 0,0-1-1 0 0,-1 0 0 0 0,1 0 0 0 0,0 0 1 0 0,6-2-1 0 0,4-1 67 0 0,-1 0-1 0 0,1-1 1 0 0,-1-1 0 0 0,1 0 0 0 0,-2-1-1 0 0,1 0 1 0 0,0-1 0 0 0,-1 0 0 0 0,-1-1 0 0 0,1 0-1 0 0,15-16 1 0 0,-26 24-56 0 0,-1 0-1 0 0,1 0 1 0 0,0 0-1 0 0,0 0 1 0 0,-1 0-1 0 0,1 0 0 0 0,0 0 1 0 0,0 0-1 0 0,-1 0 1 0 0,1 0-1 0 0,0 0 1 0 0,0 0-1 0 0,0 0 1 0 0,-1 0-1 0 0,1 0 1 0 0,0 0-1 0 0,0 0 1 0 0,-1-1-1 0 0,1 1 1 0 0,0 0-1 0 0,0 0 1 0 0,0 0-1 0 0,0 0 0 0 0,-1 0 1 0 0,1-1-1 0 0,0 1 1 0 0,0 0-1 0 0,0 0 1 0 0,0 0-1 0 0,0-1 1 0 0,0 1-1 0 0,-1 0 1 0 0,1 0-1 0 0,0-1 1 0 0,0 1-1 0 0,0 0 1 0 0,0 0-1 0 0,0 0 1 0 0,0-1-1 0 0,0 1 1 0 0,0 0-1 0 0,0 0 0 0 0,0-1 1 0 0,0 1-1 0 0,0 0 1 0 0,0 0-1 0 0,0-1 1 0 0,0 1-1 0 0,0 0 1 0 0,1 0-1 0 0,-1 0 1 0 0,0-1-1 0 0,0 1 1 0 0,0 0-1 0 0,0 0 1 0 0,0 0-1 0 0,1-1 1 0 0,-13 4 3 0 0,1 1 1 0 0,-1 0-1 0 0,1 1 1 0 0,0 0-1 0 0,0 1 1 0 0,1 0 0 0 0,0 1-1 0 0,0 0 1 0 0,0 0-1 0 0,1 1 1 0 0,0 1-1 0 0,1-1 1 0 0,-11 15 0 0 0,18-23-19 0 0,1 1 0 0 0,-1 0 0 0 0,1 0 0 0 0,-1-1 0 0 0,1 1 1 0 0,-1 0-1 0 0,1 0 0 0 0,-1 0 0 0 0,1-1 0 0 0,0 1 1 0 0,0 0-1 0 0,-1 0 0 0 0,1 0 0 0 0,0 0 0 0 0,0 0 0 0 0,0 0 1 0 0,0 0-1 0 0,0 0 0 0 0,0-1 0 0 0,0 1 0 0 0,0 0 0 0 0,0 0 1 0 0,1 0-1 0 0,-1 1 0 0 0,1-2 3 0 0,-1 0 0 0 0,0 1-1 0 0,1-1 1 0 0,-1 0 0 0 0,1 0 0 0 0,-1 1 0 0 0,1-1 0 0 0,-1 0-1 0 0,1 0 1 0 0,-1 0 0 0 0,1 0 0 0 0,-1 0 0 0 0,1 0 0 0 0,-1 0-1 0 0,1 0 1 0 0,-1 0 0 0 0,1 0 0 0 0,-1 0 0 0 0,0 0-1 0 0,1 0 1 0 0,-1 0 0 0 0,1 0 0 0 0,-1 0 0 0 0,1-1 0 0 0,-1 1-1 0 0,1 0 1 0 0,-1 0 0 0 0,1-1 0 0 0,-1 1 0 0 0,1-1 0 0 0,14-9 172 0 0,-1-1 0 0 0,-1 0 0 0 0,0-1 0 0 0,14-16 0 0 0,-26 27 64 0 0,-8 3-207 0 0,-8 7-69 0 0,-1-1 0 0 0,-27 22 1 0 0,-6 11-3830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7.1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132 112 4696 0 0,'17'-47'216'0'0,"-17"43"-259"0"0,1 3 94 0 0,-1 1-1 0 0,1-1 1 0 0,-1 0 0 0 0,1 0-1 0 0,-1 0 1 0 0,0 0 0 0 0,0 0 0 0 0,1 0-1 0 0,-1 0 1 0 0,0 1 0 0 0,0-1-1 0 0,0 0 1 0 0,0 0 0 0 0,0 0 0 0 0,0 0-1 0 0,0 0 1 0 0,-1 0 0 0 0,1 0-1 0 0,0 0 1 0 0,0 0 0 0 0,-1 0 0 0 0,1 1-1 0 0,0-1 1 0 0,-1 0 0 0 0,1 0-1 0 0,-1 0 1 0 0,1 1 0 0 0,-1-1 0 0 0,0 0-1 0 0,1 0 1 0 0,-1 1 0 0 0,0-1-1 0 0,1 1 1 0 0,-1-1 0 0 0,-1 0 0 0 0,0 0 96 0 0,-4 3-90 0 0,-5 4-35 0 0,-1 0-1 0 0,1 1 1 0 0,0 0-1 0 0,0 1 1 0 0,1 1-1 0 0,0-1 0 0 0,0 1 1 0 0,1 1-1 0 0,1 0 1 0 0,-1 0-1 0 0,-7 13 1 0 0,16-23-26 0 0,-1 1 0 0 0,1 0 1 0 0,-1-1-1 0 0,1 1 0 0 0,-1 0 0 0 0,1-1 1 0 0,0 1-1 0 0,-1 0 0 0 0,1-1 1 0 0,0 1-1 0 0,0 0 0 0 0,-1 0 0 0 0,1-1 1 0 0,0 1-1 0 0,0 0 0 0 0,0 0 1 0 0,0 0-1 0 0,0-1 0 0 0,0 1 0 0 0,0 0 1 0 0,0 0-1 0 0,0 0 0 0 0,0-1 1 0 0,0 1-1 0 0,1 0 0 0 0,-1 0 0 0 0,0-1 1 0 0,1 1-1 0 0,-1 0 0 0 0,0-1 0 0 0,1 1 1 0 0,-1 0-1 0 0,1-1 0 0 0,-1 1 1 0 0,1 0-1 0 0,-1-1 0 0 0,1 1 0 0 0,0-1 1 0 0,-1 1-1 0 0,1-1 0 0 0,0 1 1 0 0,-1-1-1 0 0,1 0 0 0 0,1 1 0 0 0,1 1-17 0 0,0-1 0 0 0,0 0 0 0 0,1 0 0 0 0,-1 0 0 0 0,0 0 0 0 0,1-1 0 0 0,-1 1 0 0 0,1-1 0 0 0,-1 0 0 0 0,5 0 0 0 0,6-2-16 0 0,0-1-1 0 0,-1-1 1 0 0,0 1-1 0 0,0-2 1 0 0,0 0-1 0 0,0-1 1 0 0,-1 0 0 0 0,15-10-1 0 0,-10 5 86 0 0,0-1-1 0 0,0-1 1 0 0,-1 0-1 0 0,-1-1 0 0 0,16-19 1 0 0,-30 33-29 0 0,0-1 0 0 0,0 0 0 0 0,0 0 0 0 0,0 0 0 0 0,0 0 0 0 0,-1 0 0 0 0,1 0 0 0 0,0 0 0 0 0,0-1 0 0 0,-1 1 1 0 0,1 0-1 0 0,-1 0 0 0 0,1 0 0 0 0,-1-1 0 0 0,0 1 0 0 0,1 0 0 0 0,-1-1 0 0 0,0 1 0 0 0,0 0 0 0 0,0-1 0 0 0,0 1 0 0 0,0-3 0 0 0,-1 4-12 0 0,0-1-1 0 0,0 0 0 0 0,1 0 1 0 0,-1 1-1 0 0,0-1 1 0 0,0 1-1 0 0,0-1 0 0 0,0 1 1 0 0,0-1-1 0 0,0 1 1 0 0,0 0-1 0 0,0-1 1 0 0,0 1-1 0 0,0 0 0 0 0,0 0 1 0 0,0 0-1 0 0,0 0 1 0 0,0 0-1 0 0,-1 0 0 0 0,1 0 1 0 0,-1 0-1 0 0,-9 1 3 0 0,1 1 0 0 0,0 0 1 0 0,-1 1-1 0 0,-16 6 0 0 0,10-2-22 0 0,0 2 0 0 0,0 0 0 0 0,1 0 0 0 0,0 2 0 0 0,-23 19 0 0 0,39-29 10 0 0,-1-1 1 0 0,1 0-1 0 0,0 1 0 0 0,0-1 1 0 0,-1 0-1 0 0,1 1 1 0 0,0-1-1 0 0,0 0 0 0 0,0 1 1 0 0,0-1-1 0 0,0 0 1 0 0,-1 1-1 0 0,1-1 1 0 0,0 1-1 0 0,0-1 0 0 0,0 0 1 0 0,0 1-1 0 0,0-1 1 0 0,0 0-1 0 0,0 1 0 0 0,0-1 1 0 0,0 1-1 0 0,1-1 1 0 0,-1 0-1 0 0,0 1 1 0 0,0-1-1 0 0,0 0 0 0 0,0 1 1 0 0,0-1-1 0 0,1 0 1 0 0,-1 1-1 0 0,0-1 1 0 0,0 0-1 0 0,0 1 0 0 0,1-1 1 0 0,-1 0-1 0 0,0 0 1 0 0,1 1-1 0 0,-1-1 0 0 0,0 0 1 0 0,1 0-1 0 0,-1 1 1 0 0,0-1-1 0 0,1 0 1 0 0,-1 0-1 0 0,0 0 0 0 0,1 0 1 0 0,0 1-3 0 0,1 0 0 0 0,-1 0 0 0 0,1-1 0 0 0,-1 1-1 0 0,1-1 1 0 0,-1 0 0 0 0,1 1 0 0 0,-1-1 0 0 0,1 0 0 0 0,-1 0 0 0 0,1 0 0 0 0,-1 0 0 0 0,1 0 0 0 0,2 0 0 0 0,4-2 35 0 0,0 0 1 0 0,1-1-1 0 0,-1 0 1 0 0,0 0-1 0 0,0-1 1 0 0,-1 0 0 0 0,1 0-1 0 0,-1 0 1 0 0,0-1-1 0 0,0-1 1 0 0,0 1-1 0 0,7-9 1 0 0,-14 14-26 0 0,0 0 1 0 0,0 0-1 0 0,0-1 0 0 0,1 1 0 0 0,-1 0 1 0 0,0 0-1 0 0,0-1 0 0 0,0 1 0 0 0,0 0 1 0 0,0-1-1 0 0,0 1 0 0 0,0 0 0 0 0,0 0 1 0 0,0-1-1 0 0,0 1 0 0 0,0 0 0 0 0,0-1 1 0 0,0 1-1 0 0,0 0 0 0 0,0-1 0 0 0,0 1 1 0 0,0 0-1 0 0,0 0 0 0 0,0-1 0 0 0,0 1 1 0 0,-1 0-1 0 0,1 0 0 0 0,0-1 0 0 0,0 1 1 0 0,0 0-1 0 0,0 0 0 0 0,-1-1 0 0 0,1 1 1 0 0,0 0-1 0 0,0 0 0 0 0,0 0 0 0 0,-1-1 1 0 0,1 1-1 0 0,0 0 0 0 0,-1 0 0 0 0,-16-6 64 0 0,-14 3-32 0 0,8 5-220 0 0,1 0 0 0 0,1 2 0 0 0,-1 0 0 0 0,-23 8 0 0 0,44-11-307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8.1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159 76 5064 0 0,'0'-1'-9'0'0,"0"-1"0"0"0,0 1 0 0 0,1-1 0 0 0,-1 1-1 0 0,0 0 1 0 0,0-1 0 0 0,0 1 0 0 0,-1-1 0 0 0,1 1 0 0 0,0-1-1 0 0,0 1 1 0 0,-1-1 0 0 0,1 1 0 0 0,-1-1 0 0 0,0 1-1 0 0,1 0 1 0 0,-1 0 0 0 0,0-1 0 0 0,1 1 0 0 0,-1 0-1 0 0,0 0 1 0 0,0 0 0 0 0,0-1 0 0 0,0 1 0 0 0,-1 0-1 0 0,1 1 1 0 0,0-1 0 0 0,0 0 0 0 0,0 0 0 0 0,-1 0-1 0 0,1 1 1 0 0,0-1 0 0 0,-1 1 0 0 0,1-1 0 0 0,-1 1-1 0 0,1-1 1 0 0,-1 1 0 0 0,1 0 0 0 0,0 0 0 0 0,-1 0-1 0 0,1 0 1 0 0,-4 0 0 0 0,1 0 26 0 0,0 2-3 0 0,-4 0-9 0 0,0 2-1 0 0,0-1 1 0 0,0 1-1 0 0,0 0 0 0 0,1 1 1 0 0,-13 9-1 0 0,16-10-2 0 0,-1-1 1 0 0,1 1-1 0 0,1-1 1 0 0,-1 1-1 0 0,0 1 1 0 0,1-1-1 0 0,0 0 0 0 0,0 1 1 0 0,0 0-1 0 0,1 0 1 0 0,-1-1-1 0 0,-2 10 0 0 0,5-13 1 0 0,0 0 0 0 0,0 0-1 0 0,0 0 1 0 0,0-1 0 0 0,1 1-1 0 0,-1 0 1 0 0,0 0 0 0 0,1 0-1 0 0,-1 0 1 0 0,0 0 0 0 0,1-1-1 0 0,-1 1 1 0 0,1 0 0 0 0,-1 0-1 0 0,1-1 1 0 0,-1 1-1 0 0,1 0 1 0 0,0-1 0 0 0,-1 1-1 0 0,1-1 1 0 0,0 1 0 0 0,-1-1-1 0 0,1 1 1 0 0,0-1 0 0 0,0 1-1 0 0,0-1 1 0 0,-1 0 0 0 0,1 1-1 0 0,0-1 1 0 0,0 0 0 0 0,0 0-1 0 0,0 1 1 0 0,0-1 0 0 0,0 0-1 0 0,-1 0 1 0 0,3 0-1 0 0,37 0 47 0 0,-25-4 12 0 0,0 0-1 0 0,0-1 1 0 0,0-1-1 0 0,0 0 0 0 0,-1-1 1 0 0,0-1-1 0 0,0 0 1 0 0,-1-1-1 0 0,0 0 1 0 0,-1-1-1 0 0,0 0 1 0 0,20-23-1 0 0,-32 33-50 0 0,1-1 0 0 0,-1 1 0 0 0,0 0 0 0 0,0-1 0 0 0,1 1 0 0 0,-1-1 0 0 0,0 1-1 0 0,0-1 1 0 0,0 1 0 0 0,0 0 0 0 0,0-1 0 0 0,1 1 0 0 0,-1-1 0 0 0,0 1 0 0 0,0-1 0 0 0,0 1 0 0 0,0-1-1 0 0,0 1 1 0 0,0-1 0 0 0,0 1 0 0 0,-1-1 0 0 0,1 1 0 0 0,0 0 0 0 0,0-1 0 0 0,0 1 0 0 0,0-1 0 0 0,-1 1 0 0 0,1-1-1 0 0,0 1 1 0 0,0 0 0 0 0,-1-1 0 0 0,1 1 0 0 0,0 0 0 0 0,-1-1 0 0 0,1 1 0 0 0,0 0 0 0 0,-1-1 0 0 0,1 1-1 0 0,0 0 1 0 0,-1 0 0 0 0,1-1 0 0 0,-1 1 0 0 0,1 0 0 0 0,0 0 0 0 0,-1 0 0 0 0,0-1 0 0 0,-1 1 7 0 0,0-1 1 0 0,1 0-1 0 0,-1 1 1 0 0,0 0-1 0 0,0-1 1 0 0,0 1-1 0 0,0 0 1 0 0,0 0-1 0 0,0 0 0 0 0,0 0 1 0 0,0 0-1 0 0,-3 1 1 0 0,-10 4-13 0 0,0 0 0 0 0,0 0 0 0 0,0 1 0 0 0,0 1 0 0 0,1 1 1 0 0,0 0-1 0 0,1 1 0 0 0,-16 12 0 0 0,28-19-46 0 0,2-2-66 0 0,0 1 94 0 0,-1 0 0 0 0,1 0 0 0 0,0 0 0 0 0,0-1-1 0 0,0 1 1 0 0,1-1 0 0 0,-1 1 0 0 0,0-1 0 0 0,0 1 0 0 0,0-1 0 0 0,0 0 0 0 0,0 1 0 0 0,1-1-1 0 0,-1 0 1 0 0,0 0 0 0 0,0 0 0 0 0,2 0 0 0 0,16-4-47 0 0,0-2 0 0 0,34-14 0 0 0,-45 16 170 0 0,1 0-1 0 0,-1 0 1 0 0,0-1 0 0 0,-1 0 0 0 0,1 0 0 0 0,-1-1-1 0 0,0 0 1 0 0,12-14 0 0 0,-19 20-99 0 0,0 0 0 0 0,0 0 0 0 0,0-1 0 0 0,1 1-1 0 0,-1 0 1 0 0,0-1 0 0 0,0 1 0 0 0,0 0 0 0 0,0-1 0 0 0,0 1 0 0 0,0 0 0 0 0,0-1 0 0 0,0 1-1 0 0,0 0 1 0 0,0-1 0 0 0,0 1 0 0 0,0 0 0 0 0,0-1 0 0 0,0 1 0 0 0,0 0 0 0 0,0-1 0 0 0,0 1 0 0 0,0 0-1 0 0,0-1 1 0 0,0 1 0 0 0,0 0 0 0 0,-1 0 0 0 0,1-1 0 0 0,0 1 0 0 0,0 0 0 0 0,0-1 0 0 0,-1 1 0 0 0,1 0-1 0 0,0 0 1 0 0,0 0 0 0 0,0-1 0 0 0,-1 1 0 0 0,1 0 0 0 0,0 0 0 0 0,-1 0 0 0 0,1-1 0 0 0,0 1-1 0 0,-1 0 1 0 0,1 0 0 0 0,0 0 0 0 0,-1 0 0 0 0,1 0 0 0 0,0 0 0 0 0,0 0 0 0 0,-1 0 0 0 0,1 0 0 0 0,-1 0-1 0 0,1 0 1 0 0,0 0 0 0 0,-1 0 0 0 0,1 0 0 0 0,-16-1-15 0 0,2 2-221 0 0,-1 0-1 0 0,1 1 1 0 0,0 1-1 0 0,0 0 0 0 0,0 0 1 0 0,1 2-1 0 0,-1 0 1 0 0,-16 9-1 0 0,11-6-1570 0 0,4-1 3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7.9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83 15 4488 0 0,'0'0'-206'0'0,"0"-1"-162"0"0,0 0 403 0 0,0 0-1 0 0,0 1 1 0 0,-1-1 0 0 0,1 0 0 0 0,0 1-1 0 0,-1-1 1 0 0,1 0 0 0 0,0 1 0 0 0,-1-1-1 0 0,1 0 1 0 0,-1 1 0 0 0,1-1 0 0 0,-1 1-1 0 0,1-1 1 0 0,-1 1 0 0 0,1-1 0 0 0,-1 1-1 0 0,1 0 1 0 0,-1-1 0 0 0,0 1 0 0 0,1 0-1 0 0,-1-1 1 0 0,0 1 0 0 0,1 0 0 0 0,-1 0-1 0 0,0 0 1 0 0,1-1 0 0 0,-1 1 0 0 0,0 0-1 0 0,-1 0 1 0 0,-1 1-35 0 0,-1 1 11 0 0,0-1 0 0 0,-1 1 0 0 0,1 0 0 0 0,0 0 1 0 0,0 1-1 0 0,0-1 0 0 0,0 1 0 0 0,0 0 0 0 0,0 0 0 0 0,1 0 0 0 0,-1 0 0 0 0,1 1 1 0 0,0-1-1 0 0,-5 8 0 0 0,8-9-5 0 0,2 11 5 0 0,-1-11-11 0 0,16 4-10 0 0,-14-5 8 0 0,0-1-1 0 0,1 0 1 0 0,-1 1-1 0 0,0-2 0 0 0,0 1 1 0 0,0 0-1 0 0,0-1 1 0 0,0 1-1 0 0,0-1 1 0 0,1 0-1 0 0,-1 0 1 0 0,-1 0-1 0 0,1 0 1 0 0,0-1-1 0 0,4-1 0 0 0,35-30 691 0 0,-38 29-415 0 0,-2 2-93 0 0,-2 2-161 0 0,0 0-1 0 0,0 0 1 0 0,-1-1 0 0 0,1 1 0 0 0,0 0 0 0 0,0 0 0 0 0,0-1 0 0 0,0 1 0 0 0,0 0 0 0 0,0 0 0 0 0,-1-1 0 0 0,1 1 0 0 0,0 0 0 0 0,0 0 0 0 0,0-1 0 0 0,-1 1 0 0 0,1 0-1 0 0,0 0 1 0 0,0 0 0 0 0,0 0 0 0 0,-1-1 0 0 0,1 1 0 0 0,0 0 0 0 0,0 0 0 0 0,-1 0 0 0 0,1 0 0 0 0,0 0 0 0 0,-1 0 0 0 0,1 0 0 0 0,0 0 0 0 0,0 0 0 0 0,-1 0 0 0 0,1 0 0 0 0,0 0-1 0 0,-1 0 1 0 0,1 0 0 0 0,0 0 0 0 0,0 0 0 0 0,-1 0 0 0 0,1 0 0 0 0,-21 6 159 0 0,-22 19-401 0 0,44-25 218 0 0,-1 0-1 0 0,0 0 1 0 0,0 0-1 0 0,0 0 1 0 0,0 0 0 0 0,0 0-1 0 0,0 0 1 0 0,0 0 0 0 0,1 0-1 0 0,-1 0 1 0 0,0 0-1 0 0,0 0 1 0 0,0 0 0 0 0,0 0-1 0 0,0 0 1 0 0,0 0 0 0 0,1 0-1 0 0,-1 0 1 0 0,0 0-1 0 0,0 0 1 0 0,0 0 0 0 0,0 0-1 0 0,0 0 1 0 0,0 0 0 0 0,0 0-1 0 0,1 0 1 0 0,-1 0-1 0 0,0 0 1 0 0,0 0 0 0 0,0 0-1 0 0,0 0 1 0 0,0 1 0 0 0,0-1-1 0 0,0 0 1 0 0,0 0-1 0 0,0 0 1 0 0,0 0 0 0 0,0 0-1 0 0,1 0 1 0 0,-1 0 0 0 0,0 1-1 0 0,0-1 1 0 0,0 0 0 0 0,0 0-1 0 0,0 0 1 0 0,0 0-1 0 0,0 0 1 0 0,0 0 0 0 0,0 0-1 0 0,0 1 1 0 0,0-1 0 0 0,0 0-1 0 0,0 0 1 0 0,0 0-1 0 0,0 0 1 0 0,-1 0 0 0 0,24-6-74 0 0,-19 4 99 0 0,-1 1 1 0 0,1-1-1 0 0,-1 1 0 0 0,0-1 1 0 0,0 0-1 0 0,0-1 0 0 0,0 1 1 0 0,0 0-1 0 0,0-1 0 0 0,-1 1 0 0 0,1-1 1 0 0,-1 0-1 0 0,1 0 0 0 0,-1 0 1 0 0,2-4-1 0 0,-4 6 99 0 0,-11 1-204 0 0,0 1 1 0 0,0 0-1 0 0,-19 5 0 0 0,-13 10-3133 0 0,34-11 1576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9.5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50 4676 0 0,'0'0'-101'0'0,"0"0"157"0"0,0 0-1 0 0,-1 0 1 0 0,1 0 0 0 0,0 0-1 0 0,-1 0 1 0 0,1 0 0 0 0,0 0-1 0 0,-1 0 1 0 0,1 0 0 0 0,0-1-1 0 0,-1 1 1 0 0,1 0 0 0 0,0 0-1 0 0,0 0 1 0 0,-1 0 0 0 0,1 0-1 0 0,0-1 1 0 0,-1 1 0 0 0,1 0-1 0 0,0 0 1 0 0,0-1 0 0 0,-1 1-1 0 0,1 0 1 0 0,0 0 0 0 0,0-1-1 0 0,0 1 1 0 0,0 0 0 0 0,-1-1-1 0 0,1 1 1 0 0,0 0 0 0 0,0 0-1 0 0,0-1 1 0 0,0 1 0 0 0,0 0-1 0 0,0-1 1 0 0,0 0 0 0 0,1-3-49 0 0,6-4-2 0 0,33-6 60 0 0,22-1-162 0 0,-59 14 89 0 0,1 2-5 0 0,12 1 6 0 0,-3-2-4 0 0,-1 2 1 0 0,1 0-1 0 0,-1 0 0 0 0,0 1 0 0 0,0 1 0 0 0,12 4 0 0 0,-22-7 10 0 0,0-1 0 0 0,-1 1-1 0 0,0 0 1 0 0,1-1-1 0 0,-1 1 1 0 0,1 0 0 0 0,-1 0-1 0 0,0 0 1 0 0,1 0 0 0 0,-1 0-1 0 0,0 0 1 0 0,0 0-1 0 0,0 0 1 0 0,0 1 0 0 0,0-1-1 0 0,0 0 1 0 0,0 1 0 0 0,-1-1-1 0 0,1 0 1 0 0,0 1 0 0 0,-1-1-1 0 0,1 1 1 0 0,-1-1-1 0 0,1 1 1 0 0,-1 0 0 0 0,0-1-1 0 0,0 1 1 0 0,0-1 0 0 0,0 1-1 0 0,0 0 1 0 0,0-1-1 0 0,0 1 1 0 0,0-1 0 0 0,0 1-1 0 0,-1-1 1 0 0,1 1 0 0 0,-1-1-1 0 0,1 1 1 0 0,-1-1-1 0 0,0 1 1 0 0,0-1 0 0 0,1 1-1 0 0,-1-1 1 0 0,0 0 0 0 0,0 0-1 0 0,0 1 1 0 0,0-1 0 0 0,-3 2-1 0 0,-5 7 20 0 0,-1 1-1 0 0,-1-1 1 0 0,0-1-1 0 0,-13 9 0 0 0,17-12-21 0 0,-2 0 191 0 0,-1-1 0 0 0,1 1 1 0 0,-20 6-1 0 0,23-9 362 0 0,24-7-450 0 0,-12 3-146 0 0,6-2 19 0 0,13 3-1 0 0,4 4-36 0 0,-22-3 54 0 0,1 0 0 0 0,-1 1-1 0 0,1-1 1 0 0,-1 2 0 0 0,1-1 0 0 0,-1 1-1 0 0,0 0 1 0 0,0 1 0 0 0,-1 0-1 0 0,1 0 1 0 0,-1 0 0 0 0,1 1 0 0 0,-1 0-1 0 0,-1 0 1 0 0,1 0 0 0 0,7 10-1 0 0,-11-12 8 0 0,0-1 1 0 0,0 1-1 0 0,0 0 0 0 0,0 0 0 0 0,-1 1 0 0 0,1-1 0 0 0,-1 0 0 0 0,1 1 1 0 0,-1-1-1 0 0,0 0 0 0 0,-1 1 0 0 0,1-1 0 0 0,-1 1 0 0 0,1 0 0 0 0,-1-1 1 0 0,0 1-1 0 0,-1 3 0 0 0,0-3 6 0 0,0-1 0 0 0,-1 0 0 0 0,0 0 1 0 0,0 0-1 0 0,0 0 0 0 0,0-1 0 0 0,0 1 1 0 0,0 0-1 0 0,-1-1 0 0 0,1 0 0 0 0,-1 1 0 0 0,0-1 1 0 0,1 0-1 0 0,-1 0 0 0 0,-4 1 0 0 0,-8 5 43 0 0,-1-1-1 0 0,0-1 1 0 0,0 0-1 0 0,0-1 0 0 0,-1 0 1 0 0,0-2-1 0 0,-31 3 1 0 0,1 1 864 0 0,45-6-696 0 0,-1 0-185 0 0,0-1-1 0 0,1 1 1 0 0,-1-1-1 0 0,0 0 0 0 0,1 0 1 0 0,-1 0-1 0 0,0 0 1 0 0,1 0-1 0 0,-1-1 0 0 0,-3 0 1 0 0,6-1-319 0 0,0 0 0 0 0,1 1 0 0 0,-1-1 0 0 0,1 0 0 0 0,-1 0 0 0 0,1 1 0 0 0,0-1 0 0 0,0 1 0 0 0,-1-1 0 0 0,1 1 0 0 0,0-1 0 0 0,1 1 0 0 0,-1-1-1 0 0,0 1 1 0 0,3-3 0 0 0,5-3-2505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0.2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169 64 6213 0 0,'0'0'-308'0'0,"-2"-1"209"0"0,0 0-1 0 0,0-1 1 0 0,0 1-1 0 0,0 0 0 0 0,-1 0 1 0 0,1 0-1 0 0,0 1 1 0 0,-1-1-1 0 0,1 0 1 0 0,0 1-1 0 0,-3-1 0 0 0,-2 3 99 0 0,0 1-1 0 0,1-1 1 0 0,0 1-1 0 0,-1 0 1 0 0,1 1-1 0 0,0 0 1 0 0,1 0-1 0 0,-1 0 1 0 0,1 0-1 0 0,0 1 0 0 0,0 0 1 0 0,-7 8-1 0 0,4-2-4 0 0,0 0 0 0 0,0 1 0 0 0,1 0 0 0 0,1 0 0 0 0,-9 22 0 0 0,14-31 12 0 0,0-1 1 0 0,1 0 0 0 0,-1 0-1 0 0,1 1 1 0 0,-1-1-1 0 0,1 0 1 0 0,0 1-1 0 0,0-1 1 0 0,0 0 0 0 0,0 1-1 0 0,0-1 1 0 0,0 0-1 0 0,1 1 1 0 0,-1-1 0 0 0,1 0-1 0 0,-1 1 1 0 0,1-1-1 0 0,0 0 1 0 0,0 0-1 0 0,0 0 1 0 0,0 0 0 0 0,2 2-1 0 0,1 0 8 0 0,-1 0 0 0 0,1-1-1 0 0,-1 0 1 0 0,1 0 0 0 0,0 0 0 0 0,0 0-1 0 0,0 0 1 0 0,1-1 0 0 0,-1 0 0 0 0,6 2-1 0 0,3 1 53 0 0,1-1 0 0 0,0 0 0 0 0,0-1 0 0 0,1 0 0 0 0,25 0 0 0 0,-33-3 12 0 0,0 0 0 0 0,1-1 0 0 0,-1 0 0 0 0,0-1 0 0 0,-1 0 0 0 0,1 0 0 0 0,0 0 0 0 0,0-1 0 0 0,-1 0 0 0 0,1 0 0 0 0,-1 0 0 0 0,0-1 0 0 0,0 0 0 0 0,-1 0 0 0 0,1-1 0 0 0,-1 0 0 0 0,0 0 0 0 0,0 0 0 0 0,0 0 0 0 0,5-8 0 0 0,-6 6-34 0 0,1 0 1 0 0,-1 0-1 0 0,-1 0 0 0 0,1 0 1 0 0,-1-1-1 0 0,-1 0 0 0 0,1 1 1 0 0,-1-1-1 0 0,0 0 0 0 0,-1 0 1 0 0,0 0-1 0 0,0 0 0 0 0,-1 0 0 0 0,0-1 1 0 0,-1 1-1 0 0,-1-13 0 0 0,0 17-27 0 0,0-1 1 0 0,0 1-1 0 0,0 0 0 0 0,0 0 0 0 0,-1 1 0 0 0,1-1 0 0 0,-1 0 0 0 0,0 1 0 0 0,0 0 0 0 0,0-1 1 0 0,-1 1-1 0 0,1 0 0 0 0,-1 1 0 0 0,1-1 0 0 0,-1 1 0 0 0,0 0 0 0 0,0-1 0 0 0,0 2 0 0 0,0-1 1 0 0,-1 0-1 0 0,-8-1 0 0 0,-9-3-123 0 0,0 1 0 0 0,-1 1 0 0 0,-26-1 1 0 0,-6-1-3929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9.2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39 24 4668 0 0,'15'-16'-273'0'0,"-15"11"1850"0"0,-23 9-644 0 0,21-2-924 0 0,0-1-1 0 0,0 0 0 0 0,0 1 1 0 0,0 0-1 0 0,0-1 0 0 0,0 1 1 0 0,0 0-1 0 0,0 0 0 0 0,1 0 0 0 0,-1 0 1 0 0,1 0-1 0 0,0 0 0 0 0,-1 1 1 0 0,1-1-1 0 0,0 0 0 0 0,0 1 1 0 0,1-1-1 0 0,-1 1 0 0 0,0-1 1 0 0,0 5-1 0 0,2-6-13 0 0,-1 0 1 0 0,1 0 0 0 0,-1 0-1 0 0,1 0 1 0 0,-1-1-1 0 0,1 1 1 0 0,-1 0-1 0 0,1 0 1 0 0,0 0-1 0 0,0-1 1 0 0,-1 1-1 0 0,1 0 1 0 0,0-1-1 0 0,0 1 1 0 0,0-1-1 0 0,0 1 1 0 0,0-1-1 0 0,0 1 1 0 0,0-1-1 0 0,0 0 1 0 0,0 1-1 0 0,0-1 1 0 0,0 0-1 0 0,0 0 1 0 0,0 0-1 0 0,0 0 1 0 0,1 0-1 0 0,37 2-125 0 0,-13-5 263 0 0,-1-2 1 0 0,0 0-1 0 0,0-2 0 0 0,-1 0 1 0 0,24-11-1 0 0,-79 23 498 0 0,0 2 0 0 0,-31 11 1 0 0,39-7-1451 0 0,56-23 560 0 0,65-31 633 0 0,-98 43-355 0 0,0 0-1 0 0,1 0 1 0 0,-1 0-1 0 0,1 0 1 0 0,-1 0 0 0 0,0-1-1 0 0,1 1 1 0 0,-1 0-1 0 0,0 0 1 0 0,1 0-1 0 0,-1 0 1 0 0,0-1 0 0 0,1 1-1 0 0,-1 0 1 0 0,0 0-1 0 0,1-1 1 0 0,-1 1 0 0 0,0 0-1 0 0,0-1 1 0 0,1 1-1 0 0,-1 0 1 0 0,0-1-1 0 0,0 1 1 0 0,0 0 0 0 0,0-1-1 0 0,1 1 1 0 0,-1 0-1 0 0,0-1 1 0 0,0 1-1 0 0,0 0 1 0 0,0-1 0 0 0,0 1-1 0 0,0-1 1 0 0,0 0-1 0 0,-16-1-2 0 0,-42 10-1570 0 0,47-7 939 0 0,-4 2-1779 0 0,5-1-667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0.8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195 31 6561 0 0,'1'-1'-64'0'0,"-1"0"0"0"0,1 0 1 0 0,0 0-1 0 0,-1 0 0 0 0,1 0 0 0 0,-1 0 1 0 0,1-1-1 0 0,-1 1 0 0 0,1 0 1 0 0,-1 0-1 0 0,0-1 0 0 0,0 1 1 0 0,0 0-1 0 0,0-2 0 0 0,-2 2 61 0 0,0-1-1 0 0,0 1 1 0 0,0 0 0 0 0,0 0-1 0 0,0 0 1 0 0,0 0-1 0 0,-1 0 1 0 0,1 0 0 0 0,0 1-1 0 0,-1-1 1 0 0,1 1-1 0 0,0 0 1 0 0,-1 0-1 0 0,1 0 1 0 0,0 0 0 0 0,-1 0-1 0 0,-3 0 1 0 0,3 1 6 0 0,-21 5 0 0 0,13-3-9 0 0,0 0 0 0 0,1 1 1 0 0,0 0-1 0 0,0 1 0 0 0,0 0 0 0 0,0 0 1 0 0,1 1-1 0 0,0 0 0 0 0,0 1 0 0 0,-12 12 1 0 0,17-17-2 0 0,0 7 7 0 0,3-3 0 0 0,0-5 521 0 0,35-7-399 0 0,-27 5 46 0 0,-8 3-977 0 0,0 0 575 0 0,-1-1 1 0 0,0 1-1 0 0,1 0 1 0 0,-1 0-1 0 0,0-1 1 0 0,0 1-1 0 0,0-1 1 0 0,-3 2-1 0 0,1 1-1290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37.8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97 62 2488 0 0,'0'0'1808'0'0,"5"-17"2747"0"0,-6 16-4553 0 0,1 0 0 0 0,0 1 0 0 0,-1-1-1 0 0,1 0 1 0 0,0 0 0 0 0,-1 1 0 0 0,1-1-1 0 0,-1 0 1 0 0,1 1 0 0 0,-1-1-1 0 0,1 0 1 0 0,-1 1 0 0 0,0-1 0 0 0,1 1-1 0 0,-1-1 1 0 0,0 1 0 0 0,1-1-1 0 0,-1 1 1 0 0,0 0 0 0 0,0-1 0 0 0,1 1-1 0 0,-1 0 1 0 0,0-1 0 0 0,0 1 0 0 0,0 0-1 0 0,1 0 1 0 0,-1 0 0 0 0,0 0-1 0 0,0 0 1 0 0,0 0 0 0 0,0 0 0 0 0,1 0-1 0 0,-1 0 1 0 0,0 0 0 0 0,0 0-1 0 0,0 1 1 0 0,1-1 0 0 0,-1 0 0 0 0,0 1-1 0 0,0-1 1 0 0,1 0 0 0 0,-1 1 0 0 0,0-1-1 0 0,1 1 1 0 0,-1-1 0 0 0,0 1-1 0 0,0 0 1 0 0,-4 2-43 0 0,-3 14-295 0 0,8-16 324 0 0,0-1-1 0 0,-1 0 1 0 0,1 1-1 0 0,-1-1 1 0 0,1 0 0 0 0,0 1-1 0 0,-1-1 1 0 0,1 0-1 0 0,0 1 1 0 0,0-1-1 0 0,-1 1 1 0 0,1-1 0 0 0,0 0-1 0 0,0 1 1 0 0,-1-1-1 0 0,1 1 1 0 0,0-1 0 0 0,0 1-1 0 0,0-1 1 0 0,0 1-1 0 0,0-1 1 0 0,0 1 0 0 0,0-1-1 0 0,0 1 1 0 0,0-1-1 0 0,0 1 1 0 0,0-1 0 0 0,0 1-1 0 0,0-1 1 0 0,0 1-1 0 0,0-1 1 0 0,1 1 0 0 0,-1-1-1 0 0,0 0 1 0 0,0 1-1 0 0,0-1 1 0 0,1 1 0 0 0,-1-1-1 0 0,0 1 1 0 0,1-1-1 0 0,-1 0 1 0 0,0 1-1 0 0,1-1 1 0 0,-1 0 0 0 0,0 1-1 0 0,1-1 1 0 0,-1 0-1 0 0,1 0 1 0 0,-1 1 0 0 0,1-1-1 0 0,-1 0 1 0 0,1 0-1 0 0,-1 0 1 0 0,1 0 0 0 0,-1 0-1 0 0,1 1 1 0 0,0-1-1 0 0,1 0-11 0 0,4-1-14 0 0,3-3 56 0 0,0 0 0 0 0,0 0 0 0 0,-1-1-1 0 0,1 0 1 0 0,-1-1 0 0 0,0 0 0 0 0,0 0 0 0 0,10-11-1 0 0,-17 16 0 0 0,0 0 0 0 0,0 1-1 0 0,-1-1 1 0 0,1 0-1 0 0,0 0 1 0 0,0 0 0 0 0,-1 0-1 0 0,1 0 1 0 0,0 0-1 0 0,-1 0 1 0 0,1 0 0 0 0,-1 0-1 0 0,0-1 1 0 0,1 1 0 0 0,-1 0-1 0 0,0 0 1 0 0,1-2-1 0 0,-16 3 75 0 0,-35 25-132 0 0,38-17-63 0 0,0 1-1 0 0,1 0 1 0 0,0 1 0 0 0,0 0-1 0 0,1 1 1 0 0,-12 16-1 0 0,21-25 48 0 0,2-2-64 0 0,-1 1 119 0 0,1-1-1 0 0,0 0 1 0 0,0 1-1 0 0,-1-1 0 0 0,1 1 1 0 0,0-1-1 0 0,0 0 0 0 0,0 0 1 0 0,-1 1-1 0 0,1-1 1 0 0,0 0-1 0 0,0 0 0 0 0,0 0 1 0 0,0 0-1 0 0,-1 0 0 0 0,1 0 1 0 0,0 0-1 0 0,0 0 1 0 0,0-1-1 0 0,0 1 0 0 0,0 0 1 0 0,-1 0-1 0 0,1-1 0 0 0,1 1 1 0 0,24-9 1 0 0,5-15 648 0 0,-30 22-401 0 0,-8 5-239 0 0,0-1-51 0 0,0 1 1 0 0,0 0-1 0 0,1 1 0 0 0,-1 0 0 0 0,1 0 0 0 0,0 0 0 0 0,0 0 0 0 0,0 1 0 0 0,0 0 0 0 0,1 1 0 0 0,-9 10 0 0 0,13-14-37 0 0,2 1 4 0 0,-1-2 74 0 0,0-1 0 0 0,0 0 0 0 0,0 0 0 0 0,0 1 0 0 0,0-1 0 0 0,0 0 0 0 0,0 0 0 0 0,0 1 0 0 0,0-1 0 0 0,0 0 0 0 0,0 1 0 0 0,0-1 1 0 0,0 0-1 0 0,0 0 0 0 0,0 1 0 0 0,0-1 0 0 0,0 0 0 0 0,0 0 0 0 0,0 0 0 0 0,0 1 0 0 0,1-1 0 0 0,-1 0 0 0 0,0 0 0 0 0,0 1 0 0 0,0-1 0 0 0,0 0 0 0 0,1 0 0 0 0,-1 0 0 0 0,0 0 1 0 0,0 1-1 0 0,0-1 0 0 0,1 0 0 0 0,-1 0 0 0 0,0 0 0 0 0,0 0 0 0 0,1 0 0 0 0,-1 0 0 0 0,0 0 0 0 0,0 0 0 0 0,1 0 0 0 0,-1 1 0 0 0,0-1 0 0 0,9-2 21 0 0,-1 0 0 0 0,-1-1-1 0 0,1 1 1 0 0,0-2-1 0 0,-1 1 1 0 0,1-1 0 0 0,-1 0-1 0 0,0 0 1 0 0,0-1-1 0 0,0 0 1 0 0,7-8 0 0 0,-13 12 90 0 0,10-6 112 0 0,-6 4-128 0 0,-6 4 31 0 0,-6 3-126 0 0,-14 15-10 0 0,21-18 12 0 0,77-52 171 0 0,-75 50-180 0 0,-2 1-13 0 0,0 0 19 0 0,0 1 0 0 0,0-1 0 0 0,0 0 0 0 0,0 0 0 0 0,0 0 0 0 0,0 0 0 0 0,1 0 0 0 0,-1 0 0 0 0,0 0 0 0 0,0 1 0 0 0,0-1 1 0 0,0 0-1 0 0,0 0 0 0 0,0 0 0 0 0,0 0 0 0 0,0 0 0 0 0,1 0 0 0 0,-1 0 0 0 0,0 0 0 0 0,0 0 0 0 0,0 0 0 0 0,0 0 0 0 0,0 1 1 0 0,0-1-1 0 0,1 0 0 0 0,-1 0 0 0 0,0 0 0 0 0,0 0 0 0 0,0 0 0 0 0,0 0 0 0 0,0 0 0 0 0,1 0 0 0 0,-1 0 0 0 0,0 0 0 0 0,0 0 1 0 0,0 0-1 0 0,0-1 0 0 0,0 1 0 0 0,1 0 0 0 0,-1 0 0 0 0,0 0 0 0 0,0 0 0 0 0,0 0 0 0 0,0 0 0 0 0,0 0 0 0 0,0 0 0 0 0,0 0 0 0 0,1 0 1 0 0,-1 0-1 0 0,0-1 0 0 0,0 1 0 0 0,0 0 0 0 0,0 0 0 0 0,0 0 0 0 0,0 0 0 0 0,0 0 0 0 0,0 0 0 0 0,0-1 0 0 0,0 1 0 0 0,0 0 1 0 0,0 0-1 0 0,0 0 0 0 0,-9 20-63 0 0,9-20 66 0 0,0 1 0 0 0,0-1 0 0 0,-1 0 0 0 0,1 1 0 0 0,0-1-1 0 0,0 1 1 0 0,-1-1 0 0 0,1 0 0 0 0,0 1 0 0 0,0-1 0 0 0,0 1 0 0 0,0-1 0 0 0,0 1 0 0 0,0-1 0 0 0,0 0 0 0 0,0 1 0 0 0,0-1 0 0 0,0 1 0 0 0,0-1 0 0 0,0 1 0 0 0,0-1 0 0 0,0 0 0 0 0,0 1-1 0 0,0-1 1 0 0,0 1 0 0 0,0-1 0 0 0,0 1 0 0 0,1-1 0 0 0,-1 0 0 0 0,0 1 0 0 0,0-1 0 0 0,1 0 0 0 0,-1 1 0 0 0,0-1 0 0 0,1 0 0 0 0,-1 1 0 0 0,0-1 0 0 0,1 0 0 0 0,-1 1 0 0 0,0-1 0 0 0,1 0-1 0 0,-1 0 1 0 0,0 0 0 0 0,1 1 0 0 0,-1-1 0 0 0,1 0 0 0 0,-1 0 0 0 0,0 0 0 0 0,1 0 0 0 0,-1 0 0 0 0,1 0 0 0 0,-1 0 0 0 0,1 0 0 0 0,-1 0 0 0 0,1 0 0 0 0,-1 0 0 0 0,0 0 0 0 0,1 0 0 0 0,-1 0 0 0 0,1 0-1 0 0,-1 0 1 0 0,1 0 0 0 0,-1-1 0 0 0,0 1 0 0 0,1 0 0 0 0,-1 0 0 0 0,1-1 0 0 0,18-8 62 0 0,0-1-1 0 0,-1-1 1 0 0,0-1 0 0 0,-1-1-1 0 0,0 0 1 0 0,16-16 0 0 0,-42 31-55 0 0,1 0-1 0 0,-1 1 1 0 0,1 0 0 0 0,0 0 0 0 0,0 1 0 0 0,0 0-1 0 0,0 0 1 0 0,1 1 0 0 0,-13 11 0 0 0,-7 2-296 0 0,59-36 420 0 0,-30 17-6 0 0,-4 0-106 0 0,1 1 0 0 0,-1 0 1 0 0,1 0-1 0 0,-1 0 0 0 0,0-1 0 0 0,1 2 1 0 0,-1-1-1 0 0,1 0 0 0 0,-1 0 0 0 0,0 0 1 0 0,1 1-1 0 0,-1-1 0 0 0,1 1 0 0 0,-1-1 1 0 0,1 1-1 0 0,-1 0 0 0 0,1-1 0 0 0,0 1 1 0 0,-3 1-1 0 0,-40 12-4788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0.1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82 102 4760 0 0,'-5'-26'331'0'0,"4"20"-6"0"0,0-1 1 0 0,-1 1-1 0 0,0 0 0 0 0,0 0 1 0 0,0 0-1 0 0,-1 0 1 0 0,-5-10-1 0 0,7 14-149 0 0,-1-4 186 0 0,0-3-103 0 0,-1 9-335 0 0,-8 52 89 0 0,-8 101-1 0 0,10-59 33 0 0,0-21 1206 0 0,9-72-993 0 0,0 7-69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2.2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141 39 4752 0 0,'0'0'735'0'0,"-4"-2"-608"0"0,2 0-97 0 0,-1 1 1 0 0,0 0 0 0 0,1-1-1 0 0,-1 1 1 0 0,0 0-1 0 0,0 1 1 0 0,0-1-1 0 0,1 0 1 0 0,-1 1 0 0 0,0-1-1 0 0,0 1 1 0 0,0 0-1 0 0,0 0 1 0 0,0 0-1 0 0,0 1 1 0 0,0-1-1 0 0,0 1 1 0 0,0-1 0 0 0,-3 2-1 0 0,2 0-26 0 0,-1 0 0 0 0,0 1 0 0 0,1 0-1 0 0,-1 0 1 0 0,1 0 0 0 0,0 0 0 0 0,0 0-1 0 0,0 1 1 0 0,1 0 0 0 0,-1 0 0 0 0,-4 6 0 0 0,6-6-9 0 0,0 0 1 0 0,0 0 0 0 0,0 0 0 0 0,0 1 0 0 0,0-1 0 0 0,1 0 0 0 0,-2 6-1 0 0,-2 9-6 0 0,5-17 11 0 0,-1 0 0 0 0,1 0 0 0 0,0 0 0 0 0,0-1 1 0 0,0 1-1 0 0,0 0 0 0 0,0 0 0 0 0,0 0 0 0 0,1 0 0 0 0,-1 0 0 0 0,1 0 1 0 0,-1-1-1 0 0,1 1 0 0 0,0 0 0 0 0,0 0 0 0 0,-1-1 0 0 0,1 1 0 0 0,0-1 1 0 0,1 1-1 0 0,-1 0 0 0 0,0-1 0 0 0,0 0 0 0 0,1 1 0 0 0,-1-1 0 0 0,1 0 1 0 0,-1 0-1 0 0,3 2 0 0 0,1 1 1 0 0,0-1-1 0 0,1 1 1 0 0,0-1 0 0 0,0 0-1 0 0,12 4 1 0 0,-5-4 1 0 0,-10-2-2 0 0,0 0 0 0 0,1 0 0 0 0,-1-1 0 0 0,1 1 0 0 0,-1-1 0 0 0,1 0 0 0 0,-1 0 0 0 0,1 0 0 0 0,-1-1 0 0 0,1 1 0 0 0,-1-1 0 0 0,1 0 0 0 0,-1 0 0 0 0,0 0 0 0 0,1 0 0 0 0,-1-1 0 0 0,0 0 0 0 0,0 1 0 0 0,0-1 0 0 0,5-4 0 0 0,2-1 14 0 0,1-2 17 0 0,0 0 0 0 0,-1 0 0 0 0,0-1 1 0 0,-1 0-1 0 0,0-1 0 0 0,-1 0 0 0 0,0 0 0 0 0,0-1 1 0 0,-2 0-1 0 0,1-1 0 0 0,-1 1 0 0 0,5-18 0 0 0,-11 29-28 0 0,1 1 0 0 0,-1-1 0 0 0,0 0 0 0 0,0 1-1 0 0,1-1 1 0 0,-1 0 0 0 0,0 0 0 0 0,0 1 0 0 0,0-1-1 0 0,0 0 1 0 0,0 1 0 0 0,0-1 0 0 0,0 0 0 0 0,0 0 0 0 0,0 1-1 0 0,0-1 1 0 0,0 0 0 0 0,0 0 0 0 0,0 1 0 0 0,-1-1-1 0 0,1 0 1 0 0,0 1 0 0 0,-1-1 0 0 0,1 0 0 0 0,0 1 0 0 0,-1-1-1 0 0,1 1 1 0 0,-1-1 0 0 0,1 0 0 0 0,-1 0 0 0 0,-22-3 18 0 0,-18 13-16 0 0,22-2-7 0 0,1 1-1 0 0,0 1 1 0 0,0 1 0 0 0,0 0-1 0 0,2 1 1 0 0,-1 1-1 0 0,1 0 1 0 0,1 1 0 0 0,-17 19-1 0 0,30-30-10 0 0,0 0-1 0 0,0 0 0 0 0,0 0 0 0 0,1 0 1 0 0,-1 0-1 0 0,1 0 0 0 0,-1 0 0 0 0,1 0 1 0 0,0 1-1 0 0,-1-1 0 0 0,1 0 0 0 0,1 1 1 0 0,-1-1-1 0 0,0 1 0 0 0,0-1 1 0 0,1 1-1 0 0,0 0 0 0 0,-1-1 0 0 0,1 1 1 0 0,0 0-1 0 0,0-1 0 0 0,0 1 0 0 0,1-1 1 0 0,0 5-1 0 0,0-6-26 0 0,21-2-85 0 0,-8-8 183 0 0,-1-1 1 0 0,1-1 0 0 0,-2 0 0 0 0,0 0-1 0 0,0-1 1 0 0,-1-1 0 0 0,-1 0-1 0 0,0 0 1 0 0,0-1 0 0 0,11-23 0 0 0,-21 37-53 0 0,0 0 0 0 0,-1 0 0 0 0,1 0 0 0 0,0 0 0 0 0,0 0 0 0 0,0 0 0 0 0,-1 0 1 0 0,1 0-1 0 0,0 0 0 0 0,0 0 0 0 0,0 0 0 0 0,-1 0 0 0 0,1 0 0 0 0,0 0 0 0 0,0 0 0 0 0,0 0 0 0 0,0 0 1 0 0,-1 0-1 0 0,1 0 0 0 0,0 0 0 0 0,0 0 0 0 0,0-1 0 0 0,0 1 0 0 0,-1 0 0 0 0,1 0 0 0 0,0 0 1 0 0,0 0-1 0 0,0 0 0 0 0,0 0 0 0 0,0-1 0 0 0,-1 1 0 0 0,1 0 0 0 0,0 0 0 0 0,0 0 0 0 0,0 0 1 0 0,0-1-1 0 0,0 1 0 0 0,0 0 0 0 0,0 0 0 0 0,0 0 0 0 0,0 0 0 0 0,0-1 0 0 0,0 1 0 0 0,0 0 1 0 0,-1 0-1 0 0,1 0 0 0 0,0-1 0 0 0,1 1 0 0 0,-1 0 0 0 0,0 0 0 0 0,0 0 0 0 0,0-1 0 0 0,0 1 1 0 0,0 0-1 0 0,0 0 0 0 0,0 0 0 0 0,0 0 0 0 0,0-1 0 0 0,0 1 0 0 0,0 0 0 0 0,-13 7-108 0 0,0 1 0 0 0,0 0-1 0 0,0 1 1 0 0,1 0-1 0 0,0 1 1 0 0,1 1 0 0 0,0 0-1 0 0,1 0 1 0 0,0 1 0 0 0,-10 16-1 0 0,11-24-3035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39.0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105 20 5032 0 0,'0'-1'-68'0'0,"-1"0"-1"0"0,1 0 1 0 0,0 0 0 0 0,-1 0-1 0 0,1 0 1 0 0,-1 0-1 0 0,0 0 1 0 0,1 0-1 0 0,-1 0 1 0 0,0 0-1 0 0,1 0 1 0 0,-1 1-1 0 0,0-1 1 0 0,0 0-1 0 0,0 1 1 0 0,0-1-1 0 0,0 0 1 0 0,0 1-1 0 0,0-1 1 0 0,0 1-1 0 0,0-1 1 0 0,0 1-1 0 0,0 0 1 0 0,0 0-1 0 0,0-1 1 0 0,-2 1-1 0 0,0 0 7 0 0,1 0 0 0 0,-1 1 0 0 0,1-1-1 0 0,-1 1 1 0 0,0-1 0 0 0,1 1 0 0 0,-1 0 0 0 0,1 0-1 0 0,0 0 1 0 0,-1 1 0 0 0,-2 1 0 0 0,1-1 40 0 0,0 1 0 0 0,-1 0 0 0 0,1 1 0 0 0,0-1 0 0 0,1 1 0 0 0,-1 0-1 0 0,1-1 1 0 0,0 2 0 0 0,-1-1 0 0 0,2 0 0 0 0,-5 8 0 0 0,6-10 23 0 0,1-1 1 0 0,0 1-1 0 0,-1-1 0 0 0,1 1 1 0 0,0-1-1 0 0,0 1 0 0 0,0-1 0 0 0,0 1 1 0 0,0 0-1 0 0,0-1 0 0 0,1 1 0 0 0,-1-1 1 0 0,0 1-1 0 0,1-1 0 0 0,-1 0 1 0 0,1 1-1 0 0,0-1 0 0 0,-1 1 0 0 0,1-1 1 0 0,0 0-1 0 0,0 0 0 0 0,0 1 1 0 0,0-1-1 0 0,0 0 0 0 0,0 0 0 0 0,0 0 1 0 0,0 0-1 0 0,0 0 0 0 0,1 0 0 0 0,-1 0 1 0 0,0-1-1 0 0,1 1 0 0 0,1 0 1 0 0,0 1 12 0 0,1-2 0 0 0,-1 1 0 0 0,0 0 1 0 0,1-1-1 0 0,-1 1 0 0 0,1-1 1 0 0,-1 0-1 0 0,1 0 0 0 0,-1 0 1 0 0,1-1-1 0 0,-1 1 0 0 0,1-1 1 0 0,-1 0-1 0 0,1 0 0 0 0,-1 0 0 0 0,0-1 1 0 0,0 1-1 0 0,1-1 0 0 0,-1 1 1 0 0,0-1-1 0 0,-1 0 0 0 0,1 0 1 0 0,5-5-1 0 0,4-4 471 0 0,-1 0 0 0 0,0-1 0 0 0,18-23 0 0 0,-28 33 38 0 0,-29 2-265 0 0,15 7-208 0 0,0 0-1 0 0,1 2 0 0 0,0-1 0 0 0,-12 12 0 0 0,18-15-88 0 0,1 0-1 0 0,0 1 1 0 0,0 0 0 0 0,0 0-1 0 0,1 0 1 0 0,0 0 0 0 0,0 0-1 0 0,0 1 1 0 0,1 0-1 0 0,-3 9 1 0 0,6-15 23 0 0,0 0 1 0 0,0 1-1 0 0,0-1 0 0 0,0 0 0 0 0,0 0 1 0 0,0 0-1 0 0,1 0 0 0 0,-1 1 1 0 0,0-1-1 0 0,1 0 0 0 0,-1 0 0 0 0,1 0 1 0 0,-1 0-1 0 0,1 0 0 0 0,0 0 0 0 0,-1 0 1 0 0,1 0-1 0 0,0 0 0 0 0,0-1 0 0 0,0 1 1 0 0,-1 0-1 0 0,1 0 0 0 0,0-1 0 0 0,0 1 1 0 0,0 0-1 0 0,0-1 0 0 0,0 1 1 0 0,0-1-1 0 0,2 1 0 0 0,-1 0-52 0 0,3-2-17 0 0,3-2 183 0 0,1 0 0 0 0,-2 0-1 0 0,1-1 1 0 0,0 1 0 0 0,-1-2-1 0 0,0 1 1 0 0,0-1-1 0 0,0 0 1 0 0,0-1 0 0 0,-1 1-1 0 0,0-1 1 0 0,0-1 0 0 0,0 1-1 0 0,-1-1 1 0 0,6-10 0 0 0,-11 17-81 0 0,1 0 0 0 0,-1-1 0 0 0,0 1 0 0 0,0 0 0 0 0,1-1 0 0 0,-1 1 0 0 0,0 0 0 0 0,0-1 1 0 0,0 1-1 0 0,1-1 0 0 0,-1 1 0 0 0,0 0 0 0 0,0-1 0 0 0,0 1 0 0 0,0-1 0 0 0,0 1 0 0 0,0 0 1 0 0,0-1-1 0 0,0 1 0 0 0,0-1 0 0 0,0 1 0 0 0,0 0 0 0 0,0-1 0 0 0,0 1 0 0 0,0-1 0 0 0,-1 1 1 0 0,1 0-1 0 0,0-1 0 0 0,0 1 0 0 0,0-1 0 0 0,-1 1 0 0 0,1 0 0 0 0,0-1 0 0 0,0 1 0 0 0,-1 0 1 0 0,1 0-1 0 0,-1-1 0 0 0,-17-1 242 0 0,-15 8-122 0 0,26-3-129 0 0,-3 1-124 0 0,-1 0-1 0 0,2 1 1 0 0,-1 0 0 0 0,0 0 0 0 0,1 1 0 0 0,-11 9 0 0 0,19-14-177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41.0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41 65 6957 0 0,'-37'-1'1544'0'0,"36"1"-1528"0"0,1 0 0 0 0,0 0 0 0 0,0-1 0 0 0,-1 1 1 0 0,1 0-1 0 0,0-1 0 0 0,0 1 0 0 0,0 0 0 0 0,-1 0 0 0 0,1-1 1 0 0,0 1-1 0 0,0 0 0 0 0,0-1 0 0 0,0 1 0 0 0,0-1 0 0 0,-1 1 1 0 0,1 0-1 0 0,0-1 0 0 0,0 1 0 0 0,0 0 0 0 0,0-1 0 0 0,0 1 1 0 0,0 0-1 0 0,0-1 0 0 0,0 1 0 0 0,0-1 0 0 0,1 1 0 0 0,-1 0 1 0 0,0-1-1 0 0,0 1 0 0 0,0 0 0 0 0,0-1 0 0 0,0 1 0 0 0,1 0 1 0 0,-1-1-1 0 0,0 1 0 0 0,0 0 0 0 0,0 0 0 0 0,1-1 0 0 0,-1 1 0 0 0,0 0 1 0 0,1 0-1 0 0,-1-1 0 0 0,0 1 0 0 0,1 0 0 0 0,-1 0 0 0 0,0 0 1 0 0,1 0-1 0 0,-1-1 0 0 0,1 1 0 0 0,32-17 239 0 0,40-4-201 0 0,-53 18-39 0 0,4 0-47 0 0,45-1 1 0 0,-62 4 2 0 0,-1 0-1 0 0,1 1 1 0 0,-1-1 0 0 0,1 2 0 0 0,-1-1-1 0 0,0 1 1 0 0,0 0 0 0 0,1 0 0 0 0,-1 0-1 0 0,-1 1 1 0 0,1 0 0 0 0,6 4 0 0 0,-11-6 20 0 0,0 0 1 0 0,1 1 0 0 0,-1-1 0 0 0,0 0 0 0 0,0 0 0 0 0,0 0 0 0 0,0 1 0 0 0,0-1 0 0 0,0 1 0 0 0,0-1 0 0 0,0 1 0 0 0,-1-1 0 0 0,1 1 0 0 0,0-1 0 0 0,-1 1 0 0 0,0 0 0 0 0,1-1 0 0 0,-1 1 0 0 0,0 0 0 0 0,0-1 0 0 0,0 4 0 0 0,0 0-2 0 0,-1-1 1 0 0,0 0-1 0 0,0 0 0 0 0,-1 0 1 0 0,1 0-1 0 0,-1 0 1 0 0,0 0-1 0 0,-3 6 1 0 0,-6 5-6 0 0,-1 1 0 0 0,0-2 0 0 0,-14 15 0 0 0,22-26 9 0 0,-44 40-31 0 0,33-30 69 0 0,1 0 0 0 0,-25 28 1 0 0,38-39 71 0 0,153-13 18 0 0,-102 5-128 0 0,90 2-1 0 0,-48 9-272 0 0,-90-4 124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8:53.3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155 46 4312 0 0,'0'0'70'0'0,"-21"-36"612"0"0,20 35-612 0 0,-7-2 25 0 0,7 2-84 0 0,0 1 0 0 0,0-1 0 0 0,-1 1 0 0 0,1-1 1 0 0,0 1-1 0 0,0-1 0 0 0,0 1 0 0 0,-1 0 0 0 0,1 0 0 0 0,0-1 0 0 0,-1 1 0 0 0,1 0 0 0 0,0 0 0 0 0,0 0 0 0 0,-1 1 0 0 0,1-1 0 0 0,-2 1 1 0 0,-3 0-13 0 0,0 1 1 0 0,0 0 0 0 0,1 1 0 0 0,-1 0 0 0 0,1-1 0 0 0,0 2-1 0 0,0-1 1 0 0,0 0 0 0 0,0 1 0 0 0,1 0 0 0 0,-1 0 0 0 0,1 1-1 0 0,0-1 1 0 0,0 1 0 0 0,1 0 0 0 0,-4 6 0 0 0,4-7 3 0 0,1 0 0 0 0,0 1 1 0 0,0-1-1 0 0,1 0 0 0 0,0 1 0 0 0,-1-1 0 0 0,1 1 1 0 0,1 0-1 0 0,-1-1 0 0 0,1 1 0 0 0,0 0 1 0 0,0-1-1 0 0,1 7 0 0 0,-1-9 0 0 0,1 1 0 0 0,-1-1 1 0 0,1 1-1 0 0,0-1 0 0 0,0 0 1 0 0,0 1-1 0 0,0-1 0 0 0,0 0 0 0 0,1 0 1 0 0,-1 1-1 0 0,1-1 0 0 0,-1 0 0 0 0,1 0 1 0 0,0-1-1 0 0,0 1 0 0 0,0 0 0 0 0,0-1 1 0 0,0 1-1 0 0,0-1 0 0 0,0 1 0 0 0,1-1 1 0 0,-1 0-1 0 0,5 2 0 0 0,-1-2-11 0 0,0 0-1 0 0,1-1 1 0 0,-1 0 0 0 0,0 1-1 0 0,0-2 1 0 0,1 1 0 0 0,-1-1-1 0 0,0 0 1 0 0,0 0-1 0 0,0-1 1 0 0,0 0 0 0 0,0 0-1 0 0,0 0 1 0 0,0-1 0 0 0,-1 0-1 0 0,1 0 1 0 0,-1 0-1 0 0,0 0 1 0 0,0-1 0 0 0,8-7-1 0 0,-5 3 59 0 0,1 1-1 0 0,-1-1 0 0 0,-1 0 1 0 0,1-1-1 0 0,-2 1 1 0 0,1-1-1 0 0,-1-1 0 0 0,0 1 1 0 0,-1-1-1 0 0,7-20 1 0 0,-11 29-30 0 0,-1 0-10 0 0,1 0-1 0 0,-1 0 1 0 0,0-1 0 0 0,0 1 0 0 0,1 0 0 0 0,-1 0 0 0 0,0-1 0 0 0,0 1 0 0 0,0 0 0 0 0,0-1 0 0 0,-1 1 0 0 0,1 0 0 0 0,0 0 0 0 0,-1-3 0 0 0,-12-3 41 0 0,-17 11 15 0 0,21-1-72 0 0,0 0 1 0 0,0 1 0 0 0,0 0 0 0 0,1 1 0 0 0,-1 0 0 0 0,1 0 0 0 0,1 1 0 0 0,-1 0 0 0 0,1 0 0 0 0,0 1 0 0 0,0 0-1 0 0,1 0 1 0 0,-11 15 0 0 0,16-21 2 0 0,1-1 0 0 0,0 1-1 0 0,-1-1 1 0 0,1 1 0 0 0,0-1-1 0 0,-1 1 1 0 0,1-1-1 0 0,0 1 1 0 0,0-1 0 0 0,-1 1-1 0 0,1-1 1 0 0,0 1 0 0 0,0 0-1 0 0,0-1 1 0 0,0 1 0 0 0,0-1-1 0 0,0 1 1 0 0,0-1 0 0 0,0 1-1 0 0,0 0 1 0 0,0-1 0 0 0,0 1-1 0 0,0-1 1 0 0,1 1 0 0 0,-1 0-1 0 0,0-1 1 0 0,0 1 0 0 0,1-1-1 0 0,-1 1 1 0 0,0-1 0 0 0,0 1-1 0 0,1-1 1 0 0,-1 1 0 0 0,1 0-1 0 0,22 3-108 0 0,17-9 27 0 0,-34 3 131 0 0,-1 1 1 0 0,0-1-1 0 0,0 0 1 0 0,0 0-1 0 0,0 0 1 0 0,-1-1-1 0 0,1 0 1 0 0,0 0-1 0 0,5-4 1 0 0,-9 5 21 0 0,-37 9-3048 0 0,17 1 1466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2.5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18 722 4360 0 0,'0'0'-188'0'0,"-18"5"3785"0"0,353-346-3026 0 0,-184 180-571 0 0,-117 125-73 0 0,1 2 1 0 0,62-47-1 0 0,-69 53-97 0 0,-27 27 199 0 0,0 1-32 0 0,-1-1 0 0 0,0 0 0 0 0,1 1 0 0 0,-1-1 0 0 0,0 1 0 0 0,0-1 0 0 0,1 0 0 0 0,-1 1 0 0 0,0-1 0 0 0,0 0 0 0 0,0 1-1 0 0,0-1 1 0 0,0 0 0 0 0,0 0 0 0 0,0 1 0 0 0,0-1 0 0 0,0 0 0 0 0,0 1 0 0 0,-1-1 0 0 0,1 0 0 0 0,0 1 0 0 0,0-1 0 0 0,-1 1 0 0 0,1-1-1 0 0,0 0 1 0 0,-1 1 0 0 0,1-1 0 0 0,-1 1 0 0 0,1-1 0 0 0,0 1 0 0 0,-1-1 0 0 0,1 1 0 0 0,-1-1 0 0 0,1 1 0 0 0,-1 0 0 0 0,0-1 0 0 0,1 1-1 0 0,-2-1 1 0 0,-5-2-28 0 0,-1 1 0 0 0,1 0 0 0 0,-1 0 0 0 0,1 1 0 0 0,-1 0 0 0 0,0 0 0 0 0,1 0 0 0 0,-1 1 0 0 0,-9 1 0 0 0,-74 14-93 0 0,36-5-15 0 0,36-10 132 0 0,42-7 0 0 0,51-8 2 0 0,-40 9-33 0 0,1 2 0 0 0,0 2 0 0 0,1 1 1 0 0,64 7-1 0 0,-98-5 36 0 0,0 0-1 0 0,1 0 1 0 0,-1-1 0 0 0,0 1-1 0 0,0 0 1 0 0,0 1 0 0 0,0-1-1 0 0,1 0 1 0 0,-2 1-1 0 0,1-1 1 0 0,0 1 0 0 0,0-1-1 0 0,0 1 1 0 0,-1 0 0 0 0,1 0-1 0 0,-1 0 1 0 0,1 0 0 0 0,0 3-1 0 0,-1-4 4 0 0,-1 0-1 0 0,0 0 0 0 0,1 0 0 0 0,-1 0 1 0 0,0 0-1 0 0,0 0 0 0 0,0 0 0 0 0,0 0 1 0 0,0 0-1 0 0,0 0 0 0 0,0 0 0 0 0,0 0 1 0 0,-1 0-1 0 0,1 0 0 0 0,0 0 0 0 0,-1 0 1 0 0,1 0-1 0 0,0 0 0 0 0,-1 0 0 0 0,1 0 1 0 0,-1 0-1 0 0,0 0 0 0 0,1 0 1 0 0,-1 0-1 0 0,-1 1 0 0 0,1-1 1 0 0,-8 10 10 0 0,0-1 1 0 0,-1 0-1 0 0,0 0 1 0 0,0-1 0 0 0,-1 0-1 0 0,0-1 1 0 0,-1 0-1 0 0,0-1 1 0 0,-16 7 0 0 0,0 2-91 0 0,11-8-126 0 0,-11 9-3102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3.4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35 233 4596 0 0,'-35'6'-171'0'0,"55"-15"586"0"0,59-17-65 0 0,317-69-245 0 0,-160 41-66 0 0,-38 17 65 0 0,-193 37-321 0 0,23-5 765 0 0,-28 5-659 0 0,1 0 1 0 0,0 0-1 0 0,0-1 1 0 0,0 1-1 0 0,-1 0 1 0 0,1 0-1 0 0,0-1 1 0 0,0 1-1 0 0,-1 0 0 0 0,1-1 1 0 0,0 1-1 0 0,0-1 1 0 0,-1 1-1 0 0,1-1 1 0 0,0 1-1 0 0,-1-1 0 0 0,1 1 1 0 0,-1-1-1 0 0,1 0 1 0 0,-1 1-1 0 0,1-1 1 0 0,-1 0-1 0 0,1 1 1 0 0,-1-2-1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3.7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12 3876 0 0,'-11'-4'96'0'0,"5"0"0"0"0,9 2 96 0 0,50 0-104 0 0,1 3 1 0 0,-1 2-1 0 0,0 2 1 0 0,0 3-1 0 0,0 2 1 0 0,68 22-1 0 0,-119-32-76 0 0,-1 0 0 0 0,1 1-1 0 0,-1-1 1 0 0,1 0 0 0 0,-1 1 0 0 0,1-1-1 0 0,-1 1 1 0 0,1 0 0 0 0,-1-1-1 0 0,0 1 1 0 0,0 0 0 0 0,1 0 0 0 0,-1 0-1 0 0,0 0 1 0 0,0 0 0 0 0,0 0 0 0 0,0 0-1 0 0,0 0 1 0 0,0 1 0 0 0,0-1 0 0 0,0 0-1 0 0,-1 1 1 0 0,1-1 0 0 0,0 0 0 0 0,-1 1-1 0 0,1-1 1 0 0,0 3 0 0 0,-2-2 5 0 0,1 1 1 0 0,-1-1 0 0 0,0 0-1 0 0,1 1 1 0 0,-1-1-1 0 0,0 0 1 0 0,0 0 0 0 0,-1 0-1 0 0,1 0 1 0 0,0 0-1 0 0,-1 0 1 0 0,1 0 0 0 0,-1 0-1 0 0,0 0 1 0 0,-2 1-1 0 0,-10 9 50 0 0,-1 0-1 0 0,0-2 0 0 0,-20 11 0 0 0,35-21-66 0 0,-150 79 420 0 0,124-67-1251 0 0,-1-1 0 0 0,0-2 0 0 0,-54 12 0 0 0,66-19-163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4.8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 44 3880 0 0,'-29'-43'1329'0'0,"153"77"-697"0"0,439 97-537 0 0,-242-61-56 0 0,-228-53 457 0 0,25 8 376 0 0,-115-24-808 0 0,-1 0 1 0 0,1-1-1 0 0,0 1 1 0 0,-1 0-1 0 0,1-1 1 0 0,0 0-1 0 0,0 0 1 0 0,0 0 0 0 0,4 0-1 0 0,-5-1-261 0 0,-1 1 0 0 0,0-1 0 0 0,0 1 0 0 0,0-1 0 0 0,0 1 0 0 0,0-1-1 0 0,0 0 1 0 0,-1 1 0 0 0,1-1 0 0 0,0 0 0 0 0,0 0 0 0 0,0 0 0 0 0,-1 0 0 0 0,1 0 0 0 0,0 0 0 0 0,-1 0 0 0 0,1 0 0 0 0,-1 0 0 0 0,1 0-1 0 0,-1 0 1 0 0,1-1 0 0 0,1-5-1599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5.2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15 5060 0 0,'-4'-1'-62'0'0,"-59"-10"477"0"0,61 10-342 0 0,-6 0 7 0 0,4 0-24 0 0,8 2 286 0 0,53 16-314 0 0,59 26-1 0 0,-92-33-20 0 0,0 2 0 0 0,-1 0 0 0 0,-1 1-1 0 0,0 2 1 0 0,24 20 0 0 0,-45-34-1 0 0,0 0 0 0 0,0 0 0 0 0,1 0 0 0 0,-1 0-1 0 0,0 0 1 0 0,0 0 0 0 0,-1 0 0 0 0,1 1 0 0 0,0-1 0 0 0,0 0 0 0 0,-1 0 0 0 0,1 1 0 0 0,0-1 0 0 0,-1 0 0 0 0,1 1 0 0 0,-1-1-1 0 0,0 1 1 0 0,1-1 0 0 0,-1 1 0 0 0,0-1 0 0 0,0 1 0 0 0,0-1 0 0 0,0 1 0 0 0,0-1 0 0 0,-1 0 0 0 0,1 4 0 0 0,-2-2 5 0 0,1-1 0 0 0,-1 1 0 0 0,0 0 0 0 0,0 0 0 0 0,0-1 1 0 0,0 1-1 0 0,0-1 0 0 0,-1 0 0 0 0,1 0 0 0 0,-1 0 0 0 0,-4 4 0 0 0,-10 3 33 0 0,1 0-1 0 0,-2 0 0 0 0,-21 6 1 0 0,33-12-34 0 0,-153 48-196 0 0,50-29-2785 0 0,78-19 1447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6.1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0 4504 0 0,'0'0'343'0'0,"-21"10"-20"0"0,22-7-331 0 0,1 0 0 0 0,-1 0 1 0 0,1 0-1 0 0,0 0 0 0 0,0 0 0 0 0,0 0 1 0 0,0 0-1 0 0,0-1 0 0 0,1 1 0 0 0,-1-1 1 0 0,1 0-1 0 0,0 0 0 0 0,5 4 0 0 0,50 26 11 0 0,-45-25-3 0 0,246 107 35 0 0,-74-36 18 0 0,8 5 1 0 0,86 41 325 0 0,-269-117-91 0 0,10 4-2659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06.6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 45 4652 0 0,'-5'-7'126'0'0,"-1"1"-1"0"0,1 0 0 0 0,-1 1 1 0 0,0-1-1 0 0,-14-8 0 0 0,18 13 201 0 0,26 22-200 0 0,47 29 0 0 0,-36-27-125 0 0,63 56 0 0 0,-95-77 9 0 0,0 1-1 0 0,0-1 1 0 0,0 1-1 0 0,-1 0 1 0 0,1 0 0 0 0,-1 1-1 0 0,0-1 1 0 0,0 0 0 0 0,0 1-1 0 0,0-1 1 0 0,-1 1-1 0 0,2 5 1 0 0,-3-7-1 0 0,0 0 0 0 0,0 1 0 0 0,-1-1 0 0 0,1 0 0 0 0,-1 0 0 0 0,0 1 0 0 0,0-1 0 0 0,1 0 0 0 0,-1 0 0 0 0,-1 0 0 0 0,1 0 0 0 0,0 0 0 0 0,0 0 0 0 0,-1 0 0 0 0,1-1 0 0 0,-1 1 0 0 0,0 0 0 0 0,1-1 0 0 0,-1 1 0 0 0,0-1 0 0 0,0 0 0 0 0,-3 2 0 0 0,-12 9-54 0 0,-1-1 0 0 0,0-1 0 0 0,0-1 0 0 0,-1-1 1 0 0,-35 11-1 0 0,-47 5-3210 0 0,75-20 2319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5.8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0 1240 0 0,'0'0'3472'0'0,"-4"1"-3410"0"0,2-1-62 0 0,1 0 2 0 0,1 0-1 0 0,-1-1 1 0 0,1 1 0 0 0,0 0 0 0 0,-1 0 0 0 0,1 0-1 0 0,-1 0 1 0 0,1 0 0 0 0,-1 0 0 0 0,1 0-1 0 0,-1 0 1 0 0,1 0 0 0 0,0 0 0 0 0,-1 0 0 0 0,1 1-1 0 0,-1-1 1 0 0,1 0 0 0 0,-1 0 0 0 0,1 0-1 0 0,0 0 1 0 0,-1 1 0 0 0,1-1 0 0 0,-1 0 0 0 0,1 0-1 0 0,0 1 1 0 0,-1-1 0 0 0,1 0 0 0 0,0 1-1 0 0,-1-1 1 0 0,1 0 0 0 0,0 1 0 0 0,0-1-1 0 0,0 1 1 0 0,-1-1 0 0 0,1 0 0 0 0,0 1 0 0 0,0-1-1 0 0,0 1 1 0 0,0-1 0 0 0,-1 1 0 0 0,1-1-1 0 0,0 1 1 0 0,0-1 0 0 0,0 0 0 0 0,0 1 0 0 0,0-1-1 0 0,0 1 1 0 0,0-1 0 0 0,1 1 0 0 0,-1-1-1 0 0,0 1 1 0 0,0-1 0 0 0,0 1 0 0 0,1 2-18 0 0,27 29-24 0 0,55 37 39 0 0,165 105 0 0 0,-157-117-6 0 0,24 15 68 0 0,201 163-1 0 0,-242-178-1701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6.5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184 31 4324 0 0,'0'0'-106'0'0,"-28"-31"2804"0"0,48 53-2315 0 0,2-1 0 0 0,0-2 0 0 0,46 32 0 0 0,33 28-442 0 0,-94-70 61 0 0,-7-9-1 0 0,0 1-1 0 0,0 0 1 0 0,0 0-1 0 0,0-1 1 0 0,0 1-1 0 0,0 0 0 0 0,-1 0 1 0 0,1-1-1 0 0,0 1 1 0 0,0 0-1 0 0,0-1 1 0 0,-1 1-1 0 0,1 0 0 0 0,0-1 1 0 0,-1 1-1 0 0,1 0 1 0 0,-1-1-1 0 0,1 1 1 0 0,-1-1-1 0 0,1 1 0 0 0,-1-1 1 0 0,1 1-1 0 0,-1-1 1 0 0,1 1-1 0 0,-1-1 1 0 0,0 1-1 0 0,1-1 1 0 0,-2 1-1 0 0,-19 8 17 0 0,18-8-11 0 0,-45 13-483 0 0,-1-2 0 0 0,-1-2 0 0 0,-89 7 0 0 0,103-14-750 0 0,15 0-479 0 0,3-3-24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19.5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0 4644 0 0,'0'0'-134'0'0,"-2"5"7"0"0,1-3 125 0 0,0 1-1 0 0,0 0 1 0 0,1 0 0 0 0,0 0-1 0 0,0 0 1 0 0,-1-1 0 0 0,2 1-1 0 0,-1 0 1 0 0,0 0 0 0 0,0 0-1 0 0,1 0 1 0 0,0 0-1 0 0,-1-1 1 0 0,1 1 0 0 0,0 0-1 0 0,1-1 1 0 0,-1 1 0 0 0,0-1-1 0 0,3 5 1 0 0,5 13-8 0 0,1 1 6 0 0,1 0 0 0 0,0-1 0 0 0,2-1 0 0 0,0 0 1 0 0,1 0-1 0 0,22 22 0 0 0,107 91 53 0 0,-127-118-45 0 0,49 40 19 0 0,-29-26-6 0 0,-1 2 0 0 0,45 50 0 0 0,-53-45-7 0 0,27 29 312 0 0,-53-63-284 0 0,4 6-1112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0.1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63 2888 0 0,'-3'-2'108'0'0,"1"0"-1"0"0,-1-1 0 0 0,0 1 1 0 0,1-1-1 0 0,-1 0 1 0 0,1 0-1 0 0,0 0 0 0 0,0 0 1 0 0,0 0-1 0 0,1 0 1 0 0,-3-7-1 0 0,3 8 110 0 0,-8-11 1206 0 0,4 5-504 0 0,7 9-917 0 0,36 33-14 0 0,66 45 1 0 0,23 20 8 0 0,-125-98 5 0 0,-1 0-1 0 0,0 0 1 0 0,0 0-1 0 0,0 0 1 0 0,0 0-1 0 0,0 0 1 0 0,0 0-1 0 0,0 0 1 0 0,0 1 0 0 0,-1-1-1 0 0,1 0 1 0 0,0 1-1 0 0,-1-1 1 0 0,1 0-1 0 0,-1 1 1 0 0,1-1 0 0 0,-1 0-1 0 0,0 1 1 0 0,0-1-1 0 0,0 1 1 0 0,1-1-1 0 0,-1 1 1 0 0,0-1-1 0 0,-1 3 1 0 0,0-2 2 0 0,0 0 0 0 0,0 0-1 0 0,0 0 1 0 0,0 0 0 0 0,0-1 0 0 0,-1 1 0 0 0,1 0 0 0 0,-1-1-1 0 0,1 1 1 0 0,-1 0 0 0 0,0-1 0 0 0,1 0 0 0 0,-1 1-1 0 0,-3 0 1 0 0,-10 6 23 0 0,0-1 0 0 0,0-1 0 0 0,-26 8 0 0 0,25-9-11 0 0,-11 4-213 0 0,-55 17 504 0 0,23-20-3759 0 0,43-6 1718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1.6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6 4888 0 0,'-1'0'9'0'0,"0"-1"-1"0"0,-1 0 0 0 0,1 1 0 0 0,0-1 0 0 0,0 1 0 0 0,0-1 0 0 0,0 1 0 0 0,0-1 0 0 0,-1 1 1 0 0,1 0-1 0 0,0-1 0 0 0,0 1 0 0 0,-1 0 0 0 0,1 0 0 0 0,0 0 0 0 0,0 0 0 0 0,-1 0 1 0 0,1 0-1 0 0,0 1 0 0 0,0-1 0 0 0,-1 0 0 0 0,1 1 0 0 0,0-1 0 0 0,0 1 0 0 0,-2 0 0 0 0,3 0-10 0 0,0 1 0 0 0,0-1 0 0 0,0 0 0 0 0,0 0-1 0 0,0 0 1 0 0,0 0 0 0 0,0 0 0 0 0,1 1 0 0 0,-1-1-1 0 0,0 0 1 0 0,1 0 0 0 0,-1 0 0 0 0,1 0 0 0 0,0 0-1 0 0,-1 0 1 0 0,1 0 0 0 0,0 0 0 0 0,-1 0 0 0 0,1 0-1 0 0,0-1 1 0 0,0 1 0 0 0,0 0 0 0 0,0 0 0 0 0,0-1-1 0 0,-1 1 1 0 0,1-1 0 0 0,3 2 0 0 0,82 60 3 0 0,3-3 0 0 0,126 61 1 0 0,204 68 61 0 0,-391-177-56 0 0,-6-3 80 0 0,-1 1-1 0 0,32 18 1 0 0,-47-21 66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2.0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47 38 4120 0 0,'-32'-26'580'0'0,"31"25"-410"0"0,-5-3 255 0 0,-2-1-78 0 0,10 4 52 0 0,80 29-401 0 0,-2 4 0 0 0,77 42 1 0 0,-156-74 1 0 0,0 0 1 0 0,0 1 0 0 0,0-1-1 0 0,0 1 1 0 0,0-1-1 0 0,0 1 1 0 0,0-1 0 0 0,0 1-1 0 0,0-1 1 0 0,-1 1-1 0 0,1 0 1 0 0,0 0-1 0 0,0-1 1 0 0,0 1 0 0 0,-1 0-1 0 0,1 0 1 0 0,0 0-1 0 0,-1 0 1 0 0,1 0-1 0 0,-1 0 1 0 0,1 0 0 0 0,-1 0-1 0 0,0 0 1 0 0,1 0-1 0 0,-1 0 1 0 0,0 2 0 0 0,0-2 0 0 0,-1 0 1 0 0,1 1 0 0 0,-1-1 0 0 0,0 0 0 0 0,1 0 0 0 0,-1 0-1 0 0,0 0 1 0 0,0 1 0 0 0,0-1 0 0 0,0 0 0 0 0,0-1 0 0 0,0 1-1 0 0,0 0 1 0 0,0 0 0 0 0,0 0 0 0 0,-1-1 0 0 0,-1 2-1 0 0,-7 3-58 0 0,0 0 1 0 0,-1-1-1 0 0,-20 5 0 0 0,-62 7-2472 0 0,61-13 1057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2.7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1 4444 0 0,'0'0'-132'0'0,"-3"0"-80"0"0,-10 0 192 0 0,10 0 2 0 0,15-1-52 0 0,697 18 767 0 0,-623-14-346 0 0,-84-3-334 0 0,22-6-2356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3.1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8 3588 0 0,'-23'-8'1148'0'0,"57"11"-913"0"0,67 14-217 0 0,-73-9-5 0 0,-1 1 0 0 0,-1 2 0 0 0,48 24-1 0 0,-74-34-8 0 0,0-1-1 0 0,1 0 0 0 0,-1 1 0 0 0,0-1 0 0 0,0 0 0 0 0,0 1 0 0 0,1-1 0 0 0,-1 0 0 0 0,0 1 0 0 0,0-1 0 0 0,0 0 0 0 0,0 1 0 0 0,0-1 0 0 0,0 0 0 0 0,0 1 1 0 0,0-1-1 0 0,0 1 0 0 0,0-1 0 0 0,0 0 0 0 0,0 1 0 0 0,0-1 0 0 0,0 0 0 0 0,0 1 0 0 0,0-1 0 0 0,0 1 0 0 0,-1-1 0 0 0,1 0 0 0 0,0 1 0 0 0,0-1 0 0 0,0 0 1 0 0,-1 1-1 0 0,1-1 0 0 0,0 0 0 0 0,0 0 0 0 0,-1 1 0 0 0,1-1 0 0 0,0 0 0 0 0,0 0 0 0 0,-1 1 0 0 0,1-1 0 0 0,0 0 0 0 0,-1 0 0 0 0,1 0 0 0 0,-1 1 0 0 0,-12 9 44 0 0,13-10-46 0 0,-21 10-124 0 0,-1 0 1 0 0,0-2-1 0 0,0 0 0 0 0,-1-1 1 0 0,0-1-1 0 0,-43 4 1 0 0,31-4-1307 0 0,16-1 346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4.2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283 76 3800 0 0,'-3'-48'340'0'0,"3"46"-158"0"0,-6-23 2157 0 0,16 40-2343 0 0,0-1 1 0 0,1 0-1 0 0,0 0 0 0 0,1-1 0 0 0,26 21 0 0 0,80 56 73 0 0,-75-59-31 0 0,-27-20-20 0 0,-9-7 5 0 0,-1 1-1 0 0,1 0 0 0 0,-1 0 0 0 0,0 0 1 0 0,-1 0-1 0 0,1 1 0 0 0,6 8 0 0 0,-11-12 14 0 0,-4 0-11 0 0,-4 2-8 0 0,0 1 0 0 0,-1-2 1 0 0,1 1-1 0 0,-1-1 0 0 0,1-1 0 0 0,-1 1 1 0 0,-14 2-1 0 0,-68 7 40 0 0,45-7-25 0 0,-175 37 168 0 0,72-11-2448 0 0,143-30 623 0 0,-8 5-75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5.5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20 543 4860 0 0,'0'0'-37'0'0,"-19"-16"1037"0"0,21 10-942 0 0,1 0 0 0 0,0 0 0 0 0,1 0-1 0 0,-1 1 1 0 0,1-1 0 0 0,0 1 0 0 0,0 0 0 0 0,1 0-1 0 0,-1 0 1 0 0,1 1 0 0 0,0 0 0 0 0,11-7 0 0 0,79-45-9 0 0,-73 44-6 0 0,310-147-16 0 0,9-4 393 0 0,-303 140 175 0 0,-37 23-429 0 0,-17-13-69 0 0,14 11-87 0 0,0-1 0 0 0,0 1 0 0 0,0 1 1 0 0,-1-1-1 0 0,1 0 0 0 0,0 0 0 0 0,-1 1 0 0 0,1-1 0 0 0,-1 1 1 0 0,0 0-1 0 0,1 0 0 0 0,-6-1 0 0 0,-16-1-34 0 0,0 2 0 0 0,0 0 0 0 0,0 2 0 0 0,0 1 0 0 0,0 1 0 0 0,0 0 0 0 0,-46 15 0 0 0,48-11 28 0 0,28-8 14 0 0,21-2-2 0 0,22 3-70 0 0,-1 3 1 0 0,0 1-1 0 0,0 3 1 0 0,50 13-1 0 0,-98-20 53 0 0,1 1 0 0 0,-1-1 0 0 0,1 1 0 0 0,-1-1 0 0 0,0 1 0 0 0,1 0 0 0 0,-1-1 0 0 0,1 1 0 0 0,-1-1 0 0 0,0 1 1 0 0,0 0-1 0 0,1-1 0 0 0,-1 1 0 0 0,0 0 0 0 0,0-1 0 0 0,0 1 0 0 0,0 0 0 0 0,0-1 0 0 0,0 1 0 0 0,0 0 0 0 0,0 0 0 0 0,0-1 0 0 0,0 1 0 0 0,0 0 0 0 0,0-1 0 0 0,0 1 0 0 0,-1 0 0 0 0,1-1 0 0 0,0 1 0 0 0,0-1 0 0 0,-1 1 0 0 0,1 0 0 0 0,-1-1 1 0 0,1 1-1 0 0,0-1 0 0 0,-1 1 0 0 0,1-1 0 0 0,-1 1 0 0 0,1-1 0 0 0,-1 1 0 0 0,1-1 0 0 0,-1 1 0 0 0,0-1 0 0 0,1 0 0 0 0,-2 1 0 0 0,-33 16-420 0 0,-42 15-1 0 0,5-2-275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6.9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33 946 4660 0 0,'-4'-2'-88'0'0,"-23"-15"452"0"0,25 16 233 0 0,18-23-53 0 0,21-12-273 0 0,2 1 0 0 0,1 2 0 0 0,49-30 0 0 0,-8 5-159 0 0,402-354 130 0 0,-395 318-216 0 0,42-39 12 0 0,-97 97-208 0 0,-32 35 140 0 0,-8 4-278 0 0,-24 11 273 0 0,-31 15 86 0 0,-2-3 0 0 0,-88 25 0 0 0,135-50 1073 0 0,42-11-885 0 0,53-16-202 0 0,-18 12-59 0 0,0 2 0 0 0,1 3 1 0 0,93-2-1 0 0,-152 11-35 0 0,4 2-19 0 0,-6-2 72 0 0,1 0 0 0 0,0 0 0 0 0,0 0 0 0 0,0 0 0 0 0,-1 0 0 0 0,1 0 0 0 0,0 1 0 0 0,0-1 0 0 0,-1 0 0 0 0,1 0 0 0 0,0 1 0 0 0,0-1 0 0 0,-1 1 0 0 0,1-1 0 0 0,0 1 0 0 0,-1-1 0 0 0,1 1 0 0 0,-1-1 0 0 0,1 1 0 0 0,0-1 0 0 0,-1 1 0 0 0,1 0 0 0 0,-1-1 0 0 0,0 1 0 0 0,1 0 0 0 0,-1-1 0 0 0,0 1 0 0 0,1 0 0 0 0,-1 0 0 0 0,1 1 0 0 0,-3 4-16 0 0,1 1-1 0 0,-1-1 1 0 0,0 1-1 0 0,0-1 0 0 0,-1 0 1 0 0,0 0-1 0 0,0 0 1 0 0,0 0-1 0 0,-8 10 0 0 0,-15 29 0 0 0,11-27-555 0 0,3-10-3081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7.8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1 5032 0 0,'0'0'-210'0'0,"-4"1"-83"0"0,1 0 1150 0 0,7 0-252 0 0,21 0 3 0 0,61 1-713 0 0,-15-1 188 0 0,5 1-48 0 0,267 18 152 0 0,-332-18-313 0 0,-7-2-36 0 0,1 1 0 0 0,-1 0-1 0 0,1-1 1 0 0,0 0-1 0 0,-1 0 1 0 0,1 0 0 0 0,0 0-1 0 0,-1-1 1 0 0,1 0 0 0 0,7-2-1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28.4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 21 4552 0 0,'-15'-10'-254'0'0,"-1"0"4357"0"0,498 131-3980 0 0,-476-120-144 0 0,-4-1 19 0 0,-1 0 0 0 0,0 0 0 0 0,0 1 0 0 0,0-1 0 0 0,0 0 0 0 0,0 0 0 0 0,0 1 1 0 0,1-1-1 0 0,-1 1 0 0 0,0-1 0 0 0,0 1 0 0 0,0-1 0 0 0,0 1 0 0 0,0 0 0 0 0,-1 0 0 0 0,1-1 0 0 0,0 1 0 0 0,0 0 0 0 0,0 0 0 0 0,-1 0 0 0 0,1 0 1 0 0,0 0-1 0 0,-1 0 0 0 0,1 0 0 0 0,0 2 0 0 0,-2-1 2 0 0,0 0-1 0 0,0-1 1 0 0,0 1 0 0 0,0 0 0 0 0,-1 0 0 0 0,1-1 0 0 0,-1 1-1 0 0,1-1 1 0 0,-1 1 0 0 0,-3 1 0 0 0,-9 7 9 0 0,0-1 1 0 0,-1 0 0 0 0,-1-1-1 0 0,1 0 1 0 0,-1-1-1 0 0,-1-1 1 0 0,-26 6 0 0 0,-1 2-15 0 0,-62 17-773 0 0,33-16-3223 0 0,54-12 2113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1.0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62 5156 0 0,'-14'-14'132'0'0,"13"13"-76"0"0,0 1 1 0 0,1 0-1 0 0,-1-1 1 0 0,1 1-1 0 0,-1 0 1 0 0,1-1-1 0 0,-1 1 1 0 0,1-1-1 0 0,-1 1 1 0 0,1-1-1 0 0,0 1 1 0 0,-1-1-1 0 0,1 1 1 0 0,-1-1-1 0 0,1 0 1 0 0,0 1-1 0 0,0-1 1 0 0,-1 0-1 0 0,1 1 0 0 0,0-1 1 0 0,0 0-1 0 0,0 1 1 0 0,0-1-1 0 0,0 0 1 0 0,0 1-1 0 0,0-1 1 0 0,0-1-1 0 0,37-4-56 0 0,-1 0-1 0 0,1 3 0 0 0,1 0 0 0 0,47 5 0 0 0,-35-2 1 0 0,416-1 15 0 0,-369 0 98 0 0,-94 1-108 0 0,26-4-276 0 0,-11 0-2881 0 0,-13 0 1433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1.5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 11 4676 0 0,'0'0'-128'0'0,"-33"-10"1654"0"0,88 33-1467 0 0,-22-10-39 0 0,-1 1 0 0 0,-1 1 0 0 0,42 28 0 0 0,-72-43-19 0 0,0 1 0 0 0,-1-1 0 0 0,1 1 1 0 0,0-1-1 0 0,-1 1 0 0 0,1 0 0 0 0,0-1 0 0 0,-1 1 0 0 0,1 0 0 0 0,-1-1 0 0 0,1 1 0 0 0,-1 0 0 0 0,1 0 0 0 0,-1-1 0 0 0,0 1 1 0 0,1 0-1 0 0,-1 0 0 0 0,0 0 0 0 0,0-1 0 0 0,1 1 0 0 0,-1 0 0 0 0,0 0 0 0 0,0 0 0 0 0,0 0 0 0 0,0 0 0 0 0,0 0 0 0 0,0-1 0 0 0,0 1 1 0 0,-1 1-1 0 0,0 0 3 0 0,0 0 0 0 0,0 0 1 0 0,0 0-1 0 0,-1 0 0 0 0,1 0 0 0 0,0-1 1 0 0,-1 1-1 0 0,0-1 0 0 0,1 1 1 0 0,-1-1-1 0 0,-3 3 0 0 0,-5 2 13 0 0,0-1 0 0 0,0 1 0 0 0,-18 5 0 0 0,-5 0-687 0 0,0-2-1 0 0,-1-1 0 0 0,0-1 1 0 0,-52 2-1 0 0,62-8-485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2.1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13 355 4004 0 0,'0'0'104'0'0,"-9"2"-38"0"0,9-2-40 0 0,0 0-1 0 0,0 0 1 0 0,0-1-1 0 0,0 1 1 0 0,0 0-1 0 0,0 0 1 0 0,0 0-1 0 0,0 0 1 0 0,0 0-1 0 0,0 0 0 0 0,0 0 1 0 0,0-1-1 0 0,0 1 1 0 0,0 0-1 0 0,0 0 1 0 0,0 0-1 0 0,0 0 1 0 0,0 0-1 0 0,0 0 1 0 0,0-1-1 0 0,0 1 1 0 0,0 0-1 0 0,0 0 0 0 0,0 0 1 0 0,0 0-1 0 0,0 0 1 0 0,0 0-1 0 0,0 0 1 0 0,0 0-1 0 0,0-1 1 0 0,-1 1-1 0 0,1 0 1 0 0,0 0-1 0 0,0 0 1 0 0,0 0-1 0 0,0 0 0 0 0,0 0 1 0 0,0 0-1 0 0,0 0 1 0 0,0 0-1 0 0,-1 0 1 0 0,1 0-1 0 0,0 0 1 0 0,0 0-1 0 0,0 0 1 0 0,0 0-1 0 0,0 0 0 0 0,0 0 1 0 0,-1 0-1 0 0,1 0 1 0 0,0 0-1 0 0,0 0 1 0 0,0 0-1 0 0,0 0 1 0 0,0 0-1 0 0,0 0 1 0 0,0 0-1 0 0,-1 0 1 0 0,12-11-1 0 0,1 1 0 0 0,0 1 1 0 0,0 0-1 0 0,1 0 1 0 0,0 2-1 0 0,0-1 1 0 0,1 1-1 0 0,16-5 1 0 0,130-40 37 0 0,-140 46-51 0 0,677-143 227 0 0,-666 143-190 0 0,39-8 1350 0 0,-68 14-1224 0 0,3-3 61 0 0,-4 3-230 0 0,0 0 0 0 0,-1 0 0 0 0,1 0 0 0 0,-1 0 1 0 0,1-1-1 0 0,0 1 0 0 0,-1 0 0 0 0,1 0 0 0 0,0-1 0 0 0,-1 1 0 0 0,1 0 1 0 0,-1-1-1 0 0,1 1 0 0 0,-1-1 0 0 0,1 1 0 0 0,-1 0 0 0 0,1-1 0 0 0,-1 1 0 0 0,1-1 1 0 0,-1 1-1 0 0,0-1 0 0 0,1 0 0 0 0,-1 1 0 0 0,0-1 0 0 0,1 1 0 0 0,-1-1 0 0 0,0 0 1 0 0,0 0-1 0 0,0 0-164 0 0,0-1 1 0 0,0 1 0 0 0,-1-1 0 0 0,1 1-1 0 0,0-1 1 0 0,-1 1 0 0 0,0 0-1 0 0,1-1 1 0 0,-1 1 0 0 0,0 0-1 0 0,1-1 1 0 0,-1 1 0 0 0,0 0-1 0 0,-2-2 1 0 0,-2-4-2176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2.6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43 6 4856 0 0,'-22'0'-127'0'0,"3"-3"761"0"0,17 2-485 0 0,8 0-61 0 0,20 0-38 0 0,44 2-35 0 0,-33 2-31 0 0,1 1 0 0 0,-1 2 0 0 0,0 2 0 0 0,0 1 0 0 0,-1 2 0 0 0,55 25 0 0 0,-89-36 21 0 0,-1 1-1 0 0,0-1 1 0 0,0 1-1 0 0,1-1 1 0 0,-1 1-1 0 0,0 0 1 0 0,0 0-1 0 0,0 0 1 0 0,0-1-1 0 0,0 1 1 0 0,0 0-1 0 0,0 0 1 0 0,0 0-1 0 0,0 0 1 0 0,-1 1 0 0 0,1-1-1 0 0,0 0 1 0 0,-1 0-1 0 0,1 0 1 0 0,-1 1-1 0 0,1-1 1 0 0,-1 0-1 0 0,0 1 1 0 0,1-1-1 0 0,-1 0 1 0 0,0 1-1 0 0,0-1 1 0 0,0 0-1 0 0,0 1 1 0 0,0-1-1 0 0,0 0 1 0 0,0 1-1 0 0,-1-1 1 0 0,1 0-1 0 0,0 1 1 0 0,-1-1-1 0 0,1 0 1 0 0,-1 0-1 0 0,1 1 1 0 0,-1-1 0 0 0,0 0-1 0 0,1 0 1 0 0,-1 0-1 0 0,0 0 1 0 0,0 0-1 0 0,0 0 1 0 0,0 0-1 0 0,0 0 1 0 0,-2 1-1 0 0,-6 6 46 0 0,0 0 1 0 0,-1 0-1 0 0,0-1 0 0 0,-13 7 0 0 0,22-13-49 0 0,-119 61 29 0 0,70-39-3361 0 0,48-22 2457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3.5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12 3640 0 0,'-8'-11'1420'0'0,"11"16"-706"0"0,18 17-615 0 0,44 12-87 0 0,1-4-1 0 0,1-2 1 0 0,100 26-1 0 0,-85-29-11 0 0,592 193 127 0 0,-524-172 1862 0 0,-148-45-1697 0 0,1-1-17 0 0,-3 0-274 0 0,1 0 1 0 0,-1 0-1 0 0,0 0 1 0 0,1 0-1 0 0,-1 1 1 0 0,0-1-1 0 0,1 0 1 0 0,-1 0-1 0 0,0 0 1 0 0,1 0-1 0 0,-1 0 1 0 0,0 0 0 0 0,1 0-1 0 0,-1 0 1 0 0,0 0-1 0 0,1-1 1 0 0,-1 1-1 0 0,0 0 1 0 0,1 0-1 0 0,-1 0 1 0 0,0 0-1 0 0,1 0 1 0 0,-1-1-1 0 0,0 1 1 0 0,0 0-1 0 0,1 0 1 0 0,-1 0-1 0 0,0-1 1 0 0,0 1-1 0 0,1 0 1 0 0,-1 0-1 0 0,0-1 1 0 0,1 1-1 0 0,-3-9-392 0 0,-1-12-614 0 0,3 4-2478 0 0,0 5 1565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3.9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58 5112 0 0,'-53'-56'1614'0'0,"51"55"-1333"0"0,52 30-22 0 0,53 22 1 0 0,-101-50-247 0 0,32 16-4 0 0,-1-2 9 0 0,0 2-1 0 0,46 31 1 0 0,-79-48-17 0 0,1 1 1 0 0,-1-1-1 0 0,1 0 0 0 0,-1 0 1 0 0,0 1-1 0 0,1-1 1 0 0,-1 0-1 0 0,0 1 1 0 0,1-1-1 0 0,-1 1 1 0 0,0-1-1 0 0,0 0 1 0 0,1 1-1 0 0,-1-1 0 0 0,0 1 1 0 0,0-1-1 0 0,0 1 1 0 0,1-1-1 0 0,-1 1 1 0 0,0-1-1 0 0,0 0 1 0 0,0 1-1 0 0,0-1 0 0 0,0 1 1 0 0,0-1-1 0 0,0 1 1 0 0,0-1-1 0 0,0 1 1 0 0,0-1-1 0 0,0 1 1 0 0,-1-1-1 0 0,1 1 1 0 0,0-1-1 0 0,0 1 0 0 0,-17 14 34 0 0,-24 4 20 0 0,8-9-157 0 0,-1-1 1 0 0,0-2 0 0 0,-35 3-1 0 0,40-8-1581 0 0,-56-2 0 0 0,55-1-430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4.9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13 5440 0 0,'0'0'-82'0'0,"-7"-9"553"0"0,3 5 63 0 0,4 6 360 0 0,6 9-896 0 0,1-1 1 0 0,0-1-1 0 0,0 1 1 0 0,1-1-1 0 0,0-1 1 0 0,16 14-1 0 0,69 48-3 0 0,-58-45 3 0 0,638 383 72 0 0,-434-275-19 0 0,12-3 51 0 0,-176-94 1047 0 0,-73-35-1002 0 0,-8-25-7049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5.7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135 34 5016 0 0,'-5'-33'1202'0'0,"21"40"-732"0"0,-1 1-1 0 0,0 1 1 0 0,-1 0-1 0 0,16 13 1 0 0,28 18-463 0 0,20 6 8 0 0,-34-21-12 0 0,-1 1 0 0 0,64 53 0 0 0,-106-78-2 0 0,-1-1 0 0 0,0 1 0 0 0,0 0 0 0 0,0-1-1 0 0,0 1 1 0 0,-1 0 0 0 0,1-1 0 0 0,0 1 0 0 0,0 0-1 0 0,0-1 1 0 0,0 1 0 0 0,-1 0 0 0 0,1-1 0 0 0,0 1-1 0 0,0-1 1 0 0,-1 1 0 0 0,1-1 0 0 0,-1 1-1 0 0,1-1 1 0 0,0 1 0 0 0,-1-1 0 0 0,1 1 0 0 0,-1-1-1 0 0,1 1 1 0 0,-1-1 0 0 0,0 0 0 0 0,1 1 0 0 0,-1-1-1 0 0,1 0 1 0 0,-1 1 0 0 0,-1-1 0 0 0,-19 13 24 0 0,-51 14 27 0 0,-2-3 0 0 0,-139 27 0 0 0,121-31-123 0 0,26-12-4193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8:29:37.0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351 90 5785 0 0,'-5'-55'-1104'0'0,"2"43"2055"0"0,-5-8 1117 0 0,7 18-2210 0 0,16 26 149 0 0,1 0 1 0 0,1-1-1 0 0,1-1 1 0 0,0 0-1 0 0,2-2 0 0 0,1 0 1 0 0,0-1-1 0 0,2-1 1 0 0,0-1-1 0 0,37 20 0 0 0,-22-5 260 0 0,-37-31-144 0 0,-3 1-67 0 0,-3 2-37 0 0,0-1 0 0 0,0 0 0 0 0,-1 0-1 0 0,1 0 1 0 0,0-1 0 0 0,-1 0 0 0 0,0 0-1 0 0,1 0 1 0 0,-12 1 0 0 0,-65 7 68 0 0,41-7-50 0 0,-108 21 3 0 0,-50 6 8 0 0,152-27-108 0 0,45-3-66 0 0,-1 0-92 0 0,-31-2-3873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4.png"/><Relationship Id="rId21" Type="http://schemas.openxmlformats.org/officeDocument/2006/relationships/customXml" Target="../ink/ink10.xml"/><Relationship Id="rId34" Type="http://schemas.openxmlformats.org/officeDocument/2006/relationships/image" Target="../media/image18.png"/><Relationship Id="rId42" Type="http://schemas.openxmlformats.org/officeDocument/2006/relationships/image" Target="../media/image22.png"/><Relationship Id="rId47" Type="http://schemas.openxmlformats.org/officeDocument/2006/relationships/customXml" Target="../ink/ink23.xml"/><Relationship Id="rId50" Type="http://schemas.openxmlformats.org/officeDocument/2006/relationships/image" Target="../media/image26.png"/><Relationship Id="rId55" Type="http://schemas.openxmlformats.org/officeDocument/2006/relationships/customXml" Target="../ink/ink27.xml"/><Relationship Id="rId63" Type="http://schemas.openxmlformats.org/officeDocument/2006/relationships/customXml" Target="../ink/ink31.xml"/><Relationship Id="rId68" Type="http://schemas.openxmlformats.org/officeDocument/2006/relationships/image" Target="../media/image35.png"/><Relationship Id="rId76" Type="http://schemas.openxmlformats.org/officeDocument/2006/relationships/image" Target="../media/image39.png"/><Relationship Id="rId84" Type="http://schemas.openxmlformats.org/officeDocument/2006/relationships/image" Target="../media/image43.png"/><Relationship Id="rId89" Type="http://schemas.openxmlformats.org/officeDocument/2006/relationships/customXml" Target="../ink/ink44.xml"/><Relationship Id="rId97" Type="http://schemas.openxmlformats.org/officeDocument/2006/relationships/customXml" Target="../ink/ink48.xml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7.png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13.png"/><Relationship Id="rId32" Type="http://schemas.openxmlformats.org/officeDocument/2006/relationships/image" Target="../media/image17.png"/><Relationship Id="rId37" Type="http://schemas.openxmlformats.org/officeDocument/2006/relationships/customXml" Target="../ink/ink18.xml"/><Relationship Id="rId40" Type="http://schemas.openxmlformats.org/officeDocument/2006/relationships/image" Target="../media/image21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30.png"/><Relationship Id="rId66" Type="http://schemas.openxmlformats.org/officeDocument/2006/relationships/image" Target="../media/image34.png"/><Relationship Id="rId74" Type="http://schemas.openxmlformats.org/officeDocument/2006/relationships/image" Target="../media/image38.png"/><Relationship Id="rId79" Type="http://schemas.openxmlformats.org/officeDocument/2006/relationships/customXml" Target="../ink/ink39.xml"/><Relationship Id="rId87" Type="http://schemas.openxmlformats.org/officeDocument/2006/relationships/customXml" Target="../ink/ink43.xml"/><Relationship Id="rId5" Type="http://schemas.openxmlformats.org/officeDocument/2006/relationships/customXml" Target="../ink/ink2.xml"/><Relationship Id="rId61" Type="http://schemas.openxmlformats.org/officeDocument/2006/relationships/customXml" Target="../ink/ink30.xml"/><Relationship Id="rId82" Type="http://schemas.openxmlformats.org/officeDocument/2006/relationships/image" Target="../media/image42.png"/><Relationship Id="rId90" Type="http://schemas.openxmlformats.org/officeDocument/2006/relationships/image" Target="../media/image46.png"/><Relationship Id="rId95" Type="http://schemas.openxmlformats.org/officeDocument/2006/relationships/customXml" Target="../ink/ink47.xml"/><Relationship Id="rId19" Type="http://schemas.openxmlformats.org/officeDocument/2006/relationships/customXml" Target="../ink/ink9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customXml" Target="../ink/ink13.xml"/><Relationship Id="rId30" Type="http://schemas.openxmlformats.org/officeDocument/2006/relationships/image" Target="../media/image16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5.png"/><Relationship Id="rId56" Type="http://schemas.openxmlformats.org/officeDocument/2006/relationships/image" Target="../media/image29.png"/><Relationship Id="rId64" Type="http://schemas.openxmlformats.org/officeDocument/2006/relationships/image" Target="../media/image33.png"/><Relationship Id="rId69" Type="http://schemas.openxmlformats.org/officeDocument/2006/relationships/customXml" Target="../ink/ink34.xml"/><Relationship Id="rId77" Type="http://schemas.openxmlformats.org/officeDocument/2006/relationships/customXml" Target="../ink/ink38.xml"/><Relationship Id="rId100" Type="http://schemas.openxmlformats.org/officeDocument/2006/relationships/image" Target="../media/image51.png"/><Relationship Id="rId8" Type="http://schemas.openxmlformats.org/officeDocument/2006/relationships/image" Target="../media/image5.png"/><Relationship Id="rId51" Type="http://schemas.openxmlformats.org/officeDocument/2006/relationships/customXml" Target="../ink/ink25.xml"/><Relationship Id="rId72" Type="http://schemas.openxmlformats.org/officeDocument/2006/relationships/image" Target="../media/image37.png"/><Relationship Id="rId80" Type="http://schemas.openxmlformats.org/officeDocument/2006/relationships/image" Target="../media/image41.png"/><Relationship Id="rId85" Type="http://schemas.openxmlformats.org/officeDocument/2006/relationships/customXml" Target="../ink/ink42.xml"/><Relationship Id="rId93" Type="http://schemas.openxmlformats.org/officeDocument/2006/relationships/customXml" Target="../ink/ink46.xml"/><Relationship Id="rId98" Type="http://schemas.openxmlformats.org/officeDocument/2006/relationships/image" Target="../media/image50.png"/><Relationship Id="rId3" Type="http://schemas.openxmlformats.org/officeDocument/2006/relationships/customXml" Target="../ink/ink1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0.png"/><Relationship Id="rId46" Type="http://schemas.openxmlformats.org/officeDocument/2006/relationships/image" Target="../media/image24.png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20" Type="http://schemas.openxmlformats.org/officeDocument/2006/relationships/image" Target="../media/image11.png"/><Relationship Id="rId41" Type="http://schemas.openxmlformats.org/officeDocument/2006/relationships/customXml" Target="../ink/ink20.xml"/><Relationship Id="rId54" Type="http://schemas.openxmlformats.org/officeDocument/2006/relationships/image" Target="../media/image28.png"/><Relationship Id="rId62" Type="http://schemas.openxmlformats.org/officeDocument/2006/relationships/image" Target="../media/image32.png"/><Relationship Id="rId70" Type="http://schemas.openxmlformats.org/officeDocument/2006/relationships/image" Target="../media/image36.png"/><Relationship Id="rId75" Type="http://schemas.openxmlformats.org/officeDocument/2006/relationships/customXml" Target="../ink/ink37.xml"/><Relationship Id="rId83" Type="http://schemas.openxmlformats.org/officeDocument/2006/relationships/customXml" Target="../ink/ink41.xml"/><Relationship Id="rId88" Type="http://schemas.openxmlformats.org/officeDocument/2006/relationships/image" Target="../media/image45.png"/><Relationship Id="rId91" Type="http://schemas.openxmlformats.org/officeDocument/2006/relationships/customXml" Target="../ink/ink45.xml"/><Relationship Id="rId96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5.png"/><Relationship Id="rId36" Type="http://schemas.openxmlformats.org/officeDocument/2006/relationships/image" Target="../media/image19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6.png"/><Relationship Id="rId31" Type="http://schemas.openxmlformats.org/officeDocument/2006/relationships/customXml" Target="../ink/ink15.xml"/><Relationship Id="rId44" Type="http://schemas.openxmlformats.org/officeDocument/2006/relationships/image" Target="../media/image23.png"/><Relationship Id="rId52" Type="http://schemas.openxmlformats.org/officeDocument/2006/relationships/image" Target="../media/image27.png"/><Relationship Id="rId60" Type="http://schemas.openxmlformats.org/officeDocument/2006/relationships/image" Target="../media/image31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78" Type="http://schemas.openxmlformats.org/officeDocument/2006/relationships/image" Target="../media/image40.png"/><Relationship Id="rId81" Type="http://schemas.openxmlformats.org/officeDocument/2006/relationships/customXml" Target="../ink/ink40.xml"/><Relationship Id="rId86" Type="http://schemas.openxmlformats.org/officeDocument/2006/relationships/image" Target="../media/image44.png"/><Relationship Id="rId94" Type="http://schemas.openxmlformats.org/officeDocument/2006/relationships/image" Target="../media/image48.png"/><Relationship Id="rId99" Type="http://schemas.openxmlformats.org/officeDocument/2006/relationships/customXml" Target="../ink/ink49.xml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39" Type="http://schemas.openxmlformats.org/officeDocument/2006/relationships/customXml" Target="../ink/ink19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2.xml"/><Relationship Id="rId21" Type="http://schemas.openxmlformats.org/officeDocument/2006/relationships/image" Target="../media/image61.png"/><Relationship Id="rId34" Type="http://schemas.openxmlformats.org/officeDocument/2006/relationships/customXml" Target="../ink/ink66.xml"/><Relationship Id="rId42" Type="http://schemas.openxmlformats.org/officeDocument/2006/relationships/customXml" Target="../ink/ink70.xml"/><Relationship Id="rId47" Type="http://schemas.openxmlformats.org/officeDocument/2006/relationships/image" Target="../media/image74.png"/><Relationship Id="rId50" Type="http://schemas.openxmlformats.org/officeDocument/2006/relationships/customXml" Target="../ink/ink74.xml"/><Relationship Id="rId55" Type="http://schemas.openxmlformats.org/officeDocument/2006/relationships/image" Target="../media/image78.png"/><Relationship Id="rId63" Type="http://schemas.openxmlformats.org/officeDocument/2006/relationships/image" Target="../media/image82.png"/><Relationship Id="rId68" Type="http://schemas.openxmlformats.org/officeDocument/2006/relationships/customXml" Target="../ink/ink83.xml"/><Relationship Id="rId76" Type="http://schemas.openxmlformats.org/officeDocument/2006/relationships/customXml" Target="../ink/ink87.xml"/><Relationship Id="rId84" Type="http://schemas.openxmlformats.org/officeDocument/2006/relationships/customXml" Target="../ink/ink91.xml"/><Relationship Id="rId89" Type="http://schemas.openxmlformats.org/officeDocument/2006/relationships/image" Target="../media/image95.png"/><Relationship Id="rId97" Type="http://schemas.openxmlformats.org/officeDocument/2006/relationships/image" Target="../media/image99.png"/><Relationship Id="rId7" Type="http://schemas.openxmlformats.org/officeDocument/2006/relationships/image" Target="../media/image54.png"/><Relationship Id="rId71" Type="http://schemas.openxmlformats.org/officeDocument/2006/relationships/image" Target="../media/image86.png"/><Relationship Id="rId92" Type="http://schemas.openxmlformats.org/officeDocument/2006/relationships/customXml" Target="../ink/ink95.xml"/><Relationship Id="rId2" Type="http://schemas.openxmlformats.org/officeDocument/2006/relationships/customXml" Target="../ink/ink50.xml"/><Relationship Id="rId16" Type="http://schemas.openxmlformats.org/officeDocument/2006/relationships/customXml" Target="../ink/ink57.xml"/><Relationship Id="rId29" Type="http://schemas.openxmlformats.org/officeDocument/2006/relationships/image" Target="../media/image65.png"/><Relationship Id="rId11" Type="http://schemas.openxmlformats.org/officeDocument/2006/relationships/image" Target="../media/image56.png"/><Relationship Id="rId24" Type="http://schemas.openxmlformats.org/officeDocument/2006/relationships/customXml" Target="../ink/ink61.xml"/><Relationship Id="rId32" Type="http://schemas.openxmlformats.org/officeDocument/2006/relationships/customXml" Target="../ink/ink65.xml"/><Relationship Id="rId37" Type="http://schemas.openxmlformats.org/officeDocument/2006/relationships/image" Target="../media/image69.png"/><Relationship Id="rId40" Type="http://schemas.openxmlformats.org/officeDocument/2006/relationships/customXml" Target="../ink/ink69.xml"/><Relationship Id="rId45" Type="http://schemas.openxmlformats.org/officeDocument/2006/relationships/image" Target="../media/image73.png"/><Relationship Id="rId53" Type="http://schemas.openxmlformats.org/officeDocument/2006/relationships/image" Target="../media/image77.png"/><Relationship Id="rId58" Type="http://schemas.openxmlformats.org/officeDocument/2006/relationships/customXml" Target="../ink/ink78.xml"/><Relationship Id="rId66" Type="http://schemas.openxmlformats.org/officeDocument/2006/relationships/customXml" Target="../ink/ink82.xml"/><Relationship Id="rId74" Type="http://schemas.openxmlformats.org/officeDocument/2006/relationships/customXml" Target="../ink/ink86.xml"/><Relationship Id="rId79" Type="http://schemas.openxmlformats.org/officeDocument/2006/relationships/image" Target="../media/image90.png"/><Relationship Id="rId87" Type="http://schemas.openxmlformats.org/officeDocument/2006/relationships/image" Target="../media/image94.png"/><Relationship Id="rId5" Type="http://schemas.openxmlformats.org/officeDocument/2006/relationships/image" Target="../media/image53.png"/><Relationship Id="rId61" Type="http://schemas.openxmlformats.org/officeDocument/2006/relationships/image" Target="../media/image81.png"/><Relationship Id="rId82" Type="http://schemas.openxmlformats.org/officeDocument/2006/relationships/customXml" Target="../ink/ink90.xml"/><Relationship Id="rId90" Type="http://schemas.openxmlformats.org/officeDocument/2006/relationships/customXml" Target="../ink/ink94.xml"/><Relationship Id="rId95" Type="http://schemas.openxmlformats.org/officeDocument/2006/relationships/image" Target="../media/image98.png"/><Relationship Id="rId19" Type="http://schemas.openxmlformats.org/officeDocument/2006/relationships/image" Target="../media/image60.png"/><Relationship Id="rId14" Type="http://schemas.openxmlformats.org/officeDocument/2006/relationships/customXml" Target="../ink/ink56.xml"/><Relationship Id="rId22" Type="http://schemas.openxmlformats.org/officeDocument/2006/relationships/customXml" Target="../ink/ink60.xml"/><Relationship Id="rId27" Type="http://schemas.openxmlformats.org/officeDocument/2006/relationships/image" Target="../media/image64.png"/><Relationship Id="rId30" Type="http://schemas.openxmlformats.org/officeDocument/2006/relationships/customXml" Target="../ink/ink64.xml"/><Relationship Id="rId35" Type="http://schemas.openxmlformats.org/officeDocument/2006/relationships/image" Target="../media/image68.png"/><Relationship Id="rId43" Type="http://schemas.openxmlformats.org/officeDocument/2006/relationships/image" Target="../media/image72.png"/><Relationship Id="rId48" Type="http://schemas.openxmlformats.org/officeDocument/2006/relationships/customXml" Target="../ink/ink73.xml"/><Relationship Id="rId56" Type="http://schemas.openxmlformats.org/officeDocument/2006/relationships/customXml" Target="../ink/ink77.xml"/><Relationship Id="rId64" Type="http://schemas.openxmlformats.org/officeDocument/2006/relationships/customXml" Target="../ink/ink81.xml"/><Relationship Id="rId69" Type="http://schemas.openxmlformats.org/officeDocument/2006/relationships/image" Target="../media/image85.png"/><Relationship Id="rId77" Type="http://schemas.openxmlformats.org/officeDocument/2006/relationships/image" Target="../media/image89.png"/><Relationship Id="rId8" Type="http://schemas.openxmlformats.org/officeDocument/2006/relationships/customXml" Target="../ink/ink53.xml"/><Relationship Id="rId51" Type="http://schemas.openxmlformats.org/officeDocument/2006/relationships/image" Target="../media/image76.png"/><Relationship Id="rId72" Type="http://schemas.openxmlformats.org/officeDocument/2006/relationships/customXml" Target="../ink/ink85.xml"/><Relationship Id="rId80" Type="http://schemas.openxmlformats.org/officeDocument/2006/relationships/customXml" Target="../ink/ink89.xml"/><Relationship Id="rId85" Type="http://schemas.openxmlformats.org/officeDocument/2006/relationships/image" Target="../media/image93.png"/><Relationship Id="rId93" Type="http://schemas.openxmlformats.org/officeDocument/2006/relationships/image" Target="../media/image97.png"/><Relationship Id="rId98" Type="http://schemas.openxmlformats.org/officeDocument/2006/relationships/customXml" Target="../ink/ink98.xml"/><Relationship Id="rId3" Type="http://schemas.openxmlformats.org/officeDocument/2006/relationships/image" Target="../media/image52.png"/><Relationship Id="rId12" Type="http://schemas.openxmlformats.org/officeDocument/2006/relationships/customXml" Target="../ink/ink55.xml"/><Relationship Id="rId17" Type="http://schemas.openxmlformats.org/officeDocument/2006/relationships/image" Target="../media/image59.png"/><Relationship Id="rId25" Type="http://schemas.openxmlformats.org/officeDocument/2006/relationships/image" Target="../media/image63.png"/><Relationship Id="rId33" Type="http://schemas.openxmlformats.org/officeDocument/2006/relationships/image" Target="../media/image67.png"/><Relationship Id="rId38" Type="http://schemas.openxmlformats.org/officeDocument/2006/relationships/customXml" Target="../ink/ink68.xml"/><Relationship Id="rId46" Type="http://schemas.openxmlformats.org/officeDocument/2006/relationships/customXml" Target="../ink/ink72.xml"/><Relationship Id="rId59" Type="http://schemas.openxmlformats.org/officeDocument/2006/relationships/image" Target="../media/image80.png"/><Relationship Id="rId67" Type="http://schemas.openxmlformats.org/officeDocument/2006/relationships/image" Target="../media/image84.png"/><Relationship Id="rId20" Type="http://schemas.openxmlformats.org/officeDocument/2006/relationships/customXml" Target="../ink/ink59.xml"/><Relationship Id="rId41" Type="http://schemas.openxmlformats.org/officeDocument/2006/relationships/image" Target="../media/image71.png"/><Relationship Id="rId54" Type="http://schemas.openxmlformats.org/officeDocument/2006/relationships/customXml" Target="../ink/ink76.xml"/><Relationship Id="rId62" Type="http://schemas.openxmlformats.org/officeDocument/2006/relationships/customXml" Target="../ink/ink80.xml"/><Relationship Id="rId70" Type="http://schemas.openxmlformats.org/officeDocument/2006/relationships/customXml" Target="../ink/ink84.xml"/><Relationship Id="rId75" Type="http://schemas.openxmlformats.org/officeDocument/2006/relationships/image" Target="../media/image88.png"/><Relationship Id="rId83" Type="http://schemas.openxmlformats.org/officeDocument/2006/relationships/image" Target="../media/image92.png"/><Relationship Id="rId88" Type="http://schemas.openxmlformats.org/officeDocument/2006/relationships/customXml" Target="../ink/ink93.xml"/><Relationship Id="rId91" Type="http://schemas.openxmlformats.org/officeDocument/2006/relationships/image" Target="../media/image96.png"/><Relationship Id="rId96" Type="http://schemas.openxmlformats.org/officeDocument/2006/relationships/customXml" Target="../ink/ink9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2.xml"/><Relationship Id="rId15" Type="http://schemas.openxmlformats.org/officeDocument/2006/relationships/image" Target="../media/image58.png"/><Relationship Id="rId23" Type="http://schemas.openxmlformats.org/officeDocument/2006/relationships/image" Target="../media/image62.png"/><Relationship Id="rId28" Type="http://schemas.openxmlformats.org/officeDocument/2006/relationships/customXml" Target="../ink/ink63.xml"/><Relationship Id="rId36" Type="http://schemas.openxmlformats.org/officeDocument/2006/relationships/customXml" Target="../ink/ink67.xml"/><Relationship Id="rId49" Type="http://schemas.openxmlformats.org/officeDocument/2006/relationships/image" Target="../media/image75.png"/><Relationship Id="rId57" Type="http://schemas.openxmlformats.org/officeDocument/2006/relationships/image" Target="../media/image79.png"/><Relationship Id="rId10" Type="http://schemas.openxmlformats.org/officeDocument/2006/relationships/customXml" Target="../ink/ink54.xml"/><Relationship Id="rId31" Type="http://schemas.openxmlformats.org/officeDocument/2006/relationships/image" Target="../media/image66.png"/><Relationship Id="rId44" Type="http://schemas.openxmlformats.org/officeDocument/2006/relationships/customXml" Target="../ink/ink71.xml"/><Relationship Id="rId52" Type="http://schemas.openxmlformats.org/officeDocument/2006/relationships/customXml" Target="../ink/ink75.xml"/><Relationship Id="rId60" Type="http://schemas.openxmlformats.org/officeDocument/2006/relationships/customXml" Target="../ink/ink79.xml"/><Relationship Id="rId65" Type="http://schemas.openxmlformats.org/officeDocument/2006/relationships/image" Target="../media/image83.png"/><Relationship Id="rId73" Type="http://schemas.openxmlformats.org/officeDocument/2006/relationships/image" Target="../media/image87.png"/><Relationship Id="rId78" Type="http://schemas.openxmlformats.org/officeDocument/2006/relationships/customXml" Target="../ink/ink88.xml"/><Relationship Id="rId81" Type="http://schemas.openxmlformats.org/officeDocument/2006/relationships/image" Target="../media/image91.png"/><Relationship Id="rId86" Type="http://schemas.openxmlformats.org/officeDocument/2006/relationships/customXml" Target="../ink/ink92.xml"/><Relationship Id="rId94" Type="http://schemas.openxmlformats.org/officeDocument/2006/relationships/customXml" Target="../ink/ink96.xml"/><Relationship Id="rId99" Type="http://schemas.openxmlformats.org/officeDocument/2006/relationships/image" Target="../media/image100.png"/><Relationship Id="rId4" Type="http://schemas.openxmlformats.org/officeDocument/2006/relationships/customXml" Target="../ink/ink51.xml"/><Relationship Id="rId9" Type="http://schemas.openxmlformats.org/officeDocument/2006/relationships/image" Target="../media/image55.png"/><Relationship Id="rId13" Type="http://schemas.openxmlformats.org/officeDocument/2006/relationships/image" Target="../media/image57.png"/><Relationship Id="rId18" Type="http://schemas.openxmlformats.org/officeDocument/2006/relationships/customXml" Target="../ink/ink58.xml"/><Relationship Id="rId39" Type="http://schemas.openxmlformats.org/officeDocument/2006/relationships/image" Target="../media/image70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1.xml"/><Relationship Id="rId21" Type="http://schemas.openxmlformats.org/officeDocument/2006/relationships/image" Target="../media/image61.png"/><Relationship Id="rId34" Type="http://schemas.openxmlformats.org/officeDocument/2006/relationships/customXml" Target="../ink/ink115.xml"/><Relationship Id="rId42" Type="http://schemas.openxmlformats.org/officeDocument/2006/relationships/customXml" Target="../ink/ink119.xml"/><Relationship Id="rId47" Type="http://schemas.openxmlformats.org/officeDocument/2006/relationships/image" Target="../media/image74.png"/><Relationship Id="rId50" Type="http://schemas.openxmlformats.org/officeDocument/2006/relationships/customXml" Target="../ink/ink123.xml"/><Relationship Id="rId55" Type="http://schemas.openxmlformats.org/officeDocument/2006/relationships/image" Target="../media/image78.png"/><Relationship Id="rId63" Type="http://schemas.openxmlformats.org/officeDocument/2006/relationships/image" Target="../media/image82.png"/><Relationship Id="rId68" Type="http://schemas.openxmlformats.org/officeDocument/2006/relationships/customXml" Target="../ink/ink132.xml"/><Relationship Id="rId76" Type="http://schemas.openxmlformats.org/officeDocument/2006/relationships/customXml" Target="../ink/ink136.xml"/><Relationship Id="rId84" Type="http://schemas.openxmlformats.org/officeDocument/2006/relationships/customXml" Target="../ink/ink140.xml"/><Relationship Id="rId89" Type="http://schemas.openxmlformats.org/officeDocument/2006/relationships/image" Target="../media/image95.png"/><Relationship Id="rId97" Type="http://schemas.openxmlformats.org/officeDocument/2006/relationships/image" Target="../media/image99.png"/><Relationship Id="rId7" Type="http://schemas.openxmlformats.org/officeDocument/2006/relationships/image" Target="../media/image54.png"/><Relationship Id="rId71" Type="http://schemas.openxmlformats.org/officeDocument/2006/relationships/image" Target="../media/image86.png"/><Relationship Id="rId92" Type="http://schemas.openxmlformats.org/officeDocument/2006/relationships/customXml" Target="../ink/ink144.xml"/><Relationship Id="rId2" Type="http://schemas.openxmlformats.org/officeDocument/2006/relationships/customXml" Target="../ink/ink99.xml"/><Relationship Id="rId16" Type="http://schemas.openxmlformats.org/officeDocument/2006/relationships/customXml" Target="../ink/ink106.xml"/><Relationship Id="rId29" Type="http://schemas.openxmlformats.org/officeDocument/2006/relationships/image" Target="../media/image65.png"/><Relationship Id="rId11" Type="http://schemas.openxmlformats.org/officeDocument/2006/relationships/image" Target="../media/image56.png"/><Relationship Id="rId24" Type="http://schemas.openxmlformats.org/officeDocument/2006/relationships/customXml" Target="../ink/ink110.xml"/><Relationship Id="rId32" Type="http://schemas.openxmlformats.org/officeDocument/2006/relationships/customXml" Target="../ink/ink114.xml"/><Relationship Id="rId37" Type="http://schemas.openxmlformats.org/officeDocument/2006/relationships/image" Target="../media/image69.png"/><Relationship Id="rId40" Type="http://schemas.openxmlformats.org/officeDocument/2006/relationships/customXml" Target="../ink/ink118.xml"/><Relationship Id="rId45" Type="http://schemas.openxmlformats.org/officeDocument/2006/relationships/image" Target="../media/image73.png"/><Relationship Id="rId53" Type="http://schemas.openxmlformats.org/officeDocument/2006/relationships/image" Target="../media/image77.png"/><Relationship Id="rId58" Type="http://schemas.openxmlformats.org/officeDocument/2006/relationships/customXml" Target="../ink/ink127.xml"/><Relationship Id="rId66" Type="http://schemas.openxmlformats.org/officeDocument/2006/relationships/customXml" Target="../ink/ink131.xml"/><Relationship Id="rId74" Type="http://schemas.openxmlformats.org/officeDocument/2006/relationships/customXml" Target="../ink/ink135.xml"/><Relationship Id="rId79" Type="http://schemas.openxmlformats.org/officeDocument/2006/relationships/image" Target="../media/image90.png"/><Relationship Id="rId87" Type="http://schemas.openxmlformats.org/officeDocument/2006/relationships/image" Target="../media/image94.png"/><Relationship Id="rId5" Type="http://schemas.openxmlformats.org/officeDocument/2006/relationships/image" Target="../media/image53.png"/><Relationship Id="rId61" Type="http://schemas.openxmlformats.org/officeDocument/2006/relationships/image" Target="../media/image81.png"/><Relationship Id="rId82" Type="http://schemas.openxmlformats.org/officeDocument/2006/relationships/customXml" Target="../ink/ink139.xml"/><Relationship Id="rId90" Type="http://schemas.openxmlformats.org/officeDocument/2006/relationships/customXml" Target="../ink/ink143.xml"/><Relationship Id="rId95" Type="http://schemas.openxmlformats.org/officeDocument/2006/relationships/image" Target="../media/image98.png"/><Relationship Id="rId19" Type="http://schemas.openxmlformats.org/officeDocument/2006/relationships/image" Target="../media/image60.png"/><Relationship Id="rId14" Type="http://schemas.openxmlformats.org/officeDocument/2006/relationships/customXml" Target="../ink/ink105.xml"/><Relationship Id="rId22" Type="http://schemas.openxmlformats.org/officeDocument/2006/relationships/customXml" Target="../ink/ink109.xml"/><Relationship Id="rId27" Type="http://schemas.openxmlformats.org/officeDocument/2006/relationships/image" Target="../media/image64.png"/><Relationship Id="rId30" Type="http://schemas.openxmlformats.org/officeDocument/2006/relationships/customXml" Target="../ink/ink113.xml"/><Relationship Id="rId35" Type="http://schemas.openxmlformats.org/officeDocument/2006/relationships/image" Target="../media/image68.png"/><Relationship Id="rId43" Type="http://schemas.openxmlformats.org/officeDocument/2006/relationships/image" Target="../media/image72.png"/><Relationship Id="rId48" Type="http://schemas.openxmlformats.org/officeDocument/2006/relationships/customXml" Target="../ink/ink122.xml"/><Relationship Id="rId56" Type="http://schemas.openxmlformats.org/officeDocument/2006/relationships/customXml" Target="../ink/ink126.xml"/><Relationship Id="rId64" Type="http://schemas.openxmlformats.org/officeDocument/2006/relationships/customXml" Target="../ink/ink130.xml"/><Relationship Id="rId69" Type="http://schemas.openxmlformats.org/officeDocument/2006/relationships/image" Target="../media/image85.png"/><Relationship Id="rId77" Type="http://schemas.openxmlformats.org/officeDocument/2006/relationships/image" Target="../media/image89.png"/><Relationship Id="rId8" Type="http://schemas.openxmlformats.org/officeDocument/2006/relationships/customXml" Target="../ink/ink102.xml"/><Relationship Id="rId51" Type="http://schemas.openxmlformats.org/officeDocument/2006/relationships/image" Target="../media/image76.png"/><Relationship Id="rId72" Type="http://schemas.openxmlformats.org/officeDocument/2006/relationships/customXml" Target="../ink/ink134.xml"/><Relationship Id="rId80" Type="http://schemas.openxmlformats.org/officeDocument/2006/relationships/customXml" Target="../ink/ink138.xml"/><Relationship Id="rId85" Type="http://schemas.openxmlformats.org/officeDocument/2006/relationships/image" Target="../media/image93.png"/><Relationship Id="rId93" Type="http://schemas.openxmlformats.org/officeDocument/2006/relationships/image" Target="../media/image97.png"/><Relationship Id="rId98" Type="http://schemas.openxmlformats.org/officeDocument/2006/relationships/customXml" Target="../ink/ink147.xml"/><Relationship Id="rId3" Type="http://schemas.openxmlformats.org/officeDocument/2006/relationships/image" Target="../media/image52.png"/><Relationship Id="rId12" Type="http://schemas.openxmlformats.org/officeDocument/2006/relationships/customXml" Target="../ink/ink104.xml"/><Relationship Id="rId17" Type="http://schemas.openxmlformats.org/officeDocument/2006/relationships/image" Target="../media/image59.png"/><Relationship Id="rId25" Type="http://schemas.openxmlformats.org/officeDocument/2006/relationships/image" Target="../media/image63.png"/><Relationship Id="rId33" Type="http://schemas.openxmlformats.org/officeDocument/2006/relationships/image" Target="../media/image67.png"/><Relationship Id="rId38" Type="http://schemas.openxmlformats.org/officeDocument/2006/relationships/customXml" Target="../ink/ink117.xml"/><Relationship Id="rId46" Type="http://schemas.openxmlformats.org/officeDocument/2006/relationships/customXml" Target="../ink/ink121.xml"/><Relationship Id="rId59" Type="http://schemas.openxmlformats.org/officeDocument/2006/relationships/image" Target="../media/image80.png"/><Relationship Id="rId67" Type="http://schemas.openxmlformats.org/officeDocument/2006/relationships/image" Target="../media/image84.png"/><Relationship Id="rId20" Type="http://schemas.openxmlformats.org/officeDocument/2006/relationships/customXml" Target="../ink/ink108.xml"/><Relationship Id="rId41" Type="http://schemas.openxmlformats.org/officeDocument/2006/relationships/image" Target="../media/image71.png"/><Relationship Id="rId54" Type="http://schemas.openxmlformats.org/officeDocument/2006/relationships/customXml" Target="../ink/ink125.xml"/><Relationship Id="rId62" Type="http://schemas.openxmlformats.org/officeDocument/2006/relationships/customXml" Target="../ink/ink129.xml"/><Relationship Id="rId70" Type="http://schemas.openxmlformats.org/officeDocument/2006/relationships/customXml" Target="../ink/ink133.xml"/><Relationship Id="rId75" Type="http://schemas.openxmlformats.org/officeDocument/2006/relationships/image" Target="../media/image88.png"/><Relationship Id="rId83" Type="http://schemas.openxmlformats.org/officeDocument/2006/relationships/image" Target="../media/image92.png"/><Relationship Id="rId88" Type="http://schemas.openxmlformats.org/officeDocument/2006/relationships/customXml" Target="../ink/ink142.xml"/><Relationship Id="rId91" Type="http://schemas.openxmlformats.org/officeDocument/2006/relationships/image" Target="../media/image96.png"/><Relationship Id="rId96" Type="http://schemas.openxmlformats.org/officeDocument/2006/relationships/customXml" Target="../ink/ink14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1.xml"/><Relationship Id="rId15" Type="http://schemas.openxmlformats.org/officeDocument/2006/relationships/image" Target="../media/image58.png"/><Relationship Id="rId23" Type="http://schemas.openxmlformats.org/officeDocument/2006/relationships/image" Target="../media/image62.png"/><Relationship Id="rId28" Type="http://schemas.openxmlformats.org/officeDocument/2006/relationships/customXml" Target="../ink/ink112.xml"/><Relationship Id="rId36" Type="http://schemas.openxmlformats.org/officeDocument/2006/relationships/customXml" Target="../ink/ink116.xml"/><Relationship Id="rId49" Type="http://schemas.openxmlformats.org/officeDocument/2006/relationships/image" Target="../media/image75.png"/><Relationship Id="rId57" Type="http://schemas.openxmlformats.org/officeDocument/2006/relationships/image" Target="../media/image79.png"/><Relationship Id="rId10" Type="http://schemas.openxmlformats.org/officeDocument/2006/relationships/customXml" Target="../ink/ink103.xml"/><Relationship Id="rId31" Type="http://schemas.openxmlformats.org/officeDocument/2006/relationships/image" Target="../media/image66.png"/><Relationship Id="rId44" Type="http://schemas.openxmlformats.org/officeDocument/2006/relationships/customXml" Target="../ink/ink120.xml"/><Relationship Id="rId52" Type="http://schemas.openxmlformats.org/officeDocument/2006/relationships/customXml" Target="../ink/ink124.xml"/><Relationship Id="rId60" Type="http://schemas.openxmlformats.org/officeDocument/2006/relationships/customXml" Target="../ink/ink128.xml"/><Relationship Id="rId65" Type="http://schemas.openxmlformats.org/officeDocument/2006/relationships/image" Target="../media/image83.png"/><Relationship Id="rId73" Type="http://schemas.openxmlformats.org/officeDocument/2006/relationships/image" Target="../media/image87.png"/><Relationship Id="rId78" Type="http://schemas.openxmlformats.org/officeDocument/2006/relationships/customXml" Target="../ink/ink137.xml"/><Relationship Id="rId81" Type="http://schemas.openxmlformats.org/officeDocument/2006/relationships/image" Target="../media/image91.png"/><Relationship Id="rId86" Type="http://schemas.openxmlformats.org/officeDocument/2006/relationships/customXml" Target="../ink/ink141.xml"/><Relationship Id="rId94" Type="http://schemas.openxmlformats.org/officeDocument/2006/relationships/customXml" Target="../ink/ink145.xml"/><Relationship Id="rId99" Type="http://schemas.openxmlformats.org/officeDocument/2006/relationships/image" Target="../media/image100.png"/><Relationship Id="rId4" Type="http://schemas.openxmlformats.org/officeDocument/2006/relationships/customXml" Target="../ink/ink100.xml"/><Relationship Id="rId9" Type="http://schemas.openxmlformats.org/officeDocument/2006/relationships/image" Target="../media/image55.png"/><Relationship Id="rId13" Type="http://schemas.openxmlformats.org/officeDocument/2006/relationships/image" Target="../media/image57.png"/><Relationship Id="rId18" Type="http://schemas.openxmlformats.org/officeDocument/2006/relationships/customXml" Target="../ink/ink107.xml"/><Relationship Id="rId39" Type="http://schemas.openxmlformats.org/officeDocument/2006/relationships/image" Target="../media/image70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60.xml"/><Relationship Id="rId21" Type="http://schemas.openxmlformats.org/officeDocument/2006/relationships/image" Target="../media/image61.png"/><Relationship Id="rId34" Type="http://schemas.openxmlformats.org/officeDocument/2006/relationships/customXml" Target="../ink/ink164.xml"/><Relationship Id="rId42" Type="http://schemas.openxmlformats.org/officeDocument/2006/relationships/customXml" Target="../ink/ink168.xml"/><Relationship Id="rId47" Type="http://schemas.openxmlformats.org/officeDocument/2006/relationships/image" Target="../media/image74.png"/><Relationship Id="rId50" Type="http://schemas.openxmlformats.org/officeDocument/2006/relationships/customXml" Target="../ink/ink172.xml"/><Relationship Id="rId55" Type="http://schemas.openxmlformats.org/officeDocument/2006/relationships/image" Target="../media/image78.png"/><Relationship Id="rId63" Type="http://schemas.openxmlformats.org/officeDocument/2006/relationships/image" Target="../media/image82.png"/><Relationship Id="rId68" Type="http://schemas.openxmlformats.org/officeDocument/2006/relationships/customXml" Target="../ink/ink181.xml"/><Relationship Id="rId76" Type="http://schemas.openxmlformats.org/officeDocument/2006/relationships/customXml" Target="../ink/ink185.xml"/><Relationship Id="rId84" Type="http://schemas.openxmlformats.org/officeDocument/2006/relationships/customXml" Target="../ink/ink189.xml"/><Relationship Id="rId89" Type="http://schemas.openxmlformats.org/officeDocument/2006/relationships/image" Target="../media/image95.png"/><Relationship Id="rId97" Type="http://schemas.openxmlformats.org/officeDocument/2006/relationships/image" Target="../media/image99.png"/><Relationship Id="rId7" Type="http://schemas.openxmlformats.org/officeDocument/2006/relationships/image" Target="../media/image54.png"/><Relationship Id="rId71" Type="http://schemas.openxmlformats.org/officeDocument/2006/relationships/image" Target="../media/image86.png"/><Relationship Id="rId92" Type="http://schemas.openxmlformats.org/officeDocument/2006/relationships/customXml" Target="../ink/ink193.xml"/><Relationship Id="rId2" Type="http://schemas.openxmlformats.org/officeDocument/2006/relationships/customXml" Target="../ink/ink148.xml"/><Relationship Id="rId16" Type="http://schemas.openxmlformats.org/officeDocument/2006/relationships/customXml" Target="../ink/ink155.xml"/><Relationship Id="rId29" Type="http://schemas.openxmlformats.org/officeDocument/2006/relationships/image" Target="../media/image65.png"/><Relationship Id="rId11" Type="http://schemas.openxmlformats.org/officeDocument/2006/relationships/image" Target="../media/image56.png"/><Relationship Id="rId24" Type="http://schemas.openxmlformats.org/officeDocument/2006/relationships/customXml" Target="../ink/ink159.xml"/><Relationship Id="rId32" Type="http://schemas.openxmlformats.org/officeDocument/2006/relationships/customXml" Target="../ink/ink163.xml"/><Relationship Id="rId37" Type="http://schemas.openxmlformats.org/officeDocument/2006/relationships/image" Target="../media/image69.png"/><Relationship Id="rId40" Type="http://schemas.openxmlformats.org/officeDocument/2006/relationships/customXml" Target="../ink/ink167.xml"/><Relationship Id="rId45" Type="http://schemas.openxmlformats.org/officeDocument/2006/relationships/image" Target="../media/image73.png"/><Relationship Id="rId53" Type="http://schemas.openxmlformats.org/officeDocument/2006/relationships/image" Target="../media/image77.png"/><Relationship Id="rId58" Type="http://schemas.openxmlformats.org/officeDocument/2006/relationships/customXml" Target="../ink/ink176.xml"/><Relationship Id="rId66" Type="http://schemas.openxmlformats.org/officeDocument/2006/relationships/customXml" Target="../ink/ink180.xml"/><Relationship Id="rId74" Type="http://schemas.openxmlformats.org/officeDocument/2006/relationships/customXml" Target="../ink/ink184.xml"/><Relationship Id="rId79" Type="http://schemas.openxmlformats.org/officeDocument/2006/relationships/image" Target="../media/image90.png"/><Relationship Id="rId87" Type="http://schemas.openxmlformats.org/officeDocument/2006/relationships/image" Target="../media/image94.png"/><Relationship Id="rId5" Type="http://schemas.openxmlformats.org/officeDocument/2006/relationships/image" Target="../media/image53.png"/><Relationship Id="rId61" Type="http://schemas.openxmlformats.org/officeDocument/2006/relationships/image" Target="../media/image81.png"/><Relationship Id="rId82" Type="http://schemas.openxmlformats.org/officeDocument/2006/relationships/customXml" Target="../ink/ink188.xml"/><Relationship Id="rId90" Type="http://schemas.openxmlformats.org/officeDocument/2006/relationships/customXml" Target="../ink/ink192.xml"/><Relationship Id="rId95" Type="http://schemas.openxmlformats.org/officeDocument/2006/relationships/image" Target="../media/image98.png"/><Relationship Id="rId19" Type="http://schemas.openxmlformats.org/officeDocument/2006/relationships/image" Target="../media/image60.png"/><Relationship Id="rId14" Type="http://schemas.openxmlformats.org/officeDocument/2006/relationships/customXml" Target="../ink/ink154.xml"/><Relationship Id="rId22" Type="http://schemas.openxmlformats.org/officeDocument/2006/relationships/customXml" Target="../ink/ink158.xml"/><Relationship Id="rId27" Type="http://schemas.openxmlformats.org/officeDocument/2006/relationships/image" Target="../media/image64.png"/><Relationship Id="rId30" Type="http://schemas.openxmlformats.org/officeDocument/2006/relationships/customXml" Target="../ink/ink162.xml"/><Relationship Id="rId35" Type="http://schemas.openxmlformats.org/officeDocument/2006/relationships/image" Target="../media/image68.png"/><Relationship Id="rId43" Type="http://schemas.openxmlformats.org/officeDocument/2006/relationships/image" Target="../media/image72.png"/><Relationship Id="rId48" Type="http://schemas.openxmlformats.org/officeDocument/2006/relationships/customXml" Target="../ink/ink171.xml"/><Relationship Id="rId56" Type="http://schemas.openxmlformats.org/officeDocument/2006/relationships/customXml" Target="../ink/ink175.xml"/><Relationship Id="rId64" Type="http://schemas.openxmlformats.org/officeDocument/2006/relationships/customXml" Target="../ink/ink179.xml"/><Relationship Id="rId69" Type="http://schemas.openxmlformats.org/officeDocument/2006/relationships/image" Target="../media/image85.png"/><Relationship Id="rId77" Type="http://schemas.openxmlformats.org/officeDocument/2006/relationships/image" Target="../media/image89.png"/><Relationship Id="rId100" Type="http://schemas.openxmlformats.org/officeDocument/2006/relationships/image" Target="../media/image101.png"/><Relationship Id="rId8" Type="http://schemas.openxmlformats.org/officeDocument/2006/relationships/customXml" Target="../ink/ink151.xml"/><Relationship Id="rId51" Type="http://schemas.openxmlformats.org/officeDocument/2006/relationships/image" Target="../media/image76.png"/><Relationship Id="rId72" Type="http://schemas.openxmlformats.org/officeDocument/2006/relationships/customXml" Target="../ink/ink183.xml"/><Relationship Id="rId80" Type="http://schemas.openxmlformats.org/officeDocument/2006/relationships/customXml" Target="../ink/ink187.xml"/><Relationship Id="rId85" Type="http://schemas.openxmlformats.org/officeDocument/2006/relationships/image" Target="../media/image93.png"/><Relationship Id="rId93" Type="http://schemas.openxmlformats.org/officeDocument/2006/relationships/image" Target="../media/image97.png"/><Relationship Id="rId98" Type="http://schemas.openxmlformats.org/officeDocument/2006/relationships/customXml" Target="../ink/ink196.xml"/><Relationship Id="rId3" Type="http://schemas.openxmlformats.org/officeDocument/2006/relationships/image" Target="../media/image52.png"/><Relationship Id="rId12" Type="http://schemas.openxmlformats.org/officeDocument/2006/relationships/customXml" Target="../ink/ink153.xml"/><Relationship Id="rId17" Type="http://schemas.openxmlformats.org/officeDocument/2006/relationships/image" Target="../media/image59.png"/><Relationship Id="rId25" Type="http://schemas.openxmlformats.org/officeDocument/2006/relationships/image" Target="../media/image63.png"/><Relationship Id="rId33" Type="http://schemas.openxmlformats.org/officeDocument/2006/relationships/image" Target="../media/image67.png"/><Relationship Id="rId38" Type="http://schemas.openxmlformats.org/officeDocument/2006/relationships/customXml" Target="../ink/ink166.xml"/><Relationship Id="rId46" Type="http://schemas.openxmlformats.org/officeDocument/2006/relationships/customXml" Target="../ink/ink170.xml"/><Relationship Id="rId59" Type="http://schemas.openxmlformats.org/officeDocument/2006/relationships/image" Target="../media/image80.png"/><Relationship Id="rId67" Type="http://schemas.openxmlformats.org/officeDocument/2006/relationships/image" Target="../media/image84.png"/><Relationship Id="rId20" Type="http://schemas.openxmlformats.org/officeDocument/2006/relationships/customXml" Target="../ink/ink157.xml"/><Relationship Id="rId41" Type="http://schemas.openxmlformats.org/officeDocument/2006/relationships/image" Target="../media/image71.png"/><Relationship Id="rId54" Type="http://schemas.openxmlformats.org/officeDocument/2006/relationships/customXml" Target="../ink/ink174.xml"/><Relationship Id="rId62" Type="http://schemas.openxmlformats.org/officeDocument/2006/relationships/customXml" Target="../ink/ink178.xml"/><Relationship Id="rId70" Type="http://schemas.openxmlformats.org/officeDocument/2006/relationships/customXml" Target="../ink/ink182.xml"/><Relationship Id="rId75" Type="http://schemas.openxmlformats.org/officeDocument/2006/relationships/image" Target="../media/image88.png"/><Relationship Id="rId83" Type="http://schemas.openxmlformats.org/officeDocument/2006/relationships/image" Target="../media/image92.png"/><Relationship Id="rId88" Type="http://schemas.openxmlformats.org/officeDocument/2006/relationships/customXml" Target="../ink/ink191.xml"/><Relationship Id="rId91" Type="http://schemas.openxmlformats.org/officeDocument/2006/relationships/image" Target="../media/image96.png"/><Relationship Id="rId96" Type="http://schemas.openxmlformats.org/officeDocument/2006/relationships/customXml" Target="../ink/ink19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0.xml"/><Relationship Id="rId15" Type="http://schemas.openxmlformats.org/officeDocument/2006/relationships/image" Target="../media/image58.png"/><Relationship Id="rId23" Type="http://schemas.openxmlformats.org/officeDocument/2006/relationships/image" Target="../media/image62.png"/><Relationship Id="rId28" Type="http://schemas.openxmlformats.org/officeDocument/2006/relationships/customXml" Target="../ink/ink161.xml"/><Relationship Id="rId36" Type="http://schemas.openxmlformats.org/officeDocument/2006/relationships/customXml" Target="../ink/ink165.xml"/><Relationship Id="rId49" Type="http://schemas.openxmlformats.org/officeDocument/2006/relationships/image" Target="../media/image75.png"/><Relationship Id="rId57" Type="http://schemas.openxmlformats.org/officeDocument/2006/relationships/image" Target="../media/image79.png"/><Relationship Id="rId10" Type="http://schemas.openxmlformats.org/officeDocument/2006/relationships/customXml" Target="../ink/ink152.xml"/><Relationship Id="rId31" Type="http://schemas.openxmlformats.org/officeDocument/2006/relationships/image" Target="../media/image66.png"/><Relationship Id="rId44" Type="http://schemas.openxmlformats.org/officeDocument/2006/relationships/customXml" Target="../ink/ink169.xml"/><Relationship Id="rId52" Type="http://schemas.openxmlformats.org/officeDocument/2006/relationships/customXml" Target="../ink/ink173.xml"/><Relationship Id="rId60" Type="http://schemas.openxmlformats.org/officeDocument/2006/relationships/customXml" Target="../ink/ink177.xml"/><Relationship Id="rId65" Type="http://schemas.openxmlformats.org/officeDocument/2006/relationships/image" Target="../media/image83.png"/><Relationship Id="rId73" Type="http://schemas.openxmlformats.org/officeDocument/2006/relationships/image" Target="../media/image87.png"/><Relationship Id="rId78" Type="http://schemas.openxmlformats.org/officeDocument/2006/relationships/customXml" Target="../ink/ink186.xml"/><Relationship Id="rId81" Type="http://schemas.openxmlformats.org/officeDocument/2006/relationships/image" Target="../media/image91.png"/><Relationship Id="rId86" Type="http://schemas.openxmlformats.org/officeDocument/2006/relationships/customXml" Target="../ink/ink190.xml"/><Relationship Id="rId94" Type="http://schemas.openxmlformats.org/officeDocument/2006/relationships/customXml" Target="../ink/ink194.xml"/><Relationship Id="rId99" Type="http://schemas.openxmlformats.org/officeDocument/2006/relationships/image" Target="../media/image100.png"/><Relationship Id="rId4" Type="http://schemas.openxmlformats.org/officeDocument/2006/relationships/customXml" Target="../ink/ink149.xml"/><Relationship Id="rId9" Type="http://schemas.openxmlformats.org/officeDocument/2006/relationships/image" Target="../media/image55.png"/><Relationship Id="rId13" Type="http://schemas.openxmlformats.org/officeDocument/2006/relationships/image" Target="../media/image57.png"/><Relationship Id="rId18" Type="http://schemas.openxmlformats.org/officeDocument/2006/relationships/customXml" Target="../ink/ink156.xml"/><Relationship Id="rId39" Type="http://schemas.openxmlformats.org/officeDocument/2006/relationships/image" Target="../media/image70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09.xml"/><Relationship Id="rId21" Type="http://schemas.openxmlformats.org/officeDocument/2006/relationships/image" Target="../media/image61.png"/><Relationship Id="rId34" Type="http://schemas.openxmlformats.org/officeDocument/2006/relationships/customXml" Target="../ink/ink213.xml"/><Relationship Id="rId42" Type="http://schemas.openxmlformats.org/officeDocument/2006/relationships/customXml" Target="../ink/ink217.xml"/><Relationship Id="rId47" Type="http://schemas.openxmlformats.org/officeDocument/2006/relationships/image" Target="../media/image74.png"/><Relationship Id="rId50" Type="http://schemas.openxmlformats.org/officeDocument/2006/relationships/customXml" Target="../ink/ink221.xml"/><Relationship Id="rId55" Type="http://schemas.openxmlformats.org/officeDocument/2006/relationships/image" Target="../media/image78.png"/><Relationship Id="rId63" Type="http://schemas.openxmlformats.org/officeDocument/2006/relationships/image" Target="../media/image82.png"/><Relationship Id="rId68" Type="http://schemas.openxmlformats.org/officeDocument/2006/relationships/customXml" Target="../ink/ink230.xml"/><Relationship Id="rId76" Type="http://schemas.openxmlformats.org/officeDocument/2006/relationships/customXml" Target="../ink/ink234.xml"/><Relationship Id="rId84" Type="http://schemas.openxmlformats.org/officeDocument/2006/relationships/customXml" Target="../ink/ink238.xml"/><Relationship Id="rId89" Type="http://schemas.openxmlformats.org/officeDocument/2006/relationships/image" Target="../media/image95.png"/><Relationship Id="rId97" Type="http://schemas.openxmlformats.org/officeDocument/2006/relationships/image" Target="../media/image99.png"/><Relationship Id="rId7" Type="http://schemas.openxmlformats.org/officeDocument/2006/relationships/image" Target="../media/image54.png"/><Relationship Id="rId71" Type="http://schemas.openxmlformats.org/officeDocument/2006/relationships/image" Target="../media/image86.png"/><Relationship Id="rId92" Type="http://schemas.openxmlformats.org/officeDocument/2006/relationships/customXml" Target="../ink/ink242.xml"/><Relationship Id="rId2" Type="http://schemas.openxmlformats.org/officeDocument/2006/relationships/customXml" Target="../ink/ink197.xml"/><Relationship Id="rId16" Type="http://schemas.openxmlformats.org/officeDocument/2006/relationships/customXml" Target="../ink/ink204.xml"/><Relationship Id="rId29" Type="http://schemas.openxmlformats.org/officeDocument/2006/relationships/image" Target="../media/image65.png"/><Relationship Id="rId11" Type="http://schemas.openxmlformats.org/officeDocument/2006/relationships/image" Target="../media/image56.png"/><Relationship Id="rId24" Type="http://schemas.openxmlformats.org/officeDocument/2006/relationships/customXml" Target="../ink/ink208.xml"/><Relationship Id="rId32" Type="http://schemas.openxmlformats.org/officeDocument/2006/relationships/customXml" Target="../ink/ink212.xml"/><Relationship Id="rId37" Type="http://schemas.openxmlformats.org/officeDocument/2006/relationships/image" Target="../media/image69.png"/><Relationship Id="rId40" Type="http://schemas.openxmlformats.org/officeDocument/2006/relationships/customXml" Target="../ink/ink216.xml"/><Relationship Id="rId45" Type="http://schemas.openxmlformats.org/officeDocument/2006/relationships/image" Target="../media/image73.png"/><Relationship Id="rId53" Type="http://schemas.openxmlformats.org/officeDocument/2006/relationships/image" Target="../media/image77.png"/><Relationship Id="rId58" Type="http://schemas.openxmlformats.org/officeDocument/2006/relationships/customXml" Target="../ink/ink225.xml"/><Relationship Id="rId66" Type="http://schemas.openxmlformats.org/officeDocument/2006/relationships/customXml" Target="../ink/ink229.xml"/><Relationship Id="rId74" Type="http://schemas.openxmlformats.org/officeDocument/2006/relationships/customXml" Target="../ink/ink233.xml"/><Relationship Id="rId79" Type="http://schemas.openxmlformats.org/officeDocument/2006/relationships/image" Target="../media/image90.png"/><Relationship Id="rId87" Type="http://schemas.openxmlformats.org/officeDocument/2006/relationships/image" Target="../media/image94.png"/><Relationship Id="rId5" Type="http://schemas.openxmlformats.org/officeDocument/2006/relationships/image" Target="../media/image53.png"/><Relationship Id="rId61" Type="http://schemas.openxmlformats.org/officeDocument/2006/relationships/image" Target="../media/image81.png"/><Relationship Id="rId82" Type="http://schemas.openxmlformats.org/officeDocument/2006/relationships/customXml" Target="../ink/ink237.xml"/><Relationship Id="rId90" Type="http://schemas.openxmlformats.org/officeDocument/2006/relationships/customXml" Target="../ink/ink241.xml"/><Relationship Id="rId95" Type="http://schemas.openxmlformats.org/officeDocument/2006/relationships/image" Target="../media/image98.png"/><Relationship Id="rId19" Type="http://schemas.openxmlformats.org/officeDocument/2006/relationships/image" Target="../media/image60.png"/><Relationship Id="rId14" Type="http://schemas.openxmlformats.org/officeDocument/2006/relationships/customXml" Target="../ink/ink203.xml"/><Relationship Id="rId22" Type="http://schemas.openxmlformats.org/officeDocument/2006/relationships/customXml" Target="../ink/ink207.xml"/><Relationship Id="rId27" Type="http://schemas.openxmlformats.org/officeDocument/2006/relationships/image" Target="../media/image64.png"/><Relationship Id="rId30" Type="http://schemas.openxmlformats.org/officeDocument/2006/relationships/customXml" Target="../ink/ink211.xml"/><Relationship Id="rId35" Type="http://schemas.openxmlformats.org/officeDocument/2006/relationships/image" Target="../media/image68.png"/><Relationship Id="rId43" Type="http://schemas.openxmlformats.org/officeDocument/2006/relationships/image" Target="../media/image72.png"/><Relationship Id="rId48" Type="http://schemas.openxmlformats.org/officeDocument/2006/relationships/customXml" Target="../ink/ink220.xml"/><Relationship Id="rId56" Type="http://schemas.openxmlformats.org/officeDocument/2006/relationships/customXml" Target="../ink/ink224.xml"/><Relationship Id="rId64" Type="http://schemas.openxmlformats.org/officeDocument/2006/relationships/customXml" Target="../ink/ink228.xml"/><Relationship Id="rId69" Type="http://schemas.openxmlformats.org/officeDocument/2006/relationships/image" Target="../media/image85.png"/><Relationship Id="rId77" Type="http://schemas.openxmlformats.org/officeDocument/2006/relationships/image" Target="../media/image89.png"/><Relationship Id="rId100" Type="http://schemas.openxmlformats.org/officeDocument/2006/relationships/image" Target="../media/image101.png"/><Relationship Id="rId8" Type="http://schemas.openxmlformats.org/officeDocument/2006/relationships/customXml" Target="../ink/ink200.xml"/><Relationship Id="rId51" Type="http://schemas.openxmlformats.org/officeDocument/2006/relationships/image" Target="../media/image76.png"/><Relationship Id="rId72" Type="http://schemas.openxmlformats.org/officeDocument/2006/relationships/customXml" Target="../ink/ink232.xml"/><Relationship Id="rId80" Type="http://schemas.openxmlformats.org/officeDocument/2006/relationships/customXml" Target="../ink/ink236.xml"/><Relationship Id="rId85" Type="http://schemas.openxmlformats.org/officeDocument/2006/relationships/image" Target="../media/image93.png"/><Relationship Id="rId93" Type="http://schemas.openxmlformats.org/officeDocument/2006/relationships/image" Target="../media/image97.png"/><Relationship Id="rId98" Type="http://schemas.openxmlformats.org/officeDocument/2006/relationships/customXml" Target="../ink/ink245.xml"/><Relationship Id="rId3" Type="http://schemas.openxmlformats.org/officeDocument/2006/relationships/image" Target="../media/image52.png"/><Relationship Id="rId12" Type="http://schemas.openxmlformats.org/officeDocument/2006/relationships/customXml" Target="../ink/ink202.xml"/><Relationship Id="rId17" Type="http://schemas.openxmlformats.org/officeDocument/2006/relationships/image" Target="../media/image59.png"/><Relationship Id="rId25" Type="http://schemas.openxmlformats.org/officeDocument/2006/relationships/image" Target="../media/image63.png"/><Relationship Id="rId33" Type="http://schemas.openxmlformats.org/officeDocument/2006/relationships/image" Target="../media/image67.png"/><Relationship Id="rId38" Type="http://schemas.openxmlformats.org/officeDocument/2006/relationships/customXml" Target="../ink/ink215.xml"/><Relationship Id="rId46" Type="http://schemas.openxmlformats.org/officeDocument/2006/relationships/customXml" Target="../ink/ink219.xml"/><Relationship Id="rId59" Type="http://schemas.openxmlformats.org/officeDocument/2006/relationships/image" Target="../media/image80.png"/><Relationship Id="rId67" Type="http://schemas.openxmlformats.org/officeDocument/2006/relationships/image" Target="../media/image84.png"/><Relationship Id="rId20" Type="http://schemas.openxmlformats.org/officeDocument/2006/relationships/customXml" Target="../ink/ink206.xml"/><Relationship Id="rId41" Type="http://schemas.openxmlformats.org/officeDocument/2006/relationships/image" Target="../media/image71.png"/><Relationship Id="rId54" Type="http://schemas.openxmlformats.org/officeDocument/2006/relationships/customXml" Target="../ink/ink223.xml"/><Relationship Id="rId62" Type="http://schemas.openxmlformats.org/officeDocument/2006/relationships/customXml" Target="../ink/ink227.xml"/><Relationship Id="rId70" Type="http://schemas.openxmlformats.org/officeDocument/2006/relationships/customXml" Target="../ink/ink231.xml"/><Relationship Id="rId75" Type="http://schemas.openxmlformats.org/officeDocument/2006/relationships/image" Target="../media/image88.png"/><Relationship Id="rId83" Type="http://schemas.openxmlformats.org/officeDocument/2006/relationships/image" Target="../media/image92.png"/><Relationship Id="rId88" Type="http://schemas.openxmlformats.org/officeDocument/2006/relationships/customXml" Target="../ink/ink240.xml"/><Relationship Id="rId91" Type="http://schemas.openxmlformats.org/officeDocument/2006/relationships/image" Target="../media/image96.png"/><Relationship Id="rId96" Type="http://schemas.openxmlformats.org/officeDocument/2006/relationships/customXml" Target="../ink/ink24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9.xml"/><Relationship Id="rId15" Type="http://schemas.openxmlformats.org/officeDocument/2006/relationships/image" Target="../media/image58.png"/><Relationship Id="rId23" Type="http://schemas.openxmlformats.org/officeDocument/2006/relationships/image" Target="../media/image62.png"/><Relationship Id="rId28" Type="http://schemas.openxmlformats.org/officeDocument/2006/relationships/customXml" Target="../ink/ink210.xml"/><Relationship Id="rId36" Type="http://schemas.openxmlformats.org/officeDocument/2006/relationships/customXml" Target="../ink/ink214.xml"/><Relationship Id="rId49" Type="http://schemas.openxmlformats.org/officeDocument/2006/relationships/image" Target="../media/image75.png"/><Relationship Id="rId57" Type="http://schemas.openxmlformats.org/officeDocument/2006/relationships/image" Target="../media/image79.png"/><Relationship Id="rId10" Type="http://schemas.openxmlformats.org/officeDocument/2006/relationships/customXml" Target="../ink/ink201.xml"/><Relationship Id="rId31" Type="http://schemas.openxmlformats.org/officeDocument/2006/relationships/image" Target="../media/image66.png"/><Relationship Id="rId44" Type="http://schemas.openxmlformats.org/officeDocument/2006/relationships/customXml" Target="../ink/ink218.xml"/><Relationship Id="rId52" Type="http://schemas.openxmlformats.org/officeDocument/2006/relationships/customXml" Target="../ink/ink222.xml"/><Relationship Id="rId60" Type="http://schemas.openxmlformats.org/officeDocument/2006/relationships/customXml" Target="../ink/ink226.xml"/><Relationship Id="rId65" Type="http://schemas.openxmlformats.org/officeDocument/2006/relationships/image" Target="../media/image83.png"/><Relationship Id="rId73" Type="http://schemas.openxmlformats.org/officeDocument/2006/relationships/image" Target="../media/image87.png"/><Relationship Id="rId78" Type="http://schemas.openxmlformats.org/officeDocument/2006/relationships/customXml" Target="../ink/ink235.xml"/><Relationship Id="rId81" Type="http://schemas.openxmlformats.org/officeDocument/2006/relationships/image" Target="../media/image91.png"/><Relationship Id="rId86" Type="http://schemas.openxmlformats.org/officeDocument/2006/relationships/customXml" Target="../ink/ink239.xml"/><Relationship Id="rId94" Type="http://schemas.openxmlformats.org/officeDocument/2006/relationships/customXml" Target="../ink/ink243.xml"/><Relationship Id="rId99" Type="http://schemas.openxmlformats.org/officeDocument/2006/relationships/image" Target="../media/image100.png"/><Relationship Id="rId4" Type="http://schemas.openxmlformats.org/officeDocument/2006/relationships/customXml" Target="../ink/ink198.xml"/><Relationship Id="rId9" Type="http://schemas.openxmlformats.org/officeDocument/2006/relationships/image" Target="../media/image55.png"/><Relationship Id="rId13" Type="http://schemas.openxmlformats.org/officeDocument/2006/relationships/image" Target="../media/image57.png"/><Relationship Id="rId18" Type="http://schemas.openxmlformats.org/officeDocument/2006/relationships/customXml" Target="../ink/ink205.xml"/><Relationship Id="rId39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58.xml"/><Relationship Id="rId21" Type="http://schemas.openxmlformats.org/officeDocument/2006/relationships/image" Target="../media/image61.png"/><Relationship Id="rId34" Type="http://schemas.openxmlformats.org/officeDocument/2006/relationships/customXml" Target="../ink/ink262.xml"/><Relationship Id="rId42" Type="http://schemas.openxmlformats.org/officeDocument/2006/relationships/customXml" Target="../ink/ink266.xml"/><Relationship Id="rId47" Type="http://schemas.openxmlformats.org/officeDocument/2006/relationships/image" Target="../media/image74.png"/><Relationship Id="rId50" Type="http://schemas.openxmlformats.org/officeDocument/2006/relationships/customXml" Target="../ink/ink270.xml"/><Relationship Id="rId55" Type="http://schemas.openxmlformats.org/officeDocument/2006/relationships/image" Target="../media/image78.png"/><Relationship Id="rId63" Type="http://schemas.openxmlformats.org/officeDocument/2006/relationships/image" Target="../media/image82.png"/><Relationship Id="rId68" Type="http://schemas.openxmlformats.org/officeDocument/2006/relationships/customXml" Target="../ink/ink279.xml"/><Relationship Id="rId76" Type="http://schemas.openxmlformats.org/officeDocument/2006/relationships/customXml" Target="../ink/ink283.xml"/><Relationship Id="rId84" Type="http://schemas.openxmlformats.org/officeDocument/2006/relationships/customXml" Target="../ink/ink287.xml"/><Relationship Id="rId89" Type="http://schemas.openxmlformats.org/officeDocument/2006/relationships/image" Target="../media/image95.png"/><Relationship Id="rId97" Type="http://schemas.openxmlformats.org/officeDocument/2006/relationships/image" Target="../media/image99.png"/><Relationship Id="rId7" Type="http://schemas.openxmlformats.org/officeDocument/2006/relationships/image" Target="../media/image54.png"/><Relationship Id="rId71" Type="http://schemas.openxmlformats.org/officeDocument/2006/relationships/image" Target="../media/image86.png"/><Relationship Id="rId92" Type="http://schemas.openxmlformats.org/officeDocument/2006/relationships/customXml" Target="../ink/ink291.xml"/><Relationship Id="rId2" Type="http://schemas.openxmlformats.org/officeDocument/2006/relationships/customXml" Target="../ink/ink246.xml"/><Relationship Id="rId16" Type="http://schemas.openxmlformats.org/officeDocument/2006/relationships/customXml" Target="../ink/ink253.xml"/><Relationship Id="rId29" Type="http://schemas.openxmlformats.org/officeDocument/2006/relationships/image" Target="../media/image65.png"/><Relationship Id="rId11" Type="http://schemas.openxmlformats.org/officeDocument/2006/relationships/image" Target="../media/image56.png"/><Relationship Id="rId24" Type="http://schemas.openxmlformats.org/officeDocument/2006/relationships/customXml" Target="../ink/ink257.xml"/><Relationship Id="rId32" Type="http://schemas.openxmlformats.org/officeDocument/2006/relationships/customXml" Target="../ink/ink261.xml"/><Relationship Id="rId37" Type="http://schemas.openxmlformats.org/officeDocument/2006/relationships/image" Target="../media/image69.png"/><Relationship Id="rId40" Type="http://schemas.openxmlformats.org/officeDocument/2006/relationships/customXml" Target="../ink/ink265.xml"/><Relationship Id="rId45" Type="http://schemas.openxmlformats.org/officeDocument/2006/relationships/image" Target="../media/image73.png"/><Relationship Id="rId53" Type="http://schemas.openxmlformats.org/officeDocument/2006/relationships/image" Target="../media/image77.png"/><Relationship Id="rId58" Type="http://schemas.openxmlformats.org/officeDocument/2006/relationships/customXml" Target="../ink/ink274.xml"/><Relationship Id="rId66" Type="http://schemas.openxmlformats.org/officeDocument/2006/relationships/customXml" Target="../ink/ink278.xml"/><Relationship Id="rId74" Type="http://schemas.openxmlformats.org/officeDocument/2006/relationships/customXml" Target="../ink/ink282.xml"/><Relationship Id="rId79" Type="http://schemas.openxmlformats.org/officeDocument/2006/relationships/image" Target="../media/image90.png"/><Relationship Id="rId87" Type="http://schemas.openxmlformats.org/officeDocument/2006/relationships/image" Target="../media/image94.png"/><Relationship Id="rId5" Type="http://schemas.openxmlformats.org/officeDocument/2006/relationships/image" Target="../media/image53.png"/><Relationship Id="rId61" Type="http://schemas.openxmlformats.org/officeDocument/2006/relationships/image" Target="../media/image81.png"/><Relationship Id="rId82" Type="http://schemas.openxmlformats.org/officeDocument/2006/relationships/customXml" Target="../ink/ink286.xml"/><Relationship Id="rId90" Type="http://schemas.openxmlformats.org/officeDocument/2006/relationships/customXml" Target="../ink/ink290.xml"/><Relationship Id="rId95" Type="http://schemas.openxmlformats.org/officeDocument/2006/relationships/image" Target="../media/image98.png"/><Relationship Id="rId19" Type="http://schemas.openxmlformats.org/officeDocument/2006/relationships/image" Target="../media/image60.png"/><Relationship Id="rId14" Type="http://schemas.openxmlformats.org/officeDocument/2006/relationships/customXml" Target="../ink/ink252.xml"/><Relationship Id="rId22" Type="http://schemas.openxmlformats.org/officeDocument/2006/relationships/customXml" Target="../ink/ink256.xml"/><Relationship Id="rId27" Type="http://schemas.openxmlformats.org/officeDocument/2006/relationships/image" Target="../media/image64.png"/><Relationship Id="rId30" Type="http://schemas.openxmlformats.org/officeDocument/2006/relationships/customXml" Target="../ink/ink260.xml"/><Relationship Id="rId35" Type="http://schemas.openxmlformats.org/officeDocument/2006/relationships/image" Target="../media/image68.png"/><Relationship Id="rId43" Type="http://schemas.openxmlformats.org/officeDocument/2006/relationships/image" Target="../media/image72.png"/><Relationship Id="rId48" Type="http://schemas.openxmlformats.org/officeDocument/2006/relationships/customXml" Target="../ink/ink269.xml"/><Relationship Id="rId56" Type="http://schemas.openxmlformats.org/officeDocument/2006/relationships/customXml" Target="../ink/ink273.xml"/><Relationship Id="rId64" Type="http://schemas.openxmlformats.org/officeDocument/2006/relationships/customXml" Target="../ink/ink277.xml"/><Relationship Id="rId69" Type="http://schemas.openxmlformats.org/officeDocument/2006/relationships/image" Target="../media/image85.png"/><Relationship Id="rId77" Type="http://schemas.openxmlformats.org/officeDocument/2006/relationships/image" Target="../media/image89.png"/><Relationship Id="rId100" Type="http://schemas.openxmlformats.org/officeDocument/2006/relationships/image" Target="../media/image102.png"/><Relationship Id="rId8" Type="http://schemas.openxmlformats.org/officeDocument/2006/relationships/customXml" Target="../ink/ink249.xml"/><Relationship Id="rId51" Type="http://schemas.openxmlformats.org/officeDocument/2006/relationships/image" Target="../media/image76.png"/><Relationship Id="rId72" Type="http://schemas.openxmlformats.org/officeDocument/2006/relationships/customXml" Target="../ink/ink281.xml"/><Relationship Id="rId80" Type="http://schemas.openxmlformats.org/officeDocument/2006/relationships/customXml" Target="../ink/ink285.xml"/><Relationship Id="rId85" Type="http://schemas.openxmlformats.org/officeDocument/2006/relationships/image" Target="../media/image93.png"/><Relationship Id="rId93" Type="http://schemas.openxmlformats.org/officeDocument/2006/relationships/image" Target="../media/image97.png"/><Relationship Id="rId98" Type="http://schemas.openxmlformats.org/officeDocument/2006/relationships/customXml" Target="../ink/ink294.xml"/><Relationship Id="rId3" Type="http://schemas.openxmlformats.org/officeDocument/2006/relationships/image" Target="../media/image52.png"/><Relationship Id="rId12" Type="http://schemas.openxmlformats.org/officeDocument/2006/relationships/customXml" Target="../ink/ink251.xml"/><Relationship Id="rId17" Type="http://schemas.openxmlformats.org/officeDocument/2006/relationships/image" Target="../media/image59.png"/><Relationship Id="rId25" Type="http://schemas.openxmlformats.org/officeDocument/2006/relationships/image" Target="../media/image63.png"/><Relationship Id="rId33" Type="http://schemas.openxmlformats.org/officeDocument/2006/relationships/image" Target="../media/image67.png"/><Relationship Id="rId38" Type="http://schemas.openxmlformats.org/officeDocument/2006/relationships/customXml" Target="../ink/ink264.xml"/><Relationship Id="rId46" Type="http://schemas.openxmlformats.org/officeDocument/2006/relationships/customXml" Target="../ink/ink268.xml"/><Relationship Id="rId59" Type="http://schemas.openxmlformats.org/officeDocument/2006/relationships/image" Target="../media/image80.png"/><Relationship Id="rId67" Type="http://schemas.openxmlformats.org/officeDocument/2006/relationships/image" Target="../media/image84.png"/><Relationship Id="rId20" Type="http://schemas.openxmlformats.org/officeDocument/2006/relationships/customXml" Target="../ink/ink255.xml"/><Relationship Id="rId41" Type="http://schemas.openxmlformats.org/officeDocument/2006/relationships/image" Target="../media/image71.png"/><Relationship Id="rId54" Type="http://schemas.openxmlformats.org/officeDocument/2006/relationships/customXml" Target="../ink/ink272.xml"/><Relationship Id="rId62" Type="http://schemas.openxmlformats.org/officeDocument/2006/relationships/customXml" Target="../ink/ink276.xml"/><Relationship Id="rId70" Type="http://schemas.openxmlformats.org/officeDocument/2006/relationships/customXml" Target="../ink/ink280.xml"/><Relationship Id="rId75" Type="http://schemas.openxmlformats.org/officeDocument/2006/relationships/image" Target="../media/image88.png"/><Relationship Id="rId83" Type="http://schemas.openxmlformats.org/officeDocument/2006/relationships/image" Target="../media/image92.png"/><Relationship Id="rId88" Type="http://schemas.openxmlformats.org/officeDocument/2006/relationships/customXml" Target="../ink/ink289.xml"/><Relationship Id="rId91" Type="http://schemas.openxmlformats.org/officeDocument/2006/relationships/image" Target="../media/image96.png"/><Relationship Id="rId96" Type="http://schemas.openxmlformats.org/officeDocument/2006/relationships/customXml" Target="../ink/ink29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8.xml"/><Relationship Id="rId15" Type="http://schemas.openxmlformats.org/officeDocument/2006/relationships/image" Target="../media/image58.png"/><Relationship Id="rId23" Type="http://schemas.openxmlformats.org/officeDocument/2006/relationships/image" Target="../media/image62.png"/><Relationship Id="rId28" Type="http://schemas.openxmlformats.org/officeDocument/2006/relationships/customXml" Target="../ink/ink259.xml"/><Relationship Id="rId36" Type="http://schemas.openxmlformats.org/officeDocument/2006/relationships/customXml" Target="../ink/ink263.xml"/><Relationship Id="rId49" Type="http://schemas.openxmlformats.org/officeDocument/2006/relationships/image" Target="../media/image75.png"/><Relationship Id="rId57" Type="http://schemas.openxmlformats.org/officeDocument/2006/relationships/image" Target="../media/image79.png"/><Relationship Id="rId10" Type="http://schemas.openxmlformats.org/officeDocument/2006/relationships/customXml" Target="../ink/ink250.xml"/><Relationship Id="rId31" Type="http://schemas.openxmlformats.org/officeDocument/2006/relationships/image" Target="../media/image66.png"/><Relationship Id="rId44" Type="http://schemas.openxmlformats.org/officeDocument/2006/relationships/customXml" Target="../ink/ink267.xml"/><Relationship Id="rId52" Type="http://schemas.openxmlformats.org/officeDocument/2006/relationships/customXml" Target="../ink/ink271.xml"/><Relationship Id="rId60" Type="http://schemas.openxmlformats.org/officeDocument/2006/relationships/customXml" Target="../ink/ink275.xml"/><Relationship Id="rId65" Type="http://schemas.openxmlformats.org/officeDocument/2006/relationships/image" Target="../media/image83.png"/><Relationship Id="rId73" Type="http://schemas.openxmlformats.org/officeDocument/2006/relationships/image" Target="../media/image87.png"/><Relationship Id="rId78" Type="http://schemas.openxmlformats.org/officeDocument/2006/relationships/customXml" Target="../ink/ink284.xml"/><Relationship Id="rId81" Type="http://schemas.openxmlformats.org/officeDocument/2006/relationships/image" Target="../media/image91.png"/><Relationship Id="rId86" Type="http://schemas.openxmlformats.org/officeDocument/2006/relationships/customXml" Target="../ink/ink288.xml"/><Relationship Id="rId94" Type="http://schemas.openxmlformats.org/officeDocument/2006/relationships/customXml" Target="../ink/ink292.xml"/><Relationship Id="rId99" Type="http://schemas.openxmlformats.org/officeDocument/2006/relationships/image" Target="../media/image100.png"/><Relationship Id="rId4" Type="http://schemas.openxmlformats.org/officeDocument/2006/relationships/customXml" Target="../ink/ink247.xml"/><Relationship Id="rId9" Type="http://schemas.openxmlformats.org/officeDocument/2006/relationships/image" Target="../media/image55.png"/><Relationship Id="rId13" Type="http://schemas.openxmlformats.org/officeDocument/2006/relationships/image" Target="../media/image57.png"/><Relationship Id="rId18" Type="http://schemas.openxmlformats.org/officeDocument/2006/relationships/customXml" Target="../ink/ink254.xml"/><Relationship Id="rId39" Type="http://schemas.openxmlformats.org/officeDocument/2006/relationships/image" Target="../media/image70.png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07.xml"/><Relationship Id="rId21" Type="http://schemas.openxmlformats.org/officeDocument/2006/relationships/image" Target="../media/image61.png"/><Relationship Id="rId34" Type="http://schemas.openxmlformats.org/officeDocument/2006/relationships/customXml" Target="../ink/ink311.xml"/><Relationship Id="rId42" Type="http://schemas.openxmlformats.org/officeDocument/2006/relationships/customXml" Target="../ink/ink315.xml"/><Relationship Id="rId47" Type="http://schemas.openxmlformats.org/officeDocument/2006/relationships/image" Target="../media/image74.png"/><Relationship Id="rId50" Type="http://schemas.openxmlformats.org/officeDocument/2006/relationships/customXml" Target="../ink/ink319.xml"/><Relationship Id="rId55" Type="http://schemas.openxmlformats.org/officeDocument/2006/relationships/image" Target="../media/image78.png"/><Relationship Id="rId63" Type="http://schemas.openxmlformats.org/officeDocument/2006/relationships/image" Target="../media/image82.png"/><Relationship Id="rId68" Type="http://schemas.openxmlformats.org/officeDocument/2006/relationships/customXml" Target="../ink/ink328.xml"/><Relationship Id="rId76" Type="http://schemas.openxmlformats.org/officeDocument/2006/relationships/customXml" Target="../ink/ink332.xml"/><Relationship Id="rId84" Type="http://schemas.openxmlformats.org/officeDocument/2006/relationships/customXml" Target="../ink/ink336.xml"/><Relationship Id="rId89" Type="http://schemas.openxmlformats.org/officeDocument/2006/relationships/image" Target="../media/image95.png"/><Relationship Id="rId97" Type="http://schemas.openxmlformats.org/officeDocument/2006/relationships/image" Target="../media/image99.png"/><Relationship Id="rId7" Type="http://schemas.openxmlformats.org/officeDocument/2006/relationships/image" Target="../media/image54.png"/><Relationship Id="rId71" Type="http://schemas.openxmlformats.org/officeDocument/2006/relationships/image" Target="../media/image86.png"/><Relationship Id="rId92" Type="http://schemas.openxmlformats.org/officeDocument/2006/relationships/customXml" Target="../ink/ink340.xml"/><Relationship Id="rId2" Type="http://schemas.openxmlformats.org/officeDocument/2006/relationships/customXml" Target="../ink/ink295.xml"/><Relationship Id="rId16" Type="http://schemas.openxmlformats.org/officeDocument/2006/relationships/customXml" Target="../ink/ink302.xml"/><Relationship Id="rId29" Type="http://schemas.openxmlformats.org/officeDocument/2006/relationships/image" Target="../media/image65.png"/><Relationship Id="rId11" Type="http://schemas.openxmlformats.org/officeDocument/2006/relationships/image" Target="../media/image56.png"/><Relationship Id="rId24" Type="http://schemas.openxmlformats.org/officeDocument/2006/relationships/customXml" Target="../ink/ink306.xml"/><Relationship Id="rId32" Type="http://schemas.openxmlformats.org/officeDocument/2006/relationships/customXml" Target="../ink/ink310.xml"/><Relationship Id="rId37" Type="http://schemas.openxmlformats.org/officeDocument/2006/relationships/image" Target="../media/image69.png"/><Relationship Id="rId40" Type="http://schemas.openxmlformats.org/officeDocument/2006/relationships/customXml" Target="../ink/ink314.xml"/><Relationship Id="rId45" Type="http://schemas.openxmlformats.org/officeDocument/2006/relationships/image" Target="../media/image73.png"/><Relationship Id="rId53" Type="http://schemas.openxmlformats.org/officeDocument/2006/relationships/image" Target="../media/image77.png"/><Relationship Id="rId58" Type="http://schemas.openxmlformats.org/officeDocument/2006/relationships/customXml" Target="../ink/ink323.xml"/><Relationship Id="rId66" Type="http://schemas.openxmlformats.org/officeDocument/2006/relationships/customXml" Target="../ink/ink327.xml"/><Relationship Id="rId74" Type="http://schemas.openxmlformats.org/officeDocument/2006/relationships/customXml" Target="../ink/ink331.xml"/><Relationship Id="rId79" Type="http://schemas.openxmlformats.org/officeDocument/2006/relationships/image" Target="../media/image90.png"/><Relationship Id="rId87" Type="http://schemas.openxmlformats.org/officeDocument/2006/relationships/image" Target="../media/image94.png"/><Relationship Id="rId5" Type="http://schemas.openxmlformats.org/officeDocument/2006/relationships/image" Target="../media/image53.png"/><Relationship Id="rId61" Type="http://schemas.openxmlformats.org/officeDocument/2006/relationships/image" Target="../media/image81.png"/><Relationship Id="rId82" Type="http://schemas.openxmlformats.org/officeDocument/2006/relationships/customXml" Target="../ink/ink335.xml"/><Relationship Id="rId90" Type="http://schemas.openxmlformats.org/officeDocument/2006/relationships/customXml" Target="../ink/ink339.xml"/><Relationship Id="rId95" Type="http://schemas.openxmlformats.org/officeDocument/2006/relationships/image" Target="../media/image98.png"/><Relationship Id="rId19" Type="http://schemas.openxmlformats.org/officeDocument/2006/relationships/image" Target="../media/image60.png"/><Relationship Id="rId14" Type="http://schemas.openxmlformats.org/officeDocument/2006/relationships/customXml" Target="../ink/ink301.xml"/><Relationship Id="rId22" Type="http://schemas.openxmlformats.org/officeDocument/2006/relationships/customXml" Target="../ink/ink305.xml"/><Relationship Id="rId27" Type="http://schemas.openxmlformats.org/officeDocument/2006/relationships/image" Target="../media/image64.png"/><Relationship Id="rId30" Type="http://schemas.openxmlformats.org/officeDocument/2006/relationships/customXml" Target="../ink/ink309.xml"/><Relationship Id="rId35" Type="http://schemas.openxmlformats.org/officeDocument/2006/relationships/image" Target="../media/image68.png"/><Relationship Id="rId43" Type="http://schemas.openxmlformats.org/officeDocument/2006/relationships/image" Target="../media/image72.png"/><Relationship Id="rId48" Type="http://schemas.openxmlformats.org/officeDocument/2006/relationships/customXml" Target="../ink/ink318.xml"/><Relationship Id="rId56" Type="http://schemas.openxmlformats.org/officeDocument/2006/relationships/customXml" Target="../ink/ink322.xml"/><Relationship Id="rId64" Type="http://schemas.openxmlformats.org/officeDocument/2006/relationships/customXml" Target="../ink/ink326.xml"/><Relationship Id="rId69" Type="http://schemas.openxmlformats.org/officeDocument/2006/relationships/image" Target="../media/image85.png"/><Relationship Id="rId77" Type="http://schemas.openxmlformats.org/officeDocument/2006/relationships/image" Target="../media/image89.png"/><Relationship Id="rId100" Type="http://schemas.openxmlformats.org/officeDocument/2006/relationships/image" Target="../media/image102.png"/><Relationship Id="rId8" Type="http://schemas.openxmlformats.org/officeDocument/2006/relationships/customXml" Target="../ink/ink298.xml"/><Relationship Id="rId51" Type="http://schemas.openxmlformats.org/officeDocument/2006/relationships/image" Target="../media/image76.png"/><Relationship Id="rId72" Type="http://schemas.openxmlformats.org/officeDocument/2006/relationships/customXml" Target="../ink/ink330.xml"/><Relationship Id="rId80" Type="http://schemas.openxmlformats.org/officeDocument/2006/relationships/customXml" Target="../ink/ink334.xml"/><Relationship Id="rId85" Type="http://schemas.openxmlformats.org/officeDocument/2006/relationships/image" Target="../media/image93.png"/><Relationship Id="rId93" Type="http://schemas.openxmlformats.org/officeDocument/2006/relationships/image" Target="../media/image97.png"/><Relationship Id="rId98" Type="http://schemas.openxmlformats.org/officeDocument/2006/relationships/customXml" Target="../ink/ink343.xml"/><Relationship Id="rId3" Type="http://schemas.openxmlformats.org/officeDocument/2006/relationships/image" Target="../media/image52.png"/><Relationship Id="rId12" Type="http://schemas.openxmlformats.org/officeDocument/2006/relationships/customXml" Target="../ink/ink300.xml"/><Relationship Id="rId17" Type="http://schemas.openxmlformats.org/officeDocument/2006/relationships/image" Target="../media/image59.png"/><Relationship Id="rId25" Type="http://schemas.openxmlformats.org/officeDocument/2006/relationships/image" Target="../media/image63.png"/><Relationship Id="rId33" Type="http://schemas.openxmlformats.org/officeDocument/2006/relationships/image" Target="../media/image67.png"/><Relationship Id="rId38" Type="http://schemas.openxmlformats.org/officeDocument/2006/relationships/customXml" Target="../ink/ink313.xml"/><Relationship Id="rId46" Type="http://schemas.openxmlformats.org/officeDocument/2006/relationships/customXml" Target="../ink/ink317.xml"/><Relationship Id="rId59" Type="http://schemas.openxmlformats.org/officeDocument/2006/relationships/image" Target="../media/image80.png"/><Relationship Id="rId67" Type="http://schemas.openxmlformats.org/officeDocument/2006/relationships/image" Target="../media/image84.png"/><Relationship Id="rId20" Type="http://schemas.openxmlformats.org/officeDocument/2006/relationships/customXml" Target="../ink/ink304.xml"/><Relationship Id="rId41" Type="http://schemas.openxmlformats.org/officeDocument/2006/relationships/image" Target="../media/image71.png"/><Relationship Id="rId54" Type="http://schemas.openxmlformats.org/officeDocument/2006/relationships/customXml" Target="../ink/ink321.xml"/><Relationship Id="rId62" Type="http://schemas.openxmlformats.org/officeDocument/2006/relationships/customXml" Target="../ink/ink325.xml"/><Relationship Id="rId70" Type="http://schemas.openxmlformats.org/officeDocument/2006/relationships/customXml" Target="../ink/ink329.xml"/><Relationship Id="rId75" Type="http://schemas.openxmlformats.org/officeDocument/2006/relationships/image" Target="../media/image88.png"/><Relationship Id="rId83" Type="http://schemas.openxmlformats.org/officeDocument/2006/relationships/image" Target="../media/image92.png"/><Relationship Id="rId88" Type="http://schemas.openxmlformats.org/officeDocument/2006/relationships/customXml" Target="../ink/ink338.xml"/><Relationship Id="rId91" Type="http://schemas.openxmlformats.org/officeDocument/2006/relationships/image" Target="../media/image96.png"/><Relationship Id="rId96" Type="http://schemas.openxmlformats.org/officeDocument/2006/relationships/customXml" Target="../ink/ink34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97.xml"/><Relationship Id="rId15" Type="http://schemas.openxmlformats.org/officeDocument/2006/relationships/image" Target="../media/image58.png"/><Relationship Id="rId23" Type="http://schemas.openxmlformats.org/officeDocument/2006/relationships/image" Target="../media/image62.png"/><Relationship Id="rId28" Type="http://schemas.openxmlformats.org/officeDocument/2006/relationships/customXml" Target="../ink/ink308.xml"/><Relationship Id="rId36" Type="http://schemas.openxmlformats.org/officeDocument/2006/relationships/customXml" Target="../ink/ink312.xml"/><Relationship Id="rId49" Type="http://schemas.openxmlformats.org/officeDocument/2006/relationships/image" Target="../media/image75.png"/><Relationship Id="rId57" Type="http://schemas.openxmlformats.org/officeDocument/2006/relationships/image" Target="../media/image79.png"/><Relationship Id="rId10" Type="http://schemas.openxmlformats.org/officeDocument/2006/relationships/customXml" Target="../ink/ink299.xml"/><Relationship Id="rId31" Type="http://schemas.openxmlformats.org/officeDocument/2006/relationships/image" Target="../media/image66.png"/><Relationship Id="rId44" Type="http://schemas.openxmlformats.org/officeDocument/2006/relationships/customXml" Target="../ink/ink316.xml"/><Relationship Id="rId52" Type="http://schemas.openxmlformats.org/officeDocument/2006/relationships/customXml" Target="../ink/ink320.xml"/><Relationship Id="rId60" Type="http://schemas.openxmlformats.org/officeDocument/2006/relationships/customXml" Target="../ink/ink324.xml"/><Relationship Id="rId65" Type="http://schemas.openxmlformats.org/officeDocument/2006/relationships/image" Target="../media/image83.png"/><Relationship Id="rId73" Type="http://schemas.openxmlformats.org/officeDocument/2006/relationships/image" Target="../media/image87.png"/><Relationship Id="rId78" Type="http://schemas.openxmlformats.org/officeDocument/2006/relationships/customXml" Target="../ink/ink333.xml"/><Relationship Id="rId81" Type="http://schemas.openxmlformats.org/officeDocument/2006/relationships/image" Target="../media/image91.png"/><Relationship Id="rId86" Type="http://schemas.openxmlformats.org/officeDocument/2006/relationships/customXml" Target="../ink/ink337.xml"/><Relationship Id="rId94" Type="http://schemas.openxmlformats.org/officeDocument/2006/relationships/customXml" Target="../ink/ink341.xml"/><Relationship Id="rId99" Type="http://schemas.openxmlformats.org/officeDocument/2006/relationships/image" Target="../media/image100.png"/><Relationship Id="rId4" Type="http://schemas.openxmlformats.org/officeDocument/2006/relationships/customXml" Target="../ink/ink296.xml"/><Relationship Id="rId9" Type="http://schemas.openxmlformats.org/officeDocument/2006/relationships/image" Target="../media/image55.png"/><Relationship Id="rId13" Type="http://schemas.openxmlformats.org/officeDocument/2006/relationships/image" Target="../media/image57.png"/><Relationship Id="rId18" Type="http://schemas.openxmlformats.org/officeDocument/2006/relationships/customXml" Target="../ink/ink303.xml"/><Relationship Id="rId39" Type="http://schemas.openxmlformats.org/officeDocument/2006/relationships/image" Target="../media/image7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215DA-3608-60AF-BA74-5CE165D36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9745" y="137161"/>
            <a:ext cx="10991273" cy="250453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Model Building</a:t>
            </a:r>
            <a:br>
              <a:rPr lang="en-US" b="1" dirty="0"/>
            </a:br>
            <a:r>
              <a:rPr lang="en-US" b="1" dirty="0"/>
              <a:t>Using</a:t>
            </a:r>
            <a:br>
              <a:rPr lang="en-US" b="1" dirty="0"/>
            </a:br>
            <a:r>
              <a:rPr lang="en-US" b="1" dirty="0" err="1"/>
              <a:t>Keras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42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676A5-3F51-5A74-D91C-FF537AC3A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90D3E7-170E-1EE5-75E9-BB62E2854202}"/>
              </a:ext>
            </a:extLst>
          </p:cNvPr>
          <p:cNvSpPr txBox="1"/>
          <p:nvPr/>
        </p:nvSpPr>
        <p:spPr>
          <a:xfrm>
            <a:off x="274320" y="338757"/>
            <a:ext cx="98206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Keras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High-level API for building deep learning models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Runs on top of TensorFlow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Makes neural networks easy to build compared to raw math / NumPy</a:t>
            </a:r>
          </a:p>
        </p:txBody>
      </p:sp>
    </p:spTree>
    <p:extLst>
      <p:ext uri="{BB962C8B-B14F-4D97-AF65-F5344CB8AC3E}">
        <p14:creationId xmlns:p14="http://schemas.microsoft.com/office/powerpoint/2010/main" val="3683316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BD927-90CE-09B3-FC3E-291BE7630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37B778-7523-AE3A-7243-0D19808B6299}"/>
              </a:ext>
            </a:extLst>
          </p:cNvPr>
          <p:cNvSpPr txBox="1"/>
          <p:nvPr/>
        </p:nvSpPr>
        <p:spPr>
          <a:xfrm>
            <a:off x="274320" y="338757"/>
            <a:ext cx="982065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Sequential API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Sequential API?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Simplest way to build neural networks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Layers are stacked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after another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→ Layer1 → Layer2 → Output</a:t>
            </a:r>
          </a:p>
        </p:txBody>
      </p:sp>
    </p:spTree>
    <p:extLst>
      <p:ext uri="{BB962C8B-B14F-4D97-AF65-F5344CB8AC3E}">
        <p14:creationId xmlns:p14="http://schemas.microsoft.com/office/powerpoint/2010/main" val="1586024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C3318-B809-3033-71F6-4A14D40BF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20824F-9D6A-3574-F02E-1A4BA84F32AA}"/>
              </a:ext>
            </a:extLst>
          </p:cNvPr>
          <p:cNvSpPr txBox="1"/>
          <p:nvPr/>
        </p:nvSpPr>
        <p:spPr>
          <a:xfrm>
            <a:off x="274320" y="338757"/>
            <a:ext cx="9820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Sequential API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6B20-5BE7-299D-C047-00DE18459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" y="822751"/>
            <a:ext cx="8643268" cy="351781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283B0E9-46CA-5333-CB6D-41C3AD580E49}"/>
              </a:ext>
            </a:extLst>
          </p:cNvPr>
          <p:cNvSpPr/>
          <p:nvPr/>
        </p:nvSpPr>
        <p:spPr>
          <a:xfrm>
            <a:off x="9509760" y="151280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B7BA465-0ABF-42BD-2EA2-B4B9E4CE5DDE}"/>
              </a:ext>
            </a:extLst>
          </p:cNvPr>
          <p:cNvSpPr/>
          <p:nvPr/>
        </p:nvSpPr>
        <p:spPr>
          <a:xfrm>
            <a:off x="9509760" y="189380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6C4E199-6716-4E91-03D2-06E7808A4D3A}"/>
              </a:ext>
            </a:extLst>
          </p:cNvPr>
          <p:cNvSpPr/>
          <p:nvPr/>
        </p:nvSpPr>
        <p:spPr>
          <a:xfrm>
            <a:off x="9509760" y="225651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24B09EE-5E37-3FF5-13DF-6D13E48BCF8B}"/>
              </a:ext>
            </a:extLst>
          </p:cNvPr>
          <p:cNvSpPr/>
          <p:nvPr/>
        </p:nvSpPr>
        <p:spPr>
          <a:xfrm>
            <a:off x="9509760" y="2628369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2351E75-417A-234D-E78D-46E797F7DF21}"/>
              </a:ext>
            </a:extLst>
          </p:cNvPr>
          <p:cNvSpPr/>
          <p:nvPr/>
        </p:nvSpPr>
        <p:spPr>
          <a:xfrm>
            <a:off x="9509760" y="3023825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13211AA-5975-3726-18B7-C0FE133A7642}"/>
              </a:ext>
            </a:extLst>
          </p:cNvPr>
          <p:cNvSpPr/>
          <p:nvPr/>
        </p:nvSpPr>
        <p:spPr>
          <a:xfrm>
            <a:off x="9509760" y="3377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F87A13-89D7-90B5-B74E-28FA6A030761}"/>
              </a:ext>
            </a:extLst>
          </p:cNvPr>
          <p:cNvSpPr/>
          <p:nvPr/>
        </p:nvSpPr>
        <p:spPr>
          <a:xfrm>
            <a:off x="9509760" y="3758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052C6AD-E72A-E98D-A345-7C81EAA0E339}"/>
              </a:ext>
            </a:extLst>
          </p:cNvPr>
          <p:cNvSpPr/>
          <p:nvPr/>
        </p:nvSpPr>
        <p:spPr>
          <a:xfrm>
            <a:off x="9509760" y="4102817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AC6BB29-C469-7B75-E038-BD0DECD171A9}"/>
              </a:ext>
            </a:extLst>
          </p:cNvPr>
          <p:cNvSpPr/>
          <p:nvPr/>
        </p:nvSpPr>
        <p:spPr>
          <a:xfrm>
            <a:off x="10485980" y="2261825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A3E68E5-BD9F-4C15-588C-2BE82D3C9647}"/>
              </a:ext>
            </a:extLst>
          </p:cNvPr>
          <p:cNvSpPr/>
          <p:nvPr/>
        </p:nvSpPr>
        <p:spPr>
          <a:xfrm>
            <a:off x="10485980" y="263368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EF5AEAE-89F0-5C50-DD21-FDE0C562CE9E}"/>
              </a:ext>
            </a:extLst>
          </p:cNvPr>
          <p:cNvSpPr/>
          <p:nvPr/>
        </p:nvSpPr>
        <p:spPr>
          <a:xfrm>
            <a:off x="10485980" y="3005537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E6BC34C-2250-0829-3547-A226F21AEF1E}"/>
              </a:ext>
            </a:extLst>
          </p:cNvPr>
          <p:cNvSpPr/>
          <p:nvPr/>
        </p:nvSpPr>
        <p:spPr>
          <a:xfrm>
            <a:off x="10485980" y="3377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0351A8B-647A-564B-7F38-BBB26E31363E}"/>
              </a:ext>
            </a:extLst>
          </p:cNvPr>
          <p:cNvSpPr/>
          <p:nvPr/>
        </p:nvSpPr>
        <p:spPr>
          <a:xfrm>
            <a:off x="11194836" y="274724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1C3CFC-9525-8878-20EB-D5E45492EDB2}"/>
              </a:ext>
            </a:extLst>
          </p:cNvPr>
          <p:cNvSpPr txBox="1"/>
          <p:nvPr/>
        </p:nvSpPr>
        <p:spPr>
          <a:xfrm>
            <a:off x="9232239" y="4581144"/>
            <a:ext cx="862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E864AA-A2DF-CFDB-E603-F8EE8374686A}"/>
              </a:ext>
            </a:extLst>
          </p:cNvPr>
          <p:cNvSpPr txBox="1"/>
          <p:nvPr/>
        </p:nvSpPr>
        <p:spPr>
          <a:xfrm>
            <a:off x="10450971" y="4581144"/>
            <a:ext cx="862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9E2F64-360C-9667-AE53-7F4BD5B6D39A}"/>
              </a:ext>
            </a:extLst>
          </p:cNvPr>
          <p:cNvSpPr txBox="1"/>
          <p:nvPr/>
        </p:nvSpPr>
        <p:spPr>
          <a:xfrm>
            <a:off x="11001211" y="3349806"/>
            <a:ext cx="856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0EBD898-2E79-8F87-E6A5-6670EDAD112B}"/>
                  </a:ext>
                </a:extLst>
              </p14:cNvPr>
              <p14:cNvContentPartPr/>
              <p14:nvPr/>
            </p14:nvContentPartPr>
            <p14:xfrm>
              <a:off x="8702064" y="3014856"/>
              <a:ext cx="69480" cy="352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0EBD898-2E79-8F87-E6A5-6670EDAD11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84424" y="2996856"/>
                <a:ext cx="10512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63128C8-95F8-5FC9-BAC0-1B7ACDF7F9E4}"/>
                  </a:ext>
                </a:extLst>
              </p14:cNvPr>
              <p14:cNvContentPartPr/>
              <p14:nvPr/>
            </p14:nvContentPartPr>
            <p14:xfrm>
              <a:off x="8708184" y="3265056"/>
              <a:ext cx="68040" cy="244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63128C8-95F8-5FC9-BAC0-1B7ACDF7F9E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90544" y="3247056"/>
                <a:ext cx="1036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ED81652-1642-B50B-6E6D-114F196D9FF6}"/>
                  </a:ext>
                </a:extLst>
              </p14:cNvPr>
              <p14:cNvContentPartPr/>
              <p14:nvPr/>
            </p14:nvContentPartPr>
            <p14:xfrm>
              <a:off x="8743464" y="3506616"/>
              <a:ext cx="34560" cy="244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ED81652-1642-B50B-6E6D-114F196D9FF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725824" y="3488616"/>
                <a:ext cx="70200" cy="6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7A7BBAA3-FC78-58F4-11C7-72B4FE762C14}"/>
              </a:ext>
            </a:extLst>
          </p:cNvPr>
          <p:cNvGrpSpPr/>
          <p:nvPr/>
        </p:nvGrpSpPr>
        <p:grpSpPr>
          <a:xfrm>
            <a:off x="8416584" y="2724696"/>
            <a:ext cx="369360" cy="141480"/>
            <a:chOff x="8416584" y="2724696"/>
            <a:chExt cx="369360" cy="14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7D960A8-FC38-CF41-C36A-2AA2F976FD4F}"/>
                    </a:ext>
                  </a:extLst>
                </p14:cNvPr>
                <p14:cNvContentPartPr/>
                <p14:nvPr/>
              </p14:nvContentPartPr>
              <p14:xfrm>
                <a:off x="8730504" y="2741616"/>
                <a:ext cx="55440" cy="31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7D960A8-FC38-CF41-C36A-2AA2F976FD4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712864" y="2723616"/>
                  <a:ext cx="910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42891A6-6D88-152F-D112-57033C922F4A}"/>
                    </a:ext>
                  </a:extLst>
                </p14:cNvPr>
                <p14:cNvContentPartPr/>
                <p14:nvPr/>
              </p14:nvContentPartPr>
              <p14:xfrm>
                <a:off x="8416584" y="2724696"/>
                <a:ext cx="124560" cy="141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42891A6-6D88-152F-D112-57033C922F4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398584" y="2707056"/>
                  <a:ext cx="1602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C3996EF-59CC-09C8-583E-DA0DE55AACF4}"/>
                    </a:ext>
                  </a:extLst>
                </p14:cNvPr>
                <p14:cNvContentPartPr/>
                <p14:nvPr/>
              </p14:nvContentPartPr>
              <p14:xfrm>
                <a:off x="8699904" y="2763936"/>
                <a:ext cx="83160" cy="61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C3996EF-59CC-09C8-583E-DA0DE55AACF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682264" y="2745936"/>
                  <a:ext cx="118800" cy="9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2AA4D51-9FCE-3F47-204E-05BF84E953A6}"/>
                  </a:ext>
                </a:extLst>
              </p14:cNvPr>
              <p14:cNvContentPartPr/>
              <p14:nvPr/>
            </p14:nvContentPartPr>
            <p14:xfrm>
              <a:off x="8711784" y="2996856"/>
              <a:ext cx="87480" cy="777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2AA4D51-9FCE-3F47-204E-05BF84E953A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693784" y="2979216"/>
                <a:ext cx="1231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C247F09-8AE2-8DDF-6DBD-342E481305D8}"/>
                  </a:ext>
                </a:extLst>
              </p14:cNvPr>
              <p14:cNvContentPartPr/>
              <p14:nvPr/>
            </p14:nvContentPartPr>
            <p14:xfrm>
              <a:off x="8708904" y="3246336"/>
              <a:ext cx="111960" cy="658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C247F09-8AE2-8DDF-6DBD-342E481305D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691264" y="3228696"/>
                <a:ext cx="14760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6A7FCEA1-224A-0A7E-54F7-310F54FD5EFC}"/>
                  </a:ext>
                </a:extLst>
              </p14:cNvPr>
              <p14:cNvContentPartPr/>
              <p14:nvPr/>
            </p14:nvContentPartPr>
            <p14:xfrm>
              <a:off x="8733744" y="3495456"/>
              <a:ext cx="100080" cy="568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6A7FCEA1-224A-0A7E-54F7-310F54FD5EF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715744" y="3477456"/>
                <a:ext cx="135720" cy="9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7A827D0E-73F5-2F48-9038-D4545CF6A9E4}"/>
              </a:ext>
            </a:extLst>
          </p:cNvPr>
          <p:cNvGrpSpPr/>
          <p:nvPr/>
        </p:nvGrpSpPr>
        <p:grpSpPr>
          <a:xfrm>
            <a:off x="8347104" y="3844656"/>
            <a:ext cx="484560" cy="152280"/>
            <a:chOff x="8347104" y="3844656"/>
            <a:chExt cx="484560" cy="15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C354653-4EC1-F3FD-1EF7-464C0525F49A}"/>
                    </a:ext>
                  </a:extLst>
                </p14:cNvPr>
                <p14:cNvContentPartPr/>
                <p14:nvPr/>
              </p14:nvContentPartPr>
              <p14:xfrm>
                <a:off x="8708544" y="3857976"/>
                <a:ext cx="44640" cy="26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C354653-4EC1-F3FD-1EF7-464C0525F49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690904" y="3839976"/>
                  <a:ext cx="802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0AB5091-3965-C75D-57AA-D0407C698307}"/>
                    </a:ext>
                  </a:extLst>
                </p14:cNvPr>
                <p14:cNvContentPartPr/>
                <p14:nvPr/>
              </p14:nvContentPartPr>
              <p14:xfrm>
                <a:off x="8347104" y="3848976"/>
                <a:ext cx="123120" cy="147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0AB5091-3965-C75D-57AA-D0407C69830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329464" y="3830976"/>
                  <a:ext cx="1587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FB03EAD-2D9F-0084-F02C-E61854CE1F59}"/>
                    </a:ext>
                  </a:extLst>
                </p14:cNvPr>
                <p14:cNvContentPartPr/>
                <p14:nvPr/>
              </p14:nvContentPartPr>
              <p14:xfrm>
                <a:off x="8512704" y="3844656"/>
                <a:ext cx="122400" cy="111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FB03EAD-2D9F-0084-F02C-E61854CE1F5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495064" y="3827016"/>
                  <a:ext cx="1580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3EA0CB5-9832-C3C9-C572-E1A699EF5324}"/>
                    </a:ext>
                  </a:extLst>
                </p14:cNvPr>
                <p14:cNvContentPartPr/>
                <p14:nvPr/>
              </p14:nvContentPartPr>
              <p14:xfrm>
                <a:off x="8746344" y="3845736"/>
                <a:ext cx="85320" cy="25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3EA0CB5-9832-C3C9-C572-E1A699EF532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728344" y="3827736"/>
                  <a:ext cx="1209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4BA0C0B-E61D-2B15-01D6-6C157547776D}"/>
                    </a:ext>
                  </a:extLst>
                </p14:cNvPr>
                <p14:cNvContentPartPr/>
                <p14:nvPr/>
              </p14:nvContentPartPr>
              <p14:xfrm>
                <a:off x="8719704" y="3852936"/>
                <a:ext cx="72720" cy="39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4BA0C0B-E61D-2B15-01D6-6C157547776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701704" y="3835296"/>
                  <a:ext cx="108360" cy="7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24784E5-0BFE-41B9-38BC-9ADC637C22CB}"/>
              </a:ext>
            </a:extLst>
          </p:cNvPr>
          <p:cNvGrpSpPr/>
          <p:nvPr/>
        </p:nvGrpSpPr>
        <p:grpSpPr>
          <a:xfrm>
            <a:off x="8389944" y="1884456"/>
            <a:ext cx="871560" cy="608400"/>
            <a:chOff x="8389944" y="1884456"/>
            <a:chExt cx="871560" cy="60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064DC2F-0C44-7AE7-975E-170F3F087FC6}"/>
                    </a:ext>
                  </a:extLst>
                </p14:cNvPr>
                <p14:cNvContentPartPr/>
                <p14:nvPr/>
              </p14:nvContentPartPr>
              <p14:xfrm>
                <a:off x="8708544" y="2137896"/>
                <a:ext cx="116280" cy="56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064DC2F-0C44-7AE7-975E-170F3F087FC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690904" y="2120256"/>
                  <a:ext cx="151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5468F4A-8CF1-366C-1BA4-F779E0C8927A}"/>
                    </a:ext>
                  </a:extLst>
                </p14:cNvPr>
                <p14:cNvContentPartPr/>
                <p14:nvPr/>
              </p14:nvContentPartPr>
              <p14:xfrm>
                <a:off x="8489664" y="2064096"/>
                <a:ext cx="29880" cy="137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5468F4A-8CF1-366C-1BA4-F779E0C8927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471664" y="2046096"/>
                  <a:ext cx="65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6B77DFF-B62F-AB2D-0240-B0CDC3F93181}"/>
                    </a:ext>
                  </a:extLst>
                </p14:cNvPr>
                <p14:cNvContentPartPr/>
                <p14:nvPr/>
              </p14:nvContentPartPr>
              <p14:xfrm>
                <a:off x="8706384" y="2137176"/>
                <a:ext cx="102240" cy="76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6B77DFF-B62F-AB2D-0240-B0CDC3F9318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688744" y="2119176"/>
                  <a:ext cx="1378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F69B3F6-176F-219F-AA38-B1B78807A7CD}"/>
                    </a:ext>
                  </a:extLst>
                </p14:cNvPr>
                <p14:cNvContentPartPr/>
                <p14:nvPr/>
              </p14:nvContentPartPr>
              <p14:xfrm>
                <a:off x="8720424" y="2393136"/>
                <a:ext cx="61920" cy="62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F69B3F6-176F-219F-AA38-B1B78807A7C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702424" y="2375496"/>
                  <a:ext cx="975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348743E-EBBA-6ECB-9257-F221630516B7}"/>
                    </a:ext>
                  </a:extLst>
                </p14:cNvPr>
                <p14:cNvContentPartPr/>
                <p14:nvPr/>
              </p14:nvContentPartPr>
              <p14:xfrm>
                <a:off x="8389944" y="2387376"/>
                <a:ext cx="204840" cy="105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348743E-EBBA-6ECB-9257-F221630516B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371944" y="2369736"/>
                  <a:ext cx="2404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DE74267-DC6C-604C-E6F8-915295C65E85}"/>
                    </a:ext>
                  </a:extLst>
                </p14:cNvPr>
                <p14:cNvContentPartPr/>
                <p14:nvPr/>
              </p14:nvContentPartPr>
              <p14:xfrm>
                <a:off x="8727984" y="2397096"/>
                <a:ext cx="93240" cy="67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DE74267-DC6C-604C-E6F8-915295C65E8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710344" y="2379456"/>
                  <a:ext cx="1288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1DC143F-39D3-622A-8EA8-5DBFC5B5AC14}"/>
                    </a:ext>
                  </a:extLst>
                </p14:cNvPr>
                <p14:cNvContentPartPr/>
                <p14:nvPr/>
              </p14:nvContentPartPr>
              <p14:xfrm>
                <a:off x="8811144" y="1884456"/>
                <a:ext cx="288360" cy="262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1DC143F-39D3-622A-8EA8-5DBFC5B5AC1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793144" y="1866456"/>
                  <a:ext cx="3240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035D4E1-BCDE-85D4-8CEA-4C552512F3AF}"/>
                    </a:ext>
                  </a:extLst>
                </p14:cNvPr>
                <p14:cNvContentPartPr/>
                <p14:nvPr/>
              </p14:nvContentPartPr>
              <p14:xfrm>
                <a:off x="8803944" y="2085336"/>
                <a:ext cx="352440" cy="86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035D4E1-BCDE-85D4-8CEA-4C552512F3A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785944" y="2067696"/>
                  <a:ext cx="3880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3726426-F5E1-941E-C6A5-A60129CA6A11}"/>
                    </a:ext>
                  </a:extLst>
                </p14:cNvPr>
                <p14:cNvContentPartPr/>
                <p14:nvPr/>
              </p14:nvContentPartPr>
              <p14:xfrm>
                <a:off x="9069264" y="2048256"/>
                <a:ext cx="171000" cy="112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3726426-F5E1-941E-C6A5-A60129CA6A1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051264" y="2030256"/>
                  <a:ext cx="2066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E48DC4B-D8D7-0603-9265-AD99B3AFF441}"/>
                    </a:ext>
                  </a:extLst>
                </p14:cNvPr>
                <p14:cNvContentPartPr/>
                <p14:nvPr/>
              </p14:nvContentPartPr>
              <p14:xfrm>
                <a:off x="8784504" y="2206656"/>
                <a:ext cx="457920" cy="101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E48DC4B-D8D7-0603-9265-AD99B3AFF44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766504" y="2189016"/>
                  <a:ext cx="4935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6022E92-FDB7-9A05-36C3-CA673ED676FD}"/>
                    </a:ext>
                  </a:extLst>
                </p14:cNvPr>
                <p14:cNvContentPartPr/>
                <p14:nvPr/>
              </p14:nvContentPartPr>
              <p14:xfrm>
                <a:off x="9107784" y="2231496"/>
                <a:ext cx="153720" cy="126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6022E92-FDB7-9A05-36C3-CA673ED676F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089784" y="2213496"/>
                  <a:ext cx="1893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E39BB98-6E30-7FA5-E6EF-6E869DC69C3D}"/>
                    </a:ext>
                  </a:extLst>
                </p14:cNvPr>
                <p14:cNvContentPartPr/>
                <p14:nvPr/>
              </p14:nvContentPartPr>
              <p14:xfrm>
                <a:off x="8772984" y="2266776"/>
                <a:ext cx="379440" cy="182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E39BB98-6E30-7FA5-E6EF-6E869DC69C3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755344" y="2248776"/>
                  <a:ext cx="4150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821CA35-F184-D3E6-644A-EB971388BFB5}"/>
                    </a:ext>
                  </a:extLst>
                </p14:cNvPr>
                <p14:cNvContentPartPr/>
                <p14:nvPr/>
              </p14:nvContentPartPr>
              <p14:xfrm>
                <a:off x="9102744" y="2361096"/>
                <a:ext cx="108360" cy="129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821CA35-F184-D3E6-644A-EB971388BFB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084744" y="2343096"/>
                  <a:ext cx="144000" cy="16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E19403E-2BF3-ADED-3DD4-CD672ADD7473}"/>
              </a:ext>
            </a:extLst>
          </p:cNvPr>
          <p:cNvGrpSpPr/>
          <p:nvPr/>
        </p:nvGrpSpPr>
        <p:grpSpPr>
          <a:xfrm>
            <a:off x="9774144" y="1783296"/>
            <a:ext cx="419400" cy="353160"/>
            <a:chOff x="9774144" y="1783296"/>
            <a:chExt cx="419400" cy="35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C6EED8C-EFCD-2CBC-EC61-135BDF2DEE86}"/>
                    </a:ext>
                  </a:extLst>
                </p14:cNvPr>
                <p14:cNvContentPartPr/>
                <p14:nvPr/>
              </p14:nvContentPartPr>
              <p14:xfrm>
                <a:off x="9789264" y="1783296"/>
                <a:ext cx="344520" cy="257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C6EED8C-EFCD-2CBC-EC61-135BDF2DEE8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771264" y="1765296"/>
                  <a:ext cx="38016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3EAFC5A-BE85-036D-784A-3EB00EF70EA4}"/>
                    </a:ext>
                  </a:extLst>
                </p14:cNvPr>
                <p14:cNvContentPartPr/>
                <p14:nvPr/>
              </p14:nvContentPartPr>
              <p14:xfrm>
                <a:off x="10050624" y="1961496"/>
                <a:ext cx="142920" cy="104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3EAFC5A-BE85-036D-784A-3EB00EF70EA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032624" y="1943496"/>
                  <a:ext cx="1785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07CEC01-B4E9-9CA5-BFBA-65E34017D162}"/>
                    </a:ext>
                  </a:extLst>
                </p14:cNvPr>
                <p14:cNvContentPartPr/>
                <p14:nvPr/>
              </p14:nvContentPartPr>
              <p14:xfrm>
                <a:off x="9774144" y="1849896"/>
                <a:ext cx="213480" cy="248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07CEC01-B4E9-9CA5-BFBA-65E34017D16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756144" y="1831896"/>
                  <a:ext cx="2491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C549964-C5DF-C2F8-2C76-4A3F7E3EDD54}"/>
                    </a:ext>
                  </a:extLst>
                </p14:cNvPr>
                <p14:cNvContentPartPr/>
                <p14:nvPr/>
              </p14:nvContentPartPr>
              <p14:xfrm>
                <a:off x="9937944" y="2008656"/>
                <a:ext cx="112320" cy="127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C549964-C5DF-C2F8-2C76-4A3F7E3EDD5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920304" y="1990656"/>
                  <a:ext cx="14796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473539C-8045-DFE7-C154-ED76FD39757A}"/>
              </a:ext>
            </a:extLst>
          </p:cNvPr>
          <p:cNvGrpSpPr/>
          <p:nvPr/>
        </p:nvGrpSpPr>
        <p:grpSpPr>
          <a:xfrm>
            <a:off x="10778184" y="2554416"/>
            <a:ext cx="430920" cy="303120"/>
            <a:chOff x="10778184" y="2554416"/>
            <a:chExt cx="430920" cy="30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993B071-8E53-214E-E862-D3A44B70747D}"/>
                    </a:ext>
                  </a:extLst>
                </p14:cNvPr>
                <p14:cNvContentPartPr/>
                <p14:nvPr/>
              </p14:nvContentPartPr>
              <p14:xfrm>
                <a:off x="10778184" y="2554416"/>
                <a:ext cx="344520" cy="187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993B071-8E53-214E-E862-D3A44B70747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760544" y="2536416"/>
                  <a:ext cx="3801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7F9D8A7-4500-5EAA-5A22-090C4B983E28}"/>
                    </a:ext>
                  </a:extLst>
                </p14:cNvPr>
                <p14:cNvContentPartPr/>
                <p14:nvPr/>
              </p14:nvContentPartPr>
              <p14:xfrm>
                <a:off x="11079504" y="2654136"/>
                <a:ext cx="122760" cy="78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7F9D8A7-4500-5EAA-5A22-090C4B983E2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061504" y="2636496"/>
                  <a:ext cx="1584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E002C1E-75B1-A1E7-F73D-F66FDBDEAF27}"/>
                    </a:ext>
                  </a:extLst>
                </p14:cNvPr>
                <p14:cNvContentPartPr/>
                <p14:nvPr/>
              </p14:nvContentPartPr>
              <p14:xfrm>
                <a:off x="10806984" y="2825856"/>
                <a:ext cx="300240" cy="7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E002C1E-75B1-A1E7-F73D-F66FDBDEAF2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788984" y="2807856"/>
                  <a:ext cx="335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6199EC6-27F8-7245-636D-F8F091E23271}"/>
                    </a:ext>
                  </a:extLst>
                </p14:cNvPr>
                <p14:cNvContentPartPr/>
                <p14:nvPr/>
              </p14:nvContentPartPr>
              <p14:xfrm>
                <a:off x="11027664" y="2793096"/>
                <a:ext cx="105480" cy="644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6199EC6-27F8-7245-636D-F8F091E2327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010024" y="2775096"/>
                  <a:ext cx="141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3C27892-12D9-3E5D-0074-CB28CA4C9BC5}"/>
                    </a:ext>
                  </a:extLst>
                </p14:cNvPr>
                <p14:cNvContentPartPr/>
                <p14:nvPr/>
              </p14:nvContentPartPr>
              <p14:xfrm>
                <a:off x="10993464" y="2636136"/>
                <a:ext cx="215640" cy="1501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3C27892-12D9-3E5D-0074-CB28CA4C9BC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975824" y="2618496"/>
                  <a:ext cx="251280" cy="18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583AB72-4BF5-E82A-C385-415FD74287EB}"/>
              </a:ext>
            </a:extLst>
          </p:cNvPr>
          <p:cNvGrpSpPr/>
          <p:nvPr/>
        </p:nvGrpSpPr>
        <p:grpSpPr>
          <a:xfrm>
            <a:off x="10784304" y="2967336"/>
            <a:ext cx="420840" cy="443880"/>
            <a:chOff x="10784304" y="2967336"/>
            <a:chExt cx="420840" cy="44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E9EECCB-B0C0-41A4-9DC9-68055178474A}"/>
                    </a:ext>
                  </a:extLst>
                </p14:cNvPr>
                <p14:cNvContentPartPr/>
                <p14:nvPr/>
              </p14:nvContentPartPr>
              <p14:xfrm>
                <a:off x="10825704" y="2967336"/>
                <a:ext cx="327600" cy="1958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E9EECCB-B0C0-41A4-9DC9-68055178474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808064" y="2949336"/>
                  <a:ext cx="3632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D83532A-B029-A95F-9BE4-1136AA58EA4C}"/>
                    </a:ext>
                  </a:extLst>
                </p14:cNvPr>
                <p14:cNvContentPartPr/>
                <p14:nvPr/>
              </p14:nvContentPartPr>
              <p14:xfrm>
                <a:off x="10784304" y="3070296"/>
                <a:ext cx="420840" cy="340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D83532A-B029-A95F-9BE4-1136AA58EA4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766304" y="3052656"/>
                  <a:ext cx="456480" cy="37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0B3950F-F55E-1325-201B-46E99928EDE5}"/>
              </a:ext>
            </a:extLst>
          </p:cNvPr>
          <p:cNvGrpSpPr/>
          <p:nvPr/>
        </p:nvGrpSpPr>
        <p:grpSpPr>
          <a:xfrm>
            <a:off x="11487384" y="2848536"/>
            <a:ext cx="348120" cy="105480"/>
            <a:chOff x="11487384" y="2848536"/>
            <a:chExt cx="348120" cy="10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A152C4B-EC8D-DFC6-2021-B91973E564D6}"/>
                    </a:ext>
                  </a:extLst>
                </p14:cNvPr>
                <p14:cNvContentPartPr/>
                <p14:nvPr/>
              </p14:nvContentPartPr>
              <p14:xfrm>
                <a:off x="11487384" y="2888856"/>
                <a:ext cx="243000" cy="12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A152C4B-EC8D-DFC6-2021-B91973E564D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469744" y="2871216"/>
                  <a:ext cx="2786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A0BF0EF-8EC6-7ECB-0CCB-E4A9ED5754C4}"/>
                    </a:ext>
                  </a:extLst>
                </p14:cNvPr>
                <p14:cNvContentPartPr/>
                <p14:nvPr/>
              </p14:nvContentPartPr>
              <p14:xfrm>
                <a:off x="11650464" y="2848536"/>
                <a:ext cx="185040" cy="1054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A0BF0EF-8EC6-7ECB-0CCB-E4A9ED5754C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632824" y="2830896"/>
                  <a:ext cx="22068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C1CD828-EF52-D8B6-766E-BF0835D215F0}"/>
              </a:ext>
            </a:extLst>
          </p:cNvPr>
          <p:cNvGrpSpPr/>
          <p:nvPr/>
        </p:nvGrpSpPr>
        <p:grpSpPr>
          <a:xfrm>
            <a:off x="9766944" y="2548296"/>
            <a:ext cx="594360" cy="672480"/>
            <a:chOff x="9766944" y="2548296"/>
            <a:chExt cx="594360" cy="67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3C6EB5A-BA5D-F2C7-56C2-FA0E54F1E00D}"/>
                    </a:ext>
                  </a:extLst>
                </p14:cNvPr>
                <p14:cNvContentPartPr/>
                <p14:nvPr/>
              </p14:nvContentPartPr>
              <p14:xfrm>
                <a:off x="9842544" y="2738736"/>
                <a:ext cx="324720" cy="22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3C6EB5A-BA5D-F2C7-56C2-FA0E54F1E00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824904" y="2721096"/>
                  <a:ext cx="3603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8908896-BA59-9DF1-BC2A-70CE2498B3E3}"/>
                    </a:ext>
                  </a:extLst>
                </p14:cNvPr>
                <p14:cNvContentPartPr/>
                <p14:nvPr/>
              </p14:nvContentPartPr>
              <p14:xfrm>
                <a:off x="10085184" y="2691576"/>
                <a:ext cx="116640" cy="820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8908896-BA59-9DF1-BC2A-70CE2498B3E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067184" y="2673936"/>
                  <a:ext cx="152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43424FA-86FF-98D9-4057-75A8348E77CC}"/>
                    </a:ext>
                  </a:extLst>
                </p14:cNvPr>
                <p14:cNvContentPartPr/>
                <p14:nvPr/>
              </p14:nvContentPartPr>
              <p14:xfrm>
                <a:off x="9778464" y="2594376"/>
                <a:ext cx="406800" cy="128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43424FA-86FF-98D9-4057-75A8348E77C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760464" y="2576376"/>
                  <a:ext cx="4424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CB83929-D762-502F-EAB2-C0AB88FCB820}"/>
                    </a:ext>
                  </a:extLst>
                </p14:cNvPr>
                <p14:cNvContentPartPr/>
                <p14:nvPr/>
              </p14:nvContentPartPr>
              <p14:xfrm>
                <a:off x="10065744" y="2548296"/>
                <a:ext cx="157680" cy="957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CB83929-D762-502F-EAB2-C0AB88FCB82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047744" y="2530296"/>
                  <a:ext cx="1933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EA771DF-1A71-8057-0404-6602B9000F46}"/>
                    </a:ext>
                  </a:extLst>
                </p14:cNvPr>
                <p14:cNvContentPartPr/>
                <p14:nvPr/>
              </p14:nvContentPartPr>
              <p14:xfrm>
                <a:off x="9782784" y="2807496"/>
                <a:ext cx="472320" cy="1674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EA771DF-1A71-8057-0404-6602B9000F4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765144" y="2789856"/>
                  <a:ext cx="5079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109B6EB-7CD2-ADC7-3BE9-5ABB5B0139A0}"/>
                    </a:ext>
                  </a:extLst>
                </p14:cNvPr>
                <p14:cNvContentPartPr/>
                <p14:nvPr/>
              </p14:nvContentPartPr>
              <p14:xfrm>
                <a:off x="10176984" y="2871936"/>
                <a:ext cx="134640" cy="961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109B6EB-7CD2-ADC7-3BE9-5ABB5B0139A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158984" y="2854296"/>
                  <a:ext cx="1702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24E7571-4E6F-5E03-64D7-B2D5D6A00425}"/>
                    </a:ext>
                  </a:extLst>
                </p14:cNvPr>
                <p14:cNvContentPartPr/>
                <p14:nvPr/>
              </p14:nvContentPartPr>
              <p14:xfrm>
                <a:off x="9766944" y="2857896"/>
                <a:ext cx="516960" cy="3186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24E7571-4E6F-5E03-64D7-B2D5D6A0042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749304" y="2839896"/>
                  <a:ext cx="5526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01F3A05-1377-A0F8-AEB8-628BCD1391B2}"/>
                    </a:ext>
                  </a:extLst>
                </p14:cNvPr>
                <p14:cNvContentPartPr/>
                <p14:nvPr/>
              </p14:nvContentPartPr>
              <p14:xfrm>
                <a:off x="10162944" y="3065256"/>
                <a:ext cx="198360" cy="155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01F3A05-1377-A0F8-AEB8-628BCD1391B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145304" y="3047616"/>
                  <a:ext cx="2340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6F52C8F-E228-5127-4E3B-2F70E48DEEF5}"/>
                    </a:ext>
                  </a:extLst>
                </p14:cNvPr>
                <p14:cNvContentPartPr/>
                <p14:nvPr/>
              </p14:nvContentPartPr>
              <p14:xfrm>
                <a:off x="10116864" y="2871936"/>
                <a:ext cx="225360" cy="136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6F52C8F-E228-5127-4E3B-2F70E48DEEF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099224" y="2854296"/>
                  <a:ext cx="261000" cy="172080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85" name="Table 84">
            <a:extLst>
              <a:ext uri="{FF2B5EF4-FFF2-40B4-BE49-F238E27FC236}">
                <a16:creationId xmlns:a16="http://schemas.microsoft.com/office/drawing/2014/main" id="{DA63F14D-5D43-5675-E1C6-B26CC88B50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081327"/>
              </p:ext>
            </p:extLst>
          </p:nvPr>
        </p:nvGraphicFramePr>
        <p:xfrm>
          <a:off x="878292" y="4340561"/>
          <a:ext cx="6440424" cy="2286000"/>
        </p:xfrm>
        <a:graphic>
          <a:graphicData uri="http://schemas.openxmlformats.org/drawingml/2006/table">
            <a:tbl>
              <a:tblPr/>
              <a:tblGrid>
                <a:gridCol w="3240024">
                  <a:extLst>
                    <a:ext uri="{9D8B030D-6E8A-4147-A177-3AD203B41FA5}">
                      <a16:colId xmlns:a16="http://schemas.microsoft.com/office/drawing/2014/main" val="3048929814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6845357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Explanation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7048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Sequential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Linear stack of layers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16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Dense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Fully connected 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180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input_shape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Shape of input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2347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activation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Adds non-linearity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658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6428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72F72-1952-777E-2EEE-64DB28845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F167F3-F02F-886B-1500-0ABE05447C66}"/>
              </a:ext>
            </a:extLst>
          </p:cNvPr>
          <p:cNvSpPr txBox="1"/>
          <p:nvPr/>
        </p:nvSpPr>
        <p:spPr>
          <a:xfrm>
            <a:off x="274320" y="338757"/>
            <a:ext cx="9820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Sequential API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247C319-7882-7120-8682-3993E94E7F34}"/>
              </a:ext>
            </a:extLst>
          </p:cNvPr>
          <p:cNvSpPr/>
          <p:nvPr/>
        </p:nvSpPr>
        <p:spPr>
          <a:xfrm>
            <a:off x="9509760" y="151280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A41825A-9949-69A0-C859-3C7C4848CDEA}"/>
              </a:ext>
            </a:extLst>
          </p:cNvPr>
          <p:cNvSpPr/>
          <p:nvPr/>
        </p:nvSpPr>
        <p:spPr>
          <a:xfrm>
            <a:off x="9509760" y="189380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00022B5-2BC4-D82D-FE3D-777FFE12DF23}"/>
              </a:ext>
            </a:extLst>
          </p:cNvPr>
          <p:cNvSpPr/>
          <p:nvPr/>
        </p:nvSpPr>
        <p:spPr>
          <a:xfrm>
            <a:off x="9509760" y="225651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BC663E9-A2B1-6389-0004-96262EF5D77C}"/>
              </a:ext>
            </a:extLst>
          </p:cNvPr>
          <p:cNvSpPr/>
          <p:nvPr/>
        </p:nvSpPr>
        <p:spPr>
          <a:xfrm>
            <a:off x="9509760" y="2628369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D4B445D-52DB-375D-0DC7-68176A8E7D1D}"/>
              </a:ext>
            </a:extLst>
          </p:cNvPr>
          <p:cNvSpPr/>
          <p:nvPr/>
        </p:nvSpPr>
        <p:spPr>
          <a:xfrm>
            <a:off x="9509760" y="3023825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DDE5A0-9E8C-A46C-2052-04BBA3E866BA}"/>
              </a:ext>
            </a:extLst>
          </p:cNvPr>
          <p:cNvSpPr/>
          <p:nvPr/>
        </p:nvSpPr>
        <p:spPr>
          <a:xfrm>
            <a:off x="9509760" y="3377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31F12C2-7EF3-10EE-DB5F-A1D319A921C5}"/>
              </a:ext>
            </a:extLst>
          </p:cNvPr>
          <p:cNvSpPr/>
          <p:nvPr/>
        </p:nvSpPr>
        <p:spPr>
          <a:xfrm>
            <a:off x="9509760" y="3758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2CA9FA3-40FC-9F1C-950D-109DD5ACBF56}"/>
              </a:ext>
            </a:extLst>
          </p:cNvPr>
          <p:cNvSpPr/>
          <p:nvPr/>
        </p:nvSpPr>
        <p:spPr>
          <a:xfrm>
            <a:off x="9509760" y="4102817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019AC00-EE05-FA2B-3B55-FDB5FB2B6D70}"/>
              </a:ext>
            </a:extLst>
          </p:cNvPr>
          <p:cNvSpPr/>
          <p:nvPr/>
        </p:nvSpPr>
        <p:spPr>
          <a:xfrm>
            <a:off x="10485980" y="2261825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93D8B52-41E5-FF15-8CFA-5A293C2FBD6B}"/>
              </a:ext>
            </a:extLst>
          </p:cNvPr>
          <p:cNvSpPr/>
          <p:nvPr/>
        </p:nvSpPr>
        <p:spPr>
          <a:xfrm>
            <a:off x="10485980" y="263368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37AEDC0-39C6-D7FE-163A-9EB10982B262}"/>
              </a:ext>
            </a:extLst>
          </p:cNvPr>
          <p:cNvSpPr/>
          <p:nvPr/>
        </p:nvSpPr>
        <p:spPr>
          <a:xfrm>
            <a:off x="10485980" y="3005537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657401C-B7BC-C8CC-CFA6-660F71826EF2}"/>
              </a:ext>
            </a:extLst>
          </p:cNvPr>
          <p:cNvSpPr/>
          <p:nvPr/>
        </p:nvSpPr>
        <p:spPr>
          <a:xfrm>
            <a:off x="10485980" y="3377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C14B6ED-3D47-94DA-213A-C9907048CFA2}"/>
              </a:ext>
            </a:extLst>
          </p:cNvPr>
          <p:cNvSpPr/>
          <p:nvPr/>
        </p:nvSpPr>
        <p:spPr>
          <a:xfrm>
            <a:off x="11194836" y="274724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DBFEE1-8DA6-0B7F-CAB7-56509C472FE3}"/>
              </a:ext>
            </a:extLst>
          </p:cNvPr>
          <p:cNvSpPr txBox="1"/>
          <p:nvPr/>
        </p:nvSpPr>
        <p:spPr>
          <a:xfrm>
            <a:off x="9232239" y="4581144"/>
            <a:ext cx="862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DF4BD2-604E-ED85-FC22-65A413BC2BA3}"/>
              </a:ext>
            </a:extLst>
          </p:cNvPr>
          <p:cNvSpPr txBox="1"/>
          <p:nvPr/>
        </p:nvSpPr>
        <p:spPr>
          <a:xfrm>
            <a:off x="10450971" y="4581144"/>
            <a:ext cx="862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C5AAA5-429E-36EB-F12F-74B16FB7CA84}"/>
              </a:ext>
            </a:extLst>
          </p:cNvPr>
          <p:cNvSpPr txBox="1"/>
          <p:nvPr/>
        </p:nvSpPr>
        <p:spPr>
          <a:xfrm>
            <a:off x="11001211" y="3349806"/>
            <a:ext cx="856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5B61CD4-20C0-B341-C661-625E95C811A1}"/>
                  </a:ext>
                </a:extLst>
              </p14:cNvPr>
              <p14:cNvContentPartPr/>
              <p14:nvPr/>
            </p14:nvContentPartPr>
            <p14:xfrm>
              <a:off x="8702064" y="3014856"/>
              <a:ext cx="69480" cy="352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5B61CD4-20C0-B341-C661-625E95C811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84064" y="2997038"/>
                <a:ext cx="10512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8BDB8D7-4385-BDDF-4DB1-FB3444A1DE3F}"/>
                  </a:ext>
                </a:extLst>
              </p14:cNvPr>
              <p14:cNvContentPartPr/>
              <p14:nvPr/>
            </p14:nvContentPartPr>
            <p14:xfrm>
              <a:off x="8708184" y="3265056"/>
              <a:ext cx="68040" cy="244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8BDB8D7-4385-BDDF-4DB1-FB3444A1DE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90088" y="3247056"/>
                <a:ext cx="10387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58A07EC-B5F7-1229-37A8-8ECEBC5E066F}"/>
                  </a:ext>
                </a:extLst>
              </p14:cNvPr>
              <p14:cNvContentPartPr/>
              <p14:nvPr/>
            </p14:nvContentPartPr>
            <p14:xfrm>
              <a:off x="8743464" y="3506616"/>
              <a:ext cx="34560" cy="244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58A07EC-B5F7-1229-37A8-8ECEBC5E066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25464" y="3488877"/>
                <a:ext cx="70200" cy="59603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95802073-5293-5D20-CAD0-A29AAC08B1DB}"/>
              </a:ext>
            </a:extLst>
          </p:cNvPr>
          <p:cNvGrpSpPr/>
          <p:nvPr/>
        </p:nvGrpSpPr>
        <p:grpSpPr>
          <a:xfrm>
            <a:off x="8416584" y="2724696"/>
            <a:ext cx="369360" cy="141480"/>
            <a:chOff x="8416584" y="2724696"/>
            <a:chExt cx="369360" cy="14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438037A-3902-77AE-85A4-76E91F76606F}"/>
                    </a:ext>
                  </a:extLst>
                </p14:cNvPr>
                <p14:cNvContentPartPr/>
                <p14:nvPr/>
              </p14:nvContentPartPr>
              <p14:xfrm>
                <a:off x="8730504" y="2741616"/>
                <a:ext cx="55440" cy="31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438037A-3902-77AE-85A4-76E91F76606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12504" y="2723616"/>
                  <a:ext cx="910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B976307-DEB4-7668-7335-18ACC8085DF7}"/>
                    </a:ext>
                  </a:extLst>
                </p14:cNvPr>
                <p14:cNvContentPartPr/>
                <p14:nvPr/>
              </p14:nvContentPartPr>
              <p14:xfrm>
                <a:off x="8416584" y="2724696"/>
                <a:ext cx="124560" cy="141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B976307-DEB4-7668-7335-18ACC8085DF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98584" y="2706696"/>
                  <a:ext cx="1602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EFA8C20-4B57-B2DE-A430-E92CBD3015E0}"/>
                    </a:ext>
                  </a:extLst>
                </p14:cNvPr>
                <p14:cNvContentPartPr/>
                <p14:nvPr/>
              </p14:nvContentPartPr>
              <p14:xfrm>
                <a:off x="8699904" y="2763936"/>
                <a:ext cx="83160" cy="61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EFA8C20-4B57-B2DE-A430-E92CBD3015E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81904" y="2746040"/>
                  <a:ext cx="118800" cy="9735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F38EEFA9-CC17-BE6A-7E4B-052C638648CB}"/>
                  </a:ext>
                </a:extLst>
              </p14:cNvPr>
              <p14:cNvContentPartPr/>
              <p14:nvPr/>
            </p14:nvContentPartPr>
            <p14:xfrm>
              <a:off x="8711784" y="2996856"/>
              <a:ext cx="87480" cy="777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F38EEFA9-CC17-BE6A-7E4B-052C638648C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93784" y="2978856"/>
                <a:ext cx="1231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EA69059-DEF7-B0E5-BCB2-75644A55876C}"/>
                  </a:ext>
                </a:extLst>
              </p14:cNvPr>
              <p14:cNvContentPartPr/>
              <p14:nvPr/>
            </p14:nvContentPartPr>
            <p14:xfrm>
              <a:off x="8708904" y="3246336"/>
              <a:ext cx="111960" cy="658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EA69059-DEF7-B0E5-BCB2-75644A55876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690904" y="3228336"/>
                <a:ext cx="14760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611A7C7-8483-CB5D-49E5-65029BF65496}"/>
                  </a:ext>
                </a:extLst>
              </p14:cNvPr>
              <p14:cNvContentPartPr/>
              <p14:nvPr/>
            </p14:nvContentPartPr>
            <p14:xfrm>
              <a:off x="8733744" y="3495456"/>
              <a:ext cx="100080" cy="568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611A7C7-8483-CB5D-49E5-65029BF6549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715744" y="3477456"/>
                <a:ext cx="135720" cy="9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679E109F-F85B-2242-8120-5F5700ADD0B1}"/>
              </a:ext>
            </a:extLst>
          </p:cNvPr>
          <p:cNvGrpSpPr/>
          <p:nvPr/>
        </p:nvGrpSpPr>
        <p:grpSpPr>
          <a:xfrm>
            <a:off x="8347104" y="3844656"/>
            <a:ext cx="484560" cy="152280"/>
            <a:chOff x="8347104" y="3844656"/>
            <a:chExt cx="484560" cy="15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F28ACEE-462F-F826-56F6-7E6E7223A119}"/>
                    </a:ext>
                  </a:extLst>
                </p14:cNvPr>
                <p14:cNvContentPartPr/>
                <p14:nvPr/>
              </p14:nvContentPartPr>
              <p14:xfrm>
                <a:off x="8708544" y="3857976"/>
                <a:ext cx="44640" cy="26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F28ACEE-462F-F826-56F6-7E6E7223A11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90544" y="3840219"/>
                  <a:ext cx="8028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D39C20C-6A21-CE02-0F7A-7E5B59CE5248}"/>
                    </a:ext>
                  </a:extLst>
                </p14:cNvPr>
                <p14:cNvContentPartPr/>
                <p14:nvPr/>
              </p14:nvContentPartPr>
              <p14:xfrm>
                <a:off x="8347104" y="3848976"/>
                <a:ext cx="123120" cy="147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D39C20C-6A21-CE02-0F7A-7E5B59CE524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329104" y="3830976"/>
                  <a:ext cx="1587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597F587-32CB-75CF-3495-BEC8D8FD775E}"/>
                    </a:ext>
                  </a:extLst>
                </p14:cNvPr>
                <p14:cNvContentPartPr/>
                <p14:nvPr/>
              </p14:nvContentPartPr>
              <p14:xfrm>
                <a:off x="8512704" y="3844656"/>
                <a:ext cx="122400" cy="111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597F587-32CB-75CF-3495-BEC8D8FD775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494704" y="3826656"/>
                  <a:ext cx="1580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286025B-52E1-8CB1-DE9E-39A7A5358438}"/>
                    </a:ext>
                  </a:extLst>
                </p14:cNvPr>
                <p14:cNvContentPartPr/>
                <p14:nvPr/>
              </p14:nvContentPartPr>
              <p14:xfrm>
                <a:off x="8746344" y="3845736"/>
                <a:ext cx="85320" cy="25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286025B-52E1-8CB1-DE9E-39A7A535843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728344" y="3827986"/>
                  <a:ext cx="120960" cy="607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DBB4633-00EE-3D5E-02E1-799EB8A22F39}"/>
                    </a:ext>
                  </a:extLst>
                </p14:cNvPr>
                <p14:cNvContentPartPr/>
                <p14:nvPr/>
              </p14:nvContentPartPr>
              <p14:xfrm>
                <a:off x="8719704" y="3852936"/>
                <a:ext cx="72720" cy="39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DBB4633-00EE-3D5E-02E1-799EB8A22F3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01704" y="3834769"/>
                  <a:ext cx="108360" cy="7521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49769F8-EEA9-61F0-BF1A-CB6D64B1424E}"/>
              </a:ext>
            </a:extLst>
          </p:cNvPr>
          <p:cNvGrpSpPr/>
          <p:nvPr/>
        </p:nvGrpSpPr>
        <p:grpSpPr>
          <a:xfrm>
            <a:off x="8389944" y="1884456"/>
            <a:ext cx="871560" cy="608400"/>
            <a:chOff x="8389944" y="1884456"/>
            <a:chExt cx="871560" cy="60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D21EBDB-2D91-D6DE-1767-24E203CDC40C}"/>
                    </a:ext>
                  </a:extLst>
                </p14:cNvPr>
                <p14:cNvContentPartPr/>
                <p14:nvPr/>
              </p14:nvContentPartPr>
              <p14:xfrm>
                <a:off x="8708544" y="2137896"/>
                <a:ext cx="116280" cy="56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D21EBDB-2D91-D6DE-1767-24E203CDC40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90544" y="2119896"/>
                  <a:ext cx="151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C3AE179-D0D1-CAA7-94C3-FEB7A6D01159}"/>
                    </a:ext>
                  </a:extLst>
                </p14:cNvPr>
                <p14:cNvContentPartPr/>
                <p14:nvPr/>
              </p14:nvContentPartPr>
              <p14:xfrm>
                <a:off x="8489664" y="2064096"/>
                <a:ext cx="29880" cy="137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C3AE179-D0D1-CAA7-94C3-FEB7A6D0115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471664" y="2046096"/>
                  <a:ext cx="65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0346032-E453-2BD1-2D71-1917E5CB94FD}"/>
                    </a:ext>
                  </a:extLst>
                </p14:cNvPr>
                <p14:cNvContentPartPr/>
                <p14:nvPr/>
              </p14:nvContentPartPr>
              <p14:xfrm>
                <a:off x="8706384" y="2137176"/>
                <a:ext cx="102240" cy="76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0346032-E453-2BD1-2D71-1917E5CB94F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88320" y="2119176"/>
                  <a:ext cx="138006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E93E31C-E211-E238-19B8-1E44C4104E3E}"/>
                    </a:ext>
                  </a:extLst>
                </p14:cNvPr>
                <p14:cNvContentPartPr/>
                <p14:nvPr/>
              </p14:nvContentPartPr>
              <p14:xfrm>
                <a:off x="8720424" y="2393136"/>
                <a:ext cx="61920" cy="62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E93E31C-E211-E238-19B8-1E44C4104E3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02424" y="2375136"/>
                  <a:ext cx="975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496975B-962A-04FE-831A-8A27E9531A62}"/>
                    </a:ext>
                  </a:extLst>
                </p14:cNvPr>
                <p14:cNvContentPartPr/>
                <p14:nvPr/>
              </p14:nvContentPartPr>
              <p14:xfrm>
                <a:off x="8389944" y="2387376"/>
                <a:ext cx="204840" cy="105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496975B-962A-04FE-831A-8A27E9531A6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371944" y="2369376"/>
                  <a:ext cx="2404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7B7196A-F09F-59EF-E5B6-40F64F0FD158}"/>
                    </a:ext>
                  </a:extLst>
                </p14:cNvPr>
                <p14:cNvContentPartPr/>
                <p14:nvPr/>
              </p14:nvContentPartPr>
              <p14:xfrm>
                <a:off x="8727984" y="2397096"/>
                <a:ext cx="93240" cy="67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7B7196A-F09F-59EF-E5B6-40F64F0FD15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09984" y="2379096"/>
                  <a:ext cx="1288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E0F19CC-C9C6-4DB3-001D-BC8D83134648}"/>
                    </a:ext>
                  </a:extLst>
                </p14:cNvPr>
                <p14:cNvContentPartPr/>
                <p14:nvPr/>
              </p14:nvContentPartPr>
              <p14:xfrm>
                <a:off x="8811144" y="1884456"/>
                <a:ext cx="288360" cy="262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E0F19CC-C9C6-4DB3-001D-BC8D8313464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93144" y="1866456"/>
                  <a:ext cx="3240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0BA23EE-CCF3-E78C-46A5-415D8F84990D}"/>
                    </a:ext>
                  </a:extLst>
                </p14:cNvPr>
                <p14:cNvContentPartPr/>
                <p14:nvPr/>
              </p14:nvContentPartPr>
              <p14:xfrm>
                <a:off x="8803944" y="2085336"/>
                <a:ext cx="352440" cy="86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0BA23EE-CCF3-E78C-46A5-415D8F84990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85944" y="2067336"/>
                  <a:ext cx="3880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F59BE4A-9D03-F3F8-D3B1-B03A9DD99395}"/>
                    </a:ext>
                  </a:extLst>
                </p14:cNvPr>
                <p14:cNvContentPartPr/>
                <p14:nvPr/>
              </p14:nvContentPartPr>
              <p14:xfrm>
                <a:off x="9069264" y="2048256"/>
                <a:ext cx="171000" cy="112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F59BE4A-9D03-F3F8-D3B1-B03A9DD9939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051302" y="2030256"/>
                  <a:ext cx="206565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9DFA03B-86FF-C581-9C9A-A16992BDC4B7}"/>
                    </a:ext>
                  </a:extLst>
                </p14:cNvPr>
                <p14:cNvContentPartPr/>
                <p14:nvPr/>
              </p14:nvContentPartPr>
              <p14:xfrm>
                <a:off x="8784504" y="2206656"/>
                <a:ext cx="457920" cy="101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9DFA03B-86FF-C581-9C9A-A16992BDC4B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66504" y="2188592"/>
                  <a:ext cx="493560" cy="1376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6A31E62-0771-11CD-8400-0A61F54B2485}"/>
                    </a:ext>
                  </a:extLst>
                </p14:cNvPr>
                <p14:cNvContentPartPr/>
                <p14:nvPr/>
              </p14:nvContentPartPr>
              <p14:xfrm>
                <a:off x="9107784" y="2231496"/>
                <a:ext cx="153720" cy="126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6A31E62-0771-11CD-8400-0A61F54B248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89784" y="2213496"/>
                  <a:ext cx="1893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2B3C8F3-6FED-17E6-9CEC-E6BE464EBD9C}"/>
                    </a:ext>
                  </a:extLst>
                </p14:cNvPr>
                <p14:cNvContentPartPr/>
                <p14:nvPr/>
              </p14:nvContentPartPr>
              <p14:xfrm>
                <a:off x="8772984" y="2266776"/>
                <a:ext cx="379440" cy="182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2B3C8F3-6FED-17E6-9CEC-E6BE464EBD9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754967" y="2248811"/>
                  <a:ext cx="415114" cy="2180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A3D5E75-A19B-A1A2-665F-9961ACDA1292}"/>
                    </a:ext>
                  </a:extLst>
                </p14:cNvPr>
                <p14:cNvContentPartPr/>
                <p14:nvPr/>
              </p14:nvContentPartPr>
              <p14:xfrm>
                <a:off x="9102744" y="2361096"/>
                <a:ext cx="108360" cy="129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A3D5E75-A19B-A1A2-665F-9961ACDA129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84744" y="2343146"/>
                  <a:ext cx="144000" cy="16550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8118D3D-4A64-55CA-F338-B7727D969B71}"/>
              </a:ext>
            </a:extLst>
          </p:cNvPr>
          <p:cNvGrpSpPr/>
          <p:nvPr/>
        </p:nvGrpSpPr>
        <p:grpSpPr>
          <a:xfrm>
            <a:off x="9774144" y="1783296"/>
            <a:ext cx="419400" cy="353160"/>
            <a:chOff x="9774144" y="1783296"/>
            <a:chExt cx="419400" cy="35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A72000E-C1E1-1B84-E259-FB49D7FF6C6D}"/>
                    </a:ext>
                  </a:extLst>
                </p14:cNvPr>
                <p14:cNvContentPartPr/>
                <p14:nvPr/>
              </p14:nvContentPartPr>
              <p14:xfrm>
                <a:off x="9789264" y="1783296"/>
                <a:ext cx="344520" cy="257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A72000E-C1E1-1B84-E259-FB49D7FF6C6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771283" y="1765296"/>
                  <a:ext cx="380123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7ABA875-82F2-DF88-478A-CACF4DAD4A39}"/>
                    </a:ext>
                  </a:extLst>
                </p14:cNvPr>
                <p14:cNvContentPartPr/>
                <p14:nvPr/>
              </p14:nvContentPartPr>
              <p14:xfrm>
                <a:off x="10050624" y="1961496"/>
                <a:ext cx="142920" cy="104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7ABA875-82F2-DF88-478A-CACF4DAD4A3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032624" y="1943496"/>
                  <a:ext cx="1785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C73FC90-109B-E9E2-D40F-05CFB8FFDC8D}"/>
                    </a:ext>
                  </a:extLst>
                </p14:cNvPr>
                <p14:cNvContentPartPr/>
                <p14:nvPr/>
              </p14:nvContentPartPr>
              <p14:xfrm>
                <a:off x="9774144" y="1849896"/>
                <a:ext cx="213480" cy="248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C73FC90-109B-E9E2-D40F-05CFB8FFDC8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756144" y="1831922"/>
                  <a:ext cx="249120" cy="2836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1F2780B-158A-A8D0-1AAF-7CD9AB338D65}"/>
                    </a:ext>
                  </a:extLst>
                </p14:cNvPr>
                <p14:cNvContentPartPr/>
                <p14:nvPr/>
              </p14:nvContentPartPr>
              <p14:xfrm>
                <a:off x="9937944" y="2008656"/>
                <a:ext cx="112320" cy="127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1F2780B-158A-A8D0-1AAF-7CD9AB338D6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919944" y="1990656"/>
                  <a:ext cx="14796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376560C-163D-FD8B-5D01-77B9B80D718E}"/>
              </a:ext>
            </a:extLst>
          </p:cNvPr>
          <p:cNvGrpSpPr/>
          <p:nvPr/>
        </p:nvGrpSpPr>
        <p:grpSpPr>
          <a:xfrm>
            <a:off x="10778184" y="2554416"/>
            <a:ext cx="430920" cy="303120"/>
            <a:chOff x="10778184" y="2554416"/>
            <a:chExt cx="430920" cy="30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0874CA5-3260-5022-6652-B6EFAC823E43}"/>
                    </a:ext>
                  </a:extLst>
                </p14:cNvPr>
                <p14:cNvContentPartPr/>
                <p14:nvPr/>
              </p14:nvContentPartPr>
              <p14:xfrm>
                <a:off x="10778184" y="2554416"/>
                <a:ext cx="344520" cy="187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0874CA5-3260-5022-6652-B6EFAC823E4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760184" y="2536450"/>
                  <a:ext cx="380160" cy="2234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B72E3FB-889F-E190-6F44-1A2AD8E81AF6}"/>
                    </a:ext>
                  </a:extLst>
                </p14:cNvPr>
                <p14:cNvContentPartPr/>
                <p14:nvPr/>
              </p14:nvContentPartPr>
              <p14:xfrm>
                <a:off x="11079504" y="2654136"/>
                <a:ext cx="122760" cy="78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B72E3FB-889F-E190-6F44-1A2AD8E81AF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061504" y="2636053"/>
                  <a:ext cx="158400" cy="1146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9D4C2BF-2DC5-0879-FCE5-19DE269245FA}"/>
                    </a:ext>
                  </a:extLst>
                </p14:cNvPr>
                <p14:cNvContentPartPr/>
                <p14:nvPr/>
              </p14:nvContentPartPr>
              <p14:xfrm>
                <a:off x="10806984" y="2825856"/>
                <a:ext cx="300240" cy="7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9D4C2BF-2DC5-0879-FCE5-19DE269245F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788984" y="2807856"/>
                  <a:ext cx="335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092F5C3-DF99-9928-1535-02E4B386A495}"/>
                    </a:ext>
                  </a:extLst>
                </p14:cNvPr>
                <p14:cNvContentPartPr/>
                <p14:nvPr/>
              </p14:nvContentPartPr>
              <p14:xfrm>
                <a:off x="11027664" y="2793096"/>
                <a:ext cx="105480" cy="644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092F5C3-DF99-9928-1535-02E4B386A49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009664" y="2775096"/>
                  <a:ext cx="141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F4ACCBE-1FD3-B2C2-47BF-6E87EF688B78}"/>
                    </a:ext>
                  </a:extLst>
                </p14:cNvPr>
                <p14:cNvContentPartPr/>
                <p14:nvPr/>
              </p14:nvContentPartPr>
              <p14:xfrm>
                <a:off x="10993464" y="2636136"/>
                <a:ext cx="215640" cy="1501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F4ACCBE-1FD3-B2C2-47BF-6E87EF688B7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975464" y="2618093"/>
                  <a:ext cx="251280" cy="18584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368366D-3AA7-3800-3AE8-B8BB3750CB86}"/>
              </a:ext>
            </a:extLst>
          </p:cNvPr>
          <p:cNvGrpSpPr/>
          <p:nvPr/>
        </p:nvGrpSpPr>
        <p:grpSpPr>
          <a:xfrm>
            <a:off x="10784304" y="2967336"/>
            <a:ext cx="420840" cy="443880"/>
            <a:chOff x="10784304" y="2967336"/>
            <a:chExt cx="420840" cy="44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8C27D68-864B-C52E-7A61-72ED7F6199DF}"/>
                    </a:ext>
                  </a:extLst>
                </p14:cNvPr>
                <p14:cNvContentPartPr/>
                <p14:nvPr/>
              </p14:nvContentPartPr>
              <p14:xfrm>
                <a:off x="10825704" y="2967336"/>
                <a:ext cx="327600" cy="1958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8C27D68-864B-C52E-7A61-72ED7F6199D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807684" y="2949336"/>
                  <a:ext cx="363279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3FE0675-83C0-6939-CCA4-B68BE60A4CBA}"/>
                    </a:ext>
                  </a:extLst>
                </p14:cNvPr>
                <p14:cNvContentPartPr/>
                <p14:nvPr/>
              </p14:nvContentPartPr>
              <p14:xfrm>
                <a:off x="10784304" y="3070296"/>
                <a:ext cx="420840" cy="340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3FE0675-83C0-6939-CCA4-B68BE60A4CB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66319" y="3052277"/>
                  <a:ext cx="456450" cy="37659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A9DE1C0-B13B-0CF8-C1B8-25732FC84A44}"/>
              </a:ext>
            </a:extLst>
          </p:cNvPr>
          <p:cNvGrpSpPr/>
          <p:nvPr/>
        </p:nvGrpSpPr>
        <p:grpSpPr>
          <a:xfrm>
            <a:off x="11487384" y="2848536"/>
            <a:ext cx="348120" cy="105480"/>
            <a:chOff x="11487384" y="2848536"/>
            <a:chExt cx="348120" cy="10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1C928F0-47D8-8E25-8567-60969EA11D3A}"/>
                    </a:ext>
                  </a:extLst>
                </p14:cNvPr>
                <p14:cNvContentPartPr/>
                <p14:nvPr/>
              </p14:nvContentPartPr>
              <p14:xfrm>
                <a:off x="11487384" y="2888856"/>
                <a:ext cx="243000" cy="12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1C928F0-47D8-8E25-8567-60969EA11D3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469384" y="2870856"/>
                  <a:ext cx="2786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CA49D82-0886-1CC8-D456-6EE6C0D2D4B2}"/>
                    </a:ext>
                  </a:extLst>
                </p14:cNvPr>
                <p14:cNvContentPartPr/>
                <p14:nvPr/>
              </p14:nvContentPartPr>
              <p14:xfrm>
                <a:off x="11650464" y="2848536"/>
                <a:ext cx="185040" cy="1054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CA49D82-0886-1CC8-D456-6EE6C0D2D4B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632464" y="2830536"/>
                  <a:ext cx="22068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B56CE81-84C7-1CF5-EA6E-74303F10A1DF}"/>
              </a:ext>
            </a:extLst>
          </p:cNvPr>
          <p:cNvGrpSpPr/>
          <p:nvPr/>
        </p:nvGrpSpPr>
        <p:grpSpPr>
          <a:xfrm>
            <a:off x="9766944" y="2548296"/>
            <a:ext cx="594360" cy="672480"/>
            <a:chOff x="9766944" y="2548296"/>
            <a:chExt cx="594360" cy="67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858FB3F-ACE5-4604-E04A-042B45AF5906}"/>
                    </a:ext>
                  </a:extLst>
                </p14:cNvPr>
                <p14:cNvContentPartPr/>
                <p14:nvPr/>
              </p14:nvContentPartPr>
              <p14:xfrm>
                <a:off x="9842544" y="2738736"/>
                <a:ext cx="324720" cy="22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858FB3F-ACE5-4604-E04A-042B45AF590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24544" y="2720446"/>
                  <a:ext cx="360360" cy="588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EF32263-CC68-F603-AE60-5879A6BE3EAC}"/>
                    </a:ext>
                  </a:extLst>
                </p14:cNvPr>
                <p14:cNvContentPartPr/>
                <p14:nvPr/>
              </p14:nvContentPartPr>
              <p14:xfrm>
                <a:off x="10085184" y="2691576"/>
                <a:ext cx="116640" cy="820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EF32263-CC68-F603-AE60-5879A6BE3EA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067184" y="2673576"/>
                  <a:ext cx="152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9294C59-FF98-7485-3BA4-19043BD57783}"/>
                    </a:ext>
                  </a:extLst>
                </p14:cNvPr>
                <p14:cNvContentPartPr/>
                <p14:nvPr/>
              </p14:nvContentPartPr>
              <p14:xfrm>
                <a:off x="9778464" y="2594376"/>
                <a:ext cx="406800" cy="128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9294C59-FF98-7485-3BA4-19043BD5778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760464" y="2576376"/>
                  <a:ext cx="4424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E6DD137-DC04-190E-853E-30D06F1F2A7F}"/>
                    </a:ext>
                  </a:extLst>
                </p14:cNvPr>
                <p14:cNvContentPartPr/>
                <p14:nvPr/>
              </p14:nvContentPartPr>
              <p14:xfrm>
                <a:off x="10065744" y="2548296"/>
                <a:ext cx="157680" cy="957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E6DD137-DC04-190E-853E-30D06F1F2A7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047744" y="2530296"/>
                  <a:ext cx="1933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13EAE4C-3E08-6A9F-280D-E925F7818A56}"/>
                    </a:ext>
                  </a:extLst>
                </p14:cNvPr>
                <p14:cNvContentPartPr/>
                <p14:nvPr/>
              </p14:nvContentPartPr>
              <p14:xfrm>
                <a:off x="9782784" y="2807496"/>
                <a:ext cx="472320" cy="1674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13EAE4C-3E08-6A9F-280D-E925F7818A5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764784" y="2789496"/>
                  <a:ext cx="5079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9D35689-C3F6-0953-A0B2-32BBA3E9B149}"/>
                    </a:ext>
                  </a:extLst>
                </p14:cNvPr>
                <p14:cNvContentPartPr/>
                <p14:nvPr/>
              </p14:nvContentPartPr>
              <p14:xfrm>
                <a:off x="10176984" y="2871936"/>
                <a:ext cx="134640" cy="961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9D35689-C3F6-0953-A0B2-32BBA3E9B14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158984" y="2853868"/>
                  <a:ext cx="170280" cy="1318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B3CDA84-4BD3-F679-5A31-8131AA22B46D}"/>
                    </a:ext>
                  </a:extLst>
                </p14:cNvPr>
                <p14:cNvContentPartPr/>
                <p14:nvPr/>
              </p14:nvContentPartPr>
              <p14:xfrm>
                <a:off x="9766944" y="2857896"/>
                <a:ext cx="516960" cy="3186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B3CDA84-4BD3-F679-5A31-8131AA22B46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748944" y="2839896"/>
                  <a:ext cx="5526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8D5A0E0-83A7-717E-CFF9-C80F09093E9F}"/>
                    </a:ext>
                  </a:extLst>
                </p14:cNvPr>
                <p14:cNvContentPartPr/>
                <p14:nvPr/>
              </p14:nvContentPartPr>
              <p14:xfrm>
                <a:off x="10162944" y="3065256"/>
                <a:ext cx="198360" cy="155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8D5A0E0-83A7-717E-CFF9-C80F09093E9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144944" y="3047256"/>
                  <a:ext cx="2340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B6E8E56-0FF7-6FB6-DCF8-85D9908FC4AA}"/>
                    </a:ext>
                  </a:extLst>
                </p14:cNvPr>
                <p14:cNvContentPartPr/>
                <p14:nvPr/>
              </p14:nvContentPartPr>
              <p14:xfrm>
                <a:off x="10116864" y="2871936"/>
                <a:ext cx="225360" cy="136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B6E8E56-0FF7-6FB6-DCF8-85D9908FC4A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098835" y="2853936"/>
                  <a:ext cx="261057" cy="172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E9E6CDA3-F654-896A-ED69-53AD3DE68B20}"/>
              </a:ext>
            </a:extLst>
          </p:cNvPr>
          <p:cNvSpPr txBox="1"/>
          <p:nvPr/>
        </p:nvSpPr>
        <p:spPr>
          <a:xfrm>
            <a:off x="245844" y="829264"/>
            <a:ext cx="78958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Dense Layer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layers.Dense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(units=4, activation='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relu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’)</a:t>
            </a:r>
          </a:p>
          <a:p>
            <a:pPr rtl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Meaning: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 neurons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neuron connected to all inputs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4ADCC8E-AD00-0F05-D4D3-7C5533530235}"/>
              </a:ext>
            </a:extLst>
          </p:cNvPr>
          <p:cNvSpPr txBox="1"/>
          <p:nvPr/>
        </p:nvSpPr>
        <p:spPr>
          <a:xfrm>
            <a:off x="397764" y="371982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Types of Layers</a:t>
            </a:r>
          </a:p>
        </p:txBody>
      </p: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A9E6A426-3054-3898-3B6C-A743702EC4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654706"/>
              </p:ext>
            </p:extLst>
          </p:nvPr>
        </p:nvGraphicFramePr>
        <p:xfrm>
          <a:off x="481652" y="4233243"/>
          <a:ext cx="6751252" cy="2286000"/>
        </p:xfrm>
        <a:graphic>
          <a:graphicData uri="http://schemas.openxmlformats.org/drawingml/2006/table">
            <a:tbl>
              <a:tblPr/>
              <a:tblGrid>
                <a:gridCol w="3440332">
                  <a:extLst>
                    <a:ext uri="{9D8B030D-6E8A-4147-A177-3AD203B41FA5}">
                      <a16:colId xmlns:a16="http://schemas.microsoft.com/office/drawing/2014/main" val="2106897869"/>
                    </a:ext>
                  </a:extLst>
                </a:gridCol>
                <a:gridCol w="3310920">
                  <a:extLst>
                    <a:ext uri="{9D8B030D-6E8A-4147-A177-3AD203B41FA5}">
                      <a16:colId xmlns:a16="http://schemas.microsoft.com/office/drawing/2014/main" val="16133571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166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Dense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General 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076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Conv2D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Images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953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LSTM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Time series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519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Dropout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Prevent overfitting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562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055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FFE89-5D25-E934-7C8E-AA2D2A284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748578-6239-CD6C-9915-291C92E82358}"/>
              </a:ext>
            </a:extLst>
          </p:cNvPr>
          <p:cNvSpPr txBox="1"/>
          <p:nvPr/>
        </p:nvSpPr>
        <p:spPr>
          <a:xfrm>
            <a:off x="274320" y="338757"/>
            <a:ext cx="98206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Activation Functions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Activation?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activation → model becomes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linear only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53A7790-BBC2-461E-9D85-36081ACDC639}"/>
              </a:ext>
            </a:extLst>
          </p:cNvPr>
          <p:cNvSpPr/>
          <p:nvPr/>
        </p:nvSpPr>
        <p:spPr>
          <a:xfrm>
            <a:off x="9509760" y="151280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821BD79-6239-3914-24E8-54BF4A6D6981}"/>
              </a:ext>
            </a:extLst>
          </p:cNvPr>
          <p:cNvSpPr/>
          <p:nvPr/>
        </p:nvSpPr>
        <p:spPr>
          <a:xfrm>
            <a:off x="9509760" y="189380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3C97392-74C4-6A96-02D4-CC3B1585EE01}"/>
              </a:ext>
            </a:extLst>
          </p:cNvPr>
          <p:cNvSpPr/>
          <p:nvPr/>
        </p:nvSpPr>
        <p:spPr>
          <a:xfrm>
            <a:off x="9509760" y="225651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30AEE5F-B77E-1C53-A032-4B1486D0BA60}"/>
              </a:ext>
            </a:extLst>
          </p:cNvPr>
          <p:cNvSpPr/>
          <p:nvPr/>
        </p:nvSpPr>
        <p:spPr>
          <a:xfrm>
            <a:off x="9509760" y="2628369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E14B77-73E2-C543-3844-981AE17E82A2}"/>
              </a:ext>
            </a:extLst>
          </p:cNvPr>
          <p:cNvSpPr/>
          <p:nvPr/>
        </p:nvSpPr>
        <p:spPr>
          <a:xfrm>
            <a:off x="9509760" y="3023825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E37D96-C9F3-6C5E-7E80-28D060043B5F}"/>
              </a:ext>
            </a:extLst>
          </p:cNvPr>
          <p:cNvSpPr/>
          <p:nvPr/>
        </p:nvSpPr>
        <p:spPr>
          <a:xfrm>
            <a:off x="9509760" y="3377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006347-B51E-C8CF-3875-5CF4E28F7D0A}"/>
              </a:ext>
            </a:extLst>
          </p:cNvPr>
          <p:cNvSpPr/>
          <p:nvPr/>
        </p:nvSpPr>
        <p:spPr>
          <a:xfrm>
            <a:off x="9509760" y="3758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CFF16CD-0202-E92A-C3E5-E5053AF38461}"/>
              </a:ext>
            </a:extLst>
          </p:cNvPr>
          <p:cNvSpPr/>
          <p:nvPr/>
        </p:nvSpPr>
        <p:spPr>
          <a:xfrm>
            <a:off x="9509760" y="4102817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34F3563-568E-25CB-D992-1F80E887A37F}"/>
              </a:ext>
            </a:extLst>
          </p:cNvPr>
          <p:cNvSpPr/>
          <p:nvPr/>
        </p:nvSpPr>
        <p:spPr>
          <a:xfrm>
            <a:off x="10485980" y="2261825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3E82D5A-8401-D3C5-09DF-02A8BF037EA4}"/>
              </a:ext>
            </a:extLst>
          </p:cNvPr>
          <p:cNvSpPr/>
          <p:nvPr/>
        </p:nvSpPr>
        <p:spPr>
          <a:xfrm>
            <a:off x="10485980" y="263368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6F1B0CF-5AC5-62E6-2FB9-1E291B35E897}"/>
              </a:ext>
            </a:extLst>
          </p:cNvPr>
          <p:cNvSpPr/>
          <p:nvPr/>
        </p:nvSpPr>
        <p:spPr>
          <a:xfrm>
            <a:off x="10485980" y="3005537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EDD569F-3C63-7E73-271B-A721D01080C7}"/>
              </a:ext>
            </a:extLst>
          </p:cNvPr>
          <p:cNvSpPr/>
          <p:nvPr/>
        </p:nvSpPr>
        <p:spPr>
          <a:xfrm>
            <a:off x="10485980" y="3377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74838E7-546F-C014-0FE0-42B32EEC9973}"/>
              </a:ext>
            </a:extLst>
          </p:cNvPr>
          <p:cNvSpPr/>
          <p:nvPr/>
        </p:nvSpPr>
        <p:spPr>
          <a:xfrm>
            <a:off x="11194836" y="274724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9DDB09-2715-3F70-AF9F-8969269782DB}"/>
              </a:ext>
            </a:extLst>
          </p:cNvPr>
          <p:cNvSpPr txBox="1"/>
          <p:nvPr/>
        </p:nvSpPr>
        <p:spPr>
          <a:xfrm>
            <a:off x="9232239" y="4581144"/>
            <a:ext cx="862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DBC952-9E8F-709A-E4C3-7B3E022BF6B6}"/>
              </a:ext>
            </a:extLst>
          </p:cNvPr>
          <p:cNvSpPr txBox="1"/>
          <p:nvPr/>
        </p:nvSpPr>
        <p:spPr>
          <a:xfrm>
            <a:off x="10450971" y="4581144"/>
            <a:ext cx="862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2372CA-3BAE-F187-0800-9604C9596103}"/>
              </a:ext>
            </a:extLst>
          </p:cNvPr>
          <p:cNvSpPr txBox="1"/>
          <p:nvPr/>
        </p:nvSpPr>
        <p:spPr>
          <a:xfrm>
            <a:off x="11001211" y="3349806"/>
            <a:ext cx="856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865AC5D-AA1F-1138-FA67-807CA5437424}"/>
                  </a:ext>
                </a:extLst>
              </p14:cNvPr>
              <p14:cNvContentPartPr/>
              <p14:nvPr/>
            </p14:nvContentPartPr>
            <p14:xfrm>
              <a:off x="8702064" y="3014856"/>
              <a:ext cx="69480" cy="352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865AC5D-AA1F-1138-FA67-807CA54374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84064" y="2997038"/>
                <a:ext cx="10512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068DD4B-9343-8728-0C07-938DE8CBDC48}"/>
                  </a:ext>
                </a:extLst>
              </p14:cNvPr>
              <p14:cNvContentPartPr/>
              <p14:nvPr/>
            </p14:nvContentPartPr>
            <p14:xfrm>
              <a:off x="8708184" y="3265056"/>
              <a:ext cx="68040" cy="244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068DD4B-9343-8728-0C07-938DE8CBDC4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90088" y="3247056"/>
                <a:ext cx="10387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E5B1571-1A1D-D124-1367-F67434764896}"/>
                  </a:ext>
                </a:extLst>
              </p14:cNvPr>
              <p14:cNvContentPartPr/>
              <p14:nvPr/>
            </p14:nvContentPartPr>
            <p14:xfrm>
              <a:off x="8743464" y="3506616"/>
              <a:ext cx="34560" cy="244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E5B1571-1A1D-D124-1367-F6743476489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25464" y="3488877"/>
                <a:ext cx="70200" cy="59603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F64DFEC9-3DA7-0693-36E1-0C8C40ACB993}"/>
              </a:ext>
            </a:extLst>
          </p:cNvPr>
          <p:cNvGrpSpPr/>
          <p:nvPr/>
        </p:nvGrpSpPr>
        <p:grpSpPr>
          <a:xfrm>
            <a:off x="8416584" y="2724696"/>
            <a:ext cx="369360" cy="141480"/>
            <a:chOff x="8416584" y="2724696"/>
            <a:chExt cx="369360" cy="14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158A8FE-2B5F-7A20-7316-0AC0474C8F4F}"/>
                    </a:ext>
                  </a:extLst>
                </p14:cNvPr>
                <p14:cNvContentPartPr/>
                <p14:nvPr/>
              </p14:nvContentPartPr>
              <p14:xfrm>
                <a:off x="8730504" y="2741616"/>
                <a:ext cx="55440" cy="31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158A8FE-2B5F-7A20-7316-0AC0474C8F4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12504" y="2723616"/>
                  <a:ext cx="910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8DEF887-C9B2-AB1A-3487-2E2616C4EC5B}"/>
                    </a:ext>
                  </a:extLst>
                </p14:cNvPr>
                <p14:cNvContentPartPr/>
                <p14:nvPr/>
              </p14:nvContentPartPr>
              <p14:xfrm>
                <a:off x="8416584" y="2724696"/>
                <a:ext cx="124560" cy="141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8DEF887-C9B2-AB1A-3487-2E2616C4EC5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98584" y="2706696"/>
                  <a:ext cx="1602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FE9DAB9-D677-8301-D9C9-FB32BAF87BE0}"/>
                    </a:ext>
                  </a:extLst>
                </p14:cNvPr>
                <p14:cNvContentPartPr/>
                <p14:nvPr/>
              </p14:nvContentPartPr>
              <p14:xfrm>
                <a:off x="8699904" y="2763936"/>
                <a:ext cx="83160" cy="61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FE9DAB9-D677-8301-D9C9-FB32BAF87BE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81904" y="2746040"/>
                  <a:ext cx="118800" cy="9735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9356D59-259B-5F5C-63B7-38F7DCE7DD78}"/>
                  </a:ext>
                </a:extLst>
              </p14:cNvPr>
              <p14:cNvContentPartPr/>
              <p14:nvPr/>
            </p14:nvContentPartPr>
            <p14:xfrm>
              <a:off x="8711784" y="2996856"/>
              <a:ext cx="87480" cy="777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9356D59-259B-5F5C-63B7-38F7DCE7DD7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93784" y="2978856"/>
                <a:ext cx="1231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96E9E86-CA6E-1565-20E8-989FB9C73530}"/>
                  </a:ext>
                </a:extLst>
              </p14:cNvPr>
              <p14:cNvContentPartPr/>
              <p14:nvPr/>
            </p14:nvContentPartPr>
            <p14:xfrm>
              <a:off x="8708904" y="3246336"/>
              <a:ext cx="111960" cy="658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96E9E86-CA6E-1565-20E8-989FB9C7353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690904" y="3228336"/>
                <a:ext cx="14760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DA7AB59-3991-ECCD-0711-0D459D47AB64}"/>
                  </a:ext>
                </a:extLst>
              </p14:cNvPr>
              <p14:cNvContentPartPr/>
              <p14:nvPr/>
            </p14:nvContentPartPr>
            <p14:xfrm>
              <a:off x="8733744" y="3495456"/>
              <a:ext cx="100080" cy="568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DA7AB59-3991-ECCD-0711-0D459D47AB6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715744" y="3477456"/>
                <a:ext cx="135720" cy="9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5725BD3B-AB71-95A6-1B35-1BCD660E87E6}"/>
              </a:ext>
            </a:extLst>
          </p:cNvPr>
          <p:cNvGrpSpPr/>
          <p:nvPr/>
        </p:nvGrpSpPr>
        <p:grpSpPr>
          <a:xfrm>
            <a:off x="8347104" y="3844656"/>
            <a:ext cx="484560" cy="152280"/>
            <a:chOff x="8347104" y="3844656"/>
            <a:chExt cx="484560" cy="15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287890A-BB6E-A53C-1FF6-552906CF15FB}"/>
                    </a:ext>
                  </a:extLst>
                </p14:cNvPr>
                <p14:cNvContentPartPr/>
                <p14:nvPr/>
              </p14:nvContentPartPr>
              <p14:xfrm>
                <a:off x="8708544" y="3857976"/>
                <a:ext cx="44640" cy="26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287890A-BB6E-A53C-1FF6-552906CF15F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90544" y="3840219"/>
                  <a:ext cx="8028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DA19585-AB8D-FA9A-E702-D11206F6AA3F}"/>
                    </a:ext>
                  </a:extLst>
                </p14:cNvPr>
                <p14:cNvContentPartPr/>
                <p14:nvPr/>
              </p14:nvContentPartPr>
              <p14:xfrm>
                <a:off x="8347104" y="3848976"/>
                <a:ext cx="123120" cy="147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DA19585-AB8D-FA9A-E702-D11206F6AA3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329104" y="3830976"/>
                  <a:ext cx="1587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7102DA2-C664-7B75-B482-AA4591529257}"/>
                    </a:ext>
                  </a:extLst>
                </p14:cNvPr>
                <p14:cNvContentPartPr/>
                <p14:nvPr/>
              </p14:nvContentPartPr>
              <p14:xfrm>
                <a:off x="8512704" y="3844656"/>
                <a:ext cx="122400" cy="111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7102DA2-C664-7B75-B482-AA459152925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494704" y="3826656"/>
                  <a:ext cx="1580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BAD91E3-4178-A09F-61E0-FF802542837D}"/>
                    </a:ext>
                  </a:extLst>
                </p14:cNvPr>
                <p14:cNvContentPartPr/>
                <p14:nvPr/>
              </p14:nvContentPartPr>
              <p14:xfrm>
                <a:off x="8746344" y="3845736"/>
                <a:ext cx="85320" cy="25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BAD91E3-4178-A09F-61E0-FF802542837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728344" y="3827986"/>
                  <a:ext cx="120960" cy="607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C3C11F-F557-FF55-CCD5-201783EE47CE}"/>
                    </a:ext>
                  </a:extLst>
                </p14:cNvPr>
                <p14:cNvContentPartPr/>
                <p14:nvPr/>
              </p14:nvContentPartPr>
              <p14:xfrm>
                <a:off x="8719704" y="3852936"/>
                <a:ext cx="72720" cy="39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C3C11F-F557-FF55-CCD5-201783EE47C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01704" y="3834769"/>
                  <a:ext cx="108360" cy="7521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3084DC5-7FE0-609A-F246-313DAF846128}"/>
              </a:ext>
            </a:extLst>
          </p:cNvPr>
          <p:cNvGrpSpPr/>
          <p:nvPr/>
        </p:nvGrpSpPr>
        <p:grpSpPr>
          <a:xfrm>
            <a:off x="8389944" y="1884456"/>
            <a:ext cx="871560" cy="608400"/>
            <a:chOff x="8389944" y="1884456"/>
            <a:chExt cx="871560" cy="60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07BD54A-B968-1F50-7018-AD14D1FF80DA}"/>
                    </a:ext>
                  </a:extLst>
                </p14:cNvPr>
                <p14:cNvContentPartPr/>
                <p14:nvPr/>
              </p14:nvContentPartPr>
              <p14:xfrm>
                <a:off x="8708544" y="2137896"/>
                <a:ext cx="116280" cy="56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07BD54A-B968-1F50-7018-AD14D1FF80D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90544" y="2119896"/>
                  <a:ext cx="151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692B8D6-589A-4E95-E5AD-6211B4E990A9}"/>
                    </a:ext>
                  </a:extLst>
                </p14:cNvPr>
                <p14:cNvContentPartPr/>
                <p14:nvPr/>
              </p14:nvContentPartPr>
              <p14:xfrm>
                <a:off x="8489664" y="2064096"/>
                <a:ext cx="29880" cy="137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692B8D6-589A-4E95-E5AD-6211B4E990A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471664" y="2046096"/>
                  <a:ext cx="65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C811CC1-B473-F770-848C-ACDB1A844DF3}"/>
                    </a:ext>
                  </a:extLst>
                </p14:cNvPr>
                <p14:cNvContentPartPr/>
                <p14:nvPr/>
              </p14:nvContentPartPr>
              <p14:xfrm>
                <a:off x="8706384" y="2137176"/>
                <a:ext cx="102240" cy="76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C811CC1-B473-F770-848C-ACDB1A844DF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88320" y="2119176"/>
                  <a:ext cx="138006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C483510-6B65-8FA1-79FB-69B88F21523E}"/>
                    </a:ext>
                  </a:extLst>
                </p14:cNvPr>
                <p14:cNvContentPartPr/>
                <p14:nvPr/>
              </p14:nvContentPartPr>
              <p14:xfrm>
                <a:off x="8720424" y="2393136"/>
                <a:ext cx="61920" cy="62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C483510-6B65-8FA1-79FB-69B88F21523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02424" y="2375136"/>
                  <a:ext cx="975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5DF18AB-8292-937C-B9AF-403B0B886CFD}"/>
                    </a:ext>
                  </a:extLst>
                </p14:cNvPr>
                <p14:cNvContentPartPr/>
                <p14:nvPr/>
              </p14:nvContentPartPr>
              <p14:xfrm>
                <a:off x="8389944" y="2387376"/>
                <a:ext cx="204840" cy="105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5DF18AB-8292-937C-B9AF-403B0B886CF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371944" y="2369376"/>
                  <a:ext cx="2404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459D793-37C4-3EA4-085C-8E597A51C335}"/>
                    </a:ext>
                  </a:extLst>
                </p14:cNvPr>
                <p14:cNvContentPartPr/>
                <p14:nvPr/>
              </p14:nvContentPartPr>
              <p14:xfrm>
                <a:off x="8727984" y="2397096"/>
                <a:ext cx="93240" cy="67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459D793-37C4-3EA4-085C-8E597A51C33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09984" y="2379096"/>
                  <a:ext cx="1288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D00A7F4-A55E-4E90-6FE2-BD6C6ED7D39A}"/>
                    </a:ext>
                  </a:extLst>
                </p14:cNvPr>
                <p14:cNvContentPartPr/>
                <p14:nvPr/>
              </p14:nvContentPartPr>
              <p14:xfrm>
                <a:off x="8811144" y="1884456"/>
                <a:ext cx="288360" cy="262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D00A7F4-A55E-4E90-6FE2-BD6C6ED7D39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93144" y="1866456"/>
                  <a:ext cx="3240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3F4F553-188D-B722-0870-B2592CD41ADF}"/>
                    </a:ext>
                  </a:extLst>
                </p14:cNvPr>
                <p14:cNvContentPartPr/>
                <p14:nvPr/>
              </p14:nvContentPartPr>
              <p14:xfrm>
                <a:off x="8803944" y="2085336"/>
                <a:ext cx="352440" cy="86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3F4F553-188D-B722-0870-B2592CD41AD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85944" y="2067336"/>
                  <a:ext cx="3880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C502274-FB43-7E98-56AE-F835DA07C6C7}"/>
                    </a:ext>
                  </a:extLst>
                </p14:cNvPr>
                <p14:cNvContentPartPr/>
                <p14:nvPr/>
              </p14:nvContentPartPr>
              <p14:xfrm>
                <a:off x="9069264" y="2048256"/>
                <a:ext cx="171000" cy="112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C502274-FB43-7E98-56AE-F835DA07C6C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051302" y="2030256"/>
                  <a:ext cx="206565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5B36537-ACA4-C0B1-655E-AACC36D7375F}"/>
                    </a:ext>
                  </a:extLst>
                </p14:cNvPr>
                <p14:cNvContentPartPr/>
                <p14:nvPr/>
              </p14:nvContentPartPr>
              <p14:xfrm>
                <a:off x="8784504" y="2206656"/>
                <a:ext cx="457920" cy="101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5B36537-ACA4-C0B1-655E-AACC36D7375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66504" y="2188592"/>
                  <a:ext cx="493560" cy="1376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6E8B26-3D92-47B7-8FBA-C318E79C28EB}"/>
                    </a:ext>
                  </a:extLst>
                </p14:cNvPr>
                <p14:cNvContentPartPr/>
                <p14:nvPr/>
              </p14:nvContentPartPr>
              <p14:xfrm>
                <a:off x="9107784" y="2231496"/>
                <a:ext cx="153720" cy="126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6E8B26-3D92-47B7-8FBA-C318E79C28E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89784" y="2213496"/>
                  <a:ext cx="1893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EFBFB19-46AF-B81E-3547-003FD3CF17A3}"/>
                    </a:ext>
                  </a:extLst>
                </p14:cNvPr>
                <p14:cNvContentPartPr/>
                <p14:nvPr/>
              </p14:nvContentPartPr>
              <p14:xfrm>
                <a:off x="8772984" y="2266776"/>
                <a:ext cx="379440" cy="182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EFBFB19-46AF-B81E-3547-003FD3CF17A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754967" y="2248811"/>
                  <a:ext cx="415114" cy="2180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417F445-893D-8293-A2DF-61E5A6848837}"/>
                    </a:ext>
                  </a:extLst>
                </p14:cNvPr>
                <p14:cNvContentPartPr/>
                <p14:nvPr/>
              </p14:nvContentPartPr>
              <p14:xfrm>
                <a:off x="9102744" y="2361096"/>
                <a:ext cx="108360" cy="129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417F445-893D-8293-A2DF-61E5A684883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84744" y="2343146"/>
                  <a:ext cx="144000" cy="16550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EEAF109-AD9E-4934-05E2-9CC380CA7CEA}"/>
              </a:ext>
            </a:extLst>
          </p:cNvPr>
          <p:cNvGrpSpPr/>
          <p:nvPr/>
        </p:nvGrpSpPr>
        <p:grpSpPr>
          <a:xfrm>
            <a:off x="9774144" y="1783296"/>
            <a:ext cx="419400" cy="353160"/>
            <a:chOff x="9774144" y="1783296"/>
            <a:chExt cx="419400" cy="35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47A6DC9-A809-6B9B-88F5-B18433D0FBD8}"/>
                    </a:ext>
                  </a:extLst>
                </p14:cNvPr>
                <p14:cNvContentPartPr/>
                <p14:nvPr/>
              </p14:nvContentPartPr>
              <p14:xfrm>
                <a:off x="9789264" y="1783296"/>
                <a:ext cx="344520" cy="257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47A6DC9-A809-6B9B-88F5-B18433D0FBD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771283" y="1765296"/>
                  <a:ext cx="380123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D584AA2-352D-A470-A86E-6A5963428ABA}"/>
                    </a:ext>
                  </a:extLst>
                </p14:cNvPr>
                <p14:cNvContentPartPr/>
                <p14:nvPr/>
              </p14:nvContentPartPr>
              <p14:xfrm>
                <a:off x="10050624" y="1961496"/>
                <a:ext cx="142920" cy="104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D584AA2-352D-A470-A86E-6A5963428AB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032624" y="1943496"/>
                  <a:ext cx="1785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97E8066-4D85-0302-1972-024FD4A07384}"/>
                    </a:ext>
                  </a:extLst>
                </p14:cNvPr>
                <p14:cNvContentPartPr/>
                <p14:nvPr/>
              </p14:nvContentPartPr>
              <p14:xfrm>
                <a:off x="9774144" y="1849896"/>
                <a:ext cx="213480" cy="248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97E8066-4D85-0302-1972-024FD4A0738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756144" y="1831922"/>
                  <a:ext cx="249120" cy="2836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6C19E38-9293-0D21-6DA5-BA15C7F41D90}"/>
                    </a:ext>
                  </a:extLst>
                </p14:cNvPr>
                <p14:cNvContentPartPr/>
                <p14:nvPr/>
              </p14:nvContentPartPr>
              <p14:xfrm>
                <a:off x="9937944" y="2008656"/>
                <a:ext cx="112320" cy="127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6C19E38-9293-0D21-6DA5-BA15C7F41D9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919944" y="1990656"/>
                  <a:ext cx="14796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580EF28-E18E-4A93-F16F-4D5D1E7033BB}"/>
              </a:ext>
            </a:extLst>
          </p:cNvPr>
          <p:cNvGrpSpPr/>
          <p:nvPr/>
        </p:nvGrpSpPr>
        <p:grpSpPr>
          <a:xfrm>
            <a:off x="10778184" y="2554416"/>
            <a:ext cx="430920" cy="303120"/>
            <a:chOff x="10778184" y="2554416"/>
            <a:chExt cx="430920" cy="30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E200AB8-70CF-7F28-B697-14C7FDC3A9EA}"/>
                    </a:ext>
                  </a:extLst>
                </p14:cNvPr>
                <p14:cNvContentPartPr/>
                <p14:nvPr/>
              </p14:nvContentPartPr>
              <p14:xfrm>
                <a:off x="10778184" y="2554416"/>
                <a:ext cx="344520" cy="187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E200AB8-70CF-7F28-B697-14C7FDC3A9E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760184" y="2536450"/>
                  <a:ext cx="380160" cy="2234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98ECC5D-2806-2FC0-BDC0-C3A9BA9BB192}"/>
                    </a:ext>
                  </a:extLst>
                </p14:cNvPr>
                <p14:cNvContentPartPr/>
                <p14:nvPr/>
              </p14:nvContentPartPr>
              <p14:xfrm>
                <a:off x="11079504" y="2654136"/>
                <a:ext cx="122760" cy="78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98ECC5D-2806-2FC0-BDC0-C3A9BA9BB19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061504" y="2636053"/>
                  <a:ext cx="158400" cy="1146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0145420-9839-F4B7-1216-9E075C926124}"/>
                    </a:ext>
                  </a:extLst>
                </p14:cNvPr>
                <p14:cNvContentPartPr/>
                <p14:nvPr/>
              </p14:nvContentPartPr>
              <p14:xfrm>
                <a:off x="10806984" y="2825856"/>
                <a:ext cx="300240" cy="7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0145420-9839-F4B7-1216-9E075C92612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788984" y="2807856"/>
                  <a:ext cx="335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23377EA-F862-0716-F65B-A8B64248D1E8}"/>
                    </a:ext>
                  </a:extLst>
                </p14:cNvPr>
                <p14:cNvContentPartPr/>
                <p14:nvPr/>
              </p14:nvContentPartPr>
              <p14:xfrm>
                <a:off x="11027664" y="2793096"/>
                <a:ext cx="105480" cy="644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23377EA-F862-0716-F65B-A8B64248D1E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009664" y="2775096"/>
                  <a:ext cx="141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DCD8B1D-A2AF-0A46-42BC-EC6F954FCE45}"/>
                    </a:ext>
                  </a:extLst>
                </p14:cNvPr>
                <p14:cNvContentPartPr/>
                <p14:nvPr/>
              </p14:nvContentPartPr>
              <p14:xfrm>
                <a:off x="10993464" y="2636136"/>
                <a:ext cx="215640" cy="1501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DCD8B1D-A2AF-0A46-42BC-EC6F954FCE4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975464" y="2618093"/>
                  <a:ext cx="251280" cy="18584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6EA3AB9-7352-765C-8968-C5B464E5DBE7}"/>
              </a:ext>
            </a:extLst>
          </p:cNvPr>
          <p:cNvGrpSpPr/>
          <p:nvPr/>
        </p:nvGrpSpPr>
        <p:grpSpPr>
          <a:xfrm>
            <a:off x="10784304" y="2967336"/>
            <a:ext cx="420840" cy="443880"/>
            <a:chOff x="10784304" y="2967336"/>
            <a:chExt cx="420840" cy="44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08E3984-668B-4DEE-9F08-A43736B40F20}"/>
                    </a:ext>
                  </a:extLst>
                </p14:cNvPr>
                <p14:cNvContentPartPr/>
                <p14:nvPr/>
              </p14:nvContentPartPr>
              <p14:xfrm>
                <a:off x="10825704" y="2967336"/>
                <a:ext cx="327600" cy="1958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08E3984-668B-4DEE-9F08-A43736B40F2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807684" y="2949336"/>
                  <a:ext cx="363279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C27F943-0C4E-20B3-8452-CA9268090BA5}"/>
                    </a:ext>
                  </a:extLst>
                </p14:cNvPr>
                <p14:cNvContentPartPr/>
                <p14:nvPr/>
              </p14:nvContentPartPr>
              <p14:xfrm>
                <a:off x="10784304" y="3070296"/>
                <a:ext cx="420840" cy="340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C27F943-0C4E-20B3-8452-CA9268090BA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66319" y="3052277"/>
                  <a:ext cx="456450" cy="37659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F736BDD-FF5D-93B0-0509-4ABFF6C94CA6}"/>
              </a:ext>
            </a:extLst>
          </p:cNvPr>
          <p:cNvGrpSpPr/>
          <p:nvPr/>
        </p:nvGrpSpPr>
        <p:grpSpPr>
          <a:xfrm>
            <a:off x="11487384" y="2848536"/>
            <a:ext cx="348120" cy="105480"/>
            <a:chOff x="11487384" y="2848536"/>
            <a:chExt cx="348120" cy="10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B1E5258-69C5-CAF1-38F3-822B77FF6912}"/>
                    </a:ext>
                  </a:extLst>
                </p14:cNvPr>
                <p14:cNvContentPartPr/>
                <p14:nvPr/>
              </p14:nvContentPartPr>
              <p14:xfrm>
                <a:off x="11487384" y="2888856"/>
                <a:ext cx="243000" cy="12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B1E5258-69C5-CAF1-38F3-822B77FF691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469384" y="2870856"/>
                  <a:ext cx="2786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6F2AA11-921E-F888-8896-9DD5C0E17CF3}"/>
                    </a:ext>
                  </a:extLst>
                </p14:cNvPr>
                <p14:cNvContentPartPr/>
                <p14:nvPr/>
              </p14:nvContentPartPr>
              <p14:xfrm>
                <a:off x="11650464" y="2848536"/>
                <a:ext cx="185040" cy="1054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6F2AA11-921E-F888-8896-9DD5C0E17CF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632464" y="2830536"/>
                  <a:ext cx="22068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EC712196-B877-B632-0C12-C525F3EA3A93}"/>
              </a:ext>
            </a:extLst>
          </p:cNvPr>
          <p:cNvGrpSpPr/>
          <p:nvPr/>
        </p:nvGrpSpPr>
        <p:grpSpPr>
          <a:xfrm>
            <a:off x="9766944" y="2548296"/>
            <a:ext cx="594360" cy="672480"/>
            <a:chOff x="9766944" y="2548296"/>
            <a:chExt cx="594360" cy="67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EF4D325-3F63-9D6D-7FF5-364C1CB5BEF0}"/>
                    </a:ext>
                  </a:extLst>
                </p14:cNvPr>
                <p14:cNvContentPartPr/>
                <p14:nvPr/>
              </p14:nvContentPartPr>
              <p14:xfrm>
                <a:off x="9842544" y="2738736"/>
                <a:ext cx="324720" cy="22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EF4D325-3F63-9D6D-7FF5-364C1CB5BEF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24544" y="2720446"/>
                  <a:ext cx="360360" cy="588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7868D3D-4B29-25D3-BED9-BD64083A5C69}"/>
                    </a:ext>
                  </a:extLst>
                </p14:cNvPr>
                <p14:cNvContentPartPr/>
                <p14:nvPr/>
              </p14:nvContentPartPr>
              <p14:xfrm>
                <a:off x="10085184" y="2691576"/>
                <a:ext cx="116640" cy="820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7868D3D-4B29-25D3-BED9-BD64083A5C6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067184" y="2673576"/>
                  <a:ext cx="152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4C5B956-4CED-035C-FB16-9EA89F1875AB}"/>
                    </a:ext>
                  </a:extLst>
                </p14:cNvPr>
                <p14:cNvContentPartPr/>
                <p14:nvPr/>
              </p14:nvContentPartPr>
              <p14:xfrm>
                <a:off x="9778464" y="2594376"/>
                <a:ext cx="406800" cy="128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4C5B956-4CED-035C-FB16-9EA89F1875A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760464" y="2576376"/>
                  <a:ext cx="4424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266D6C8-3C2B-1E46-F2A4-F612BE7639EF}"/>
                    </a:ext>
                  </a:extLst>
                </p14:cNvPr>
                <p14:cNvContentPartPr/>
                <p14:nvPr/>
              </p14:nvContentPartPr>
              <p14:xfrm>
                <a:off x="10065744" y="2548296"/>
                <a:ext cx="157680" cy="957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266D6C8-3C2B-1E46-F2A4-F612BE7639E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047744" y="2530296"/>
                  <a:ext cx="1933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B5B2A1E-53D6-ACF4-052E-1E3B78D90543}"/>
                    </a:ext>
                  </a:extLst>
                </p14:cNvPr>
                <p14:cNvContentPartPr/>
                <p14:nvPr/>
              </p14:nvContentPartPr>
              <p14:xfrm>
                <a:off x="9782784" y="2807496"/>
                <a:ext cx="472320" cy="1674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B5B2A1E-53D6-ACF4-052E-1E3B78D9054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764784" y="2789496"/>
                  <a:ext cx="5079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A77784C-A7A4-4268-4357-CD4420029A8F}"/>
                    </a:ext>
                  </a:extLst>
                </p14:cNvPr>
                <p14:cNvContentPartPr/>
                <p14:nvPr/>
              </p14:nvContentPartPr>
              <p14:xfrm>
                <a:off x="10176984" y="2871936"/>
                <a:ext cx="134640" cy="961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A77784C-A7A4-4268-4357-CD4420029A8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158984" y="2853868"/>
                  <a:ext cx="170280" cy="1318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1721A47-B1AB-8E73-8CE6-E219A2F063FA}"/>
                    </a:ext>
                  </a:extLst>
                </p14:cNvPr>
                <p14:cNvContentPartPr/>
                <p14:nvPr/>
              </p14:nvContentPartPr>
              <p14:xfrm>
                <a:off x="9766944" y="2857896"/>
                <a:ext cx="516960" cy="3186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1721A47-B1AB-8E73-8CE6-E219A2F063F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748944" y="2839896"/>
                  <a:ext cx="5526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622DD5F-B563-6DB5-6965-3B226E082C19}"/>
                    </a:ext>
                  </a:extLst>
                </p14:cNvPr>
                <p14:cNvContentPartPr/>
                <p14:nvPr/>
              </p14:nvContentPartPr>
              <p14:xfrm>
                <a:off x="10162944" y="3065256"/>
                <a:ext cx="198360" cy="155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622DD5F-B563-6DB5-6965-3B226E082C1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144944" y="3047256"/>
                  <a:ext cx="2340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0A09F64-33AB-A6B2-D284-45394FAA5C40}"/>
                    </a:ext>
                  </a:extLst>
                </p14:cNvPr>
                <p14:cNvContentPartPr/>
                <p14:nvPr/>
              </p14:nvContentPartPr>
              <p14:xfrm>
                <a:off x="10116864" y="2871936"/>
                <a:ext cx="225360" cy="136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0A09F64-33AB-A6B2-D284-45394FAA5C4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098835" y="2853936"/>
                  <a:ext cx="261057" cy="172080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AD7296-2584-549E-F29B-87C6DB49E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311578"/>
              </p:ext>
            </p:extLst>
          </p:nvPr>
        </p:nvGraphicFramePr>
        <p:xfrm>
          <a:off x="487622" y="2588334"/>
          <a:ext cx="5399336" cy="2286000"/>
        </p:xfrm>
        <a:graphic>
          <a:graphicData uri="http://schemas.openxmlformats.org/drawingml/2006/table">
            <a:tbl>
              <a:tblPr/>
              <a:tblGrid>
                <a:gridCol w="2464112">
                  <a:extLst>
                    <a:ext uri="{9D8B030D-6E8A-4147-A177-3AD203B41FA5}">
                      <a16:colId xmlns:a16="http://schemas.microsoft.com/office/drawing/2014/main" val="3460380428"/>
                    </a:ext>
                  </a:extLst>
                </a:gridCol>
                <a:gridCol w="2935224">
                  <a:extLst>
                    <a:ext uri="{9D8B030D-6E8A-4147-A177-3AD203B41FA5}">
                      <a16:colId xmlns:a16="http://schemas.microsoft.com/office/drawing/2014/main" val="10019821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Activation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704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relu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Most common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4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sigmoid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Binary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33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softmax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Multi-class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870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tanh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Older networks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2344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161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14D60-0FD8-61E2-519B-69058FEE2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AB02D4-05C5-B0DB-A9E8-C555EDEDAECB}"/>
              </a:ext>
            </a:extLst>
          </p:cNvPr>
          <p:cNvSpPr txBox="1"/>
          <p:nvPr/>
        </p:nvSpPr>
        <p:spPr>
          <a:xfrm>
            <a:off x="274320" y="338757"/>
            <a:ext cx="98206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Compile Step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Compile?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Configures the model for training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C5613F3-9B13-F021-44D4-F77AE01BDCAB}"/>
              </a:ext>
            </a:extLst>
          </p:cNvPr>
          <p:cNvSpPr/>
          <p:nvPr/>
        </p:nvSpPr>
        <p:spPr>
          <a:xfrm>
            <a:off x="9509760" y="151280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4AAD6C1-3CB2-20A2-FBD1-94BA0C49EAD4}"/>
              </a:ext>
            </a:extLst>
          </p:cNvPr>
          <p:cNvSpPr/>
          <p:nvPr/>
        </p:nvSpPr>
        <p:spPr>
          <a:xfrm>
            <a:off x="9509760" y="189380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C495904-6466-3958-7F1E-F45B1EFD41AC}"/>
              </a:ext>
            </a:extLst>
          </p:cNvPr>
          <p:cNvSpPr/>
          <p:nvPr/>
        </p:nvSpPr>
        <p:spPr>
          <a:xfrm>
            <a:off x="9509760" y="225651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725B04-6A0D-8851-C29E-B0790F6EC404}"/>
              </a:ext>
            </a:extLst>
          </p:cNvPr>
          <p:cNvSpPr/>
          <p:nvPr/>
        </p:nvSpPr>
        <p:spPr>
          <a:xfrm>
            <a:off x="9509760" y="2628369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5DFA7F1-D871-CE34-515A-AFC31CA3FC55}"/>
              </a:ext>
            </a:extLst>
          </p:cNvPr>
          <p:cNvSpPr/>
          <p:nvPr/>
        </p:nvSpPr>
        <p:spPr>
          <a:xfrm>
            <a:off x="9509760" y="3023825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BB75A8-E64E-1359-7DD0-9DA2271C7728}"/>
              </a:ext>
            </a:extLst>
          </p:cNvPr>
          <p:cNvSpPr/>
          <p:nvPr/>
        </p:nvSpPr>
        <p:spPr>
          <a:xfrm>
            <a:off x="9509760" y="3377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DCE24EC-A4DF-843B-C6CB-3CBFD4D4449A}"/>
              </a:ext>
            </a:extLst>
          </p:cNvPr>
          <p:cNvSpPr/>
          <p:nvPr/>
        </p:nvSpPr>
        <p:spPr>
          <a:xfrm>
            <a:off x="9509760" y="3758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13BC34-20D6-E10D-82E7-8BD5ADD3AAF3}"/>
              </a:ext>
            </a:extLst>
          </p:cNvPr>
          <p:cNvSpPr/>
          <p:nvPr/>
        </p:nvSpPr>
        <p:spPr>
          <a:xfrm>
            <a:off x="9509760" y="4102817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0B84107-B19E-67A0-B6F1-E06B0D807A7E}"/>
              </a:ext>
            </a:extLst>
          </p:cNvPr>
          <p:cNvSpPr/>
          <p:nvPr/>
        </p:nvSpPr>
        <p:spPr>
          <a:xfrm>
            <a:off x="10485980" y="2261825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259CF9D-ACB7-1E6D-3CC0-9EDA757F0159}"/>
              </a:ext>
            </a:extLst>
          </p:cNvPr>
          <p:cNvSpPr/>
          <p:nvPr/>
        </p:nvSpPr>
        <p:spPr>
          <a:xfrm>
            <a:off x="10485980" y="263368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A8214B1-1955-A230-5BA9-B650D225D3BA}"/>
              </a:ext>
            </a:extLst>
          </p:cNvPr>
          <p:cNvSpPr/>
          <p:nvPr/>
        </p:nvSpPr>
        <p:spPr>
          <a:xfrm>
            <a:off x="10485980" y="3005537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BB21591-FDF2-3820-A9F3-917CB02B3127}"/>
              </a:ext>
            </a:extLst>
          </p:cNvPr>
          <p:cNvSpPr/>
          <p:nvPr/>
        </p:nvSpPr>
        <p:spPr>
          <a:xfrm>
            <a:off x="10485980" y="3377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E9732EE-5E0B-2D02-9EED-196A61233426}"/>
              </a:ext>
            </a:extLst>
          </p:cNvPr>
          <p:cNvSpPr/>
          <p:nvPr/>
        </p:nvSpPr>
        <p:spPr>
          <a:xfrm>
            <a:off x="11194836" y="274724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F339BA-4C61-ADEA-9529-33F2F1C60538}"/>
              </a:ext>
            </a:extLst>
          </p:cNvPr>
          <p:cNvSpPr txBox="1"/>
          <p:nvPr/>
        </p:nvSpPr>
        <p:spPr>
          <a:xfrm>
            <a:off x="9232239" y="4581144"/>
            <a:ext cx="862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2F67DB-5E90-C150-2A39-CD211D9DDDC0}"/>
              </a:ext>
            </a:extLst>
          </p:cNvPr>
          <p:cNvSpPr txBox="1"/>
          <p:nvPr/>
        </p:nvSpPr>
        <p:spPr>
          <a:xfrm>
            <a:off x="10450971" y="4581144"/>
            <a:ext cx="862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C74FDD-24C4-34C5-BAB5-3075233164EF}"/>
              </a:ext>
            </a:extLst>
          </p:cNvPr>
          <p:cNvSpPr txBox="1"/>
          <p:nvPr/>
        </p:nvSpPr>
        <p:spPr>
          <a:xfrm>
            <a:off x="11001211" y="3349806"/>
            <a:ext cx="856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75E0436-1DE0-B432-073B-B8EE9766B6F4}"/>
                  </a:ext>
                </a:extLst>
              </p14:cNvPr>
              <p14:cNvContentPartPr/>
              <p14:nvPr/>
            </p14:nvContentPartPr>
            <p14:xfrm>
              <a:off x="8702064" y="3014856"/>
              <a:ext cx="69480" cy="352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75E0436-1DE0-B432-073B-B8EE9766B6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84064" y="2997038"/>
                <a:ext cx="10512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0300176-3DC2-C553-E092-8D64A9A59D33}"/>
                  </a:ext>
                </a:extLst>
              </p14:cNvPr>
              <p14:cNvContentPartPr/>
              <p14:nvPr/>
            </p14:nvContentPartPr>
            <p14:xfrm>
              <a:off x="8708184" y="3265056"/>
              <a:ext cx="68040" cy="244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0300176-3DC2-C553-E092-8D64A9A59D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90088" y="3247056"/>
                <a:ext cx="10387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488E1D7-89F4-842F-3EB3-D055ACDAE507}"/>
                  </a:ext>
                </a:extLst>
              </p14:cNvPr>
              <p14:cNvContentPartPr/>
              <p14:nvPr/>
            </p14:nvContentPartPr>
            <p14:xfrm>
              <a:off x="8743464" y="3506616"/>
              <a:ext cx="34560" cy="244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488E1D7-89F4-842F-3EB3-D055ACDAE50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25464" y="3488877"/>
                <a:ext cx="70200" cy="59603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51601C86-987B-F47C-724B-9A4631C6DC77}"/>
              </a:ext>
            </a:extLst>
          </p:cNvPr>
          <p:cNvGrpSpPr/>
          <p:nvPr/>
        </p:nvGrpSpPr>
        <p:grpSpPr>
          <a:xfrm>
            <a:off x="8416584" y="2724696"/>
            <a:ext cx="369360" cy="141480"/>
            <a:chOff x="8416584" y="2724696"/>
            <a:chExt cx="369360" cy="14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25FEC99-FEFB-9CDE-EC0F-A670FBBC390D}"/>
                    </a:ext>
                  </a:extLst>
                </p14:cNvPr>
                <p14:cNvContentPartPr/>
                <p14:nvPr/>
              </p14:nvContentPartPr>
              <p14:xfrm>
                <a:off x="8730504" y="2741616"/>
                <a:ext cx="55440" cy="31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25FEC99-FEFB-9CDE-EC0F-A670FBBC390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12504" y="2723616"/>
                  <a:ext cx="910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2C61341-2387-A72F-AD8A-02B0D6373C0C}"/>
                    </a:ext>
                  </a:extLst>
                </p14:cNvPr>
                <p14:cNvContentPartPr/>
                <p14:nvPr/>
              </p14:nvContentPartPr>
              <p14:xfrm>
                <a:off x="8416584" y="2724696"/>
                <a:ext cx="124560" cy="141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2C61341-2387-A72F-AD8A-02B0D6373C0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98584" y="2706696"/>
                  <a:ext cx="1602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BC4919F-629F-A3DF-7D9A-F73C0EC22739}"/>
                    </a:ext>
                  </a:extLst>
                </p14:cNvPr>
                <p14:cNvContentPartPr/>
                <p14:nvPr/>
              </p14:nvContentPartPr>
              <p14:xfrm>
                <a:off x="8699904" y="2763936"/>
                <a:ext cx="83160" cy="61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BC4919F-629F-A3DF-7D9A-F73C0EC2273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81904" y="2746040"/>
                  <a:ext cx="118800" cy="9735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31BE89B9-632C-C4E3-CEA8-A3DD3F96985A}"/>
                  </a:ext>
                </a:extLst>
              </p14:cNvPr>
              <p14:cNvContentPartPr/>
              <p14:nvPr/>
            </p14:nvContentPartPr>
            <p14:xfrm>
              <a:off x="8711784" y="2996856"/>
              <a:ext cx="87480" cy="777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31BE89B9-632C-C4E3-CEA8-A3DD3F96985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93784" y="2978856"/>
                <a:ext cx="1231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72088B4-E165-DC2E-4D64-34BEB7C6462C}"/>
                  </a:ext>
                </a:extLst>
              </p14:cNvPr>
              <p14:cNvContentPartPr/>
              <p14:nvPr/>
            </p14:nvContentPartPr>
            <p14:xfrm>
              <a:off x="8708904" y="3246336"/>
              <a:ext cx="111960" cy="658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72088B4-E165-DC2E-4D64-34BEB7C6462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690904" y="3228336"/>
                <a:ext cx="14760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E22E586-C555-40CF-3570-2A5CFC25FDDD}"/>
                  </a:ext>
                </a:extLst>
              </p14:cNvPr>
              <p14:cNvContentPartPr/>
              <p14:nvPr/>
            </p14:nvContentPartPr>
            <p14:xfrm>
              <a:off x="8733744" y="3495456"/>
              <a:ext cx="100080" cy="568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E22E586-C555-40CF-3570-2A5CFC25FDD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715744" y="3477456"/>
                <a:ext cx="135720" cy="9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63C09B7D-63EC-D9BA-14A2-AEFE7A516E46}"/>
              </a:ext>
            </a:extLst>
          </p:cNvPr>
          <p:cNvGrpSpPr/>
          <p:nvPr/>
        </p:nvGrpSpPr>
        <p:grpSpPr>
          <a:xfrm>
            <a:off x="8347104" y="3844656"/>
            <a:ext cx="484560" cy="152280"/>
            <a:chOff x="8347104" y="3844656"/>
            <a:chExt cx="484560" cy="15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D09CA92-5818-77CD-8C3E-EE2D5517F0E4}"/>
                    </a:ext>
                  </a:extLst>
                </p14:cNvPr>
                <p14:cNvContentPartPr/>
                <p14:nvPr/>
              </p14:nvContentPartPr>
              <p14:xfrm>
                <a:off x="8708544" y="3857976"/>
                <a:ext cx="44640" cy="26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D09CA92-5818-77CD-8C3E-EE2D5517F0E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90544" y="3840219"/>
                  <a:ext cx="8028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D78E43C-D896-35F0-FE41-8BA173A9D035}"/>
                    </a:ext>
                  </a:extLst>
                </p14:cNvPr>
                <p14:cNvContentPartPr/>
                <p14:nvPr/>
              </p14:nvContentPartPr>
              <p14:xfrm>
                <a:off x="8347104" y="3848976"/>
                <a:ext cx="123120" cy="147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D78E43C-D896-35F0-FE41-8BA173A9D03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329104" y="3830976"/>
                  <a:ext cx="1587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3779500-306C-BAED-0F69-4AFB3199D620}"/>
                    </a:ext>
                  </a:extLst>
                </p14:cNvPr>
                <p14:cNvContentPartPr/>
                <p14:nvPr/>
              </p14:nvContentPartPr>
              <p14:xfrm>
                <a:off x="8512704" y="3844656"/>
                <a:ext cx="122400" cy="111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3779500-306C-BAED-0F69-4AFB3199D62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494704" y="3826656"/>
                  <a:ext cx="1580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97A1A3E-9915-9C58-560B-8F266DD8D759}"/>
                    </a:ext>
                  </a:extLst>
                </p14:cNvPr>
                <p14:cNvContentPartPr/>
                <p14:nvPr/>
              </p14:nvContentPartPr>
              <p14:xfrm>
                <a:off x="8746344" y="3845736"/>
                <a:ext cx="85320" cy="25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97A1A3E-9915-9C58-560B-8F266DD8D75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728344" y="3827986"/>
                  <a:ext cx="120960" cy="607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CAE400F-D30D-7D8A-AC34-D6E2090ED091}"/>
                    </a:ext>
                  </a:extLst>
                </p14:cNvPr>
                <p14:cNvContentPartPr/>
                <p14:nvPr/>
              </p14:nvContentPartPr>
              <p14:xfrm>
                <a:off x="8719704" y="3852936"/>
                <a:ext cx="72720" cy="39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CAE400F-D30D-7D8A-AC34-D6E2090ED09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01704" y="3834769"/>
                  <a:ext cx="108360" cy="7521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1BEC4A5-E9C8-163B-FBD6-BC20D9818E0C}"/>
              </a:ext>
            </a:extLst>
          </p:cNvPr>
          <p:cNvGrpSpPr/>
          <p:nvPr/>
        </p:nvGrpSpPr>
        <p:grpSpPr>
          <a:xfrm>
            <a:off x="8389944" y="1884456"/>
            <a:ext cx="871560" cy="608400"/>
            <a:chOff x="8389944" y="1884456"/>
            <a:chExt cx="871560" cy="60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3EF25FE-C090-5971-7E32-260855A821DA}"/>
                    </a:ext>
                  </a:extLst>
                </p14:cNvPr>
                <p14:cNvContentPartPr/>
                <p14:nvPr/>
              </p14:nvContentPartPr>
              <p14:xfrm>
                <a:off x="8708544" y="2137896"/>
                <a:ext cx="116280" cy="56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3EF25FE-C090-5971-7E32-260855A821D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90544" y="2119896"/>
                  <a:ext cx="151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E727962-6BA9-F31D-61EC-8C498FBF8792}"/>
                    </a:ext>
                  </a:extLst>
                </p14:cNvPr>
                <p14:cNvContentPartPr/>
                <p14:nvPr/>
              </p14:nvContentPartPr>
              <p14:xfrm>
                <a:off x="8489664" y="2064096"/>
                <a:ext cx="29880" cy="137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E727962-6BA9-F31D-61EC-8C498FBF879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471664" y="2046096"/>
                  <a:ext cx="65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0FBC4F9-783F-1797-AA79-56754F6C044C}"/>
                    </a:ext>
                  </a:extLst>
                </p14:cNvPr>
                <p14:cNvContentPartPr/>
                <p14:nvPr/>
              </p14:nvContentPartPr>
              <p14:xfrm>
                <a:off x="8706384" y="2137176"/>
                <a:ext cx="102240" cy="76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0FBC4F9-783F-1797-AA79-56754F6C044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88320" y="2119176"/>
                  <a:ext cx="138006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A18DAFE-6492-03CF-A97E-2C4FCCE24BBE}"/>
                    </a:ext>
                  </a:extLst>
                </p14:cNvPr>
                <p14:cNvContentPartPr/>
                <p14:nvPr/>
              </p14:nvContentPartPr>
              <p14:xfrm>
                <a:off x="8720424" y="2393136"/>
                <a:ext cx="61920" cy="62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A18DAFE-6492-03CF-A97E-2C4FCCE24BB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02424" y="2375136"/>
                  <a:ext cx="975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81F16B8-9A71-B33F-EB6E-918DEFAA8233}"/>
                    </a:ext>
                  </a:extLst>
                </p14:cNvPr>
                <p14:cNvContentPartPr/>
                <p14:nvPr/>
              </p14:nvContentPartPr>
              <p14:xfrm>
                <a:off x="8389944" y="2387376"/>
                <a:ext cx="204840" cy="105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81F16B8-9A71-B33F-EB6E-918DEFAA823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371944" y="2369376"/>
                  <a:ext cx="2404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9FAEB12-D108-64DB-4412-793FE5F1FDF2}"/>
                    </a:ext>
                  </a:extLst>
                </p14:cNvPr>
                <p14:cNvContentPartPr/>
                <p14:nvPr/>
              </p14:nvContentPartPr>
              <p14:xfrm>
                <a:off x="8727984" y="2397096"/>
                <a:ext cx="93240" cy="67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9FAEB12-D108-64DB-4412-793FE5F1FDF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09984" y="2379096"/>
                  <a:ext cx="1288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D9B419D-668C-CAB5-AACC-9D3D56A10DF9}"/>
                    </a:ext>
                  </a:extLst>
                </p14:cNvPr>
                <p14:cNvContentPartPr/>
                <p14:nvPr/>
              </p14:nvContentPartPr>
              <p14:xfrm>
                <a:off x="8811144" y="1884456"/>
                <a:ext cx="288360" cy="262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D9B419D-668C-CAB5-AACC-9D3D56A10DF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93144" y="1866456"/>
                  <a:ext cx="3240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7ACB0C8-C152-4B1B-E88F-4674FD64A237}"/>
                    </a:ext>
                  </a:extLst>
                </p14:cNvPr>
                <p14:cNvContentPartPr/>
                <p14:nvPr/>
              </p14:nvContentPartPr>
              <p14:xfrm>
                <a:off x="8803944" y="2085336"/>
                <a:ext cx="352440" cy="86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7ACB0C8-C152-4B1B-E88F-4674FD64A23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85944" y="2067336"/>
                  <a:ext cx="3880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444505C-685E-3EE2-4579-D5E2BB95890E}"/>
                    </a:ext>
                  </a:extLst>
                </p14:cNvPr>
                <p14:cNvContentPartPr/>
                <p14:nvPr/>
              </p14:nvContentPartPr>
              <p14:xfrm>
                <a:off x="9069264" y="2048256"/>
                <a:ext cx="171000" cy="112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444505C-685E-3EE2-4579-D5E2BB95890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051302" y="2030256"/>
                  <a:ext cx="206565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4B68446-BE53-36FA-6297-1580ACA8C9B2}"/>
                    </a:ext>
                  </a:extLst>
                </p14:cNvPr>
                <p14:cNvContentPartPr/>
                <p14:nvPr/>
              </p14:nvContentPartPr>
              <p14:xfrm>
                <a:off x="8784504" y="2206656"/>
                <a:ext cx="457920" cy="101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4B68446-BE53-36FA-6297-1580ACA8C9B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66504" y="2188592"/>
                  <a:ext cx="493560" cy="1376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968F07E-A7A7-0DED-93CE-3BCED26F3148}"/>
                    </a:ext>
                  </a:extLst>
                </p14:cNvPr>
                <p14:cNvContentPartPr/>
                <p14:nvPr/>
              </p14:nvContentPartPr>
              <p14:xfrm>
                <a:off x="9107784" y="2231496"/>
                <a:ext cx="153720" cy="126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968F07E-A7A7-0DED-93CE-3BCED26F314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89784" y="2213496"/>
                  <a:ext cx="1893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B463C04-AC9F-5A1E-BD44-3243F5DD9969}"/>
                    </a:ext>
                  </a:extLst>
                </p14:cNvPr>
                <p14:cNvContentPartPr/>
                <p14:nvPr/>
              </p14:nvContentPartPr>
              <p14:xfrm>
                <a:off x="8772984" y="2266776"/>
                <a:ext cx="379440" cy="182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B463C04-AC9F-5A1E-BD44-3243F5DD996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754967" y="2248811"/>
                  <a:ext cx="415114" cy="2180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980CC68-F18D-1694-43D1-8844306E5F9F}"/>
                    </a:ext>
                  </a:extLst>
                </p14:cNvPr>
                <p14:cNvContentPartPr/>
                <p14:nvPr/>
              </p14:nvContentPartPr>
              <p14:xfrm>
                <a:off x="9102744" y="2361096"/>
                <a:ext cx="108360" cy="129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980CC68-F18D-1694-43D1-8844306E5F9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84744" y="2343146"/>
                  <a:ext cx="144000" cy="16550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A168EF6-DCF0-53F9-7302-467D4A651683}"/>
              </a:ext>
            </a:extLst>
          </p:cNvPr>
          <p:cNvGrpSpPr/>
          <p:nvPr/>
        </p:nvGrpSpPr>
        <p:grpSpPr>
          <a:xfrm>
            <a:off x="9774144" y="1783296"/>
            <a:ext cx="419400" cy="353160"/>
            <a:chOff x="9774144" y="1783296"/>
            <a:chExt cx="419400" cy="35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268D1CD-64BA-5D14-97E2-4F0E1098A6FA}"/>
                    </a:ext>
                  </a:extLst>
                </p14:cNvPr>
                <p14:cNvContentPartPr/>
                <p14:nvPr/>
              </p14:nvContentPartPr>
              <p14:xfrm>
                <a:off x="9789264" y="1783296"/>
                <a:ext cx="344520" cy="257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268D1CD-64BA-5D14-97E2-4F0E1098A6F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771283" y="1765296"/>
                  <a:ext cx="380123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62DFD81-CAB8-CE72-727F-307DDA44677C}"/>
                    </a:ext>
                  </a:extLst>
                </p14:cNvPr>
                <p14:cNvContentPartPr/>
                <p14:nvPr/>
              </p14:nvContentPartPr>
              <p14:xfrm>
                <a:off x="10050624" y="1961496"/>
                <a:ext cx="142920" cy="104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62DFD81-CAB8-CE72-727F-307DDA44677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032624" y="1943496"/>
                  <a:ext cx="1785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9DEB41E-EE4C-1B33-8EF8-A5400F5DEA55}"/>
                    </a:ext>
                  </a:extLst>
                </p14:cNvPr>
                <p14:cNvContentPartPr/>
                <p14:nvPr/>
              </p14:nvContentPartPr>
              <p14:xfrm>
                <a:off x="9774144" y="1849896"/>
                <a:ext cx="213480" cy="248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9DEB41E-EE4C-1B33-8EF8-A5400F5DEA5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756144" y="1831922"/>
                  <a:ext cx="249120" cy="2836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DF83888-7161-12DF-E3AB-4D7867629608}"/>
                    </a:ext>
                  </a:extLst>
                </p14:cNvPr>
                <p14:cNvContentPartPr/>
                <p14:nvPr/>
              </p14:nvContentPartPr>
              <p14:xfrm>
                <a:off x="9937944" y="2008656"/>
                <a:ext cx="112320" cy="127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DF83888-7161-12DF-E3AB-4D786762960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919944" y="1990656"/>
                  <a:ext cx="14796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3C80CF0-378E-46CD-F2A0-15CDC57165A9}"/>
              </a:ext>
            </a:extLst>
          </p:cNvPr>
          <p:cNvGrpSpPr/>
          <p:nvPr/>
        </p:nvGrpSpPr>
        <p:grpSpPr>
          <a:xfrm>
            <a:off x="10778184" y="2554416"/>
            <a:ext cx="430920" cy="303120"/>
            <a:chOff x="10778184" y="2554416"/>
            <a:chExt cx="430920" cy="30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152C291-C47E-0B4C-1F67-C8C828DB7DD6}"/>
                    </a:ext>
                  </a:extLst>
                </p14:cNvPr>
                <p14:cNvContentPartPr/>
                <p14:nvPr/>
              </p14:nvContentPartPr>
              <p14:xfrm>
                <a:off x="10778184" y="2554416"/>
                <a:ext cx="344520" cy="187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152C291-C47E-0B4C-1F67-C8C828DB7DD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760184" y="2536450"/>
                  <a:ext cx="380160" cy="2234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086208C-D33C-1E89-14A2-0D353CF33888}"/>
                    </a:ext>
                  </a:extLst>
                </p14:cNvPr>
                <p14:cNvContentPartPr/>
                <p14:nvPr/>
              </p14:nvContentPartPr>
              <p14:xfrm>
                <a:off x="11079504" y="2654136"/>
                <a:ext cx="122760" cy="78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086208C-D33C-1E89-14A2-0D353CF3388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061504" y="2636053"/>
                  <a:ext cx="158400" cy="1146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21BF6C3-12D6-36E3-5B82-D0B1B4952509}"/>
                    </a:ext>
                  </a:extLst>
                </p14:cNvPr>
                <p14:cNvContentPartPr/>
                <p14:nvPr/>
              </p14:nvContentPartPr>
              <p14:xfrm>
                <a:off x="10806984" y="2825856"/>
                <a:ext cx="300240" cy="7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21BF6C3-12D6-36E3-5B82-D0B1B495250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788984" y="2807856"/>
                  <a:ext cx="335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E03C125-8B15-D320-6EF3-043764C0489B}"/>
                    </a:ext>
                  </a:extLst>
                </p14:cNvPr>
                <p14:cNvContentPartPr/>
                <p14:nvPr/>
              </p14:nvContentPartPr>
              <p14:xfrm>
                <a:off x="11027664" y="2793096"/>
                <a:ext cx="105480" cy="644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E03C125-8B15-D320-6EF3-043764C0489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009664" y="2775096"/>
                  <a:ext cx="141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ECE7BE4-8E5B-32DB-F485-24F67AB58767}"/>
                    </a:ext>
                  </a:extLst>
                </p14:cNvPr>
                <p14:cNvContentPartPr/>
                <p14:nvPr/>
              </p14:nvContentPartPr>
              <p14:xfrm>
                <a:off x="10993464" y="2636136"/>
                <a:ext cx="215640" cy="1501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ECE7BE4-8E5B-32DB-F485-24F67AB5876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975464" y="2618093"/>
                  <a:ext cx="251280" cy="18584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90CBFF9-C0D8-35AA-11B0-61B19E314219}"/>
              </a:ext>
            </a:extLst>
          </p:cNvPr>
          <p:cNvGrpSpPr/>
          <p:nvPr/>
        </p:nvGrpSpPr>
        <p:grpSpPr>
          <a:xfrm>
            <a:off x="10784304" y="2967336"/>
            <a:ext cx="420840" cy="443880"/>
            <a:chOff x="10784304" y="2967336"/>
            <a:chExt cx="420840" cy="44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2058C29-CEE9-F2D7-4823-951782AE84D9}"/>
                    </a:ext>
                  </a:extLst>
                </p14:cNvPr>
                <p14:cNvContentPartPr/>
                <p14:nvPr/>
              </p14:nvContentPartPr>
              <p14:xfrm>
                <a:off x="10825704" y="2967336"/>
                <a:ext cx="327600" cy="1958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2058C29-CEE9-F2D7-4823-951782AE84D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807684" y="2949336"/>
                  <a:ext cx="363279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3B1256F-01DE-D5B8-F847-1BD4B0279305}"/>
                    </a:ext>
                  </a:extLst>
                </p14:cNvPr>
                <p14:cNvContentPartPr/>
                <p14:nvPr/>
              </p14:nvContentPartPr>
              <p14:xfrm>
                <a:off x="10784304" y="3070296"/>
                <a:ext cx="420840" cy="340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3B1256F-01DE-D5B8-F847-1BD4B027930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66319" y="3052277"/>
                  <a:ext cx="456450" cy="37659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ECB337F-6FB4-88F5-8CCD-9C8492C4D050}"/>
              </a:ext>
            </a:extLst>
          </p:cNvPr>
          <p:cNvGrpSpPr/>
          <p:nvPr/>
        </p:nvGrpSpPr>
        <p:grpSpPr>
          <a:xfrm>
            <a:off x="11487384" y="2848536"/>
            <a:ext cx="348120" cy="105480"/>
            <a:chOff x="11487384" y="2848536"/>
            <a:chExt cx="348120" cy="10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B7B84F0-1CF8-3AF0-B103-C3039AFA98C6}"/>
                    </a:ext>
                  </a:extLst>
                </p14:cNvPr>
                <p14:cNvContentPartPr/>
                <p14:nvPr/>
              </p14:nvContentPartPr>
              <p14:xfrm>
                <a:off x="11487384" y="2888856"/>
                <a:ext cx="243000" cy="12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B7B84F0-1CF8-3AF0-B103-C3039AFA98C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469384" y="2870856"/>
                  <a:ext cx="2786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8C5B3D6-BFBA-E648-7466-9CB020400D38}"/>
                    </a:ext>
                  </a:extLst>
                </p14:cNvPr>
                <p14:cNvContentPartPr/>
                <p14:nvPr/>
              </p14:nvContentPartPr>
              <p14:xfrm>
                <a:off x="11650464" y="2848536"/>
                <a:ext cx="185040" cy="1054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8C5B3D6-BFBA-E648-7466-9CB020400D3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632464" y="2830536"/>
                  <a:ext cx="22068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9B256DA0-09F2-0EBA-569A-8E7396DF51EB}"/>
              </a:ext>
            </a:extLst>
          </p:cNvPr>
          <p:cNvGrpSpPr/>
          <p:nvPr/>
        </p:nvGrpSpPr>
        <p:grpSpPr>
          <a:xfrm>
            <a:off x="9766944" y="2548296"/>
            <a:ext cx="594360" cy="672480"/>
            <a:chOff x="9766944" y="2548296"/>
            <a:chExt cx="594360" cy="67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22BEEB8-0CA0-8564-AC9E-2C66CC49FB6E}"/>
                    </a:ext>
                  </a:extLst>
                </p14:cNvPr>
                <p14:cNvContentPartPr/>
                <p14:nvPr/>
              </p14:nvContentPartPr>
              <p14:xfrm>
                <a:off x="9842544" y="2738736"/>
                <a:ext cx="324720" cy="22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22BEEB8-0CA0-8564-AC9E-2C66CC49FB6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24544" y="2720446"/>
                  <a:ext cx="360360" cy="588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73CAEF0-524A-EB2F-4AAD-38662DE5E1B1}"/>
                    </a:ext>
                  </a:extLst>
                </p14:cNvPr>
                <p14:cNvContentPartPr/>
                <p14:nvPr/>
              </p14:nvContentPartPr>
              <p14:xfrm>
                <a:off x="10085184" y="2691576"/>
                <a:ext cx="116640" cy="820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73CAEF0-524A-EB2F-4AAD-38662DE5E1B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067184" y="2673576"/>
                  <a:ext cx="152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9D101F6-7E63-561D-0674-72A042B68395}"/>
                    </a:ext>
                  </a:extLst>
                </p14:cNvPr>
                <p14:cNvContentPartPr/>
                <p14:nvPr/>
              </p14:nvContentPartPr>
              <p14:xfrm>
                <a:off x="9778464" y="2594376"/>
                <a:ext cx="406800" cy="128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9D101F6-7E63-561D-0674-72A042B6839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760464" y="2576376"/>
                  <a:ext cx="4424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32E2DD4-B91D-3764-4603-32D84F5A15F8}"/>
                    </a:ext>
                  </a:extLst>
                </p14:cNvPr>
                <p14:cNvContentPartPr/>
                <p14:nvPr/>
              </p14:nvContentPartPr>
              <p14:xfrm>
                <a:off x="10065744" y="2548296"/>
                <a:ext cx="157680" cy="957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32E2DD4-B91D-3764-4603-32D84F5A15F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047744" y="2530296"/>
                  <a:ext cx="1933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6741E1C-E50A-F082-5514-E4149778483B}"/>
                    </a:ext>
                  </a:extLst>
                </p14:cNvPr>
                <p14:cNvContentPartPr/>
                <p14:nvPr/>
              </p14:nvContentPartPr>
              <p14:xfrm>
                <a:off x="9782784" y="2807496"/>
                <a:ext cx="472320" cy="1674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6741E1C-E50A-F082-5514-E4149778483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764784" y="2789496"/>
                  <a:ext cx="5079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17A8981-0697-F8C4-3C6D-4B87B1A58D00}"/>
                    </a:ext>
                  </a:extLst>
                </p14:cNvPr>
                <p14:cNvContentPartPr/>
                <p14:nvPr/>
              </p14:nvContentPartPr>
              <p14:xfrm>
                <a:off x="10176984" y="2871936"/>
                <a:ext cx="134640" cy="961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17A8981-0697-F8C4-3C6D-4B87B1A58D0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158984" y="2853868"/>
                  <a:ext cx="170280" cy="1318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5BA7423-0B07-655F-A618-EFAC66A7C1CF}"/>
                    </a:ext>
                  </a:extLst>
                </p14:cNvPr>
                <p14:cNvContentPartPr/>
                <p14:nvPr/>
              </p14:nvContentPartPr>
              <p14:xfrm>
                <a:off x="9766944" y="2857896"/>
                <a:ext cx="516960" cy="3186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5BA7423-0B07-655F-A618-EFAC66A7C1C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748944" y="2839896"/>
                  <a:ext cx="5526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2AFD155-32D6-F1A1-31F4-16FA856DF898}"/>
                    </a:ext>
                  </a:extLst>
                </p14:cNvPr>
                <p14:cNvContentPartPr/>
                <p14:nvPr/>
              </p14:nvContentPartPr>
              <p14:xfrm>
                <a:off x="10162944" y="3065256"/>
                <a:ext cx="198360" cy="155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2AFD155-32D6-F1A1-31F4-16FA856DF89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144944" y="3047256"/>
                  <a:ext cx="2340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83E4A57-D95F-97A4-0FE4-7CF1943C4C2A}"/>
                    </a:ext>
                  </a:extLst>
                </p14:cNvPr>
                <p14:cNvContentPartPr/>
                <p14:nvPr/>
              </p14:nvContentPartPr>
              <p14:xfrm>
                <a:off x="10116864" y="2871936"/>
                <a:ext cx="225360" cy="136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83E4A57-D95F-97A4-0FE4-7CF1943C4C2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098835" y="2853936"/>
                  <a:ext cx="261057" cy="1720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3409295C-169D-2F88-9B49-81D5600B98F5}"/>
              </a:ext>
            </a:extLst>
      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773989" y="2464776"/>
            <a:ext cx="6711670" cy="1602941"/>
          </a:xfrm>
          <a:prstGeom prst="rect">
            <a:avLst/>
          </a:prstGeom>
        </p:spPr>
      </p:pic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4B32F0FA-0847-A7A3-31E7-7E722E78C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355058"/>
              </p:ext>
            </p:extLst>
          </p:nvPr>
        </p:nvGraphicFramePr>
        <p:xfrm>
          <a:off x="401112" y="4690443"/>
          <a:ext cx="5140152" cy="1828800"/>
        </p:xfrm>
        <a:graphic>
          <a:graphicData uri="http://schemas.openxmlformats.org/drawingml/2006/table">
            <a:tbl>
              <a:tblPr/>
              <a:tblGrid>
                <a:gridCol w="2204928">
                  <a:extLst>
                    <a:ext uri="{9D8B030D-6E8A-4147-A177-3AD203B41FA5}">
                      <a16:colId xmlns:a16="http://schemas.microsoft.com/office/drawing/2014/main" val="4271162171"/>
                    </a:ext>
                  </a:extLst>
                </a:gridCol>
                <a:gridCol w="2935224">
                  <a:extLst>
                    <a:ext uri="{9D8B030D-6E8A-4147-A177-3AD203B41FA5}">
                      <a16:colId xmlns:a16="http://schemas.microsoft.com/office/drawing/2014/main" val="15830016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747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optimizer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How model learns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530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Error 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743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Evaluation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7726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537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2A5F7-07BB-8082-A8AB-8F19B741F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3CE6C1-2EE9-D6FF-26E8-F00B3623969A}"/>
              </a:ext>
            </a:extLst>
          </p:cNvPr>
          <p:cNvSpPr txBox="1"/>
          <p:nvPr/>
        </p:nvSpPr>
        <p:spPr>
          <a:xfrm>
            <a:off x="274320" y="338757"/>
            <a:ext cx="9820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Compile Step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187B8E6-48B6-33EF-F570-58261D4BB356}"/>
              </a:ext>
            </a:extLst>
          </p:cNvPr>
          <p:cNvSpPr/>
          <p:nvPr/>
        </p:nvSpPr>
        <p:spPr>
          <a:xfrm>
            <a:off x="9509760" y="151280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7082C01-8E9D-2FBE-BB67-59F9092C9D3E}"/>
              </a:ext>
            </a:extLst>
          </p:cNvPr>
          <p:cNvSpPr/>
          <p:nvPr/>
        </p:nvSpPr>
        <p:spPr>
          <a:xfrm>
            <a:off x="9509760" y="189380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0125DD2-0178-2950-470B-2DD89405166B}"/>
              </a:ext>
            </a:extLst>
          </p:cNvPr>
          <p:cNvSpPr/>
          <p:nvPr/>
        </p:nvSpPr>
        <p:spPr>
          <a:xfrm>
            <a:off x="9509760" y="225651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F8AD43-D620-D2F6-A09E-8DF1AB9AFCCF}"/>
              </a:ext>
            </a:extLst>
          </p:cNvPr>
          <p:cNvSpPr/>
          <p:nvPr/>
        </p:nvSpPr>
        <p:spPr>
          <a:xfrm>
            <a:off x="9509760" y="2628369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4193EF4-54F6-4031-EE33-E30B65704F9F}"/>
              </a:ext>
            </a:extLst>
          </p:cNvPr>
          <p:cNvSpPr/>
          <p:nvPr/>
        </p:nvSpPr>
        <p:spPr>
          <a:xfrm>
            <a:off x="9509760" y="3023825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9E3785-3C84-5A7C-D7BA-F3BD51CE5F86}"/>
              </a:ext>
            </a:extLst>
          </p:cNvPr>
          <p:cNvSpPr/>
          <p:nvPr/>
        </p:nvSpPr>
        <p:spPr>
          <a:xfrm>
            <a:off x="9509760" y="3377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EB48AAD-5D0A-A4B2-17E8-07550553A297}"/>
              </a:ext>
            </a:extLst>
          </p:cNvPr>
          <p:cNvSpPr/>
          <p:nvPr/>
        </p:nvSpPr>
        <p:spPr>
          <a:xfrm>
            <a:off x="9509760" y="3758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8B4EAE3-285C-F026-52AD-E22A0A1A8792}"/>
              </a:ext>
            </a:extLst>
          </p:cNvPr>
          <p:cNvSpPr/>
          <p:nvPr/>
        </p:nvSpPr>
        <p:spPr>
          <a:xfrm>
            <a:off x="9509760" y="4102817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682AE22-3488-3E62-87DB-669EBFD3241D}"/>
              </a:ext>
            </a:extLst>
          </p:cNvPr>
          <p:cNvSpPr/>
          <p:nvPr/>
        </p:nvSpPr>
        <p:spPr>
          <a:xfrm>
            <a:off x="10485980" y="2261825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92721F9-F166-094F-C48E-1B9AC72E8FE9}"/>
              </a:ext>
            </a:extLst>
          </p:cNvPr>
          <p:cNvSpPr/>
          <p:nvPr/>
        </p:nvSpPr>
        <p:spPr>
          <a:xfrm>
            <a:off x="10485980" y="263368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415DE35-2453-33B1-8AC3-895243BA1897}"/>
              </a:ext>
            </a:extLst>
          </p:cNvPr>
          <p:cNvSpPr/>
          <p:nvPr/>
        </p:nvSpPr>
        <p:spPr>
          <a:xfrm>
            <a:off x="10485980" y="3005537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DDDD97A-FC18-DEAB-AE74-523D5C1C6896}"/>
              </a:ext>
            </a:extLst>
          </p:cNvPr>
          <p:cNvSpPr/>
          <p:nvPr/>
        </p:nvSpPr>
        <p:spPr>
          <a:xfrm>
            <a:off x="10485980" y="3377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D4A7C7B-CE08-970F-B2DE-75158A3BF692}"/>
              </a:ext>
            </a:extLst>
          </p:cNvPr>
          <p:cNvSpPr/>
          <p:nvPr/>
        </p:nvSpPr>
        <p:spPr>
          <a:xfrm>
            <a:off x="11194836" y="274724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766B9E-5CFF-7D0A-507F-65ECC26B43F6}"/>
              </a:ext>
            </a:extLst>
          </p:cNvPr>
          <p:cNvSpPr txBox="1"/>
          <p:nvPr/>
        </p:nvSpPr>
        <p:spPr>
          <a:xfrm>
            <a:off x="9232239" y="4581144"/>
            <a:ext cx="862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1B6601-F277-6746-1BF5-D2EBCDE3DFFB}"/>
              </a:ext>
            </a:extLst>
          </p:cNvPr>
          <p:cNvSpPr txBox="1"/>
          <p:nvPr/>
        </p:nvSpPr>
        <p:spPr>
          <a:xfrm>
            <a:off x="10450971" y="4581144"/>
            <a:ext cx="862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51BBDE-8333-0B90-CE26-8609DF4E6C6E}"/>
              </a:ext>
            </a:extLst>
          </p:cNvPr>
          <p:cNvSpPr txBox="1"/>
          <p:nvPr/>
        </p:nvSpPr>
        <p:spPr>
          <a:xfrm>
            <a:off x="11001211" y="3349806"/>
            <a:ext cx="856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3A5C50D-8BC4-4095-A582-4792EA422E0A}"/>
                  </a:ext>
                </a:extLst>
              </p14:cNvPr>
              <p14:cNvContentPartPr/>
              <p14:nvPr/>
            </p14:nvContentPartPr>
            <p14:xfrm>
              <a:off x="8702064" y="3014856"/>
              <a:ext cx="69480" cy="352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3A5C50D-8BC4-4095-A582-4792EA422E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84064" y="2997038"/>
                <a:ext cx="10512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7108A27-D726-E67C-6F56-D8C41B459AC9}"/>
                  </a:ext>
                </a:extLst>
              </p14:cNvPr>
              <p14:cNvContentPartPr/>
              <p14:nvPr/>
            </p14:nvContentPartPr>
            <p14:xfrm>
              <a:off x="8708184" y="3265056"/>
              <a:ext cx="68040" cy="244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7108A27-D726-E67C-6F56-D8C41B459A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90088" y="3247056"/>
                <a:ext cx="10387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7E7959D-E023-8233-532D-CEF35FB69CA9}"/>
                  </a:ext>
                </a:extLst>
              </p14:cNvPr>
              <p14:cNvContentPartPr/>
              <p14:nvPr/>
            </p14:nvContentPartPr>
            <p14:xfrm>
              <a:off x="8743464" y="3506616"/>
              <a:ext cx="34560" cy="244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7E7959D-E023-8233-532D-CEF35FB69CA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25464" y="3488877"/>
                <a:ext cx="70200" cy="59603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38058239-4DF2-1BD4-0267-246C4CA7604B}"/>
              </a:ext>
            </a:extLst>
          </p:cNvPr>
          <p:cNvGrpSpPr/>
          <p:nvPr/>
        </p:nvGrpSpPr>
        <p:grpSpPr>
          <a:xfrm>
            <a:off x="8416584" y="2724696"/>
            <a:ext cx="369360" cy="141480"/>
            <a:chOff x="8416584" y="2724696"/>
            <a:chExt cx="369360" cy="14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6D175B8-BFDE-B5BA-8A33-14AB0FED2D31}"/>
                    </a:ext>
                  </a:extLst>
                </p14:cNvPr>
                <p14:cNvContentPartPr/>
                <p14:nvPr/>
              </p14:nvContentPartPr>
              <p14:xfrm>
                <a:off x="8730504" y="2741616"/>
                <a:ext cx="55440" cy="31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6D175B8-BFDE-B5BA-8A33-14AB0FED2D3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12504" y="2723616"/>
                  <a:ext cx="910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FD5BF6D-4F57-E526-3DF5-BF66D497E6A3}"/>
                    </a:ext>
                  </a:extLst>
                </p14:cNvPr>
                <p14:cNvContentPartPr/>
                <p14:nvPr/>
              </p14:nvContentPartPr>
              <p14:xfrm>
                <a:off x="8416584" y="2724696"/>
                <a:ext cx="124560" cy="141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FD5BF6D-4F57-E526-3DF5-BF66D497E6A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98584" y="2706696"/>
                  <a:ext cx="1602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DB048BD-C24C-0F0E-F7B1-2DC80FA4AD9D}"/>
                    </a:ext>
                  </a:extLst>
                </p14:cNvPr>
                <p14:cNvContentPartPr/>
                <p14:nvPr/>
              </p14:nvContentPartPr>
              <p14:xfrm>
                <a:off x="8699904" y="2763936"/>
                <a:ext cx="83160" cy="61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DB048BD-C24C-0F0E-F7B1-2DC80FA4AD9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81904" y="2746040"/>
                  <a:ext cx="118800" cy="9735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BFD8830-FEAD-AB07-A796-C13109CA0CD0}"/>
                  </a:ext>
                </a:extLst>
              </p14:cNvPr>
              <p14:cNvContentPartPr/>
              <p14:nvPr/>
            </p14:nvContentPartPr>
            <p14:xfrm>
              <a:off x="8711784" y="2996856"/>
              <a:ext cx="87480" cy="777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BFD8830-FEAD-AB07-A796-C13109CA0CD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93784" y="2978856"/>
                <a:ext cx="1231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C499FAA-3EB5-C856-EF09-EB22A85DC94B}"/>
                  </a:ext>
                </a:extLst>
              </p14:cNvPr>
              <p14:cNvContentPartPr/>
              <p14:nvPr/>
            </p14:nvContentPartPr>
            <p14:xfrm>
              <a:off x="8708904" y="3246336"/>
              <a:ext cx="111960" cy="658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C499FAA-3EB5-C856-EF09-EB22A85DC94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690904" y="3228336"/>
                <a:ext cx="14760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6975EB2-10E2-FFF1-FC63-012F8BDE798E}"/>
                  </a:ext>
                </a:extLst>
              </p14:cNvPr>
              <p14:cNvContentPartPr/>
              <p14:nvPr/>
            </p14:nvContentPartPr>
            <p14:xfrm>
              <a:off x="8733744" y="3495456"/>
              <a:ext cx="100080" cy="568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6975EB2-10E2-FFF1-FC63-012F8BDE798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715744" y="3477456"/>
                <a:ext cx="135720" cy="9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2BBF1258-5A19-1559-576F-092933AD9E0A}"/>
              </a:ext>
            </a:extLst>
          </p:cNvPr>
          <p:cNvGrpSpPr/>
          <p:nvPr/>
        </p:nvGrpSpPr>
        <p:grpSpPr>
          <a:xfrm>
            <a:off x="8347104" y="3844656"/>
            <a:ext cx="484560" cy="152280"/>
            <a:chOff x="8347104" y="3844656"/>
            <a:chExt cx="484560" cy="15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D79CCF2-D4AD-558D-D7FF-8738E1AB3A44}"/>
                    </a:ext>
                  </a:extLst>
                </p14:cNvPr>
                <p14:cNvContentPartPr/>
                <p14:nvPr/>
              </p14:nvContentPartPr>
              <p14:xfrm>
                <a:off x="8708544" y="3857976"/>
                <a:ext cx="44640" cy="26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D79CCF2-D4AD-558D-D7FF-8738E1AB3A4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90544" y="3840219"/>
                  <a:ext cx="8028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9731C4A-4893-3416-B7D5-CDD69428AB41}"/>
                    </a:ext>
                  </a:extLst>
                </p14:cNvPr>
                <p14:cNvContentPartPr/>
                <p14:nvPr/>
              </p14:nvContentPartPr>
              <p14:xfrm>
                <a:off x="8347104" y="3848976"/>
                <a:ext cx="123120" cy="147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9731C4A-4893-3416-B7D5-CDD69428AB4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329104" y="3830976"/>
                  <a:ext cx="1587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452057A-4F29-A8E4-BA1B-44D8B56E946D}"/>
                    </a:ext>
                  </a:extLst>
                </p14:cNvPr>
                <p14:cNvContentPartPr/>
                <p14:nvPr/>
              </p14:nvContentPartPr>
              <p14:xfrm>
                <a:off x="8512704" y="3844656"/>
                <a:ext cx="122400" cy="111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452057A-4F29-A8E4-BA1B-44D8B56E946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494704" y="3826656"/>
                  <a:ext cx="1580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61B1984-61FF-6DE6-F525-5583F193D410}"/>
                    </a:ext>
                  </a:extLst>
                </p14:cNvPr>
                <p14:cNvContentPartPr/>
                <p14:nvPr/>
              </p14:nvContentPartPr>
              <p14:xfrm>
                <a:off x="8746344" y="3845736"/>
                <a:ext cx="85320" cy="25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61B1984-61FF-6DE6-F525-5583F193D41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728344" y="3827986"/>
                  <a:ext cx="120960" cy="607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F97E584-A9D2-BB47-200D-76C6ABE80930}"/>
                    </a:ext>
                  </a:extLst>
                </p14:cNvPr>
                <p14:cNvContentPartPr/>
                <p14:nvPr/>
              </p14:nvContentPartPr>
              <p14:xfrm>
                <a:off x="8719704" y="3852936"/>
                <a:ext cx="72720" cy="39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F97E584-A9D2-BB47-200D-76C6ABE8093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01704" y="3834769"/>
                  <a:ext cx="108360" cy="7521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B3D5886-0325-63ED-64F0-049145E9B49B}"/>
              </a:ext>
            </a:extLst>
          </p:cNvPr>
          <p:cNvGrpSpPr/>
          <p:nvPr/>
        </p:nvGrpSpPr>
        <p:grpSpPr>
          <a:xfrm>
            <a:off x="8389944" y="1884456"/>
            <a:ext cx="871560" cy="608400"/>
            <a:chOff x="8389944" y="1884456"/>
            <a:chExt cx="871560" cy="60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14227BC-F28A-71E8-D8CF-5A7B54BC99C8}"/>
                    </a:ext>
                  </a:extLst>
                </p14:cNvPr>
                <p14:cNvContentPartPr/>
                <p14:nvPr/>
              </p14:nvContentPartPr>
              <p14:xfrm>
                <a:off x="8708544" y="2137896"/>
                <a:ext cx="116280" cy="56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14227BC-F28A-71E8-D8CF-5A7B54BC99C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90544" y="2119896"/>
                  <a:ext cx="151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B5C0CAA-C39C-3820-CA88-F3789C403CFC}"/>
                    </a:ext>
                  </a:extLst>
                </p14:cNvPr>
                <p14:cNvContentPartPr/>
                <p14:nvPr/>
              </p14:nvContentPartPr>
              <p14:xfrm>
                <a:off x="8489664" y="2064096"/>
                <a:ext cx="29880" cy="137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B5C0CAA-C39C-3820-CA88-F3789C403CF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471664" y="2046096"/>
                  <a:ext cx="65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C8132CF-9510-2C38-2464-C04666893E13}"/>
                    </a:ext>
                  </a:extLst>
                </p14:cNvPr>
                <p14:cNvContentPartPr/>
                <p14:nvPr/>
              </p14:nvContentPartPr>
              <p14:xfrm>
                <a:off x="8706384" y="2137176"/>
                <a:ext cx="102240" cy="76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C8132CF-9510-2C38-2464-C04666893E1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88320" y="2119176"/>
                  <a:ext cx="138006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869F172-C4B9-09DC-F9C8-DC93B9CFCE41}"/>
                    </a:ext>
                  </a:extLst>
                </p14:cNvPr>
                <p14:cNvContentPartPr/>
                <p14:nvPr/>
              </p14:nvContentPartPr>
              <p14:xfrm>
                <a:off x="8720424" y="2393136"/>
                <a:ext cx="61920" cy="62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869F172-C4B9-09DC-F9C8-DC93B9CFCE4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02424" y="2375136"/>
                  <a:ext cx="975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3F88FD4-E4BF-DC9A-85FB-FCF4DEBD53BE}"/>
                    </a:ext>
                  </a:extLst>
                </p14:cNvPr>
                <p14:cNvContentPartPr/>
                <p14:nvPr/>
              </p14:nvContentPartPr>
              <p14:xfrm>
                <a:off x="8389944" y="2387376"/>
                <a:ext cx="204840" cy="105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3F88FD4-E4BF-DC9A-85FB-FCF4DEBD53B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371944" y="2369376"/>
                  <a:ext cx="2404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B9D0CE0-B2FC-ACEA-4076-66DC3F1D1E1A}"/>
                    </a:ext>
                  </a:extLst>
                </p14:cNvPr>
                <p14:cNvContentPartPr/>
                <p14:nvPr/>
              </p14:nvContentPartPr>
              <p14:xfrm>
                <a:off x="8727984" y="2397096"/>
                <a:ext cx="93240" cy="67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B9D0CE0-B2FC-ACEA-4076-66DC3F1D1E1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09984" y="2379096"/>
                  <a:ext cx="1288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F305981-03B3-A113-8270-E0B161BA9BBC}"/>
                    </a:ext>
                  </a:extLst>
                </p14:cNvPr>
                <p14:cNvContentPartPr/>
                <p14:nvPr/>
              </p14:nvContentPartPr>
              <p14:xfrm>
                <a:off x="8811144" y="1884456"/>
                <a:ext cx="288360" cy="262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F305981-03B3-A113-8270-E0B161BA9BB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93144" y="1866456"/>
                  <a:ext cx="3240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CD24C69-B2B4-E54C-02D5-6D68F101EC82}"/>
                    </a:ext>
                  </a:extLst>
                </p14:cNvPr>
                <p14:cNvContentPartPr/>
                <p14:nvPr/>
              </p14:nvContentPartPr>
              <p14:xfrm>
                <a:off x="8803944" y="2085336"/>
                <a:ext cx="352440" cy="86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CD24C69-B2B4-E54C-02D5-6D68F101EC8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85944" y="2067336"/>
                  <a:ext cx="3880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DD6FC6C-E8ED-4236-4AC2-FFCCDC9F37EA}"/>
                    </a:ext>
                  </a:extLst>
                </p14:cNvPr>
                <p14:cNvContentPartPr/>
                <p14:nvPr/>
              </p14:nvContentPartPr>
              <p14:xfrm>
                <a:off x="9069264" y="2048256"/>
                <a:ext cx="171000" cy="112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DD6FC6C-E8ED-4236-4AC2-FFCCDC9F37E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051302" y="2030256"/>
                  <a:ext cx="206565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1E6641A-8A16-C0DF-22B5-067147B144F2}"/>
                    </a:ext>
                  </a:extLst>
                </p14:cNvPr>
                <p14:cNvContentPartPr/>
                <p14:nvPr/>
              </p14:nvContentPartPr>
              <p14:xfrm>
                <a:off x="8784504" y="2206656"/>
                <a:ext cx="457920" cy="101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1E6641A-8A16-C0DF-22B5-067147B144F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66504" y="2188592"/>
                  <a:ext cx="493560" cy="1376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64BC040-E80F-EC5E-5553-8111266E0FBB}"/>
                    </a:ext>
                  </a:extLst>
                </p14:cNvPr>
                <p14:cNvContentPartPr/>
                <p14:nvPr/>
              </p14:nvContentPartPr>
              <p14:xfrm>
                <a:off x="9107784" y="2231496"/>
                <a:ext cx="153720" cy="126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64BC040-E80F-EC5E-5553-8111266E0FB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89784" y="2213496"/>
                  <a:ext cx="1893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FDE6FCA-7FBD-66F2-8A5D-57CBA28545B0}"/>
                    </a:ext>
                  </a:extLst>
                </p14:cNvPr>
                <p14:cNvContentPartPr/>
                <p14:nvPr/>
              </p14:nvContentPartPr>
              <p14:xfrm>
                <a:off x="8772984" y="2266776"/>
                <a:ext cx="379440" cy="182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FDE6FCA-7FBD-66F2-8A5D-57CBA28545B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754967" y="2248811"/>
                  <a:ext cx="415114" cy="2180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78782CD-A36F-430E-042C-F6719FDC8FF5}"/>
                    </a:ext>
                  </a:extLst>
                </p14:cNvPr>
                <p14:cNvContentPartPr/>
                <p14:nvPr/>
              </p14:nvContentPartPr>
              <p14:xfrm>
                <a:off x="9102744" y="2361096"/>
                <a:ext cx="108360" cy="129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78782CD-A36F-430E-042C-F6719FDC8FF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84744" y="2343146"/>
                  <a:ext cx="144000" cy="16550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B9CF316-EA52-2FBB-953F-365E62E046FD}"/>
              </a:ext>
            </a:extLst>
          </p:cNvPr>
          <p:cNvGrpSpPr/>
          <p:nvPr/>
        </p:nvGrpSpPr>
        <p:grpSpPr>
          <a:xfrm>
            <a:off x="9774144" y="1783296"/>
            <a:ext cx="419400" cy="353160"/>
            <a:chOff x="9774144" y="1783296"/>
            <a:chExt cx="419400" cy="35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ADD28DB-8318-63AF-B15D-C743FB443E98}"/>
                    </a:ext>
                  </a:extLst>
                </p14:cNvPr>
                <p14:cNvContentPartPr/>
                <p14:nvPr/>
              </p14:nvContentPartPr>
              <p14:xfrm>
                <a:off x="9789264" y="1783296"/>
                <a:ext cx="344520" cy="257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ADD28DB-8318-63AF-B15D-C743FB443E9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771283" y="1765296"/>
                  <a:ext cx="380123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0FAB5FA-3DF8-E1BD-9983-37A466FDF764}"/>
                    </a:ext>
                  </a:extLst>
                </p14:cNvPr>
                <p14:cNvContentPartPr/>
                <p14:nvPr/>
              </p14:nvContentPartPr>
              <p14:xfrm>
                <a:off x="10050624" y="1961496"/>
                <a:ext cx="142920" cy="104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0FAB5FA-3DF8-E1BD-9983-37A466FDF76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032624" y="1943496"/>
                  <a:ext cx="1785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D67990A-5D0A-5D3F-96E7-F3DF859BC333}"/>
                    </a:ext>
                  </a:extLst>
                </p14:cNvPr>
                <p14:cNvContentPartPr/>
                <p14:nvPr/>
              </p14:nvContentPartPr>
              <p14:xfrm>
                <a:off x="9774144" y="1849896"/>
                <a:ext cx="213480" cy="248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D67990A-5D0A-5D3F-96E7-F3DF859BC33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756144" y="1831922"/>
                  <a:ext cx="249120" cy="2836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A2C6528-5E56-35F6-8864-DF0924CA64F8}"/>
                    </a:ext>
                  </a:extLst>
                </p14:cNvPr>
                <p14:cNvContentPartPr/>
                <p14:nvPr/>
              </p14:nvContentPartPr>
              <p14:xfrm>
                <a:off x="9937944" y="2008656"/>
                <a:ext cx="112320" cy="127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A2C6528-5E56-35F6-8864-DF0924CA64F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919944" y="1990656"/>
                  <a:ext cx="14796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8BA4157-9561-450C-2C8F-BB28CEDB4C02}"/>
              </a:ext>
            </a:extLst>
          </p:cNvPr>
          <p:cNvGrpSpPr/>
          <p:nvPr/>
        </p:nvGrpSpPr>
        <p:grpSpPr>
          <a:xfrm>
            <a:off x="10778184" y="2554416"/>
            <a:ext cx="430920" cy="303120"/>
            <a:chOff x="10778184" y="2554416"/>
            <a:chExt cx="430920" cy="30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0E212CF-0325-C77B-DCEB-40403C807CD5}"/>
                    </a:ext>
                  </a:extLst>
                </p14:cNvPr>
                <p14:cNvContentPartPr/>
                <p14:nvPr/>
              </p14:nvContentPartPr>
              <p14:xfrm>
                <a:off x="10778184" y="2554416"/>
                <a:ext cx="344520" cy="187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0E212CF-0325-C77B-DCEB-40403C807CD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760184" y="2536450"/>
                  <a:ext cx="380160" cy="2234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55899B5-FF7D-790E-24FF-F121AF1E269E}"/>
                    </a:ext>
                  </a:extLst>
                </p14:cNvPr>
                <p14:cNvContentPartPr/>
                <p14:nvPr/>
              </p14:nvContentPartPr>
              <p14:xfrm>
                <a:off x="11079504" y="2654136"/>
                <a:ext cx="122760" cy="78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55899B5-FF7D-790E-24FF-F121AF1E269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061504" y="2636053"/>
                  <a:ext cx="158400" cy="1146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021641C-C9F5-6E17-9BE1-3BBDAF709795}"/>
                    </a:ext>
                  </a:extLst>
                </p14:cNvPr>
                <p14:cNvContentPartPr/>
                <p14:nvPr/>
              </p14:nvContentPartPr>
              <p14:xfrm>
                <a:off x="10806984" y="2825856"/>
                <a:ext cx="300240" cy="7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021641C-C9F5-6E17-9BE1-3BBDAF70979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788984" y="2807856"/>
                  <a:ext cx="335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052B991-7054-A70C-DB45-DA6DE92202DC}"/>
                    </a:ext>
                  </a:extLst>
                </p14:cNvPr>
                <p14:cNvContentPartPr/>
                <p14:nvPr/>
              </p14:nvContentPartPr>
              <p14:xfrm>
                <a:off x="11027664" y="2793096"/>
                <a:ext cx="105480" cy="644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052B991-7054-A70C-DB45-DA6DE92202D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009664" y="2775096"/>
                  <a:ext cx="141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B5AA803-E9DE-8E80-81DC-DECAE32A7E47}"/>
                    </a:ext>
                  </a:extLst>
                </p14:cNvPr>
                <p14:cNvContentPartPr/>
                <p14:nvPr/>
              </p14:nvContentPartPr>
              <p14:xfrm>
                <a:off x="10993464" y="2636136"/>
                <a:ext cx="215640" cy="1501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B5AA803-E9DE-8E80-81DC-DECAE32A7E4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975464" y="2618093"/>
                  <a:ext cx="251280" cy="18584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BA53E89-F01B-9B1C-5DB2-EE56D9B54508}"/>
              </a:ext>
            </a:extLst>
          </p:cNvPr>
          <p:cNvGrpSpPr/>
          <p:nvPr/>
        </p:nvGrpSpPr>
        <p:grpSpPr>
          <a:xfrm>
            <a:off x="10784304" y="2967336"/>
            <a:ext cx="420840" cy="443880"/>
            <a:chOff x="10784304" y="2967336"/>
            <a:chExt cx="420840" cy="44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23C0867-9D80-0E7A-6E8F-8F4DC4D4EFE2}"/>
                    </a:ext>
                  </a:extLst>
                </p14:cNvPr>
                <p14:cNvContentPartPr/>
                <p14:nvPr/>
              </p14:nvContentPartPr>
              <p14:xfrm>
                <a:off x="10825704" y="2967336"/>
                <a:ext cx="327600" cy="1958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23C0867-9D80-0E7A-6E8F-8F4DC4D4EFE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807684" y="2949336"/>
                  <a:ext cx="363279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9187F79-FA96-F81C-106D-7DA7B6A023AB}"/>
                    </a:ext>
                  </a:extLst>
                </p14:cNvPr>
                <p14:cNvContentPartPr/>
                <p14:nvPr/>
              </p14:nvContentPartPr>
              <p14:xfrm>
                <a:off x="10784304" y="3070296"/>
                <a:ext cx="420840" cy="340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9187F79-FA96-F81C-106D-7DA7B6A023A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66319" y="3052277"/>
                  <a:ext cx="456450" cy="37659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86CBF75-5ACA-22BE-C35C-8479DCD6AE94}"/>
              </a:ext>
            </a:extLst>
          </p:cNvPr>
          <p:cNvGrpSpPr/>
          <p:nvPr/>
        </p:nvGrpSpPr>
        <p:grpSpPr>
          <a:xfrm>
            <a:off x="11487384" y="2848536"/>
            <a:ext cx="348120" cy="105480"/>
            <a:chOff x="11487384" y="2848536"/>
            <a:chExt cx="348120" cy="10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D611DA0-FB5C-B89F-79F1-B451B48F5C35}"/>
                    </a:ext>
                  </a:extLst>
                </p14:cNvPr>
                <p14:cNvContentPartPr/>
                <p14:nvPr/>
              </p14:nvContentPartPr>
              <p14:xfrm>
                <a:off x="11487384" y="2888856"/>
                <a:ext cx="243000" cy="12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D611DA0-FB5C-B89F-79F1-B451B48F5C3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469384" y="2870856"/>
                  <a:ext cx="2786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0304E27-0ED5-B0DB-1681-405489DCEE21}"/>
                    </a:ext>
                  </a:extLst>
                </p14:cNvPr>
                <p14:cNvContentPartPr/>
                <p14:nvPr/>
              </p14:nvContentPartPr>
              <p14:xfrm>
                <a:off x="11650464" y="2848536"/>
                <a:ext cx="185040" cy="1054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0304E27-0ED5-B0DB-1681-405489DCEE2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632464" y="2830536"/>
                  <a:ext cx="22068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F3B83A9-479C-8023-0D39-7AEB65A403E5}"/>
              </a:ext>
            </a:extLst>
          </p:cNvPr>
          <p:cNvGrpSpPr/>
          <p:nvPr/>
        </p:nvGrpSpPr>
        <p:grpSpPr>
          <a:xfrm>
            <a:off x="9766944" y="2548296"/>
            <a:ext cx="594360" cy="672480"/>
            <a:chOff x="9766944" y="2548296"/>
            <a:chExt cx="594360" cy="67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758748F-E20F-979E-4E1D-81A30BE7F265}"/>
                    </a:ext>
                  </a:extLst>
                </p14:cNvPr>
                <p14:cNvContentPartPr/>
                <p14:nvPr/>
              </p14:nvContentPartPr>
              <p14:xfrm>
                <a:off x="9842544" y="2738736"/>
                <a:ext cx="324720" cy="22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758748F-E20F-979E-4E1D-81A30BE7F26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24544" y="2720446"/>
                  <a:ext cx="360360" cy="588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92F59E9-38E2-F5D7-7E3E-B93561AA2A1E}"/>
                    </a:ext>
                  </a:extLst>
                </p14:cNvPr>
                <p14:cNvContentPartPr/>
                <p14:nvPr/>
              </p14:nvContentPartPr>
              <p14:xfrm>
                <a:off x="10085184" y="2691576"/>
                <a:ext cx="116640" cy="820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92F59E9-38E2-F5D7-7E3E-B93561AA2A1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067184" y="2673576"/>
                  <a:ext cx="152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E5F8C16-2262-DC65-621B-9D85366C380E}"/>
                    </a:ext>
                  </a:extLst>
                </p14:cNvPr>
                <p14:cNvContentPartPr/>
                <p14:nvPr/>
              </p14:nvContentPartPr>
              <p14:xfrm>
                <a:off x="9778464" y="2594376"/>
                <a:ext cx="406800" cy="128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E5F8C16-2262-DC65-621B-9D85366C380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760464" y="2576376"/>
                  <a:ext cx="4424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1651F9E-8099-B090-E88C-F660EA09E210}"/>
                    </a:ext>
                  </a:extLst>
                </p14:cNvPr>
                <p14:cNvContentPartPr/>
                <p14:nvPr/>
              </p14:nvContentPartPr>
              <p14:xfrm>
                <a:off x="10065744" y="2548296"/>
                <a:ext cx="157680" cy="957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1651F9E-8099-B090-E88C-F660EA09E21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047744" y="2530296"/>
                  <a:ext cx="1933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4F9690D-1515-6576-509D-C1C0C41FA1F6}"/>
                    </a:ext>
                  </a:extLst>
                </p14:cNvPr>
                <p14:cNvContentPartPr/>
                <p14:nvPr/>
              </p14:nvContentPartPr>
              <p14:xfrm>
                <a:off x="9782784" y="2807496"/>
                <a:ext cx="472320" cy="1674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4F9690D-1515-6576-509D-C1C0C41FA1F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764784" y="2789496"/>
                  <a:ext cx="5079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0A36485-7C30-C534-1169-839BBD8F284F}"/>
                    </a:ext>
                  </a:extLst>
                </p14:cNvPr>
                <p14:cNvContentPartPr/>
                <p14:nvPr/>
              </p14:nvContentPartPr>
              <p14:xfrm>
                <a:off x="10176984" y="2871936"/>
                <a:ext cx="134640" cy="961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0A36485-7C30-C534-1169-839BBD8F284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158984" y="2853868"/>
                  <a:ext cx="170280" cy="1318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3CA6277-6E35-AE1E-86BF-30020D579B23}"/>
                    </a:ext>
                  </a:extLst>
                </p14:cNvPr>
                <p14:cNvContentPartPr/>
                <p14:nvPr/>
              </p14:nvContentPartPr>
              <p14:xfrm>
                <a:off x="9766944" y="2857896"/>
                <a:ext cx="516960" cy="3186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3CA6277-6E35-AE1E-86BF-30020D579B2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748944" y="2839896"/>
                  <a:ext cx="5526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7DC963D-1FC7-FD42-5F43-E85525E9C348}"/>
                    </a:ext>
                  </a:extLst>
                </p14:cNvPr>
                <p14:cNvContentPartPr/>
                <p14:nvPr/>
              </p14:nvContentPartPr>
              <p14:xfrm>
                <a:off x="10162944" y="3065256"/>
                <a:ext cx="198360" cy="155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7DC963D-1FC7-FD42-5F43-E85525E9C34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144944" y="3047256"/>
                  <a:ext cx="2340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043845C-270F-9B7B-CAC0-53E47E9BD5A3}"/>
                    </a:ext>
                  </a:extLst>
                </p14:cNvPr>
                <p14:cNvContentPartPr/>
                <p14:nvPr/>
              </p14:nvContentPartPr>
              <p14:xfrm>
                <a:off x="10116864" y="2871936"/>
                <a:ext cx="225360" cy="136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043845C-270F-9B7B-CAC0-53E47E9BD5A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098835" y="2853936"/>
                  <a:ext cx="261057" cy="1720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BCB98048-95D3-0A3E-1C0D-89062C80C3B6}"/>
              </a:ext>
            </a:extLst>
      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773989" y="2464776"/>
            <a:ext cx="6711670" cy="1602941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6085B4-BE60-1020-3E71-D2EDF7205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005722"/>
              </p:ext>
            </p:extLst>
          </p:nvPr>
        </p:nvGraphicFramePr>
        <p:xfrm>
          <a:off x="398268" y="4817671"/>
          <a:ext cx="7621020" cy="1828800"/>
        </p:xfrm>
        <a:graphic>
          <a:graphicData uri="http://schemas.openxmlformats.org/drawingml/2006/table">
            <a:tbl>
              <a:tblPr/>
              <a:tblGrid>
                <a:gridCol w="2280924">
                  <a:extLst>
                    <a:ext uri="{9D8B030D-6E8A-4147-A177-3AD203B41FA5}">
                      <a16:colId xmlns:a16="http://schemas.microsoft.com/office/drawing/2014/main" val="2987946184"/>
                    </a:ext>
                  </a:extLst>
                </a:gridCol>
                <a:gridCol w="3374136">
                  <a:extLst>
                    <a:ext uri="{9D8B030D-6E8A-4147-A177-3AD203B41FA5}">
                      <a16:colId xmlns:a16="http://schemas.microsoft.com/office/drawing/2014/main" val="87292323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3333660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Problem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Activation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253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mse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908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Binary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binary_crossentropy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sigmoid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824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Multi-class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categorical_crossentropy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softmax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069548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E0328006-53CD-F7C8-77A9-DBEEF9F3D8B2}"/>
              </a:ext>
            </a:extLst>
          </p:cNvPr>
          <p:cNvSpPr txBox="1"/>
          <p:nvPr/>
        </p:nvSpPr>
        <p:spPr>
          <a:xfrm>
            <a:off x="196596" y="426846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Choices</a:t>
            </a:r>
          </a:p>
        </p:txBody>
      </p:sp>
    </p:spTree>
    <p:extLst>
      <p:ext uri="{BB962C8B-B14F-4D97-AF65-F5344CB8AC3E}">
        <p14:creationId xmlns:p14="http://schemas.microsoft.com/office/powerpoint/2010/main" val="870060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4667F-38FC-AC8C-1766-3C1CC98E7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0F4D7C-C7E9-2BB0-BD25-7F9D442A440A}"/>
              </a:ext>
            </a:extLst>
          </p:cNvPr>
          <p:cNvSpPr txBox="1"/>
          <p:nvPr/>
        </p:nvSpPr>
        <p:spPr>
          <a:xfrm>
            <a:off x="274320" y="338757"/>
            <a:ext cx="9820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Training the model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AF8E37D-9BD0-6679-0182-5878DB459B6B}"/>
              </a:ext>
            </a:extLst>
          </p:cNvPr>
          <p:cNvSpPr/>
          <p:nvPr/>
        </p:nvSpPr>
        <p:spPr>
          <a:xfrm>
            <a:off x="9509760" y="151280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7FA5C4B-20DC-1E30-6555-D5B20B15B6A7}"/>
              </a:ext>
            </a:extLst>
          </p:cNvPr>
          <p:cNvSpPr/>
          <p:nvPr/>
        </p:nvSpPr>
        <p:spPr>
          <a:xfrm>
            <a:off x="9509760" y="189380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CEA0C64-1C27-C0F0-C99B-3B4D4D9019A1}"/>
              </a:ext>
            </a:extLst>
          </p:cNvPr>
          <p:cNvSpPr/>
          <p:nvPr/>
        </p:nvSpPr>
        <p:spPr>
          <a:xfrm>
            <a:off x="9509760" y="225651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4DE4C13-E5D3-DD58-7311-9BE2AE1D9D29}"/>
              </a:ext>
            </a:extLst>
          </p:cNvPr>
          <p:cNvSpPr/>
          <p:nvPr/>
        </p:nvSpPr>
        <p:spPr>
          <a:xfrm>
            <a:off x="9509760" y="2628369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04A78AF-998D-37DC-8440-DD54D97ACA5A}"/>
              </a:ext>
            </a:extLst>
          </p:cNvPr>
          <p:cNvSpPr/>
          <p:nvPr/>
        </p:nvSpPr>
        <p:spPr>
          <a:xfrm>
            <a:off x="9509760" y="3023825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E42C1A8-E7E9-4ADD-4418-84FCE103EF4A}"/>
              </a:ext>
            </a:extLst>
          </p:cNvPr>
          <p:cNvSpPr/>
          <p:nvPr/>
        </p:nvSpPr>
        <p:spPr>
          <a:xfrm>
            <a:off x="9509760" y="3377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909E560-F083-9E17-A837-8DC8071558E3}"/>
              </a:ext>
            </a:extLst>
          </p:cNvPr>
          <p:cNvSpPr/>
          <p:nvPr/>
        </p:nvSpPr>
        <p:spPr>
          <a:xfrm>
            <a:off x="9509760" y="3758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598B372-6336-52A1-CFD4-A9F7100F94A6}"/>
              </a:ext>
            </a:extLst>
          </p:cNvPr>
          <p:cNvSpPr/>
          <p:nvPr/>
        </p:nvSpPr>
        <p:spPr>
          <a:xfrm>
            <a:off x="9509760" y="4102817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95699B6-D1B8-D1AF-739C-ACD6EC1D03DC}"/>
              </a:ext>
            </a:extLst>
          </p:cNvPr>
          <p:cNvSpPr/>
          <p:nvPr/>
        </p:nvSpPr>
        <p:spPr>
          <a:xfrm>
            <a:off x="10485980" y="2261825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3CBFDDC-6B92-7786-72E2-B34B11C29C1A}"/>
              </a:ext>
            </a:extLst>
          </p:cNvPr>
          <p:cNvSpPr/>
          <p:nvPr/>
        </p:nvSpPr>
        <p:spPr>
          <a:xfrm>
            <a:off x="10485980" y="263368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A63D4D-6A11-E771-86E0-3142938BA5CA}"/>
              </a:ext>
            </a:extLst>
          </p:cNvPr>
          <p:cNvSpPr/>
          <p:nvPr/>
        </p:nvSpPr>
        <p:spPr>
          <a:xfrm>
            <a:off x="10485980" y="3005537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FD5D435-E9C0-FA59-8D9F-A0B6FC79D2A8}"/>
              </a:ext>
            </a:extLst>
          </p:cNvPr>
          <p:cNvSpPr/>
          <p:nvPr/>
        </p:nvSpPr>
        <p:spPr>
          <a:xfrm>
            <a:off x="10485980" y="3377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7E5E64F-DD6C-DF60-85A1-7AE99FEEE5F2}"/>
              </a:ext>
            </a:extLst>
          </p:cNvPr>
          <p:cNvSpPr/>
          <p:nvPr/>
        </p:nvSpPr>
        <p:spPr>
          <a:xfrm>
            <a:off x="11194836" y="274724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3495E5-FAE6-A276-4FA3-162A6C3EFD6D}"/>
              </a:ext>
            </a:extLst>
          </p:cNvPr>
          <p:cNvSpPr txBox="1"/>
          <p:nvPr/>
        </p:nvSpPr>
        <p:spPr>
          <a:xfrm>
            <a:off x="9232239" y="4581144"/>
            <a:ext cx="862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9B0E68-94B3-4539-57AE-E9A44012620E}"/>
              </a:ext>
            </a:extLst>
          </p:cNvPr>
          <p:cNvSpPr txBox="1"/>
          <p:nvPr/>
        </p:nvSpPr>
        <p:spPr>
          <a:xfrm>
            <a:off x="10450971" y="4581144"/>
            <a:ext cx="862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F27023-4C31-29D0-BB02-F60734709751}"/>
              </a:ext>
            </a:extLst>
          </p:cNvPr>
          <p:cNvSpPr txBox="1"/>
          <p:nvPr/>
        </p:nvSpPr>
        <p:spPr>
          <a:xfrm>
            <a:off x="11001211" y="3349806"/>
            <a:ext cx="856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7539E15-351D-2D4A-C2D8-6DC66AB0B0B8}"/>
                  </a:ext>
                </a:extLst>
              </p14:cNvPr>
              <p14:cNvContentPartPr/>
              <p14:nvPr/>
            </p14:nvContentPartPr>
            <p14:xfrm>
              <a:off x="8702064" y="3014856"/>
              <a:ext cx="69480" cy="352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7539E15-351D-2D4A-C2D8-6DC66AB0B0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84064" y="2997038"/>
                <a:ext cx="10512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202B216-D62D-34C4-3CB9-DF2826C01A3E}"/>
                  </a:ext>
                </a:extLst>
              </p14:cNvPr>
              <p14:cNvContentPartPr/>
              <p14:nvPr/>
            </p14:nvContentPartPr>
            <p14:xfrm>
              <a:off x="8708184" y="3265056"/>
              <a:ext cx="68040" cy="244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202B216-D62D-34C4-3CB9-DF2826C01A3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90088" y="3247056"/>
                <a:ext cx="10387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9ECA561-537D-2EDF-54E6-EF9D13E597A5}"/>
                  </a:ext>
                </a:extLst>
              </p14:cNvPr>
              <p14:cNvContentPartPr/>
              <p14:nvPr/>
            </p14:nvContentPartPr>
            <p14:xfrm>
              <a:off x="8743464" y="3506616"/>
              <a:ext cx="34560" cy="244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9ECA561-537D-2EDF-54E6-EF9D13E597A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25464" y="3488877"/>
                <a:ext cx="70200" cy="59603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F590ECF2-B3E5-486F-CF1C-C49E3266D452}"/>
              </a:ext>
            </a:extLst>
          </p:cNvPr>
          <p:cNvGrpSpPr/>
          <p:nvPr/>
        </p:nvGrpSpPr>
        <p:grpSpPr>
          <a:xfrm>
            <a:off x="8416584" y="2724696"/>
            <a:ext cx="369360" cy="141480"/>
            <a:chOff x="8416584" y="2724696"/>
            <a:chExt cx="369360" cy="14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53EC1FE-E699-35C0-CADD-B627FD7E4464}"/>
                    </a:ext>
                  </a:extLst>
                </p14:cNvPr>
                <p14:cNvContentPartPr/>
                <p14:nvPr/>
              </p14:nvContentPartPr>
              <p14:xfrm>
                <a:off x="8730504" y="2741616"/>
                <a:ext cx="55440" cy="31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53EC1FE-E699-35C0-CADD-B627FD7E446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12504" y="2723616"/>
                  <a:ext cx="910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A7549B9-AB76-1832-2D60-7513CCD27FA3}"/>
                    </a:ext>
                  </a:extLst>
                </p14:cNvPr>
                <p14:cNvContentPartPr/>
                <p14:nvPr/>
              </p14:nvContentPartPr>
              <p14:xfrm>
                <a:off x="8416584" y="2724696"/>
                <a:ext cx="124560" cy="141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A7549B9-AB76-1832-2D60-7513CCD27FA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98584" y="2706696"/>
                  <a:ext cx="1602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1D997A9-EAFE-CDA3-3969-009B1EBEE341}"/>
                    </a:ext>
                  </a:extLst>
                </p14:cNvPr>
                <p14:cNvContentPartPr/>
                <p14:nvPr/>
              </p14:nvContentPartPr>
              <p14:xfrm>
                <a:off x="8699904" y="2763936"/>
                <a:ext cx="83160" cy="61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1D997A9-EAFE-CDA3-3969-009B1EBEE34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81904" y="2746040"/>
                  <a:ext cx="118800" cy="9735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948CFB6-6057-B1E9-BA0F-1A1E38360AA9}"/>
                  </a:ext>
                </a:extLst>
              </p14:cNvPr>
              <p14:cNvContentPartPr/>
              <p14:nvPr/>
            </p14:nvContentPartPr>
            <p14:xfrm>
              <a:off x="8711784" y="2996856"/>
              <a:ext cx="87480" cy="777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948CFB6-6057-B1E9-BA0F-1A1E38360AA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93784" y="2978856"/>
                <a:ext cx="1231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84A13F0D-6A5E-84D8-870F-A3662EF61E9D}"/>
                  </a:ext>
                </a:extLst>
              </p14:cNvPr>
              <p14:cNvContentPartPr/>
              <p14:nvPr/>
            </p14:nvContentPartPr>
            <p14:xfrm>
              <a:off x="8708904" y="3246336"/>
              <a:ext cx="111960" cy="658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84A13F0D-6A5E-84D8-870F-A3662EF61E9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690904" y="3228336"/>
                <a:ext cx="14760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713DA4E-F733-5524-E8EE-70AE16F4C10D}"/>
                  </a:ext>
                </a:extLst>
              </p14:cNvPr>
              <p14:cNvContentPartPr/>
              <p14:nvPr/>
            </p14:nvContentPartPr>
            <p14:xfrm>
              <a:off x="8733744" y="3495456"/>
              <a:ext cx="100080" cy="568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713DA4E-F733-5524-E8EE-70AE16F4C10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715744" y="3477456"/>
                <a:ext cx="135720" cy="9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60E012E3-B11E-F04A-D875-2979F6D83FED}"/>
              </a:ext>
            </a:extLst>
          </p:cNvPr>
          <p:cNvGrpSpPr/>
          <p:nvPr/>
        </p:nvGrpSpPr>
        <p:grpSpPr>
          <a:xfrm>
            <a:off x="8347104" y="3844656"/>
            <a:ext cx="484560" cy="152280"/>
            <a:chOff x="8347104" y="3844656"/>
            <a:chExt cx="484560" cy="15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017E597-E621-865B-81B7-48BEA5482416}"/>
                    </a:ext>
                  </a:extLst>
                </p14:cNvPr>
                <p14:cNvContentPartPr/>
                <p14:nvPr/>
              </p14:nvContentPartPr>
              <p14:xfrm>
                <a:off x="8708544" y="3857976"/>
                <a:ext cx="44640" cy="26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017E597-E621-865B-81B7-48BEA548241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90544" y="3840219"/>
                  <a:ext cx="8028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814D0D4-8FC1-2C40-5F3A-EBAD62E21544}"/>
                    </a:ext>
                  </a:extLst>
                </p14:cNvPr>
                <p14:cNvContentPartPr/>
                <p14:nvPr/>
              </p14:nvContentPartPr>
              <p14:xfrm>
                <a:off x="8347104" y="3848976"/>
                <a:ext cx="123120" cy="147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814D0D4-8FC1-2C40-5F3A-EBAD62E2154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329104" y="3830976"/>
                  <a:ext cx="1587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5B13316-FAA5-5501-6591-8BA211730DA0}"/>
                    </a:ext>
                  </a:extLst>
                </p14:cNvPr>
                <p14:cNvContentPartPr/>
                <p14:nvPr/>
              </p14:nvContentPartPr>
              <p14:xfrm>
                <a:off x="8512704" y="3844656"/>
                <a:ext cx="122400" cy="111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5B13316-FAA5-5501-6591-8BA211730DA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494704" y="3826656"/>
                  <a:ext cx="1580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878D5CD-9194-E2A9-A82E-20453F75FED4}"/>
                    </a:ext>
                  </a:extLst>
                </p14:cNvPr>
                <p14:cNvContentPartPr/>
                <p14:nvPr/>
              </p14:nvContentPartPr>
              <p14:xfrm>
                <a:off x="8746344" y="3845736"/>
                <a:ext cx="85320" cy="25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878D5CD-9194-E2A9-A82E-20453F75FED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728344" y="3827986"/>
                  <a:ext cx="120960" cy="607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6BB2C26-62E8-E9C3-2893-931181D4B869}"/>
                    </a:ext>
                  </a:extLst>
                </p14:cNvPr>
                <p14:cNvContentPartPr/>
                <p14:nvPr/>
              </p14:nvContentPartPr>
              <p14:xfrm>
                <a:off x="8719704" y="3852936"/>
                <a:ext cx="72720" cy="39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6BB2C26-62E8-E9C3-2893-931181D4B86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01704" y="3834769"/>
                  <a:ext cx="108360" cy="7521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3C15E06-3836-7931-033D-053CB1EFC909}"/>
              </a:ext>
            </a:extLst>
          </p:cNvPr>
          <p:cNvGrpSpPr/>
          <p:nvPr/>
        </p:nvGrpSpPr>
        <p:grpSpPr>
          <a:xfrm>
            <a:off x="8389944" y="1884456"/>
            <a:ext cx="871560" cy="608400"/>
            <a:chOff x="8389944" y="1884456"/>
            <a:chExt cx="871560" cy="60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0DA2B11-5707-4E04-5E74-554BB07909E3}"/>
                    </a:ext>
                  </a:extLst>
                </p14:cNvPr>
                <p14:cNvContentPartPr/>
                <p14:nvPr/>
              </p14:nvContentPartPr>
              <p14:xfrm>
                <a:off x="8708544" y="2137896"/>
                <a:ext cx="116280" cy="56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0DA2B11-5707-4E04-5E74-554BB07909E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90544" y="2119896"/>
                  <a:ext cx="151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694CF22-CF6B-4788-83B3-487BB109BE23}"/>
                    </a:ext>
                  </a:extLst>
                </p14:cNvPr>
                <p14:cNvContentPartPr/>
                <p14:nvPr/>
              </p14:nvContentPartPr>
              <p14:xfrm>
                <a:off x="8489664" y="2064096"/>
                <a:ext cx="29880" cy="137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694CF22-CF6B-4788-83B3-487BB109BE2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471664" y="2046096"/>
                  <a:ext cx="65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9900FA2-76E4-0CF2-51FF-8868FF122322}"/>
                    </a:ext>
                  </a:extLst>
                </p14:cNvPr>
                <p14:cNvContentPartPr/>
                <p14:nvPr/>
              </p14:nvContentPartPr>
              <p14:xfrm>
                <a:off x="8706384" y="2137176"/>
                <a:ext cx="102240" cy="76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9900FA2-76E4-0CF2-51FF-8868FF12232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88320" y="2119176"/>
                  <a:ext cx="138006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8C1FA59-58E8-606E-F102-5CC653220D92}"/>
                    </a:ext>
                  </a:extLst>
                </p14:cNvPr>
                <p14:cNvContentPartPr/>
                <p14:nvPr/>
              </p14:nvContentPartPr>
              <p14:xfrm>
                <a:off x="8720424" y="2393136"/>
                <a:ext cx="61920" cy="62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8C1FA59-58E8-606E-F102-5CC653220D9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02424" y="2375136"/>
                  <a:ext cx="975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E8F7C24-DAED-3B95-23D9-9FDC67AD658A}"/>
                    </a:ext>
                  </a:extLst>
                </p14:cNvPr>
                <p14:cNvContentPartPr/>
                <p14:nvPr/>
              </p14:nvContentPartPr>
              <p14:xfrm>
                <a:off x="8389944" y="2387376"/>
                <a:ext cx="204840" cy="105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E8F7C24-DAED-3B95-23D9-9FDC67AD658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371944" y="2369376"/>
                  <a:ext cx="2404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289A4CC-B1A0-F319-4C41-6589A29EA6C3}"/>
                    </a:ext>
                  </a:extLst>
                </p14:cNvPr>
                <p14:cNvContentPartPr/>
                <p14:nvPr/>
              </p14:nvContentPartPr>
              <p14:xfrm>
                <a:off x="8727984" y="2397096"/>
                <a:ext cx="93240" cy="67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289A4CC-B1A0-F319-4C41-6589A29EA6C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09984" y="2379096"/>
                  <a:ext cx="1288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BAEFA14-E979-89C2-66C3-F7F82C6BFD20}"/>
                    </a:ext>
                  </a:extLst>
                </p14:cNvPr>
                <p14:cNvContentPartPr/>
                <p14:nvPr/>
              </p14:nvContentPartPr>
              <p14:xfrm>
                <a:off x="8811144" y="1884456"/>
                <a:ext cx="288360" cy="262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BAEFA14-E979-89C2-66C3-F7F82C6BFD2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93144" y="1866456"/>
                  <a:ext cx="3240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3EC0EBF-89F3-47A5-F8EE-4E99C70B048A}"/>
                    </a:ext>
                  </a:extLst>
                </p14:cNvPr>
                <p14:cNvContentPartPr/>
                <p14:nvPr/>
              </p14:nvContentPartPr>
              <p14:xfrm>
                <a:off x="8803944" y="2085336"/>
                <a:ext cx="352440" cy="86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3EC0EBF-89F3-47A5-F8EE-4E99C70B048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85944" y="2067336"/>
                  <a:ext cx="3880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BF85BFE-9B7B-AC7B-9450-BF9C47636D75}"/>
                    </a:ext>
                  </a:extLst>
                </p14:cNvPr>
                <p14:cNvContentPartPr/>
                <p14:nvPr/>
              </p14:nvContentPartPr>
              <p14:xfrm>
                <a:off x="9069264" y="2048256"/>
                <a:ext cx="171000" cy="112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BF85BFE-9B7B-AC7B-9450-BF9C47636D7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051302" y="2030256"/>
                  <a:ext cx="206565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7F95AC6-AF26-A2CE-2D8F-C867B583D71F}"/>
                    </a:ext>
                  </a:extLst>
                </p14:cNvPr>
                <p14:cNvContentPartPr/>
                <p14:nvPr/>
              </p14:nvContentPartPr>
              <p14:xfrm>
                <a:off x="8784504" y="2206656"/>
                <a:ext cx="457920" cy="101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7F95AC6-AF26-A2CE-2D8F-C867B583D71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66504" y="2188592"/>
                  <a:ext cx="493560" cy="1376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EC85ACC-9462-5834-E8B2-DEA5EC11A735}"/>
                    </a:ext>
                  </a:extLst>
                </p14:cNvPr>
                <p14:cNvContentPartPr/>
                <p14:nvPr/>
              </p14:nvContentPartPr>
              <p14:xfrm>
                <a:off x="9107784" y="2231496"/>
                <a:ext cx="153720" cy="126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EC85ACC-9462-5834-E8B2-DEA5EC11A73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89784" y="2213496"/>
                  <a:ext cx="1893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31F2DD1-B1B7-17C9-304D-34BDA0859A84}"/>
                    </a:ext>
                  </a:extLst>
                </p14:cNvPr>
                <p14:cNvContentPartPr/>
                <p14:nvPr/>
              </p14:nvContentPartPr>
              <p14:xfrm>
                <a:off x="8772984" y="2266776"/>
                <a:ext cx="379440" cy="182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31F2DD1-B1B7-17C9-304D-34BDA0859A8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754967" y="2248811"/>
                  <a:ext cx="415114" cy="2180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30A315C-863F-BBA5-E202-80470F890C16}"/>
                    </a:ext>
                  </a:extLst>
                </p14:cNvPr>
                <p14:cNvContentPartPr/>
                <p14:nvPr/>
              </p14:nvContentPartPr>
              <p14:xfrm>
                <a:off x="9102744" y="2361096"/>
                <a:ext cx="108360" cy="129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30A315C-863F-BBA5-E202-80470F890C1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84744" y="2343146"/>
                  <a:ext cx="144000" cy="16550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7190533-B030-DFA4-352D-5FF4EF768181}"/>
              </a:ext>
            </a:extLst>
          </p:cNvPr>
          <p:cNvGrpSpPr/>
          <p:nvPr/>
        </p:nvGrpSpPr>
        <p:grpSpPr>
          <a:xfrm>
            <a:off x="9774144" y="1783296"/>
            <a:ext cx="419400" cy="353160"/>
            <a:chOff x="9774144" y="1783296"/>
            <a:chExt cx="419400" cy="35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D6D4573-D565-6565-8D86-10F6A6AB9068}"/>
                    </a:ext>
                  </a:extLst>
                </p14:cNvPr>
                <p14:cNvContentPartPr/>
                <p14:nvPr/>
              </p14:nvContentPartPr>
              <p14:xfrm>
                <a:off x="9789264" y="1783296"/>
                <a:ext cx="344520" cy="257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D6D4573-D565-6565-8D86-10F6A6AB906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771283" y="1765296"/>
                  <a:ext cx="380123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38DF26C-22EB-8DED-4FFF-0CB43CDEEC49}"/>
                    </a:ext>
                  </a:extLst>
                </p14:cNvPr>
                <p14:cNvContentPartPr/>
                <p14:nvPr/>
              </p14:nvContentPartPr>
              <p14:xfrm>
                <a:off x="10050624" y="1961496"/>
                <a:ext cx="142920" cy="104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38DF26C-22EB-8DED-4FFF-0CB43CDEEC4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032624" y="1943496"/>
                  <a:ext cx="1785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4E3A1EA-0526-A992-1A9C-85CABA9E891F}"/>
                    </a:ext>
                  </a:extLst>
                </p14:cNvPr>
                <p14:cNvContentPartPr/>
                <p14:nvPr/>
              </p14:nvContentPartPr>
              <p14:xfrm>
                <a:off x="9774144" y="1849896"/>
                <a:ext cx="213480" cy="248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4E3A1EA-0526-A992-1A9C-85CABA9E891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756144" y="1831922"/>
                  <a:ext cx="249120" cy="2836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C2245BD-D873-0E6C-E8F8-5BC17A1A9685}"/>
                    </a:ext>
                  </a:extLst>
                </p14:cNvPr>
                <p14:cNvContentPartPr/>
                <p14:nvPr/>
              </p14:nvContentPartPr>
              <p14:xfrm>
                <a:off x="9937944" y="2008656"/>
                <a:ext cx="112320" cy="127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C2245BD-D873-0E6C-E8F8-5BC17A1A968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919944" y="1990656"/>
                  <a:ext cx="14796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D410419-778F-2E66-84FF-FCF7213E8AD5}"/>
              </a:ext>
            </a:extLst>
          </p:cNvPr>
          <p:cNvGrpSpPr/>
          <p:nvPr/>
        </p:nvGrpSpPr>
        <p:grpSpPr>
          <a:xfrm>
            <a:off x="10778184" y="2554416"/>
            <a:ext cx="430920" cy="303120"/>
            <a:chOff x="10778184" y="2554416"/>
            <a:chExt cx="430920" cy="30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FD02D96-5218-F5EE-6F92-99769C73A03C}"/>
                    </a:ext>
                  </a:extLst>
                </p14:cNvPr>
                <p14:cNvContentPartPr/>
                <p14:nvPr/>
              </p14:nvContentPartPr>
              <p14:xfrm>
                <a:off x="10778184" y="2554416"/>
                <a:ext cx="344520" cy="187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FD02D96-5218-F5EE-6F92-99769C73A03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760184" y="2536450"/>
                  <a:ext cx="380160" cy="2234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700DD33-49B9-80BB-FA28-34FEEF453710}"/>
                    </a:ext>
                  </a:extLst>
                </p14:cNvPr>
                <p14:cNvContentPartPr/>
                <p14:nvPr/>
              </p14:nvContentPartPr>
              <p14:xfrm>
                <a:off x="11079504" y="2654136"/>
                <a:ext cx="122760" cy="78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700DD33-49B9-80BB-FA28-34FEEF45371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061504" y="2636053"/>
                  <a:ext cx="158400" cy="1146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7AF8695-614C-BDC3-1437-C6B538C2ACAE}"/>
                    </a:ext>
                  </a:extLst>
                </p14:cNvPr>
                <p14:cNvContentPartPr/>
                <p14:nvPr/>
              </p14:nvContentPartPr>
              <p14:xfrm>
                <a:off x="10806984" y="2825856"/>
                <a:ext cx="300240" cy="7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7AF8695-614C-BDC3-1437-C6B538C2ACA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788984" y="2807856"/>
                  <a:ext cx="335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FC54247-BFFF-B2D8-B490-EC2A834FA30F}"/>
                    </a:ext>
                  </a:extLst>
                </p14:cNvPr>
                <p14:cNvContentPartPr/>
                <p14:nvPr/>
              </p14:nvContentPartPr>
              <p14:xfrm>
                <a:off x="11027664" y="2793096"/>
                <a:ext cx="105480" cy="644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FC54247-BFFF-B2D8-B490-EC2A834FA30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009664" y="2775096"/>
                  <a:ext cx="141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C01E7B3-040E-4EA6-C318-08ECFEC60D93}"/>
                    </a:ext>
                  </a:extLst>
                </p14:cNvPr>
                <p14:cNvContentPartPr/>
                <p14:nvPr/>
              </p14:nvContentPartPr>
              <p14:xfrm>
                <a:off x="10993464" y="2636136"/>
                <a:ext cx="215640" cy="1501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C01E7B3-040E-4EA6-C318-08ECFEC60D9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975464" y="2618093"/>
                  <a:ext cx="251280" cy="18584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477B840-8D39-9A2C-6C11-ADFF9BBEF1B5}"/>
              </a:ext>
            </a:extLst>
          </p:cNvPr>
          <p:cNvGrpSpPr/>
          <p:nvPr/>
        </p:nvGrpSpPr>
        <p:grpSpPr>
          <a:xfrm>
            <a:off x="10784304" y="2967336"/>
            <a:ext cx="420840" cy="443880"/>
            <a:chOff x="10784304" y="2967336"/>
            <a:chExt cx="420840" cy="44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5D24F3D-BA22-956F-A123-F4DCC97D3173}"/>
                    </a:ext>
                  </a:extLst>
                </p14:cNvPr>
                <p14:cNvContentPartPr/>
                <p14:nvPr/>
              </p14:nvContentPartPr>
              <p14:xfrm>
                <a:off x="10825704" y="2967336"/>
                <a:ext cx="327600" cy="1958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5D24F3D-BA22-956F-A123-F4DCC97D317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807684" y="2949336"/>
                  <a:ext cx="363279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2D62249-D250-8C93-BFC6-33275659E6AA}"/>
                    </a:ext>
                  </a:extLst>
                </p14:cNvPr>
                <p14:cNvContentPartPr/>
                <p14:nvPr/>
              </p14:nvContentPartPr>
              <p14:xfrm>
                <a:off x="10784304" y="3070296"/>
                <a:ext cx="420840" cy="340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2D62249-D250-8C93-BFC6-33275659E6A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66319" y="3052277"/>
                  <a:ext cx="456450" cy="37659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8006AC5-8B38-C0E5-E111-D3B5F6AE8FF9}"/>
              </a:ext>
            </a:extLst>
          </p:cNvPr>
          <p:cNvGrpSpPr/>
          <p:nvPr/>
        </p:nvGrpSpPr>
        <p:grpSpPr>
          <a:xfrm>
            <a:off x="11487384" y="2848536"/>
            <a:ext cx="348120" cy="105480"/>
            <a:chOff x="11487384" y="2848536"/>
            <a:chExt cx="348120" cy="10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4925CA7-62C1-2F1A-CAFC-5A16D4D245E9}"/>
                    </a:ext>
                  </a:extLst>
                </p14:cNvPr>
                <p14:cNvContentPartPr/>
                <p14:nvPr/>
              </p14:nvContentPartPr>
              <p14:xfrm>
                <a:off x="11487384" y="2888856"/>
                <a:ext cx="243000" cy="12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4925CA7-62C1-2F1A-CAFC-5A16D4D245E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469384" y="2870856"/>
                  <a:ext cx="2786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4A7ECA1-B5F4-A0D8-A3CC-E1C592DC06E7}"/>
                    </a:ext>
                  </a:extLst>
                </p14:cNvPr>
                <p14:cNvContentPartPr/>
                <p14:nvPr/>
              </p14:nvContentPartPr>
              <p14:xfrm>
                <a:off x="11650464" y="2848536"/>
                <a:ext cx="185040" cy="1054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4A7ECA1-B5F4-A0D8-A3CC-E1C592DC06E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632464" y="2830536"/>
                  <a:ext cx="22068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D9EE11D-6BFA-3C04-C029-75236AD2D929}"/>
              </a:ext>
            </a:extLst>
          </p:cNvPr>
          <p:cNvGrpSpPr/>
          <p:nvPr/>
        </p:nvGrpSpPr>
        <p:grpSpPr>
          <a:xfrm>
            <a:off x="9766944" y="2548296"/>
            <a:ext cx="594360" cy="672480"/>
            <a:chOff x="9766944" y="2548296"/>
            <a:chExt cx="594360" cy="67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61FD04A-D940-E7AA-F178-FF06F1EFAF60}"/>
                    </a:ext>
                  </a:extLst>
                </p14:cNvPr>
                <p14:cNvContentPartPr/>
                <p14:nvPr/>
              </p14:nvContentPartPr>
              <p14:xfrm>
                <a:off x="9842544" y="2738736"/>
                <a:ext cx="324720" cy="22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61FD04A-D940-E7AA-F178-FF06F1EFAF6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24544" y="2720446"/>
                  <a:ext cx="360360" cy="588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E4E3C8A-5344-8366-8C96-F692286B4EC7}"/>
                    </a:ext>
                  </a:extLst>
                </p14:cNvPr>
                <p14:cNvContentPartPr/>
                <p14:nvPr/>
              </p14:nvContentPartPr>
              <p14:xfrm>
                <a:off x="10085184" y="2691576"/>
                <a:ext cx="116640" cy="820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E4E3C8A-5344-8366-8C96-F692286B4EC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067184" y="2673576"/>
                  <a:ext cx="152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8A76A70-9A1E-ABC2-D46D-5F13C92F7C44}"/>
                    </a:ext>
                  </a:extLst>
                </p14:cNvPr>
                <p14:cNvContentPartPr/>
                <p14:nvPr/>
              </p14:nvContentPartPr>
              <p14:xfrm>
                <a:off x="9778464" y="2594376"/>
                <a:ext cx="406800" cy="128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8A76A70-9A1E-ABC2-D46D-5F13C92F7C4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760464" y="2576376"/>
                  <a:ext cx="4424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D4D9842-D1D5-5A7E-53EC-1577F63BA82E}"/>
                    </a:ext>
                  </a:extLst>
                </p14:cNvPr>
                <p14:cNvContentPartPr/>
                <p14:nvPr/>
              </p14:nvContentPartPr>
              <p14:xfrm>
                <a:off x="10065744" y="2548296"/>
                <a:ext cx="157680" cy="957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D4D9842-D1D5-5A7E-53EC-1577F63BA82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047744" y="2530296"/>
                  <a:ext cx="1933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6626047-67C0-39B6-EE79-D5D6E83E2C0E}"/>
                    </a:ext>
                  </a:extLst>
                </p14:cNvPr>
                <p14:cNvContentPartPr/>
                <p14:nvPr/>
              </p14:nvContentPartPr>
              <p14:xfrm>
                <a:off x="9782784" y="2807496"/>
                <a:ext cx="472320" cy="1674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6626047-67C0-39B6-EE79-D5D6E83E2C0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764784" y="2789496"/>
                  <a:ext cx="5079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300E08D-A1EC-AB85-E7A0-DCF64470BB9F}"/>
                    </a:ext>
                  </a:extLst>
                </p14:cNvPr>
                <p14:cNvContentPartPr/>
                <p14:nvPr/>
              </p14:nvContentPartPr>
              <p14:xfrm>
                <a:off x="10176984" y="2871936"/>
                <a:ext cx="134640" cy="961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300E08D-A1EC-AB85-E7A0-DCF64470BB9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158984" y="2853868"/>
                  <a:ext cx="170280" cy="1318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ADD4B7C-ECB6-FC42-8155-A2917C8CF73A}"/>
                    </a:ext>
                  </a:extLst>
                </p14:cNvPr>
                <p14:cNvContentPartPr/>
                <p14:nvPr/>
              </p14:nvContentPartPr>
              <p14:xfrm>
                <a:off x="9766944" y="2857896"/>
                <a:ext cx="516960" cy="3186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ADD4B7C-ECB6-FC42-8155-A2917C8CF73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748944" y="2839896"/>
                  <a:ext cx="5526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F302740-3388-9284-477E-253118ED8F9E}"/>
                    </a:ext>
                  </a:extLst>
                </p14:cNvPr>
                <p14:cNvContentPartPr/>
                <p14:nvPr/>
              </p14:nvContentPartPr>
              <p14:xfrm>
                <a:off x="10162944" y="3065256"/>
                <a:ext cx="198360" cy="155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F302740-3388-9284-477E-253118ED8F9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144944" y="3047256"/>
                  <a:ext cx="2340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1CC553B-FBF3-14B1-9345-3372CA00D637}"/>
                    </a:ext>
                  </a:extLst>
                </p14:cNvPr>
                <p14:cNvContentPartPr/>
                <p14:nvPr/>
              </p14:nvContentPartPr>
              <p14:xfrm>
                <a:off x="10116864" y="2871936"/>
                <a:ext cx="225360" cy="136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1CC553B-FBF3-14B1-9345-3372CA00D63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098835" y="2853936"/>
                  <a:ext cx="261057" cy="1720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78A81E30-1C47-16B4-0837-FF91300BE26C}"/>
              </a:ext>
            </a:extLst>
      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277117" y="986715"/>
            <a:ext cx="7944959" cy="2648320"/>
          </a:xfrm>
          <a:prstGeom prst="rect">
            <a:avLst/>
          </a:prstGeom>
        </p:spPr>
      </p:pic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ECF990AB-39ED-C148-B552-A24D78EF9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936274"/>
              </p:ext>
            </p:extLst>
          </p:nvPr>
        </p:nvGraphicFramePr>
        <p:xfrm>
          <a:off x="274320" y="4499685"/>
          <a:ext cx="6733032" cy="1371600"/>
        </p:xfrm>
        <a:graphic>
          <a:graphicData uri="http://schemas.openxmlformats.org/drawingml/2006/table">
            <a:tbl>
              <a:tblPr/>
              <a:tblGrid>
                <a:gridCol w="3496056">
                  <a:extLst>
                    <a:ext uri="{9D8B030D-6E8A-4147-A177-3AD203B41FA5}">
                      <a16:colId xmlns:a16="http://schemas.microsoft.com/office/drawing/2014/main" val="2855739530"/>
                    </a:ext>
                  </a:extLst>
                </a:gridCol>
                <a:gridCol w="3236976">
                  <a:extLst>
                    <a:ext uri="{9D8B030D-6E8A-4147-A177-3AD203B41FA5}">
                      <a16:colId xmlns:a16="http://schemas.microsoft.com/office/drawing/2014/main" val="23775123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3647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epochs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Number of passes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202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batch_size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Data per step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484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398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A8A09-8FF3-36D5-A7FD-97CDE323F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43ACEF-B713-DDD0-3BB8-769196E40D80}"/>
              </a:ext>
            </a:extLst>
          </p:cNvPr>
          <p:cNvSpPr txBox="1"/>
          <p:nvPr/>
        </p:nvSpPr>
        <p:spPr>
          <a:xfrm>
            <a:off x="274320" y="338757"/>
            <a:ext cx="9820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Test on </a:t>
            </a: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 sample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F70C7BA-2D74-BCBE-2C6B-51772739875E}"/>
              </a:ext>
            </a:extLst>
          </p:cNvPr>
          <p:cNvSpPr/>
          <p:nvPr/>
        </p:nvSpPr>
        <p:spPr>
          <a:xfrm>
            <a:off x="9509760" y="151280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92CCBA8-CD8E-5F50-C0B6-0804C83D3202}"/>
              </a:ext>
            </a:extLst>
          </p:cNvPr>
          <p:cNvSpPr/>
          <p:nvPr/>
        </p:nvSpPr>
        <p:spPr>
          <a:xfrm>
            <a:off x="9509760" y="189380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80C22CA-5E5A-42AE-5E67-71A24E98887C}"/>
              </a:ext>
            </a:extLst>
          </p:cNvPr>
          <p:cNvSpPr/>
          <p:nvPr/>
        </p:nvSpPr>
        <p:spPr>
          <a:xfrm>
            <a:off x="9509760" y="225651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1E6E3DF-3F39-E21E-88DE-8D695F42093F}"/>
              </a:ext>
            </a:extLst>
          </p:cNvPr>
          <p:cNvSpPr/>
          <p:nvPr/>
        </p:nvSpPr>
        <p:spPr>
          <a:xfrm>
            <a:off x="9509760" y="2628369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F3C9631-3CC5-1593-9D7F-B0AFBFF85336}"/>
              </a:ext>
            </a:extLst>
          </p:cNvPr>
          <p:cNvSpPr/>
          <p:nvPr/>
        </p:nvSpPr>
        <p:spPr>
          <a:xfrm>
            <a:off x="9509760" y="3023825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9B862FE-97CD-B5D8-88DE-F90374339C1E}"/>
              </a:ext>
            </a:extLst>
          </p:cNvPr>
          <p:cNvSpPr/>
          <p:nvPr/>
        </p:nvSpPr>
        <p:spPr>
          <a:xfrm>
            <a:off x="9509760" y="3377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960FBEE-DF06-7CC3-BDBA-A2E6B628B241}"/>
              </a:ext>
            </a:extLst>
          </p:cNvPr>
          <p:cNvSpPr/>
          <p:nvPr/>
        </p:nvSpPr>
        <p:spPr>
          <a:xfrm>
            <a:off x="9509760" y="3758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D2F4B09-3838-1B4B-A566-66E6622E8769}"/>
              </a:ext>
            </a:extLst>
          </p:cNvPr>
          <p:cNvSpPr/>
          <p:nvPr/>
        </p:nvSpPr>
        <p:spPr>
          <a:xfrm>
            <a:off x="9509760" y="4102817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AB9347C-09E1-80DD-97C6-D761DAB115EC}"/>
              </a:ext>
            </a:extLst>
          </p:cNvPr>
          <p:cNvSpPr/>
          <p:nvPr/>
        </p:nvSpPr>
        <p:spPr>
          <a:xfrm>
            <a:off x="10485980" y="2261825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A9930CE-0F12-6843-3EEC-0DEF80F63E5A}"/>
              </a:ext>
            </a:extLst>
          </p:cNvPr>
          <p:cNvSpPr/>
          <p:nvPr/>
        </p:nvSpPr>
        <p:spPr>
          <a:xfrm>
            <a:off x="10485980" y="263368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7930170-E437-1A6B-6226-A7B04D89DBE3}"/>
              </a:ext>
            </a:extLst>
          </p:cNvPr>
          <p:cNvSpPr/>
          <p:nvPr/>
        </p:nvSpPr>
        <p:spPr>
          <a:xfrm>
            <a:off x="10485980" y="3005537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CFDA02D-7058-3ACE-1F7F-9D0F59F1403C}"/>
              </a:ext>
            </a:extLst>
          </p:cNvPr>
          <p:cNvSpPr/>
          <p:nvPr/>
        </p:nvSpPr>
        <p:spPr>
          <a:xfrm>
            <a:off x="10485980" y="3377393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D218F74-28AE-F967-4F10-C979B99A17F4}"/>
              </a:ext>
            </a:extLst>
          </p:cNvPr>
          <p:cNvSpPr/>
          <p:nvPr/>
        </p:nvSpPr>
        <p:spPr>
          <a:xfrm>
            <a:off x="11194836" y="2747241"/>
            <a:ext cx="237744" cy="23774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305F35-8BA4-223C-AD89-4BD147316326}"/>
              </a:ext>
            </a:extLst>
          </p:cNvPr>
          <p:cNvSpPr txBox="1"/>
          <p:nvPr/>
        </p:nvSpPr>
        <p:spPr>
          <a:xfrm>
            <a:off x="9232239" y="4581144"/>
            <a:ext cx="862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C6E2A5-E668-E191-C5E8-6E4CD8C7C983}"/>
              </a:ext>
            </a:extLst>
          </p:cNvPr>
          <p:cNvSpPr txBox="1"/>
          <p:nvPr/>
        </p:nvSpPr>
        <p:spPr>
          <a:xfrm>
            <a:off x="10450971" y="4581144"/>
            <a:ext cx="862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216BFB-E0AC-3A90-BACD-7D40F83ACA6F}"/>
              </a:ext>
            </a:extLst>
          </p:cNvPr>
          <p:cNvSpPr txBox="1"/>
          <p:nvPr/>
        </p:nvSpPr>
        <p:spPr>
          <a:xfrm>
            <a:off x="11001211" y="3349806"/>
            <a:ext cx="856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796AC6B-311C-F6DB-9648-060AE067CCAC}"/>
                  </a:ext>
                </a:extLst>
              </p14:cNvPr>
              <p14:cNvContentPartPr/>
              <p14:nvPr/>
            </p14:nvContentPartPr>
            <p14:xfrm>
              <a:off x="8702064" y="3014856"/>
              <a:ext cx="69480" cy="352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796AC6B-311C-F6DB-9648-060AE067CC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84064" y="2997038"/>
                <a:ext cx="10512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006E8E6-B091-3554-3542-F8C3CCA5BA3C}"/>
                  </a:ext>
                </a:extLst>
              </p14:cNvPr>
              <p14:cNvContentPartPr/>
              <p14:nvPr/>
            </p14:nvContentPartPr>
            <p14:xfrm>
              <a:off x="8708184" y="3265056"/>
              <a:ext cx="68040" cy="244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006E8E6-B091-3554-3542-F8C3CCA5BA3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90088" y="3247056"/>
                <a:ext cx="10387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014482A-50CB-0F62-BE33-88E3196F73CB}"/>
                  </a:ext>
                </a:extLst>
              </p14:cNvPr>
              <p14:cNvContentPartPr/>
              <p14:nvPr/>
            </p14:nvContentPartPr>
            <p14:xfrm>
              <a:off x="8743464" y="3506616"/>
              <a:ext cx="34560" cy="244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014482A-50CB-0F62-BE33-88E3196F73C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25464" y="3488877"/>
                <a:ext cx="70200" cy="59603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530CAE71-C152-C242-96BA-C6FF26C66809}"/>
              </a:ext>
            </a:extLst>
          </p:cNvPr>
          <p:cNvGrpSpPr/>
          <p:nvPr/>
        </p:nvGrpSpPr>
        <p:grpSpPr>
          <a:xfrm>
            <a:off x="8416584" y="2724696"/>
            <a:ext cx="369360" cy="141480"/>
            <a:chOff x="8416584" y="2724696"/>
            <a:chExt cx="369360" cy="14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6E3A55B-0075-8BF3-7013-75B918A4C2BB}"/>
                    </a:ext>
                  </a:extLst>
                </p14:cNvPr>
                <p14:cNvContentPartPr/>
                <p14:nvPr/>
              </p14:nvContentPartPr>
              <p14:xfrm>
                <a:off x="8730504" y="2741616"/>
                <a:ext cx="55440" cy="31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6E3A55B-0075-8BF3-7013-75B918A4C2B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12504" y="2723616"/>
                  <a:ext cx="910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E4C3F25-2E6D-4420-C6DA-83375C0E6A34}"/>
                    </a:ext>
                  </a:extLst>
                </p14:cNvPr>
                <p14:cNvContentPartPr/>
                <p14:nvPr/>
              </p14:nvContentPartPr>
              <p14:xfrm>
                <a:off x="8416584" y="2724696"/>
                <a:ext cx="124560" cy="141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E4C3F25-2E6D-4420-C6DA-83375C0E6A3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98584" y="2706696"/>
                  <a:ext cx="1602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59CA4BF-47CF-6649-4077-BA373AB31035}"/>
                    </a:ext>
                  </a:extLst>
                </p14:cNvPr>
                <p14:cNvContentPartPr/>
                <p14:nvPr/>
              </p14:nvContentPartPr>
              <p14:xfrm>
                <a:off x="8699904" y="2763936"/>
                <a:ext cx="83160" cy="61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59CA4BF-47CF-6649-4077-BA373AB3103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81904" y="2746040"/>
                  <a:ext cx="118800" cy="9735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09D6251-67B2-3A29-2A63-D83F8B5805DA}"/>
                  </a:ext>
                </a:extLst>
              </p14:cNvPr>
              <p14:cNvContentPartPr/>
              <p14:nvPr/>
            </p14:nvContentPartPr>
            <p14:xfrm>
              <a:off x="8711784" y="2996856"/>
              <a:ext cx="87480" cy="777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09D6251-67B2-3A29-2A63-D83F8B5805D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93784" y="2978856"/>
                <a:ext cx="1231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9C033BD-2AD3-214C-0CF3-1A50E6915089}"/>
                  </a:ext>
                </a:extLst>
              </p14:cNvPr>
              <p14:cNvContentPartPr/>
              <p14:nvPr/>
            </p14:nvContentPartPr>
            <p14:xfrm>
              <a:off x="8708904" y="3246336"/>
              <a:ext cx="111960" cy="658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9C033BD-2AD3-214C-0CF3-1A50E691508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690904" y="3228336"/>
                <a:ext cx="14760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4005CC9-E357-765D-5E71-AE7D3EE4ADC2}"/>
                  </a:ext>
                </a:extLst>
              </p14:cNvPr>
              <p14:cNvContentPartPr/>
              <p14:nvPr/>
            </p14:nvContentPartPr>
            <p14:xfrm>
              <a:off x="8733744" y="3495456"/>
              <a:ext cx="100080" cy="568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4005CC9-E357-765D-5E71-AE7D3EE4ADC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715744" y="3477456"/>
                <a:ext cx="135720" cy="9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E1A25FD0-BC82-7458-71E5-F9465688FB7E}"/>
              </a:ext>
            </a:extLst>
          </p:cNvPr>
          <p:cNvGrpSpPr/>
          <p:nvPr/>
        </p:nvGrpSpPr>
        <p:grpSpPr>
          <a:xfrm>
            <a:off x="8347104" y="3844656"/>
            <a:ext cx="484560" cy="152280"/>
            <a:chOff x="8347104" y="3844656"/>
            <a:chExt cx="484560" cy="15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399028B-4AA5-4844-AF72-AF5AB71B3BEF}"/>
                    </a:ext>
                  </a:extLst>
                </p14:cNvPr>
                <p14:cNvContentPartPr/>
                <p14:nvPr/>
              </p14:nvContentPartPr>
              <p14:xfrm>
                <a:off x="8708544" y="3857976"/>
                <a:ext cx="44640" cy="26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399028B-4AA5-4844-AF72-AF5AB71B3BE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90544" y="3840219"/>
                  <a:ext cx="8028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7525D97-145A-1C29-E59E-1C6E492DFB45}"/>
                    </a:ext>
                  </a:extLst>
                </p14:cNvPr>
                <p14:cNvContentPartPr/>
                <p14:nvPr/>
              </p14:nvContentPartPr>
              <p14:xfrm>
                <a:off x="8347104" y="3848976"/>
                <a:ext cx="123120" cy="147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7525D97-145A-1C29-E59E-1C6E492DFB4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329104" y="3830976"/>
                  <a:ext cx="1587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78153A5-A232-6CAA-4AD0-299256822405}"/>
                    </a:ext>
                  </a:extLst>
                </p14:cNvPr>
                <p14:cNvContentPartPr/>
                <p14:nvPr/>
              </p14:nvContentPartPr>
              <p14:xfrm>
                <a:off x="8512704" y="3844656"/>
                <a:ext cx="122400" cy="111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78153A5-A232-6CAA-4AD0-29925682240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494704" y="3826656"/>
                  <a:ext cx="1580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BD35ECF-AE68-27C6-F035-71BFC1A608E1}"/>
                    </a:ext>
                  </a:extLst>
                </p14:cNvPr>
                <p14:cNvContentPartPr/>
                <p14:nvPr/>
              </p14:nvContentPartPr>
              <p14:xfrm>
                <a:off x="8746344" y="3845736"/>
                <a:ext cx="85320" cy="25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BD35ECF-AE68-27C6-F035-71BFC1A608E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728344" y="3827986"/>
                  <a:ext cx="120960" cy="607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5A95213-9597-B92E-E5BB-24DFC7AEB7DC}"/>
                    </a:ext>
                  </a:extLst>
                </p14:cNvPr>
                <p14:cNvContentPartPr/>
                <p14:nvPr/>
              </p14:nvContentPartPr>
              <p14:xfrm>
                <a:off x="8719704" y="3852936"/>
                <a:ext cx="72720" cy="39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5A95213-9597-B92E-E5BB-24DFC7AEB7D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01704" y="3834769"/>
                  <a:ext cx="108360" cy="7521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6DD9CB8-2FD1-5A04-F042-97BFE6A6DDB0}"/>
              </a:ext>
            </a:extLst>
          </p:cNvPr>
          <p:cNvGrpSpPr/>
          <p:nvPr/>
        </p:nvGrpSpPr>
        <p:grpSpPr>
          <a:xfrm>
            <a:off x="8389944" y="1884456"/>
            <a:ext cx="871560" cy="608400"/>
            <a:chOff x="8389944" y="1884456"/>
            <a:chExt cx="871560" cy="60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4ACA3BF-2CF2-11BF-AAC3-F4F3CCA2B758}"/>
                    </a:ext>
                  </a:extLst>
                </p14:cNvPr>
                <p14:cNvContentPartPr/>
                <p14:nvPr/>
              </p14:nvContentPartPr>
              <p14:xfrm>
                <a:off x="8708544" y="2137896"/>
                <a:ext cx="116280" cy="56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4ACA3BF-2CF2-11BF-AAC3-F4F3CCA2B75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90544" y="2119896"/>
                  <a:ext cx="151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1D4D6BD-E232-A502-82C0-E34A0F2D7DE2}"/>
                    </a:ext>
                  </a:extLst>
                </p14:cNvPr>
                <p14:cNvContentPartPr/>
                <p14:nvPr/>
              </p14:nvContentPartPr>
              <p14:xfrm>
                <a:off x="8489664" y="2064096"/>
                <a:ext cx="29880" cy="137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1D4D6BD-E232-A502-82C0-E34A0F2D7DE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471664" y="2046096"/>
                  <a:ext cx="65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7035A99-8F27-AD5F-B083-DAD629D1A451}"/>
                    </a:ext>
                  </a:extLst>
                </p14:cNvPr>
                <p14:cNvContentPartPr/>
                <p14:nvPr/>
              </p14:nvContentPartPr>
              <p14:xfrm>
                <a:off x="8706384" y="2137176"/>
                <a:ext cx="102240" cy="76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7035A99-8F27-AD5F-B083-DAD629D1A45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88320" y="2119176"/>
                  <a:ext cx="138006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20F8696-B31E-F2BF-6D3E-8845CE6F10CB}"/>
                    </a:ext>
                  </a:extLst>
                </p14:cNvPr>
                <p14:cNvContentPartPr/>
                <p14:nvPr/>
              </p14:nvContentPartPr>
              <p14:xfrm>
                <a:off x="8720424" y="2393136"/>
                <a:ext cx="61920" cy="62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20F8696-B31E-F2BF-6D3E-8845CE6F10C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02424" y="2375136"/>
                  <a:ext cx="975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0383612-2981-1151-8DF3-1C6468A655D2}"/>
                    </a:ext>
                  </a:extLst>
                </p14:cNvPr>
                <p14:cNvContentPartPr/>
                <p14:nvPr/>
              </p14:nvContentPartPr>
              <p14:xfrm>
                <a:off x="8389944" y="2387376"/>
                <a:ext cx="204840" cy="105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0383612-2981-1151-8DF3-1C6468A655D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371944" y="2369376"/>
                  <a:ext cx="2404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BCBF99E-D08E-32D7-A13B-D15F0EEC31F7}"/>
                    </a:ext>
                  </a:extLst>
                </p14:cNvPr>
                <p14:cNvContentPartPr/>
                <p14:nvPr/>
              </p14:nvContentPartPr>
              <p14:xfrm>
                <a:off x="8727984" y="2397096"/>
                <a:ext cx="93240" cy="67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BCBF99E-D08E-32D7-A13B-D15F0EEC31F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09984" y="2379096"/>
                  <a:ext cx="1288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B489C11-4C7A-1843-BB2D-C12EFB3AD2F8}"/>
                    </a:ext>
                  </a:extLst>
                </p14:cNvPr>
                <p14:cNvContentPartPr/>
                <p14:nvPr/>
              </p14:nvContentPartPr>
              <p14:xfrm>
                <a:off x="8811144" y="1884456"/>
                <a:ext cx="288360" cy="262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B489C11-4C7A-1843-BB2D-C12EFB3AD2F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93144" y="1866456"/>
                  <a:ext cx="3240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EFDE04F-F99C-79FD-1C1B-F9F215FF8804}"/>
                    </a:ext>
                  </a:extLst>
                </p14:cNvPr>
                <p14:cNvContentPartPr/>
                <p14:nvPr/>
              </p14:nvContentPartPr>
              <p14:xfrm>
                <a:off x="8803944" y="2085336"/>
                <a:ext cx="352440" cy="86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EFDE04F-F99C-79FD-1C1B-F9F215FF880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85944" y="2067336"/>
                  <a:ext cx="3880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56E129A-C447-2FD2-F5DB-2F0DF9D3DD94}"/>
                    </a:ext>
                  </a:extLst>
                </p14:cNvPr>
                <p14:cNvContentPartPr/>
                <p14:nvPr/>
              </p14:nvContentPartPr>
              <p14:xfrm>
                <a:off x="9069264" y="2048256"/>
                <a:ext cx="171000" cy="112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56E129A-C447-2FD2-F5DB-2F0DF9D3DD9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051302" y="2030256"/>
                  <a:ext cx="206565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739917D-8433-4788-A42C-EDC7789ABCCE}"/>
                    </a:ext>
                  </a:extLst>
                </p14:cNvPr>
                <p14:cNvContentPartPr/>
                <p14:nvPr/>
              </p14:nvContentPartPr>
              <p14:xfrm>
                <a:off x="8784504" y="2206656"/>
                <a:ext cx="457920" cy="101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739917D-8433-4788-A42C-EDC7789ABCC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66504" y="2188592"/>
                  <a:ext cx="493560" cy="1376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BEBB4CB-5E1D-8E5C-0356-C3679DD962B7}"/>
                    </a:ext>
                  </a:extLst>
                </p14:cNvPr>
                <p14:cNvContentPartPr/>
                <p14:nvPr/>
              </p14:nvContentPartPr>
              <p14:xfrm>
                <a:off x="9107784" y="2231496"/>
                <a:ext cx="153720" cy="126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BEBB4CB-5E1D-8E5C-0356-C3679DD962B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89784" y="2213496"/>
                  <a:ext cx="1893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7921989-28AF-627C-1951-2620AE4FD519}"/>
                    </a:ext>
                  </a:extLst>
                </p14:cNvPr>
                <p14:cNvContentPartPr/>
                <p14:nvPr/>
              </p14:nvContentPartPr>
              <p14:xfrm>
                <a:off x="8772984" y="2266776"/>
                <a:ext cx="379440" cy="182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7921989-28AF-627C-1951-2620AE4FD51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754967" y="2248811"/>
                  <a:ext cx="415114" cy="2180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B92D245-700C-7D80-9C4A-193F433B9C05}"/>
                    </a:ext>
                  </a:extLst>
                </p14:cNvPr>
                <p14:cNvContentPartPr/>
                <p14:nvPr/>
              </p14:nvContentPartPr>
              <p14:xfrm>
                <a:off x="9102744" y="2361096"/>
                <a:ext cx="108360" cy="129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B92D245-700C-7D80-9C4A-193F433B9C0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84744" y="2343146"/>
                  <a:ext cx="144000" cy="16550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8436DB6-8A99-BAE0-5B06-9E0A2046B056}"/>
              </a:ext>
            </a:extLst>
          </p:cNvPr>
          <p:cNvGrpSpPr/>
          <p:nvPr/>
        </p:nvGrpSpPr>
        <p:grpSpPr>
          <a:xfrm>
            <a:off x="9774144" y="1783296"/>
            <a:ext cx="419400" cy="353160"/>
            <a:chOff x="9774144" y="1783296"/>
            <a:chExt cx="419400" cy="35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8A5B0D8-6DEE-A67F-CDB2-CB6145ED3B25}"/>
                    </a:ext>
                  </a:extLst>
                </p14:cNvPr>
                <p14:cNvContentPartPr/>
                <p14:nvPr/>
              </p14:nvContentPartPr>
              <p14:xfrm>
                <a:off x="9789264" y="1783296"/>
                <a:ext cx="344520" cy="257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8A5B0D8-6DEE-A67F-CDB2-CB6145ED3B2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771283" y="1765296"/>
                  <a:ext cx="380123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3C5A652-3953-B4A9-8CDE-4D3F4E619F44}"/>
                    </a:ext>
                  </a:extLst>
                </p14:cNvPr>
                <p14:cNvContentPartPr/>
                <p14:nvPr/>
              </p14:nvContentPartPr>
              <p14:xfrm>
                <a:off x="10050624" y="1961496"/>
                <a:ext cx="142920" cy="104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3C5A652-3953-B4A9-8CDE-4D3F4E619F4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032624" y="1943496"/>
                  <a:ext cx="1785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8C8BB76-CE13-8A3C-8394-E76A72DB83B6}"/>
                    </a:ext>
                  </a:extLst>
                </p14:cNvPr>
                <p14:cNvContentPartPr/>
                <p14:nvPr/>
              </p14:nvContentPartPr>
              <p14:xfrm>
                <a:off x="9774144" y="1849896"/>
                <a:ext cx="213480" cy="248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8C8BB76-CE13-8A3C-8394-E76A72DB83B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756144" y="1831922"/>
                  <a:ext cx="249120" cy="2836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DAB3157-A5F1-962E-10E9-B7765B459163}"/>
                    </a:ext>
                  </a:extLst>
                </p14:cNvPr>
                <p14:cNvContentPartPr/>
                <p14:nvPr/>
              </p14:nvContentPartPr>
              <p14:xfrm>
                <a:off x="9937944" y="2008656"/>
                <a:ext cx="112320" cy="127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DAB3157-A5F1-962E-10E9-B7765B45916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919944" y="1990656"/>
                  <a:ext cx="14796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D568028-54E7-E7C5-2C66-B017EFD94D89}"/>
              </a:ext>
            </a:extLst>
          </p:cNvPr>
          <p:cNvGrpSpPr/>
          <p:nvPr/>
        </p:nvGrpSpPr>
        <p:grpSpPr>
          <a:xfrm>
            <a:off x="10778184" y="2554416"/>
            <a:ext cx="430920" cy="303120"/>
            <a:chOff x="10778184" y="2554416"/>
            <a:chExt cx="430920" cy="30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596C82A-2E4D-7EBC-9B4E-3C84D5A7DD4A}"/>
                    </a:ext>
                  </a:extLst>
                </p14:cNvPr>
                <p14:cNvContentPartPr/>
                <p14:nvPr/>
              </p14:nvContentPartPr>
              <p14:xfrm>
                <a:off x="10778184" y="2554416"/>
                <a:ext cx="344520" cy="187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596C82A-2E4D-7EBC-9B4E-3C84D5A7DD4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760184" y="2536450"/>
                  <a:ext cx="380160" cy="2234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1BB4772-9953-5432-9443-DE00B2261EEC}"/>
                    </a:ext>
                  </a:extLst>
                </p14:cNvPr>
                <p14:cNvContentPartPr/>
                <p14:nvPr/>
              </p14:nvContentPartPr>
              <p14:xfrm>
                <a:off x="11079504" y="2654136"/>
                <a:ext cx="122760" cy="78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1BB4772-9953-5432-9443-DE00B2261EE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061504" y="2636053"/>
                  <a:ext cx="158400" cy="1146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38AAEBD-F681-D936-8E17-13AE9FDC7735}"/>
                    </a:ext>
                  </a:extLst>
                </p14:cNvPr>
                <p14:cNvContentPartPr/>
                <p14:nvPr/>
              </p14:nvContentPartPr>
              <p14:xfrm>
                <a:off x="10806984" y="2825856"/>
                <a:ext cx="300240" cy="7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38AAEBD-F681-D936-8E17-13AE9FDC773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788984" y="2807856"/>
                  <a:ext cx="335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44C9C49-8656-AD53-BBC3-548B4552CABF}"/>
                    </a:ext>
                  </a:extLst>
                </p14:cNvPr>
                <p14:cNvContentPartPr/>
                <p14:nvPr/>
              </p14:nvContentPartPr>
              <p14:xfrm>
                <a:off x="11027664" y="2793096"/>
                <a:ext cx="105480" cy="644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44C9C49-8656-AD53-BBC3-548B4552CAB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009664" y="2775096"/>
                  <a:ext cx="141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D682F37-C4B7-3BA4-9AD9-959F38731935}"/>
                    </a:ext>
                  </a:extLst>
                </p14:cNvPr>
                <p14:cNvContentPartPr/>
                <p14:nvPr/>
              </p14:nvContentPartPr>
              <p14:xfrm>
                <a:off x="10993464" y="2636136"/>
                <a:ext cx="215640" cy="1501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D682F37-C4B7-3BA4-9AD9-959F3873193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975464" y="2618093"/>
                  <a:ext cx="251280" cy="18584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B278E44-A9AD-2296-B2B8-291B6A80C8F9}"/>
              </a:ext>
            </a:extLst>
          </p:cNvPr>
          <p:cNvGrpSpPr/>
          <p:nvPr/>
        </p:nvGrpSpPr>
        <p:grpSpPr>
          <a:xfrm>
            <a:off x="10784304" y="2967336"/>
            <a:ext cx="420840" cy="443880"/>
            <a:chOff x="10784304" y="2967336"/>
            <a:chExt cx="420840" cy="44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0C8E714-E0C3-0EB4-E5AF-9DF1E6F57C68}"/>
                    </a:ext>
                  </a:extLst>
                </p14:cNvPr>
                <p14:cNvContentPartPr/>
                <p14:nvPr/>
              </p14:nvContentPartPr>
              <p14:xfrm>
                <a:off x="10825704" y="2967336"/>
                <a:ext cx="327600" cy="1958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0C8E714-E0C3-0EB4-E5AF-9DF1E6F57C6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807684" y="2949336"/>
                  <a:ext cx="363279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0B723B0-CF82-F3D0-86FC-7B03D0B0A2DF}"/>
                    </a:ext>
                  </a:extLst>
                </p14:cNvPr>
                <p14:cNvContentPartPr/>
                <p14:nvPr/>
              </p14:nvContentPartPr>
              <p14:xfrm>
                <a:off x="10784304" y="3070296"/>
                <a:ext cx="420840" cy="340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0B723B0-CF82-F3D0-86FC-7B03D0B0A2D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66319" y="3052277"/>
                  <a:ext cx="456450" cy="37659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72569AE-02D3-9EA2-EBBE-FED035B70348}"/>
              </a:ext>
            </a:extLst>
          </p:cNvPr>
          <p:cNvGrpSpPr/>
          <p:nvPr/>
        </p:nvGrpSpPr>
        <p:grpSpPr>
          <a:xfrm>
            <a:off x="11487384" y="2848536"/>
            <a:ext cx="348120" cy="105480"/>
            <a:chOff x="11487384" y="2848536"/>
            <a:chExt cx="348120" cy="10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7827088-795D-1CF9-5AE5-208BBD33F707}"/>
                    </a:ext>
                  </a:extLst>
                </p14:cNvPr>
                <p14:cNvContentPartPr/>
                <p14:nvPr/>
              </p14:nvContentPartPr>
              <p14:xfrm>
                <a:off x="11487384" y="2888856"/>
                <a:ext cx="243000" cy="12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7827088-795D-1CF9-5AE5-208BBD33F70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469384" y="2870856"/>
                  <a:ext cx="2786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EC1D54C-B7E6-0603-130C-7C8DB2D4B087}"/>
                    </a:ext>
                  </a:extLst>
                </p14:cNvPr>
                <p14:cNvContentPartPr/>
                <p14:nvPr/>
              </p14:nvContentPartPr>
              <p14:xfrm>
                <a:off x="11650464" y="2848536"/>
                <a:ext cx="185040" cy="1054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EC1D54C-B7E6-0603-130C-7C8DB2D4B08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632464" y="2830536"/>
                  <a:ext cx="22068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19BEE3E-55CF-6345-7DD3-5EF134919B29}"/>
              </a:ext>
            </a:extLst>
          </p:cNvPr>
          <p:cNvGrpSpPr/>
          <p:nvPr/>
        </p:nvGrpSpPr>
        <p:grpSpPr>
          <a:xfrm>
            <a:off x="9766944" y="2548296"/>
            <a:ext cx="594360" cy="672480"/>
            <a:chOff x="9766944" y="2548296"/>
            <a:chExt cx="594360" cy="67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E19ADC6-8DAB-88CE-9B65-3293F5714D8A}"/>
                    </a:ext>
                  </a:extLst>
                </p14:cNvPr>
                <p14:cNvContentPartPr/>
                <p14:nvPr/>
              </p14:nvContentPartPr>
              <p14:xfrm>
                <a:off x="9842544" y="2738736"/>
                <a:ext cx="324720" cy="22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E19ADC6-8DAB-88CE-9B65-3293F5714D8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24544" y="2720446"/>
                  <a:ext cx="360360" cy="588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CE0668A-3978-B5AF-BCAD-5DCBAA679D2A}"/>
                    </a:ext>
                  </a:extLst>
                </p14:cNvPr>
                <p14:cNvContentPartPr/>
                <p14:nvPr/>
              </p14:nvContentPartPr>
              <p14:xfrm>
                <a:off x="10085184" y="2691576"/>
                <a:ext cx="116640" cy="820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CE0668A-3978-B5AF-BCAD-5DCBAA679D2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067184" y="2673576"/>
                  <a:ext cx="152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E0C11C3-C6B6-0984-F74F-AA3B220FA929}"/>
                    </a:ext>
                  </a:extLst>
                </p14:cNvPr>
                <p14:cNvContentPartPr/>
                <p14:nvPr/>
              </p14:nvContentPartPr>
              <p14:xfrm>
                <a:off x="9778464" y="2594376"/>
                <a:ext cx="406800" cy="128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E0C11C3-C6B6-0984-F74F-AA3B220FA92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760464" y="2576376"/>
                  <a:ext cx="4424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96D7CA8-3CDC-FE2E-F83B-BCE43DBF7205}"/>
                    </a:ext>
                  </a:extLst>
                </p14:cNvPr>
                <p14:cNvContentPartPr/>
                <p14:nvPr/>
              </p14:nvContentPartPr>
              <p14:xfrm>
                <a:off x="10065744" y="2548296"/>
                <a:ext cx="157680" cy="957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96D7CA8-3CDC-FE2E-F83B-BCE43DBF720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047744" y="2530296"/>
                  <a:ext cx="1933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F486821-CF04-D280-BEDF-AFFE5B95D58F}"/>
                    </a:ext>
                  </a:extLst>
                </p14:cNvPr>
                <p14:cNvContentPartPr/>
                <p14:nvPr/>
              </p14:nvContentPartPr>
              <p14:xfrm>
                <a:off x="9782784" y="2807496"/>
                <a:ext cx="472320" cy="1674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F486821-CF04-D280-BEDF-AFFE5B95D58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764784" y="2789496"/>
                  <a:ext cx="5079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1806757-9F35-7042-E77B-83692DDA1A76}"/>
                    </a:ext>
                  </a:extLst>
                </p14:cNvPr>
                <p14:cNvContentPartPr/>
                <p14:nvPr/>
              </p14:nvContentPartPr>
              <p14:xfrm>
                <a:off x="10176984" y="2871936"/>
                <a:ext cx="134640" cy="961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1806757-9F35-7042-E77B-83692DDA1A7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158984" y="2853868"/>
                  <a:ext cx="170280" cy="1318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F0EBC58-D0B3-BF29-10E4-54A229504D0C}"/>
                    </a:ext>
                  </a:extLst>
                </p14:cNvPr>
                <p14:cNvContentPartPr/>
                <p14:nvPr/>
              </p14:nvContentPartPr>
              <p14:xfrm>
                <a:off x="9766944" y="2857896"/>
                <a:ext cx="516960" cy="3186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F0EBC58-D0B3-BF29-10E4-54A229504D0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748944" y="2839896"/>
                  <a:ext cx="5526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6CCE698-7142-E319-604B-5CA13CF8881F}"/>
                    </a:ext>
                  </a:extLst>
                </p14:cNvPr>
                <p14:cNvContentPartPr/>
                <p14:nvPr/>
              </p14:nvContentPartPr>
              <p14:xfrm>
                <a:off x="10162944" y="3065256"/>
                <a:ext cx="198360" cy="155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6CCE698-7142-E319-604B-5CA13CF8881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144944" y="3047256"/>
                  <a:ext cx="2340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0F8C82B-2DB7-C45A-C982-7C9CF90B8A3E}"/>
                    </a:ext>
                  </a:extLst>
                </p14:cNvPr>
                <p14:cNvContentPartPr/>
                <p14:nvPr/>
              </p14:nvContentPartPr>
              <p14:xfrm>
                <a:off x="10116864" y="2871936"/>
                <a:ext cx="225360" cy="136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0F8C82B-2DB7-C45A-C982-7C9CF90B8A3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098835" y="2853936"/>
                  <a:ext cx="261057" cy="1720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EF6CEE0D-6C81-3A02-0D33-A70AC2069C9C}"/>
              </a:ext>
            </a:extLst>
      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277117" y="986715"/>
            <a:ext cx="7944959" cy="2648320"/>
          </a:xfrm>
          <a:prstGeom prst="rect">
            <a:avLst/>
          </a:prstGeom>
        </p:spPr>
      </p:pic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1B0F6B8D-8E89-F99F-90D9-99D56B4B011A}"/>
              </a:ext>
            </a:extLst>
          </p:cNvPr>
          <p:cNvGraphicFramePr>
            <a:graphicFrameLocks noGrp="1"/>
          </p:cNvGraphicFramePr>
          <p:nvPr/>
        </p:nvGraphicFramePr>
        <p:xfrm>
          <a:off x="274320" y="4499685"/>
          <a:ext cx="6733032" cy="1371600"/>
        </p:xfrm>
        <a:graphic>
          <a:graphicData uri="http://schemas.openxmlformats.org/drawingml/2006/table">
            <a:tbl>
              <a:tblPr/>
              <a:tblGrid>
                <a:gridCol w="3496056">
                  <a:extLst>
                    <a:ext uri="{9D8B030D-6E8A-4147-A177-3AD203B41FA5}">
                      <a16:colId xmlns:a16="http://schemas.microsoft.com/office/drawing/2014/main" val="2855739530"/>
                    </a:ext>
                  </a:extLst>
                </a:gridCol>
                <a:gridCol w="3236976">
                  <a:extLst>
                    <a:ext uri="{9D8B030D-6E8A-4147-A177-3AD203B41FA5}">
                      <a16:colId xmlns:a16="http://schemas.microsoft.com/office/drawing/2014/main" val="23775123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3647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epochs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Number of passes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202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batch_size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Data per step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484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4411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6186D-F6F1-A3A3-5AB9-540C16D7D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7FE28-E6D8-338B-C323-4A90E3EEE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0221ED-D472-E2E3-8B89-3627D8F10F1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548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2086</TotalTime>
  <Words>287</Words>
  <Application>Microsoft Office PowerPoint</Application>
  <PresentationFormat>Widescreen</PresentationFormat>
  <Paragraphs>143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Office Theme</vt:lpstr>
      <vt:lpstr>Model Building Using Keras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234</cp:revision>
  <dcterms:created xsi:type="dcterms:W3CDTF">2025-09-22T02:44:38Z</dcterms:created>
  <dcterms:modified xsi:type="dcterms:W3CDTF">2026-04-01T19:57:22Z</dcterms:modified>
</cp:coreProperties>
</file>