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75" r:id="rId3"/>
    <p:sldId id="280" r:id="rId4"/>
    <p:sldId id="277" r:id="rId5"/>
    <p:sldId id="281" r:id="rId6"/>
    <p:sldId id="279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03:01:51.6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38 5685 0 0,'-45'2'-1736'0'0,"18"3"2101"0"0,25-5-92 0 0,9 1-346 0 0,69 3 77 0 0,148-10 1 0 0,-113 0 17 0 0,48-3-33 0 0,117-2 61 0 0,-273 11-46 0 0,55-1 1241 0 0,-42-2-753 0 0,-8-10-4961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03:01:53.0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115 42 4132 0 0,'-16'-3'-834'0'0,"-14"-3"1649"0"0,30 4-605 0 0,7 0-101 0 0,63-1-214 0 0,-12 2 130 0 0,302-15-88 0 0,-123 14 42 0 0,-234 2 75 0 0,17 1-7 0 0,-13-2 2383 0 0,-141-6-2145 0 0,-172 15 1 0 0,208-3-267 0 0,39-3 0 0 0,-122 10 26 0 0,177-12-41 0 0,-44-3-618 0 0,77 2 577 0 0,613-20-250 0 0,-529 21 101 0 0,-111 0 143 0 0,25 2-260 0 0,-79 7-631 0 0,0-1 0 0 0,-78 1 0 0 0,110-9-395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03:01:54.3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4 4196 0 0,'0'0'2323'0'0,"-7"-4"-1136"0"0,7 4-1126 0 0,30 27-101 0 0,1-1-1 0 0,2-2 1 0 0,0-1-1 0 0,2-1 1 0 0,0-3-1 0 0,52 22 0 0 0,-12-5 175 0 0,-73-35-53 0 0,8 4-4 0 0,-10-5-65 0 0,0 1-1 0 0,0-1 1 0 0,0 1 0 0 0,0 0-1 0 0,0-1 1 0 0,0 1-1 0 0,0-1 1 0 0,0 1 0 0 0,0 0-1 0 0,0-1 1 0 0,0 1-1 0 0,0-1 1 0 0,0 1 0 0 0,0 0-1 0 0,0-1 1 0 0,0 1-1 0 0,-1-1 1 0 0,1 1 0 0 0,0-1-1 0 0,-1 1 1 0 0,1-1-1 0 0,0 1 1 0 0,-1-1 0 0 0,1 1-1 0 0,0-1 1 0 0,-1 1-1 0 0,1-1 1 0 0,-1 0 0 0 0,1 1-1 0 0,-1-1 1 0 0,1 1-1 0 0,-1-1 1 0 0,1 0 0 0 0,-1 0-1 0 0,1 1 1 0 0,-1-1-1 0 0,0 0 1 0 0,1 0 0 0 0,-1 0-1 0 0,0 0 1 0 0,-175 90 2 0 0,36-10-3 0 0,135-76-8 0 0,-6 6-14 0 0,-9 3 24 0 0,11-9-13 0 0,7-3 2 0 0,-32 18-4817 0 0,27-33 3203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7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10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745" y="1664207"/>
            <a:ext cx="10991273" cy="97748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Parameters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F16507E-DECE-6044-A10D-54DA3E06B953}"/>
              </a:ext>
            </a:extLst>
          </p:cNvPr>
          <p:cNvSpPr txBox="1"/>
          <p:nvPr/>
        </p:nvSpPr>
        <p:spPr>
          <a:xfrm>
            <a:off x="274320" y="128445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parameters in any dense layer = (inputs × neurons) + neurons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FCCA66-3CD5-DBF9-36FF-FBF96BAED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0110"/>
            <a:ext cx="7478169" cy="34961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8F0477-CE5B-BD56-1952-E25EBC50F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46" y="2739950"/>
            <a:ext cx="5620534" cy="2896004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FA8593-B97F-105D-10E2-6EED24D36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158601"/>
              </p:ext>
            </p:extLst>
          </p:nvPr>
        </p:nvGraphicFramePr>
        <p:xfrm>
          <a:off x="143256" y="4630114"/>
          <a:ext cx="4928616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672">
                  <a:extLst>
                    <a:ext uri="{9D8B030D-6E8A-4147-A177-3AD203B41FA5}">
                      <a16:colId xmlns:a16="http://schemas.microsoft.com/office/drawing/2014/main" val="181541886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6220743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96434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Layer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Output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Param 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4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09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Dense_1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540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61A53-5A59-1C71-557D-88764F53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FD32FF8-E0D4-F94C-C48E-752EFA11DD30}"/>
              </a:ext>
            </a:extLst>
          </p:cNvPr>
          <p:cNvSpPr txBox="1"/>
          <p:nvPr/>
        </p:nvSpPr>
        <p:spPr>
          <a:xfrm>
            <a:off x="274320" y="128445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parameters in any dense layer = (inputs × neurons) + neurons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455C7C-5C95-40D6-9C63-8929A829C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704088"/>
            <a:ext cx="6248183" cy="576499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636D68-7DE7-A62C-9AD4-BE9B0A2A8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581058"/>
              </p:ext>
            </p:extLst>
          </p:nvPr>
        </p:nvGraphicFramePr>
        <p:xfrm>
          <a:off x="143256" y="4630114"/>
          <a:ext cx="4928616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672">
                  <a:extLst>
                    <a:ext uri="{9D8B030D-6E8A-4147-A177-3AD203B41FA5}">
                      <a16:colId xmlns:a16="http://schemas.microsoft.com/office/drawing/2014/main" val="181541886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6220743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96434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Layer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Output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Param 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4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09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Dense_1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540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876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A0E5-5B5F-05F7-19F7-167700928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F4DBD23-B14F-CF57-35C3-382B71044C27}"/>
              </a:ext>
            </a:extLst>
          </p:cNvPr>
          <p:cNvGrpSpPr/>
          <p:nvPr/>
        </p:nvGrpSpPr>
        <p:grpSpPr>
          <a:xfrm>
            <a:off x="11183184" y="6332976"/>
            <a:ext cx="401040" cy="167040"/>
            <a:chOff x="11183184" y="6332976"/>
            <a:chExt cx="40104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0F76D9C-80BE-353B-9874-BD5A421E1A6A}"/>
                    </a:ext>
                  </a:extLst>
                </p14:cNvPr>
                <p14:cNvContentPartPr/>
                <p14:nvPr/>
              </p14:nvContentPartPr>
              <p14:xfrm>
                <a:off x="11183184" y="6410736"/>
                <a:ext cx="338040" cy="18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0F76D9C-80BE-353B-9874-BD5A421E1A6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165184" y="6393096"/>
                  <a:ext cx="373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E4D27A-7438-10A1-25B1-6134B10E2AF8}"/>
                    </a:ext>
                  </a:extLst>
                </p14:cNvPr>
                <p14:cNvContentPartPr/>
                <p14:nvPr/>
              </p14:nvContentPartPr>
              <p14:xfrm>
                <a:off x="11195064" y="6413616"/>
                <a:ext cx="299520" cy="15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E4D27A-7438-10A1-25B1-6134B10E2AF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177424" y="6395616"/>
                  <a:ext cx="335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91CE1EA-DE41-AAE3-62C3-5620FC0DFE54}"/>
                    </a:ext>
                  </a:extLst>
                </p14:cNvPr>
                <p14:cNvContentPartPr/>
                <p14:nvPr/>
              </p14:nvContentPartPr>
              <p14:xfrm>
                <a:off x="11433744" y="6332976"/>
                <a:ext cx="150480" cy="167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91CE1EA-DE41-AAE3-62C3-5620FC0DFE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16104" y="6314976"/>
                  <a:ext cx="186120" cy="202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351FD0C-8925-0816-F8FD-805EBAD6A1A9}"/>
              </a:ext>
            </a:extLst>
          </p:cNvPr>
          <p:cNvSpPr txBox="1"/>
          <p:nvPr/>
        </p:nvSpPr>
        <p:spPr>
          <a:xfrm>
            <a:off x="274320" y="128445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parameters in any dense layer = (inputs × neurons) + neurons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C7F3B-E900-A11D-46C7-EDBFF106C6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740998"/>
            <a:ext cx="7592485" cy="34009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3687E4-6046-F36F-538E-82647BA80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932197"/>
              </p:ext>
            </p:extLst>
          </p:nvPr>
        </p:nvGraphicFramePr>
        <p:xfrm>
          <a:off x="295614" y="4684978"/>
          <a:ext cx="4928616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672">
                  <a:extLst>
                    <a:ext uri="{9D8B030D-6E8A-4147-A177-3AD203B41FA5}">
                      <a16:colId xmlns:a16="http://schemas.microsoft.com/office/drawing/2014/main" val="181541886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6220743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96434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Layer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Output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Param 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4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09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Dense_1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540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91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B5D33-0230-6CE1-ABA2-D27932E2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3A67C9-2BDA-5E8D-EAA4-A40B2AD97FF7}"/>
              </a:ext>
            </a:extLst>
          </p:cNvPr>
          <p:cNvSpPr txBox="1"/>
          <p:nvPr/>
        </p:nvSpPr>
        <p:spPr>
          <a:xfrm>
            <a:off x="274320" y="128445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parameters in any dense layer = (inputs × neurons) + neurons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DCAD44-2C23-5A4E-C457-18E9806D2E19}"/>
              </a:ext>
            </a:extLst>
          </p:cNvPr>
          <p:cNvGraphicFramePr>
            <a:graphicFrameLocks noGrp="1"/>
          </p:cNvGraphicFramePr>
          <p:nvPr/>
        </p:nvGraphicFramePr>
        <p:xfrm>
          <a:off x="295614" y="4684978"/>
          <a:ext cx="4928616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672">
                  <a:extLst>
                    <a:ext uri="{9D8B030D-6E8A-4147-A177-3AD203B41FA5}">
                      <a16:colId xmlns:a16="http://schemas.microsoft.com/office/drawing/2014/main" val="181541886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6220743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96434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Layer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Output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Param 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4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09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Dense_1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5401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E80B02C-2411-8DE2-BEA9-FF783F0E3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672072"/>
            <a:ext cx="5478172" cy="592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23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76A5-3F51-5A74-D91C-FF537AC3A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90D3E7-170E-1EE5-75E9-BB62E2854202}"/>
              </a:ext>
            </a:extLst>
          </p:cNvPr>
          <p:cNvSpPr txBox="1"/>
          <p:nvPr/>
        </p:nvSpPr>
        <p:spPr>
          <a:xfrm>
            <a:off x="274320" y="128445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parameters in any dense layer = (inputs × neurons) + neurons</a:t>
            </a:r>
          </a:p>
        </p:txBody>
      </p:sp>
    </p:spTree>
    <p:extLst>
      <p:ext uri="{BB962C8B-B14F-4D97-AF65-F5344CB8AC3E}">
        <p14:creationId xmlns:p14="http://schemas.microsoft.com/office/powerpoint/2010/main" val="368331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6186D-F6F1-A3A3-5AB9-540C16D7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FE28-E6D8-338B-C323-4A90E3EE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221ED-D472-E2E3-8B89-3627D8F10F1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54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1982</TotalTime>
  <Words>191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224</cp:revision>
  <dcterms:created xsi:type="dcterms:W3CDTF">2025-09-22T02:44:38Z</dcterms:created>
  <dcterms:modified xsi:type="dcterms:W3CDTF">2026-04-01T04:06:51Z</dcterms:modified>
</cp:coreProperties>
</file>