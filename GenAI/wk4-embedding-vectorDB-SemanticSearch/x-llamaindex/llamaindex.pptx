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08E3B-BF89-4A57-69E8-F92F11159E87}"/>
              </a:ext>
            </a:extLst>
          </p:cNvPr>
          <p:cNvSpPr txBox="1"/>
          <p:nvPr/>
        </p:nvSpPr>
        <p:spPr>
          <a:xfrm>
            <a:off x="301752" y="323148"/>
            <a:ext cx="62179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Originally it was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 framework that helps LLMs: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embeddings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relevant context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questions from your own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biggest strength is: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“Connecting LLMs to external/private data.”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EA77-CC6A-DA65-6B47-5632FDBD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9AF45-6E0E-23F3-4808-F8AE0F6B89AA}"/>
              </a:ext>
            </a:extLst>
          </p:cNvPr>
          <p:cNvSpPr txBox="1"/>
          <p:nvPr/>
        </p:nvSpPr>
        <p:spPr>
          <a:xfrm>
            <a:off x="301752" y="323148"/>
            <a:ext cx="62179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data sources: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docs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SharePoint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papers</a:t>
            </a:r>
          </a:p>
        </p:txBody>
      </p:sp>
    </p:spTree>
    <p:extLst>
      <p:ext uri="{BB962C8B-B14F-4D97-AF65-F5344CB8AC3E}">
        <p14:creationId xmlns:p14="http://schemas.microsoft.com/office/powerpoint/2010/main" val="286652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1126</TotalTime>
  <Words>69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174</cp:revision>
  <dcterms:created xsi:type="dcterms:W3CDTF">2025-09-22T02:44:38Z</dcterms:created>
  <dcterms:modified xsi:type="dcterms:W3CDTF">2026-05-07T09:28:06Z</dcterms:modified>
</cp:coreProperties>
</file>