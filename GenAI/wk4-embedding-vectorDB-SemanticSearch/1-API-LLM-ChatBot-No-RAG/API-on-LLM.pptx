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86" r:id="rId3"/>
    <p:sldId id="283" r:id="rId4"/>
    <p:sldId id="277" r:id="rId5"/>
    <p:sldId id="278" r:id="rId6"/>
    <p:sldId id="279" r:id="rId7"/>
    <p:sldId id="272" r:id="rId8"/>
    <p:sldId id="280" r:id="rId9"/>
    <p:sldId id="281" r:id="rId10"/>
    <p:sldId id="282" r:id="rId11"/>
    <p:sldId id="285" r:id="rId12"/>
    <p:sldId id="284" r:id="rId13"/>
    <p:sldId id="276" r:id="rId14"/>
    <p:sldId id="269"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3/24/2026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6.657"/>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7.313"/>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8.657"/>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39.204"/>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7:40.001"/>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799"/>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0"/>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1"/>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2"/>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06.803"/>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8:30.802"/>
    </inkml:context>
    <inkml:brush xml:id="br0">
      <inkml:brushProperty name="width" value="0.1" units="cm"/>
      <inkml:brushProperty name="height" value="0.1" units="cm"/>
      <inkml:brushProperty name="color" value="#FFC114"/>
    </inkml:brush>
  </inkml:definitions>
  <inkml:trace contextRef="#ctx0" brushRef="#br0">0 0 24575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0"/>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1"/>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2"/>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3"/>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0.164"/>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8:30.802"/>
    </inkml:context>
    <inkml:brush xml:id="br0">
      <inkml:brushProperty name="width" value="0.1" units="cm"/>
      <inkml:brushProperty name="height" value="0.1" units="cm"/>
      <inkml:brushProperty name="color" value="#FFC114"/>
    </inkml:brush>
  </inkml:definitions>
  <inkml:trace contextRef="#ctx0" brushRef="#br0">0 0 24575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6"/>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7"/>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8"/>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39"/>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9:28.540"/>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6:38:30.802"/>
    </inkml:context>
    <inkml:brush xml:id="br0">
      <inkml:brushProperty name="width" value="0.1" units="cm"/>
      <inkml:brushProperty name="height" value="0.1" units="cm"/>
      <inkml:brushProperty name="color" value="#FFC114"/>
    </inkml:brush>
  </inkml:definitions>
  <inkml:trace contextRef="#ctx0" brushRef="#br0">0 0 24575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67"/>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68"/>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69"/>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70"/>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34.671"/>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4"/>
    </inkml:context>
    <inkml:brush xml:id="br0">
      <inkml:brushProperty name="width" value="0.1" units="cm"/>
      <inkml:brushProperty name="height" value="0.1" units="cm"/>
      <inkml:brushProperty name="color" value="#FFC114"/>
    </inkml:brush>
  </inkml:definitions>
  <inkml:trace contextRef="#ctx0" brushRef="#br0">80 94 24575,'-2'-7'0,"1"0"0,-2 0 0,1-1 0,-1 1 0,1 1 0,-2-1 0,1 0 0,-1 1 0,0 0 0,-1-1 0,-5-5 0,10 11 0,-1 1 0,1 0 0,0-1 0,-1 1 0,1-1 0,-1 1 0,1 0 0,-1-1 0,1 1 0,-1 0 0,1-1 0,-1 1 0,1 0 0,-1 0 0,1 0 0,-1-1 0,1 1 0,-1 0 0,1 0 0,-1 0 0,0 0 0,1 0 0,-1 0 0,1 0 0,-1 0 0,0 0 0,1 0 0,-1 0 0,1 1 0,-1-1 0,1 0 0,-1 0 0,1 1 0,-1-1 0,1 0 0,-1 0 0,0 1 0,-9 25 0,4 31 0,6-56 0,-1 61 0,6 214 0,-5-271 0,0 0 0,1 1 0,0-1 0,0 0 0,0 1 0,1-1 0,0 0 0,0 0 0,0 0 0,0-1 0,1 1 0,0 0 0,5 5 0,-5-7 0,1 0 0,-1 0 0,1-1 0,0 1 0,0-1 0,0 0 0,0 0 0,0 0 0,1-1 0,-1 0 0,0 0 0,1 0 0,-1 0 0,1-1 0,-1 1 0,6-1 0,1 0 0,23 3 0,1-3 0,-1 0 0,0-2 0,62-13 0,-61 10-1365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5"/>
    </inkml:context>
    <inkml:brush xml:id="br0">
      <inkml:brushProperty name="width" value="0.1" units="cm"/>
      <inkml:brushProperty name="height" value="0.1" units="cm"/>
      <inkml:brushProperty name="color" value="#FFC114"/>
    </inkml:brush>
  </inkml:definitions>
  <inkml:trace contextRef="#ctx0" brushRef="#br0">25 19 24575,'-3'-18'0,"-4"23"0,-5 30 0,10 4 0,1 0 0,3 0 0,1 0 0,9 46 0,-9-67 0,2 25 0,-4-27 0,1 0 0,0 0 0,1 0 0,1-1 0,10 27 0,-12-38 0,1 0 0,-1 0 0,1 0 0,-1 0 0,1 0 0,0-1 0,1 1 0,-1-1 0,1 0 0,-1 0 0,1 0 0,0-1 0,0 1 0,0-1 0,1 0 0,-1 0 0,0 0 0,1-1 0,-1 0 0,1 0 0,-1 0 0,1 0 0,0 0 0,7-1 0,19-1-22,0-2 1,-1-1-1,1-1 0,58-18 0,-25 7-1234,-19 5-5570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6"/>
    </inkml:context>
    <inkml:brush xml:id="br0">
      <inkml:brushProperty name="width" value="0.1" units="cm"/>
      <inkml:brushProperty name="height" value="0.1" units="cm"/>
      <inkml:brushProperty name="color" value="#FFC114"/>
    </inkml:brush>
  </inkml:definitions>
  <inkml:trace contextRef="#ctx0" brushRef="#br0">24 34 24575,'-8'-15'0,"-3"-3"0,7 18 0,3 11 0,4 19 0,1-1 0,13 43 0,3 23 0,0-15 0,-14-64 0,-2 0 0,0 1 0,0-1 0,1 27 0,-7-67 0,-7-45 0,5 50 0,1-1 0,1 0 0,1 0 0,2-23 0,0-5 0,-1 38 0,-1-1 0,1 1 0,1-1 0,0 1 0,1-1 0,0 1 0,0 0 0,1 0 0,0 0 0,6-12 0,-7 20 0,-1 0 0,0 0 0,1 0 0,-1 1 0,1-1 0,-1 0 0,1 1 0,0 0 0,0-1 0,-1 1 0,1 0 0,0 0 0,0 0 0,0 0 0,1 0 0,-1 1 0,0-1 0,0 0 0,0 1 0,0 0 0,1 0 0,-1-1 0,0 1 0,0 0 0,1 1 0,-1-1 0,0 0 0,0 1 0,0-1 0,1 1 0,-1 0 0,0 0 0,0-1 0,0 1 0,0 1 0,0-1 0,0 0 0,-1 0 0,1 1 0,0-1 0,1 3 0,6 4 0,0 0 0,-1 1 0,0 0 0,-1 0 0,0 1 0,7 12 0,3 10 0,-1 1 0,-1 1 0,-3 1 0,17 69 0,11-234 0,-39 123 0,28-80 0,-27 82 0,0 1 0,0-1 0,0 1 0,1 0 0,0-1 0,-1 1 0,2 0 0,-1 1 0,0-1 0,1 0 0,0 1 0,-1 0 0,1 0 0,1 0 0,5-3 0,-8 5 0,0 1 0,1 0 0,-1 0 0,0-1 0,1 1 0,-1 1 0,0-1 0,0 0 0,1 1 0,-1-1 0,0 1 0,0-1 0,0 1 0,0 0 0,1 0 0,-1 0 0,0 0 0,-1 0 0,1 1 0,0-1 0,0 1 0,0-1 0,-1 1 0,1-1 0,-1 1 0,1 0 0,-1 0 0,0 0 0,0 0 0,2 2 0,5 11 0,0-1 0,-1 1 0,5 17 0,-8-23 0,9 22-273,-1 0 0,-2 0 0,-1 1 0,5 37 0,-12-47-6553</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7"/>
    </inkml:context>
    <inkml:brush xml:id="br0">
      <inkml:brushProperty name="width" value="0.1" units="cm"/>
      <inkml:brushProperty name="height" value="0.1" units="cm"/>
      <inkml:brushProperty name="color" value="#FFC114"/>
    </inkml:brush>
  </inkml:definitions>
  <inkml:trace contextRef="#ctx0" brushRef="#br0">0 1 24575,'27'30'0,"-1"2"0,-1 0 0,-2 2 0,-2 0 0,-1 2 0,-1 0 0,-2 1 0,20 66 0,-35-90 0,0-1 0,0 1 0,-2 0 0,1-1 0,-2 1 0,1 0 0,-2 0 0,0-1 0,0 1 0,-1-1 0,-1 0 0,-5 13 0,-3 4 0,-1-1 0,-2 0 0,-31 45 0,38-62-195,-1 0 0,0-1 0,-1 0 0,0 0 0,-1-1 0,-20 13 0,10-9-6631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0:43.218"/>
    </inkml:context>
    <inkml:brush xml:id="br0">
      <inkml:brushProperty name="width" value="0.1" units="cm"/>
      <inkml:brushProperty name="height" value="0.1" units="cm"/>
      <inkml:brushProperty name="color" value="#FFC114"/>
    </inkml:brush>
  </inkml:definitions>
  <inkml:trace contextRef="#ctx0" brushRef="#br0">304 1 24575,'-4'0'0,"1"1"0,-1 0 0,1 0 0,0 0 0,-1 0 0,1 0 0,0 1 0,-1-1 0,1 1 0,0 0 0,0 0 0,-5 4 0,-34 36 0,27-27 0,-6 8 0,1 1 0,1 1 0,1 0 0,1 2 0,1 0 0,2 0 0,0 2 0,2 0 0,1 0 0,2 1 0,1 0 0,1 1 0,-5 56 0,12-72 7,0 1 0,1 0-1,1 0 1,0-1 0,1 1-1,1-1 1,0 0-1,1 0 1,1 0 0,0-1-1,1 1 1,1-2 0,0 1-1,0-1 1,2 0 0,0-1-1,12 13 1,-3-7-156,0-1 1,1-1-1,0 0 1,2-1-1,0-2 1,0 0-1,1-1 1,1-2-1,41 14 1,-26-13-6678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2"/>
    </inkml:context>
    <inkml:brush xml:id="br0">
      <inkml:brushProperty name="width" value="0.1" units="cm"/>
      <inkml:brushProperty name="height" value="0.1" units="cm"/>
      <inkml:brushProperty name="color" value="#FFC114"/>
    </inkml:brush>
  </inkml:definitions>
  <inkml:trace contextRef="#ctx0" brushRef="#br0">58 57 24575,'-1'-5'0,"0"1"0,-1 0 0,0-1 0,0 1 0,1 1 0,-2-2 0,1 1 0,-1 1 0,0-1 0,-1 0 0,-3-3 0,7 6 0,-1 1 0,1 0 0,0-1 0,-1 1 0,1 0 0,0 0 0,0 0 0,-1-1 0,1 1 0,-1 0 0,1 0 0,-1 0 0,1 0 0,0 0 0,0 0 0,-1-1 0,1 1 0,-1 0 0,1 0 0,0 0 0,-1 0 0,1 0 0,-1 0 0,1 0 0,-1 0 0,1 0 0,0 0 0,-1 0 0,1 1 0,-1-1 0,1 0 0,0 0 0,0 0 0,-1 0 0,1 0 0,-1 0 0,0 1 0,-6 14 0,3 19 0,4-33 0,-1 36 0,5 128 0,-4-162 0,0 0 0,0 1 0,1-1 0,0 0 0,0 1 0,0-1 0,0 0 0,1 0 0,-1 0 0,1-1 0,0 1 0,0 0 0,4 3 0,-4-4 0,1-1 0,-1 1 0,1-1 0,0 1 0,0-1 0,0 1 0,0-1 0,0 0 0,0 0 0,0-1 0,0 1 0,1-1 0,-1 1 0,0-1 0,0 1 0,4-1 0,1 0 0,17 1 0,0-1 0,0 0 0,0-1 0,44-8 0,-43 6-1365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3"/>
    </inkml:context>
    <inkml:brush xml:id="br0">
      <inkml:brushProperty name="width" value="0.1" units="cm"/>
      <inkml:brushProperty name="height" value="0.1" units="cm"/>
      <inkml:brushProperty name="color" value="#FFC114"/>
    </inkml:brush>
  </inkml:definitions>
  <inkml:trace contextRef="#ctx0" brushRef="#br0">18 12 24575,'-2'-11'0,"-3"14"0,-4 18 0,8 2 0,0 1 0,2-1 0,2 0 0,5 28 0,-5-40 0,0 15 0,-2-17 0,0 1 0,1-1 0,0 1 0,1-1 0,7 16 0,-9-22 0,2-1 0,-2 0 0,1 1 0,0-1 0,0 1 0,0-2 0,1 2 0,-1-1 0,1-1 0,-1 1 0,1 0 0,0-1 0,0 1 0,0-1 0,0 0 0,0 0 0,0 1 0,1-2 0,-1 1 0,0-1 0,0 1 0,1 0 0,0-1 0,4 0 0,15 0-22,-1-2 1,0-1-1,0 0 0,43-10 0,-19 3-1234,-13 4-5570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4"/>
    </inkml:context>
    <inkml:brush xml:id="br0">
      <inkml:brushProperty name="width" value="0.1" units="cm"/>
      <inkml:brushProperty name="height" value="0.1" units="cm"/>
      <inkml:brushProperty name="color" value="#FFC114"/>
    </inkml:brush>
  </inkml:definitions>
  <inkml:trace contextRef="#ctx0" brushRef="#br0">17 21 24575,'-5'-9'0,"-3"-2"0,5 11 0,2 7 0,3 11 0,1-1 0,9 26 0,3 14 0,-1-9 0,-9-39 0,-2 1 0,0 0 0,-1 0 0,2 15 0,-5-39 0,-6-27 0,4 29 0,1 0 0,1 0 0,0 0 0,2-13 0,-1-4 0,0 23 0,0-1 0,0 1 0,0 0 0,1 0 0,0-1 0,1 1 0,-1 0 0,2 0 0,-1 0 0,4-7 0,-4 12 0,-2 0 0,1 0 0,1-1 0,-2 2 0,2-1 0,-1-1 0,0 2 0,0-1 0,1 0 0,-1 0 0,0 1 0,1-1 0,-1 1 0,0-1 0,2 0 0,-2 1 0,0 0 0,1-1 0,-1 1 0,1 0 0,0 0 0,-1 0 0,1 0 0,-1 0 0,2 0 0,-2 0 0,0 0 0,1 1 0,-1-1 0,2 0 0,-2 1 0,0 0 0,1-1 0,-1 0 0,1 1 0,-1 0 0,1 0 0,-2-1 0,2 1 0,-1 0 0,1 1 0,5 3 0,0 0 0,-2 0 0,1 1 0,-1-1 0,0 1 0,5 7 0,3 6 0,-2 1 0,0 1 0,-2-1 0,12 43 0,8-141 0,-28 74 0,20-48 0,-20 49 0,1 0 0,-1 0 0,1 1 0,0-1 0,0 0 0,-1 1 0,2 0 0,-1 0 0,1-1 0,0 1 0,-1 0 0,1 1 0,-1-1 0,2 0 0,3-2 0,-5 4 0,-1 0 0,1 0 0,0 0 0,-1-1 0,2 1 0,-2 1 0,0-1 0,1 0 0,0 0 0,0 0 0,-1 1 0,0-1 0,1 1 0,-1-1 0,1 1 0,0-1 0,-1 1 0,0 0 0,1 0 0,-1-1 0,0 2 0,1-2 0,-1 1 0,0 0 0,0 0 0,0 0 0,0 0 0,0 1 0,-1-1 0,3 1 0,2 7 0,1 0 0,-1 0 0,4 10 0,-6-14 0,6 14-273,0-1 0,-2 1 0,0 0 0,3 22 0,-9-28-6553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5"/>
    </inkml:context>
    <inkml:brush xml:id="br0">
      <inkml:brushProperty name="width" value="0.1" units="cm"/>
      <inkml:brushProperty name="height" value="0.1" units="cm"/>
      <inkml:brushProperty name="color" value="#FFC114"/>
    </inkml:brush>
  </inkml:definitions>
  <inkml:trace contextRef="#ctx0" brushRef="#br0">0 1 24575,'20'18'0,"-2"1"0,1 0 0,-3 2 0,-1-1 0,0 2 0,-1-1 0,-2 1 0,15 40 0,-26-54 0,1-1 0,-1 1 0,-1-1 0,1 1 0,-2-1 0,1 1 0,-1 0 0,-1-1 0,1 1 0,-1-1 0,-1 0 0,-4 8 0,-1 3 0,-2-2 0,-1 1 0,-22 27 0,27-38-195,0 1 0,-1-1 0,0 0 0,0 0 0,-1-1 0,-15 9 0,8-7-6631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1:23.876"/>
    </inkml:context>
    <inkml:brush xml:id="br0">
      <inkml:brushProperty name="width" value="0.1" units="cm"/>
      <inkml:brushProperty name="height" value="0.1" units="cm"/>
      <inkml:brushProperty name="color" value="#FFC114"/>
    </inkml:brush>
  </inkml:definitions>
  <inkml:trace contextRef="#ctx0" brushRef="#br0">221 1 24575,'-3'0'0,"1"1"0,-1-1 0,1 1 0,-1-1 0,1 1 0,-1 0 0,1 0 0,-1-1 0,1 2 0,0-1 0,0 0 0,-4 3 0,-25 21 0,21-16 0,-6 4 0,2 2 0,0 0 0,1 0 0,1 1 0,0 0 0,2 0 0,0 2 0,1-1 0,1 0 0,2 1 0,0 0 0,1 1 0,-4 33 0,9-43 7,0 0 0,1 1-1,0 0 1,1-1 0,0 0-1,1 0 1,0 0-1,0 0 1,2 0 0,-1-1-1,1 1 1,1-1 0,0 1-1,-1-2 1,3 1 0,-1-1-1,9 8 1,-2-4-156,-1-1 1,2 0-1,-1-1 1,2 0-1,0-1 1,0 0-1,1-1 1,0-1-1,31 8 1,-20-7-6678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1"/>
    </inkml:context>
    <inkml:brush xml:id="br0">
      <inkml:brushProperty name="width" value="0.1" units="cm"/>
      <inkml:brushProperty name="height" value="0.1" units="cm"/>
      <inkml:brushProperty name="color" value="#FFC114"/>
    </inkml:brush>
  </inkml:definitions>
  <inkml:trace contextRef="#ctx0" brushRef="#br0">58 57 24575,'-1'-5'0,"0"1"0,-1 0 0,0-1 0,0 1 0,1 1 0,-2-2 0,1 1 0,-1 1 0,0-1 0,-1 0 0,-3-3 0,7 6 0,-1 1 0,1 0 0,0-1 0,-1 1 0,1 0 0,0 0 0,0 0 0,-1-1 0,1 1 0,-1 0 0,1 0 0,-1 0 0,1 0 0,0 0 0,0 0 0,-1-1 0,1 1 0,-1 0 0,1 0 0,0 0 0,-1 0 0,1 0 0,-1 0 0,1 0 0,-1 0 0,1 0 0,0 0 0,-1 0 0,1 1 0,-1-1 0,1 0 0,0 0 0,0 0 0,-1 0 0,1 0 0,-1 0 0,0 1 0,-6 14 0,3 19 0,4-33 0,-1 36 0,5 128 0,-4-162 0,0 0 0,0 1 0,1-1 0,0 0 0,0 1 0,0-1 0,0 0 0,1 0 0,-1 0 0,1-1 0,0 1 0,0 0 0,4 3 0,-4-4 0,1-1 0,-1 1 0,1-1 0,0 1 0,0-1 0,0 1 0,0-1 0,0 0 0,0 0 0,0-1 0,0 1 0,1-1 0,-1 1 0,0-1 0,0 1 0,4-1 0,1 0 0,17 1 0,0-1 0,0 0 0,0-1 0,44-8 0,-43 6-1365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2"/>
    </inkml:context>
    <inkml:brush xml:id="br0">
      <inkml:brushProperty name="width" value="0.1" units="cm"/>
      <inkml:brushProperty name="height" value="0.1" units="cm"/>
      <inkml:brushProperty name="color" value="#FFC114"/>
    </inkml:brush>
  </inkml:definitions>
  <inkml:trace contextRef="#ctx0" brushRef="#br0">18 12 24575,'-2'-11'0,"-3"14"0,-4 18 0,8 2 0,0 1 0,2-1 0,2 0 0,5 28 0,-5-40 0,0 15 0,-2-17 0,0 1 0,1-1 0,0 1 0,1-1 0,7 16 0,-9-22 0,2-1 0,-2 0 0,1 1 0,0-1 0,0 1 0,0-2 0,1 2 0,-1-1 0,1-1 0,-1 1 0,1 0 0,0-1 0,0 1 0,0-1 0,0 0 0,0 0 0,0 1 0,1-2 0,-1 1 0,0-1 0,0 1 0,1 0 0,0-1 0,4 0 0,15 0-22,-1-2 1,0-1-1,0 0 0,43-10 0,-19 3-1234,-13 4-5570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3"/>
    </inkml:context>
    <inkml:brush xml:id="br0">
      <inkml:brushProperty name="width" value="0.1" units="cm"/>
      <inkml:brushProperty name="height" value="0.1" units="cm"/>
      <inkml:brushProperty name="color" value="#FFC114"/>
    </inkml:brush>
  </inkml:definitions>
  <inkml:trace contextRef="#ctx0" brushRef="#br0">17 21 24575,'-5'-9'0,"-3"-2"0,5 11 0,2 7 0,3 11 0,1-1 0,9 26 0,3 14 0,-1-9 0,-9-39 0,-2 1 0,0 0 0,-1 0 0,2 15 0,-5-39 0,-6-27 0,4 29 0,1 0 0,1 0 0,0 0 0,2-13 0,-1-4 0,0 23 0,0-1 0,0 1 0,0 0 0,1 0 0,0-1 0,1 1 0,-1 0 0,2 0 0,-1 0 0,4-7 0,-4 12 0,-2 0 0,1 0 0,1-1 0,-2 2 0,2-1 0,-1-1 0,0 2 0,0-1 0,1 0 0,-1 0 0,0 1 0,1-1 0,-1 1 0,0-1 0,2 0 0,-2 1 0,0 0 0,1-1 0,-1 1 0,1 0 0,0 0 0,-1 0 0,1 0 0,-1 0 0,2 0 0,-2 0 0,0 0 0,1 1 0,-1-1 0,2 0 0,-2 1 0,0 0 0,1-1 0,-1 0 0,1 1 0,-1 0 0,1 0 0,-2-1 0,2 1 0,-1 0 0,1 1 0,5 3 0,0 0 0,-2 0 0,1 1 0,-1-1 0,0 1 0,5 7 0,3 6 0,-2 1 0,0 1 0,-2-1 0,12 43 0,8-141 0,-28 74 0,20-48 0,-20 49 0,1 0 0,-1 0 0,1 1 0,0-1 0,0 0 0,-1 1 0,2 0 0,-1 0 0,1-1 0,0 1 0,-1 0 0,1 1 0,-1-1 0,2 0 0,3-2 0,-5 4 0,-1 0 0,1 0 0,0 0 0,-1-1 0,2 1 0,-2 1 0,0-1 0,1 0 0,0 0 0,0 0 0,-1 1 0,0-1 0,1 1 0,-1-1 0,1 1 0,0-1 0,-1 1 0,0 0 0,1 0 0,-1-1 0,0 2 0,1-2 0,-1 1 0,0 0 0,0 0 0,0 0 0,0 0 0,0 1 0,-1-1 0,3 1 0,2 7 0,1 0 0,-1 0 0,4 10 0,-6-14 0,6 14-273,0-1 0,-2 1 0,0 0 0,3 22 0,-9-28-6553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4"/>
    </inkml:context>
    <inkml:brush xml:id="br0">
      <inkml:brushProperty name="width" value="0.1" units="cm"/>
      <inkml:brushProperty name="height" value="0.1" units="cm"/>
      <inkml:brushProperty name="color" value="#FFC114"/>
    </inkml:brush>
  </inkml:definitions>
  <inkml:trace contextRef="#ctx0" brushRef="#br0">0 1 24575,'20'18'0,"-2"1"0,1 0 0,-3 2 0,-1-1 0,0 2 0,-1-1 0,-2 1 0,15 40 0,-26-54 0,1-1 0,-1 1 0,-1-1 0,1 1 0,-2-1 0,1 1 0,-1 0 0,-1-1 0,1 1 0,-1-1 0,-1 0 0,-4 8 0,-1 3 0,-2-2 0,-1 1 0,-22 27 0,27-38-195,0 1 0,-1-1 0,0 0 0,0 0 0,-1-1 0,-15 9 0,8-7-6631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32:08.395"/>
    </inkml:context>
    <inkml:brush xml:id="br0">
      <inkml:brushProperty name="width" value="0.1" units="cm"/>
      <inkml:brushProperty name="height" value="0.1" units="cm"/>
      <inkml:brushProperty name="color" value="#FFC114"/>
    </inkml:brush>
  </inkml:definitions>
  <inkml:trace contextRef="#ctx0" brushRef="#br0">221 1 24575,'-3'0'0,"1"1"0,-1-1 0,1 1 0,-1-1 0,1 1 0,-1 0 0,1 0 0,-1-1 0,1 2 0,0-1 0,0 0 0,-4 3 0,-25 21 0,21-16 0,-6 4 0,2 2 0,0 0 0,1 0 0,1 1 0,0 0 0,2 0 0,0 2 0,1-1 0,1 0 0,2 1 0,0 0 0,1 1 0,-4 33 0,9-43 7,0 0 0,1 1-1,0 0 1,1-1 0,0 0-1,1 0 1,0 0-1,0 0 1,2 0 0,-1-1-1,1 1 1,1-1 0,0 1-1,-1-2 1,3 1 0,-1-1-1,9 8 1,-2-4-156,-1-1 1,2 0-1,-1-1 1,2 0-1,0-1 1,0 0-1,1-1 1,0-1-1,31 8 1,-20-7-6678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3:50.363"/>
    </inkml:context>
    <inkml:brush xml:id="br0">
      <inkml:brushProperty name="width" value="0.1" units="cm"/>
      <inkml:brushProperty name="height" value="0.1" units="cm"/>
      <inkml:brushProperty name="color" value="#FFC114"/>
    </inkml:brush>
  </inkml:definitions>
  <inkml:trace contextRef="#ctx0" brushRef="#br0">0 0 24336,'2871'0'0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01.394"/>
    </inkml:context>
    <inkml:brush xml:id="br0">
      <inkml:brushProperty name="width" value="0.1" units="cm"/>
      <inkml:brushProperty name="height" value="0.1" units="cm"/>
    </inkml:brush>
  </inkml:definitions>
  <inkml:trace contextRef="#ctx0" brushRef="#br0">0 76 24044,'2769'-76'0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06.034"/>
    </inkml:context>
    <inkml:brush xml:id="br0">
      <inkml:brushProperty name="width" value="0.1" units="cm"/>
      <inkml:brushProperty name="height" value="0.1" units="cm"/>
    </inkml:brush>
  </inkml:definitions>
  <inkml:trace contextRef="#ctx0" brushRef="#br0">0 28 24575,'1'-1'0,"0"0"0,-1 0 0,1 0 0,0 0 0,-1 1 0,1-1 0,0 0 0,0 0 0,0 1 0,0-1 0,0 0 0,0 1 0,0-1 0,0 1 0,0-1 0,0 1 0,0 0 0,0-1 0,0 1 0,0 0 0,0 0 0,2 0 0,31-6 0,-29 6 0,87-8 0,153 7 0,-104 4 0,385-3 0,-489 3 0,0 2 0,0 2 0,-1 1 0,0 1 0,-1 3 0,44 19 0,15 4 0,-34-9 0,-46-18 0,1-1 0,-1-1 0,1-1 0,16 4 0,-29-8 3,-1-1 0,0 0 0,1 0 1,-1 1-1,1-1 0,-1 0 0,1 0 0,-1-1 0,1 1 0,-1 0 0,1 0 0,-1-1 0,1 1 0,-1-1 0,1 1 0,-1-1 1,0 0-1,1 1 0,-1-1 0,0 0 0,0 0 0,0 0 0,0 0 0,1 0 0,-1 0 0,-1 0 0,1-1 0,0 1 0,0 0 1,0 0-1,-1-1 0,1 1 0,0 0 0,0-3 0,1-3-194,0-1 1,-1 1-1,0-1 1,0 0-1,-1-9 0,0 13-138,1-28-6497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08.722"/>
    </inkml:context>
    <inkml:brush xml:id="br0">
      <inkml:brushProperty name="width" value="0.1" units="cm"/>
      <inkml:brushProperty name="height" value="0.1" units="cm"/>
    </inkml:brush>
  </inkml:definitions>
  <inkml:trace contextRef="#ctx0" brushRef="#br0">0 0 21389,'2210'0'0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14.659"/>
    </inkml:context>
    <inkml:brush xml:id="br0">
      <inkml:brushProperty name="width" value="0.1" units="cm"/>
      <inkml:brushProperty name="height" value="0.1" units="cm"/>
    </inkml:brush>
  </inkml:definitions>
  <inkml:trace contextRef="#ctx0" brushRef="#br0">1 28 24575,'6'-4'0,"0"1"0,0 0 0,0 1 0,0-1 0,1 1 0,-1 1 0,1-1 0,0 1 0,0 0 0,-1 0 0,1 1 0,8 0 0,2-1 0,229-2 15,-143 4-1395,-81-1-5446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44:16.671"/>
    </inkml:context>
    <inkml:brush xml:id="br0">
      <inkml:brushProperty name="width" value="0.1" units="cm"/>
      <inkml:brushProperty name="height" value="0.1" units="cm"/>
    </inkml:brush>
  </inkml:definitions>
  <inkml:trace contextRef="#ctx0" brushRef="#br0">0 1 24575,'5'0'0,"5"0"0,5 0 0,5 0 0,3 0 0,2 0 0,1 0 0,1 0 0,-1 0 0,0 0 0,1 0 0,-2 0 0,1 0 0,0 0 0,-1 0 0,-4 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3/24/2026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3/24/2026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3/24/2026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4.xml"/></Relationships>
</file>

<file path=ppt/slides/_rels/slide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customXml" Target="../ink/ink9.xml"/></Relationships>
</file>

<file path=ppt/slides/_rels/slide4.xml.rels><?xml version="1.0" encoding="UTF-8" standalone="yes"?>
<Relationships xmlns="http://schemas.openxmlformats.org/package/2006/relationships"><Relationship Id="rId18" Type="http://schemas.openxmlformats.org/officeDocument/2006/relationships/customXml" Target="../ink/ink14.xml"/><Relationship Id="rId8" Type="http://schemas.openxmlformats.org/officeDocument/2006/relationships/image" Target="../media/image50.png"/><Relationship Id="rId17" Type="http://schemas.openxmlformats.org/officeDocument/2006/relationships/customXml" Target="../ink/ink13.xml"/><Relationship Id="rId12" Type="http://schemas.openxmlformats.org/officeDocument/2006/relationships/image" Target="../media/image70.png"/><Relationship Id="rId2" Type="http://schemas.openxmlformats.org/officeDocument/2006/relationships/customXml" Target="../ink/ink11.xml"/><Relationship Id="rId16" Type="http://schemas.openxmlformats.org/officeDocument/2006/relationships/customXml" Target="../ink/ink12.xml"/><Relationship Id="rId20"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image" Target="../media/image40.png"/><Relationship Id="rId15" Type="http://schemas.openxmlformats.org/officeDocument/2006/relationships/image" Target="../media/image2.png"/><Relationship Id="rId19" Type="http://schemas.openxmlformats.org/officeDocument/2006/relationships/customXml" Target="../ink/ink15.xml"/><Relationship Id="rId10" Type="http://schemas.openxmlformats.org/officeDocument/2006/relationships/image" Target="../media/image60.png"/><Relationship Id="rId14" Type="http://schemas.openxmlformats.org/officeDocument/2006/relationships/image" Target="../media/image13.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8" Type="http://schemas.openxmlformats.org/officeDocument/2006/relationships/customXml" Target="../ink/ink20.xml"/><Relationship Id="rId8" Type="http://schemas.openxmlformats.org/officeDocument/2006/relationships/image" Target="../media/image50.png"/><Relationship Id="rId17" Type="http://schemas.openxmlformats.org/officeDocument/2006/relationships/customXml" Target="../ink/ink19.xml"/><Relationship Id="rId12" Type="http://schemas.openxmlformats.org/officeDocument/2006/relationships/image" Target="../media/image70.png"/><Relationship Id="rId2" Type="http://schemas.openxmlformats.org/officeDocument/2006/relationships/customXml" Target="../ink/ink17.xml"/><Relationship Id="rId16" Type="http://schemas.openxmlformats.org/officeDocument/2006/relationships/customXml" Target="../ink/ink18.xml"/><Relationship Id="rId20" Type="http://schemas.openxmlformats.org/officeDocument/2006/relationships/customXml" Target="../ink/ink22.xml"/><Relationship Id="rId1" Type="http://schemas.openxmlformats.org/officeDocument/2006/relationships/slideLayout" Target="../slideLayouts/slideLayout2.xml"/><Relationship Id="rId6" Type="http://schemas.openxmlformats.org/officeDocument/2006/relationships/image" Target="../media/image40.png"/><Relationship Id="rId15" Type="http://schemas.openxmlformats.org/officeDocument/2006/relationships/image" Target="../media/image2.png"/><Relationship Id="rId19" Type="http://schemas.openxmlformats.org/officeDocument/2006/relationships/customXml" Target="../ink/ink21.xml"/><Relationship Id="rId10" Type="http://schemas.openxmlformats.org/officeDocument/2006/relationships/image" Target="../media/image60.png"/><Relationship Id="rId14" Type="http://schemas.openxmlformats.org/officeDocument/2006/relationships/image" Target="../media/image13.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18" Type="http://schemas.openxmlformats.org/officeDocument/2006/relationships/customXml" Target="../ink/ink26.xml"/><Relationship Id="rId8" Type="http://schemas.openxmlformats.org/officeDocument/2006/relationships/image" Target="../media/image50.png"/><Relationship Id="rId17" Type="http://schemas.openxmlformats.org/officeDocument/2006/relationships/customXml" Target="../ink/ink25.xml"/><Relationship Id="rId12" Type="http://schemas.openxmlformats.org/officeDocument/2006/relationships/image" Target="../media/image70.png"/><Relationship Id="rId2" Type="http://schemas.openxmlformats.org/officeDocument/2006/relationships/customXml" Target="../ink/ink23.xml"/><Relationship Id="rId16" Type="http://schemas.openxmlformats.org/officeDocument/2006/relationships/customXml" Target="../ink/ink24.xml"/><Relationship Id="rId20" Type="http://schemas.openxmlformats.org/officeDocument/2006/relationships/customXml" Target="../ink/ink28.xml"/><Relationship Id="rId1" Type="http://schemas.openxmlformats.org/officeDocument/2006/relationships/slideLayout" Target="../slideLayouts/slideLayout2.xml"/><Relationship Id="rId6" Type="http://schemas.openxmlformats.org/officeDocument/2006/relationships/image" Target="../media/image40.png"/><Relationship Id="rId15" Type="http://schemas.openxmlformats.org/officeDocument/2006/relationships/image" Target="../media/image2.png"/><Relationship Id="rId19" Type="http://schemas.openxmlformats.org/officeDocument/2006/relationships/customXml" Target="../ink/ink27.xml"/><Relationship Id="rId10" Type="http://schemas.openxmlformats.org/officeDocument/2006/relationships/image" Target="../media/image60.png"/><Relationship Id="rId14" Type="http://schemas.openxmlformats.org/officeDocument/2006/relationships/image" Target="../media/image13.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29.xml"/><Relationship Id="rId7" Type="http://schemas.openxmlformats.org/officeDocument/2006/relationships/customXml" Target="../ink/ink31.xml"/><Relationship Id="rId12"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33.xml"/><Relationship Id="rId5" Type="http://schemas.openxmlformats.org/officeDocument/2006/relationships/customXml" Target="../ink/ink30.xml"/><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customXml" Target="../ink/ink32.xml"/></Relationships>
</file>

<file path=ppt/slides/_rels/slide8.xml.rels><?xml version="1.0" encoding="UTF-8" standalone="yes"?>
<Relationships xmlns="http://schemas.openxmlformats.org/package/2006/relationships"><Relationship Id="rId8" Type="http://schemas.openxmlformats.org/officeDocument/2006/relationships/customXml" Target="../ink/ink36.xml"/><Relationship Id="rId13" Type="http://schemas.openxmlformats.org/officeDocument/2006/relationships/image" Target="../media/image70.png"/><Relationship Id="rId3" Type="http://schemas.openxmlformats.org/officeDocument/2006/relationships/image" Target="../media/image2.png"/><Relationship Id="rId7" Type="http://schemas.openxmlformats.org/officeDocument/2006/relationships/image" Target="../media/image40.png"/><Relationship Id="rId12" Type="http://schemas.openxmlformats.org/officeDocument/2006/relationships/customXml" Target="../ink/ink38.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ustomXml" Target="../ink/ink35.xml"/><Relationship Id="rId11" Type="http://schemas.openxmlformats.org/officeDocument/2006/relationships/image" Target="../media/image60.png"/><Relationship Id="rId5" Type="http://schemas.openxmlformats.org/officeDocument/2006/relationships/image" Target="../media/image30.png"/><Relationship Id="rId10" Type="http://schemas.openxmlformats.org/officeDocument/2006/relationships/customXml" Target="../ink/ink37.xml"/><Relationship Id="rId4" Type="http://schemas.openxmlformats.org/officeDocument/2006/relationships/customXml" Target="../ink/ink34.xml"/><Relationship Id="rId9" Type="http://schemas.openxmlformats.org/officeDocument/2006/relationships/image" Target="../media/image50.png"/></Relationships>
</file>

<file path=ppt/slides/_rels/slide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39.xml"/><Relationship Id="rId7" Type="http://schemas.openxmlformats.org/officeDocument/2006/relationships/customXml" Target="../ink/ink41.xml"/><Relationship Id="rId12"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ustomXml" Target="../ink/ink43.xml"/><Relationship Id="rId5" Type="http://schemas.openxmlformats.org/officeDocument/2006/relationships/customXml" Target="../ink/ink40.xml"/><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customXml" Target="../ink/ink4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platform.openai.com/api-key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customXml" Target="../ink/ink49.xml"/><Relationship Id="rId3" Type="http://schemas.openxmlformats.org/officeDocument/2006/relationships/customXml" Target="../ink/ink44.xml"/><Relationship Id="rId7" Type="http://schemas.openxmlformats.org/officeDocument/2006/relationships/customXml" Target="../ink/ink46.xml"/><Relationship Id="rId12"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customXml" Target="../ink/ink48.xml"/><Relationship Id="rId5" Type="http://schemas.openxmlformats.org/officeDocument/2006/relationships/customXml" Target="../ink/ink45.xml"/><Relationship Id="rId10"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customXml" Target="../ink/ink47.xml"/><Relationship Id="rId1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D3EAC-24D1-44C0-2B5F-95DBBB91C750}"/>
              </a:ext>
            </a:extLst>
          </p:cNvPr>
          <p:cNvSpPr>
            <a:spLocks noGrp="1"/>
          </p:cNvSpPr>
          <p:nvPr>
            <p:ph type="ctrTitle"/>
          </p:nvPr>
        </p:nvSpPr>
        <p:spPr>
          <a:xfrm>
            <a:off x="630936" y="978408"/>
            <a:ext cx="10917935" cy="2439671"/>
          </a:xfrm>
        </p:spPr>
        <p:txBody>
          <a:bodyPr>
            <a:normAutofit fontScale="90000"/>
          </a:bodyPr>
          <a:lstStyle/>
          <a:p>
            <a:r>
              <a:rPr lang="en-US" dirty="0"/>
              <a:t>API</a:t>
            </a:r>
            <a:br>
              <a:rPr lang="en-US" dirty="0"/>
            </a:br>
            <a:r>
              <a:rPr lang="en-US" dirty="0"/>
              <a:t>(Application Programming Interface)</a:t>
            </a:r>
            <a:br>
              <a:rPr lang="en-US" dirty="0"/>
            </a:br>
            <a:r>
              <a:rPr lang="en-US" dirty="0"/>
              <a:t>In LLM</a:t>
            </a:r>
            <a:endParaRPr lang="en-IN" dirty="0"/>
          </a:p>
        </p:txBody>
      </p:sp>
      <p:sp>
        <p:nvSpPr>
          <p:cNvPr id="6" name="TextBox 5">
            <a:extLst>
              <a:ext uri="{FF2B5EF4-FFF2-40B4-BE49-F238E27FC236}">
                <a16:creationId xmlns:a16="http://schemas.microsoft.com/office/drawing/2014/main" id="{D46944AB-0C51-2390-3A48-A2AC11662B6B}"/>
              </a:ext>
            </a:extLst>
          </p:cNvPr>
          <p:cNvSpPr txBox="1"/>
          <p:nvPr/>
        </p:nvSpPr>
        <p:spPr>
          <a:xfrm>
            <a:off x="178931" y="4348657"/>
            <a:ext cx="11781421" cy="1569660"/>
          </a:xfrm>
          <a:prstGeom prst="rect">
            <a:avLst/>
          </a:prstGeom>
          <a:noFill/>
        </p:spPr>
        <p:txBody>
          <a:bodyPr wrap="square">
            <a:spAutoFit/>
          </a:bodyPr>
          <a:lstStyle/>
          <a:p>
            <a:r>
              <a:rPr lang="en-US" sz="2400" b="1" dirty="0">
                <a:solidFill>
                  <a:schemeClr val="accent6">
                    <a:lumMod val="60000"/>
                    <a:lumOff val="40000"/>
                  </a:schemeClr>
                </a:solidFill>
              </a:rPr>
              <a:t>What is an API ?</a:t>
            </a:r>
          </a:p>
          <a:p>
            <a:r>
              <a:rPr lang="en-US" sz="2400" b="1" dirty="0">
                <a:solidFill>
                  <a:schemeClr val="accent6">
                    <a:lumMod val="60000"/>
                    <a:lumOff val="40000"/>
                  </a:schemeClr>
                </a:solidFill>
              </a:rPr>
              <a:t>Why do we need API ?</a:t>
            </a:r>
          </a:p>
          <a:p>
            <a:r>
              <a:rPr lang="en-US" sz="2400" b="1" dirty="0">
                <a:solidFill>
                  <a:schemeClr val="accent6">
                    <a:lumMod val="60000"/>
                    <a:lumOff val="40000"/>
                  </a:schemeClr>
                </a:solidFill>
              </a:rPr>
              <a:t>Examples of API</a:t>
            </a:r>
          </a:p>
          <a:p>
            <a:r>
              <a:rPr lang="en-US" sz="2400" b="1" dirty="0">
                <a:solidFill>
                  <a:schemeClr val="accent6">
                    <a:lumMod val="60000"/>
                    <a:lumOff val="40000"/>
                  </a:schemeClr>
                </a:solidFill>
              </a:rPr>
              <a:t>How to get API Key ?</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383901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0B4A7-16E2-E7F6-BCB7-E97D64625B0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AB0C49D-2BFB-6DDD-49EE-94EFE7403761}"/>
              </a:ext>
            </a:extLst>
          </p:cNvPr>
          <p:cNvSpPr txBox="1"/>
          <p:nvPr/>
        </p:nvSpPr>
        <p:spPr>
          <a:xfrm>
            <a:off x="178931" y="453313"/>
            <a:ext cx="11781421" cy="3046988"/>
          </a:xfrm>
          <a:prstGeom prst="rect">
            <a:avLst/>
          </a:prstGeom>
          <a:noFill/>
        </p:spPr>
        <p:txBody>
          <a:bodyPr wrap="square">
            <a:spAutoFit/>
          </a:bodyPr>
          <a:lstStyle/>
          <a:p>
            <a:r>
              <a:rPr lang="en-US" sz="2400" b="1" dirty="0">
                <a:solidFill>
                  <a:schemeClr val="accent6">
                    <a:lumMod val="60000"/>
                    <a:lumOff val="40000"/>
                  </a:schemeClr>
                </a:solidFill>
              </a:rPr>
              <a:t>What is an API ?</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API is ,like a middle man, that allows one program application to talk to another program.</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Companies provide API that allows regular user like you and me to access and use their Large Language Models (LLM).</a:t>
            </a:r>
          </a:p>
          <a:p>
            <a:r>
              <a:rPr lang="en-US" sz="2400" dirty="0">
                <a:solidFill>
                  <a:schemeClr val="accent6">
                    <a:lumMod val="60000"/>
                    <a:lumOff val="40000"/>
                  </a:schemeClr>
                </a:solidFill>
              </a:rPr>
              <a:t>We do not directly talk to their LLM, we use the API.</a:t>
            </a:r>
          </a:p>
          <a:p>
            <a:endParaRPr lang="en-US" sz="2400"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B9CF436B-E168-5EB5-23C3-68FB71F0187B}"/>
              </a:ext>
            </a:extLst>
          </p:cNvPr>
          <p:cNvPicPr>
            <a:picLocks noChangeAspect="1"/>
          </p:cNvPicPr>
          <p:nvPr/>
        </p:nvPicPr>
        <p:blipFill>
          <a:blip r:embed="rId2"/>
          <a:stretch>
            <a:fillRect/>
          </a:stretch>
        </p:blipFill>
        <p:spPr>
          <a:xfrm>
            <a:off x="311039" y="3977640"/>
            <a:ext cx="9605329" cy="2677983"/>
          </a:xfrm>
          <a:prstGeom prst="rect">
            <a:avLst/>
          </a:prstGeom>
        </p:spPr>
      </p:pic>
      <p:grpSp>
        <p:nvGrpSpPr>
          <p:cNvPr id="22" name="Group 21">
            <a:extLst>
              <a:ext uri="{FF2B5EF4-FFF2-40B4-BE49-F238E27FC236}">
                <a16:creationId xmlns:a16="http://schemas.microsoft.com/office/drawing/2014/main" id="{1CE14FD6-E19E-9D0E-5B06-4DA26B065E32}"/>
              </a:ext>
            </a:extLst>
          </p:cNvPr>
          <p:cNvGrpSpPr/>
          <p:nvPr/>
        </p:nvGrpSpPr>
        <p:grpSpPr>
          <a:xfrm>
            <a:off x="8151576" y="5375116"/>
            <a:ext cx="966960" cy="345600"/>
            <a:chOff x="8284824" y="5568336"/>
            <a:chExt cx="966960" cy="345600"/>
          </a:xfrm>
        </p:grpSpPr>
        <mc:AlternateContent xmlns:mc="http://schemas.openxmlformats.org/markup-compatibility/2006">
          <mc:Choice xmlns:p14="http://schemas.microsoft.com/office/powerpoint/2010/main" Requires="p14">
            <p:contentPart p14:bwMode="auto" r:id="rId3">
              <p14:nvContentPartPr>
                <p14:cNvPr id="17" name="Ink 16">
                  <a:extLst>
                    <a:ext uri="{FF2B5EF4-FFF2-40B4-BE49-F238E27FC236}">
                      <a16:creationId xmlns:a16="http://schemas.microsoft.com/office/drawing/2014/main" id="{4FC4C950-4330-4C8D-8BB6-FAB9C008F286}"/>
                    </a:ext>
                  </a:extLst>
                </p14:cNvPr>
                <p14:cNvContentPartPr/>
                <p14:nvPr/>
              </p14:nvContentPartPr>
              <p14:xfrm>
                <a:off x="8429544" y="5616936"/>
                <a:ext cx="139680" cy="191880"/>
              </p14:xfrm>
            </p:contentPart>
          </mc:Choice>
          <mc:Fallback>
            <p:pic>
              <p:nvPicPr>
                <p:cNvPr id="17" name="Ink 16">
                  <a:extLst>
                    <a:ext uri="{FF2B5EF4-FFF2-40B4-BE49-F238E27FC236}">
                      <a16:creationId xmlns:a16="http://schemas.microsoft.com/office/drawing/2014/main" id="{4FC4C950-4330-4C8D-8BB6-FAB9C008F286}"/>
                    </a:ext>
                  </a:extLst>
                </p:cNvPr>
                <p:cNvPicPr/>
                <p:nvPr/>
              </p:nvPicPr>
              <p:blipFill>
                <a:blip r:embed="rId4"/>
                <a:stretch>
                  <a:fillRect/>
                </a:stretch>
              </p:blipFill>
              <p:spPr>
                <a:xfrm>
                  <a:off x="8411544" y="5598936"/>
                  <a:ext cx="17532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8" name="Ink 17">
                  <a:extLst>
                    <a:ext uri="{FF2B5EF4-FFF2-40B4-BE49-F238E27FC236}">
                      <a16:creationId xmlns:a16="http://schemas.microsoft.com/office/drawing/2014/main" id="{7BEF3F12-1E90-C170-2E1D-E815FC201FA4}"/>
                    </a:ext>
                  </a:extLst>
                </p14:cNvPr>
                <p14:cNvContentPartPr/>
                <p14:nvPr/>
              </p14:nvContentPartPr>
              <p14:xfrm>
                <a:off x="8631864" y="5607576"/>
                <a:ext cx="170640" cy="189360"/>
              </p14:xfrm>
            </p:contentPart>
          </mc:Choice>
          <mc:Fallback>
            <p:pic>
              <p:nvPicPr>
                <p:cNvPr id="18" name="Ink 17">
                  <a:extLst>
                    <a:ext uri="{FF2B5EF4-FFF2-40B4-BE49-F238E27FC236}">
                      <a16:creationId xmlns:a16="http://schemas.microsoft.com/office/drawing/2014/main" id="{7BEF3F12-1E90-C170-2E1D-E815FC201FA4}"/>
                    </a:ext>
                  </a:extLst>
                </p:cNvPr>
                <p:cNvPicPr/>
                <p:nvPr/>
              </p:nvPicPr>
              <p:blipFill>
                <a:blip r:embed="rId6"/>
                <a:stretch>
                  <a:fillRect/>
                </a:stretch>
              </p:blipFill>
              <p:spPr>
                <a:xfrm>
                  <a:off x="8613864" y="5589576"/>
                  <a:ext cx="20628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9" name="Ink 18">
                  <a:extLst>
                    <a:ext uri="{FF2B5EF4-FFF2-40B4-BE49-F238E27FC236}">
                      <a16:creationId xmlns:a16="http://schemas.microsoft.com/office/drawing/2014/main" id="{70B2A9DD-F917-52E1-C3EF-917C54F2B950}"/>
                    </a:ext>
                  </a:extLst>
                </p14:cNvPr>
                <p14:cNvContentPartPr/>
                <p14:nvPr/>
              </p14:nvContentPartPr>
              <p14:xfrm>
                <a:off x="8888544" y="5620536"/>
                <a:ext cx="219600" cy="153360"/>
              </p14:xfrm>
            </p:contentPart>
          </mc:Choice>
          <mc:Fallback>
            <p:pic>
              <p:nvPicPr>
                <p:cNvPr id="19" name="Ink 18">
                  <a:extLst>
                    <a:ext uri="{FF2B5EF4-FFF2-40B4-BE49-F238E27FC236}">
                      <a16:creationId xmlns:a16="http://schemas.microsoft.com/office/drawing/2014/main" id="{70B2A9DD-F917-52E1-C3EF-917C54F2B950}"/>
                    </a:ext>
                  </a:extLst>
                </p:cNvPr>
                <p:cNvPicPr/>
                <p:nvPr/>
              </p:nvPicPr>
              <p:blipFill>
                <a:blip r:embed="rId8"/>
                <a:stretch>
                  <a:fillRect/>
                </a:stretch>
              </p:blipFill>
              <p:spPr>
                <a:xfrm>
                  <a:off x="8870573" y="5602536"/>
                  <a:ext cx="255182"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0" name="Ink 19">
                  <a:extLst>
                    <a:ext uri="{FF2B5EF4-FFF2-40B4-BE49-F238E27FC236}">
                      <a16:creationId xmlns:a16="http://schemas.microsoft.com/office/drawing/2014/main" id="{C7EB7572-EC1F-B6F6-2896-B741FD8BA24C}"/>
                    </a:ext>
                  </a:extLst>
                </p14:cNvPr>
                <p14:cNvContentPartPr/>
                <p14:nvPr/>
              </p14:nvContentPartPr>
              <p14:xfrm>
                <a:off x="9171504" y="5568336"/>
                <a:ext cx="80280" cy="289800"/>
              </p14:xfrm>
            </p:contentPart>
          </mc:Choice>
          <mc:Fallback>
            <p:pic>
              <p:nvPicPr>
                <p:cNvPr id="20" name="Ink 19">
                  <a:extLst>
                    <a:ext uri="{FF2B5EF4-FFF2-40B4-BE49-F238E27FC236}">
                      <a16:creationId xmlns:a16="http://schemas.microsoft.com/office/drawing/2014/main" id="{C7EB7572-EC1F-B6F6-2896-B741FD8BA24C}"/>
                    </a:ext>
                  </a:extLst>
                </p:cNvPr>
                <p:cNvPicPr/>
                <p:nvPr/>
              </p:nvPicPr>
              <p:blipFill>
                <a:blip r:embed="rId10"/>
                <a:stretch>
                  <a:fillRect/>
                </a:stretch>
              </p:blipFill>
              <p:spPr>
                <a:xfrm>
                  <a:off x="9153504" y="5550336"/>
                  <a:ext cx="11592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1" name="Ink 20">
                  <a:extLst>
                    <a:ext uri="{FF2B5EF4-FFF2-40B4-BE49-F238E27FC236}">
                      <a16:creationId xmlns:a16="http://schemas.microsoft.com/office/drawing/2014/main" id="{93C034E6-13A1-E3C8-4C5B-CC7EEED69E70}"/>
                    </a:ext>
                  </a:extLst>
                </p14:cNvPr>
                <p14:cNvContentPartPr/>
                <p14:nvPr/>
              </p14:nvContentPartPr>
              <p14:xfrm>
                <a:off x="8284824" y="5568336"/>
                <a:ext cx="145080" cy="345600"/>
              </p14:xfrm>
            </p:contentPart>
          </mc:Choice>
          <mc:Fallback>
            <p:pic>
              <p:nvPicPr>
                <p:cNvPr id="21" name="Ink 20">
                  <a:extLst>
                    <a:ext uri="{FF2B5EF4-FFF2-40B4-BE49-F238E27FC236}">
                      <a16:creationId xmlns:a16="http://schemas.microsoft.com/office/drawing/2014/main" id="{93C034E6-13A1-E3C8-4C5B-CC7EEED69E70}"/>
                    </a:ext>
                  </a:extLst>
                </p:cNvPr>
                <p:cNvPicPr/>
                <p:nvPr/>
              </p:nvPicPr>
              <p:blipFill>
                <a:blip r:embed="rId12"/>
                <a:stretch>
                  <a:fillRect/>
                </a:stretch>
              </p:blipFill>
              <p:spPr>
                <a:xfrm>
                  <a:off x="8266779" y="5550336"/>
                  <a:ext cx="180809" cy="381240"/>
                </a:xfrm>
                <a:prstGeom prst="rect">
                  <a:avLst/>
                </a:prstGeom>
              </p:spPr>
            </p:pic>
          </mc:Fallback>
        </mc:AlternateContent>
      </p:grpSp>
    </p:spTree>
    <p:extLst>
      <p:ext uri="{BB962C8B-B14F-4D97-AF65-F5344CB8AC3E}">
        <p14:creationId xmlns:p14="http://schemas.microsoft.com/office/powerpoint/2010/main" val="3817199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E0F07-36FF-3B84-914B-A0985EB121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E509BB6-091F-A8C2-B485-3DD26B0CBDB4}"/>
              </a:ext>
            </a:extLst>
          </p:cNvPr>
          <p:cNvSpPr txBox="1"/>
          <p:nvPr/>
        </p:nvSpPr>
        <p:spPr>
          <a:xfrm>
            <a:off x="178931" y="663625"/>
            <a:ext cx="11781421" cy="1938992"/>
          </a:xfrm>
          <a:prstGeom prst="rect">
            <a:avLst/>
          </a:prstGeom>
          <a:noFill/>
        </p:spPr>
        <p:txBody>
          <a:bodyPr wrap="square">
            <a:spAutoFit/>
          </a:bodyPr>
          <a:lstStyle/>
          <a:p>
            <a:r>
              <a:rPr lang="en-US" sz="2400" dirty="0">
                <a:solidFill>
                  <a:schemeClr val="accent6">
                    <a:lumMod val="60000"/>
                    <a:lumOff val="40000"/>
                  </a:schemeClr>
                </a:solidFill>
              </a:rPr>
              <a:t>Generally, to use API you need </a:t>
            </a:r>
          </a:p>
          <a:p>
            <a:pPr marL="342900" indent="-342900">
              <a:buFont typeface="Arial" panose="020B0604020202020204" pitchFamily="34" charset="0"/>
              <a:buChar char="•"/>
            </a:pPr>
            <a:r>
              <a:rPr lang="en-US" sz="2400" dirty="0">
                <a:solidFill>
                  <a:schemeClr val="accent6">
                    <a:lumMod val="60000"/>
                    <a:lumOff val="40000"/>
                  </a:schemeClr>
                </a:solidFill>
              </a:rPr>
              <a:t>Username and password</a:t>
            </a:r>
          </a:p>
          <a:p>
            <a:pPr marL="342900" indent="-342900">
              <a:buFont typeface="Arial" panose="020B0604020202020204" pitchFamily="34" charset="0"/>
              <a:buChar char="•"/>
            </a:pPr>
            <a:r>
              <a:rPr lang="en-US" sz="2400" dirty="0">
                <a:solidFill>
                  <a:schemeClr val="accent6">
                    <a:lumMod val="60000"/>
                    <a:lumOff val="40000"/>
                  </a:schemeClr>
                </a:solidFill>
              </a:rPr>
              <a:t>API key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These are provided by the company that is running LLM</a:t>
            </a:r>
          </a:p>
        </p:txBody>
      </p:sp>
      <p:pic>
        <p:nvPicPr>
          <p:cNvPr id="2" name="Picture 1">
            <a:extLst>
              <a:ext uri="{FF2B5EF4-FFF2-40B4-BE49-F238E27FC236}">
                <a16:creationId xmlns:a16="http://schemas.microsoft.com/office/drawing/2014/main" id="{9C513F8B-1DE1-4A8B-FF83-6ECE81A39FD2}"/>
              </a:ext>
            </a:extLst>
          </p:cNvPr>
          <p:cNvPicPr>
            <a:picLocks noChangeAspect="1"/>
          </p:cNvPicPr>
          <p:nvPr/>
        </p:nvPicPr>
        <p:blipFill>
          <a:blip r:embed="rId2"/>
          <a:stretch>
            <a:fillRect/>
          </a:stretch>
        </p:blipFill>
        <p:spPr>
          <a:xfrm>
            <a:off x="311039" y="3977640"/>
            <a:ext cx="9605329" cy="2677983"/>
          </a:xfrm>
          <a:prstGeom prst="rect">
            <a:avLst/>
          </a:prstGeom>
        </p:spPr>
      </p:pic>
      <p:grpSp>
        <p:nvGrpSpPr>
          <p:cNvPr id="4" name="Group 3">
            <a:extLst>
              <a:ext uri="{FF2B5EF4-FFF2-40B4-BE49-F238E27FC236}">
                <a16:creationId xmlns:a16="http://schemas.microsoft.com/office/drawing/2014/main" id="{3A10DC92-218B-2A06-39E7-C99F114AE285}"/>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906CBEF-82C0-818E-369F-3F9D09B752F8}"/>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6E3625F0-1C23-7340-74FD-6EA23B20BD57}"/>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2092C752-18C8-7BD2-47DB-937841922889}"/>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D795F2C0-A7E9-3D3C-C1A4-F60C0F94CCBF}"/>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6737A86B-7807-422F-7855-519FDC46EEA0}"/>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841805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D19E3-C1E7-6546-4724-4AD735F8AF0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24EFFCB-2EEB-C3D6-C274-D56FAC2BCFCA}"/>
              </a:ext>
            </a:extLst>
          </p:cNvPr>
          <p:cNvSpPr txBox="1"/>
          <p:nvPr/>
        </p:nvSpPr>
        <p:spPr>
          <a:xfrm>
            <a:off x="178931" y="663625"/>
            <a:ext cx="11781421" cy="2308324"/>
          </a:xfrm>
          <a:prstGeom prst="rect">
            <a:avLst/>
          </a:prstGeom>
          <a:noFill/>
        </p:spPr>
        <p:txBody>
          <a:bodyPr wrap="square">
            <a:spAutoFit/>
          </a:bodyPr>
          <a:lstStyle/>
          <a:p>
            <a:r>
              <a:rPr lang="en-US" sz="2400" b="1" dirty="0">
                <a:solidFill>
                  <a:schemeClr val="accent6">
                    <a:lumMod val="60000"/>
                    <a:lumOff val="40000"/>
                  </a:schemeClr>
                </a:solidFill>
              </a:rPr>
              <a:t>1. Building LLMs is extremely hard</a:t>
            </a:r>
          </a:p>
          <a:p>
            <a:r>
              <a:rPr lang="en-US" sz="2400" dirty="0">
                <a:solidFill>
                  <a:schemeClr val="accent6">
                    <a:lumMod val="60000"/>
                    <a:lumOff val="40000"/>
                  </a:schemeClr>
                </a:solidFill>
              </a:rPr>
              <a:t>Training something like GPT-4 requires: </a:t>
            </a:r>
            <a:r>
              <a:rPr lang="en-US" sz="2400" b="1" dirty="0">
                <a:solidFill>
                  <a:schemeClr val="accent6">
                    <a:lumMod val="60000"/>
                    <a:lumOff val="40000"/>
                  </a:schemeClr>
                </a:solidFill>
              </a:rPr>
              <a:t>Massive data, GPUs (=money), Research expertise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 Not practical for most developers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With an API, developers have an instant access to LLM</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59B7DF6-0C43-9C82-92FF-C5FD955B6081}"/>
                  </a:ext>
                </a:extLst>
              </p14:cNvPr>
              <p14:cNvContentPartPr/>
              <p14:nvPr/>
            </p14:nvContentPartPr>
            <p14:xfrm>
              <a:off x="1298304" y="969336"/>
              <a:ext cx="360" cy="360"/>
            </p14:xfrm>
          </p:contentPart>
        </mc:Choice>
        <mc:Fallback xmlns="">
          <p:pic>
            <p:nvPicPr>
              <p:cNvPr id="2" name="Ink 1">
                <a:extLst>
                  <a:ext uri="{FF2B5EF4-FFF2-40B4-BE49-F238E27FC236}">
                    <a16:creationId xmlns:a16="http://schemas.microsoft.com/office/drawing/2014/main" id="{E59B7DF6-0C43-9C82-92FF-C5FD955B6081}"/>
                  </a:ext>
                </a:extLst>
              </p:cNvPr>
              <p:cNvPicPr/>
              <p:nvPr/>
            </p:nvPicPr>
            <p:blipFill>
              <a:blip r:embed="rId14"/>
              <a:stretch>
                <a:fillRect/>
              </a:stretch>
            </p:blipFill>
            <p:spPr>
              <a:xfrm>
                <a:off x="1280304" y="951336"/>
                <a:ext cx="36000" cy="36000"/>
              </a:xfrm>
              <a:prstGeom prst="rect">
                <a:avLst/>
              </a:prstGeom>
            </p:spPr>
          </p:pic>
        </mc:Fallback>
      </mc:AlternateContent>
      <p:sp>
        <p:nvSpPr>
          <p:cNvPr id="4" name="TextBox 3">
            <a:extLst>
              <a:ext uri="{FF2B5EF4-FFF2-40B4-BE49-F238E27FC236}">
                <a16:creationId xmlns:a16="http://schemas.microsoft.com/office/drawing/2014/main" id="{FD262F80-B2A0-190C-5C66-C671122DE6F2}"/>
              </a:ext>
            </a:extLst>
          </p:cNvPr>
          <p:cNvSpPr txBox="1"/>
          <p:nvPr/>
        </p:nvSpPr>
        <p:spPr>
          <a:xfrm>
            <a:off x="3012948" y="144518"/>
            <a:ext cx="6190488" cy="461665"/>
          </a:xfrm>
          <a:prstGeom prst="rect">
            <a:avLst/>
          </a:prstGeom>
          <a:noFill/>
        </p:spPr>
        <p:txBody>
          <a:bodyPr wrap="square">
            <a:spAutoFit/>
          </a:bodyPr>
          <a:lstStyle/>
          <a:p>
            <a:r>
              <a:rPr lang="en-US" sz="2400" b="1" dirty="0">
                <a:solidFill>
                  <a:schemeClr val="accent6">
                    <a:lumMod val="60000"/>
                    <a:lumOff val="40000"/>
                  </a:schemeClr>
                </a:solidFill>
              </a:rPr>
              <a:t>Why do we need an LLM API?</a:t>
            </a:r>
          </a:p>
        </p:txBody>
      </p:sp>
      <p:pic>
        <p:nvPicPr>
          <p:cNvPr id="5" name="Picture 4">
            <a:extLst>
              <a:ext uri="{FF2B5EF4-FFF2-40B4-BE49-F238E27FC236}">
                <a16:creationId xmlns:a16="http://schemas.microsoft.com/office/drawing/2014/main" id="{C8D206E1-8AE2-49AC-BE31-1E03E91748FA}"/>
              </a:ext>
            </a:extLst>
          </p:cNvPr>
          <p:cNvPicPr>
            <a:picLocks noChangeAspect="1"/>
          </p:cNvPicPr>
          <p:nvPr/>
        </p:nvPicPr>
        <p:blipFill>
          <a:blip r:embed="rId15"/>
          <a:stretch>
            <a:fillRect/>
          </a:stretch>
        </p:blipFill>
        <p:spPr>
          <a:xfrm>
            <a:off x="311039" y="3977640"/>
            <a:ext cx="9605329" cy="2677983"/>
          </a:xfrm>
          <a:prstGeom prst="rect">
            <a:avLst/>
          </a:prstGeom>
        </p:spPr>
      </p:pic>
      <p:grpSp>
        <p:nvGrpSpPr>
          <p:cNvPr id="7" name="Group 6">
            <a:extLst>
              <a:ext uri="{FF2B5EF4-FFF2-40B4-BE49-F238E27FC236}">
                <a16:creationId xmlns:a16="http://schemas.microsoft.com/office/drawing/2014/main" id="{311827FE-E19B-E46D-50F4-CBACFE5E023F}"/>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61BDC68E-0637-C9CE-135A-FB9F9BBD85DF}"/>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53941ABF-B4C0-D241-3E10-9B99918BDC96}"/>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CA6A53E1-8452-394D-43E0-09D89C3C0F8E}"/>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9B984AE2-84D5-C2A7-E155-5B00FAF697E8}"/>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D56F17C1-751D-2B31-196A-D240F296E9D1}"/>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4038468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0F5FF-6B8B-0967-4532-056AD46D50B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628F4E5-707C-542C-CEE9-F855E7F8E756}"/>
              </a:ext>
            </a:extLst>
          </p:cNvPr>
          <p:cNvSpPr txBox="1"/>
          <p:nvPr/>
        </p:nvSpPr>
        <p:spPr>
          <a:xfrm>
            <a:off x="178931" y="663625"/>
            <a:ext cx="11781421" cy="1938992"/>
          </a:xfrm>
          <a:prstGeom prst="rect">
            <a:avLst/>
          </a:prstGeom>
          <a:noFill/>
        </p:spPr>
        <p:txBody>
          <a:bodyPr wrap="square">
            <a:spAutoFit/>
          </a:bodyPr>
          <a:lstStyle/>
          <a:p>
            <a:r>
              <a:rPr lang="en-US" sz="2400" b="1" dirty="0">
                <a:solidFill>
                  <a:schemeClr val="accent6">
                    <a:lumMod val="60000"/>
                    <a:lumOff val="40000"/>
                  </a:schemeClr>
                </a:solidFill>
              </a:rPr>
              <a:t>2. Pay-as-you-use</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You only pay per request (tokens)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No need to maintain servers</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19D3792-A399-4DE6-0F6A-BFAFA0E317EA}"/>
                  </a:ext>
                </a:extLst>
              </p14:cNvPr>
              <p14:cNvContentPartPr/>
              <p14:nvPr/>
            </p14:nvContentPartPr>
            <p14:xfrm>
              <a:off x="1298304" y="969336"/>
              <a:ext cx="360" cy="360"/>
            </p14:xfrm>
          </p:contentPart>
        </mc:Choice>
        <mc:Fallback xmlns="">
          <p:pic>
            <p:nvPicPr>
              <p:cNvPr id="2" name="Ink 1">
                <a:extLst>
                  <a:ext uri="{FF2B5EF4-FFF2-40B4-BE49-F238E27FC236}">
                    <a16:creationId xmlns:a16="http://schemas.microsoft.com/office/drawing/2014/main" id="{519D3792-A399-4DE6-0F6A-BFAFA0E317EA}"/>
                  </a:ext>
                </a:extLst>
              </p:cNvPr>
              <p:cNvPicPr/>
              <p:nvPr/>
            </p:nvPicPr>
            <p:blipFill>
              <a:blip r:embed="rId14"/>
              <a:stretch>
                <a:fillRect/>
              </a:stretch>
            </p:blipFill>
            <p:spPr>
              <a:xfrm>
                <a:off x="1280304" y="951336"/>
                <a:ext cx="36000" cy="36000"/>
              </a:xfrm>
              <a:prstGeom prst="rect">
                <a:avLst/>
              </a:prstGeom>
            </p:spPr>
          </p:pic>
        </mc:Fallback>
      </mc:AlternateContent>
      <p:pic>
        <p:nvPicPr>
          <p:cNvPr id="3" name="Picture 2">
            <a:extLst>
              <a:ext uri="{FF2B5EF4-FFF2-40B4-BE49-F238E27FC236}">
                <a16:creationId xmlns:a16="http://schemas.microsoft.com/office/drawing/2014/main" id="{1EA13581-3A37-0978-FB5A-7E7C2726FDF8}"/>
              </a:ext>
            </a:extLst>
          </p:cNvPr>
          <p:cNvPicPr>
            <a:picLocks noChangeAspect="1"/>
          </p:cNvPicPr>
          <p:nvPr/>
        </p:nvPicPr>
        <p:blipFill>
          <a:blip r:embed="rId15"/>
          <a:stretch>
            <a:fillRect/>
          </a:stretch>
        </p:blipFill>
        <p:spPr>
          <a:xfrm>
            <a:off x="311039" y="3977640"/>
            <a:ext cx="9605329" cy="2677983"/>
          </a:xfrm>
          <a:prstGeom prst="rect">
            <a:avLst/>
          </a:prstGeom>
        </p:spPr>
      </p:pic>
      <p:grpSp>
        <p:nvGrpSpPr>
          <p:cNvPr id="5" name="Group 4">
            <a:extLst>
              <a:ext uri="{FF2B5EF4-FFF2-40B4-BE49-F238E27FC236}">
                <a16:creationId xmlns:a16="http://schemas.microsoft.com/office/drawing/2014/main" id="{DE6B5D72-0B42-863A-30AC-7A60C66AE002}"/>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344E5530-53B8-41E9-5228-57E1B2B2A0D9}"/>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BC283D08-CDFB-0DDC-67C2-56A1902A4B3B}"/>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62E3CC22-A501-FEAB-7D74-FF95B938F03A}"/>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EDDFE6E0-053E-BF5C-6FFB-7BFED82BE3CB}"/>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0442CB3E-88A4-F371-687C-07045D8F6BD5}"/>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
        <p:nvSpPr>
          <p:cNvPr id="8" name="TextBox 7">
            <a:extLst>
              <a:ext uri="{FF2B5EF4-FFF2-40B4-BE49-F238E27FC236}">
                <a16:creationId xmlns:a16="http://schemas.microsoft.com/office/drawing/2014/main" id="{8B32EE86-7BA6-92C0-6F68-0246CB4FB68B}"/>
              </a:ext>
            </a:extLst>
          </p:cNvPr>
          <p:cNvSpPr txBox="1"/>
          <p:nvPr/>
        </p:nvSpPr>
        <p:spPr>
          <a:xfrm>
            <a:off x="3012948" y="144518"/>
            <a:ext cx="6190488" cy="461665"/>
          </a:xfrm>
          <a:prstGeom prst="rect">
            <a:avLst/>
          </a:prstGeom>
          <a:noFill/>
        </p:spPr>
        <p:txBody>
          <a:bodyPr wrap="square">
            <a:spAutoFit/>
          </a:bodyPr>
          <a:lstStyle/>
          <a:p>
            <a:r>
              <a:rPr lang="en-US" sz="2400" b="1" dirty="0">
                <a:solidFill>
                  <a:schemeClr val="accent6">
                    <a:lumMod val="60000"/>
                    <a:lumOff val="40000"/>
                  </a:schemeClr>
                </a:solidFill>
              </a:rPr>
              <a:t>Why do we need an LLM API?</a:t>
            </a:r>
          </a:p>
        </p:txBody>
      </p:sp>
    </p:spTree>
    <p:extLst>
      <p:ext uri="{BB962C8B-B14F-4D97-AF65-F5344CB8AC3E}">
        <p14:creationId xmlns:p14="http://schemas.microsoft.com/office/powerpoint/2010/main" val="178108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C3066-1DDD-BA54-F510-0F94A303B0B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1D1FDB2-5C4F-7C07-B1A4-0D6B2A50A696}"/>
              </a:ext>
            </a:extLst>
          </p:cNvPr>
          <p:cNvSpPr txBox="1"/>
          <p:nvPr/>
        </p:nvSpPr>
        <p:spPr>
          <a:xfrm>
            <a:off x="178931" y="663625"/>
            <a:ext cx="11781421" cy="1938992"/>
          </a:xfrm>
          <a:prstGeom prst="rect">
            <a:avLst/>
          </a:prstGeom>
          <a:noFill/>
        </p:spPr>
        <p:txBody>
          <a:bodyPr wrap="square">
            <a:spAutoFit/>
          </a:bodyPr>
          <a:lstStyle/>
          <a:p>
            <a:r>
              <a:rPr lang="en-US" sz="2400" b="1" dirty="0">
                <a:solidFill>
                  <a:schemeClr val="accent6">
                    <a:lumMod val="60000"/>
                    <a:lumOff val="40000"/>
                  </a:schemeClr>
                </a:solidFill>
              </a:rPr>
              <a:t>3. API Uses Updated Model</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Providers like OpenAI improve models regularly</a:t>
            </a:r>
            <a:br>
              <a:rPr lang="en-US" sz="2400" dirty="0">
                <a:solidFill>
                  <a:schemeClr val="accent6">
                    <a:lumMod val="60000"/>
                    <a:lumOff val="40000"/>
                  </a:schemeClr>
                </a:solidFill>
              </a:rPr>
            </a:br>
            <a:endParaRPr lang="en-US" sz="2400" dirty="0">
              <a:solidFill>
                <a:schemeClr val="accent6">
                  <a:lumMod val="60000"/>
                  <a:lumOff val="40000"/>
                </a:schemeClr>
              </a:solidFill>
            </a:endParaRPr>
          </a:p>
          <a:p>
            <a:r>
              <a:rPr lang="en-US" sz="2400" dirty="0">
                <a:solidFill>
                  <a:schemeClr val="accent6">
                    <a:lumMod val="60000"/>
                    <a:lumOff val="40000"/>
                  </a:schemeClr>
                </a:solidFill>
              </a:rPr>
              <a:t>👉 Your app automatically gets better</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31D49A98-F3D7-9318-FD43-A226004AD83B}"/>
                  </a:ext>
                </a:extLst>
              </p14:cNvPr>
              <p14:cNvContentPartPr/>
              <p14:nvPr/>
            </p14:nvContentPartPr>
            <p14:xfrm>
              <a:off x="1298304" y="969336"/>
              <a:ext cx="360" cy="360"/>
            </p14:xfrm>
          </p:contentPart>
        </mc:Choice>
        <mc:Fallback xmlns="">
          <p:pic>
            <p:nvPicPr>
              <p:cNvPr id="2" name="Ink 1">
                <a:extLst>
                  <a:ext uri="{FF2B5EF4-FFF2-40B4-BE49-F238E27FC236}">
                    <a16:creationId xmlns:a16="http://schemas.microsoft.com/office/drawing/2014/main" id="{31D49A98-F3D7-9318-FD43-A226004AD83B}"/>
                  </a:ext>
                </a:extLst>
              </p:cNvPr>
              <p:cNvPicPr/>
              <p:nvPr/>
            </p:nvPicPr>
            <p:blipFill>
              <a:blip r:embed="rId14"/>
              <a:stretch>
                <a:fillRect/>
              </a:stretch>
            </p:blipFill>
            <p:spPr>
              <a:xfrm>
                <a:off x="1280304" y="951336"/>
                <a:ext cx="36000" cy="36000"/>
              </a:xfrm>
              <a:prstGeom prst="rect">
                <a:avLst/>
              </a:prstGeom>
            </p:spPr>
          </p:pic>
        </mc:Fallback>
      </mc:AlternateContent>
      <p:pic>
        <p:nvPicPr>
          <p:cNvPr id="3" name="Picture 2">
            <a:extLst>
              <a:ext uri="{FF2B5EF4-FFF2-40B4-BE49-F238E27FC236}">
                <a16:creationId xmlns:a16="http://schemas.microsoft.com/office/drawing/2014/main" id="{6929C6E1-5E79-7F98-8D98-1CF8CAD849CA}"/>
              </a:ext>
            </a:extLst>
          </p:cNvPr>
          <p:cNvPicPr>
            <a:picLocks noChangeAspect="1"/>
          </p:cNvPicPr>
          <p:nvPr/>
        </p:nvPicPr>
        <p:blipFill>
          <a:blip r:embed="rId15"/>
          <a:stretch>
            <a:fillRect/>
          </a:stretch>
        </p:blipFill>
        <p:spPr>
          <a:xfrm>
            <a:off x="311039" y="3977640"/>
            <a:ext cx="9605329" cy="2677983"/>
          </a:xfrm>
          <a:prstGeom prst="rect">
            <a:avLst/>
          </a:prstGeom>
        </p:spPr>
      </p:pic>
      <p:grpSp>
        <p:nvGrpSpPr>
          <p:cNvPr id="5" name="Group 4">
            <a:extLst>
              <a:ext uri="{FF2B5EF4-FFF2-40B4-BE49-F238E27FC236}">
                <a16:creationId xmlns:a16="http://schemas.microsoft.com/office/drawing/2014/main" id="{4421C9F6-CA6D-233A-5B61-644E267FAF0F}"/>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DC880F14-EB93-714B-C101-5B4611E28BB5}"/>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9" name="Ink 8">
                  <a:extLst>
                    <a:ext uri="{FF2B5EF4-FFF2-40B4-BE49-F238E27FC236}">
                      <a16:creationId xmlns:a16="http://schemas.microsoft.com/office/drawing/2014/main" id="{A95DA925-91A3-72D4-FAB4-0B91513D9D66}"/>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524840DD-D6B4-5341-A8D0-EE9C23A584FC}"/>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Ink 10">
                  <a:extLst>
                    <a:ext uri="{FF2B5EF4-FFF2-40B4-BE49-F238E27FC236}">
                      <a16:creationId xmlns:a16="http://schemas.microsoft.com/office/drawing/2014/main" id="{70FBD915-42D3-BE8D-94AB-EC4768271362}"/>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2204B498-ABEC-DF56-79AF-637AA7750753}"/>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
        <p:nvSpPr>
          <p:cNvPr id="8" name="TextBox 7">
            <a:extLst>
              <a:ext uri="{FF2B5EF4-FFF2-40B4-BE49-F238E27FC236}">
                <a16:creationId xmlns:a16="http://schemas.microsoft.com/office/drawing/2014/main" id="{3E574793-E874-5242-3577-E526968F2798}"/>
              </a:ext>
            </a:extLst>
          </p:cNvPr>
          <p:cNvSpPr txBox="1"/>
          <p:nvPr/>
        </p:nvSpPr>
        <p:spPr>
          <a:xfrm>
            <a:off x="3012948" y="144518"/>
            <a:ext cx="6190488" cy="461665"/>
          </a:xfrm>
          <a:prstGeom prst="rect">
            <a:avLst/>
          </a:prstGeom>
          <a:noFill/>
        </p:spPr>
        <p:txBody>
          <a:bodyPr wrap="square">
            <a:spAutoFit/>
          </a:bodyPr>
          <a:lstStyle/>
          <a:p>
            <a:r>
              <a:rPr lang="en-US" sz="2400" b="1" dirty="0">
                <a:solidFill>
                  <a:schemeClr val="accent6">
                    <a:lumMod val="60000"/>
                    <a:lumOff val="40000"/>
                  </a:schemeClr>
                </a:solidFill>
              </a:rPr>
              <a:t>Why do we need an LLM API?</a:t>
            </a:r>
          </a:p>
        </p:txBody>
      </p:sp>
    </p:spTree>
    <p:extLst>
      <p:ext uri="{BB962C8B-B14F-4D97-AF65-F5344CB8AC3E}">
        <p14:creationId xmlns:p14="http://schemas.microsoft.com/office/powerpoint/2010/main" val="2714192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03210-398F-583F-B5AC-3674EE6182D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9ED7CAE-66D7-38AC-E5F1-728B150ADB89}"/>
              </a:ext>
            </a:extLst>
          </p:cNvPr>
          <p:cNvSpPr txBox="1"/>
          <p:nvPr/>
        </p:nvSpPr>
        <p:spPr>
          <a:xfrm>
            <a:off x="1009649" y="180886"/>
            <a:ext cx="9563101" cy="1200329"/>
          </a:xfrm>
          <a:prstGeom prst="rect">
            <a:avLst/>
          </a:prstGeom>
          <a:noFill/>
        </p:spPr>
        <p:txBody>
          <a:bodyPr wrap="square">
            <a:spAutoFit/>
          </a:bodyPr>
          <a:lstStyle/>
          <a:p>
            <a:r>
              <a:rPr lang="en-US" sz="2400" b="1" dirty="0">
                <a:solidFill>
                  <a:schemeClr val="accent6">
                    <a:lumMod val="60000"/>
                    <a:lumOff val="40000"/>
                  </a:schemeClr>
                </a:solidFill>
              </a:rPr>
              <a:t>How to use API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Ans: Read API –Docs provided by the company.</a:t>
            </a:r>
            <a:endParaRPr lang="en-IN" sz="2400" dirty="0">
              <a:solidFill>
                <a:schemeClr val="accent6">
                  <a:lumMod val="60000"/>
                  <a:lumOff val="40000"/>
                </a:schemeClr>
              </a:solidFill>
            </a:endParaRPr>
          </a:p>
        </p:txBody>
      </p:sp>
      <p:pic>
        <p:nvPicPr>
          <p:cNvPr id="2" name="Picture 1">
            <a:extLst>
              <a:ext uri="{FF2B5EF4-FFF2-40B4-BE49-F238E27FC236}">
                <a16:creationId xmlns:a16="http://schemas.microsoft.com/office/drawing/2014/main" id="{A836AD6A-75E2-2A72-60DA-43C08EEBF4F4}"/>
              </a:ext>
            </a:extLst>
          </p:cNvPr>
          <p:cNvPicPr>
            <a:picLocks noChangeAspect="1"/>
          </p:cNvPicPr>
          <p:nvPr/>
        </p:nvPicPr>
        <p:blipFill>
          <a:blip r:embed="rId2"/>
          <a:stretch>
            <a:fillRect/>
          </a:stretch>
        </p:blipFill>
        <p:spPr>
          <a:xfrm>
            <a:off x="311039" y="3977640"/>
            <a:ext cx="9605329" cy="2677983"/>
          </a:xfrm>
          <a:prstGeom prst="rect">
            <a:avLst/>
          </a:prstGeom>
        </p:spPr>
      </p:pic>
      <p:grpSp>
        <p:nvGrpSpPr>
          <p:cNvPr id="3" name="Group 2">
            <a:extLst>
              <a:ext uri="{FF2B5EF4-FFF2-40B4-BE49-F238E27FC236}">
                <a16:creationId xmlns:a16="http://schemas.microsoft.com/office/drawing/2014/main" id="{576DA07B-72E4-0D0A-6B2E-2951D8C5C3D3}"/>
              </a:ext>
            </a:extLst>
          </p:cNvPr>
          <p:cNvGrpSpPr/>
          <p:nvPr/>
        </p:nvGrpSpPr>
        <p:grpSpPr>
          <a:xfrm>
            <a:off x="8151576" y="5375116"/>
            <a:ext cx="966960" cy="345600"/>
            <a:chOff x="8284824" y="5568336"/>
            <a:chExt cx="966960" cy="3456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D3FA213B-8DA9-9560-7B4B-3F589ED4E218}"/>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7BC04A99-B12B-A47E-A96D-DB4FA9D8ED63}"/>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6EA2F7A1-33DC-2692-386F-7CC68A57CD64}"/>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2307EC0D-F551-B664-C5FB-5D97C870BF46}"/>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D88656B8-C63B-5E42-1EA4-DA65EB6257ED}"/>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4245069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B922C-06C2-B51F-E8E5-A3D74C7B0B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3963B1-7272-28EA-3043-0E196F8D7B10}"/>
              </a:ext>
            </a:extLst>
          </p:cNvPr>
          <p:cNvSpPr txBox="1"/>
          <p:nvPr/>
        </p:nvSpPr>
        <p:spPr>
          <a:xfrm>
            <a:off x="232409" y="107734"/>
            <a:ext cx="2035303" cy="461665"/>
          </a:xfrm>
          <a:prstGeom prst="rect">
            <a:avLst/>
          </a:prstGeom>
          <a:noFill/>
        </p:spPr>
        <p:txBody>
          <a:bodyPr wrap="square">
            <a:spAutoFit/>
          </a:bodyPr>
          <a:lstStyle/>
          <a:p>
            <a:r>
              <a:rPr lang="en-US" sz="2400" dirty="0">
                <a:solidFill>
                  <a:schemeClr val="accent6">
                    <a:lumMod val="60000"/>
                    <a:lumOff val="40000"/>
                  </a:schemeClr>
                </a:solidFill>
              </a:rPr>
              <a:t>An example:</a:t>
            </a:r>
            <a:endParaRPr lang="en-IN" sz="2400"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D1FF7898-A9E0-CC2B-738C-2C96FBEA4EC8}"/>
              </a:ext>
            </a:extLst>
          </p:cNvPr>
          <p:cNvPicPr>
            <a:picLocks noChangeAspect="1"/>
          </p:cNvPicPr>
          <p:nvPr/>
        </p:nvPicPr>
        <p:blipFill>
          <a:blip r:embed="rId2"/>
          <a:stretch>
            <a:fillRect/>
          </a:stretch>
        </p:blipFill>
        <p:spPr>
          <a:xfrm>
            <a:off x="1844134" y="54863"/>
            <a:ext cx="10158898" cy="4151377"/>
          </a:xfrm>
          <a:prstGeom prst="rect">
            <a:avLst/>
          </a:prstGeom>
        </p:spPr>
      </p:pic>
      <p:pic>
        <p:nvPicPr>
          <p:cNvPr id="18" name="Picture 17">
            <a:extLst>
              <a:ext uri="{FF2B5EF4-FFF2-40B4-BE49-F238E27FC236}">
                <a16:creationId xmlns:a16="http://schemas.microsoft.com/office/drawing/2014/main" id="{6F23FAEC-ED69-298A-673F-D901D0B0FF12}"/>
              </a:ext>
            </a:extLst>
          </p:cNvPr>
          <p:cNvPicPr>
            <a:picLocks noChangeAspect="1"/>
          </p:cNvPicPr>
          <p:nvPr/>
        </p:nvPicPr>
        <p:blipFill>
          <a:blip r:embed="rId3"/>
          <a:stretch>
            <a:fillRect/>
          </a:stretch>
        </p:blipFill>
        <p:spPr>
          <a:xfrm>
            <a:off x="1929384" y="4428838"/>
            <a:ext cx="7986984" cy="2226785"/>
          </a:xfrm>
          <a:prstGeom prst="rect">
            <a:avLst/>
          </a:prstGeom>
        </p:spPr>
      </p:pic>
      <p:grpSp>
        <p:nvGrpSpPr>
          <p:cNvPr id="19" name="Group 18">
            <a:extLst>
              <a:ext uri="{FF2B5EF4-FFF2-40B4-BE49-F238E27FC236}">
                <a16:creationId xmlns:a16="http://schemas.microsoft.com/office/drawing/2014/main" id="{103E5E1E-FC33-CDA6-DB01-157F14A25E60}"/>
              </a:ext>
            </a:extLst>
          </p:cNvPr>
          <p:cNvGrpSpPr/>
          <p:nvPr/>
        </p:nvGrpSpPr>
        <p:grpSpPr>
          <a:xfrm>
            <a:off x="8417230" y="5513831"/>
            <a:ext cx="701305" cy="206883"/>
            <a:chOff x="8284824" y="5568336"/>
            <a:chExt cx="966960" cy="345600"/>
          </a:xfrm>
        </p:grpSpPr>
        <mc:AlternateContent xmlns:mc="http://schemas.openxmlformats.org/markup-compatibility/2006" xmlns:p14="http://schemas.microsoft.com/office/powerpoint/2010/main">
          <mc:Choice Requires="p14">
            <p:contentPart p14:bwMode="auto" r:id="rId4">
              <p14:nvContentPartPr>
                <p14:cNvPr id="20" name="Ink 19">
                  <a:extLst>
                    <a:ext uri="{FF2B5EF4-FFF2-40B4-BE49-F238E27FC236}">
                      <a16:creationId xmlns:a16="http://schemas.microsoft.com/office/drawing/2014/main" id="{CC781098-437A-F389-7752-247E9206CC5E}"/>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5"/>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Ink 20">
                  <a:extLst>
                    <a:ext uri="{FF2B5EF4-FFF2-40B4-BE49-F238E27FC236}">
                      <a16:creationId xmlns:a16="http://schemas.microsoft.com/office/drawing/2014/main" id="{D31B8B6D-5EF7-9F22-C3F8-7C011E6E0ED1}"/>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7"/>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2" name="Ink 21">
                  <a:extLst>
                    <a:ext uri="{FF2B5EF4-FFF2-40B4-BE49-F238E27FC236}">
                      <a16:creationId xmlns:a16="http://schemas.microsoft.com/office/drawing/2014/main" id="{0D41C812-99BF-EAD5-0E55-B5B4947FECE5}"/>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9"/>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D5884C4E-BF6F-3E81-C6AC-AECDDF213A9E}"/>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1"/>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89CB6EAB-9C6C-CA6C-160D-4DBC17EFA9F8}"/>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3"/>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893882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B46DE-9F1E-4A98-70ED-35993E2DEC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806041-6FE5-869E-C1E8-CF2DA41965FD}"/>
              </a:ext>
            </a:extLst>
          </p:cNvPr>
          <p:cNvSpPr txBox="1"/>
          <p:nvPr/>
        </p:nvSpPr>
        <p:spPr>
          <a:xfrm>
            <a:off x="232409" y="107734"/>
            <a:ext cx="11279887" cy="2308324"/>
          </a:xfrm>
          <a:prstGeom prst="rect">
            <a:avLst/>
          </a:prstGeom>
          <a:noFill/>
        </p:spPr>
        <p:txBody>
          <a:bodyPr wrap="square">
            <a:spAutoFit/>
          </a:bodyPr>
          <a:lstStyle/>
          <a:p>
            <a:r>
              <a:rPr lang="en-US" sz="2400" dirty="0">
                <a:solidFill>
                  <a:schemeClr val="accent6">
                    <a:lumMod val="60000"/>
                    <a:lumOff val="40000"/>
                  </a:schemeClr>
                </a:solidFill>
              </a:rPr>
              <a:t>Output:</a:t>
            </a:r>
          </a:p>
          <a:p>
            <a:endParaRPr lang="en-US" sz="2400" dirty="0">
              <a:solidFill>
                <a:schemeClr val="accent6">
                  <a:lumMod val="60000"/>
                  <a:lumOff val="40000"/>
                </a:schemeClr>
              </a:solidFill>
            </a:endParaRPr>
          </a:p>
          <a:p>
            <a:r>
              <a:rPr lang="en-US" sz="2400" dirty="0">
                <a:solidFill>
                  <a:schemeClr val="accent4">
                    <a:lumMod val="60000"/>
                    <a:lumOff val="40000"/>
                  </a:schemeClr>
                </a:solidFill>
              </a:rPr>
              <a:t>An API acts as a bridge, allowing external applications to send requests (prompts) to an LLM and receive generated response. It enables developers to integrate powerful AI capabilities into their own software without needing to host or manage the massive LLM themselves. </a:t>
            </a:r>
            <a:endParaRPr lang="en-IN" sz="2400" dirty="0">
              <a:solidFill>
                <a:schemeClr val="accent4">
                  <a:lumMod val="60000"/>
                  <a:lumOff val="40000"/>
                </a:schemeClr>
              </a:solidFill>
            </a:endParaRPr>
          </a:p>
        </p:txBody>
      </p:sp>
      <p:pic>
        <p:nvPicPr>
          <p:cNvPr id="2" name="Picture 1">
            <a:extLst>
              <a:ext uri="{FF2B5EF4-FFF2-40B4-BE49-F238E27FC236}">
                <a16:creationId xmlns:a16="http://schemas.microsoft.com/office/drawing/2014/main" id="{3B3098B0-7FBF-C1DC-224D-AA27E635EFC1}"/>
              </a:ext>
            </a:extLst>
          </p:cNvPr>
          <p:cNvPicPr>
            <a:picLocks noChangeAspect="1"/>
          </p:cNvPicPr>
          <p:nvPr/>
        </p:nvPicPr>
        <p:blipFill>
          <a:blip r:embed="rId2"/>
          <a:stretch>
            <a:fillRect/>
          </a:stretch>
        </p:blipFill>
        <p:spPr>
          <a:xfrm>
            <a:off x="1929384" y="4428838"/>
            <a:ext cx="7986984" cy="2226785"/>
          </a:xfrm>
          <a:prstGeom prst="rect">
            <a:avLst/>
          </a:prstGeom>
        </p:spPr>
      </p:pic>
      <p:grpSp>
        <p:nvGrpSpPr>
          <p:cNvPr id="3" name="Group 2">
            <a:extLst>
              <a:ext uri="{FF2B5EF4-FFF2-40B4-BE49-F238E27FC236}">
                <a16:creationId xmlns:a16="http://schemas.microsoft.com/office/drawing/2014/main" id="{54BC1D40-170B-E681-3E79-A9C7284B8E1C}"/>
              </a:ext>
            </a:extLst>
          </p:cNvPr>
          <p:cNvGrpSpPr/>
          <p:nvPr/>
        </p:nvGrpSpPr>
        <p:grpSpPr>
          <a:xfrm>
            <a:off x="8417230" y="5513831"/>
            <a:ext cx="701305" cy="206883"/>
            <a:chOff x="8284824" y="5568336"/>
            <a:chExt cx="966960" cy="34560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8092DB8-3F8D-2F78-773D-F5786526100D}"/>
                    </a:ext>
                  </a:extLst>
                </p14:cNvPr>
                <p14:cNvContentPartPr/>
                <p14:nvPr/>
              </p14:nvContentPartPr>
              <p14:xfrm>
                <a:off x="8429544" y="5616936"/>
                <a:ext cx="139680" cy="191880"/>
              </p14:xfrm>
            </p:contentPart>
          </mc:Choice>
          <mc:Fallback xmlns="">
            <p:pic>
              <p:nvPicPr>
                <p:cNvPr id="17" name="Ink 16">
                  <a:extLst>
                    <a:ext uri="{FF2B5EF4-FFF2-40B4-BE49-F238E27FC236}">
                      <a16:creationId xmlns:a16="http://schemas.microsoft.com/office/drawing/2014/main" id="{113F90ED-403C-FAC2-928A-0CD45B6D04F8}"/>
                    </a:ext>
                  </a:extLst>
                </p:cNvPr>
                <p:cNvPicPr/>
                <p:nvPr/>
              </p:nvPicPr>
              <p:blipFill>
                <a:blip r:embed="rId4"/>
                <a:stretch>
                  <a:fillRect/>
                </a:stretch>
              </p:blipFill>
              <p:spPr>
                <a:xfrm>
                  <a:off x="8411544" y="5599296"/>
                  <a:ext cx="1753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35E04A70-74EB-9F06-DB2D-14D1FFCF54FE}"/>
                    </a:ext>
                  </a:extLst>
                </p14:cNvPr>
                <p14:cNvContentPartPr/>
                <p14:nvPr/>
              </p14:nvContentPartPr>
              <p14:xfrm>
                <a:off x="8631864" y="5607576"/>
                <a:ext cx="170640" cy="189360"/>
              </p14:xfrm>
            </p:contentPart>
          </mc:Choice>
          <mc:Fallback xmlns="">
            <p:pic>
              <p:nvPicPr>
                <p:cNvPr id="18" name="Ink 17">
                  <a:extLst>
                    <a:ext uri="{FF2B5EF4-FFF2-40B4-BE49-F238E27FC236}">
                      <a16:creationId xmlns:a16="http://schemas.microsoft.com/office/drawing/2014/main" id="{D22BA6F4-6DCF-8194-213A-0D3CD0D5D21F}"/>
                    </a:ext>
                  </a:extLst>
                </p:cNvPr>
                <p:cNvPicPr/>
                <p:nvPr/>
              </p:nvPicPr>
              <p:blipFill>
                <a:blip r:embed="rId6"/>
                <a:stretch>
                  <a:fillRect/>
                </a:stretch>
              </p:blipFill>
              <p:spPr>
                <a:xfrm>
                  <a:off x="8613864" y="5589936"/>
                  <a:ext cx="20628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BD64F372-D114-F520-C038-5454696959AA}"/>
                    </a:ext>
                  </a:extLst>
                </p14:cNvPr>
                <p14:cNvContentPartPr/>
                <p14:nvPr/>
              </p14:nvContentPartPr>
              <p14:xfrm>
                <a:off x="8888544" y="5620536"/>
                <a:ext cx="219600" cy="153360"/>
              </p14:xfrm>
            </p:contentPart>
          </mc:Choice>
          <mc:Fallback xmlns="">
            <p:pic>
              <p:nvPicPr>
                <p:cNvPr id="19" name="Ink 18">
                  <a:extLst>
                    <a:ext uri="{FF2B5EF4-FFF2-40B4-BE49-F238E27FC236}">
                      <a16:creationId xmlns:a16="http://schemas.microsoft.com/office/drawing/2014/main" id="{AB312D86-C9F2-3170-23BC-0B5D7FA578D3}"/>
                    </a:ext>
                  </a:extLst>
                </p:cNvPr>
                <p:cNvPicPr/>
                <p:nvPr/>
              </p:nvPicPr>
              <p:blipFill>
                <a:blip r:embed="rId8"/>
                <a:stretch>
                  <a:fillRect/>
                </a:stretch>
              </p:blipFill>
              <p:spPr>
                <a:xfrm>
                  <a:off x="8870544" y="5602896"/>
                  <a:ext cx="2552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4F6B7153-1A1C-242A-FD82-D5A089E7CBE6}"/>
                    </a:ext>
                  </a:extLst>
                </p14:cNvPr>
                <p14:cNvContentPartPr/>
                <p14:nvPr/>
              </p14:nvContentPartPr>
              <p14:xfrm>
                <a:off x="9171504" y="5568336"/>
                <a:ext cx="80280" cy="289800"/>
              </p14:xfrm>
            </p:contentPart>
          </mc:Choice>
          <mc:Fallback xmlns="">
            <p:pic>
              <p:nvPicPr>
                <p:cNvPr id="20" name="Ink 19">
                  <a:extLst>
                    <a:ext uri="{FF2B5EF4-FFF2-40B4-BE49-F238E27FC236}">
                      <a16:creationId xmlns:a16="http://schemas.microsoft.com/office/drawing/2014/main" id="{3B166C44-74AB-8551-09F4-47FEDBEAC5D6}"/>
                    </a:ext>
                  </a:extLst>
                </p:cNvPr>
                <p:cNvPicPr/>
                <p:nvPr/>
              </p:nvPicPr>
              <p:blipFill>
                <a:blip r:embed="rId10"/>
                <a:stretch>
                  <a:fillRect/>
                </a:stretch>
              </p:blipFill>
              <p:spPr>
                <a:xfrm>
                  <a:off x="9153504" y="5550696"/>
                  <a:ext cx="11592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6D3E9ED3-B242-BA02-E897-89C697403135}"/>
                    </a:ext>
                  </a:extLst>
                </p14:cNvPr>
                <p14:cNvContentPartPr/>
                <p14:nvPr/>
              </p14:nvContentPartPr>
              <p14:xfrm>
                <a:off x="8284824" y="5568336"/>
                <a:ext cx="145080" cy="345600"/>
              </p14:xfrm>
            </p:contentPart>
          </mc:Choice>
          <mc:Fallback xmlns="">
            <p:pic>
              <p:nvPicPr>
                <p:cNvPr id="21" name="Ink 20">
                  <a:extLst>
                    <a:ext uri="{FF2B5EF4-FFF2-40B4-BE49-F238E27FC236}">
                      <a16:creationId xmlns:a16="http://schemas.microsoft.com/office/drawing/2014/main" id="{0B65D050-066C-649F-97D8-43BCBB79DCC5}"/>
                    </a:ext>
                  </a:extLst>
                </p:cNvPr>
                <p:cNvPicPr/>
                <p:nvPr/>
              </p:nvPicPr>
              <p:blipFill>
                <a:blip r:embed="rId12"/>
                <a:stretch>
                  <a:fillRect/>
                </a:stretch>
              </p:blipFill>
              <p:spPr>
                <a:xfrm>
                  <a:off x="8267184" y="5550696"/>
                  <a:ext cx="180720" cy="381240"/>
                </a:xfrm>
                <a:prstGeom prst="rect">
                  <a:avLst/>
                </a:prstGeom>
              </p:spPr>
            </p:pic>
          </mc:Fallback>
        </mc:AlternateContent>
      </p:grpSp>
    </p:spTree>
    <p:extLst>
      <p:ext uri="{BB962C8B-B14F-4D97-AF65-F5344CB8AC3E}">
        <p14:creationId xmlns:p14="http://schemas.microsoft.com/office/powerpoint/2010/main" val="3177075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75B4D-6ACB-11A1-51DA-D83EC9E050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5AEBFEA-0B64-787B-00B3-4F46C798F6DD}"/>
              </a:ext>
            </a:extLst>
          </p:cNvPr>
          <p:cNvSpPr txBox="1"/>
          <p:nvPr/>
        </p:nvSpPr>
        <p:spPr>
          <a:xfrm>
            <a:off x="232409" y="107734"/>
            <a:ext cx="11279887" cy="1200329"/>
          </a:xfrm>
          <a:prstGeom prst="rect">
            <a:avLst/>
          </a:prstGeom>
          <a:noFill/>
        </p:spPr>
        <p:txBody>
          <a:bodyPr wrap="square">
            <a:spAutoFit/>
          </a:bodyPr>
          <a:lstStyle/>
          <a:p>
            <a:r>
              <a:rPr lang="en-IN" sz="2400" dirty="0">
                <a:solidFill>
                  <a:schemeClr val="accent6">
                    <a:lumMod val="60000"/>
                    <a:lumOff val="40000"/>
                  </a:schemeClr>
                </a:solidFill>
              </a:rPr>
              <a:t>How to get API Key ?</a:t>
            </a:r>
          </a:p>
          <a:p>
            <a:endParaRPr lang="en-IN" sz="2400" dirty="0">
              <a:solidFill>
                <a:schemeClr val="accent6">
                  <a:lumMod val="60000"/>
                  <a:lumOff val="40000"/>
                </a:schemeClr>
              </a:solidFill>
            </a:endParaRPr>
          </a:p>
          <a:p>
            <a:r>
              <a:rPr lang="en-IN" sz="2400" dirty="0">
                <a:solidFill>
                  <a:schemeClr val="accent6">
                    <a:lumMod val="60000"/>
                    <a:lumOff val="40000"/>
                  </a:schemeClr>
                </a:solidFill>
              </a:rPr>
              <a:t>OpenAI API keys : </a:t>
            </a:r>
            <a:r>
              <a:rPr lang="en-IN" sz="2400" dirty="0">
                <a:solidFill>
                  <a:schemeClr val="accent6">
                    <a:lumMod val="60000"/>
                    <a:lumOff val="40000"/>
                  </a:schemeClr>
                </a:solidFill>
                <a:hlinkClick r:id="rId2"/>
              </a:rPr>
              <a:t>https://platform.openai.com/api-keys</a:t>
            </a:r>
            <a:endParaRPr lang="en-IN" sz="2400" dirty="0">
              <a:solidFill>
                <a:schemeClr val="accent6">
                  <a:lumMod val="60000"/>
                  <a:lumOff val="40000"/>
                </a:schemeClr>
              </a:solidFill>
            </a:endParaRPr>
          </a:p>
        </p:txBody>
      </p:sp>
      <p:pic>
        <p:nvPicPr>
          <p:cNvPr id="3" name="Picture 2">
            <a:extLst>
              <a:ext uri="{FF2B5EF4-FFF2-40B4-BE49-F238E27FC236}">
                <a16:creationId xmlns:a16="http://schemas.microsoft.com/office/drawing/2014/main" id="{5B8E2B3B-E150-9AB9-538A-4F2956C1B06E}"/>
              </a:ext>
            </a:extLst>
          </p:cNvPr>
          <p:cNvPicPr>
            <a:picLocks noChangeAspect="1"/>
          </p:cNvPicPr>
          <p:nvPr/>
        </p:nvPicPr>
        <p:blipFill>
          <a:blip r:embed="rId3"/>
          <a:stretch>
            <a:fillRect/>
          </a:stretch>
        </p:blipFill>
        <p:spPr>
          <a:xfrm>
            <a:off x="393192" y="1978097"/>
            <a:ext cx="10792968" cy="4772169"/>
          </a:xfrm>
          <a:prstGeom prst="rect">
            <a:avLst/>
          </a:prstGeom>
        </p:spPr>
      </p:pic>
    </p:spTree>
    <p:extLst>
      <p:ext uri="{BB962C8B-B14F-4D97-AF65-F5344CB8AC3E}">
        <p14:creationId xmlns:p14="http://schemas.microsoft.com/office/powerpoint/2010/main" val="378413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C94EC-C8A5-F32A-CAC6-C41A79BC5D3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37B700-A6C2-931E-58B9-F7D9D85E7BA2}"/>
              </a:ext>
            </a:extLst>
          </p:cNvPr>
          <p:cNvSpPr txBox="1"/>
          <p:nvPr/>
        </p:nvSpPr>
        <p:spPr>
          <a:xfrm>
            <a:off x="232409" y="107734"/>
            <a:ext cx="11279887" cy="1200329"/>
          </a:xfrm>
          <a:prstGeom prst="rect">
            <a:avLst/>
          </a:prstGeom>
          <a:noFill/>
        </p:spPr>
        <p:txBody>
          <a:bodyPr wrap="square">
            <a:spAutoFit/>
          </a:bodyPr>
          <a:lstStyle/>
          <a:p>
            <a:r>
              <a:rPr lang="en-IN" sz="2400" dirty="0">
                <a:solidFill>
                  <a:schemeClr val="accent6">
                    <a:lumMod val="60000"/>
                    <a:lumOff val="40000"/>
                  </a:schemeClr>
                </a:solidFill>
              </a:rPr>
              <a:t>How to get API Key ?</a:t>
            </a:r>
          </a:p>
          <a:p>
            <a:endParaRPr lang="en-IN" sz="2400" dirty="0">
              <a:solidFill>
                <a:schemeClr val="accent6">
                  <a:lumMod val="60000"/>
                  <a:lumOff val="40000"/>
                </a:schemeClr>
              </a:solidFill>
            </a:endParaRPr>
          </a:p>
          <a:p>
            <a:r>
              <a:rPr lang="en-IN" sz="2400" dirty="0">
                <a:solidFill>
                  <a:schemeClr val="accent6">
                    <a:lumMod val="60000"/>
                    <a:lumOff val="40000"/>
                  </a:schemeClr>
                </a:solidFill>
              </a:rPr>
              <a:t>Claude AI API keys : https://platform.claude.com/settings/keys</a:t>
            </a:r>
          </a:p>
        </p:txBody>
      </p:sp>
      <p:pic>
        <p:nvPicPr>
          <p:cNvPr id="3" name="Picture 2">
            <a:extLst>
              <a:ext uri="{FF2B5EF4-FFF2-40B4-BE49-F238E27FC236}">
                <a16:creationId xmlns:a16="http://schemas.microsoft.com/office/drawing/2014/main" id="{0480A662-1800-ED81-B14A-8245FB1B2B64}"/>
              </a:ext>
            </a:extLst>
          </p:cNvPr>
          <p:cNvPicPr>
            <a:picLocks noChangeAspect="1"/>
          </p:cNvPicPr>
          <p:nvPr/>
        </p:nvPicPr>
        <p:blipFill>
          <a:blip r:embed="rId2"/>
          <a:stretch>
            <a:fillRect/>
          </a:stretch>
        </p:blipFill>
        <p:spPr>
          <a:xfrm>
            <a:off x="352147" y="1748498"/>
            <a:ext cx="10870589" cy="5001768"/>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CA59D4A9-66F8-B7D1-5742-F5F6CE8B0303}"/>
                  </a:ext>
                </a:extLst>
              </p14:cNvPr>
              <p14:cNvContentPartPr/>
              <p14:nvPr/>
            </p14:nvContentPartPr>
            <p14:xfrm>
              <a:off x="6876144" y="4764096"/>
              <a:ext cx="1033920" cy="720"/>
            </p14:xfrm>
          </p:contentPart>
        </mc:Choice>
        <mc:Fallback xmlns="">
          <p:pic>
            <p:nvPicPr>
              <p:cNvPr id="8" name="Ink 7">
                <a:extLst>
                  <a:ext uri="{FF2B5EF4-FFF2-40B4-BE49-F238E27FC236}">
                    <a16:creationId xmlns:a16="http://schemas.microsoft.com/office/drawing/2014/main" id="{CA59D4A9-66F8-B7D1-5742-F5F6CE8B0303}"/>
                  </a:ext>
                </a:extLst>
              </p:cNvPr>
              <p:cNvPicPr/>
              <p:nvPr/>
            </p:nvPicPr>
            <p:blipFill>
              <a:blip r:embed="rId4"/>
              <a:stretch>
                <a:fillRect/>
              </a:stretch>
            </p:blipFill>
            <p:spPr>
              <a:xfrm>
                <a:off x="6858144" y="4728096"/>
                <a:ext cx="10695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A9BEA8BF-1C79-7900-6D4E-22202AB6F55C}"/>
                  </a:ext>
                </a:extLst>
              </p14:cNvPr>
              <p14:cNvContentPartPr/>
              <p14:nvPr/>
            </p14:nvContentPartPr>
            <p14:xfrm>
              <a:off x="6885144" y="4754736"/>
              <a:ext cx="997200" cy="27720"/>
            </p14:xfrm>
          </p:contentPart>
        </mc:Choice>
        <mc:Fallback xmlns="">
          <p:pic>
            <p:nvPicPr>
              <p:cNvPr id="10" name="Ink 9">
                <a:extLst>
                  <a:ext uri="{FF2B5EF4-FFF2-40B4-BE49-F238E27FC236}">
                    <a16:creationId xmlns:a16="http://schemas.microsoft.com/office/drawing/2014/main" id="{A9BEA8BF-1C79-7900-6D4E-22202AB6F55C}"/>
                  </a:ext>
                </a:extLst>
              </p:cNvPr>
              <p:cNvPicPr/>
              <p:nvPr/>
            </p:nvPicPr>
            <p:blipFill>
              <a:blip r:embed="rId6"/>
              <a:stretch>
                <a:fillRect/>
              </a:stretch>
            </p:blipFill>
            <p:spPr>
              <a:xfrm>
                <a:off x="6867144" y="4736736"/>
                <a:ext cx="10328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FA8F23D5-2A3F-ACFD-BB69-EF5847B57E13}"/>
                  </a:ext>
                </a:extLst>
              </p14:cNvPr>
              <p14:cNvContentPartPr/>
              <p14:nvPr/>
            </p14:nvContentPartPr>
            <p14:xfrm>
              <a:off x="6940224" y="4763016"/>
              <a:ext cx="596520" cy="63360"/>
            </p14:xfrm>
          </p:contentPart>
        </mc:Choice>
        <mc:Fallback xmlns="">
          <p:pic>
            <p:nvPicPr>
              <p:cNvPr id="11" name="Ink 10">
                <a:extLst>
                  <a:ext uri="{FF2B5EF4-FFF2-40B4-BE49-F238E27FC236}">
                    <a16:creationId xmlns:a16="http://schemas.microsoft.com/office/drawing/2014/main" id="{FA8F23D5-2A3F-ACFD-BB69-EF5847B57E13}"/>
                  </a:ext>
                </a:extLst>
              </p:cNvPr>
              <p:cNvPicPr/>
              <p:nvPr/>
            </p:nvPicPr>
            <p:blipFill>
              <a:blip r:embed="rId8"/>
              <a:stretch>
                <a:fillRect/>
              </a:stretch>
            </p:blipFill>
            <p:spPr>
              <a:xfrm>
                <a:off x="6922224" y="4745016"/>
                <a:ext cx="6321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B2069294-56F7-BE78-3745-C2D41C24E1F1}"/>
                  </a:ext>
                </a:extLst>
              </p14:cNvPr>
              <p14:cNvContentPartPr/>
              <p14:nvPr/>
            </p14:nvContentPartPr>
            <p14:xfrm>
              <a:off x="6967584" y="4745736"/>
              <a:ext cx="795960" cy="360"/>
            </p14:xfrm>
          </p:contentPart>
        </mc:Choice>
        <mc:Fallback xmlns="">
          <p:pic>
            <p:nvPicPr>
              <p:cNvPr id="13" name="Ink 12">
                <a:extLst>
                  <a:ext uri="{FF2B5EF4-FFF2-40B4-BE49-F238E27FC236}">
                    <a16:creationId xmlns:a16="http://schemas.microsoft.com/office/drawing/2014/main" id="{B2069294-56F7-BE78-3745-C2D41C24E1F1}"/>
                  </a:ext>
                </a:extLst>
              </p:cNvPr>
              <p:cNvPicPr/>
              <p:nvPr/>
            </p:nvPicPr>
            <p:blipFill>
              <a:blip r:embed="rId10"/>
              <a:stretch>
                <a:fillRect/>
              </a:stretch>
            </p:blipFill>
            <p:spPr>
              <a:xfrm>
                <a:off x="6949584" y="4727736"/>
                <a:ext cx="831600" cy="36000"/>
              </a:xfrm>
              <a:prstGeom prst="rect">
                <a:avLst/>
              </a:prstGeom>
            </p:spPr>
          </p:pic>
        </mc:Fallback>
      </mc:AlternateContent>
      <p:grpSp>
        <p:nvGrpSpPr>
          <p:cNvPr id="16" name="Group 15">
            <a:extLst>
              <a:ext uri="{FF2B5EF4-FFF2-40B4-BE49-F238E27FC236}">
                <a16:creationId xmlns:a16="http://schemas.microsoft.com/office/drawing/2014/main" id="{010C1293-E156-48CD-1A1C-85F0BD748485}"/>
              </a:ext>
            </a:extLst>
          </p:cNvPr>
          <p:cNvGrpSpPr/>
          <p:nvPr/>
        </p:nvGrpSpPr>
        <p:grpSpPr>
          <a:xfrm>
            <a:off x="6866784" y="4635216"/>
            <a:ext cx="173160" cy="55800"/>
            <a:chOff x="6866784" y="4635216"/>
            <a:chExt cx="173160" cy="55800"/>
          </a:xfrm>
        </p:grpSpPr>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C325F216-2AD7-7B47-4609-6E3B85D51E8F}"/>
                    </a:ext>
                  </a:extLst>
                </p14:cNvPr>
                <p14:cNvContentPartPr/>
                <p14:nvPr/>
              </p14:nvContentPartPr>
              <p14:xfrm>
                <a:off x="6866784" y="4635216"/>
                <a:ext cx="173160" cy="10080"/>
              </p14:xfrm>
            </p:contentPart>
          </mc:Choice>
          <mc:Fallback xmlns="">
            <p:pic>
              <p:nvPicPr>
                <p:cNvPr id="14" name="Ink 13">
                  <a:extLst>
                    <a:ext uri="{FF2B5EF4-FFF2-40B4-BE49-F238E27FC236}">
                      <a16:creationId xmlns:a16="http://schemas.microsoft.com/office/drawing/2014/main" id="{C325F216-2AD7-7B47-4609-6E3B85D51E8F}"/>
                    </a:ext>
                  </a:extLst>
                </p:cNvPr>
                <p:cNvPicPr/>
                <p:nvPr/>
              </p:nvPicPr>
              <p:blipFill>
                <a:blip r:embed="rId12"/>
                <a:stretch>
                  <a:fillRect/>
                </a:stretch>
              </p:blipFill>
              <p:spPr>
                <a:xfrm>
                  <a:off x="6849144" y="4617576"/>
                  <a:ext cx="2088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9430B57A-7277-C83D-1B53-A9167848CCBB}"/>
                    </a:ext>
                  </a:extLst>
                </p14:cNvPr>
                <p14:cNvContentPartPr/>
                <p14:nvPr/>
              </p14:nvContentPartPr>
              <p14:xfrm>
                <a:off x="6912864" y="4690656"/>
                <a:ext cx="127080" cy="360"/>
              </p14:xfrm>
            </p:contentPart>
          </mc:Choice>
          <mc:Fallback xmlns="">
            <p:pic>
              <p:nvPicPr>
                <p:cNvPr id="15" name="Ink 14">
                  <a:extLst>
                    <a:ext uri="{FF2B5EF4-FFF2-40B4-BE49-F238E27FC236}">
                      <a16:creationId xmlns:a16="http://schemas.microsoft.com/office/drawing/2014/main" id="{9430B57A-7277-C83D-1B53-A9167848CCBB}"/>
                    </a:ext>
                  </a:extLst>
                </p:cNvPr>
                <p:cNvPicPr/>
                <p:nvPr/>
              </p:nvPicPr>
              <p:blipFill>
                <a:blip r:embed="rId14"/>
                <a:stretch>
                  <a:fillRect/>
                </a:stretch>
              </p:blipFill>
              <p:spPr>
                <a:xfrm>
                  <a:off x="6894864" y="4673016"/>
                  <a:ext cx="162720" cy="36000"/>
                </a:xfrm>
                <a:prstGeom prst="rect">
                  <a:avLst/>
                </a:prstGeom>
              </p:spPr>
            </p:pic>
          </mc:Fallback>
        </mc:AlternateContent>
      </p:grpSp>
    </p:spTree>
    <p:extLst>
      <p:ext uri="{BB962C8B-B14F-4D97-AF65-F5344CB8AC3E}">
        <p14:creationId xmlns:p14="http://schemas.microsoft.com/office/powerpoint/2010/main" val="2284972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54A59-9624-3030-69E1-EE305D3C70B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C95A65-2479-720C-DC06-0364CF770068}"/>
              </a:ext>
            </a:extLst>
          </p:cNvPr>
          <p:cNvSpPr txBox="1"/>
          <p:nvPr/>
        </p:nvSpPr>
        <p:spPr>
          <a:xfrm>
            <a:off x="232409" y="107734"/>
            <a:ext cx="11279887" cy="1200329"/>
          </a:xfrm>
          <a:prstGeom prst="rect">
            <a:avLst/>
          </a:prstGeom>
          <a:noFill/>
        </p:spPr>
        <p:txBody>
          <a:bodyPr wrap="square">
            <a:spAutoFit/>
          </a:bodyPr>
          <a:lstStyle/>
          <a:p>
            <a:r>
              <a:rPr lang="en-IN" sz="2400" dirty="0">
                <a:solidFill>
                  <a:schemeClr val="accent6">
                    <a:lumMod val="60000"/>
                    <a:lumOff val="40000"/>
                  </a:schemeClr>
                </a:solidFill>
              </a:rPr>
              <a:t>How to get API Key ?</a:t>
            </a:r>
          </a:p>
          <a:p>
            <a:endParaRPr lang="en-IN" sz="2400" dirty="0">
              <a:solidFill>
                <a:schemeClr val="accent6">
                  <a:lumMod val="60000"/>
                  <a:lumOff val="40000"/>
                </a:schemeClr>
              </a:solidFill>
            </a:endParaRPr>
          </a:p>
          <a:p>
            <a:r>
              <a:rPr lang="en-IN" sz="2400" dirty="0">
                <a:solidFill>
                  <a:schemeClr val="accent6">
                    <a:lumMod val="60000"/>
                    <a:lumOff val="40000"/>
                  </a:schemeClr>
                </a:solidFill>
              </a:rPr>
              <a:t>Google AI API keys : https://aistudio.google.com/app/api-keys</a:t>
            </a:r>
          </a:p>
        </p:txBody>
      </p:sp>
      <p:pic>
        <p:nvPicPr>
          <p:cNvPr id="5" name="Picture 4">
            <a:extLst>
              <a:ext uri="{FF2B5EF4-FFF2-40B4-BE49-F238E27FC236}">
                <a16:creationId xmlns:a16="http://schemas.microsoft.com/office/drawing/2014/main" id="{7056EFA5-E386-429D-F259-486480C86087}"/>
              </a:ext>
            </a:extLst>
          </p:cNvPr>
          <p:cNvPicPr>
            <a:picLocks noChangeAspect="1"/>
          </p:cNvPicPr>
          <p:nvPr/>
        </p:nvPicPr>
        <p:blipFill>
          <a:blip r:embed="rId2"/>
          <a:stretch>
            <a:fillRect/>
          </a:stretch>
        </p:blipFill>
        <p:spPr>
          <a:xfrm>
            <a:off x="527304" y="1512954"/>
            <a:ext cx="10984992" cy="5345046"/>
          </a:xfrm>
          <a:prstGeom prst="rect">
            <a:avLst/>
          </a:prstGeom>
        </p:spPr>
      </p:pic>
    </p:spTree>
    <p:extLst>
      <p:ext uri="{BB962C8B-B14F-4D97-AF65-F5344CB8AC3E}">
        <p14:creationId xmlns:p14="http://schemas.microsoft.com/office/powerpoint/2010/main" val="3911216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FB6CB-C8EE-542A-6B1D-0E39C1979B74}"/>
            </a:ext>
          </a:extLst>
        </p:cNvPr>
        <p:cNvGrpSpPr/>
        <p:nvPr/>
      </p:nvGrpSpPr>
      <p:grpSpPr>
        <a:xfrm>
          <a:off x="0" y="0"/>
          <a:ext cx="0" cy="0"/>
          <a:chOff x="0" y="0"/>
          <a:chExt cx="0" cy="0"/>
        </a:xfrm>
      </p:grpSpPr>
    </p:spTree>
    <p:extLst>
      <p:ext uri="{BB962C8B-B14F-4D97-AF65-F5344CB8AC3E}">
        <p14:creationId xmlns:p14="http://schemas.microsoft.com/office/powerpoint/2010/main" val="3400999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4C0A1-4C72-98C9-2DC7-815FCD5E88D6}"/>
            </a:ext>
          </a:extLst>
        </p:cNvPr>
        <p:cNvGrpSpPr/>
        <p:nvPr/>
      </p:nvGrpSpPr>
      <p:grpSpPr>
        <a:xfrm>
          <a:off x="0" y="0"/>
          <a:ext cx="0" cy="0"/>
          <a:chOff x="0" y="0"/>
          <a:chExt cx="0" cy="0"/>
        </a:xfrm>
      </p:grpSpPr>
    </p:spTree>
    <p:extLst>
      <p:ext uri="{BB962C8B-B14F-4D97-AF65-F5344CB8AC3E}">
        <p14:creationId xmlns:p14="http://schemas.microsoft.com/office/powerpoint/2010/main" val="2649866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1339</TotalTime>
  <Words>349</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API (Application Programming Interface) In LLM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237</cp:revision>
  <dcterms:created xsi:type="dcterms:W3CDTF">2025-09-22T02:44:38Z</dcterms:created>
  <dcterms:modified xsi:type="dcterms:W3CDTF">2026-03-24T11:20:54Z</dcterms:modified>
</cp:coreProperties>
</file>