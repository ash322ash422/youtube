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79" r:id="rId4"/>
    <p:sldId id="280" r:id="rId5"/>
    <p:sldId id="277" r:id="rId6"/>
    <p:sldId id="281" r:id="rId7"/>
    <p:sldId id="282" r:id="rId8"/>
    <p:sldId id="283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3:09.4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3:09.4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50.6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50.6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0" Type="http://schemas.openxmlformats.org/officeDocument/2006/relationships/customXml" Target="../ink/ink4.xml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0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3.xml"/><Relationship Id="rId7" Type="http://schemas.openxmlformats.org/officeDocument/2006/relationships/customXml" Target="../ink/ink14.xml"/><Relationship Id="rId12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16.xml"/><Relationship Id="rId10" Type="http://schemas.openxmlformats.org/officeDocument/2006/relationships/image" Target="NULL"/><Relationship Id="rId9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30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08E3B-BF89-4A57-69E8-F92F11159E87}"/>
              </a:ext>
            </a:extLst>
          </p:cNvPr>
          <p:cNvSpPr txBox="1"/>
          <p:nvPr/>
        </p:nvSpPr>
        <p:spPr>
          <a:xfrm>
            <a:off x="301752" y="323148"/>
            <a:ext cx="6812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Python framework designed to connect Large Language Models (LLMs) to your own data.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its core,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solves one fundamental problem: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like GPT-4 are trained on public internet data up to a cutoff date — they know nothing about your private documents, your company's reports, or any data you haven't shared with the world.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87BEF5-1E87-481F-5980-E383452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8DDE199-A562-24ED-4529-38828492D66F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3F0962-AA56-A1D6-CCEA-6EC13146F2C8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6542EC-1E20-C64D-9085-890923C99DD7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BE20B0-39C1-5B9A-9C3A-CD4FF7BB9D65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8F9BD8-FCAD-337D-1B21-6E4A3213877C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EA173-462D-2ED0-506F-B4EFC130E4B3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75529A-53B8-D6E4-C38A-57BD0FD9A93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B2D157-D00E-D833-B8BC-F04C760C091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9B99-DA74-4DCD-8F5D-7F7456F0F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E05B2E-BAF7-BA50-777A-36AEB9117839}"/>
              </a:ext>
            </a:extLst>
          </p:cNvPr>
          <p:cNvSpPr txBox="1"/>
          <p:nvPr/>
        </p:nvSpPr>
        <p:spPr>
          <a:xfrm>
            <a:off x="301752" y="323148"/>
            <a:ext cx="68122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bridges that gap by giving you tools to: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your documents (PDFs, Word files, databases, APIs, web pages)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into searchable chunks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using vector embeddings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in plain English — getting answers grounded in your actual data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pattern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— Retrieval-Augmented Generation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60656-98D6-EC9A-907A-E51D439AB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EC5468A-5601-E14B-0F42-36C40F78F298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75B195-3968-CFC8-06BC-422ABACF1F7E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F40762-F04B-00DA-34B4-51B4FA52439E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F40762-F04B-00DA-34B4-51B4FA5243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24F440-73AF-1FF2-4BDF-CA9303FAC43C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24F440-73AF-1FF2-4BDF-CA9303FAC43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141383-5F49-629D-ACEA-0462B5226407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C6B0F4-87F7-8EE9-9FE0-A8B2AA91C500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9D03E9-1016-34C2-E74B-8EDDA1D4B9D4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9D03E9-1016-34C2-E74B-8EDDA1D4B9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BBB723-9566-FFFA-8D47-F8657B51757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BBB723-9566-FFFA-8D47-F8657B5175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2606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4A7C-E6FE-A5C0-AA81-7C99A097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3F486-F5A7-51D1-D881-9EE55D2318B8}"/>
              </a:ext>
            </a:extLst>
          </p:cNvPr>
          <p:cNvSpPr txBox="1"/>
          <p:nvPr/>
        </p:nvSpPr>
        <p:spPr>
          <a:xfrm>
            <a:off x="301752" y="323148"/>
            <a:ext cx="6812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differs from just prompting an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you'd have to manually paste document text into a prompt — but LLMs have context limits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can't paste 500 pages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handles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construction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LLM only ever sees the most relevant pieces.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E8C290-A22F-67E1-E05C-9FD01004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29AA63D-DCC1-B310-3FF1-4CBE387350C9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5E9196-A008-AC56-460B-41ED63F32FF9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7934D6F-4F43-0323-33A9-66E4C3D92893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7934D6F-4F43-0323-33A9-66E4C3D928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70C470-E9EF-2E05-0047-522BAC4053B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70C470-E9EF-2E05-0047-522BAC4053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7E37550-5755-ED00-F597-56EABD981EBC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336823-FF53-02DD-8ACF-4BA2FD97754A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269027-17B1-BF2B-AAA5-1038DBABA16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269027-17B1-BF2B-AAA5-1038DBABA16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3EC8860-1315-97D5-735C-EEA86E388914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3EC8860-1315-97D5-735C-EEA86E3889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26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EA77-CC6A-DA65-6B47-5632FDBD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9AF45-6E0E-23F3-4808-F8AE0F6B89AA}"/>
              </a:ext>
            </a:extLst>
          </p:cNvPr>
          <p:cNvSpPr txBox="1"/>
          <p:nvPr/>
        </p:nvSpPr>
        <p:spPr>
          <a:xfrm>
            <a:off x="301752" y="323148"/>
            <a:ext cx="4306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data sources: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docs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SharePoint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papers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626A1-B82B-17A9-17D7-D99EC775B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B1BC1F3-4EF2-C451-3B33-BAD69F58B446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C43F50-9A65-550A-1ACF-BEC229903A1F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4D3D0C-A46A-DBAA-07D8-C100C49FC99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C6C320-8D7E-E26B-8ABE-6832E4281C51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53FD9D7-0F59-9388-0F51-FBA2B181FA9B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8033CA-569D-C8D8-A222-855BBC45BBCF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A45160-A4B5-383B-147E-577746899984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077555-C646-6417-25F3-2349E83E1F4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652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D80C-1DC5-7355-CE19-17199434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F7406-3CFE-0894-6EC7-1A8E982EA3F7}"/>
              </a:ext>
            </a:extLst>
          </p:cNvPr>
          <p:cNvSpPr txBox="1"/>
          <p:nvPr/>
        </p:nvSpPr>
        <p:spPr>
          <a:xfrm>
            <a:off x="301752" y="323148"/>
            <a:ext cx="68122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Querying earnings reports, regulatory filings (10-Ks, 10-Qs), and research notes in natural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chatbots over proprietary investment 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Automating analysis of loan agreements or contracts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Searching across thousands of case documents or contracts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Due diligence tools that surface relevant clauses on demand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C35FA2-4C2D-BC23-156B-1A106FD34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2823D09-6DC6-EC19-D240-13775F171122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F994B4-9786-379D-8F57-C653ACC0C9E1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891B55-D906-98DD-C444-1935E3350C2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891B55-D906-98DD-C444-1935E3350C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C3F1BA-3497-E646-01DA-DA2B915A87FA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C3F1BA-3497-E646-01DA-DA2B915A87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003905A-A961-C9F1-19AA-D3AB5B7CD9D7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7F3D64-2B70-5564-EB13-73AC1A54F969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AFA5A0-70BD-D55A-A00C-BDBD1AC737ED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AFA5A0-70BD-D55A-A00C-BDBD1AC737E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1D8A49-3048-778E-8DF0-6C9475C2A090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1D8A49-3048-778E-8DF0-6C9475C2A09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442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3B89-C660-EC7A-E861-33C450D3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8D8DEF-3119-52FD-40A3-8AFD77BADEB7}"/>
              </a:ext>
            </a:extLst>
          </p:cNvPr>
          <p:cNvSpPr txBox="1"/>
          <p:nvPr/>
        </p:nvSpPr>
        <p:spPr>
          <a:xfrm>
            <a:off x="301752" y="323148"/>
            <a:ext cx="68122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Healthcare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Q&amp;A over clinical trial reports and medical literature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 record summarization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Enterprise / Corporate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chatbots over internal policy documents and handbooks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helpdesks that answer from internal knowledge 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bots trained on product documentation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4A9C7F-97FF-896D-CD46-BD90D44A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C0F1903-58BC-65F3-4341-793F372FAB71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9E17FE-56E4-AB0B-9F86-E61E44649702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208E96-13BB-6E49-8938-EED8C22732E0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208E96-13BB-6E49-8938-EED8C22732E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9094113-836A-E507-2525-9ADECBB4F57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9094113-836A-E507-2525-9ADECBB4F5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5EB493-8047-3777-073F-E088BA4E49AB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4C8887-0B81-B7D2-EF2D-7B22373A515E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2A719A-706E-E175-06D4-A609038DFC2A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2A719A-706E-E175-06D4-A609038DFC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0DBDC5-86D5-6E6D-B5A4-579E5FDC90C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0DBDC5-86D5-6E6D-B5A4-579E5FDC90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7678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D2A6-782F-50D1-4F2D-DBC6ADC5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52D25-8B74-F729-925A-53ABB0B43E96}"/>
              </a:ext>
            </a:extLst>
          </p:cNvPr>
          <p:cNvSpPr txBox="1"/>
          <p:nvPr/>
        </p:nvSpPr>
        <p:spPr>
          <a:xfrm>
            <a:off x="301752" y="323148"/>
            <a:ext cx="6812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Education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like the one in your notebook — building a Q&amp;A system over course material, textbooks, or institutional documents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B5DAB9-525F-77FD-18D2-33007D8B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1B8D97B-84E6-5311-E1BD-23325F7FB053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1FA98C-A856-7C4F-4C91-EE08D1F3B598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BD48BE-209D-48D4-FA8C-AC5E3C7A006E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BD48BE-209D-48D4-FA8C-AC5E3C7A00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993CEE-8C13-3603-83BA-B59203A27CC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993CEE-8C13-3603-83BA-B59203A27C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57D091-87F3-AE52-1933-7F2F86F5174A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E678EA-23AA-93C1-5C76-3F0D10702E0E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E7A7060-9127-7345-11A4-E82198A94F49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E7A7060-9127-7345-11A4-E82198A94F4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2508C7-3CA3-39AC-5B50-9408E5A5EEC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2508C7-3CA3-39AC-5B50-9408E5A5EE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664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3472-9D8C-69F9-CA2D-00D428D1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52CD5E-CB99-B440-6A52-EA0C2000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355E045-75E4-0B37-4E25-46A63F3F0C3F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A754AA-F104-1994-C669-9B626A793A63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2410DE-E71D-F3C6-9801-5769B0BF6B01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2410DE-E71D-F3C6-9801-5769B0BF6B0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1D7259-9214-CF2F-634E-98BBA0CD1FEC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1D7259-9214-CF2F-634E-98BBA0CD1FE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F1710ED-8291-59C9-5AC1-DE3EE00E5CE0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1CFBF9-6323-3F2F-72FF-5D99EF6C193A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E9B332-1677-15EB-ED2C-9E09AC01A506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E9B332-1677-15EB-ED2C-9E09AC01A5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F8750B7-CB40-130D-EC82-F550D7B36C41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F8750B7-CB40-130D-EC82-F550D7B36C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88423C7-B681-7AD7-10A5-CBB98BFAE8E8}"/>
              </a:ext>
            </a:extLst>
          </p:cNvPr>
          <p:cNvSpPr txBox="1"/>
          <p:nvPr/>
        </p:nvSpPr>
        <p:spPr>
          <a:xfrm>
            <a:off x="240049" y="187327"/>
            <a:ext cx="619048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compares to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frameworks tackle RAG, but with different philosophies.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broader — it covers agents, chains, and tool use across many use cases.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more focused and opinionated specifically around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indexing and retrieval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makes it simpler and faster to build document Q&amp;A systems.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practice, many production systems use both together —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the data layer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orchestrating agents around it.</a:t>
            </a:r>
          </a:p>
        </p:txBody>
      </p:sp>
    </p:spTree>
    <p:extLst>
      <p:ext uri="{BB962C8B-B14F-4D97-AF65-F5344CB8AC3E}">
        <p14:creationId xmlns:p14="http://schemas.microsoft.com/office/powerpoint/2010/main" val="19123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1221</TotalTime>
  <Words>441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2026-06-03T08:29:44Z</dcterms:modified>
</cp:coreProperties>
</file>