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6" r:id="rId2"/>
    <p:sldId id="257" r:id="rId3"/>
    <p:sldId id="277" r:id="rId4"/>
    <p:sldId id="275" r:id="rId5"/>
    <p:sldId id="286" r:id="rId6"/>
    <p:sldId id="287" r:id="rId7"/>
    <p:sldId id="278" r:id="rId8"/>
    <p:sldId id="280" r:id="rId9"/>
    <p:sldId id="279" r:id="rId10"/>
    <p:sldId id="281" r:id="rId11"/>
    <p:sldId id="283" r:id="rId12"/>
    <p:sldId id="282" r:id="rId13"/>
    <p:sldId id="284" r:id="rId14"/>
    <p:sldId id="28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40:47.72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90 34 2192 0 0,'-31'-13'2420'0'0,"27"11"-2304"0"0,2 1 1 0 0,0-1-1 0 0,-2 1 1 0 0,2 0-1 0 0,-1-1 1 0 0,-1 1-1 0 0,2 0 0 0 0,-2 0 1 0 0,0 0-1 0 0,0 0 1 0 0,0 1-1 0 0,-5-2 729 0 0,-1-3-43 0 0,201 50-745 0 0,218 33 1 0 0,-64-26-47 0 0,376 29 1 0 0,-586-70 14 0 0,465 45 91 0 0,-596-56-69 0 0,27 3 521 0 0,25 3 1979 0 0,-95-22-2511 0 0,3-1 0 0 0,1-1-1 0 0,-37-25 1 0 0,36 20-35 0 0,-3 1 1 0 0,-71-30-1 0 0,-57-16-63 0 0,165 67 57 0 0,27 12-311 0 0,61 30 317 0 0,7-1 1 0 0,2-3-1 0 0,1-2 0 0 0,110 30 0 0 0,-175-56-7 0 0,-17-2 2 0 0,-10-4 1 0 0,1-1 0 0 0,-1 1 0 0 0,2-1 0 0 0,0 0 0 0 0,0 0 0 0 0,-1 0 0 0 0,1 0 0 0 0,0 0 0 0 0,2-1 1 0 0,-3 1-1 0 0,9 0 0 0 0,-14-1 0 0 0,2-1 0 0 0,-2 0 0 0 0,0 0 0 0 0,0 1 0 0 0,2-1 0 0 0,-2 0 0 0 0,0 1-1 0 0,0-1 1 0 0,2 0 0 0 0,-2 1 0 0 0,0-1 0 0 0,0 0 0 0 0,0 1 0 0 0,0-1 0 0 0,2 1 0 0 0,-2-1 0 0 0,0 0 0 0 0,0 1 0 0 0,0-1 0 0 0,0 1 0 0 0,0-1 0 0 0,0 1 0 0 0,0-1 0 0 0,0 0 0 0 0,0 1 0 0 0,0-1 0 0 0,0 1 0 0 0,-2-1 0 0 0,2 0 0 0 0,0 1 0 0 0,0-1 0 0 0,0 0 0 0 0,0 1 0 0 0,-2-1 0 0 0,2 1 0 0 0,0-1 0 0 0,0 0 0 0 0,-2 0 0 0 0,2 1 0 0 0,0-1 0 0 0,0 0 0 0 0,-2 1 0 0 0,2-1 0 0 0,-2 0 0 0 0,2 0 0 0 0,0 0 0 0 0,-2 1 0 0 0,2-1 0 0 0,0 0 0 0 0,-2 0 0 0 0,0 0-1 0 0,-34 13 7 0 0,-26 0 0 0 0,-4-1 1 0 0,3-1-1 0 0,-5-2 1 0 0,-71 4-1 0 0,24-1 5 0 0,-522 49 51 0 0,610-58-953 0 0,21-2 370 0 0,1-1 1 0 0,-1 1-1 0 0,0 0 1 0 0,0-1-1 0 0,0 0 1 0 0,-1 0-1 0 0,1 0 0 0 0,0 0 1 0 0,-5 0-1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40:47.7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79 6397 0 0,'-68'-36'-508'0'0,"66"35"618"0"0,-21-40 2414 0 0,106 68-2025 0 0,154 36 0 0 0,284 44-467 0 0,-286-61 20 0 0,-123-24 415 0 0,-108-21-393 0 0,27 4 588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40:56.1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90 34 2192 0 0,'-31'-13'2420'0'0,"27"11"-2304"0"0,2 1 1 0 0,0-1-1 0 0,-2 1 1 0 0,2 0-1 0 0,-1-1 1 0 0,-1 1-1 0 0,2 0 0 0 0,-2 0 1 0 0,0 0-1 0 0,0 0 1 0 0,0 1-1 0 0,-5-2 729 0 0,-1-3-43 0 0,201 50-745 0 0,218 33 1 0 0,-64-26-47 0 0,376 29 1 0 0,-586-70 14 0 0,465 45 91 0 0,-596-56-69 0 0,27 3 521 0 0,25 3 1979 0 0,-95-22-2511 0 0,3-1 0 0 0,1-1-1 0 0,-37-25 1 0 0,36 20-35 0 0,-3 1 1 0 0,-71-30-1 0 0,-57-16-63 0 0,165 67 57 0 0,27 12-311 0 0,61 30 317 0 0,7-1 1 0 0,2-3-1 0 0,1-2 0 0 0,110 30 0 0 0,-175-56-7 0 0,-17-2 2 0 0,-10-4 1 0 0,1-1 0 0 0,-1 1 0 0 0,2-1 0 0 0,0 0 0 0 0,0 0 0 0 0,-1 0 0 0 0,1 0 0 0 0,0 0 0 0 0,2-1 1 0 0,-3 1-1 0 0,9 0 0 0 0,-14-1 0 0 0,2-1 0 0 0,-2 0 0 0 0,0 0 0 0 0,0 1 0 0 0,2-1 0 0 0,-2 0 0 0 0,0 1-1 0 0,0-1 1 0 0,2 0 0 0 0,-2 1 0 0 0,0-1 0 0 0,0 0 0 0 0,0 1 0 0 0,0-1 0 0 0,2 1 0 0 0,-2-1 0 0 0,0 0 0 0 0,0 1 0 0 0,0-1 0 0 0,0 1 0 0 0,0-1 0 0 0,0 1 0 0 0,0-1 0 0 0,0 0 0 0 0,0 1 0 0 0,0-1 0 0 0,0 1 0 0 0,-2-1 0 0 0,2 0 0 0 0,0 1 0 0 0,0-1 0 0 0,0 0 0 0 0,0 1 0 0 0,-2-1 0 0 0,2 1 0 0 0,0-1 0 0 0,0 0 0 0 0,-2 0 0 0 0,2 1 0 0 0,0-1 0 0 0,0 0 0 0 0,-2 1 0 0 0,2-1 0 0 0,-2 0 0 0 0,2 0 0 0 0,0 0 0 0 0,-2 1 0 0 0,2-1 0 0 0,0 0 0 0 0,-2 0 0 0 0,0 0-1 0 0,-34 13 7 0 0,-26 0 0 0 0,-4-1 1 0 0,3-1-1 0 0,-5-2 1 0 0,-71 4-1 0 0,24-1 5 0 0,-522 49 51 0 0,610-58-953 0 0,21-2 370 0 0,1-1 1 0 0,-1 1-1 0 0,0 0 1 0 0,0-1-1 0 0,0 0 1 0 0,-1 0-1 0 0,1 0 0 0 0,0 0 1 0 0,-5 0-1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40:56.1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93 79 6397 0 0,'-68'-36'-508'0'0,"66"35"618"0"0,-21-40 2414 0 0,106 68-2025 0 0,154 36 0 0 0,284 44-467 0 0,-286-61 20 0 0,-123-24 415 0 0,-108-21-393 0 0,27 4 588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3:09.4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3:09.4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50.60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50.6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34.1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0 104 24575,'0'0'0,"0"0"0,0 0 0,0 0 0,0-1 0,0 1 0,0 0 0,0 0 0,0 0 0,0-1 0,0 1 0,0 0 0,0 0 0,0-1 0,0 1 0,0 0 0,1 0 0,-1 0 0,0-1 0,0 1 0,0 0 0,0 0 0,0 0 0,0 0 0,0-1 0,1 1 0,-1 0 0,0 0 0,0 0 0,0 0 0,0 0 0,1 0 0,-1-1 0,0 1 0,0 0 0,0 0 0,1 0 0,-1 0 0,0 0 0,0 0 0,0 0 0,1 0 0,-1 0 0,0 0 0,0 0 0,0 0 0,1 0 0,12 7 0,9 15 0,-11-4 0,0 0 0,-1 1 0,-1 0 0,-1 0 0,10 40 0,8 16 0,-25-72 0,0 0 0,0-1 0,0 1 0,1 0 0,0-1 0,-1 0 0,1 1 0,0-1 0,0 0 0,0 0 0,0 0 0,1 0 0,-1 0 0,1-1 0,-1 1 0,1-1 0,-1 1 0,1-1 0,0 0 0,0 0 0,-1 0 0,1 0 0,0-1 0,0 1 0,3-1 0,5 0 0,1 0 0,-1 0 0,1-2 0,-1 1 0,17-6 0,71-22 0,169-73 0,-164 59 0,264-108-1365,-216 88-5461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36.1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1 688 24575,'13'31'0,"-2"1"0,-1 0 0,11 58 0,4 14 0,-25-102 0,0 0 0,0 0 0,1 0 0,-1 0 0,1 0 0,0-1 0,-1 1 0,1 0 0,0 0 0,0-1 0,0 1 0,0 0 0,0-1 0,0 1 0,1-1 0,-1 0 0,0 1 0,1-1 0,-1 0 0,1 0 0,-1 0 0,1 0 0,0 0 0,0 0 0,-1 0 0,1 0 0,0-1 0,0 1 0,0-1 0,0 1 0,-1-1 0,1 0 0,0 0 0,0 0 0,0 0 0,0 0 0,0 0 0,0-1 0,0 1 0,3-2 0,6-2 0,-1-1 0,0-1 0,0 0 0,0-1 0,-1 1 0,10-11 0,194-182 0,-95 84 0,491-434 0,-545 491-1365,-21 14-5461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37.8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 24575,'188'-2'0,"201"4"0,-366 1 0,-1 0 0,1 1 0,29 11 0,-29-8 0,0-1 0,-1-1 0,37 3 0,115-5 2,-75-3-685,130 17-1,-205-14-6142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39.7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77 23209,'634'-77'0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41.4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1 633 24575,'0'13'0,"0"2"0,-1-1 0,2 1 0,0 0 0,1-1 0,0 1 0,1-1 0,0 0 0,7 15 0,-10-27 0,1-1 0,0 0 0,-1 1 0,1-1 0,0 0 0,0 0 0,0 0 0,-1 0 0,1 0 0,0 0 0,1 0 0,-1 0 0,0 0 0,0 0 0,0 0 0,0-1 0,1 1 0,-1 0 0,0-1 0,1 1 0,-1-1 0,0 0 0,1 1 0,-1-1 0,1 0 0,-1 0 0,1 0 0,-1 0 0,0 0 0,1 0 0,-1 0 0,1 0 0,-1-1 0,0 1 0,2-1 0,5-2 0,-1-1 0,1 1 0,-1-1 0,0-1 0,7-5 0,-14 10 0,255-208 0,-91 70 0,375-245-1365,-454 330-5461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42.2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24575,'0'4'0,"8"19"0,4 14 0,-1 10 0,2 9 0,-1 4 0,-2-8-8191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44.1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974 279 24575,'-5'-3'0,"0"0"0,0 0 0,-1 1 0,1 0 0,-1 0 0,1 0 0,-1 1 0,1 0 0,-1 0 0,0 0 0,-6 1 0,-13-3 0,-29-8 0,1 3 0,-1 2 0,-92 3 0,126 4 0,0 1 0,0 0 0,0 2 0,1 0 0,-1 2 0,1 0 0,0 1 0,0 1 0,1 0 0,0 2 0,1 0 0,0 1 0,-20 17 0,13-8 0,2 0 0,0 2 0,2 1 0,1 0 0,0 2 0,2 0 0,1 1 0,1 0 0,1 2 0,1-1 0,-11 39 0,5 1 0,-17 134 0,32-166 0,2 0 0,2 0 0,1 0 0,1 0 0,14 62 0,-12-82 0,0 0 0,1 0 0,1-1 0,1 0 0,0 0 0,0 0 0,2-1 0,0 0 0,0-1 0,18 19 0,-11-16 0,0-1 0,2 0 0,0-1 0,0-1 0,1-1 0,36 15 0,-4-7 0,2-2 0,0-2 0,1-3 0,0-2 0,64 2 0,-21-2 0,1-5 0,129-11 0,-205 3 0,1-1 0,-1-2 0,-1 0 0,1-1 0,-1-1 0,37-20 0,115-82 0,-107 65 0,-52 35 0,-1-1 0,0 0 0,-1-1 0,0-1 0,-1 0 0,0-1 0,-1 0 0,-1 0 0,0-1 0,-1 0 0,0-1 0,8-24 0,-2-5 0,-1 0 0,-3-1 0,7-63 0,-12 72 0,-3-1 0,0 1 0,-3-1 0,-1 1 0,-9-52 0,6 65 0,-1 1 0,-1 0 0,-2 0 0,0 1 0,-1 0 0,-1 1 0,-1 0 0,0 1 0,-24-28 0,6 12 0,-3 2 0,0 1 0,-3 1 0,0 2 0,-2 1 0,-1 3 0,-1 1 0,-72-33 0,54 37 0,-87-20 0,99 30 0,10 2-1365,6 3-5461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46.3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24575,'480'39'0,"-325"-21"0,184 33 0,-62-9 0,-234-38-682,70-3-1,-85-2-6143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48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1 569 24575,'4'-5'0,"6"-1"0,6 9 0,-1 9 0,-2 6 0,1 8 0,-2 5 0,1-3 0,12-15 0,5-23 0,16-31 0,25-43 0,18-21 0,16-9 0,7 6 0,-3 13 0,-11 18 0,-22 22-8191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9:02.3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0 154 24575,'3290'0'0,"-3221"-4"0,0-3 0,117-27 0,4-1 0,132 9 0,29-3 0,-244 18-682,172 4-1,-246 7-6143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9:04.6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24575,'4520'0'0,"-4220"13"133,-78 0-1631,-175-12-5328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9:07.8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52 24575,'2603'0'0,"-2544"-3"0,85-15 0,-6 0 0,507 5-58,-421 15-1249,-176-2-5519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9:12.1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1 253 24575,'1'0'0,"1"1"0,-1-1 0,1 1 0,-1 0 0,0-1 0,1 1 0,-1 0 0,0 0 0,0 0 0,0 0 0,1 0 0,-1 0 0,0 0 0,0 0 0,0 0 0,-1 0 0,1 1 0,0-1 0,0 2 0,15 28 0,-16-30 0,41 121 0,-29-82 0,28 67 0,-39-105 0,0 0 0,0 0 0,0 0 0,1 0 0,-1 0 0,0-1 0,1 1 0,-1 0 0,1-1 0,0 1 0,-1-1 0,1 0 0,0 1 0,0-1 0,0 0 0,0 0 0,0 0 0,0-1 0,0 1 0,0 0 0,0-1 0,1 1 0,-1-1 0,0 0 0,0 0 0,1 0 0,-1 0 0,0 0 0,0 0 0,3-1 0,6-2 0,0 0 0,0 0 0,0-1 0,17-10 0,-21 11 0,111-62 0,186-136 0,-204 131 0,149-105-1365,-162 112-5461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26.5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1 240 944 0 0,'3'8'5640'0'0,"23"-26"-5532"0"0,0 1 0 0 0,2 2 0 0 0,-1 1 0 0 0,55-19 0 0 0,127-30-27 0 0,-177 54-76 0 0,82-21 51 0 0,140-18 1 0 0,-213 48-43 0 0,-33 0 60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27.0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38 4608 0 0,'-42'-19'1007'0'0,"40"18"-492"0"0,2 1-463 0 0,-1 0 0 0 0,1 0 1 0 0,-1-1-1 0 0,1 1 0 0 0,-1 0 1 0 0,1-1-1 0 0,0 1 0 0 0,-1 0 1 0 0,1-1-1 0 0,-1 1 0 0 0,1-1 1 0 0,0 1-1 0 0,-1 0 0 0 0,1-1 0 0 0,0 1 1 0 0,-1-1-1 0 0,1 1 0 0 0,0-1 1 0 0,0 1-1 0 0,0-1 0 0 0,0 0 1 0 0,-1 1-1 0 0,1-1 0 0 0,0 1 0 0 0,0-1 1 0 0,0 1-1 0 0,0-1 0 0 0,0 1 1 0 0,0-1-1 0 0,0 0 0 0 0,0 1 1 0 0,1-1-1 0 0,-1 1 0 0 0,0-1 0 0 0,0 0 1 0 0,9 1-43 0 0,0 0 1 0 0,-1 1 0 0 0,1 0-1 0 0,-1 1 1 0 0,1-1 0 0 0,-1 2-1 0 0,0-1 1 0 0,0 1 0 0 0,0 1-1 0 0,0-1 1 0 0,0 1 0 0 0,13 10-1 0 0,8 6 15 0 0,47 44-1 0 0,-71-61-19 0 0,-1 1 0 0 0,0 0 1 0 0,0 0-1 0 0,0 1 0 0 0,-1-1 0 0 0,0 1 0 0 0,0 0 0 0 0,0 0 1 0 0,0 0-1 0 0,-1 0 0 0 0,1 0 0 0 0,1 8 0 0 0,-4-10 8 0 0,1 0 0 0 0,-1 1 0 0 0,0-1 0 0 0,0 0 0 0 0,0 1-1 0 0,-1-1 1 0 0,1 1 0 0 0,-1-1 0 0 0,0 0 0 0 0,0 1 0 0 0,0-1 0 0 0,0 0-1 0 0,0 0 1 0 0,-1 0 0 0 0,0 0 0 0 0,1 0 0 0 0,-1 0 0 0 0,0 0 0 0 0,0-1-1 0 0,-1 1 1 0 0,-2 2 0 0 0,-17 17 42 0 0,-1-1 0 0 0,-1-1 0 0 0,-1-1-1 0 0,-28 16 1 0 0,42-32-2655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28.4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90 316 6525 0 0,'-27'-71'1518'0'0,"27"70"-1348"0"0,-3-8 322 0 0,1 3-224 0 0,2 8-144 0 0,17 84-62 0 0,37 116 0 0 0,-3-19 53 0 0,-40-150-88 0 0,-9-28 40 0 0,1 1 0 0 0,-1 0 0 0 0,0-1 0 0 0,-1 1 1 0 0,1 0-1 0 0,-1 0 0 0 0,0 0 0 0 0,-1 0 0 0 0,1 0 0 0 0,-2 8 0 0 0,-3-18 6 0 0,-6-6-42 0 0,0-1 0 0 0,1-1 0 0 0,0 1 0 0 0,1-1 0 0 0,0-1 0 0 0,1 0 0 0 0,1 0 0 0 0,0 0 0 0 0,0-1 0 0 0,-5-23 0 0 0,-3-22 9 0 0,-10-81-1 0 0,3 8 9 0 0,11 92-38 0 0,4 19-11 0 0,1 1 0 0 0,1 0-1 0 0,1-1 1 0 0,1 0 0 0 0,1 0 0 0 0,2-36 0 0 0,-1 53-7 0 0,1 1 1 0 0,0-1 0 0 0,0 1-1 0 0,0-1 1 0 0,0 0-1 0 0,0 1 1 0 0,1 0 0 0 0,0-1-1 0 0,-1 1 1 0 0,1 0-1 0 0,1 0 1 0 0,-1 0 0 0 0,0 0-1 0 0,1 0 1 0 0,-1 1 0 0 0,1-1-1 0 0,3-2 1 0 0,0 1-3 0 0,0 1-1 0 0,0-1 1 0 0,0 1 0 0 0,0 1-1 0 0,1-1 1 0 0,0 1 0 0 0,-1 0 0 0 0,12-1-1 0 0,7 0-21 0 0,0 1 0 0 0,0 2 0 0 0,46 4 0 0 0,-60-2 21 0 0,-1 0 1 0 0,0 0-1 0 0,1 1 0 0 0,-1 1 0 0 0,0 0 0 0 0,-1 0 0 0 0,1 1 0 0 0,-1 0 0 0 0,0 1 0 0 0,0 0 1 0 0,0 0-1 0 0,-1 1 0 0 0,10 10 0 0 0,10 12 5 0 0,-2 1 0 0 0,26 37 0 0 0,-43-54 12 0 0,-4-6-7 0 0,0 0 0 0 0,0 0 1 0 0,-1 0-1 0 0,0 1 0 0 0,-1 0 0 0 0,1-1 0 0 0,-1 2 0 0 0,-1-1 0 0 0,4 15 0 0 0,-6-20 1 0 0,0 1 0 0 0,0-1 0 0 0,0 1 0 0 0,0 0 0 0 0,-1-1 0 0 0,1 1 0 0 0,-1-1 0 0 0,0 1 0 0 0,0-1-1 0 0,0 1 1 0 0,0-1 0 0 0,-1 0 0 0 0,1 0 0 0 0,-1 0 0 0 0,0 1 0 0 0,0-1 0 0 0,0-1 0 0 0,0 1 0 0 0,-1 0-1 0 0,1-1 1 0 0,-1 1 0 0 0,1-1 0 0 0,-1 1 0 0 0,-6 2 0 0 0,-11 8 10 0 0,-2-2 0 0 0,0-1 0 0 0,0 0 0 0 0,0-2 0 0 0,-1 0 0 0 0,-41 7 0 0 0,18-7 20 0 0,-1-2 0 0 0,-70 0 1 0 0,116-6-32 0 0,-8 0 14 0 0,0 0-1 0 0,0 0 0 0 0,-1-1 0 0 0,1 0 0 0 0,0 0 0 0 0,0-1 1 0 0,0-1-1 0 0,0 1 0 0 0,-9-5 0 0 0,8-1-5 0 0,9 8-8 0 0,0-1 0 0 0,0 0 1 0 0,0 1-1 0 0,1-1 0 0 0,-1 0 1 0 0,0 0-1 0 0,1 1 0 0 0,-1-1 1 0 0,0 0-1 0 0,1 0 0 0 0,-1 0 1 0 0,1 0-1 0 0,-1 0 0 0 0,1 0 1 0 0,0 0-1 0 0,-1 0 0 0 0,1 0 1 0 0,0 0-1 0 0,0 0 0 0 0,0 0 1 0 0,-1 0-1 0 0,1 0 0 0 0,0 0 1 0 0,1 0-1 0 0,-1 0 0 0 0,0 0 1 0 0,0-1-1 0 0,0 1 0 0 0,1 0 1 0 0,-1 0-1 0 0,0 0 0 0 0,1 0 1 0 0,-1 0-1 0 0,1 1 0 0 0,-1-1 1 0 0,1 0-1 0 0,1-2 0 0 0,-1 2-5 0 0,0-1-1 0 0,1 1 1 0 0,-1 0-1 0 0,0-1 1 0 0,1 1 0 0 0,0 0-1 0 0,-1 0 1 0 0,1 0-1 0 0,0 0 1 0 0,0 0-1 0 0,-1 0 1 0 0,4 0-1 0 0,11 2-8 0 0,1 1 0 0 0,-1 0 0 0 0,0 1 0 0 0,0 1 0 0 0,0 1 0 0 0,28 11 0 0 0,91 52 12 0 0,-108-53-6 0 0,20 10-8 0 0,-1 2-1 0 0,-1 1 1 0 0,61 53 0 0 0,-85-58 15 0 0,-1 7 4 0 0,-19-30-65 0 0,-1 0 1 0 0,1 0-1 0 0,-1 1 0 0 0,0-1 0 0 0,1 0 1 0 0,-1 0-1 0 0,1 0 0 0 0,-1 1 0 0 0,0-1 1 0 0,1 0-1 0 0,-1 0 0 0 0,1 0 0 0 0,-1 0 1 0 0,1 0-1 0 0,-1 0 0 0 0,1 0 0 0 0,-1 0 1 0 0,1 0-1 0 0,-1 0 0 0 0,1 0 0 0 0,-1 0 0 0 0,0 0 1 0 0,1-1-1 0 0,-1 1 0 0 0,1 0 0 0 0,-1 0 1 0 0,0 0-1 0 0,1-1 0 0 0,-1 1 0 0 0,1 0 1 0 0,-1 0-1 0 0,0-1 0 0 0,1 1 0 0 0,-1 0 1 0 0,0-1-1 0 0,1 1 0 0 0,-1 0 0 0 0,0-1 0 0 0,0 1 1 0 0,1-1-1 0 0,-1 1 0 0 0,0 0 0 0 0,0-2 1 0 0,17-22-1722 0 0,-14 18 601 0 0,8-11-1341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29.0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91 179 5837 0 0,'0'0'-194'0'0,"7"0"-1"0"0,12 1 332 0 0,1 0-1 0 0,-1-2 1 0 0,35-5 0 0 0,-49 5-84 0 0,1-1 0 0 0,-1 1-1 0 0,1-1 1 0 0,-1 0 0 0 0,1 0 0 0 0,-1-1 0 0 0,0 0 0 0 0,6-4 0 0 0,-9 5-27 0 0,0 1-1 0 0,0-1 0 0 0,0 0 1 0 0,0 0-1 0 0,-1 0 1 0 0,1 0-1 0 0,-1 0 0 0 0,1 0 1 0 0,-1 0-1 0 0,0-1 1 0 0,0 1-1 0 0,0 0 0 0 0,0-1 1 0 0,0 1-1 0 0,-1-1 1 0 0,1 1-1 0 0,-1-1 0 0 0,0 1 1 0 0,1-5-1 0 0,-2 2-7 0 0,0 0 0 0 0,0 0 0 0 0,0 1 0 0 0,0-1-1 0 0,-1 0 1 0 0,1 1 0 0 0,-1-1 0 0 0,0 1 0 0 0,-1 0 0 0 0,1 0-1 0 0,-1 0 1 0 0,0 0 0 0 0,0 0 0 0 0,0 0 0 0 0,0 1 0 0 0,-1-1-1 0 0,0 1 1 0 0,1 0 0 0 0,-1 0 0 0 0,0 1 0 0 0,0-1 0 0 0,-1 1 0 0 0,1 0-1 0 0,0 0 1 0 0,-1 0 0 0 0,0 0 0 0 0,1 1 0 0 0,-1 0 0 0 0,0 0-1 0 0,1 0 1 0 0,-10 0 0 0 0,9 1-16 0 0,0 0 0 0 0,0 0 0 0 0,1 1 0 0 0,-1 0 0 0 0,0-1 0 0 0,0 2 0 0 0,1-1 1 0 0,-1 0-1 0 0,0 1 0 0 0,1 0 0 0 0,0 0 0 0 0,-1 1 0 0 0,1-1 0 0 0,0 1 0 0 0,0 0 0 0 0,0 0 0 0 0,1 0 0 0 0,-5 4 0 0 0,-4 4 7 0 0,5-5-3 0 0,0 0 0 0 0,1 0 0 0 0,-1 1 0 0 0,2-1-1 0 0,-1 2 1 0 0,1-1 0 0 0,0 0 0 0 0,0 1 0 0 0,1 0 0 0 0,0 0 0 0 0,0 1 0 0 0,1-1 0 0 0,0 1 0 0 0,-2 10-1 0 0,4-14 7 0 0,1 1-1 0 0,-1-1 1 0 0,1 0-1 0 0,0 0 0 0 0,0 1 1 0 0,1-1-1 0 0,0 0 1 0 0,0 0-1 0 0,0 0 0 0 0,0 1 1 0 0,1-1-1 0 0,0 0 1 0 0,0-1-1 0 0,0 1 0 0 0,0 0 1 0 0,1-1-1 0 0,0 1 1 0 0,0-1-1 0 0,0 0 0 0 0,1 0 1 0 0,-1 0-1 0 0,1 0 1 0 0,0-1-1 0 0,0 1 0 0 0,6 3 1 0 0,11 6 59 0 0,0-1-1 0 0,1 0 1 0 0,0-2 0 0 0,1 0 0 0 0,30 7 0 0 0,-37-12-224 0 0,0-1 0 0 0,0-1 0 0 0,0 0 0 0 0,0-2 1 0 0,1 0-1 0 0,-1 0 0 0 0,0-2 0 0 0,33-4 0 0 0,-8-9-3153 0 0,-22 6 1436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29.7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373 63 5008 0 0,'0'-2'-8'0'0,"0"0"-1"0"0,0 0 0 0 0,-1 0 0 0 0,1 0 0 0 0,0 0 0 0 0,-1 0 0 0 0,0 0 1 0 0,1 1-1 0 0,-1-1 0 0 0,0 0 0 0 0,0 0 0 0 0,0 0 0 0 0,0 1 0 0 0,0-1 0 0 0,-1 1 1 0 0,1-1-1 0 0,0 1 0 0 0,-1-1 0 0 0,1 1 0 0 0,-1 0 0 0 0,-2-2 0 0 0,0 0 52 0 0,-2 0-1 0 0,1 1 0 0 0,0 0 1 0 0,0 0-1 0 0,-1 0 1 0 0,1 0-1 0 0,-9-1 0 0 0,-7 1 123 0 0,1 0 0 0 0,0 1 0 0 0,-28 3 0 0 0,32-1-98 0 0,-1 0-1 0 0,0 2 1 0 0,1 0 0 0 0,-1 1-1 0 0,1 0 1 0 0,0 2 0 0 0,0 0-1 0 0,-22 11 1 0 0,37-16-59 0 0,0 0-1 0 0,-1-1 1 0 0,1 1 0 0 0,-1 0-1 0 0,1 0 1 0 0,0 0 0 0 0,0 0 0 0 0,0 0-1 0 0,-1 0 1 0 0,1 0 0 0 0,0 0-1 0 0,0 0 1 0 0,0 0 0 0 0,1 1 0 0 0,-1-1-1 0 0,0 0 1 0 0,0 1 0 0 0,1-1-1 0 0,-1 1 1 0 0,1-1 0 0 0,-1 1 0 0 0,1-1-1 0 0,-1 4 1 0 0,2-4-2 0 0,-1 1 1 0 0,1-1-1 0 0,-1 1 0 0 0,1-1 1 0 0,0 1-1 0 0,0-1 0 0 0,0 1 1 0 0,0-1-1 0 0,0 1 0 0 0,0-1 1 0 0,0 0-1 0 0,0 0 0 0 0,0 0 1 0 0,1 1-1 0 0,-1-1 1 0 0,0 0-1 0 0,3 1 0 0 0,4 2 8 0 0,0 1 0 0 0,0-2 0 0 0,1 1 0 0 0,-1-1 0 0 0,1-1 0 0 0,15 4 0 0 0,26 0 30 0 0,168 27 21 0 0,-195-28-70 0 0,-1 2-1 0 0,0 0 1 0 0,0 1 0 0 0,-1 1-1 0 0,0 1 1 0 0,-1 1 0 0 0,27 18-1 0 0,-46-28 11 0 0,0-1 0 0 0,0 1 0 0 0,0 0 0 0 0,0-1 0 0 0,-1 1 0 0 0,1 0 0 0 0,0 0 0 0 0,0-1 0 0 0,0 1 0 0 0,-1 0 0 0 0,1 0 0 0 0,0 0 0 0 0,-1 0 0 0 0,1 0 0 0 0,-1 0 0 0 0,1 0 0 0 0,-1 0 0 0 0,1 0 0 0 0,-1 0 0 0 0,0 1 0 0 0,1-1 0 0 0,-1 0 0 0 0,0 0 0 0 0,0 0 0 0 0,0 0 0 0 0,0 0 0 0 0,0 1 0 0 0,0-1 0 0 0,-1 1 0 0 0,0 1 10 0 0,0-1 0 0 0,-1 0-1 0 0,1-1 1 0 0,0 1-1 0 0,-1 0 1 0 0,0 0-1 0 0,0-1 1 0 0,1 1 0 0 0,-1-1-1 0 0,0 1 1 0 0,0-1-1 0 0,0 0 1 0 0,-3 2-1 0 0,-10 4 48 0 0,1-2 0 0 0,-1 1 0 0 0,-20 4 0 0 0,-17 1 46 0 0,-70 7-1 0 0,102-16-22 0 0,-1-1-1 0 0,0-1 1 0 0,0-1-1 0 0,1-1 1 0 0,-1 0-1 0 0,-28-8 1 0 0,49 10-105 0 0,-1 0 1 0 0,1 0-1 0 0,-1-1 1 0 0,1 1-1 0 0,-1 0 0 0 0,1 0 1 0 0,-1 0-1 0 0,1 0 0 0 0,-1-1 1 0 0,1 1-1 0 0,-1 0 1 0 0,1-1-1 0 0,0 1 0 0 0,-1 0 1 0 0,1-1-1 0 0,-1 1 0 0 0,1 0 1 0 0,0-1-1 0 0,-1 1 1 0 0,1-1-1 0 0,0 1 0 0 0,0-1 1 0 0,-1 1-1 0 0,1 0 0 0 0,0-1 1 0 0,0 1-1 0 0,0-1 1 0 0,0 1-1 0 0,-1-1 0 0 0,1 1 1 0 0,0-1-1 0 0,0 1 0 0 0,0-1 1 0 0,0 1-1 0 0,0-1 0 0 0,0 0 1 0 0,0 1-1 0 0,1-1 1 0 0,-1 1-1 0 0,0-1 0 0 0,0-1-612 0 0,4 0-476 0 0,10-5-740 0 0,-1 1-187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0.7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33 196 5144 0 0,'0'-5'169'0'0,"0"0"0"0"0,0 0-1 0 0,0 1 1 0 0,-1-1 0 0 0,1 0-1 0 0,-1 0 1 0 0,-1 1 0 0 0,1-1-1 0 0,0 1 1 0 0,-1-1-1 0 0,0 1 1 0 0,-3-6 0 0 0,4 9 89 0 0,-13-21 1552 0 0,12 75-1770 0 0,2 0-1 0 0,2 0 1 0 0,3-1 0 0 0,2 1 0 0 0,3-1-1 0 0,2 0 1 0 0,2-1 0 0 0,2-1-1 0 0,40 85 1 0 0,5 6 1558 0 0,-65-145-1469 0 0,-5-7-71 0 0,0-1 0 0 0,1 1 0 0 0,0-2 0 0 0,1 1 0 0 0,1-1 0 0 0,0-1 0 0 0,0 1 0 0 0,1-1-1 0 0,-3-17 1 0 0,-25-136 96 0 0,33 165-151 0 0,-13-99 87 0 0,-1-147-1 0 0,14 237-93 0 0,0 0 0 0 0,1 0 0 0 0,0 0 0 0 0,1 0 0 0 0,0 1 0 0 0,1-1-1 0 0,0 0 1 0 0,6-13 0 0 0,-6 19-2 0 0,0 0 0 0 0,1 0 1 0 0,-1 0-1 0 0,1 1 0 0 0,0 0 0 0 0,0 0 0 0 0,1 0 0 0 0,-1 0 1 0 0,1 0-1 0 0,-1 1 0 0 0,1 0 0 0 0,6-3 0 0 0,29-12-93 0 0,-38 18 85 0 0,2 0-12 0 0,9 2 16 0 0,-1 1-1 0 0,0 1 1 0 0,0 0 0 0 0,0 1-1 0 0,0 0 1 0 0,-1 0-1 0 0,0 1 1 0 0,20 15-1 0 0,-18-12-14 0 0,0 1-1 0 0,-1 0 0 0 0,0 1 1 0 0,0 1-1 0 0,-1 0 1 0 0,16 24-1 0 0,-25-34 18 0 0,-1 0 1 0 0,0 0-1 0 0,0 0 0 0 0,0 0 0 0 0,0 0 1 0 0,0 1-1 0 0,-1-1 0 0 0,1 0 0 0 0,-1 1 1 0 0,1-1-1 0 0,-1 0 0 0 0,0 1 0 0 0,0-1 1 0 0,0 1-1 0 0,0-1 0 0 0,0 0 0 0 0,-1 1 1 0 0,1-1-1 0 0,-1 0 0 0 0,-1 5 0 0 0,0-3 3 0 0,0 0-1 0 0,-1 0 1 0 0,1 0 0 0 0,-1-1-1 0 0,0 1 1 0 0,0-1-1 0 0,-1 1 1 0 0,1-1-1 0 0,-1 0 1 0 0,-3 3 0 0 0,-10 5-2 0 0,0-2 0 0 0,-1 1-1 0 0,-33 11 1 0 0,22-10 23 0 0,-1-1 0 0 0,-34 6 0 0 0,51-14-57 0 0,0 0-1 0 0,0 0 1 0 0,-1-1 0 0 0,1-1-1 0 0,-1-1 1 0 0,1 0-1 0 0,-17-3 1 0 0,30 4-21 0 0,-1 0 1 0 0,1 0-1 0 0,-1 0 1 0 0,0 0-1 0 0,1 0 1 0 0,-1 0-1 0 0,1-1 0 0 0,-1 1 1 0 0,1 0-1 0 0,-1 0 1 0 0,1-1-1 0 0,-1 1 0 0 0,1 0 1 0 0,-1 0-1 0 0,1-1 1 0 0,-1 1-1 0 0,1-1 0 0 0,0 1 1 0 0,-1 0-1 0 0,1-1 1 0 0,0 1-1 0 0,-1-1 0 0 0,1 1 1 0 0,0-1-1 0 0,-1 1 1 0 0,1-1-1 0 0,0 1 1 0 0,0-1-1 0 0,0 0 0 0 0,-1 1 1 0 0,1-1-1 0 0,0 1 1 0 0,0-1-1 0 0,0 1 0 0 0,0-1 1 0 0,0 1-1 0 0,0-1 1 0 0,0 0-1 0 0,0 1 0 0 0,1-2 1 0 0,10-18-4165 0 0,5 5 1448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2.4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266 60 6197 0 0,'-5'-6'-56'0'0,"-1"0"0"0"0,0 1 1 0 0,1 0-1 0 0,-2 0 0 0 0,1 1 0 0 0,0-1 1 0 0,-1 1-1 0 0,0 1 0 0 0,0-1 1 0 0,-14-4-1 0 0,16 7 71 0 0,0 0 1 0 0,0 0-1 0 0,0 0 0 0 0,-1 1 0 0 0,1 0 1 0 0,0 0-1 0 0,0 0 0 0 0,0 0 1 0 0,0 1-1 0 0,0 0 0 0 0,0 0 0 0 0,0 0 1 0 0,0 1-1 0 0,0 0 0 0 0,0 0 1 0 0,0 0-1 0 0,-8 6 0 0 0,7-4-4 0 0,-1 0-1 0 0,1 1 1 0 0,0 0-1 0 0,0 1 1 0 0,0-1-1 0 0,1 1 1 0 0,0 0-1 0 0,0 1 1 0 0,1-1-1 0 0,-1 1 1 0 0,1 0 0 0 0,1 0-1 0 0,0 0 1 0 0,-3 9-1 0 0,4-10 1 0 0,1 0 0 0 0,-1 0 0 0 0,2 0 0 0 0,-1 0 0 0 0,1 0 0 0 0,0 1 0 0 0,0-1 0 0 0,0 0 0 0 0,1 0 0 0 0,0 1 0 0 0,1-1 0 0 0,-1 0 0 0 0,1 0 0 0 0,0 0 0 0 0,0-1 0 0 0,1 1 0 0 0,0 0 0 0 0,6 8 0 0 0,-2-5 19 0 0,1 0 0 0 0,0-1 0 0 0,0-1 0 0 0,1 1 0 0 0,0-1 0 0 0,0-1 0 0 0,0 0 0 0 0,1 0 0 0 0,0-1-1 0 0,0 0 1 0 0,1 0 0 0 0,-1-1 0 0 0,1-1 0 0 0,22 5 0 0 0,-25-6-10 0 0,1 0-1 0 0,0-1 1 0 0,1 0-1 0 0,-1 0 0 0 0,0-1 1 0 0,0 0-1 0 0,0 0 1 0 0,0-1-1 0 0,0-1 1 0 0,0 1-1 0 0,0-2 1 0 0,0 1-1 0 0,0-1 0 0 0,-1 0 1 0 0,1-1-1 0 0,-1 0 1 0 0,0 0-1 0 0,13-10 1 0 0,-18 12-14 0 0,0 0 0 0 0,0-1 0 0 0,0 1 1 0 0,-1-1-1 0 0,1 0 0 0 0,-1 0 0 0 0,0 0 0 0 0,1 0 1 0 0,-1 0-1 0 0,-1-1 0 0 0,1 1 0 0 0,0 0 1 0 0,-1-1-1 0 0,0 0 0 0 0,0 1 0 0 0,0-1 1 0 0,0 1-1 0 0,0-1 0 0 0,-1 0 0 0 0,1 0 1 0 0,-1 0-1 0 0,0 1 0 0 0,-1-1 0 0 0,1 0 0 0 0,-1 0 1 0 0,1 1-1 0 0,-1-1 0 0 0,0 0 0 0 0,0 1 1 0 0,-1-1-1 0 0,1 1 0 0 0,-1-1 0 0 0,0 1 1 0 0,1 0-1 0 0,-5-5 0 0 0,1 1-1 0 0,-2 0 1 0 0,1 1-1 0 0,-1-1 0 0 0,0 1 1 0 0,0 1-1 0 0,-1-1 0 0 0,0 1 1 0 0,1 1-1 0 0,-2-1 1 0 0,1 1-1 0 0,-1 1 0 0 0,1-1 1 0 0,-13-2-1 0 0,-116-26 57 0 0,134 32-25 0 0,-18-7 169 0 0,20 7-193 0 0,0 1 0 0 0,1-1 0 0 0,-1 0 0 0 0,1 0 0 0 0,-1 0 0 0 0,1 0 0 0 0,-1-1 0 0 0,1 1 1 0 0,-1 0-1 0 0,1 0 0 0 0,-1 0 0 0 0,1 0 0 0 0,-1 0 0 0 0,1-1 0 0 0,-1 1 0 0 0,1 0 0 0 0,0 0 0 0 0,-1-1 0 0 0,1 1 0 0 0,-1 0 0 0 0,1-1 0 0 0,0 1 0 0 0,-1 0 0 0 0,1-1 0 0 0,-1 1 0 0 0,1-1 0 0 0,0 1 0 0 0,0 0 0 0 0,-1-1 0 0 0,1 1 1 0 0,0-1-1 0 0,0 1 0 0 0,0-1 0 0 0,-1 1 0 0 0,1-2 0 0 0,19-3 3 0 0,1 0 0 0 0,-1 1-1 0 0,1 1 1 0 0,0 1 0 0 0,23 0 0 0 0,47-6 42 0 0,-19 5 66 0 0,-68 3-81 0 0,48-4 886 0 0,-46 9-947 0 0,-1 1 1 0 0,0 0 0 0 0,0 0 0 0 0,0 1 0 0 0,-1-1-1 0 0,0 1 1 0 0,0-1 0 0 0,-1 1 0 0 0,0 0 0 0 0,0 0 0 0 0,-1 0-1 0 0,2 12 1 0 0,10 31 12 0 0,50 122 172 0 0,-63-170-125 0 0,-14-23 1742 0 0,9 9-1748 0 0,1 1 0 0 0,0-1 0 0 0,0 0 0 0 0,1 0 0 0 0,1 0 0 0 0,0 0 0 0 0,1-1 1 0 0,0 1-1 0 0,1 0 0 0 0,0-1 0 0 0,1 1 0 0 0,0 0 0 0 0,1-1 0 0 0,1 1 0 0 0,0 0 0 0 0,0 0 0 0 0,1 0 1 0 0,1 1-1 0 0,8-18 0 0 0,-9 25-40 0 0,-1 0 1 0 0,1-1-1 0 0,0 1 1 0 0,0 0-1 0 0,1 1 1 0 0,-1-1-1 0 0,1 1 0 0 0,0 0 1 0 0,0 0-1 0 0,0 0 1 0 0,0 1-1 0 0,0-1 1 0 0,1 1-1 0 0,-1 1 1 0 0,1-1-1 0 0,-1 1 1 0 0,1 0-1 0 0,-1 0 0 0 0,1 0 1 0 0,0 1-1 0 0,5 0 1 0 0,-2 1-7 0 0,-1-1-1 0 0,0 1 1 0 0,0 1 0 0 0,0 0 0 0 0,0 0-1 0 0,0 0 1 0 0,0 1 0 0 0,-1 0 0 0 0,1 1-1 0 0,-1-1 1 0 0,0 1 0 0 0,0 1 0 0 0,12 9-1 0 0,-4 3-1 0 0,-1 0 0 0 0,-1 1 0 0 0,0 0 0 0 0,-1 1 0 0 0,-2 1 0 0 0,0-1 0 0 0,8 23 0 0 0,29 52 24 0 0,-3-7-932 0 0,-44-85 218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3.2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389 74 6285 0 0,'-13'-36'-313'0'0,"3"31"330"0"0,1-1 1 0 0,-1 2-1 0 0,-1-1 0 0 0,1 1 1 0 0,-1 1-1 0 0,1 0 0 0 0,-1 1 0 0 0,0 0 1 0 0,0 0-1 0 0,0 1 0 0 0,0 1 1 0 0,0-1-1 0 0,0 2 0 0 0,-15 2 1 0 0,8-1-5 0 0,0 1 0 0 0,0 1 0 0 0,0 1 0 0 0,1 0 0 0 0,0 1 1 0 0,0 1-1 0 0,0 1 0 0 0,-17 10 0 0 0,32-17-10 0 0,0 0 1 0 0,0 0 0 0 0,1 0-1 0 0,-1 0 1 0 0,0 0-1 0 0,1 1 1 0 0,-1-1 0 0 0,1 0-1 0 0,0 1 1 0 0,-1-1-1 0 0,1 1 1 0 0,0-1-1 0 0,0 1 1 0 0,0 0 0 0 0,0-1-1 0 0,0 1 1 0 0,0 0-1 0 0,1 0 1 0 0,-1-1-1 0 0,0 1 1 0 0,1 0 0 0 0,-1 4-1 0 0,2-4 1 0 0,-1 0-1 0 0,1 0 0 0 0,0 0 1 0 0,-1-1-1 0 0,1 1 1 0 0,0 0-1 0 0,0 0 0 0 0,1 0 1 0 0,-1-1-1 0 0,0 1 1 0 0,0-1-1 0 0,1 1 0 0 0,-1-1 1 0 0,1 1-1 0 0,0-1 1 0 0,-1 0-1 0 0,4 2 0 0 0,11 6 14 0 0,-1-1-1 0 0,2-1 1 0 0,31 10-1 0 0,-37-13-12 0 0,53 15 7 0 0,-37-12-5 0 0,-1 2 0 0 0,0 0 0 0 0,48 26 0 0 0,-42-16 0 0 0,-1 2 0 0 0,-2 2 1 0 0,0 0-1 0 0,33 36 0 0 0,-61-58-2 0 0,1 0-1 0 0,-1 0 1 0 0,0 1 0 0 0,1-1-1 0 0,-1 1 1 0 0,0-1 0 0 0,0 1-1 0 0,0-1 1 0 0,0 1-1 0 0,0-1 1 0 0,0 1 0 0 0,-1 0-1 0 0,1-1 1 0 0,0 1-1 0 0,-1 0 1 0 0,0 0 0 0 0,1 0-1 0 0,-1-1 1 0 0,0 1-1 0 0,0 0 1 0 0,0 0 0 0 0,0 0-1 0 0,0 0 1 0 0,0-1-1 0 0,-1 4 1 0 0,0-3 8 0 0,-1 0 0 0 0,1 0 0 0 0,-1 0 0 0 0,0 0 1 0 0,0 0-1 0 0,1 0 0 0 0,-1 0 0 0 0,0-1 0 0 0,-1 1 0 0 0,1-1 0 0 0,0 1 1 0 0,0-1-1 0 0,-1 0 0 0 0,1 0 0 0 0,-4 2 0 0 0,-10 1 82 0 0,1 1-1 0 0,-1-2 1 0 0,0 0-1 0 0,-26 1 1 0 0,-4-2 351 0 0,-49-4 1 0 0,82 2-278 0 0,1-2 0 0 0,0 1 1 0 0,0-2-1 0 0,0 0 0 0 0,0 0 1 0 0,1-1-1 0 0,-1 0 0 0 0,1-1 1 0 0,-15-9-1 0 0,25 14-177 0 0,0-1 1 0 0,0 1-1 0 0,0-1 1 0 0,0 0-1 0 0,0 1 0 0 0,1-1 1 0 0,-1 0-1 0 0,0 1 1 0 0,0-1-1 0 0,0 0 1 0 0,1 0-1 0 0,-1 0 0 0 0,1 1 1 0 0,-1-1-1 0 0,0 0 1 0 0,1 0-1 0 0,-1 0 0 0 0,1 0 1 0 0,0 0-1 0 0,-1 0 1 0 0,1 0-1 0 0,0 0 1 0 0,0 0-1 0 0,0-1 0 0 0,-1 1 1 0 0,1 0-1 0 0,0 0 1 0 0,0 0-1 0 0,1-1 0 0 0,17-23-3221 0 0,-12 19 1713 0 0,3-3-1581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3.7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133 201 6469 0 0,'26'7'-1577'0'0,"-12"-9"1508"0"0,0-1 0 0 0,-1 0 0 0 0,1-1-1 0 0,-1 0 1 0 0,22-11 0 0 0,-28 12 138 0 0,0-1-1 0 0,0 0 1 0 0,0-1 0 0 0,0 1-1 0 0,-1-1 1 0 0,1-1-1 0 0,-1 1 1 0 0,-1-1 0 0 0,1 0-1 0 0,-1-1 1 0 0,8-11-1 0 0,-12 16 0 0 0,0-1-1 0 0,0 0 0 0 0,0 0 0 0 0,0 0 0 0 0,0 0 0 0 0,0 0 0 0 0,-1 0 0 0 0,0 0 0 0 0,1 0 0 0 0,-1 0 0 0 0,0 0 0 0 0,-1 0 0 0 0,1 0 0 0 0,0-1 0 0 0,-1 1 0 0 0,0 0 0 0 0,1 0 0 0 0,-1 1 0 0 0,-1-1 0 0 0,1 0 0 0 0,0 0 0 0 0,-1 0 0 0 0,1 1 0 0 0,-1-1 0 0 0,0 1 0 0 0,0-1 0 0 0,0 1 0 0 0,0 0 0 0 0,0 0 0 0 0,0 0 0 0 0,-1 0 0 0 0,1 0 0 0 0,-1 0 0 0 0,1 0 0 0 0,-1 1 0 0 0,0 0 0 0 0,0-1 0 0 0,1 1 0 0 0,-1 0 0 0 0,0 0 0 0 0,0 1 0 0 0,0-1 0 0 0,0 0 0 0 0,0 1 0 0 0,-1 0 0 0 0,1 0 0 0 0,-6 0 0 0 0,-9 4-14 0 0,-1 0-1 0 0,1 1 1 0 0,0 1-1 0 0,0 0 0 0 0,1 1 1 0 0,0 1-1 0 0,-29 19 1 0 0,38-22-44 0 0,0 0 1 0 0,1 1-1 0 0,0 0 1 0 0,0 0-1 0 0,0 0 1 0 0,1 1-1 0 0,0 0 1 0 0,1 0-1 0 0,-1 1 1 0 0,1 0-1 0 0,1-1 1 0 0,-1 2-1 0 0,1-1 1 0 0,1 0-1 0 0,-1 1 1 0 0,2 0-1 0 0,-1 0 1 0 0,-2 16 0 0 0,6-21-6 0 0,-1 0 1 0 0,1 0 0 0 0,-1 0 0 0 0,1 0-1 0 0,0 0 1 0 0,1 0 0 0 0,-1 0 0 0 0,1 0 0 0 0,0 0-1 0 0,0-1 1 0 0,0 1 0 0 0,0-1 0 0 0,0 1 0 0 0,1-1-1 0 0,0 0 1 0 0,-1 0 0 0 0,1 0 0 0 0,0 0 0 0 0,1 0-1 0 0,-1-1 1 0 0,0 1 0 0 0,1-1 0 0 0,0 0 0 0 0,6 3-1 0 0,11 5 12 0 0,0-1-1 0 0,0-1 0 0 0,25 6 1 0 0,-43-13-15 0 0,8 2-100 0 0,167 42 14 0 0,-153-41-1425 0 0,-1-2 0 0 0,49 1 0 0 0,-48-5-1220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4.6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56 6585 0 0,'-13'-41'1180'0'0,"13"40"-958"0"0,0 0-180 0 0,0 0 0 0 0,0 1-1 0 0,0-1 1 0 0,0 1 0 0 0,-1-1 0 0 0,1 1 0 0 0,0-1 0 0 0,0 1 0 0 0,0-1 0 0 0,0 0 0 0 0,-1 1 0 0 0,1-1 0 0 0,0 1-1 0 0,0-1 1 0 0,-1 1 0 0 0,1 0 0 0 0,0-1 0 0 0,-1 1 0 0 0,1-1 0 0 0,-1 1 0 0 0,1 0 0 0 0,0-1 0 0 0,-1 1 0 0 0,1 0-1 0 0,-1-1 1 0 0,1 1 0 0 0,-2-1 0 0 0,-1 8-32 0 0,-1 1-1 0 0,1-1 1 0 0,0 1 0 0 0,1-1-1 0 0,0 1 1 0 0,0 0 0 0 0,0 0-1 0 0,1-1 1 0 0,0 1-1 0 0,1 0 1 0 0,0 0 0 0 0,0 0-1 0 0,1 0 1 0 0,0 0-1 0 0,0 0 1 0 0,1 0 0 0 0,0 0-1 0 0,0-1 1 0 0,1 1 0 0 0,0-1-1 0 0,0 1 1 0 0,1-1-1 0 0,0 0 1 0 0,9 12 0 0 0,-8-10 0 0 0,1-1 1 0 0,0 0-1 0 0,1 0 1 0 0,0-1 0 0 0,0 1-1 0 0,0-1 1 0 0,1-1-1 0 0,0 0 1 0 0,1 0-1 0 0,-1 0 1 0 0,1-1 0 0 0,0-1-1 0 0,0 1 1 0 0,1-1-1 0 0,-1-1 1 0 0,1 0-1 0 0,0 0 1 0 0,0-1 0 0 0,18 2-1 0 0,-24-5-5 0 0,1 1-1 0 0,-1-1 1 0 0,0 0-1 0 0,1 0 0 0 0,-1-1 1 0 0,0 1-1 0 0,0-1 1 0 0,0 0-1 0 0,0 0 1 0 0,0 0-1 0 0,0-1 0 0 0,-1 1 1 0 0,1-1-1 0 0,-1 0 1 0 0,1 0-1 0 0,-1 0 1 0 0,0 0-1 0 0,0-1 0 0 0,2-4 1 0 0,5-6 3 0 0,-1-1 0 0 0,0 0-1 0 0,9-23 1 0 0,-7 12 294 0 0,-1 1-1 0 0,-1-1 0 0 0,9-48 1 0 0,-18 75-161 0 0,-2 4-132 0 0,1 0 1 0 0,-1 0 0 0 0,1-1-1 0 0,1 1 1 0 0,-1 0-1 0 0,1 0 1 0 0,-1 0-1 0 0,2 0 1 0 0,-1 0 0 0 0,0 0-1 0 0,3 7 1 0 0,1-1 32 0 0,1-1 1 0 0,0 0-1 0 0,1 0 1 0 0,0-1-1 0 0,1 0 1 0 0,0 0-1 0 0,0 0 1 0 0,1-1-1 0 0,0 0 1 0 0,16 13-1 0 0,39 19-1181 0 0,-53-36-15 0 0,0 0 0 0 0,0 0 0 0 0,0-1 0 0 0,14 3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5.3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300 54 6617 0 0,'-3'-4'-51'0'0,"0"1"0"0"0,0 0 0 0 0,-1 0 0 0 0,1 0 0 0 0,-1 0 0 0 0,1 0 0 0 0,-1 0 0 0 0,0 1 1 0 0,0 0-1 0 0,0 0 0 0 0,-1 0 0 0 0,-6-2 0 0 0,-56-8 363 0 0,35 7-278 0 0,24 5-24 0 0,0 1 0 0 0,0-1 0 0 0,0 1-1 0 0,0 1 1 0 0,0 0 0 0 0,1 0 0 0 0,-1 0 0 0 0,-10 5 0 0 0,4-2 2 0 0,11-4-6 0 0,-1 0-1 0 0,1 1 1 0 0,-1-1 0 0 0,1 1 0 0 0,0 0 0 0 0,0 0-1 0 0,0 0 1 0 0,0 0 0 0 0,0 0 0 0 0,0 1-1 0 0,0-1 1 0 0,1 1 0 0 0,-1 0 0 0 0,-3 5-1 0 0,6-8-3 0 0,0 0 0 0 0,0 1 0 0 0,-1 0 0 0 0,1-1 0 0 0,0 1 0 0 0,0-1 0 0 0,0 1 1 0 0,0 0-1 0 0,0-1 0 0 0,0 1 0 0 0,0 0 0 0 0,0-1 0 0 0,0 1 0 0 0,0-1 0 0 0,0 1 0 0 0,1 0 0 0 0,-1-1 1 0 0,0 1-1 0 0,0-1 0 0 0,1 1 0 0 0,-1 0 0 0 0,0-1 0 0 0,1 1 0 0 0,-1-1 0 0 0,0 1 0 0 0,1-1 0 0 0,-1 1 0 0 0,1-1 1 0 0,-1 0-1 0 0,1 1 0 0 0,-1-1 0 0 0,1 1 0 0 0,-1-1 0 0 0,2 0 0 0 0,16 12 38 0 0,141 45 90 0 0,-112-43-116 0 0,-1 3 1 0 0,59 29 0 0 0,-97-42-19 0 0,-1 1 1 0 0,1 0 0 0 0,-1 1 0 0 0,0-1 0 0 0,12 13-1 0 0,-17-15 6 0 0,1 1-1 0 0,0-1 1 0 0,-1 0-1 0 0,0 1 0 0 0,0-1 1 0 0,0 1-1 0 0,0 0 1 0 0,0-1-1 0 0,-1 1 1 0 0,0 0-1 0 0,1 0 0 0 0,-2 0 1 0 0,1 0-1 0 0,0 6 1 0 0,-1-9 4 0 0,0 1 0 0 0,-1-1 0 0 0,1 1 0 0 0,-1-1 0 0 0,0 1 1 0 0,1-1-1 0 0,-1 0 0 0 0,0 1 0 0 0,0-1 0 0 0,0 0 0 0 0,0 0 0 0 0,0 0 1 0 0,0 0-1 0 0,0 0 0 0 0,0 0 0 0 0,-1 0 0 0 0,1 0 0 0 0,0 0 1 0 0,0 0-1 0 0,-1-1 0 0 0,1 1 0 0 0,-3 0 0 0 0,-31 12 134 0 0,34-13-136 0 0,-24 5 212 0 0,1 0 1 0 0,-1-2-1 0 0,1-1 0 0 0,-1-1 0 0 0,0-1 1 0 0,1-1-1 0 0,-1-1 0 0 0,1-2 1 0 0,-31-7-1 0 0,17-3 445 0 0,37 13-735 0 0,4-2-992 0 0,1-2 324 0 0,1 1 1 0 0,0 0-1 0 0,0 0 0 0 0,0 1 0 0 0,11-6 1 0 0,-2 4-1699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5.9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23 197 5589 0 0,'26'7'-1511'0'0,"-15"-7"1521"0"0,1-1-1 0 0,-1-1 0 0 0,0 1 1 0 0,0-2-1 0 0,0 1 1 0 0,0-2-1 0 0,-1 1 0 0 0,1-2 1 0 0,-1 1-1 0 0,0-1 0 0 0,0-1 1 0 0,0 0-1 0 0,-1 0 0 0 0,0-1 1 0 0,0 0-1 0 0,-1 0 1 0 0,0-1-1 0 0,0 0 0 0 0,-1-1 1 0 0,8-11-1 0 0,-12 16 121 0 0,-1 0 0 0 0,0 0 0 0 0,0 0-1 0 0,0-1 1 0 0,-1 1 0 0 0,1-1 0 0 0,-1 1 0 0 0,0-1-1 0 0,-1 0 1 0 0,1-6 0 0 0,-1 10-106 0 0,0 0-1 0 0,0-1 1 0 0,0 1 0 0 0,0-1-1 0 0,0 1 1 0 0,0 0 0 0 0,0-1-1 0 0,-1 1 1 0 0,1 0-1 0 0,-1-1 1 0 0,1 1 0 0 0,-1 0-1 0 0,1 0 1 0 0,-1 0 0 0 0,0-1-1 0 0,0 1 1 0 0,1 0 0 0 0,-1 0-1 0 0,0 0 1 0 0,0 0 0 0 0,0 0-1 0 0,0 0 1 0 0,0 1-1 0 0,0-1 1 0 0,-1 0 0 0 0,1 0-1 0 0,0 1 1 0 0,0-1 0 0 0,0 1-1 0 0,-1-1 1 0 0,1 1 0 0 0,0-1-1 0 0,-1 1 1 0 0,1 0 0 0 0,0 0-1 0 0,-1 0 1 0 0,1 0-1 0 0,0 0 1 0 0,-1 0 0 0 0,1 0-1 0 0,-1 0 1 0 0,1 0 0 0 0,-2 1-1 0 0,-13 1 22 0 0,0 1 1 0 0,0 1-1 0 0,1 0 0 0 0,-1 2 0 0 0,1-1 0 0 0,0 2 1 0 0,-16 9-1 0 0,24-13-36 0 0,0 1 0 0 0,0 1-1 0 0,0-1 1 0 0,0 1 0 0 0,1 1 0 0 0,0-1 0 0 0,0 1 0 0 0,1 0-1 0 0,0 0 1 0 0,0 0 0 0 0,0 1 0 0 0,1 0 0 0 0,-1 0 0 0 0,2 0 0 0 0,-1 1-1 0 0,-4 13 1 0 0,8-16 0 0 0,-1 1 0 0 0,1 0 0 0 0,0-1 0 0 0,1 1-1 0 0,-1-1 1 0 0,1 1 0 0 0,0-1 0 0 0,1 0 0 0 0,-1 1-1 0 0,1-1 1 0 0,0 0 0 0 0,0 0 0 0 0,1 0 0 0 0,-1 0-1 0 0,1 0 1 0 0,0-1 0 0 0,1 1 0 0 0,-1-1 0 0 0,1 0-1 0 0,0 0 1 0 0,0 0 0 0 0,0 0 0 0 0,9 5 0 0 0,6 5 22 0 0,1 0 0 0 0,0-2 1 0 0,1 0-1 0 0,28 10 0 0 0,-31-15-553 0 0,1-1 0 0 0,-1-1 0 0 0,1 0 0 0 0,0-2 0 0 0,0 0 0 0 0,35 0 0 0 0,-26-5-1591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6.6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263 74 5212 0 0,'-1'-4'14'0'0,"-1"0"-1"0"0,1 0 0 0 0,-1 1 0 0 0,1-1 0 0 0,-1 0 1 0 0,0 1-1 0 0,0 0 0 0 0,-1-1 0 0 0,1 1 0 0 0,-1 0 0 0 0,1 0 1 0 0,-1 0-1 0 0,0 1 0 0 0,0-1 0 0 0,0 1 0 0 0,-1-1 1 0 0,1 1-1 0 0,-1 0 0 0 0,1 0 0 0 0,-1 1 0 0 0,-5-3 0 0 0,1 2 16 0 0,0 0 0 0 0,-1 1-1 0 0,1-1 1 0 0,-1 2-1 0 0,0-1 1 0 0,1 1 0 0 0,-1 1-1 0 0,0-1 1 0 0,-11 4 0 0 0,8-2 2 0 0,0 1 1 0 0,0 1 0 0 0,0 0 0 0 0,1 1 0 0 0,-1 0 0 0 0,-15 10 0 0 0,27-14-29 0 0,-1-1 0 0 0,1 1-1 0 0,-1 0 1 0 0,1-1 0 0 0,-1 1 0 0 0,1-1 0 0 0,0 1-1 0 0,-1 0 1 0 0,1-1 0 0 0,0 1 0 0 0,-1 0 0 0 0,1-1-1 0 0,0 1 1 0 0,0 0 0 0 0,0 0 0 0 0,0-1 0 0 0,0 1 0 0 0,0 0-1 0 0,0-1 1 0 0,0 1 0 0 0,0 0 0 0 0,0 0 0 0 0,0-1-1 0 0,0 1 1 0 0,0 0 0 0 0,1 0 0 0 0,-1-1 0 0 0,0 1-1 0 0,1 0 1 0 0,-1-1 0 0 0,0 1 0 0 0,1-1 0 0 0,-1 1 0 0 0,1 0-1 0 0,-1-1 1 0 0,1 1 0 0 0,-1-1 0 0 0,1 1 0 0 0,-1-1-1 0 0,1 1 1 0 0,-1-1 0 0 0,1 0 0 0 0,0 1 0 0 0,24 19 22 0 0,37 14-20 0 0,73 28 0 0 0,46 24-1 0 0,-167-78 2 0 0,-10-7 1 0 0,-1 0-1 0 0,0 1 0 0 0,0-1 1 0 0,0 1-1 0 0,0 0 0 0 0,0 0 0 0 0,-1 0 1 0 0,1 0-1 0 0,-1 0 0 0 0,1 1 0 0 0,-1-1 1 0 0,0 1-1 0 0,3 3 0 0 0,-5-5 8 0 0,0 0-1 0 0,-1 0 1 0 0,1 0 0 0 0,0-1-1 0 0,-1 1 1 0 0,1 0 0 0 0,-1 0-1 0 0,1-1 1 0 0,-1 1-1 0 0,1 0 1 0 0,-1 0 0 0 0,1-1-1 0 0,-1 1 1 0 0,0 0 0 0 0,1-1-1 0 0,-1 1 1 0 0,0-1-1 0 0,1 1 1 0 0,-1-1 0 0 0,0 1-1 0 0,0-1 1 0 0,0 0-1 0 0,0 1 1 0 0,1-1 0 0 0,-3 0-1 0 0,-21 10 241 0 0,24-10-253 0 0,-20 5 184 0 0,-1 0 0 0 0,0-1 0 0 0,1-2 0 0 0,-1 0 1 0 0,-36-1-1 0 0,-104-18 1372 0 0,92-4-775 0 0,69 21-829 0 0,-1 0-1 0 0,1-1 0 0 0,0 1 0 0 0,-1 0 1 0 0,1 0-1 0 0,0 0 0 0 0,-1 0 0 0 0,1 0 1 0 0,0-1-1 0 0,0 1 0 0 0,-1 0 1 0 0,1 0-1 0 0,0 0 0 0 0,0-1 0 0 0,0 1 1 0 0,-1 0-1 0 0,1 0 0 0 0,0-1 1 0 0,0 1-1 0 0,0 0 0 0 0,-1-1 0 0 0,1 1 1 0 0,0 0-1 0 0,0 0 0 0 0,0-1 0 0 0,0 1 1 0 0,0 0-1 0 0,0-1 0 0 0,0 1 1 0 0,0 0-1 0 0,0-1 0 0 0,0 1 0 0 0,0 0 1 0 0,0-1-1 0 0,0 1 0 0 0,0 0 0 0 0,0-1 1 0 0,0 1-1 0 0,0 0 0 0 0,0 0 1 0 0,1-1-1 0 0,-1 1 0 0 0,0 0 0 0 0,0-1 1 0 0,0 1-1 0 0,0 0 0 0 0,1 0 0 0 0,-1-1 1 0 0,0 1-1 0 0,0 0 0 0 0,0 0 1 0 0,1 0-1 0 0,-1-1 0 0 0,0 1 0 0 0,1 0 1 0 0,-1 0-1 0 0,1-1 0 0 0,13-11-2959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9.4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99 48 6413 0 0,'-6'-34'1057'0'0,"3"31"-918"0"0,-1-3 192 0 0,1 3-100 0 0,3 2-86 0 0,-3 4-214 0 0,-1 3 63 0 0,1 0-1 0 0,0 0 0 0 0,0 0 0 0 0,1 0 0 0 0,-1 1 0 0 0,1-1 1 0 0,1 1-1 0 0,-1 0 0 0 0,0 10 0 0 0,-5 77 11 0 0,6-67 2 0 0,-3 94 40 0 0,5 0-1 0 0,6 0 1 0 0,30 170-1 0 0,-33-270-15 0 0,-2 0-1 0 0,0 29 0 0 0,-2-49 0 0 0,-1 17 374 0 0,1-18-376 0 0,0 0-1 0 0,0 1 1 0 0,0-1 0 0 0,0 1-1 0 0,0-1 1 0 0,0 0-1 0 0,0 1 1 0 0,0-1-1 0 0,0 1 1 0 0,0-1 0 0 0,-1 0-1 0 0,1 1 1 0 0,0-1-1 0 0,0 0 1 0 0,0 1-1 0 0,0-1 1 0 0,-1 0 0 0 0,1 1-1 0 0,0-1 1 0 0,0 0-1 0 0,-1 1 1 0 0,1-1 0 0 0,0 0-1 0 0,-1 0 1 0 0,1 1-1 0 0,0-1 1 0 0,-1 0-1 0 0,1 0 1 0 0,0 0 0 0 0,-1 1-1 0 0,1-1 1 0 0,0 0-1 0 0,-1 0 1 0 0,1 0 0 0 0,-1 0-1 0 0,1 0 1 0 0,0 0-1 0 0,-1 0 1 0 0,1 0-1 0 0,-1 0 1 0 0,1 0 0 0 0,0 0-1 0 0,-1 0 1 0 0,1 0-1 0 0,-1 0 1 0 0,1 0-1 0 0,0 0 1 0 0,-1-1 0 0 0,-5-4 21 0 0,0-1 1 0 0,0 0-1 0 0,1-1 1 0 0,0 1 0 0 0,0-1-1 0 0,1 0 1 0 0,0 0-1 0 0,0 0 1 0 0,1-1 0 0 0,0 1-1 0 0,0-1 1 0 0,-2-10-1 0 0,-3-16-5 0 0,-5-55 0 0 0,12 82-46 0 0,1-9-8 0 0,0-1-1 0 0,1 1 1 0 0,0 0 0 0 0,6-24 0 0 0,0-3-63 0 0,-6 39 44 0 0,0 0 1 0 0,0-1 0 0 0,0 1-1 0 0,0 0 1 0 0,1 0 0 0 0,-1 0-1 0 0,1 0 1 0 0,0 0 0 0 0,1 0 0 0 0,-1 1-1 0 0,1-1 1 0 0,-1 1 0 0 0,1-1-1 0 0,0 1 1 0 0,0 0 0 0 0,1 0-1 0 0,-1 0 1 0 0,0 1 0 0 0,1-1-1 0 0,0 1 1 0 0,4-2 0 0 0,6-3-86 0 0,1 1 0 0 0,0 1 1 0 0,0 1-1 0 0,20-4 0 0 0,-24 5 66 0 0,-9 3 20 0 0,18-3-118 0 0,-17 3 132 0 0,0 1 0 0 0,-1-1 0 0 0,1 1-1 0 0,0 0 1 0 0,0 0 0 0 0,-1 0 0 0 0,1 0 0 0 0,0 0 0 0 0,-1 0-1 0 0,1 1 1 0 0,-1-1 0 0 0,0 1 0 0 0,1 0 0 0 0,-1-1-1 0 0,0 1 1 0 0,0 0 0 0 0,0 1 0 0 0,0-1 0 0 0,-1 0 0 0 0,1 0-1 0 0,-1 1 1 0 0,3 4 0 0 0,4 9-25 0 0,-1 1 0 0 0,10 31-1 0 0,0 1 10 0 0,-9-31 21 0 0,-1-1 0 0 0,0 2 0 0 0,-2-1 0 0 0,0 1 0 0 0,-1 0-1 0 0,-1 0 1 0 0,2 33 0 0 0,-4-26-992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9.7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61 5064 0 0,'3'-39'1047'0'0,"1"17"-44"0"0,-8 26-550 0 0,-7 46-337 0 0,9-19-82 0 0,2 1 0 0 0,0 0 0 0 0,3-1 0 0 0,0 1 0 0 0,12 46 0 0 0,-6-36 7 0 0,-1-2-940 0 0,0-14-2687 0 0,-6-20 1999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9.9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55 5537 0 0,'-5'-7'320'0'0,"-1"-1"-28"0"0,1 3 336 0 0,-1-2 224 0 0,-2 0-152 0 0,2-1-652 0 0,4-4-1844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0.6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302 37 5929 0 0,'0'0'-185'0'0,"-3"-3"-395"0"0,3 0 562 0 0,-1 2 16 0 0,1 0 0 0 0,-1 1-1 0 0,1-1 1 0 0,-1 0 0 0 0,1 0-1 0 0,-1 0 1 0 0,0 0-1 0 0,1 0 1 0 0,-1 0 0 0 0,0 1-1 0 0,0-1 1 0 0,1 0 0 0 0,-1 1-1 0 0,0-1 1 0 0,0 0 0 0 0,0 1-1 0 0,0-1 1 0 0,0 1-1 0 0,0-1 1 0 0,0 1 0 0 0,0 0-1 0 0,0-1 1 0 0,0 1 0 0 0,0 0-1 0 0,0 0 1 0 0,-1 0-1 0 0,-16-5 6 0 0,0 2 0 0 0,0 0 0 0 0,0 1 0 0 0,0 1-1 0 0,-26 1 1 0 0,36 0 2 0 0,-1 0 0 0 0,1 1-1 0 0,0 0 1 0 0,0 1 0 0 0,-1 0 0 0 0,1 0-1 0 0,0 0 1 0 0,0 1 0 0 0,1 1 0 0 0,-1-1-1 0 0,1 1 1 0 0,-1 0 0 0 0,1 1 0 0 0,1 0-1 0 0,-11 9 1 0 0,16-13-4 0 0,0 1 0 0 0,0-1 0 0 0,0 1 0 0 0,1-1 0 0 0,-1 0 0 0 0,1 1 0 0 0,-1 0 0 0 0,1-1 0 0 0,-1 1 0 0 0,1-1 0 0 0,0 1 0 0 0,0-1-1 0 0,0 1 1 0 0,0 0 0 0 0,0-1 0 0 0,0 1 0 0 0,0 0 0 0 0,0-1 0 0 0,1 1 0 0 0,-1-1 0 0 0,1 1 0 0 0,-1-1 0 0 0,1 1 0 0 0,0-1 0 0 0,-1 1 0 0 0,1-1 0 0 0,0 0 0 0 0,0 1 0 0 0,0-1 0 0 0,0 0 0 0 0,0 0 0 0 0,0 1-1 0 0,3 1 1 0 0,-3-1 12 0 0,14 11 4 0 0,1 1 0 0 0,0-2-1 0 0,1 0 1 0 0,0-1 0 0 0,1-1-1 0 0,0 0 1 0 0,39 13 0 0 0,-7 0-4 0 0,-32-15-11 0 0,-1 1 0 0 0,0 1 0 0 0,-1 1-1 0 0,17 13 1 0 0,-27-19-9 0 0,0 1-1 0 0,0 0 1 0 0,-1 0 0 0 0,0 0-1 0 0,0 1 1 0 0,0 0 0 0 0,-1 0-1 0 0,0 0 1 0 0,0 0 0 0 0,-1 1-1 0 0,5 14 1 0 0,-8-19 8 0 0,0 0 0 0 0,0 0-1 0 0,-1 0 1 0 0,1 0 0 0 0,0-1 0 0 0,-1 1 0 0 0,0 0 0 0 0,0 0 0 0 0,0-1 0 0 0,0 1-1 0 0,0 0 1 0 0,0-1 0 0 0,-1 1 0 0 0,1-1 0 0 0,-1 0 0 0 0,0 1 0 0 0,0-1 0 0 0,-3 3-1 0 0,-2-1 65 0 0,-1-1-1 0 0,1 0 0 0 0,-1 0 0 0 0,0-1 0 0 0,0 0 0 0 0,0-1 0 0 0,1 0 0 0 0,-1 0 0 0 0,-1 0 0 0 0,1-1 0 0 0,-13-2 0 0 0,-15-1 683 0 0,-44-11 1 0 0,79 14-755 0 0,-4 0 52 0 0,-1-2 0 0 0,0 1 0 0 0,1 0 0 0 0,-1-1 0 0 0,0 0 0 0 0,1-1-1 0 0,0 1 1 0 0,0-1 0 0 0,-9-6 0 0 0,13 8-530 0 0,12-24-3351 0 0,-3 18 2003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1.3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84 5276 0 0,'0'-65'997'0'0,"0"63"-841"0"0,-2-9 241 0 0,1 5-66 0 0,2 8 135 0 0,24 110-450 0 0,15 147 1 0 0,1 16 11 0 0,-40-267-25 0 0,9 39-1 0 0,-2 0 0 0 0,3 65 0 0 0,-8-97 173 0 0,13-45-6187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1.7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38 5208 0 0,'-3'-1'52'0'0,"1"0"0"0"0,-1 0 0 0 0,0 0 0 0 0,1-1 1 0 0,-1 1-1 0 0,1-1 0 0 0,-1 0 0 0 0,1 0 0 0 0,-4-4 0 0 0,36 0-9 0 0,0 1 0 0 0,0 2 0 0 0,0 1 0 0 0,48 2 0 0 0,-48 0-11 0 0,29-2 46 0 0,-45 2-3256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2.3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1 3772 0 0,'0'0'496'0'0,"-3"1"-477"0"0,-3 3-7 0 0,0-1-1 0 0,1 1 1 0 0,-1 0-1 0 0,1 0 1 0 0,0 0-1 0 0,0 0 1 0 0,0 1 0 0 0,1 0-1 0 0,0 0 1 0 0,0 1-1 0 0,0-1 1 0 0,0 1-1 0 0,1 0 1 0 0,0-1-1 0 0,0 2 1 0 0,1-1 0 0 0,0 0-1 0 0,0 0 1 0 0,0 1-1 0 0,1-1 1 0 0,0 1-1 0 0,0-1 1 0 0,0 1 0 0 0,1 0-1 0 0,0-1 1 0 0,1 1-1 0 0,-1 0 1 0 0,1-1-1 0 0,0 1 1 0 0,1-1-1 0 0,0 1 1 0 0,0-1 0 0 0,0 0-1 0 0,1 0 1 0 0,0 0-1 0 0,0 0 1 0 0,0 0-1 0 0,1-1 1 0 0,0 1 0 0 0,0-1-1 0 0,0 0 1 0 0,1 0-1 0 0,5 5 1 0 0,-4-4 80 0 0,0-1 1 0 0,1 0-1 0 0,0 0 1 0 0,0 0-1 0 0,0-1 0 0 0,0 0 1 0 0,1 0-1 0 0,-1-1 1 0 0,1 0-1 0 0,0 0 1 0 0,12 2-1 0 0,-16-5 100 0 0,0-2-18 0 0,0 1-140 0 0,-1 0 0 0 0,0-1 0 0 0,0 1 0 0 0,1-1 0 0 0,-1 0 0 0 0,0 0 0 0 0,0 0 0 0 0,-1-1 0 0 0,1 1 0 0 0,0-1 0 0 0,-1 1 0 0 0,1-1 0 0 0,-1 0 0 0 0,0 0 0 0 0,0 0 0 0 0,0 0 0 0 0,1-4 0 0 0,-1 1 7 0 0,0 0 0 0 0,0 0 0 0 0,-1 0 1 0 0,1 0-1 0 0,-1-1 0 0 0,-1 1 0 0 0,0 0 0 0 0,1-1 0 0 0,-3-11 0 0 0,1 10-28 0 0,0 1 0 0 0,0-1 0 0 0,-1 1 0 0 0,0 0 0 0 0,0 0 0 0 0,-1 0 0 0 0,0 0-1 0 0,0 0 1 0 0,-1 0 0 0 0,0 1 0 0 0,0 0 0 0 0,0-1 0 0 0,-1 2 0 0 0,0-1 0 0 0,0 0 0 0 0,-1 1 0 0 0,1 0 0 0 0,-1 0 0 0 0,0 1 0 0 0,0 0 0 0 0,-1 0-1 0 0,1 0 1 0 0,-1 1 0 0 0,0 0 0 0 0,0 0 0 0 0,0 0 0 0 0,-10-1 0 0 0,-2-10-3841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3.0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50 4892 0 0,'0'0'-306'0'0,"8"1"-1796"0"0,21 4 2076 0 0,-28-5 20 0 0,1 1 1 0 0,-1-1 0 0 0,0 1 0 0 0,1 0 0 0 0,-1 0 0 0 0,0 0 0 0 0,1 0-1 0 0,-1 0 1 0 0,0 0 0 0 0,0 0 0 0 0,0 0 0 0 0,0 0 0 0 0,0 0 0 0 0,0 0 0 0 0,0 1-1 0 0,0-1 1 0 0,-1 0 0 0 0,1 1 0 0 0,0-1 0 0 0,0 4 0 0 0,1-1-18 0 0,54 100 20 0 0,22 50 253 0 0,-77-152-245 0 0,1 3 84 0 0,1 1 0 0 0,-1-1 0 0 0,0 1 0 0 0,-1-1-1 0 0,1 1 1 0 0,-1 0 0 0 0,0 0 0 0 0,0 0 0 0 0,-1 0 0 0 0,0-1 0 0 0,0 8 0 0 0,-2-12 10 0 0,-1 1 0 0 0,1-1 0 0 0,-1 0 1 0 0,1 0-1 0 0,-1 0 0 0 0,1 0 1 0 0,-1 0-1 0 0,0-1 0 0 0,0 1 0 0 0,1-1 1 0 0,-1 1-1 0 0,0-1 0 0 0,0 0 0 0 0,1 0 1 0 0,-1 0-1 0 0,0-1 0 0 0,0 1 1 0 0,-2-1-1 0 0,1-1-24 0 0,1 1 1 0 0,-1-1 0 0 0,1 1-1 0 0,0-1 1 0 0,0 0 0 0 0,-1 0-1 0 0,1-1 1 0 0,1 1-1 0 0,-1-1 1 0 0,0 1 0 0 0,1-1-1 0 0,-1 0 1 0 0,1 0-1 0 0,0 0 1 0 0,0 0 0 0 0,0 0-1 0 0,0-1 1 0 0,-2-5-1 0 0,2 3-40 0 0,1 1 0 0 0,0-1 0 0 0,0 0 0 0 0,1 0 0 0 0,0 1-1 0 0,0-1 1 0 0,0 0 0 0 0,1 0 0 0 0,-1 1 0 0 0,1-1 0 0 0,1 0 0 0 0,2-7-1 0 0,5-12-65 0 0,2 0-1 0 0,1 0 0 0 0,1 1 0 0 0,1 1 0 0 0,1 0 1 0 0,1 1-1 0 0,20-22 0 0 0,-23 28 4 0 0,19-32-240 0 0,-31 46 228 0 0,-1 0-798 0 0,1-7-1929 0 0,3 3 1397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3.6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508 2 4088 0 0,'0'0'-248'0'0,"-5"-1"-217"0"0,1 1 460 0 0,0 0 0 0 0,1 1 0 0 0,-1 0 0 0 0,1-1 0 0 0,-1 1 0 0 0,0 1 0 0 0,1-1 0 0 0,0 0 0 0 0,-1 1 1 0 0,1 0-1 0 0,0 0 0 0 0,0 0 0 0 0,0 0 0 0 0,0 0 0 0 0,0 0 0 0 0,0 1 0 0 0,1 0 0 0 0,-1-1 0 0 0,1 1 0 0 0,0 0 0 0 0,-1 0 0 0 0,2 0 0 0 0,-4 6 0 0 0,3-5 40 0 0,0 0-1 0 0,0-1 1 0 0,1 1-1 0 0,0 0 1 0 0,-1 0-1 0 0,1 0 1 0 0,1 0 0 0 0,-1 0-1 0 0,0 0 1 0 0,1 0-1 0 0,0 0 1 0 0,0 0-1 0 0,0 0 1 0 0,2 7-1 0 0,-1-8-14 0 0,0 0-1 0 0,1 0 1 0 0,0-1-1 0 0,-1 1 1 0 0,1 0 0 0 0,0 0-1 0 0,0-1 1 0 0,1 1-1 0 0,-1-1 1 0 0,0 0-1 0 0,1 0 1 0 0,0 0-1 0 0,-1 0 1 0 0,1 0-1 0 0,0-1 1 0 0,0 1-1 0 0,0-1 1 0 0,0 1 0 0 0,3 0-1 0 0,2 1 3 0 0,-1-1 0 0 0,0 0-1 0 0,1 0 1 0 0,0 0 0 0 0,-1-1 0 0 0,1 0 0 0 0,0-1-1 0 0,0 0 1 0 0,0 0 0 0 0,0 0 0 0 0,-1-1-1 0 0,1-1 1 0 0,0 1 0 0 0,-1-1 0 0 0,1 0 0 0 0,-1-1-1 0 0,1 0 1 0 0,10-6 0 0 0,6-5 368 0 0,-2-1 1 0 0,0-1-1 0 0,39-37 0 0 0,-47 41 67 0 0,6-16 531 0 0,-59 105-1014 0 0,-3-3 0 0 0,-57 76-1 0 0,92-140 26 0 0,-65 90 8 0 0,-90 94-1 0 0,-98 79-28 0 0,223-235-7 0 0,29-31-607 0 0,1 1 0 0 0,-1-1-1 0 0,0-1 1 0 0,-1 1-1 0 0,-9 4 1 0 0,9-8-1157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29:19.4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4 673 24575,'-2'54'0,"1"-31"0,0 0 0,2 0 0,0-1 0,6 30 0,-6-49 0,-1-1 0,1 0 0,-1 0 0,1 0 0,0 0 0,-1 0 0,1 1 0,1-1 0,-1-1 0,0 1 0,0 0 0,1 0 0,-1 0 0,1-1 0,-1 1 0,1-1 0,2 3 0,-2-4 0,0 1 0,0-1 0,1 0 0,-1 1 0,0-1 0,0 0 0,0 0 0,1-1 0,-1 1 0,0 0 0,0-1 0,0 1 0,0-1 0,0 0 0,0 0 0,0 0 0,0 0 0,0 0 0,0 0 0,3-2 0,43-31 0,-2-1 0,-1-2 0,56-62 0,-34 34 0,552-502-1365,-550 508-5461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29:2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73 24575,'0'13'0,"0"13"0,4 19 0,2 7 0,4-2 0,0-5 0,-2-1 0,7-4 0,23-18 0,25-42 0,16-31 0,7-24 0,3-8 0,-15 6 0,-16 16 0,-16 18-8191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customXml" Target="../ink/ink7.xml"/><Relationship Id="rId3" Type="http://schemas.openxmlformats.org/officeDocument/2006/relationships/customXml" Target="../ink/ink1.xml"/><Relationship Id="rId7" Type="http://schemas.openxmlformats.org/officeDocument/2006/relationships/customXml" Target="../ink/ink2.xml"/><Relationship Id="rId12" Type="http://schemas.openxmlformats.org/officeDocument/2006/relationships/customXml" Target="../ink/ink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customXml" Target="../ink/ink5.xml"/><Relationship Id="rId10" Type="http://schemas.openxmlformats.org/officeDocument/2006/relationships/customXml" Target="../ink/ink4.xml"/><Relationship Id="rId9" Type="http://schemas.openxmlformats.org/officeDocument/2006/relationships/customXml" Target="../ink/ink3.xml"/><Relationship Id="rId14" Type="http://schemas.openxmlformats.org/officeDocument/2006/relationships/customXml" Target="../ink/ink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customXml" Target="../ink/ink9.xml"/><Relationship Id="rId7" Type="http://schemas.openxmlformats.org/officeDocument/2006/relationships/customXml" Target="../ink/ink10.xml"/><Relationship Id="rId12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customXml" Target="../ink/ink12.xml"/><Relationship Id="rId10" Type="http://schemas.openxmlformats.org/officeDocument/2006/relationships/image" Target="NULL"/><Relationship Id="rId9" Type="http://schemas.openxmlformats.org/officeDocument/2006/relationships/customXml" Target="../ink/ink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18.xml"/><Relationship Id="rId18" Type="http://schemas.openxmlformats.org/officeDocument/2006/relationships/image" Target="../media/image11.png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12" Type="http://schemas.openxmlformats.org/officeDocument/2006/relationships/image" Target="../media/image8.png"/><Relationship Id="rId17" Type="http://schemas.openxmlformats.org/officeDocument/2006/relationships/customXml" Target="../ink/ink20.xml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17.xml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10" Type="http://schemas.openxmlformats.org/officeDocument/2006/relationships/image" Target="../media/image7.png"/><Relationship Id="rId19" Type="http://schemas.openxmlformats.org/officeDocument/2006/relationships/customXml" Target="../ink/ink21.xml"/><Relationship Id="rId4" Type="http://schemas.openxmlformats.org/officeDocument/2006/relationships/image" Target="../media/image4.png"/><Relationship Id="rId9" Type="http://schemas.openxmlformats.org/officeDocument/2006/relationships/customXml" Target="../ink/ink16.xml"/><Relationship Id="rId1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7.xml"/><Relationship Id="rId18" Type="http://schemas.openxmlformats.org/officeDocument/2006/relationships/image" Target="../media/image21.png"/><Relationship Id="rId26" Type="http://schemas.openxmlformats.org/officeDocument/2006/relationships/image" Target="../media/image25.png"/><Relationship Id="rId39" Type="http://schemas.openxmlformats.org/officeDocument/2006/relationships/customXml" Target="../ink/ink40.xml"/><Relationship Id="rId3" Type="http://schemas.openxmlformats.org/officeDocument/2006/relationships/customXml" Target="../ink/ink22.xml"/><Relationship Id="rId21" Type="http://schemas.openxmlformats.org/officeDocument/2006/relationships/customXml" Target="../ink/ink31.xml"/><Relationship Id="rId34" Type="http://schemas.openxmlformats.org/officeDocument/2006/relationships/image" Target="../media/image29.png"/><Relationship Id="rId42" Type="http://schemas.openxmlformats.org/officeDocument/2006/relationships/image" Target="../media/image33.png"/><Relationship Id="rId47" Type="http://schemas.openxmlformats.org/officeDocument/2006/relationships/customXml" Target="../ink/ink44.xml"/><Relationship Id="rId50" Type="http://schemas.openxmlformats.org/officeDocument/2006/relationships/image" Target="../media/image37.png"/><Relationship Id="rId7" Type="http://schemas.openxmlformats.org/officeDocument/2006/relationships/customXml" Target="../ink/ink24.xml"/><Relationship Id="rId12" Type="http://schemas.openxmlformats.org/officeDocument/2006/relationships/image" Target="../media/image18.png"/><Relationship Id="rId17" Type="http://schemas.openxmlformats.org/officeDocument/2006/relationships/customXml" Target="../ink/ink29.xml"/><Relationship Id="rId25" Type="http://schemas.openxmlformats.org/officeDocument/2006/relationships/customXml" Target="../ink/ink33.xml"/><Relationship Id="rId33" Type="http://schemas.openxmlformats.org/officeDocument/2006/relationships/customXml" Target="../ink/ink37.xml"/><Relationship Id="rId38" Type="http://schemas.openxmlformats.org/officeDocument/2006/relationships/image" Target="../media/image31.png"/><Relationship Id="rId46" Type="http://schemas.openxmlformats.org/officeDocument/2006/relationships/image" Target="../media/image35.png"/><Relationship Id="rId2" Type="http://schemas.openxmlformats.org/officeDocument/2006/relationships/image" Target="../media/image13.png"/><Relationship Id="rId16" Type="http://schemas.openxmlformats.org/officeDocument/2006/relationships/image" Target="../media/image20.png"/><Relationship Id="rId20" Type="http://schemas.openxmlformats.org/officeDocument/2006/relationships/image" Target="../media/image22.png"/><Relationship Id="rId29" Type="http://schemas.openxmlformats.org/officeDocument/2006/relationships/customXml" Target="../ink/ink35.xml"/><Relationship Id="rId41" Type="http://schemas.openxmlformats.org/officeDocument/2006/relationships/customXml" Target="../ink/ink41.xml"/><Relationship Id="rId54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26.xml"/><Relationship Id="rId24" Type="http://schemas.openxmlformats.org/officeDocument/2006/relationships/image" Target="../media/image24.png"/><Relationship Id="rId32" Type="http://schemas.openxmlformats.org/officeDocument/2006/relationships/image" Target="../media/image28.png"/><Relationship Id="rId37" Type="http://schemas.openxmlformats.org/officeDocument/2006/relationships/customXml" Target="../ink/ink39.xml"/><Relationship Id="rId40" Type="http://schemas.openxmlformats.org/officeDocument/2006/relationships/image" Target="../media/image32.png"/><Relationship Id="rId45" Type="http://schemas.openxmlformats.org/officeDocument/2006/relationships/customXml" Target="../ink/ink43.xml"/><Relationship Id="rId53" Type="http://schemas.openxmlformats.org/officeDocument/2006/relationships/customXml" Target="../ink/ink47.xml"/><Relationship Id="rId5" Type="http://schemas.openxmlformats.org/officeDocument/2006/relationships/customXml" Target="../ink/ink23.xml"/><Relationship Id="rId15" Type="http://schemas.openxmlformats.org/officeDocument/2006/relationships/customXml" Target="../ink/ink28.xml"/><Relationship Id="rId23" Type="http://schemas.openxmlformats.org/officeDocument/2006/relationships/customXml" Target="../ink/ink32.xml"/><Relationship Id="rId28" Type="http://schemas.openxmlformats.org/officeDocument/2006/relationships/image" Target="../media/image26.png"/><Relationship Id="rId36" Type="http://schemas.openxmlformats.org/officeDocument/2006/relationships/image" Target="../media/image30.png"/><Relationship Id="rId49" Type="http://schemas.openxmlformats.org/officeDocument/2006/relationships/customXml" Target="../ink/ink45.xml"/><Relationship Id="rId10" Type="http://schemas.openxmlformats.org/officeDocument/2006/relationships/image" Target="../media/image17.png"/><Relationship Id="rId19" Type="http://schemas.openxmlformats.org/officeDocument/2006/relationships/customXml" Target="../ink/ink30.xml"/><Relationship Id="rId31" Type="http://schemas.openxmlformats.org/officeDocument/2006/relationships/customXml" Target="../ink/ink36.xml"/><Relationship Id="rId44" Type="http://schemas.openxmlformats.org/officeDocument/2006/relationships/image" Target="../media/image34.png"/><Relationship Id="rId52" Type="http://schemas.openxmlformats.org/officeDocument/2006/relationships/image" Target="../media/image38.png"/><Relationship Id="rId4" Type="http://schemas.openxmlformats.org/officeDocument/2006/relationships/image" Target="../media/image14.png"/><Relationship Id="rId9" Type="http://schemas.openxmlformats.org/officeDocument/2006/relationships/customXml" Target="../ink/ink25.xml"/><Relationship Id="rId14" Type="http://schemas.openxmlformats.org/officeDocument/2006/relationships/image" Target="../media/image19.png"/><Relationship Id="rId22" Type="http://schemas.openxmlformats.org/officeDocument/2006/relationships/image" Target="../media/image23.png"/><Relationship Id="rId27" Type="http://schemas.openxmlformats.org/officeDocument/2006/relationships/customXml" Target="../ink/ink34.xml"/><Relationship Id="rId30" Type="http://schemas.openxmlformats.org/officeDocument/2006/relationships/image" Target="../media/image27.png"/><Relationship Id="rId35" Type="http://schemas.openxmlformats.org/officeDocument/2006/relationships/customXml" Target="../ink/ink38.xml"/><Relationship Id="rId43" Type="http://schemas.openxmlformats.org/officeDocument/2006/relationships/customXml" Target="../ink/ink42.xml"/><Relationship Id="rId48" Type="http://schemas.openxmlformats.org/officeDocument/2006/relationships/image" Target="../media/image36.png"/><Relationship Id="rId8" Type="http://schemas.openxmlformats.org/officeDocument/2006/relationships/image" Target="../media/image16.png"/><Relationship Id="rId51" Type="http://schemas.openxmlformats.org/officeDocument/2006/relationships/customXml" Target="../ink/ink4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customXml" Target="../ink/ink49.xml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208E3B-BF89-4A57-69E8-F92F11159E87}"/>
              </a:ext>
            </a:extLst>
          </p:cNvPr>
          <p:cNvSpPr txBox="1"/>
          <p:nvPr/>
        </p:nvSpPr>
        <p:spPr>
          <a:xfrm>
            <a:off x="301752" y="323148"/>
            <a:ext cx="62179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Originally it was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GPT Index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a framework that helps LLMs: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 documents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embeddings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 vectors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 relevant context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 questions from your own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Its biggest strength is: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“Connecting LLMs to external/private data.”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87BEF5-1E87-481F-5980-E38345249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10" y="1498967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8DDE199-A562-24ED-4529-38828492D66F}"/>
              </a:ext>
            </a:extLst>
          </p:cNvPr>
          <p:cNvSpPr/>
          <p:nvPr/>
        </p:nvSpPr>
        <p:spPr>
          <a:xfrm>
            <a:off x="6833680" y="245011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3F0962-AA56-A1D6-CCEA-6EC13146F2C8}"/>
              </a:ext>
            </a:extLst>
          </p:cNvPr>
          <p:cNvGrpSpPr/>
          <p:nvPr/>
        </p:nvGrpSpPr>
        <p:grpSpPr>
          <a:xfrm>
            <a:off x="8358984" y="34713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66542EC-1E20-C64D-9085-890923C99DD7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ABE20B0-39C1-5B9A-9C3A-CD4FF7BB9D65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C8F9BD8-FCAD-337D-1B21-6E4A3213877C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22EA173-462D-2ED0-506F-B4EFC130E4B3}"/>
              </a:ext>
            </a:extLst>
          </p:cNvPr>
          <p:cNvGrpSpPr/>
          <p:nvPr/>
        </p:nvGrpSpPr>
        <p:grpSpPr>
          <a:xfrm rot="10800000">
            <a:off x="8451003" y="31959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E75529A-53B8-D6E4-C38A-57BD0FD9A932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0B2D157-D00E-D833-B8BC-F04C760C0912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53537C97-4763-1103-BD8A-3C8178836273}"/>
              </a:ext>
            </a:extLst>
          </p:cNvPr>
          <p:cNvSpPr/>
          <p:nvPr/>
        </p:nvSpPr>
        <p:spPr>
          <a:xfrm>
            <a:off x="8843298" y="5260105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VectorDB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A98F8C-32A1-E0C7-0376-CDF9492B06DA}"/>
              </a:ext>
            </a:extLst>
          </p:cNvPr>
          <p:cNvSpPr/>
          <p:nvPr/>
        </p:nvSpPr>
        <p:spPr>
          <a:xfrm>
            <a:off x="6451776" y="5696712"/>
            <a:ext cx="987552" cy="950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PDF1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1AC79D-B75E-38A6-CD10-93DA2DA12A6C}"/>
              </a:ext>
            </a:extLst>
          </p:cNvPr>
          <p:cNvSpPr/>
          <p:nvPr/>
        </p:nvSpPr>
        <p:spPr>
          <a:xfrm>
            <a:off x="6431828" y="4635151"/>
            <a:ext cx="987552" cy="950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PDF1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61E9C92-CA18-74C0-AD71-EA5B18A8D14A}"/>
              </a:ext>
            </a:extLst>
          </p:cNvPr>
          <p:cNvGrpSpPr/>
          <p:nvPr/>
        </p:nvGrpSpPr>
        <p:grpSpPr>
          <a:xfrm rot="531327">
            <a:off x="7630522" y="5041384"/>
            <a:ext cx="1203919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9618B30-E3A4-1AEE-24FD-41B821691D69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5736245-5BE3-C559-968D-BE4C3EAD608E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A9ADED2-947D-35E0-82E0-067D0082C100}"/>
              </a:ext>
            </a:extLst>
          </p:cNvPr>
          <p:cNvGrpSpPr/>
          <p:nvPr/>
        </p:nvGrpSpPr>
        <p:grpSpPr>
          <a:xfrm rot="21445165">
            <a:off x="7659327" y="5999806"/>
            <a:ext cx="1203919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B3F4FB0-D5A3-FA68-A50A-F6025E9464AD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E741671-5881-AFA8-0C12-A79F090116F8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72693D7-44DB-3FB8-5019-998467808457}"/>
              </a:ext>
            </a:extLst>
          </p:cNvPr>
          <p:cNvSpPr txBox="1"/>
          <p:nvPr/>
        </p:nvSpPr>
        <p:spPr>
          <a:xfrm>
            <a:off x="7583241" y="5361395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CEA77-CC6A-DA65-6B47-5632FDBD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9AF45-6E0E-23F3-4808-F8AE0F6B89AA}"/>
              </a:ext>
            </a:extLst>
          </p:cNvPr>
          <p:cNvSpPr txBox="1"/>
          <p:nvPr/>
        </p:nvSpPr>
        <p:spPr>
          <a:xfrm>
            <a:off x="301752" y="323148"/>
            <a:ext cx="43068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 data sources: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docs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SQL databases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websites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SharePoint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documents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 papers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A626A1-B82B-17A9-17D7-D99EC775B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10" y="1498967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B1BC1F3-4EF2-C451-3B33-BAD69F58B446}"/>
              </a:ext>
            </a:extLst>
          </p:cNvPr>
          <p:cNvSpPr/>
          <p:nvPr/>
        </p:nvSpPr>
        <p:spPr>
          <a:xfrm>
            <a:off x="6833680" y="245011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1C43F50-9A65-550A-1ACF-BEC229903A1F}"/>
              </a:ext>
            </a:extLst>
          </p:cNvPr>
          <p:cNvGrpSpPr/>
          <p:nvPr/>
        </p:nvGrpSpPr>
        <p:grpSpPr>
          <a:xfrm>
            <a:off x="8358984" y="34713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54D3D0C-A46A-DBAA-07D8-C100C49FC992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CC6C320-8D7E-E26B-8ABE-6832E4281C51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53FD9D7-0F59-9388-0F51-FBA2B181FA9B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D8033CA-569D-C8D8-A222-855BBC45BBCF}"/>
              </a:ext>
            </a:extLst>
          </p:cNvPr>
          <p:cNvGrpSpPr/>
          <p:nvPr/>
        </p:nvGrpSpPr>
        <p:grpSpPr>
          <a:xfrm rot="10800000">
            <a:off x="8451003" y="31959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FA45160-A4B5-383B-147E-577746899984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D077555-C646-6417-25F3-2349E83E1F4D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66522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310D89-5900-4D22-E69F-42E562676EC4}"/>
              </a:ext>
            </a:extLst>
          </p:cNvPr>
          <p:cNvSpPr txBox="1"/>
          <p:nvPr/>
        </p:nvSpPr>
        <p:spPr>
          <a:xfrm>
            <a:off x="3518835" y="2578608"/>
            <a:ext cx="47112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PART1: </a:t>
            </a:r>
          </a:p>
          <a:p>
            <a:pPr algn="ctr"/>
            <a:endParaRPr lang="en-US" sz="36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BASIC CLI RAG CHATBOT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22653-EA3D-8959-BCFF-6E9E6C542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16F581-5E29-8C8F-4787-CC19CF325747}"/>
              </a:ext>
            </a:extLst>
          </p:cNvPr>
          <p:cNvSpPr txBox="1"/>
          <p:nvPr/>
        </p:nvSpPr>
        <p:spPr>
          <a:xfrm>
            <a:off x="1938528" y="521208"/>
            <a:ext cx="53380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1) Here we first run the notebook: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1_llamaindex_basic_RAG_chatbot.ipynb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231F2C-A11D-3E5C-7F66-8E99A239B6A9}"/>
              </a:ext>
            </a:extLst>
          </p:cNvPr>
          <p:cNvSpPr txBox="1"/>
          <p:nvPr/>
        </p:nvSpPr>
        <p:spPr>
          <a:xfrm>
            <a:off x="1578864" y="3636264"/>
            <a:ext cx="61478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Requirement: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Need an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openAI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Key and put it in .env file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packages: llama-index==0.14.21</a:t>
            </a:r>
          </a:p>
        </p:txBody>
      </p:sp>
    </p:spTree>
    <p:extLst>
      <p:ext uri="{BB962C8B-B14F-4D97-AF65-F5344CB8AC3E}">
        <p14:creationId xmlns:p14="http://schemas.microsoft.com/office/powerpoint/2010/main" val="2280111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A7BA4-C6FD-DF89-ED86-85A210FE9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6EE5C3-0719-A770-2E22-30EBC4E8B79B}"/>
              </a:ext>
            </a:extLst>
          </p:cNvPr>
          <p:cNvSpPr txBox="1"/>
          <p:nvPr/>
        </p:nvSpPr>
        <p:spPr>
          <a:xfrm>
            <a:off x="3447886" y="2578608"/>
            <a:ext cx="48531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2: </a:t>
            </a:r>
          </a:p>
          <a:p>
            <a:pPr algn="ctr"/>
            <a:endParaRPr lang="en-US" sz="36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3600">
                <a:solidFill>
                  <a:schemeClr val="accent6">
                    <a:lumMod val="60000"/>
                    <a:lumOff val="40000"/>
                  </a:schemeClr>
                </a:solidFill>
              </a:rPr>
              <a:t>BROWSER </a:t>
            </a:r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CHATBOT</a:t>
            </a:r>
          </a:p>
        </p:txBody>
      </p:sp>
    </p:spTree>
    <p:extLst>
      <p:ext uri="{BB962C8B-B14F-4D97-AF65-F5344CB8AC3E}">
        <p14:creationId xmlns:p14="http://schemas.microsoft.com/office/powerpoint/2010/main" val="3797038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202D5-D654-5D90-6D92-4DB1C832A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7970CA-51BE-3ADC-AEA5-44D4690FF7F4}"/>
              </a:ext>
            </a:extLst>
          </p:cNvPr>
          <p:cNvSpPr txBox="1"/>
          <p:nvPr/>
        </p:nvSpPr>
        <p:spPr>
          <a:xfrm>
            <a:off x="1929384" y="146304"/>
            <a:ext cx="7946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2) Now run the GUI designed using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 python -m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.\2_app.py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07AB89-319F-3F86-B8CE-238E8A937ABC}"/>
              </a:ext>
            </a:extLst>
          </p:cNvPr>
          <p:cNvSpPr txBox="1"/>
          <p:nvPr/>
        </p:nvSpPr>
        <p:spPr>
          <a:xfrm>
            <a:off x="251460" y="1417749"/>
            <a:ext cx="389991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OpenAI Embeddings API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Vectors returned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Stored in local memory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 closes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Index disappears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A9CA2-B725-7F1C-51F8-80483359956F}"/>
              </a:ext>
            </a:extLst>
          </p:cNvPr>
          <p:cNvSpPr txBox="1"/>
          <p:nvPr/>
        </p:nvSpPr>
        <p:spPr>
          <a:xfrm>
            <a:off x="4945382" y="3335774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Packages: 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==1.57.0</a:t>
            </a:r>
          </a:p>
        </p:txBody>
      </p:sp>
    </p:spTree>
    <p:extLst>
      <p:ext uri="{BB962C8B-B14F-4D97-AF65-F5344CB8AC3E}">
        <p14:creationId xmlns:p14="http://schemas.microsoft.com/office/powerpoint/2010/main" val="3481866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78A5A-6644-9CF0-2D18-C6793E94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E7918B-AA97-D0FD-F51C-3D59F9DECB43}"/>
              </a:ext>
            </a:extLst>
          </p:cNvPr>
          <p:cNvSpPr txBox="1"/>
          <p:nvPr/>
        </p:nvSpPr>
        <p:spPr>
          <a:xfrm>
            <a:off x="1929384" y="146304"/>
            <a:ext cx="7946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load the text document that is in  directory data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FD615E-727A-7960-70A9-5E3E8F506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845217"/>
            <a:ext cx="10701528" cy="48664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97A61A1-56FA-8C99-A055-9E4D786042CC}"/>
                  </a:ext>
                </a:extLst>
              </p14:cNvPr>
              <p14:cNvContentPartPr/>
              <p14:nvPr/>
            </p14:nvContentPartPr>
            <p14:xfrm>
              <a:off x="1599984" y="3108096"/>
              <a:ext cx="457560" cy="144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97A61A1-56FA-8C99-A055-9E4D786042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984" y="3090051"/>
                <a:ext cx="493200" cy="179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55DCE7D-F04F-D3BF-3062-78AE565C640F}"/>
                  </a:ext>
                </a:extLst>
              </p14:cNvPr>
              <p14:cNvContentPartPr/>
              <p14:nvPr/>
            </p14:nvContentPartPr>
            <p14:xfrm>
              <a:off x="6117264" y="3007656"/>
              <a:ext cx="456120" cy="367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55DCE7D-F04F-D3BF-3062-78AE565C640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99250" y="2989656"/>
                <a:ext cx="491788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091B4D6-B7CF-F98E-1412-DD6FE6FC028D}"/>
                  </a:ext>
                </a:extLst>
              </p14:cNvPr>
              <p14:cNvContentPartPr/>
              <p14:nvPr/>
            </p14:nvContentPartPr>
            <p14:xfrm>
              <a:off x="4370544" y="3117096"/>
              <a:ext cx="486360" cy="27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091B4D6-B7CF-F98E-1412-DD6FE6FC02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52544" y="3099096"/>
                <a:ext cx="5220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4A3AA14-FC19-AE4C-4C75-86BFD2D484D0}"/>
                  </a:ext>
                </a:extLst>
              </p14:cNvPr>
              <p14:cNvContentPartPr/>
              <p14:nvPr/>
            </p14:nvContentPartPr>
            <p14:xfrm>
              <a:off x="5202864" y="3456216"/>
              <a:ext cx="228600" cy="28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4A3AA14-FC19-AE4C-4C75-86BFD2D484D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84864" y="3438216"/>
                <a:ext cx="26424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0F15A9D0-A447-BBA0-908D-57327A02D605}"/>
              </a:ext>
            </a:extLst>
          </p:cNvPr>
          <p:cNvGrpSpPr/>
          <p:nvPr/>
        </p:nvGrpSpPr>
        <p:grpSpPr>
          <a:xfrm>
            <a:off x="5659704" y="3794976"/>
            <a:ext cx="1108800" cy="568800"/>
            <a:chOff x="5659704" y="3794976"/>
            <a:chExt cx="1108800" cy="56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F1C4BA3-390A-0D01-AB2D-BE3FA1BA77A4}"/>
                    </a:ext>
                  </a:extLst>
                </p14:cNvPr>
                <p14:cNvContentPartPr/>
                <p14:nvPr/>
              </p14:nvContentPartPr>
              <p14:xfrm>
                <a:off x="5659704" y="3814056"/>
                <a:ext cx="417240" cy="293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F1C4BA3-390A-0D01-AB2D-BE3FA1BA77A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41720" y="3796056"/>
                  <a:ext cx="452849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5771671-BCD5-1A42-A9B9-EAC0877CD851}"/>
                    </a:ext>
                  </a:extLst>
                </p14:cNvPr>
                <p14:cNvContentPartPr/>
                <p14:nvPr/>
              </p14:nvContentPartPr>
              <p14:xfrm>
                <a:off x="6409584" y="4032216"/>
                <a:ext cx="24120" cy="100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5771671-BCD5-1A42-A9B9-EAC0877CD85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91584" y="4014216"/>
                  <a:ext cx="59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DBFFF5A-0BF2-7227-2B14-C8F2841DC603}"/>
                    </a:ext>
                  </a:extLst>
                </p14:cNvPr>
                <p14:cNvContentPartPr/>
                <p14:nvPr/>
              </p14:nvContentPartPr>
              <p14:xfrm>
                <a:off x="6150744" y="3794976"/>
                <a:ext cx="617760" cy="568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DBFFF5A-0BF2-7227-2B14-C8F2841DC60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32744" y="3776987"/>
                  <a:ext cx="653400" cy="60441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1D192C9-2420-A391-C78D-5B5FCC204F65}"/>
                  </a:ext>
                </a:extLst>
              </p14:cNvPr>
              <p14:cNvContentPartPr/>
              <p14:nvPr/>
            </p14:nvContentPartPr>
            <p14:xfrm>
              <a:off x="5742144" y="4836816"/>
              <a:ext cx="516960" cy="56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1D192C9-2420-A391-C78D-5B5FCC204F6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724144" y="4818816"/>
                <a:ext cx="55260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8774B3F-7D1D-5174-2DBF-220006AE4A22}"/>
                  </a:ext>
                </a:extLst>
              </p14:cNvPr>
              <p14:cNvContentPartPr/>
              <p14:nvPr/>
            </p14:nvContentPartPr>
            <p14:xfrm>
              <a:off x="3730464" y="5254416"/>
              <a:ext cx="309240" cy="248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8774B3F-7D1D-5174-2DBF-220006AE4A2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12464" y="5236416"/>
                <a:ext cx="344880" cy="28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183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57277-6AA6-CAB0-F002-CF5AF4C9B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CA480C-62E9-D954-8030-7CC0157C1102}"/>
              </a:ext>
            </a:extLst>
          </p:cNvPr>
          <p:cNvSpPr txBox="1"/>
          <p:nvPr/>
        </p:nvSpPr>
        <p:spPr>
          <a:xfrm>
            <a:off x="1929384" y="146304"/>
            <a:ext cx="7946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remembers previous chats</a:t>
            </a:r>
          </a:p>
          <a:p>
            <a:pPr marL="457200" indent="-457200">
              <a:buAutoNum type="arabicParenR"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stores the chat in  2_chat_history.csv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EA8234-0ADF-B8DC-3C7F-D330D0FB8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50" y="1444752"/>
            <a:ext cx="10525579" cy="526694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7B3C648-10E0-9047-E17B-4FE2B02A278D}"/>
              </a:ext>
            </a:extLst>
          </p:cNvPr>
          <p:cNvGrpSpPr/>
          <p:nvPr/>
        </p:nvGrpSpPr>
        <p:grpSpPr>
          <a:xfrm>
            <a:off x="1627704" y="4133016"/>
            <a:ext cx="4914000" cy="64080"/>
            <a:chOff x="1627704" y="4133016"/>
            <a:chExt cx="4914000" cy="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F60C29F-671C-1362-DB75-D1476AD513BA}"/>
                    </a:ext>
                  </a:extLst>
                </p14:cNvPr>
                <p14:cNvContentPartPr/>
                <p14:nvPr/>
              </p14:nvContentPartPr>
              <p14:xfrm>
                <a:off x="1627704" y="4141656"/>
                <a:ext cx="1762920" cy="55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F60C29F-671C-1362-DB75-D1476AD513B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09704" y="4124016"/>
                  <a:ext cx="1798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5FC6A7B-C954-3CC9-C8E8-890067AE1870}"/>
                    </a:ext>
                  </a:extLst>
                </p14:cNvPr>
                <p14:cNvContentPartPr/>
                <p14:nvPr/>
              </p14:nvContentPartPr>
              <p14:xfrm>
                <a:off x="4708944" y="4133016"/>
                <a:ext cx="1832760" cy="10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5FC6A7B-C954-3CC9-C8E8-890067AE187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91304" y="4115016"/>
                  <a:ext cx="186840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EE1F2D0-23D4-0AC0-5556-74D55E377F60}"/>
                  </a:ext>
                </a:extLst>
              </p14:cNvPr>
              <p14:cNvContentPartPr/>
              <p14:nvPr/>
            </p14:nvContentPartPr>
            <p14:xfrm>
              <a:off x="2477664" y="4480056"/>
              <a:ext cx="1390320" cy="19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EE1F2D0-23D4-0AC0-5556-74D55E377F6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60024" y="4462056"/>
                <a:ext cx="14259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BC52241-03F0-0DA3-C2AC-A82442B18B41}"/>
                  </a:ext>
                </a:extLst>
              </p14:cNvPr>
              <p14:cNvContentPartPr/>
              <p14:nvPr/>
            </p14:nvContentPartPr>
            <p14:xfrm>
              <a:off x="749664" y="5614776"/>
              <a:ext cx="406440" cy="2181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BC52241-03F0-0DA3-C2AC-A82442B18B4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2024" y="5596776"/>
                <a:ext cx="442080" cy="25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D34297AE-5353-A9AB-C36F-8ABCBD1CCCC3}"/>
              </a:ext>
            </a:extLst>
          </p:cNvPr>
          <p:cNvGrpSpPr/>
          <p:nvPr/>
        </p:nvGrpSpPr>
        <p:grpSpPr>
          <a:xfrm>
            <a:off x="6433704" y="4451976"/>
            <a:ext cx="2251800" cy="435600"/>
            <a:chOff x="6433704" y="4451976"/>
            <a:chExt cx="225180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45F2A72-E8A1-4A92-3DC2-CD1472AEB1A5}"/>
                    </a:ext>
                  </a:extLst>
                </p14:cNvPr>
                <p14:cNvContentPartPr/>
                <p14:nvPr/>
              </p14:nvContentPartPr>
              <p14:xfrm>
                <a:off x="6433704" y="4707576"/>
                <a:ext cx="306360" cy="89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45F2A72-E8A1-4A92-3DC2-CD1472AEB1A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16064" y="4689936"/>
                  <a:ext cx="3420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DD15CBB-E937-1259-22D3-914B5CA2B6D7}"/>
                    </a:ext>
                  </a:extLst>
                </p14:cNvPr>
                <p14:cNvContentPartPr/>
                <p14:nvPr/>
              </p14:nvContentPartPr>
              <p14:xfrm>
                <a:off x="6697584" y="4649616"/>
                <a:ext cx="98640" cy="137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DD15CBB-E937-1259-22D3-914B5CA2B6D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79584" y="4631976"/>
                  <a:ext cx="1342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AD8DF49-AF71-9142-57B5-D3BBB835E6AF}"/>
                    </a:ext>
                  </a:extLst>
                </p14:cNvPr>
                <p14:cNvContentPartPr/>
                <p14:nvPr/>
              </p14:nvContentPartPr>
              <p14:xfrm>
                <a:off x="6984144" y="4451976"/>
                <a:ext cx="240120" cy="290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AD8DF49-AF71-9142-57B5-D3BBB835E6A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66144" y="4434336"/>
                  <a:ext cx="2757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FCBBFFC-775C-2ADD-8E02-0F1C744B903C}"/>
                    </a:ext>
                  </a:extLst>
                </p14:cNvPr>
                <p14:cNvContentPartPr/>
                <p14:nvPr/>
              </p14:nvContentPartPr>
              <p14:xfrm>
                <a:off x="7275024" y="4579416"/>
                <a:ext cx="164520" cy="139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FCBBFFC-775C-2ADD-8E02-0F1C744B903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257024" y="4561776"/>
                  <a:ext cx="2001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45852F8-03E4-9252-411D-793DDB051313}"/>
                    </a:ext>
                  </a:extLst>
                </p14:cNvPr>
                <p14:cNvContentPartPr/>
                <p14:nvPr/>
              </p14:nvContentPartPr>
              <p14:xfrm>
                <a:off x="7449984" y="4587336"/>
                <a:ext cx="207360" cy="133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45852F8-03E4-9252-411D-793DDB05131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31984" y="4569336"/>
                  <a:ext cx="243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2DC11A-E12D-EC00-BC49-C223D4D70824}"/>
                    </a:ext>
                  </a:extLst>
                </p14:cNvPr>
                <p14:cNvContentPartPr/>
                <p14:nvPr/>
              </p14:nvContentPartPr>
              <p14:xfrm>
                <a:off x="7759944" y="4580496"/>
                <a:ext cx="147960" cy="307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2DC11A-E12D-EC00-BC49-C223D4D7082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742304" y="4562856"/>
                  <a:ext cx="1836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9B1325-8314-F210-D835-8A9AB2FDB0E5}"/>
                    </a:ext>
                  </a:extLst>
                </p14:cNvPr>
                <p14:cNvContentPartPr/>
                <p14:nvPr/>
              </p14:nvContentPartPr>
              <p14:xfrm>
                <a:off x="7946784" y="4585896"/>
                <a:ext cx="357480" cy="146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9B1325-8314-F210-D835-8A9AB2FDB0E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29144" y="4568256"/>
                  <a:ext cx="3931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BC38697-269B-97BC-7965-FD8323D70EBF}"/>
                    </a:ext>
                  </a:extLst>
                </p14:cNvPr>
                <p14:cNvContentPartPr/>
                <p14:nvPr/>
              </p14:nvContentPartPr>
              <p14:xfrm>
                <a:off x="8315064" y="4559256"/>
                <a:ext cx="197640" cy="178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BC38697-269B-97BC-7965-FD8323D70EB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97064" y="4541256"/>
                  <a:ext cx="2332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C424E31-6DD5-F78A-8D88-9BC75189341C}"/>
                    </a:ext>
                  </a:extLst>
                </p14:cNvPr>
                <p14:cNvContentPartPr/>
                <p14:nvPr/>
              </p14:nvContentPartPr>
              <p14:xfrm>
                <a:off x="8501904" y="4580496"/>
                <a:ext cx="183600" cy="146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C424E31-6DD5-F78A-8D88-9BC75189341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483904" y="4562856"/>
                  <a:ext cx="21924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6C2B126-E8DD-A02F-0FF3-C6042207B9A2}"/>
              </a:ext>
            </a:extLst>
          </p:cNvPr>
          <p:cNvGrpSpPr/>
          <p:nvPr/>
        </p:nvGrpSpPr>
        <p:grpSpPr>
          <a:xfrm>
            <a:off x="9024984" y="4533696"/>
            <a:ext cx="883440" cy="162360"/>
            <a:chOff x="9024984" y="4533696"/>
            <a:chExt cx="883440" cy="16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C6D94C4-4DE4-38B6-6DAE-F4F399C38D54}"/>
                    </a:ext>
                  </a:extLst>
                </p14:cNvPr>
                <p14:cNvContentPartPr/>
                <p14:nvPr/>
              </p14:nvContentPartPr>
              <p14:xfrm>
                <a:off x="9024984" y="4562496"/>
                <a:ext cx="217440" cy="113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C6D94C4-4DE4-38B6-6DAE-F4F399C38D5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007344" y="4544496"/>
                  <a:ext cx="2530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65F70D8-4FF8-7F41-AFAA-78DD7D44384F}"/>
                    </a:ext>
                  </a:extLst>
                </p14:cNvPr>
                <p14:cNvContentPartPr/>
                <p14:nvPr/>
              </p14:nvContentPartPr>
              <p14:xfrm>
                <a:off x="9276264" y="4535496"/>
                <a:ext cx="168120" cy="137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65F70D8-4FF8-7F41-AFAA-78DD7D44384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258624" y="4517496"/>
                  <a:ext cx="203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5B26222-BE4D-2F8C-9C2E-9E3B803DB967}"/>
                    </a:ext>
                  </a:extLst>
                </p14:cNvPr>
                <p14:cNvContentPartPr/>
                <p14:nvPr/>
              </p14:nvContentPartPr>
              <p14:xfrm>
                <a:off x="9498384" y="4555296"/>
                <a:ext cx="137880" cy="140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5B26222-BE4D-2F8C-9C2E-9E3B803DB96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80384" y="4537656"/>
                  <a:ext cx="1735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A05B17E-6F9F-08F1-A768-BF4F5425EF05}"/>
                    </a:ext>
                  </a:extLst>
                </p14:cNvPr>
                <p14:cNvContentPartPr/>
                <p14:nvPr/>
              </p14:nvContentPartPr>
              <p14:xfrm>
                <a:off x="9739944" y="4533696"/>
                <a:ext cx="168480" cy="128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A05B17E-6F9F-08F1-A768-BF4F5425EF0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722304" y="4515696"/>
                  <a:ext cx="20412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4067266-94D5-7752-AB67-BBB671921B32}"/>
              </a:ext>
            </a:extLst>
          </p:cNvPr>
          <p:cNvGrpSpPr/>
          <p:nvPr/>
        </p:nvGrpSpPr>
        <p:grpSpPr>
          <a:xfrm>
            <a:off x="10192824" y="4376016"/>
            <a:ext cx="938520" cy="568440"/>
            <a:chOff x="10192824" y="4376016"/>
            <a:chExt cx="938520" cy="56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D702124-0540-609F-4CBD-5A05F37C5329}"/>
                    </a:ext>
                  </a:extLst>
                </p14:cNvPr>
                <p14:cNvContentPartPr/>
                <p14:nvPr/>
              </p14:nvContentPartPr>
              <p14:xfrm>
                <a:off x="10192824" y="4376016"/>
                <a:ext cx="126000" cy="35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D702124-0540-609F-4CBD-5A05F37C532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75184" y="4358376"/>
                  <a:ext cx="1616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D5DA52C-7A92-26B2-876A-EBB9EE9934CB}"/>
                    </a:ext>
                  </a:extLst>
                </p14:cNvPr>
                <p14:cNvContentPartPr/>
                <p14:nvPr/>
              </p14:nvContentPartPr>
              <p14:xfrm>
                <a:off x="10362744" y="4580136"/>
                <a:ext cx="18000" cy="145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D5DA52C-7A92-26B2-876A-EBB9EE9934C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345104" y="4562136"/>
                  <a:ext cx="536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900FB58-DDDD-7D60-F5B9-16F156BD3F14}"/>
                    </a:ext>
                  </a:extLst>
                </p14:cNvPr>
                <p14:cNvContentPartPr/>
                <p14:nvPr/>
              </p14:nvContentPartPr>
              <p14:xfrm>
                <a:off x="10352664" y="4503096"/>
                <a:ext cx="14040" cy="19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900FB58-DDDD-7D60-F5B9-16F156BD3F1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35024" y="4485456"/>
                  <a:ext cx="49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D1474F7-F0CD-A6D5-3C41-0392BFEA324D}"/>
                    </a:ext>
                  </a:extLst>
                </p14:cNvPr>
                <p14:cNvContentPartPr/>
                <p14:nvPr/>
              </p14:nvContentPartPr>
              <p14:xfrm>
                <a:off x="10431864" y="4559256"/>
                <a:ext cx="145080" cy="167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D1474F7-F0CD-A6D5-3C41-0392BFEA324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414224" y="4541616"/>
                  <a:ext cx="1807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0A1EF10-BB5F-48E2-6E2B-AE65C0CFB950}"/>
                    </a:ext>
                  </a:extLst>
                </p14:cNvPr>
                <p14:cNvContentPartPr/>
                <p14:nvPr/>
              </p14:nvContentPartPr>
              <p14:xfrm>
                <a:off x="10620504" y="4406616"/>
                <a:ext cx="56520" cy="316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0A1EF10-BB5F-48E2-6E2B-AE65C0CFB95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602504" y="4388616"/>
                  <a:ext cx="921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4AC9E61-FE92-7A40-AD7F-53732E90E1D8}"/>
                    </a:ext>
                  </a:extLst>
                </p14:cNvPr>
                <p14:cNvContentPartPr/>
                <p14:nvPr/>
              </p14:nvContentPartPr>
              <p14:xfrm>
                <a:off x="10612584" y="4599936"/>
                <a:ext cx="108720" cy="13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4AC9E61-FE92-7A40-AD7F-53732E90E1D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94944" y="4582296"/>
                  <a:ext cx="144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CB63049-866B-56DD-59BD-0AC9BD21361C}"/>
                    </a:ext>
                  </a:extLst>
                </p14:cNvPr>
                <p14:cNvContentPartPr/>
                <p14:nvPr/>
              </p14:nvContentPartPr>
              <p14:xfrm>
                <a:off x="10742184" y="4601736"/>
                <a:ext cx="79560" cy="110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CB63049-866B-56DD-59BD-0AC9BD21361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24184" y="4584096"/>
                  <a:ext cx="1152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3E85D35-BDAC-16C0-CAFB-450A2BF2B5FE}"/>
                    </a:ext>
                  </a:extLst>
                </p14:cNvPr>
                <p14:cNvContentPartPr/>
                <p14:nvPr/>
              </p14:nvContentPartPr>
              <p14:xfrm>
                <a:off x="10845504" y="4562856"/>
                <a:ext cx="102960" cy="155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3E85D35-BDAC-16C0-CAFB-450A2BF2B5F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827504" y="4544856"/>
                  <a:ext cx="1386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760112-DFE4-3859-5AEF-17E6169BBE96}"/>
                    </a:ext>
                  </a:extLst>
                </p14:cNvPr>
                <p14:cNvContentPartPr/>
                <p14:nvPr/>
              </p14:nvContentPartPr>
              <p14:xfrm>
                <a:off x="10848384" y="4591656"/>
                <a:ext cx="282960" cy="352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760112-DFE4-3859-5AEF-17E6169BBE9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830384" y="4574016"/>
                  <a:ext cx="318600" cy="388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07908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26BE-5837-9EAF-2C2B-B7D227724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E873DD-4C19-6A00-4870-BB86BC39D21D}"/>
              </a:ext>
            </a:extLst>
          </p:cNvPr>
          <p:cNvSpPr txBox="1"/>
          <p:nvPr/>
        </p:nvSpPr>
        <p:spPr>
          <a:xfrm>
            <a:off x="448056" y="82296"/>
            <a:ext cx="7946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load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BlueHoney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Financial PDF documents and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</a:t>
            </a:r>
            <a:r>
              <a:rPr lang="en-US" sz="2400" b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KnowledgeBase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ask questions related to it.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36AA8-291E-195C-097D-0C6D4EB06EE3}"/>
              </a:ext>
            </a:extLst>
          </p:cNvPr>
          <p:cNvSpPr txBox="1"/>
          <p:nvPr/>
        </p:nvSpPr>
        <p:spPr>
          <a:xfrm>
            <a:off x="658368" y="1028343"/>
            <a:ext cx="10908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Questions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percentage of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BlueHoney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Academy's revenue comes from non-course sales, and what does that imply about revenue diversification?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3CD09E-FDBB-AC25-031A-8AF786C7EEAF}"/>
                  </a:ext>
                </a:extLst>
              </p:cNvPr>
              <p:cNvSpPr txBox="1"/>
              <p:nvPr/>
            </p:nvSpPr>
            <p:spPr>
              <a:xfrm>
                <a:off x="233172" y="2245471"/>
                <a:ext cx="11397996" cy="4490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u="sng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CORRECT ANSWER: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Total Revenue = 120 million          Individual Course Sales = 54 million       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Non-course revenue: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Corporate Training = 36 million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Certification Programs = 18 million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Learning Subscriptions = 12 million 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Total Non-Course Revenue:  36 + 18 + 12 = 66 million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Percentage: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66</m:t>
                          </m:r>
                        </m:num>
                        <m:den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×100=55%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Answer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55% of </a:t>
                </a:r>
                <a:r>
                  <a:rPr lang="en-US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BlueHoney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Academy's revenue comes from non-course sales.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This suggests the company has a reasonably diversified revenue model. While course sales remain the largest individual revenue source (45%), the majority of revenue comes from corporate training, certifications, and subscriptions, reducing dependence on a single business segment.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3CD09E-FDBB-AC25-031A-8AF786C7E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72" y="2245471"/>
                <a:ext cx="11397996" cy="4490717"/>
              </a:xfrm>
              <a:prstGeom prst="rect">
                <a:avLst/>
              </a:prstGeom>
              <a:blipFill>
                <a:blip r:embed="rId2"/>
                <a:stretch>
                  <a:fillRect l="-428" t="-678" r="-588" b="-1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2212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36FF-C40B-C035-EBC7-88C682875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4D01F2-011B-B6D8-DF58-0FE16EAFF6D0}"/>
              </a:ext>
            </a:extLst>
          </p:cNvPr>
          <p:cNvSpPr txBox="1"/>
          <p:nvPr/>
        </p:nvSpPr>
        <p:spPr>
          <a:xfrm>
            <a:off x="274320" y="132231"/>
            <a:ext cx="10908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Questions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percentage of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BlueHoney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Academy's revenue comes from non-course sales, and what does that imply about revenue diversification?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F73FB-6F1B-B669-4989-D05F19496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617799"/>
            <a:ext cx="8882289" cy="51345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AFC9C1A-F289-AC7D-E743-5A09898BE7CC}"/>
                  </a:ext>
                </a:extLst>
              </p14:cNvPr>
              <p14:cNvContentPartPr/>
              <p14:nvPr/>
            </p14:nvContentPartPr>
            <p14:xfrm>
              <a:off x="3079944" y="2720376"/>
              <a:ext cx="386280" cy="327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AFC9C1A-F289-AC7D-E743-5A09898BE7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61944" y="2702736"/>
                <a:ext cx="42192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D520A4D-C6E6-5138-D101-C9A3D5591663}"/>
                  </a:ext>
                </a:extLst>
              </p14:cNvPr>
              <p14:cNvContentPartPr/>
              <p14:nvPr/>
            </p14:nvContentPartPr>
            <p14:xfrm>
              <a:off x="3410424" y="4673736"/>
              <a:ext cx="209880" cy="147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D520A4D-C6E6-5138-D101-C9A3D55916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2784" y="4655736"/>
                <a:ext cx="245520" cy="18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603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52F62-002A-131F-A100-7D58E0358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2A27B7-8402-6C4A-5D2B-094F30933313}"/>
              </a:ext>
            </a:extLst>
          </p:cNvPr>
          <p:cNvSpPr txBox="1"/>
          <p:nvPr/>
        </p:nvSpPr>
        <p:spPr>
          <a:xfrm>
            <a:off x="100584" y="86511"/>
            <a:ext cx="10908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 2)   If revenue grows by 35% while maintaining the same net profit margin, what will the expected net profit be?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4766F8-C8D0-0555-B91E-469465AD4BA8}"/>
                  </a:ext>
                </a:extLst>
              </p:cNvPr>
              <p:cNvSpPr txBox="1"/>
              <p:nvPr/>
            </p:nvSpPr>
            <p:spPr>
              <a:xfrm>
                <a:off x="612648" y="1139178"/>
                <a:ext cx="10396728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u="sng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CORRECT ANSWER: </a:t>
                </a:r>
              </a:p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1: Calculate Future Revenue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Current Revenue = ₹120 million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Growth = 35%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120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×1.35=162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Future Revenue = ₹162 million</a:t>
                </a:r>
              </a:p>
              <a:p>
                <a:pPr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2: Apply Net Profit Margin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Current Net Profit Margin = 16.67%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162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×0.1667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Expected Net Profit ≈ ₹27 million</a:t>
                </a:r>
              </a:p>
              <a:p>
                <a:pPr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Answer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revenue grows by 35% and the company maintains its current net profit margin, expected net profit would be approximately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₹27 million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4766F8-C8D0-0555-B91E-469465AD4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1139178"/>
                <a:ext cx="10396728" cy="5632311"/>
              </a:xfrm>
              <a:prstGeom prst="rect">
                <a:avLst/>
              </a:prstGeom>
              <a:blipFill>
                <a:blip r:embed="rId2"/>
                <a:stretch>
                  <a:fillRect l="-938" t="-866" r="-352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293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85F3E-074E-490D-3720-462939B16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BE0D9E-C739-688D-64E0-B79889D61882}"/>
              </a:ext>
            </a:extLst>
          </p:cNvPr>
          <p:cNvSpPr txBox="1"/>
          <p:nvPr/>
        </p:nvSpPr>
        <p:spPr>
          <a:xfrm>
            <a:off x="310896" y="177951"/>
            <a:ext cx="10908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  Analyze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BlueHoney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Academy's financial health using liquidity, profitability, and leverage ratios.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564E4-AC3A-8A60-320D-3AD711F6B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76" y="1463583"/>
            <a:ext cx="9935222" cy="490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415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DA9D3-C578-C14C-A5C3-44412D32A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A4C9C9-079B-B807-F807-3699BCD12A3F}"/>
              </a:ext>
            </a:extLst>
          </p:cNvPr>
          <p:cNvSpPr txBox="1"/>
          <p:nvPr/>
        </p:nvSpPr>
        <p:spPr>
          <a:xfrm>
            <a:off x="557784" y="516279"/>
            <a:ext cx="109087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Questions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  Analyze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BlueHoney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Academy's financial health using liquidity, profitability, and leverage ratios.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 startAt="4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business segment contributes the most revenue, and what risks would the company face if that segment declined by 20%?</a:t>
            </a:r>
          </a:p>
          <a:p>
            <a:pPr marL="457200" indent="-457200">
              <a:buAutoNum type="arabicParenR" startAt="4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5) Compare the growth rate of student enrollment with the growth rate of revenue. Is revenue growing faster or slower than the student base?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6)  How much additional revenue would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BlueHoney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need to generate to achieve a net profit of ₹30 million if the net profit margin remains unchanged?"</a:t>
            </a:r>
          </a:p>
        </p:txBody>
      </p:sp>
    </p:spTree>
    <p:extLst>
      <p:ext uri="{BB962C8B-B14F-4D97-AF65-F5344CB8AC3E}">
        <p14:creationId xmlns:p14="http://schemas.microsoft.com/office/powerpoint/2010/main" val="2125919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1209</TotalTime>
  <Words>593</Words>
  <Application>Microsoft Office PowerPoint</Application>
  <PresentationFormat>Widescreen</PresentationFormat>
  <Paragraphs>111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203</cp:revision>
  <dcterms:created xsi:type="dcterms:W3CDTF">2025-09-22T02:44:38Z</dcterms:created>
  <dcterms:modified xsi:type="dcterms:W3CDTF">2026-06-03T04:20:31Z</dcterms:modified>
</cp:coreProperties>
</file>