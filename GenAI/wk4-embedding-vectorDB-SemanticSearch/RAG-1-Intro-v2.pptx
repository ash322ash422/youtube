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handoutMasterIdLst>
    <p:handoutMasterId r:id="rId16"/>
  </p:handoutMasterIdLst>
  <p:sldIdLst>
    <p:sldId id="257" r:id="rId2"/>
    <p:sldId id="282" r:id="rId3"/>
    <p:sldId id="276" r:id="rId4"/>
    <p:sldId id="277" r:id="rId5"/>
    <p:sldId id="278" r:id="rId6"/>
    <p:sldId id="284" r:id="rId7"/>
    <p:sldId id="279" r:id="rId8"/>
    <p:sldId id="280" r:id="rId9"/>
    <p:sldId id="286" r:id="rId10"/>
    <p:sldId id="285" r:id="rId11"/>
    <p:sldId id="281" r:id="rId12"/>
    <p:sldId id="283" r:id="rId13"/>
    <p:sldId id="275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054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ACA3A45-07AA-881E-EBAC-FAE1FFF9B3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2C2385-62BD-1B9C-A617-554DDB21E0F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AEECA8-D063-486F-AE31-5020270C1449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328A6F-7933-1F9C-E9F6-B4A61026FBA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F9A57F-3A38-6EDA-B76D-A3DB4F6978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93F6CE-D1D9-4B7B-9040-C7CAC074A6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133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2T09:42:14.096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0 1 2548 0 0,'27'6'602'0'0,"0"2"-1"0"0,-1 1 1 0 0,0 1 0 0 0,0 1-1 0 0,39 23 1 0 0,54 23 361 0 0,166 61 145 0 0,-282-117-1100 0 0,6 4 276 0 0,-4-2-651 0 0,-37-14-4061 0 0,11 2 2558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2T09:42:17.852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47 34 2192 0 0,'-16'-13'2420'0'0,"14"11"-2304"0"0,1 1 1 0 0,0-1-1 0 0,-1 1 1 0 0,1 0-1 0 0,-1-1 1 0 0,0 1-1 0 0,1 0 0 0 0,-1 0 1 0 0,0 0-1 0 0,0 0 1 0 0,0 1-1 0 0,-3-2 729 0 0,0-3-43 0 0,104 50-745 0 0,113 33 1 0 0,-33-26-47 0 0,195 29 1 0 0,-304-70 14 0 0,241 45 91 0 0,-309-56-69 0 0,14 3 521 0 0,13 3 1979 0 0,-49-22-2511 0 0,1-1 0 0 0,1-1-1 0 0,-19-25 1 0 0,18 20-35 0 0,-1 1 1 0 0,-37-30-1 0 0,-30-16-63 0 0,86 67 57 0 0,14 12-311 0 0,32 30 317 0 0,3-1 1 0 0,1-3-1 0 0,1-2 0 0 0,57 30 0 0 0,-91-56-7 0 0,-9-2 2 0 0,-5-4 1 0 0,1-1 0 0 0,-1 1 0 0 0,1-1 0 0 0,0 0 0 0 0,0 0 0 0 0,0 0 0 0 0,0 0 0 0 0,0 0 0 0 0,1-1 1 0 0,-1 1-1 0 0,4 0 0 0 0,-7-1 0 0 0,1-1 0 0 0,-1 0 0 0 0,0 0 0 0 0,0 1 0 0 0,1-1 0 0 0,-1 0 0 0 0,0 1-1 0 0,0-1 1 0 0,1 0 0 0 0,-1 1 0 0 0,0-1 0 0 0,0 0 0 0 0,0 1 0 0 0,0-1 0 0 0,1 1 0 0 0,-1-1 0 0 0,0 0 0 0 0,0 1 0 0 0,0-1 0 0 0,0 1 0 0 0,0-1 0 0 0,0 1 0 0 0,0-1 0 0 0,0 0 0 0 0,0 1 0 0 0,0-1 0 0 0,0 1 0 0 0,-1-1 0 0 0,1 0 0 0 0,0 1 0 0 0,0-1 0 0 0,0 0 0 0 0,0 1 0 0 0,-1-1 0 0 0,1 1 0 0 0,0-1 0 0 0,0 0 0 0 0,-1 0 0 0 0,1 1 0 0 0,0-1 0 0 0,0 0 0 0 0,-1 1 0 0 0,1-1 0 0 0,-1 0 0 0 0,1 0 0 0 0,0 0 0 0 0,-1 1 0 0 0,1-1 0 0 0,0 0 0 0 0,-1 0 0 0 0,0 0-1 0 0,-18 13 7 0 0,-13 0 0 0 0,-2-1 1 0 0,1-1-1 0 0,-2-2 1 0 0,-37 4-1 0 0,12-1 5 0 0,-270 49 51 0 0,316-58-953 0 0,11-2 370 0 0,0-1 1 0 0,0 1-1 0 0,0 0 1 0 0,0-1-1 0 0,0 0 1 0 0,-1 0-1 0 0,1 0 0 0 0,0 0 1 0 0,-3 0-1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2T09:42:19.305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48 79 6397 0 0,'-35'-36'-508'0'0,"34"35"618"0"0,-11-40 2414 0 0,55 68-2025 0 0,80 36 0 0 0,147 44-467 0 0,-148-61 20 0 0,-64-24 415 0 0,-56-21-393 0 0,14 4 588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12:06:34.84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47 34 2192 0 0,'-16'-13'2420'0'0,"14"11"-2304"0"0,1 1 1 0 0,0-1-1 0 0,-1 1 1 0 0,1 0-1 0 0,-1-1 1 0 0,0 1-1 0 0,1 0 0 0 0,-1 0 1 0 0,0 0-1 0 0,0 0 1 0 0,0 1-1 0 0,-3-2 729 0 0,0-3-43 0 0,104 50-745 0 0,113 33 1 0 0,-33-26-47 0 0,195 29 1 0 0,-304-70 14 0 0,241 45 91 0 0,-309-56-69 0 0,14 3 521 0 0,13 3 1979 0 0,-49-22-2511 0 0,1-1 0 0 0,1-1-1 0 0,-19-25 1 0 0,18 20-35 0 0,-1 1 1 0 0,-37-30-1 0 0,-30-16-63 0 0,86 67 57 0 0,14 12-311 0 0,32 30 317 0 0,3-1 1 0 0,1-3-1 0 0,1-2 0 0 0,57 30 0 0 0,-91-56-7 0 0,-9-2 2 0 0,-5-4 1 0 0,1-1 0 0 0,-1 1 0 0 0,1-1 0 0 0,0 0 0 0 0,0 0 0 0 0,0 0 0 0 0,0 0 0 0 0,0 0 0 0 0,1-1 1 0 0,-1 1-1 0 0,4 0 0 0 0,-7-1 0 0 0,1-1 0 0 0,-1 0 0 0 0,0 0 0 0 0,0 1 0 0 0,1-1 0 0 0,-1 0 0 0 0,0 1-1 0 0,0-1 1 0 0,1 0 0 0 0,-1 1 0 0 0,0-1 0 0 0,0 0 0 0 0,0 1 0 0 0,0-1 0 0 0,1 1 0 0 0,-1-1 0 0 0,0 0 0 0 0,0 1 0 0 0,0-1 0 0 0,0 1 0 0 0,0-1 0 0 0,0 1 0 0 0,0-1 0 0 0,0 0 0 0 0,0 1 0 0 0,0-1 0 0 0,0 1 0 0 0,-1-1 0 0 0,1 0 0 0 0,0 1 0 0 0,0-1 0 0 0,0 0 0 0 0,0 1 0 0 0,-1-1 0 0 0,1 1 0 0 0,0-1 0 0 0,0 0 0 0 0,-1 0 0 0 0,1 1 0 0 0,0-1 0 0 0,0 0 0 0 0,-1 1 0 0 0,1-1 0 0 0,-1 0 0 0 0,1 0 0 0 0,0 0 0 0 0,-1 1 0 0 0,1-1 0 0 0,0 0 0 0 0,-1 0 0 0 0,0 0-1 0 0,-18 13 7 0 0,-13 0 0 0 0,-2-1 1 0 0,1-1-1 0 0,-2-2 1 0 0,-37 4-1 0 0,12-1 5 0 0,-270 49 51 0 0,316-58-953 0 0,11-2 370 0 0,0-1 1 0 0,0 1-1 0 0,0 0 1 0 0,0-1-1 0 0,0 0 1 0 0,-1 0-1 0 0,1 0 0 0 0,0 0 1 0 0,-3 0-1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12:06:34.850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48 79 6397 0 0,'-35'-36'-508'0'0,"34"35"618"0"0,-11-40 2414 0 0,55 68-2025 0 0,80 36 0 0 0,147 44-467 0 0,-148-61 20 0 0,-64-24 415 0 0,-56-21-393 0 0,14 4 588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12:06:47.81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47 34 2192 0 0,'-16'-13'2420'0'0,"14"11"-2304"0"0,1 1 1 0 0,0-1-1 0 0,-1 1 1 0 0,1 0-1 0 0,-1-1 1 0 0,0 1-1 0 0,1 0 0 0 0,-1 0 1 0 0,0 0-1 0 0,0 0 1 0 0,0 1-1 0 0,-3-2 729 0 0,0-3-43 0 0,104 50-745 0 0,113 33 1 0 0,-33-26-47 0 0,195 29 1 0 0,-304-70 14 0 0,241 45 91 0 0,-309-56-69 0 0,14 3 521 0 0,13 3 1979 0 0,-49-22-2511 0 0,1-1 0 0 0,1-1-1 0 0,-19-25 1 0 0,18 20-35 0 0,-1 1 1 0 0,-37-30-1 0 0,-30-16-63 0 0,86 67 57 0 0,14 12-311 0 0,32 30 317 0 0,3-1 1 0 0,1-3-1 0 0,1-2 0 0 0,57 30 0 0 0,-91-56-7 0 0,-9-2 2 0 0,-5-4 1 0 0,1-1 0 0 0,-1 1 0 0 0,1-1 0 0 0,0 0 0 0 0,0 0 0 0 0,0 0 0 0 0,0 0 0 0 0,0 0 0 0 0,1-1 1 0 0,-1 1-1 0 0,4 0 0 0 0,-7-1 0 0 0,1-1 0 0 0,-1 0 0 0 0,0 0 0 0 0,0 1 0 0 0,1-1 0 0 0,-1 0 0 0 0,0 1-1 0 0,0-1 1 0 0,1 0 0 0 0,-1 1 0 0 0,0-1 0 0 0,0 0 0 0 0,0 1 0 0 0,0-1 0 0 0,1 1 0 0 0,-1-1 0 0 0,0 0 0 0 0,0 1 0 0 0,0-1 0 0 0,0 1 0 0 0,0-1 0 0 0,0 1 0 0 0,0-1 0 0 0,0 0 0 0 0,0 1 0 0 0,0-1 0 0 0,0 1 0 0 0,-1-1 0 0 0,1 0 0 0 0,0 1 0 0 0,0-1 0 0 0,0 0 0 0 0,0 1 0 0 0,-1-1 0 0 0,1 1 0 0 0,0-1 0 0 0,0 0 0 0 0,-1 0 0 0 0,1 1 0 0 0,0-1 0 0 0,0 0 0 0 0,-1 1 0 0 0,1-1 0 0 0,-1 0 0 0 0,1 0 0 0 0,0 0 0 0 0,-1 1 0 0 0,1-1 0 0 0,0 0 0 0 0,-1 0 0 0 0,0 0-1 0 0,-18 13 7 0 0,-13 0 0 0 0,-2-1 1 0 0,1-1-1 0 0,-2-2 1 0 0,-37 4-1 0 0,12-1 5 0 0,-270 49 51 0 0,316-58-953 0 0,11-2 370 0 0,0-1 1 0 0,0 1-1 0 0,0 0 1 0 0,0-1-1 0 0,0 0 1 0 0,-1 0-1 0 0,1 0 0 0 0,0 0 1 0 0,-3 0-1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12:06:47.820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48 79 6397 0 0,'-35'-36'-508'0'0,"34"35"618"0"0,-11-40 2414 0 0,55 68-2025 0 0,80 36 0 0 0,147 44-467 0 0,-148-61 20 0 0,-64-24 415 0 0,-56-21-393 0 0,14 4 588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2T10:57:59.23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134 122 6477 0 0,'-1'-11'107'0'0,"-1"0"0"0"0,1 1 0 0 0,-2-1-1 0 0,1 1 1 0 0,-2-1 0 0 0,1 1 0 0 0,-1 0 0 0 0,-8-14 0 0 0,11 23 67 0 0,1 1-162 0 0,0-1-1 0 0,0 1 1 0 0,0-1 0 0 0,0 1 0 0 0,0 0 0 0 0,0-1 0 0 0,1 1 0 0 0,-1-1-1 0 0,0 1 1 0 0,0 0 0 0 0,0-1 0 0 0,0 1 0 0 0,-1-1 0 0 0,1 1 0 0 0,0 0-1 0 0,0-1 1 0 0,0 1 0 0 0,0 0 0 0 0,0-1 0 0 0,0 1 0 0 0,-1-1 0 0 0,1 1 0 0 0,0 0-1 0 0,0-1 1 0 0,0 1 0 0 0,-1 0 0 0 0,1 0 0 0 0,0-1 0 0 0,0 1 0 0 0,-1 0-1 0 0,1-1 1 0 0,0 1 0 0 0,-1 0 0 0 0,1 0 0 0 0,-1-1 0 0 0,-10 12 152 0 0,-6 26-150 0 0,11 0 12 0 0,3 0 0 0 0,1 0-1 0 0,5 63 1 0 0,-1-11 21 0 0,-2-81-10 0 0,-1 0-1 0 0,0 0 1 0 0,-1 0 0 0 0,0 0-1 0 0,0 0 1 0 0,-1-1 0 0 0,0 1-1 0 0,0-1 1 0 0,0 0-1 0 0,-1 0 1 0 0,0 0 0 0 0,-1 0-1 0 0,0 0 1 0 0,0-1 0 0 0,0 0-1 0 0,-9 8 1 0 0,21-48-7172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2T10:58:00.236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710 149 6221 0 0,'-4'-4'-96'0'0,"1"-1"1"0"0,-1 1-1 0 0,1 0 0 0 0,-1 0 1 0 0,-1 1-1 0 0,1-1 1 0 0,0 1-1 0 0,-1 0 1 0 0,0 0-1 0 0,0 0 1 0 0,1 1-1 0 0,-2 0 1 0 0,1 0-1 0 0,0 0 1 0 0,0 0-1 0 0,-1 1 1 0 0,-9-2-1 0 0,-8-1 166 0 0,1 1-1 0 0,-35 0 1 0 0,47 4-65 0 0,0 0 1 0 0,0 0-1 0 0,1 1 1 0 0,-1 1-1 0 0,0 0 1 0 0,1 0-1 0 0,0 1 1 0 0,0 0-1 0 0,0 0 1 0 0,-11 8-1 0 0,-4 4 16 0 0,1 1 0 0 0,-24 23 0 0 0,13-8 24 0 0,1 2 0 0 0,2 1-1 0 0,1 2 1 0 0,3 0 0 0 0,0 2 0 0 0,3 1-1 0 0,1 1 1 0 0,2 1 0 0 0,-22 66-1 0 0,39-98-12 0 0,2 0-1 0 0,-1 0 0 0 0,1 0 0 0 0,1 0 0 0 0,0 0 0 0 0,0 1 1 0 0,1-1-1 0 0,1 1 0 0 0,0-1 0 0 0,0 0 0 0 0,1 0 0 0 0,4 16 1 0 0,-4-20-9 0 0,1 1 0 0 0,0-1 0 0 0,0 0 0 0 0,0 0 0 0 0,1 0 0 0 0,-1-1 1 0 0,2 1-1 0 0,-1-1 0 0 0,0 0 0 0 0,1 0 0 0 0,0-1 0 0 0,0 1 1 0 0,1-1-1 0 0,-1 0 0 0 0,1 0 0 0 0,0-1 0 0 0,0 0 0 0 0,0 0 1 0 0,0 0-1 0 0,8 2 0 0 0,10 2 53 0 0,0-1 1 0 0,0-1-1 0 0,0-1 1 0 0,0-2-1 0 0,1 0 0 0 0,0-1 1 0 0,-1-2-1 0 0,1 0 1 0 0,-1-2-1 0 0,1 0 1 0 0,-1-2-1 0 0,0-1 0 0 0,38-14 1 0 0,-43 13-21 0 0,-1-2 0 0 0,0 0 1 0 0,0-2-1 0 0,-1 0 0 0 0,0 0 0 0 0,-1-2 1 0 0,0 0-1 0 0,-1-1 0 0 0,0 0 0 0 0,-2-1 1 0 0,1-1-1 0 0,-2 0 0 0 0,0-1 0 0 0,-1 0 1 0 0,-1-1-1 0 0,15-33 0 0 0,-12 19 9 0 0,-1-1 0 0 0,-2 0 1 0 0,-1-1-1 0 0,-2 1 0 0 0,5-48 0 0 0,-11 69-31 0 0,-1 1-1 0 0,0-1 1 0 0,0 1 0 0 0,-1 0-1 0 0,-1-1 1 0 0,0 1 0 0 0,0 0 0 0 0,-1 0-1 0 0,-1 0 1 0 0,0 0 0 0 0,0 1-1 0 0,-1-1 1 0 0,0 1 0 0 0,-1 0-1 0 0,0 0 1 0 0,0 1 0 0 0,-1 0-1 0 0,-1 0 1 0 0,-16-15 0 0 0,5 10 5 0 0,-1 1 1 0 0,0 1-1 0 0,0 1 1 0 0,-1 0-1 0 0,-1 2 1 0 0,0 0-1 0 0,0 1 1 0 0,-38-7-1 0 0,-32-12-587 0 0,70 13-4146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2T10:58:01.63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16 46 5789 0 0,'0'0'-252'0'0,"-16"-15"1007"0"0,18 13-736 0 0,1-1 0 0 0,-1 1 0 0 0,0-1 0 0 0,1 1 0 0 0,-1 0 0 0 0,1 0-1 0 0,0 0 1 0 0,0 0 0 0 0,0 1 0 0 0,0-1 0 0 0,0 1 0 0 0,0-1 0 0 0,0 1 0 0 0,0 0 0 0 0,1 0 0 0 0,-1 1 0 0 0,0-1 0 0 0,1 1 0 0 0,-1-1 0 0 0,6 1 0 0 0,71 1 2 0 0,-79-1-20 0 0,3 0-4 0 0,0 0 0 0 0,0 1 0 0 0,0-1 0 0 0,0 1 0 0 0,0 0 0 0 0,0 0 0 0 0,0 0 0 0 0,0 0 0 0 0,-1 1 0 0 0,1 0 0 0 0,0 0 0 0 0,-1 0 0 0 0,0 0 0 0 0,1 0 0 0 0,-1 1 0 0 0,5 4 1 0 0,-7-5 1 0 0,0 0 0 0 0,0 0 1 0 0,0 1-1 0 0,0-1 1 0 0,0 0-1 0 0,-1 0 1 0 0,1 1-1 0 0,-1-1 0 0 0,1 0 1 0 0,-1 1-1 0 0,0-1 1 0 0,0 0-1 0 0,0 1 1 0 0,0-1-1 0 0,-1 0 1 0 0,1 1-1 0 0,-1-1 0 0 0,1 0 1 0 0,-1 0-1 0 0,0 1 1 0 0,0-1-1 0 0,0 0 1 0 0,0 0-1 0 0,0 0 0 0 0,0 0 1 0 0,-1 0-1 0 0,1 0 1 0 0,0 0-1 0 0,-3 1 1 0 0,-33 42 86 0 0,-2-2 0 0 0,-61 52 0 0 0,100-95-79 0 0,0 0 0 0 0,-1 0 0 0 0,1 0 0 0 0,0 1 0 0 0,0-1 0 0 0,0 0 1 0 0,0 0-1 0 0,-1 0 0 0 0,1 0 0 0 0,0 0 0 0 0,0 0 0 0 0,0 1 0 0 0,0-1 0 0 0,0 0 0 0 0,0 0 0 0 0,0 0 0 0 0,0 0 0 0 0,-1 0 0 0 0,1 1 0 0 0,0-1 0 0 0,0 0 0 0 0,0 0 0 0 0,0 0 0 0 0,0 0 0 0 0,0 1 0 0 0,0-1 0 0 0,0 0 0 0 0,0 0 0 0 0,0 0 0 0 0,0 1 0 0 0,0-1 0 0 0,0 0 0 0 0,0 0 0 0 0,0 0 0 0 0,0 0 0 0 0,0 1 0 0 0,1-1 0 0 0,-1 0 1 0 0,0 0-1 0 0,0 0 0 0 0,0 0 0 0 0,0 1 0 0 0,0-1 0 0 0,0 0 0 0 0,0 0 0 0 0,0 0 0 0 0,1 0 0 0 0,11 4 74 0 0,15-4-42 0 0,319-41 376 0 0,-342 40-406 0 0,3 4 298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2T10:58:02.546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663 188 4784 0 0,'0'0'-216'0'0,"-27"-31"-404"0"0,4 16 786 0 0,-2 2-1 0 0,0 1 1 0 0,0 1-1 0 0,-1 1 1 0 0,0 1 0 0 0,-1 2-1 0 0,1 0 1 0 0,-2 2-1 0 0,1 1 1 0 0,-37-1-1 0 0,46 5-129 0 0,0 1 0 0 0,0 1 0 0 0,0 0 0 0 0,0 2 0 0 0,0 0 0 0 0,0 1-1 0 0,-29 12 1 0 0,38-13-24 0 0,0 0-1 0 0,0 1 0 0 0,0 1 0 0 0,1-1 1 0 0,0 1-1 0 0,0 1 0 0 0,1 0 0 0 0,0 0 1 0 0,0 0-1 0 0,0 1 0 0 0,1 0 1 0 0,0 0-1 0 0,1 0 0 0 0,-1 1 0 0 0,-3 11 1 0 0,4-9-2 0 0,2 0 1 0 0,-1 1-1 0 0,2 0 0 0 0,-1 0 1 0 0,2 0-1 0 0,-1 0 1 0 0,2 0-1 0 0,0 0 1 0 0,0 0-1 0 0,1 0 1 0 0,0 0-1 0 0,1 0 1 0 0,1 0-1 0 0,0-1 1 0 0,0 1-1 0 0,1-1 1 0 0,1 0-1 0 0,0 0 0 0 0,8 14 1 0 0,-5-12 24 0 0,-1-2-1 0 0,1 1 1 0 0,1-1 0 0 0,0-1-1 0 0,1 1 1 0 0,0-2 0 0 0,0 1-1 0 0,1-1 1 0 0,0-1 0 0 0,1 0-1 0 0,0-1 1 0 0,0 0 0 0 0,0-1-1 0 0,1 0 1 0 0,0-1 0 0 0,20 6-1 0 0,-9-5 75 0 0,1-2 0 0 0,0 0 0 0 0,0-1 0 0 0,0-2 0 0 0,0 0 0 0 0,0-2 0 0 0,0-1-1 0 0,32-6 1 0 0,-43 5-51 0 0,1-1-1 0 0,-1-1 0 0 0,0-1 1 0 0,0 0-1 0 0,0 0 0 0 0,-1-1 1 0 0,0-1-1 0 0,0-1 0 0 0,-1 1 1 0 0,0-2-1 0 0,-1 0 0 0 0,0 0 1 0 0,0-1-1 0 0,17-24 0 0 0,-17 20 20 0 0,-1-1 0 0 0,0 0 0 0 0,-1 0 0 0 0,-1-1 0 0 0,-1 0 0 0 0,0-1 0 0 0,-2 0 0 0 0,0 0 0 0 0,0 0-1 0 0,2-32 1 0 0,-6 42-32 0 0,-1 0 0 0 0,0-1 0 0 0,-1 1 0 0 0,1-1 0 0 0,-2 1 0 0 0,1 0 0 0 0,-1 0 0 0 0,0-1 0 0 0,-1 1-1 0 0,0 1 1 0 0,0-1 0 0 0,-1 0 0 0 0,0 1 0 0 0,0 0 0 0 0,-1 0 0 0 0,0 0 0 0 0,0 0 0 0 0,0 1 0 0 0,-1-1 0 0 0,0 2-1 0 0,0-1 1 0 0,-1 1 0 0 0,0 0 0 0 0,0 0 0 0 0,-11-6 0 0 0,-7 0-18 0 0,0 1 1 0 0,-1 1-1 0 0,0 1 0 0 0,0 2 1 0 0,-1 0-1 0 0,-27-1 0 0 0,-40-10-6429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2T10:58:03.578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50 37 6197 0 0,'-14'-3'-919'0'0,"-22"-9"2456"0"0,59 2-1484 0 0,-14 7-39 0 0,0 1-1 0 0,-1 0 1 0 0,1 0-1 0 0,0 1 1 0 0,0 0-1 0 0,13 1 1 0 0,-4-1-12 0 0,73 6 25 0 0,-22 0-46 0 0,-68-5 17 0 0,0 0 0 0 0,0 0 1 0 0,0 0-1 0 0,0 0 0 0 0,0 0 1 0 0,0 1-1 0 0,0-1 0 0 0,0 0 1 0 0,0 1-1 0 0,0-1 0 0 0,0 1 1 0 0,0-1-1 0 0,0 1 1 0 0,0-1-1 0 0,0 1 0 0 0,0 0 1 0 0,-1 0-1 0 0,2 1 0 0 0,-1-1 2 0 0,-1 0 0 0 0,1 0 0 0 0,-1 0 1 0 0,1 1-1 0 0,-1-1 0 0 0,0 0 0 0 0,0 1 0 0 0,1-1 0 0 0,-1 0 0 0 0,0 0 0 0 0,0 1 0 0 0,0-1 0 0 0,0 0 0 0 0,-1 1 0 0 0,1-1 0 0 0,0 0 0 0 0,-1 1 0 0 0,1-1 1 0 0,0 0-1 0 0,-1 0 0 0 0,0 0 0 0 0,1 0 0 0 0,-1 1 0 0 0,0-1 0 0 0,1 0 0 0 0,-1 0 0 0 0,0 0 0 0 0,0 0 0 0 0,0 0 0 0 0,0-1 0 0 0,0 1 0 0 0,0 0 0 0 0,0 0 0 0 0,0 0 1 0 0,0-1-1 0 0,0 1 0 0 0,-2 0 0 0 0,-1 1 4 0 0,-91 77 15 0 0,95-79-18 0 0,0 0 0 0 0,-1 1 0 0 0,1-1 0 0 0,0 0 0 0 0,0 1 0 0 0,-1-1 0 0 0,1 1 0 0 0,0-1 0 0 0,0 0 1 0 0,0 1-1 0 0,0-1 0 0 0,0 1 0 0 0,0-1 0 0 0,0 1 0 0 0,0-1 0 0 0,0 0 0 0 0,0 1 0 0 0,0-1 0 0 0,0 1 1 0 0,0-1-1 0 0,0 1 0 0 0,0-1 0 0 0,0 0 0 0 0,0 1 0 0 0,0-1 0 0 0,1 1 0 0 0,-1-1 0 0 0,0 0 0 0 0,0 1 0 0 0,1-1 1 0 0,-1 0-1 0 0,0 1 0 0 0,0-1 0 0 0,1 0 0 0 0,-1 1 0 0 0,0-1 0 0 0,1 0 0 0 0,-1 1 0 0 0,0-1 0 0 0,1 0 1 0 0,-1 0-1 0 0,1 1 0 0 0,17 9 33 0 0,67 14 21 0 0,-67-21-54 0 0,0 1 1 0 0,0 1 0 0 0,-1 1-1 0 0,1 1 1 0 0,-2 0 0 0 0,1 1-1 0 0,24 16 1 0 0,-40-24-2 0 0,-1 0 0 0 0,1 1 1 0 0,0-1-1 0 0,-1 1 0 0 0,1 0 0 0 0,0-1 1 0 0,-1 1-1 0 0,1-1 0 0 0,0 1 0 0 0,-1 0 1 0 0,1-1-1 0 0,-1 1 0 0 0,0 0 0 0 0,1 0 1 0 0,-1-1-1 0 0,1 1 0 0 0,-1 0 0 0 0,0 0 1 0 0,0 0-1 0 0,1 0 0 0 0,-1-1 0 0 0,0 1 1 0 0,0 0-1 0 0,0 0 0 0 0,0 0 0 0 0,0 0 1 0 0,0 0-1 0 0,0-1 0 0 0,0 1 0 0 0,-1 1 1 0 0,0 0 1 0 0,0-1 0 0 0,0 1 0 0 0,0 0 1 0 0,-1-1-1 0 0,1 1 0 0 0,0-1 0 0 0,-1 0 1 0 0,1 0-1 0 0,-1 1 0 0 0,0-1 1 0 0,1 0-1 0 0,-4 1 0 0 0,-56 21 94 0 0,59-23-90 0 0,-52 13 521 0 0,-1-2 0 0 0,0-3 0 0 0,-109 2 0 0 0,164-10-525 0 0,-1 0 0 0 0,1 0 0 0 0,-1 0 0 0 0,0 0 1 0 0,1 0-1 0 0,-1 0 0 0 0,0 0 0 0 0,1 0 0 0 0,-1 0 0 0 0,0 0 0 0 0,1 0 0 0 0,-1 0 1 0 0,0-1-1 0 0,1 1 0 0 0,-1 0 0 0 0,1 0 0 0 0,-1-1 0 0 0,1 1 0 0 0,-1 0 0 0 0,0-1 1 0 0,1 1-1 0 0,-1-1 0 0 0,1 1 0 0 0,0-1 0 0 0,-2 0 0 0 0,8-12-245 0 0,20-9-1251 0 0,11 3-2145 0 0,-20 12 1453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2T10:58:04.45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885 123 5605 0 0,'-7'-30'-361'0'0,"4"24"384"0"0,-1 0 1 0 0,0 0-1 0 0,-1 0 0 0 0,1 1 1 0 0,-1-1-1 0 0,0 1 0 0 0,-1 0 1 0 0,1 0-1 0 0,-1 1 0 0 0,0 0 1 0 0,0 0-1 0 0,0 0 0 0 0,-1 1 1 0 0,-11-5-1 0 0,6 4 1 0 0,-1 1 0 0 0,1 0 1 0 0,-1 1-1 0 0,0 0 0 0 0,0 1 0 0 0,1 1 1 0 0,-23 1-1 0 0,-8 5 28 0 0,1 2 0 0 0,0 1-1 0 0,-80 31 1 0 0,72-22-12 0 0,1 3-1 0 0,-67 37 1 0 0,99-48-5 0 0,1 1 0 0 0,-1 1 0 0 0,2 0 0 0 0,-1 1 0 0 0,2 0 0 0 0,0 1-1 0 0,0 1 1 0 0,2 0 0 0 0,-21 31 0 0 0,28-37-15 0 0,1 0-1 0 0,-1 1 1 0 0,1 0-1 0 0,1 0 1 0 0,0 0-1 0 0,1 0 1 0 0,0 0-1 0 0,0 0 1 0 0,1 1-1 0 0,0-1 1 0 0,1 0-1 0 0,0 1 1 0 0,1-1-1 0 0,0 1 1 0 0,0-1-1 0 0,1 0 1 0 0,1 0-1 0 0,0 0 1 0 0,0 0-1 0 0,9 19 1 0 0,-4-16-4 0 0,0 1 0 0 0,1-2-1 0 0,0 1 1 0 0,1-1 0 0 0,0 0 0 0 0,1-1 0 0 0,0-1 0 0 0,1 1-1 0 0,0-2 1 0 0,1 0 0 0 0,0 0 0 0 0,0-1 0 0 0,22 9 0 0 0,-10-5 23 0 0,2-2 1 0 0,-1-1-1 0 0,2-1 1 0 0,-1-1-1 0 0,1-2 1 0 0,0-1-1 0 0,0 0 1 0 0,0-3 0 0 0,43-1-1 0 0,-46-3 24 0 0,-1 0 0 0 0,0-2 0 0 0,0-1-1 0 0,-1 0 1 0 0,1-2 0 0 0,-1-1 0 0 0,-1-1 0 0 0,0 0 0 0 0,0-2-1 0 0,-1-1 1 0 0,25-19 0 0 0,-17 9 35 0 0,-1-1 1 0 0,43-47-1 0 0,-61 60-26 0 0,0-1-1 0 0,-1 0 1 0 0,-1-1 0 0 0,0 0-1 0 0,0-1 1 0 0,-1 1 0 0 0,-1-1-1 0 0,0-1 1 0 0,4-19 0 0 0,-8 27-27 0 0,-1 0 1 0 0,0 0 0 0 0,-1-1 0 0 0,0 1 0 0 0,0 0 0 0 0,0 0 0 0 0,-1-1 0 0 0,0 1 0 0 0,-1 0 0 0 0,1 0 0 0 0,-1 0 0 0 0,-1 0 0 0 0,1 0 0 0 0,-5-7-1 0 0,1 4-5 0 0,0 1-1 0 0,-1-1 0 0 0,0 1 1 0 0,0 0-1 0 0,-1 1 0 0 0,0 0 1 0 0,-1 0-1 0 0,-11-8 0 0 0,-5 0 6 0 0,-1 0 0 0 0,-1 2 0 0 0,-1 0 0 0 0,1 2 0 0 0,-56-16 0 0 0,-112-19-1761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2T10:58:06.126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41 80 6945 0 0,'30'-78'-744'0'0,"-30"77"866"0"0,-27 23 496 0 0,20-11-591 0 0,1-1 0 0 0,0 1 0 0 0,1 0-1 0 0,0 1 1 0 0,0-1 0 0 0,-3 16-1 0 0,7-23-18 0 0,1-1 0 0 0,0 1-1 0 0,-1-1 1 0 0,1 1-1 0 0,0-1 1 0 0,1 1-1 0 0,-1-1 1 0 0,1 1-1 0 0,-1-1 1 0 0,1 0-1 0 0,0 1 1 0 0,0-1-1 0 0,1 0 1 0 0,-1 0 0 0 0,1 1-1 0 0,0-1 1 0 0,-1 0-1 0 0,1 0 1 0 0,0-1-1 0 0,1 1 1 0 0,-1 0-1 0 0,1-1 1 0 0,-1 1-1 0 0,1-1 1 0 0,0 0-1 0 0,5 4 1 0 0,0-1 8 0 0,-1 0 1 0 0,1-1-1 0 0,0 0 1 0 0,0 0-1 0 0,1 0 0 0 0,-1-1 1 0 0,1-1-1 0 0,0 1 1 0 0,15 1-1 0 0,-20-4-7 0 0,0 0 0 0 0,0 0 0 0 0,0 0 0 0 0,1 0 0 0 0,-1-1 0 0 0,0 0 0 0 0,0 0 0 0 0,0 0 0 0 0,0 0 0 0 0,0-1-1 0 0,-1 1 1 0 0,1-1 0 0 0,0 0 0 0 0,-1-1 0 0 0,1 1 0 0 0,-1 0 0 0 0,0-1 0 0 0,0 0 0 0 0,0 1 0 0 0,0-2 0 0 0,0 1 0 0 0,4-6 0 0 0,-1 0 142 0 0,-1-1 1 0 0,0 1-1 0 0,0-1 0 0 0,-1 0 1 0 0,0 0-1 0 0,-1 0 0 0 0,0-1 1 0 0,0 1-1 0 0,1-21 1 0 0,-4 30-79 0 0,1-3-1 0 0,0 1-51 0 0,-1 5 187 0 0,-9 63-122 0 0,1 99 0 0 0,4-45-33 0 0,1-14-396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2T10:58:06.95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676 162 5825 0 0,'-6'-11'34'0'0,"0"0"0"0"0,-1 0 0 0 0,0 1 0 0 0,-1 0 0 0 0,0 1 1 0 0,0-1-1 0 0,-1 1 0 0 0,0 1 0 0 0,-1 0 0 0 0,1 0 1 0 0,-2 1-1 0 0,1 0 0 0 0,-1 1 0 0 0,0 0 0 0 0,0 0 0 0 0,-1 2 1 0 0,0-1-1 0 0,0 1 0 0 0,0 1 0 0 0,0 0 0 0 0,-23-2 1 0 0,20 5-25 0 0,0 0 0 0 0,0 1 0 0 0,0 0 0 0 0,0 2 0 0 0,0-1 0 0 0,0 2 0 0 0,1 0 0 0 0,0 1 0 0 0,-1 0 1 0 0,2 1-1 0 0,-1 1 0 0 0,1 0 0 0 0,0 1 0 0 0,0 0 0 0 0,1 1 0 0 0,0 0 0 0 0,1 1 0 0 0,0 0 0 0 0,1 1 0 0 0,0 0 1 0 0,-12 18-1 0 0,4-4-3 0 0,1 1 0 0 0,1 1-1 0 0,2 1 1 0 0,0 0 0 0 0,2 1 0 0 0,2 0 0 0 0,0 0 0 0 0,2 1 0 0 0,-7 46 0 0 0,13-58 0 0 0,1 0-1 0 0,1 0 1 0 0,0 0-1 0 0,2 0 1 0 0,0-1-1 0 0,1 1 1 0 0,0 0-1 0 0,2-1 1 0 0,0 0 0 0 0,0 0-1 0 0,2 0 1 0 0,0-1-1 0 0,18 28 1 0 0,-19-33 22 0 0,1-1 1 0 0,1 0-1 0 0,0 0 1 0 0,0-1-1 0 0,1 0 1 0 0,0 0 0 0 0,1-1-1 0 0,0 0 1 0 0,0-1-1 0 0,0 0 1 0 0,1-1-1 0 0,0 0 1 0 0,1 0-1 0 0,-1-1 1 0 0,1-1-1 0 0,0 0 1 0 0,0 0-1 0 0,0-2 1 0 0,1 1-1 0 0,17 0 1 0 0,-3-3 41 0 0,0-2 0 0 0,1 0 0 0 0,-1-2 0 0 0,0-1 1 0 0,-1-1-1 0 0,1-1 0 0 0,-1-2 0 0 0,-1 0 0 0 0,1-2 0 0 0,-2-1 0 0 0,0-1 0 0 0,0-1 1 0 0,-1 0-1 0 0,-1-2 0 0 0,0-1 0 0 0,-1-1 0 0 0,-1-1 0 0 0,-1 0 0 0 0,-1-1 0 0 0,18-26 0 0 0,-20 23-37 0 0,-1 0 0 0 0,-1-1-1 0 0,-1 0 1 0 0,18-46-1 0 0,-28 61-24 0 0,0-1-1 0 0,-1 1 0 0 0,0 0 0 0 0,-1-1 0 0 0,0 1 0 0 0,0-1 0 0 0,-1 0 0 0 0,0 1 1 0 0,-1-1-1 0 0,0 1 0 0 0,0-1 0 0 0,-1 1 0 0 0,-1 0 0 0 0,1-1 0 0 0,-1 1 0 0 0,-1 0 0 0 0,-6-12 1 0 0,2 9 3 0 0,-1-1 0 0 0,0 1 0 0 0,-1 0 1 0 0,0 1-1 0 0,-1 1 0 0 0,0-1 1 0 0,-1 2-1 0 0,0-1 0 0 0,0 2 1 0 0,-1 0-1 0 0,0 0 0 0 0,0 1 1 0 0,-1 1-1 0 0,0 0 0 0 0,0 1 1 0 0,-21-5-1 0 0,-23-3-253 0 0,-1 2-1 0 0,-109-5 1 0 0,122 13-259 0 0,41 3 159 0 0,-24-5-5835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2T11:04:05.266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18 38 3112 0 0,'-4'-22'1129'0'0,"-2"6"333"0"0,3 38-1448 0 0,1-1 0 0 0,0 1 0 0 0,2 0 0 0 0,0-1 0 0 0,1 1 0 0 0,8 35 0 0 0,-2 6-6 0 0,9 62 34 0 0,-7-72 97 0 0,2 79 0 0 0,-9-85 325 0 0,-2-46-456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2T11:04:06.594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793 61 4624 0 0,'-41'-15'202'0'0,"-1"2"0"0"0,0 2 0 0 0,-74-11 0 0 0,104 23-193 0 0,-1 0 0 0 0,1 1 0 0 0,0 0 0 0 0,-1 0 0 0 0,1 2 0 0 0,0-1 0 0 0,0 2 0 0 0,1 0 0 0 0,0 0 0 0 0,-1 1 0 0 0,-10 8 0 0 0,-6 3-2 0 0,0 2 0 0 0,2 0 0 0 0,0 2-1 0 0,2 1 1 0 0,0 2 0 0 0,2 0 0 0 0,0 1 0 0 0,2 1 0 0 0,0 1 0 0 0,2 0 0 0 0,1 2 0 0 0,2 0 0 0 0,-16 41 0 0 0,12-21 10 0 0,4 0 0 0 0,1 1 0 0 0,-8 60 0 0 0,19-90 19 0 0,1 0 1 0 0,1 0 0 0 0,1 0-1 0 0,1 1 1 0 0,0-1 0 0 0,2-1-1 0 0,0 1 1 0 0,1 0 0 0 0,1-1-1 0 0,1 0 1 0 0,10 23 0 0 0,-8-23 8 0 0,1-1 0 0 0,1 0 1 0 0,0-1-1 0 0,1 0 1 0 0,1 0-1 0 0,1-1 0 0 0,0-1 1 0 0,1 0-1 0 0,0-1 0 0 0,1 0 1 0 0,1-2-1 0 0,21 15 1 0 0,-19-17 46 0 0,1 0 0 0 0,1 0 0 0 0,0-2 0 0 0,0 0 0 0 0,0-2 0 0 0,1 0 0 0 0,0-1 0 0 0,0-2 0 0 0,0 0 0 0 0,1-1 0 0 0,-1-1 0 0 0,1 0 1 0 0,-1-2-1 0 0,1-1 0 0 0,-1-1 0 0 0,0 0 0 0 0,0-2 0 0 0,0 0 0 0 0,0-2 0 0 0,31-13 0 0 0,-1-3 69 0 0,-21 12-29 0 0,-1-2 0 0 0,-1-1 0 0 0,0-1-1 0 0,-1-1 1 0 0,0-2 0 0 0,38-33 0 0 0,-44 31-24 0 0,-1-1-1 0 0,-1 0 1 0 0,-1-2 0 0 0,-1 0-1 0 0,-2-1 1 0 0,0 0-1 0 0,-1-1 1 0 0,-1-1 0 0 0,-2 0-1 0 0,0-1 1 0 0,-2 0 0 0 0,-1 0-1 0 0,-2-1 1 0 0,7-49-1 0 0,-11 47-23 0 0,-1 1 0 0 0,-1 0 0 0 0,-1 0 0 0 0,-2 0 0 0 0,-1 0 0 0 0,-1 0 0 0 0,-10-30 0 0 0,11 46-47 0 0,-1 0 1 0 0,0 1-1 0 0,-1 0 1 0 0,-1 0-1 0 0,0 1 1 0 0,0-1-1 0 0,-1 2 1 0 0,-1-1-1 0 0,0 1 1 0 0,0 0-1 0 0,-1 1 1 0 0,0 0-1 0 0,0 1 1 0 0,-1 0-1 0 0,-1 0 1 0 0,1 1-1 0 0,-19-8 0 0 0,-12-1 40 0 0,-1 1 0 0 0,-54-10 0 0 0,1 0-43 0 0,95 25-88 0 0,-29-13-457 0 0,19 2-1386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2T11:04:09.451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31 186 6133 0 0,'0'0'-209'0'0,"-19"-1"-294"0"0,18 0 525 0 0,0 1 0 0 0,1 0 0 0 0,-1-1 0 0 0,0 1 0 0 0,1-1 0 0 0,-1 1 0 0 0,0 0 0 0 0,1-1 0 0 0,-1 1 0 0 0,1-1 0 0 0,-1 0 1 0 0,1 1-1 0 0,-1-1 0 0 0,1 1 0 0 0,-1-1 0 0 0,1 0 0 0 0,0 1 0 0 0,-1-1 0 0 0,1 0 0 0 0,0 1 0 0 0,0-1 0 0 0,-1 0 0 0 0,1 0 0 0 0,0 1 0 0 0,0-1 0 0 0,0 0 0 0 0,0 0 0 0 0,0 1 0 0 0,0-1 0 0 0,0 0 0 0 0,0 0 0 0 0,0 1 0 0 0,1-1 0 0 0,-1 0 0 0 0,0 0 0 0 0,0 1 0 0 0,1-1 0 0 0,-1-1 0 0 0,3-2 69 0 0,-1-1 0 0 0,1 1-1 0 0,0 0 1 0 0,0-1 0 0 0,1 2-1 0 0,6-8 1 0 0,1 1 16 0 0,0 0 1 0 0,1 1-1 0 0,0 0 0 0 0,16-8 0 0 0,-13 10-66 0 0,4-3-5 0 0,1 1 0 0 0,1 1 0 0 0,0 0 0 0 0,0 2 0 0 0,0 0 0 0 0,1 1 0 0 0,0 2-1 0 0,28-2 1 0 0,-44 5-37 0 0,0 0 0 0 0,1 1 0 0 0,-1 0 0 0 0,0 0 0 0 0,0 1 0 0 0,0 0-1 0 0,0 0 1 0 0,0 0 0 0 0,0 1 0 0 0,-1 0 0 0 0,1 0 0 0 0,-1 0 0 0 0,9 7-1 0 0,-12-7 3 0 0,1-1 0 0 0,-1 1 0 0 0,1 0 0 0 0,-1-1 0 0 0,0 1 0 0 0,0 0 0 0 0,0 0-1 0 0,-1 1 1 0 0,1-1 0 0 0,-1 0 0 0 0,0 0 0 0 0,1 1 0 0 0,-1-1 0 0 0,-1 1 0 0 0,1-1-1 0 0,-1 1 1 0 0,1 3 0 0 0,-1 0 3 0 0,-1-1 0 0 0,1 1 0 0 0,-1-1 0 0 0,-1 1 0 0 0,1-1-1 0 0,-1 1 1 0 0,0-1 0 0 0,-5 10 0 0 0,-4 4 6 0 0,-1 0 0 0 0,0-1 0 0 0,-2 0 1 0 0,-16 18-1 0 0,-30 37 6 0 0,29-34 12 0 0,-66 65 0 0 0,56-61 169 0 0,40-43-112 0 0,40-3 790 0 0,396-89-347 0 0,-322 69-158 0 0,-111 21-304 0 0,8 0 43 0 0,13-4 102 0 0,-28-46-6421 0 0,5 37 3862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2T11:04:11.10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1246 155 5857 0 0,'-5'-5'-101'0'0,"-1"1"1"0"0,1-1 0 0 0,0 0-1 0 0,1 0 1 0 0,-1 0 0 0 0,1-1-1 0 0,0 0 1 0 0,-5-9 0 0 0,4 7 138 0 0,0 0 0 0 0,0 0 1 0 0,-1 0-1 0 0,-9-8 1 0 0,7 10 35 0 0,-1 0-1 0 0,0 0 1 0 0,0 1 0 0 0,0 0 0 0 0,-1 1 0 0 0,0 0 0 0 0,0 1-1 0 0,0 0 1 0 0,0 0 0 0 0,0 1 0 0 0,0 0 0 0 0,-1 1 0 0 0,1 0-1 0 0,-21 2 1 0 0,-13 1-3 0 0,-1 3 0 0 0,-49 11 0 0 0,82-14-46 0 0,-220 52 129 0 0,197-43-141 0 0,1 2 0 0 0,0 1 1 0 0,1 1-1 0 0,-47 31 0 0 0,1 8 36 0 0,-113 100-1 0 0,185-147-38 0 0,0 1 0 0 0,0 0 1 0 0,1 0-1 0 0,0 0 0 0 0,0 1 0 0 0,1 0 0 0 0,0 0 1 0 0,1 0-1 0 0,-1 1 0 0 0,2 0 0 0 0,0 0 0 0 0,-2 10 1 0 0,0 6 23 0 0,1 1 0 0 0,1 0 0 0 0,1 37 0 0 0,2-41 26 0 0,2 1-1 0 0,0-1 1 0 0,1 0-1 0 0,1 0 1 0 0,2-1-1 0 0,0 1 1 0 0,1-1-1 0 0,1 0 1 0 0,2-1-1 0 0,0 0 1 0 0,1 0 0 0 0,0-1-1 0 0,2 0 1 0 0,15 17-1 0 0,-15-24 60 0 0,0 0 1 0 0,1-1-1 0 0,0-1 0 0 0,1 0 0 0 0,0-1 0 0 0,1-1 1 0 0,0-1-1 0 0,0 0 0 0 0,1 0 0 0 0,23 5 1 0 0,15 3 227 0 0,108 15 0 0 0,-132-27-228 0 0,0-2 0 0 0,1-1 0 0 0,-1-2 0 0 0,46-6 0 0 0,119-31 243 0 0,-164 30-316 0 0,6 0 144 0 0,-1-2 1 0 0,0-1-1 0 0,-1-2 1 0 0,-1-2-1 0 0,0-1 1 0 0,-1-1-1 0 0,0-3 1 0 0,40-29-1 0 0,-37 19 117 0 0,62-60-1 0 0,-88 77-218 0 0,0-1 0 0 0,-1 1 0 0 0,0-2 0 0 0,-1 1-1 0 0,0-1 1 0 0,-1-1 0 0 0,-1 1 0 0 0,7-24 0 0 0,-6 14-30 0 0,2-8 57 0 0,8-45 0 0 0,-16 69-88 0 0,-1 0 1 0 0,0-1-1 0 0,0 1 1 0 0,-1-1-1 0 0,-1 1 1 0 0,0 0-1 0 0,0-1 1 0 0,0 1 0 0 0,-6-16-1 0 0,-3-5 73 0 0,6 17-76 0 0,-1 1 0 0 0,0-1 0 0 0,0 1 0 0 0,-1 0 1 0 0,-11-15-1 0 0,5 8 4 0 0,-2 1 1 0 0,-1 1 0 0 0,0 0-1 0 0,-1 1 1 0 0,-1 1 0 0 0,-36-26-1 0 0,28 27-24 0 0,-1 2-1 0 0,0 1 1 0 0,-1 1-1 0 0,-53-13 0 0 0,57 16-4 0 0,4 3-117 0 0,-15-7-1201 0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2T11:04:05.266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18 38 3112 0 0,'-4'-22'1129'0'0,"-2"6"333"0"0,3 38-1448 0 0,1-1 0 0 0,0 1 0 0 0,2 0 0 0 0,0-1 0 0 0,1 1 0 0 0,8 35 0 0 0,-2 6-6 0 0,9 62 34 0 0,-7-72 97 0 0,2 79 0 0 0,-9-85 325 0 0,-2-46-456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2T11:04:06.594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793 61 4624 0 0,'-41'-15'202'0'0,"-1"2"0"0"0,0 2 0 0 0,-74-11 0 0 0,104 23-193 0 0,-1 0 0 0 0,1 1 0 0 0,0 0 0 0 0,-1 0 0 0 0,1 2 0 0 0,0-1 0 0 0,0 2 0 0 0,1 0 0 0 0,0 0 0 0 0,-1 1 0 0 0,-10 8 0 0 0,-6 3-2 0 0,0 2 0 0 0,2 0 0 0 0,0 2-1 0 0,2 1 1 0 0,0 2 0 0 0,2 0 0 0 0,0 1 0 0 0,2 1 0 0 0,0 1 0 0 0,2 0 0 0 0,1 2 0 0 0,2 0 0 0 0,-16 41 0 0 0,12-21 10 0 0,4 0 0 0 0,1 1 0 0 0,-8 60 0 0 0,19-90 19 0 0,1 0 1 0 0,1 0 0 0 0,1 0-1 0 0,1 1 1 0 0,0-1 0 0 0,2-1-1 0 0,0 1 1 0 0,1 0 0 0 0,1-1-1 0 0,1 0 1 0 0,10 23 0 0 0,-8-23 8 0 0,1-1 0 0 0,1 0 1 0 0,0-1-1 0 0,1 0 1 0 0,1 0-1 0 0,1-1 0 0 0,0-1 1 0 0,1 0-1 0 0,0-1 0 0 0,1 0 1 0 0,1-2-1 0 0,21 15 1 0 0,-19-17 46 0 0,1 0 0 0 0,1 0 0 0 0,0-2 0 0 0,0 0 0 0 0,0-2 0 0 0,1 0 0 0 0,0-1 0 0 0,0-2 0 0 0,0 0 0 0 0,1-1 0 0 0,-1-1 0 0 0,1 0 1 0 0,-1-2-1 0 0,1-1 0 0 0,-1-1 0 0 0,0 0 0 0 0,0-2 0 0 0,0 0 0 0 0,0-2 0 0 0,31-13 0 0 0,-1-3 69 0 0,-21 12-29 0 0,-1-2 0 0 0,-1-1 0 0 0,0-1-1 0 0,-1-1 1 0 0,0-2 0 0 0,38-33 0 0 0,-44 31-24 0 0,-1-1-1 0 0,-1 0 1 0 0,-1-2 0 0 0,-1 0-1 0 0,-2-1 1 0 0,0 0-1 0 0,-1-1 1 0 0,-1-1 0 0 0,-2 0-1 0 0,0-1 1 0 0,-2 0 0 0 0,-1 0-1 0 0,-2-1 1 0 0,7-49-1 0 0,-11 47-23 0 0,-1 1 0 0 0,-1 0 0 0 0,-1 0 0 0 0,-2 0 0 0 0,-1 0 0 0 0,-1 0 0 0 0,-10-30 0 0 0,11 46-47 0 0,-1 0 1 0 0,0 1-1 0 0,-1 0 1 0 0,-1 0-1 0 0,0 1 1 0 0,0-1-1 0 0,-1 2 1 0 0,-1-1-1 0 0,0 1 1 0 0,0 0-1 0 0,-1 1 1 0 0,0 0-1 0 0,0 1 1 0 0,-1 0-1 0 0,-1 0 1 0 0,1 1-1 0 0,-19-8 0 0 0,-12-1 40 0 0,-1 1 0 0 0,-54-10 0 0 0,1 0-43 0 0,95 25-88 0 0,-29-13-457 0 0,19 2-1386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2T11:04:09.451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31 186 6133 0 0,'0'0'-209'0'0,"-19"-1"-294"0"0,18 0 525 0 0,0 1 0 0 0,1 0 0 0 0,-1-1 0 0 0,0 1 0 0 0,1-1 0 0 0,-1 1 0 0 0,0 0 0 0 0,1-1 0 0 0,-1 1 0 0 0,1-1 0 0 0,-1 0 1 0 0,1 1-1 0 0,-1-1 0 0 0,1 1 0 0 0,-1-1 0 0 0,1 0 0 0 0,0 1 0 0 0,-1-1 0 0 0,1 0 0 0 0,0 1 0 0 0,0-1 0 0 0,-1 0 0 0 0,1 0 0 0 0,0 1 0 0 0,0-1 0 0 0,0 0 0 0 0,0 0 0 0 0,0 1 0 0 0,0-1 0 0 0,0 0 0 0 0,0 0 0 0 0,0 1 0 0 0,1-1 0 0 0,-1 0 0 0 0,0 0 0 0 0,0 1 0 0 0,1-1 0 0 0,-1-1 0 0 0,3-2 69 0 0,-1-1 0 0 0,1 1-1 0 0,0 0 1 0 0,0-1 0 0 0,1 2-1 0 0,6-8 1 0 0,1 1 16 0 0,0 0 1 0 0,1 1-1 0 0,0 0 0 0 0,16-8 0 0 0,-13 10-66 0 0,4-3-5 0 0,1 1 0 0 0,1 1 0 0 0,0 0 0 0 0,0 2 0 0 0,0 0 0 0 0,1 1 0 0 0,0 2-1 0 0,28-2 1 0 0,-44 5-37 0 0,0 0 0 0 0,1 1 0 0 0,-1 0 0 0 0,0 0 0 0 0,0 1 0 0 0,0 0-1 0 0,0 0 1 0 0,0 0 0 0 0,0 1 0 0 0,-1 0 0 0 0,1 0 0 0 0,-1 0 0 0 0,9 7-1 0 0,-12-7 3 0 0,1-1 0 0 0,-1 1 0 0 0,1 0 0 0 0,-1-1 0 0 0,0 1 0 0 0,0 0 0 0 0,0 0-1 0 0,-1 1 1 0 0,1-1 0 0 0,-1 0 0 0 0,0 0 0 0 0,1 1 0 0 0,-1-1 0 0 0,-1 1 0 0 0,1-1-1 0 0,-1 1 1 0 0,1 3 0 0 0,-1 0 3 0 0,-1-1 0 0 0,1 1 0 0 0,-1-1 0 0 0,-1 1 0 0 0,1-1-1 0 0,-1 1 1 0 0,0-1 0 0 0,-5 10 0 0 0,-4 4 6 0 0,-1 0 0 0 0,0-1 0 0 0,-2 0 1 0 0,-16 18-1 0 0,-30 37 6 0 0,29-34 12 0 0,-66 65 0 0 0,56-61 169 0 0,40-43-112 0 0,40-3 790 0 0,396-89-347 0 0,-322 69-158 0 0,-111 21-304 0 0,8 0 43 0 0,13-4 102 0 0,-28-46-6421 0 0,5 37 3862 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2T11:04:11.10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1246 155 5857 0 0,'-5'-5'-101'0'0,"-1"1"1"0"0,1-1 0 0 0,0 0-1 0 0,1 0 1 0 0,-1 0 0 0 0,1-1-1 0 0,0 0 1 0 0,-5-9 0 0 0,4 7 138 0 0,0 0 0 0 0,0 0 1 0 0,-1 0-1 0 0,-9-8 1 0 0,7 10 35 0 0,-1 0-1 0 0,0 0 1 0 0,0 1 0 0 0,0 0 0 0 0,-1 1 0 0 0,0 0 0 0 0,0 1-1 0 0,0 0 1 0 0,0 0 0 0 0,0 1 0 0 0,0 0 0 0 0,-1 1 0 0 0,1 0-1 0 0,-21 2 1 0 0,-13 1-3 0 0,-1 3 0 0 0,-49 11 0 0 0,82-14-46 0 0,-220 52 129 0 0,197-43-141 0 0,1 2 0 0 0,0 1 1 0 0,1 1-1 0 0,-47 31 0 0 0,1 8 36 0 0,-113 100-1 0 0,185-147-38 0 0,0 1 0 0 0,0 0 1 0 0,1 0-1 0 0,0 0 0 0 0,0 1 0 0 0,1 0 0 0 0,0 0 1 0 0,1 0-1 0 0,-1 1 0 0 0,2 0 0 0 0,0 0 0 0 0,-2 10 1 0 0,0 6 23 0 0,1 1 0 0 0,1 0 0 0 0,1 37 0 0 0,2-41 26 0 0,2 1-1 0 0,0-1 1 0 0,1 0-1 0 0,1 0 1 0 0,2-1-1 0 0,0 1 1 0 0,1-1-1 0 0,1 0 1 0 0,2-1-1 0 0,0 0 1 0 0,1 0 0 0 0,0-1-1 0 0,2 0 1 0 0,15 17-1 0 0,-15-24 60 0 0,0 0 1 0 0,1-1-1 0 0,0-1 0 0 0,1 0 0 0 0,0-1 0 0 0,1-1 1 0 0,0-1-1 0 0,0 0 0 0 0,1 0 0 0 0,23 5 1 0 0,15 3 227 0 0,108 15 0 0 0,-132-27-228 0 0,0-2 0 0 0,1-1 0 0 0,-1-2 0 0 0,46-6 0 0 0,119-31 243 0 0,-164 30-316 0 0,6 0 144 0 0,-1-2 1 0 0,0-1-1 0 0,-1-2 1 0 0,-1-2-1 0 0,0-1 1 0 0,-1-1-1 0 0,0-3 1 0 0,40-29-1 0 0,-37 19 117 0 0,62-60-1 0 0,-88 77-218 0 0,0-1 0 0 0,-1 1 0 0 0,0-2 0 0 0,-1 1-1 0 0,0-1 1 0 0,-1-1 0 0 0,-1 1 0 0 0,7-24 0 0 0,-6 14-30 0 0,2-8 57 0 0,8-45 0 0 0,-16 69-88 0 0,-1 0 1 0 0,0-1-1 0 0,0 1 1 0 0,-1-1-1 0 0,-1 1 1 0 0,0 0-1 0 0,0-1 1 0 0,0 1 0 0 0,-6-16-1 0 0,-3-5 73 0 0,6 17-76 0 0,-1 1 0 0 0,0-1 0 0 0,0 1 0 0 0,-1 0 1 0 0,-11-15-1 0 0,5 8 4 0 0,-2 1 1 0 0,-1 1 0 0 0,0 0-1 0 0,-1 1 1 0 0,-1 1 0 0 0,-36-26-1 0 0,28 27-24 0 0,-1 2-1 0 0,0 1 1 0 0,-1 1-1 0 0,-53-13 0 0 0,57 16-4 0 0,4 3-117 0 0,-15-7-1201 0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1:59:56.99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1499 24575,'2'-11'0,"0"0"0,1-1 0,0 1 0,1 0 0,1 1 0,-1-1 0,2 1 0,-1 0 0,11-14 0,4-9 0,299-551 0,-285 528 0,3 2 0,2 1 0,2 2 0,62-60 0,-65 76 0,73-49 0,-18 14 0,-60 47 0,0 1 0,1 1 0,1 2 0,1 2 0,1 1 0,0 2 0,63-16 0,27 5 0,26 0 0,-70 11 0,2 3 0,-1 4 0,117 5 0,-155 2 0,-28 1 23,1 1 0,29 7 1,-35-6-229,0 0 0,0-1 0,1-1 0,-1 0 0,0 0 0,25-3 0,-16-3-6621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1:59:57.74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150 12 24575,'-8'-11'0,"23"15"0,1 3 0,18 4 0,-13-5 0,0 0 0,-1 2 0,0 0 0,0 2 0,-1 0 0,25 17 0,-43-25 0,1 0 0,-1-1 0,0 1 0,0 0 0,0 0 0,0 0 0,0 0 0,0 0 0,0 0 0,-1 0 0,1 0 0,-1 1 0,1-1 0,-1 0 0,0 0 0,0 0 0,0 0 0,0 1 0,0-1 0,-1 0 0,1 0 0,-1 0 0,1 0 0,-1 1 0,0-1 0,0 0 0,0 0 0,0 0 0,0-1 0,-3 5 0,-5 8 0,0 0 0,-21 24 0,23-30 0,-28 30 0,-3-2 0,-67 51 0,28-24 0,34-35-1365,23-20-5461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2:00:02.78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10881 24575,'8'-2'0,"0"-1"0,0 1 0,0-1 0,0-1 0,0 0 0,0 0 0,-1 0 0,0-1 0,0 0 0,0 0 0,6-7 0,17-11 0,59-33 0,-29 20 0,75-62 0,63-60 0,52-45 0,-124 96 0,84-75 0,-138 119 0,130-87 0,-145 108 0,-2-1 0,-1-3 0,-3-3 0,68-81 0,-2-6 0,39-47 0,-50 51 0,169-162 0,-218 235 0,75-104 0,-71 85 0,265-366 0,130-143 0,-271 349 0,4-6 0,-80 116 0,-5-5 0,-6-4 0,80-150 0,-75 102 0,80-164 0,-109 171 0,89-334 0,-129 367 0,-6-2 0,12-207 0,-29 237 0,3-93 0,-2-41 0,1-8 0,-13 174 0,1 13 0,-3-1 0,-13-80 0,9 106 0,3 0 0,3-78 0,-2-40 0,-10 81 0,7 53 0,-4-56 0,3 5 0,-3 1 0,-38-151 0,38 195 0,-12-39 0,-3 1 0,-4 2 0,-39-75 0,25 70 0,-4 2 0,-2 1 0,-66-74 0,60 83 0,-3 1 0,-2 4 0,-3 2 0,-106-78 0,-249-166 0,286 192 0,-150-165 0,212 205 0,-32-28 0,101 98 0,-1 0 0,0 1 0,1-1 0,-1 0 0,0 1 0,0-1 0,1 1 0,-1-1 0,0 1 0,0 0 0,0-1 0,0 1 0,0 0 0,0-1 0,0 1 0,0 0 0,1 0 0,-1 0 0,0 0 0,0 0 0,0 0 0,0 0 0,0 0 0,0 0 0,0 1 0,0-1 0,0 0 0,0 1 0,0-1 0,1 0 0,-1 1 0,0-1 0,0 1 0,0 0 0,1-1 0,-1 1 0,0-1 0,1 1 0,-1 0 0,0 0 0,1-1 0,-1 1 0,1 0 0,-1 0 0,1 0 0,0 0 0,-1-1 0,1 1 0,0 0 0,-1 0 0,1 2 0,-15 60 0,12-49 0,-3 24 0,2-1 0,1 73 0,-3-140 0,4 22 0,0-1 0,0 0 0,1 0 0,1 0 0,0 1 0,1-12 0,2-8 0,-2 4 0,2 0 0,1 0 0,0 1 0,2-1 0,1 1 0,1 0 0,12-24 0,-19 45 0,1-1 0,0 1 0,0 0 0,1 1 0,-1-1 0,0 0 0,1 1 0,-1-1 0,1 1 0,-1 0 0,1 0 0,-1 0 0,1 0 0,0 0 0,0 0 0,0 1 0,-1-1 0,1 1 0,0 0 0,0 0 0,5 1 0,67 10 0,-59-8 0,279 63-1365,-277-63-5461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233BD1-3BA8-448D-9D08-7846095EA517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63499C-1FAC-4F66-96F8-6DA2CC28B7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53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B0F26-247A-F2E0-8FBA-6EA7974D6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94F308-CEE8-92BC-D91A-4212DEA01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794D3-11DF-A675-8D28-EC65EF275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3FDAF-B83A-AE0A-B811-B7195D37F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9530BD-9515-D107-426C-B72742CBF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282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E7E77-8771-0BA4-B1D5-7F1DE0138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3F30B-85C4-D934-2F30-179E3FCE9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EF7AF-5CE7-4387-31F9-79D356206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CCC03-E434-4684-B55E-3F2D39916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F3B05-B983-07A3-4B58-9D2E18438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036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23C21-D6A5-2D17-9BFA-70B3353D6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2D89B8-191B-6AAD-5D5E-32B357265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CC528A-1563-9376-E089-4DA80AD11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9A01D-6FDA-C269-FF95-3FDB205C8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0A21-61AC-4B39-D886-3A327DB73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114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03C29-6DED-2A1F-5B4D-128B6365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94ECB-0FCA-1AD0-F19A-27A4C16DC0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7402C2-E657-5A54-9627-8C9CBCBB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01FADA-AE3E-B30F-6353-BF0478CF0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16B517-96D7-6416-0C24-B14942ADD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46F179-BF2F-393A-1AA6-C893B7B9F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852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50483-A0C8-BF5B-61DE-39BC6FF9C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6DB55B-C040-F211-BC81-97628EA484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93EEAE-1CB3-AAC8-5818-D61E389EF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CE50F0-1141-D645-3892-2DA29633A3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2E976C-52C7-C22D-28F7-B21E29518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97D00B-0B76-5C50-686B-A01396FC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842B8D-3B74-4B67-9462-6D2C7ED9A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92D4BE-CE8C-0250-FE7D-1F370E25F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750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DBE28-2732-66A2-163C-433854615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70F3D6-B4BC-015F-96FA-1720B040C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168A87-13A5-0A5A-4D74-C75E27775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D6D7CB-BD93-54BE-CB47-7FBA06B18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650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4114B-4550-9F52-0EF5-D1E9CF2F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3136E-0C79-F4F5-F24E-D5FF71CDB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E2157-F670-A339-0CB7-7399568D5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1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02A98-8738-1E16-A16E-D8858EEA7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C67E5-1169-257D-D9E7-C7B952C21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B2CF6C-0F85-566A-86BC-CBFEB17E75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64F0FC-ECB8-638F-A224-98FFA8270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095B89-4DC8-435E-3545-6187AD3E0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1B68CF-9592-FB7C-B517-0CC962C8B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300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E2BC2-F728-2BA5-C848-31FA3458A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57B909-12C3-703B-57E9-008076312F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AE4D7A-BC41-33D0-D36D-08BB5C2C59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17FB83-437D-9293-0B99-2DC89A04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F5674-4DC1-3171-8FEB-C280686D4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D431F6-5490-78BA-7028-0BD08BF1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860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002A-A21A-4F99-1BCE-F61C85D7B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E85D03-9A7F-4A9E-379E-2DEA86D21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EEFB4-95FB-FEDD-75E7-143E7ED29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CE0D7-1712-FF0C-D965-BFD5AE161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632A1-4243-F65B-A2B0-3F2142C34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079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293F13-2480-AB35-1A68-57A54CE6CD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DA286C-2521-2961-CABA-5684DF43F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D5FF44-F63B-872A-DC8D-A873790A6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653A11-7793-38C6-0506-A6FBE9A02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962C0-F018-7629-445C-DDCA8AE14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998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EE1C2-DF65-6CAD-D1EF-224508404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FB6A6-8766-C849-1846-0F38750241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55176B-E136-1615-D0B5-186783ACB8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83FAE1-13DE-4511-8C1B-C8AFB720664C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5AAAF6-4731-DB91-AB26-A07CEF1B9D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4165E-BEE7-F086-BE90-50642610F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3932AB-6107-98C9-CEDA-32A7DF597298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212435" y="136524"/>
            <a:ext cx="1330037" cy="102520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A22C5A-FA6D-B699-950E-8D249A96933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10855909" y="185738"/>
            <a:ext cx="1123656" cy="86612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499973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6">
              <a:lumMod val="60000"/>
              <a:lumOff val="4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customXml" Target="../ink/ink1.xml"/><Relationship Id="rId7" Type="http://schemas.openxmlformats.org/officeDocument/2006/relationships/customXml" Target="../ink/ink3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customXml" Target="../ink/ink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customXml" Target="../ink/ink4.xml"/><Relationship Id="rId7" Type="http://schemas.openxmlformats.org/officeDocument/2006/relationships/customXml" Target="../ink/ink5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customXml" Target="../ink/ink6.xml"/><Relationship Id="rId7" Type="http://schemas.openxmlformats.org/officeDocument/2006/relationships/customXml" Target="../ink/ink7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customXml" Target="../ink/ink13.xml"/><Relationship Id="rId18" Type="http://schemas.openxmlformats.org/officeDocument/2006/relationships/image" Target="../media/image15.png"/><Relationship Id="rId3" Type="http://schemas.openxmlformats.org/officeDocument/2006/relationships/customXml" Target="../ink/ink8.xml"/><Relationship Id="rId7" Type="http://schemas.openxmlformats.org/officeDocument/2006/relationships/customXml" Target="../ink/ink10.xml"/><Relationship Id="rId12" Type="http://schemas.openxmlformats.org/officeDocument/2006/relationships/image" Target="../media/image12.png"/><Relationship Id="rId17" Type="http://schemas.openxmlformats.org/officeDocument/2006/relationships/customXml" Target="../ink/ink15.xml"/><Relationship Id="rId2" Type="http://schemas.openxmlformats.org/officeDocument/2006/relationships/image" Target="../media/image6.png"/><Relationship Id="rId16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customXml" Target="../ink/ink12.xml"/><Relationship Id="rId5" Type="http://schemas.openxmlformats.org/officeDocument/2006/relationships/customXml" Target="../ink/ink9.xml"/><Relationship Id="rId15" Type="http://schemas.openxmlformats.org/officeDocument/2006/relationships/customXml" Target="../ink/ink14.xml"/><Relationship Id="rId10" Type="http://schemas.openxmlformats.org/officeDocument/2006/relationships/image" Target="../media/image11.png"/><Relationship Id="rId4" Type="http://schemas.openxmlformats.org/officeDocument/2006/relationships/image" Target="../media/image8.png"/><Relationship Id="rId9" Type="http://schemas.openxmlformats.org/officeDocument/2006/relationships/customXml" Target="../ink/ink11.xml"/><Relationship Id="rId1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customXml" Target="../ink/ink16.xml"/><Relationship Id="rId7" Type="http://schemas.openxmlformats.org/officeDocument/2006/relationships/customXml" Target="../ink/ink18.xm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customXml" Target="../ink/ink17.xml"/><Relationship Id="rId10" Type="http://schemas.openxmlformats.org/officeDocument/2006/relationships/image" Target="../media/image19.png"/><Relationship Id="rId4" Type="http://schemas.openxmlformats.org/officeDocument/2006/relationships/image" Target="../media/image16.png"/><Relationship Id="rId9" Type="http://schemas.openxmlformats.org/officeDocument/2006/relationships/customXml" Target="../ink/ink19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customXml" Target="../ink/ink25.xml"/><Relationship Id="rId3" Type="http://schemas.openxmlformats.org/officeDocument/2006/relationships/customXml" Target="../ink/ink20.xml"/><Relationship Id="rId7" Type="http://schemas.openxmlformats.org/officeDocument/2006/relationships/customXml" Target="../ink/ink22.xml"/><Relationship Id="rId12" Type="http://schemas.openxmlformats.org/officeDocument/2006/relationships/image" Target="../media/image23.png"/><Relationship Id="rId2" Type="http://schemas.openxmlformats.org/officeDocument/2006/relationships/image" Target="../media/image6.png"/><Relationship Id="rId16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11" Type="http://schemas.openxmlformats.org/officeDocument/2006/relationships/customXml" Target="../ink/ink24.xml"/><Relationship Id="rId5" Type="http://schemas.openxmlformats.org/officeDocument/2006/relationships/customXml" Target="../ink/ink21.xml"/><Relationship Id="rId15" Type="http://schemas.openxmlformats.org/officeDocument/2006/relationships/customXml" Target="../ink/ink26.xml"/><Relationship Id="rId10" Type="http://schemas.openxmlformats.org/officeDocument/2006/relationships/image" Target="../media/image22.png"/><Relationship Id="rId4" Type="http://schemas.openxmlformats.org/officeDocument/2006/relationships/image" Target="../media/image7.png"/><Relationship Id="rId9" Type="http://schemas.openxmlformats.org/officeDocument/2006/relationships/customXml" Target="../ink/ink23.xml"/><Relationship Id="rId14" Type="http://schemas.openxmlformats.org/officeDocument/2006/relationships/image" Target="../media/image24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68EEAE26-EEC1-43C8-1E10-2F8BA9771177}"/>
              </a:ext>
            </a:extLst>
          </p:cNvPr>
          <p:cNvSpPr txBox="1"/>
          <p:nvPr/>
        </p:nvSpPr>
        <p:spPr>
          <a:xfrm>
            <a:off x="477520" y="1003776"/>
            <a:ext cx="1029208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36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RAG</a:t>
            </a:r>
          </a:p>
          <a:p>
            <a:pPr algn="ctr">
              <a:buNone/>
            </a:pPr>
            <a:r>
              <a:rPr lang="en-US" sz="36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Retrieval-Augmented Generation</a:t>
            </a:r>
          </a:p>
        </p:txBody>
      </p:sp>
    </p:spTree>
    <p:extLst>
      <p:ext uri="{BB962C8B-B14F-4D97-AF65-F5344CB8AC3E}">
        <p14:creationId xmlns:p14="http://schemas.microsoft.com/office/powerpoint/2010/main" val="23406421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20DCC2-29D2-1866-D201-BD6FA171A9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479D0-2265-21A3-873A-ACF81CE31294}"/>
              </a:ext>
            </a:extLst>
          </p:cNvPr>
          <p:cNvSpPr txBox="1"/>
          <p:nvPr/>
        </p:nvSpPr>
        <p:spPr>
          <a:xfrm>
            <a:off x="265176" y="565142"/>
            <a:ext cx="9582912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Can ChatGPT or any LLM answer questions about YOUR personal files?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Ans: No!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RAG solves this types of problem.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421C08C-87A5-B93D-3836-57F88DD2DD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7610" y="1498967"/>
            <a:ext cx="3457494" cy="2753757"/>
          </a:xfrm>
          <a:prstGeom prst="rect">
            <a:avLst/>
          </a:prstGeom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EB24FA5F-924C-7563-242A-1E607752D838}"/>
              </a:ext>
            </a:extLst>
          </p:cNvPr>
          <p:cNvSpPr/>
          <p:nvPr/>
        </p:nvSpPr>
        <p:spPr>
          <a:xfrm>
            <a:off x="6804327" y="2373761"/>
            <a:ext cx="1725788" cy="111914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3AE711D-6DB6-FDFB-78E9-3C5E51466BD0}"/>
              </a:ext>
            </a:extLst>
          </p:cNvPr>
          <p:cNvSpPr txBox="1"/>
          <p:nvPr/>
        </p:nvSpPr>
        <p:spPr>
          <a:xfrm>
            <a:off x="6961012" y="2748665"/>
            <a:ext cx="14216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FF00"/>
                </a:solidFill>
              </a:rPr>
              <a:t>Personal files</a:t>
            </a:r>
          </a:p>
        </p:txBody>
      </p:sp>
    </p:spTree>
    <p:extLst>
      <p:ext uri="{BB962C8B-B14F-4D97-AF65-F5344CB8AC3E}">
        <p14:creationId xmlns:p14="http://schemas.microsoft.com/office/powerpoint/2010/main" val="38553870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DECBAC-173C-4BED-6760-88F24DDAE7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BC3AAE2A-52C9-12F0-81C0-985F19AC1E23}"/>
              </a:ext>
            </a:extLst>
          </p:cNvPr>
          <p:cNvSpPr txBox="1"/>
          <p:nvPr/>
        </p:nvSpPr>
        <p:spPr>
          <a:xfrm>
            <a:off x="148336" y="354552"/>
            <a:ext cx="6417056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is RAG?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RAG (Retrieval-Augmented Generation)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is a technique in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Generative AI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where a language model (like GPT) first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retrieves relevant information from an external source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and then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uses that information to generate a better, more accurate response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A4E89E9-F1D7-5F60-B703-454046ECC5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7610" y="1498967"/>
            <a:ext cx="3457494" cy="2753757"/>
          </a:xfrm>
          <a:prstGeom prst="rect">
            <a:avLst/>
          </a:prstGeom>
        </p:spPr>
      </p:pic>
      <p:sp>
        <p:nvSpPr>
          <p:cNvPr id="3" name="Oval 2">
            <a:extLst>
              <a:ext uri="{FF2B5EF4-FFF2-40B4-BE49-F238E27FC236}">
                <a16:creationId xmlns:a16="http://schemas.microsoft.com/office/drawing/2014/main" id="{D507F449-7152-81D6-0E54-9DFAF80D5F8D}"/>
              </a:ext>
            </a:extLst>
          </p:cNvPr>
          <p:cNvSpPr/>
          <p:nvPr/>
        </p:nvSpPr>
        <p:spPr>
          <a:xfrm>
            <a:off x="6804327" y="2373761"/>
            <a:ext cx="1725788" cy="111914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174560-1BF2-24E1-8E28-763BEDAE07A7}"/>
              </a:ext>
            </a:extLst>
          </p:cNvPr>
          <p:cNvSpPr txBox="1"/>
          <p:nvPr/>
        </p:nvSpPr>
        <p:spPr>
          <a:xfrm>
            <a:off x="6961012" y="2748665"/>
            <a:ext cx="14216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FF00"/>
                </a:solidFill>
              </a:rPr>
              <a:t>Personal files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64528A2C-B296-7910-0626-49B2D0E2D7B5}"/>
                  </a:ext>
                </a:extLst>
              </p14:cNvPr>
              <p14:cNvContentPartPr/>
              <p14:nvPr/>
            </p14:nvContentPartPr>
            <p14:xfrm>
              <a:off x="8312904" y="3461256"/>
              <a:ext cx="222840" cy="9468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64528A2C-B296-7910-0626-49B2D0E2D7B5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276904" y="3425616"/>
                <a:ext cx="294480" cy="166320"/>
              </a:xfrm>
              <a:prstGeom prst="rect">
                <a:avLst/>
              </a:prstGeom>
            </p:spPr>
          </p:pic>
        </mc:Fallback>
      </mc:AlternateContent>
      <p:grpSp>
        <p:nvGrpSpPr>
          <p:cNvPr id="8" name="Group 7">
            <a:extLst>
              <a:ext uri="{FF2B5EF4-FFF2-40B4-BE49-F238E27FC236}">
                <a16:creationId xmlns:a16="http://schemas.microsoft.com/office/drawing/2014/main" id="{5EC3E865-95F9-5306-5F86-AFE129D52E2E}"/>
              </a:ext>
            </a:extLst>
          </p:cNvPr>
          <p:cNvGrpSpPr/>
          <p:nvPr/>
        </p:nvGrpSpPr>
        <p:grpSpPr>
          <a:xfrm>
            <a:off x="8358984" y="3471336"/>
            <a:ext cx="624240" cy="232560"/>
            <a:chOff x="8358984" y="3471336"/>
            <a:chExt cx="624240" cy="232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1864493B-3D35-8CA3-7102-65FC39E549A8}"/>
                    </a:ext>
                  </a:extLst>
                </p14:cNvPr>
                <p14:cNvContentPartPr/>
                <p14:nvPr/>
              </p14:nvContentPartPr>
              <p14:xfrm>
                <a:off x="8481744" y="3520296"/>
                <a:ext cx="501480" cy="18360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1864493B-3D35-8CA3-7102-65FC39E549A8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8446104" y="3484296"/>
                  <a:ext cx="573120" cy="25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154F5533-0012-15A0-E997-630367EFC70F}"/>
                    </a:ext>
                  </a:extLst>
                </p14:cNvPr>
                <p14:cNvContentPartPr/>
                <p14:nvPr/>
              </p14:nvContentPartPr>
              <p14:xfrm>
                <a:off x="8358984" y="3471336"/>
                <a:ext cx="228600" cy="979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154F5533-0012-15A0-E997-630367EFC70F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8322984" y="3435696"/>
                  <a:ext cx="300240" cy="1695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0071072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5F8542-EAA5-84AA-F564-FCD25D33E6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BF03F9FB-DA55-6951-1493-C361C04B9BF2}"/>
              </a:ext>
            </a:extLst>
          </p:cNvPr>
          <p:cNvSpPr txBox="1"/>
          <p:nvPr/>
        </p:nvSpPr>
        <p:spPr>
          <a:xfrm>
            <a:off x="477520" y="528288"/>
            <a:ext cx="7121144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Why do we need RAG?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Let’s understand the problem first.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❌ Problem with Normal LLMs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Large Language Models (LLMs):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Are trained on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fixed data (training data)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Do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not know recent updates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Can sometimes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hallucinate (make up answers)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</a:t>
            </a:r>
            <a:b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Ask: </a:t>
            </a:r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"What is my company, </a:t>
            </a:r>
            <a:r>
              <a:rPr lang="en-US" sz="2400" i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Loxford</a:t>
            </a:r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Academy, policy?"</a:t>
            </a:r>
            <a:b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 normal LLM will either: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Guess ❌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Give generic answer ❌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4055192-FF9D-4A0D-16B8-878F91A3BFD8}"/>
              </a:ext>
            </a:extLst>
          </p:cNvPr>
          <p:cNvSpPr txBox="1"/>
          <p:nvPr/>
        </p:nvSpPr>
        <p:spPr>
          <a:xfrm>
            <a:off x="8759952" y="4352544"/>
            <a:ext cx="27292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Normal Flow: Without RAG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1C1C7D6-8A7C-70B9-E0F0-99BA10DFD5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7610" y="1498967"/>
            <a:ext cx="3457494" cy="2753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5716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83702D-AE1E-94E9-6B3D-F1DE11BBF2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0335EF62-FC2D-1AE8-7257-DF89C6136A37}"/>
              </a:ext>
            </a:extLst>
          </p:cNvPr>
          <p:cNvSpPr txBox="1"/>
          <p:nvPr/>
        </p:nvSpPr>
        <p:spPr>
          <a:xfrm>
            <a:off x="148336" y="107664"/>
            <a:ext cx="663651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How RAG solves this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RAG connects the model to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your own data source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PDFs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Databases, Websites, Company documents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D643829-6241-406F-3DD8-4EF50E846B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7610" y="1498967"/>
            <a:ext cx="3457494" cy="2753757"/>
          </a:xfrm>
          <a:prstGeom prst="rect">
            <a:avLst/>
          </a:prstGeom>
        </p:spPr>
      </p:pic>
      <p:sp>
        <p:nvSpPr>
          <p:cNvPr id="16" name="Oval 15">
            <a:extLst>
              <a:ext uri="{FF2B5EF4-FFF2-40B4-BE49-F238E27FC236}">
                <a16:creationId xmlns:a16="http://schemas.microsoft.com/office/drawing/2014/main" id="{CC463E11-A5E9-53E4-29D8-491498875C7A}"/>
              </a:ext>
            </a:extLst>
          </p:cNvPr>
          <p:cNvSpPr/>
          <p:nvPr/>
        </p:nvSpPr>
        <p:spPr>
          <a:xfrm>
            <a:off x="6804327" y="2373761"/>
            <a:ext cx="1725788" cy="111914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4B4729A-A96D-B6DE-095A-DBA0EF83FF73}"/>
              </a:ext>
            </a:extLst>
          </p:cNvPr>
          <p:cNvSpPr txBox="1"/>
          <p:nvPr/>
        </p:nvSpPr>
        <p:spPr>
          <a:xfrm>
            <a:off x="6961012" y="2748665"/>
            <a:ext cx="14216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FF00"/>
                </a:solidFill>
              </a:rPr>
              <a:t>Personal files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12C0C0F-B1D1-F288-0A39-394039CDE105}"/>
              </a:ext>
            </a:extLst>
          </p:cNvPr>
          <p:cNvGrpSpPr/>
          <p:nvPr/>
        </p:nvGrpSpPr>
        <p:grpSpPr>
          <a:xfrm>
            <a:off x="8358984" y="3471336"/>
            <a:ext cx="624240" cy="232560"/>
            <a:chOff x="8358984" y="3471336"/>
            <a:chExt cx="624240" cy="232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C96DD7AA-BC61-D201-4F43-630CD4636C48}"/>
                    </a:ext>
                  </a:extLst>
                </p14:cNvPr>
                <p14:cNvContentPartPr/>
                <p14:nvPr/>
              </p14:nvContentPartPr>
              <p14:xfrm>
                <a:off x="8481744" y="3520296"/>
                <a:ext cx="501480" cy="18360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1864493B-3D35-8CA3-7102-65FC39E549A8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8446104" y="3484296"/>
                  <a:ext cx="573120" cy="25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E48CBFEF-B9B9-D708-C305-92F4F87814FB}"/>
                    </a:ext>
                  </a:extLst>
                </p14:cNvPr>
                <p14:cNvContentPartPr/>
                <p14:nvPr/>
              </p14:nvContentPartPr>
              <p14:xfrm>
                <a:off x="8358984" y="3471336"/>
                <a:ext cx="228600" cy="979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154F5533-0012-15A0-E997-630367EFC70F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8322984" y="3435696"/>
                  <a:ext cx="300240" cy="1695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9406750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630FDD-CFDA-74A4-1105-21AE375C36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FA8746EF-0E5B-A0DF-52D5-86091BD31211}"/>
              </a:ext>
            </a:extLst>
          </p:cNvPr>
          <p:cNvSpPr txBox="1"/>
          <p:nvPr/>
        </p:nvSpPr>
        <p:spPr>
          <a:xfrm>
            <a:off x="148336" y="80232"/>
            <a:ext cx="8218424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Now flow becomes: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User asks question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Search relevant documents and Extract useful information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Generate answer based on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your data source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✔ Result: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Accurate answers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Up-to-date information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5CDF8F9-65BA-12BF-AE06-8368DB4E2C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7610" y="1498967"/>
            <a:ext cx="3457494" cy="2753757"/>
          </a:xfrm>
          <a:prstGeom prst="rect">
            <a:avLst/>
          </a:prstGeom>
        </p:spPr>
      </p:pic>
      <p:sp>
        <p:nvSpPr>
          <p:cNvPr id="11" name="Oval 10">
            <a:extLst>
              <a:ext uri="{FF2B5EF4-FFF2-40B4-BE49-F238E27FC236}">
                <a16:creationId xmlns:a16="http://schemas.microsoft.com/office/drawing/2014/main" id="{0A0569DF-E9E3-9D11-078C-047834FB2BBB}"/>
              </a:ext>
            </a:extLst>
          </p:cNvPr>
          <p:cNvSpPr/>
          <p:nvPr/>
        </p:nvSpPr>
        <p:spPr>
          <a:xfrm>
            <a:off x="6804327" y="2373761"/>
            <a:ext cx="1725788" cy="111914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2B353B7-7EE9-FFEC-9549-1FEF2BA2C5AF}"/>
              </a:ext>
            </a:extLst>
          </p:cNvPr>
          <p:cNvSpPr txBox="1"/>
          <p:nvPr/>
        </p:nvSpPr>
        <p:spPr>
          <a:xfrm>
            <a:off x="6961012" y="2748665"/>
            <a:ext cx="14216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FF00"/>
                </a:solidFill>
              </a:rPr>
              <a:t>Personal files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8995DF3-DEF7-D3EF-DCAC-079B743EBD3F}"/>
              </a:ext>
            </a:extLst>
          </p:cNvPr>
          <p:cNvGrpSpPr/>
          <p:nvPr/>
        </p:nvGrpSpPr>
        <p:grpSpPr>
          <a:xfrm>
            <a:off x="8358984" y="3471336"/>
            <a:ext cx="624240" cy="232560"/>
            <a:chOff x="8358984" y="3471336"/>
            <a:chExt cx="624240" cy="232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9549E72A-EC46-7E1B-18A4-B6D6CB2FB5A4}"/>
                    </a:ext>
                  </a:extLst>
                </p14:cNvPr>
                <p14:cNvContentPartPr/>
                <p14:nvPr/>
              </p14:nvContentPartPr>
              <p14:xfrm>
                <a:off x="8481744" y="3520296"/>
                <a:ext cx="501480" cy="18360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1864493B-3D35-8CA3-7102-65FC39E549A8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8446104" y="3484296"/>
                  <a:ext cx="573120" cy="25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24435062-07A9-819D-F565-B38D98D5B262}"/>
                    </a:ext>
                  </a:extLst>
                </p14:cNvPr>
                <p14:cNvContentPartPr/>
                <p14:nvPr/>
              </p14:nvContentPartPr>
              <p14:xfrm>
                <a:off x="8358984" y="3471336"/>
                <a:ext cx="228600" cy="979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154F5533-0012-15A0-E997-630367EFC70F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8322984" y="3435696"/>
                  <a:ext cx="300240" cy="1695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0908228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615276-1D61-493C-1050-42BFFE542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684B08BB-078C-95ED-6946-0A935218ABFF}"/>
              </a:ext>
            </a:extLst>
          </p:cNvPr>
          <p:cNvSpPr txBox="1"/>
          <p:nvPr/>
        </p:nvSpPr>
        <p:spPr>
          <a:xfrm>
            <a:off x="230632" y="235680"/>
            <a:ext cx="47894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RAG Architecture/Process </a:t>
            </a:r>
          </a:p>
          <a:p>
            <a:r>
              <a:rPr lang="en-US" sz="24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Phase A (Populate The Vector DB)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59243F-6976-C66F-F511-2EB8936ED151}"/>
              </a:ext>
            </a:extLst>
          </p:cNvPr>
          <p:cNvSpPr txBox="1"/>
          <p:nvPr/>
        </p:nvSpPr>
        <p:spPr>
          <a:xfrm>
            <a:off x="2647188" y="1292412"/>
            <a:ext cx="314096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2. Chunking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Break data into small pieces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(chunks)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6BBB7B7-CF0B-FF3C-5A90-A69E6C54A709}"/>
              </a:ext>
            </a:extLst>
          </p:cNvPr>
          <p:cNvSpPr txBox="1"/>
          <p:nvPr/>
        </p:nvSpPr>
        <p:spPr>
          <a:xfrm>
            <a:off x="6158484" y="1297770"/>
            <a:ext cx="284835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3. Embeddings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Convert text into vectors using models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B4198E2-5DDD-8FD3-D524-579B91975B11}"/>
              </a:ext>
            </a:extLst>
          </p:cNvPr>
          <p:cNvSpPr txBox="1"/>
          <p:nvPr/>
        </p:nvSpPr>
        <p:spPr>
          <a:xfrm>
            <a:off x="9075420" y="1246924"/>
            <a:ext cx="299466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4. Storage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Store vectors in a database called Vector DB</a:t>
            </a:r>
            <a:b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(e.g., Pinecone, FAISS, etc.)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43804D0-CC9E-470F-92B9-854E68B5F784}"/>
              </a:ext>
            </a:extLst>
          </p:cNvPr>
          <p:cNvSpPr txBox="1"/>
          <p:nvPr/>
        </p:nvSpPr>
        <p:spPr>
          <a:xfrm>
            <a:off x="32004" y="1284839"/>
            <a:ext cx="298094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1. Data Collection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Collect documents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(PDFs, text, etc.)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190715B0-38FA-5CF2-0A5D-E66C746A1E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5529" y="2518664"/>
            <a:ext cx="8183351" cy="4291358"/>
          </a:xfrm>
          <a:prstGeom prst="rect">
            <a:avLst/>
          </a:prstGeom>
        </p:spPr>
      </p:pic>
      <p:grpSp>
        <p:nvGrpSpPr>
          <p:cNvPr id="25" name="Group 24">
            <a:extLst>
              <a:ext uri="{FF2B5EF4-FFF2-40B4-BE49-F238E27FC236}">
                <a16:creationId xmlns:a16="http://schemas.microsoft.com/office/drawing/2014/main" id="{BCA29B37-AE00-EFA3-4749-216465F4D06A}"/>
              </a:ext>
            </a:extLst>
          </p:cNvPr>
          <p:cNvGrpSpPr/>
          <p:nvPr/>
        </p:nvGrpSpPr>
        <p:grpSpPr>
          <a:xfrm>
            <a:off x="1151784" y="4918176"/>
            <a:ext cx="296640" cy="330120"/>
            <a:chOff x="1151784" y="4918176"/>
            <a:chExt cx="296640" cy="330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C07CFD25-91F1-7EC3-B10F-3843C213F326}"/>
                    </a:ext>
                  </a:extLst>
                </p14:cNvPr>
                <p14:cNvContentPartPr/>
                <p14:nvPr/>
              </p14:nvContentPartPr>
              <p14:xfrm>
                <a:off x="1313784" y="5012496"/>
                <a:ext cx="48240" cy="17244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C07CFD25-91F1-7EC3-B10F-3843C213F326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1277784" y="4976496"/>
                  <a:ext cx="119880" cy="24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D34FD8D5-451C-D920-49A8-D999BBFC2DC1}"/>
                    </a:ext>
                  </a:extLst>
                </p14:cNvPr>
                <p14:cNvContentPartPr/>
                <p14:nvPr/>
              </p14:nvContentPartPr>
              <p14:xfrm>
                <a:off x="1151784" y="4918176"/>
                <a:ext cx="296640" cy="3301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D34FD8D5-451C-D920-49A8-D999BBFC2DC1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115784" y="4882536"/>
                  <a:ext cx="368280" cy="401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2C6DF791-4CDF-0861-DED8-221F2C0A34E0}"/>
              </a:ext>
            </a:extLst>
          </p:cNvPr>
          <p:cNvGrpSpPr/>
          <p:nvPr/>
        </p:nvGrpSpPr>
        <p:grpSpPr>
          <a:xfrm>
            <a:off x="2446344" y="4818096"/>
            <a:ext cx="284760" cy="228240"/>
            <a:chOff x="2446344" y="4818096"/>
            <a:chExt cx="284760" cy="228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496A94C4-A8A3-EB08-C3CE-10BB45BB8DE5}"/>
                    </a:ext>
                  </a:extLst>
                </p14:cNvPr>
                <p14:cNvContentPartPr/>
                <p14:nvPr/>
              </p14:nvContentPartPr>
              <p14:xfrm>
                <a:off x="2544984" y="4888656"/>
                <a:ext cx="153720" cy="1047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496A94C4-A8A3-EB08-C3CE-10BB45BB8DE5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2508984" y="4852656"/>
                  <a:ext cx="22536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95082C1F-4DCD-CD99-A1C7-8EAFC7BD2F07}"/>
                    </a:ext>
                  </a:extLst>
                </p14:cNvPr>
                <p14:cNvContentPartPr/>
                <p14:nvPr/>
              </p14:nvContentPartPr>
              <p14:xfrm>
                <a:off x="2446344" y="4818096"/>
                <a:ext cx="284760" cy="2282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95082C1F-4DCD-CD99-A1C7-8EAFC7BD2F07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2410704" y="4782096"/>
                  <a:ext cx="356400" cy="299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15CEBE3-659B-636E-DFA0-F19A2E30740B}"/>
              </a:ext>
            </a:extLst>
          </p:cNvPr>
          <p:cNvGrpSpPr/>
          <p:nvPr/>
        </p:nvGrpSpPr>
        <p:grpSpPr>
          <a:xfrm>
            <a:off x="3546144" y="4783536"/>
            <a:ext cx="371520" cy="278640"/>
            <a:chOff x="3546144" y="4783536"/>
            <a:chExt cx="371520" cy="278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03C6BC4-70D9-5A40-9C97-76F5285124A5}"/>
                    </a:ext>
                  </a:extLst>
                </p14:cNvPr>
                <p14:cNvContentPartPr/>
                <p14:nvPr/>
              </p14:nvContentPartPr>
              <p14:xfrm>
                <a:off x="3672144" y="4865256"/>
                <a:ext cx="166320" cy="1310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03C6BC4-70D9-5A40-9C97-76F5285124A5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3636144" y="4829256"/>
                  <a:ext cx="23796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465E2FB5-BD90-07B7-067D-98D0E07D0168}"/>
                    </a:ext>
                  </a:extLst>
                </p14:cNvPr>
                <p14:cNvContentPartPr/>
                <p14:nvPr/>
              </p14:nvContentPartPr>
              <p14:xfrm>
                <a:off x="3546144" y="4783536"/>
                <a:ext cx="371520" cy="2786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465E2FB5-BD90-07B7-067D-98D0E07D0168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3510504" y="4747896"/>
                  <a:ext cx="443160" cy="350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60C11632-78C2-A3A6-2FEF-239BB5EA9D96}"/>
              </a:ext>
            </a:extLst>
          </p:cNvPr>
          <p:cNvGrpSpPr/>
          <p:nvPr/>
        </p:nvGrpSpPr>
        <p:grpSpPr>
          <a:xfrm>
            <a:off x="4928904" y="5097456"/>
            <a:ext cx="330120" cy="320400"/>
            <a:chOff x="4928904" y="5097456"/>
            <a:chExt cx="330120" cy="320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E3289346-5E6D-EA3D-BF71-4216B61696A4}"/>
                    </a:ext>
                  </a:extLst>
                </p14:cNvPr>
                <p14:cNvContentPartPr/>
                <p14:nvPr/>
              </p14:nvContentPartPr>
              <p14:xfrm>
                <a:off x="5025024" y="5169816"/>
                <a:ext cx="97920" cy="1893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E3289346-5E6D-EA3D-BF71-4216B61696A4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4989024" y="5134176"/>
                  <a:ext cx="169560" cy="26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723C545A-AD16-72DB-5B74-DBBA99146E1A}"/>
                    </a:ext>
                  </a:extLst>
                </p14:cNvPr>
                <p14:cNvContentPartPr/>
                <p14:nvPr/>
              </p14:nvContentPartPr>
              <p14:xfrm>
                <a:off x="4928904" y="5097456"/>
                <a:ext cx="330120" cy="3204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723C545A-AD16-72DB-5B74-DBBA99146E1A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4893264" y="5061816"/>
                  <a:ext cx="401760" cy="3920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8585565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68BF28-BE79-4111-F78E-7C4878E97A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5E6180D9-ED27-D32C-D3FD-6504458B3F17}"/>
              </a:ext>
            </a:extLst>
          </p:cNvPr>
          <p:cNvSpPr txBox="1"/>
          <p:nvPr/>
        </p:nvSpPr>
        <p:spPr>
          <a:xfrm>
            <a:off x="230632" y="244824"/>
            <a:ext cx="63896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Phase B ( User Query 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66ACF8D-D627-B5DA-F4C2-95A80F48DF8E}"/>
              </a:ext>
            </a:extLst>
          </p:cNvPr>
          <p:cNvSpPr txBox="1"/>
          <p:nvPr/>
        </p:nvSpPr>
        <p:spPr>
          <a:xfrm>
            <a:off x="123444" y="756934"/>
            <a:ext cx="3945636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1. Retrieval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When user asks a question (query):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Convert query into vector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Find similar data from Vector DB  (AKA context)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5896540-ACCD-5CA3-2338-9F73D339010D}"/>
              </a:ext>
            </a:extLst>
          </p:cNvPr>
          <p:cNvSpPr txBox="1"/>
          <p:nvPr/>
        </p:nvSpPr>
        <p:spPr>
          <a:xfrm>
            <a:off x="4671648" y="241084"/>
            <a:ext cx="737100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 of Query:</a:t>
            </a:r>
          </a:p>
          <a:p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Who founded </a:t>
            </a:r>
            <a:r>
              <a:rPr lang="en-US" sz="20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Loxford</a:t>
            </a:r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Academy ?</a:t>
            </a:r>
          </a:p>
          <a:p>
            <a:endParaRPr lang="en-US" sz="20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000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Ranked Results From </a:t>
            </a:r>
            <a:r>
              <a:rPr lang="en-US" sz="2000" u="sng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VectorDB</a:t>
            </a:r>
            <a:r>
              <a:rPr lang="en-US" sz="2000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(Similar data):</a:t>
            </a:r>
          </a:p>
          <a:p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1) Founder of </a:t>
            </a:r>
            <a:r>
              <a:rPr lang="en-US" sz="20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Loxford</a:t>
            </a:r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Academy are living in Moscow</a:t>
            </a:r>
          </a:p>
          <a:p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2) Ms. Lomax and Mr. Thomas founded </a:t>
            </a:r>
            <a:r>
              <a:rPr lang="en-US" sz="20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Loxford</a:t>
            </a:r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Academy in 2018 </a:t>
            </a:r>
          </a:p>
          <a:p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3) One of the founders of </a:t>
            </a:r>
            <a:r>
              <a:rPr lang="en-US" sz="20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Loxford</a:t>
            </a:r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Academy went to MIT.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A7EEF47-02F6-30D8-0246-68D223BF5E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5529" y="2518664"/>
            <a:ext cx="8183351" cy="4291358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625897B4-AA18-CAB3-4D82-7B111CA2F988}"/>
              </a:ext>
            </a:extLst>
          </p:cNvPr>
          <p:cNvGrpSpPr/>
          <p:nvPr/>
        </p:nvGrpSpPr>
        <p:grpSpPr>
          <a:xfrm>
            <a:off x="4525344" y="4014576"/>
            <a:ext cx="426960" cy="446040"/>
            <a:chOff x="4525344" y="4014576"/>
            <a:chExt cx="426960" cy="446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B32BB86C-81A4-C4E1-06CE-114CDBC8D8F1}"/>
                    </a:ext>
                  </a:extLst>
                </p14:cNvPr>
                <p14:cNvContentPartPr/>
                <p14:nvPr/>
              </p14:nvContentPartPr>
              <p14:xfrm>
                <a:off x="4723344" y="4114656"/>
                <a:ext cx="20520" cy="2192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B32BB86C-81A4-C4E1-06CE-114CDBC8D8F1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4687704" y="4078656"/>
                  <a:ext cx="92160" cy="2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182770B5-EE87-5A70-5308-8C732E9D00F9}"/>
                    </a:ext>
                  </a:extLst>
                </p14:cNvPr>
                <p14:cNvContentPartPr/>
                <p14:nvPr/>
              </p14:nvContentPartPr>
              <p14:xfrm>
                <a:off x="4525344" y="4014576"/>
                <a:ext cx="426960" cy="4460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182770B5-EE87-5A70-5308-8C732E9D00F9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489704" y="3978576"/>
                  <a:ext cx="498600" cy="517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CEA93FA9-9F84-AA4E-07CF-F5896492D76D}"/>
              </a:ext>
            </a:extLst>
          </p:cNvPr>
          <p:cNvGrpSpPr/>
          <p:nvPr/>
        </p:nvGrpSpPr>
        <p:grpSpPr>
          <a:xfrm>
            <a:off x="9099504" y="4117896"/>
            <a:ext cx="570240" cy="421560"/>
            <a:chOff x="9099504" y="4117896"/>
            <a:chExt cx="570240" cy="421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1B48F6FE-DC32-7857-78CA-2F263F92CBD3}"/>
                    </a:ext>
                  </a:extLst>
                </p14:cNvPr>
                <p14:cNvContentPartPr/>
                <p14:nvPr/>
              </p14:nvContentPartPr>
              <p14:xfrm>
                <a:off x="9231984" y="4248936"/>
                <a:ext cx="271080" cy="1951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1B48F6FE-DC32-7857-78CA-2F263F92CBD3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9195984" y="4213296"/>
                  <a:ext cx="342720" cy="26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F0C51FCE-F209-60E1-E509-4D547D169F34}"/>
                    </a:ext>
                  </a:extLst>
                </p14:cNvPr>
                <p14:cNvContentPartPr/>
                <p14:nvPr/>
              </p14:nvContentPartPr>
              <p14:xfrm>
                <a:off x="9099504" y="4117896"/>
                <a:ext cx="570240" cy="4215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F0C51FCE-F209-60E1-E509-4D547D169F34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9063504" y="4081896"/>
                  <a:ext cx="641880" cy="4932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8330863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E58E12-6F93-E240-774F-5368D8431D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7A503C88-72C5-56FC-55E6-662F0C303337}"/>
              </a:ext>
            </a:extLst>
          </p:cNvPr>
          <p:cNvSpPr txBox="1"/>
          <p:nvPr/>
        </p:nvSpPr>
        <p:spPr>
          <a:xfrm>
            <a:off x="230632" y="244824"/>
            <a:ext cx="63896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Phase B ( User Query 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41187CD-6660-F887-DD86-F48A37338FE6}"/>
              </a:ext>
            </a:extLst>
          </p:cNvPr>
          <p:cNvSpPr txBox="1"/>
          <p:nvPr/>
        </p:nvSpPr>
        <p:spPr>
          <a:xfrm>
            <a:off x="260604" y="872020"/>
            <a:ext cx="583539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2. Generation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Pass (retrieved data + question + prompt) to LLM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LLM generates final answer and sends it to user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3456144-71CC-F880-5332-DAB155BD39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5529" y="2518664"/>
            <a:ext cx="8183351" cy="4291358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12A2810F-4EF1-427B-0253-3EE282414154}"/>
              </a:ext>
            </a:extLst>
          </p:cNvPr>
          <p:cNvGrpSpPr/>
          <p:nvPr/>
        </p:nvGrpSpPr>
        <p:grpSpPr>
          <a:xfrm>
            <a:off x="4525344" y="4014576"/>
            <a:ext cx="426960" cy="446040"/>
            <a:chOff x="4525344" y="4014576"/>
            <a:chExt cx="426960" cy="446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A568B6B6-B837-4E62-1FC3-78ED9A5A2603}"/>
                    </a:ext>
                  </a:extLst>
                </p14:cNvPr>
                <p14:cNvContentPartPr/>
                <p14:nvPr/>
              </p14:nvContentPartPr>
              <p14:xfrm>
                <a:off x="4723344" y="4114656"/>
                <a:ext cx="20520" cy="21924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A568B6B6-B837-4E62-1FC3-78ED9A5A2603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4686701" y="4078656"/>
                  <a:ext cx="93439" cy="2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DB4A3E74-7065-F22C-5378-41B432DF1D05}"/>
                    </a:ext>
                  </a:extLst>
                </p14:cNvPr>
                <p14:cNvContentPartPr/>
                <p14:nvPr/>
              </p14:nvContentPartPr>
              <p14:xfrm>
                <a:off x="4525344" y="4014576"/>
                <a:ext cx="426960" cy="44604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DB4A3E74-7065-F22C-5378-41B432DF1D05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489344" y="3978605"/>
                  <a:ext cx="498600" cy="517622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83AC4C4-8F7E-FD67-A206-7F1513514E1F}"/>
              </a:ext>
            </a:extLst>
          </p:cNvPr>
          <p:cNvGrpSpPr/>
          <p:nvPr/>
        </p:nvGrpSpPr>
        <p:grpSpPr>
          <a:xfrm>
            <a:off x="9099504" y="4117896"/>
            <a:ext cx="570240" cy="421560"/>
            <a:chOff x="9099504" y="4117896"/>
            <a:chExt cx="570240" cy="421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650878C0-3674-E80D-9BC2-C0AE41A81D98}"/>
                    </a:ext>
                  </a:extLst>
                </p14:cNvPr>
                <p14:cNvContentPartPr/>
                <p14:nvPr/>
              </p14:nvContentPartPr>
              <p14:xfrm>
                <a:off x="9231984" y="4248936"/>
                <a:ext cx="271080" cy="19512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650878C0-3674-E80D-9BC2-C0AE41A81D98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9195984" y="4212869"/>
                  <a:ext cx="342720" cy="26689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0B4A2D45-CE2B-5C6D-7586-F94624EBBFFF}"/>
                    </a:ext>
                  </a:extLst>
                </p14:cNvPr>
                <p14:cNvContentPartPr/>
                <p14:nvPr/>
              </p14:nvContentPartPr>
              <p14:xfrm>
                <a:off x="9099504" y="4117896"/>
                <a:ext cx="570240" cy="42156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0B4A2D45-CE2B-5C6D-7586-F94624EBBFFF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9063527" y="4081927"/>
                  <a:ext cx="641835" cy="493139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4DC378FD-2B37-A022-B9F2-7ABE2E0E7635}"/>
              </a:ext>
            </a:extLst>
          </p:cNvPr>
          <p:cNvSpPr txBox="1"/>
          <p:nvPr/>
        </p:nvSpPr>
        <p:spPr>
          <a:xfrm>
            <a:off x="6368796" y="270074"/>
            <a:ext cx="5033772" cy="20817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FFFF00"/>
                </a:solidFill>
                <a:effectLst/>
                <a:latin typeface="Consolas" panose="020B0609020204030204" pitchFamily="49" charset="0"/>
              </a:rPr>
              <a:t>PROMPT:</a:t>
            </a:r>
          </a:p>
          <a:p>
            <a:pPr>
              <a:lnSpc>
                <a:spcPts val="1425"/>
              </a:lnSpc>
              <a:buNone/>
            </a:pP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    Answer ONLY from the context.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   </a:t>
            </a:r>
            <a:b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    Context: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sz="20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context_from_VectorDB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    Question: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sz="20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user_query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B05F8E8-E204-5B72-1101-7FCA6BC2D8F6}"/>
              </a:ext>
            </a:extLst>
          </p:cNvPr>
          <p:cNvGrpSpPr/>
          <p:nvPr/>
        </p:nvGrpSpPr>
        <p:grpSpPr>
          <a:xfrm>
            <a:off x="6053184" y="2071296"/>
            <a:ext cx="816480" cy="617400"/>
            <a:chOff x="6053184" y="2071296"/>
            <a:chExt cx="816480" cy="617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C29A4D36-14E8-8FF8-FF46-E3C1D604F18A}"/>
                    </a:ext>
                  </a:extLst>
                </p14:cNvPr>
                <p14:cNvContentPartPr/>
                <p14:nvPr/>
              </p14:nvContentPartPr>
              <p14:xfrm>
                <a:off x="6053184" y="2148696"/>
                <a:ext cx="804240" cy="54000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C29A4D36-14E8-8FF8-FF46-E3C1D604F18A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6035184" y="2131056"/>
                  <a:ext cx="839880" cy="57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E7902D1D-1207-242A-7166-537C47EB8E5F}"/>
                    </a:ext>
                  </a:extLst>
                </p14:cNvPr>
                <p14:cNvContentPartPr/>
                <p14:nvPr/>
              </p14:nvContentPartPr>
              <p14:xfrm>
                <a:off x="6730704" y="2071296"/>
                <a:ext cx="138960" cy="17964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E7902D1D-1207-242A-7166-537C47EB8E5F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6712704" y="2053656"/>
                  <a:ext cx="174600" cy="215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5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E65DF8AC-65A8-965E-216A-4A0D79F89FA1}"/>
                  </a:ext>
                </a:extLst>
              </p14:cNvPr>
              <p14:cNvContentPartPr/>
              <p14:nvPr/>
            </p14:nvContentPartPr>
            <p14:xfrm>
              <a:off x="9089064" y="1669896"/>
              <a:ext cx="1811160" cy="3917520"/>
            </p14:xfrm>
          </p:contentPart>
        </mc:Choice>
        <mc:Fallback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E65DF8AC-65A8-965E-216A-4A0D79F89FA1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9071424" y="1651896"/>
                <a:ext cx="1846800" cy="39531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9775450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8CB0ED-A7C4-4336-9593-4893F1C091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735F3A76-7918-C645-690E-59D5B5DEEB52}"/>
              </a:ext>
            </a:extLst>
          </p:cNvPr>
          <p:cNvSpPr txBox="1"/>
          <p:nvPr/>
        </p:nvSpPr>
        <p:spPr>
          <a:xfrm>
            <a:off x="230632" y="1168368"/>
            <a:ext cx="43322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Prompt passed to LLM: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7851609-991D-B446-DA78-61E2C8FD389A}"/>
              </a:ext>
            </a:extLst>
          </p:cNvPr>
          <p:cNvSpPr txBox="1"/>
          <p:nvPr/>
        </p:nvSpPr>
        <p:spPr>
          <a:xfrm>
            <a:off x="1682496" y="2300042"/>
            <a:ext cx="9509760" cy="32111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2000" b="0" dirty="0">
                <a:solidFill>
                  <a:srgbClr val="FFFF00"/>
                </a:solidFill>
                <a:effectLst/>
                <a:latin typeface="Consolas" panose="020B0609020204030204" pitchFamily="49" charset="0"/>
              </a:rPr>
              <a:t>PROMPT:</a:t>
            </a:r>
          </a:p>
          <a:p>
            <a:pPr>
              <a:lnSpc>
                <a:spcPts val="1425"/>
              </a:lnSpc>
              <a:buNone/>
            </a:pP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    Answer ONLY from the context.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   </a:t>
            </a:r>
            <a:br>
              <a:rPr lang="en-US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    Context: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1) Founder of </a:t>
            </a:r>
            <a:r>
              <a:rPr lang="en-US" sz="24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Loxford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Academy are living in Moscow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         2) Ms. Lomax and Mr. Thomas founded </a:t>
            </a:r>
            <a:r>
              <a:rPr lang="en-US" sz="24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Loxford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Academy in 2018 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         3) One of the founders of </a:t>
            </a:r>
            <a:r>
              <a:rPr lang="en-US" sz="24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Loxford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Academy went to MIT.</a:t>
            </a:r>
          </a:p>
          <a:p>
            <a:pPr>
              <a:lnSpc>
                <a:spcPts val="1425"/>
              </a:lnSpc>
              <a:buNone/>
            </a:pPr>
            <a:br>
              <a:rPr lang="en-US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    Question:</a:t>
            </a:r>
          </a:p>
          <a:p>
            <a:pPr>
              <a:lnSpc>
                <a:spcPts val="1425"/>
              </a:lnSpc>
              <a:buNone/>
            </a:pP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Who founded </a:t>
            </a:r>
            <a:r>
              <a:rPr lang="en-US" sz="24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Loxford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Academy 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6226C9-8FE3-16EF-FD75-6AAF3A3C1016}"/>
              </a:ext>
            </a:extLst>
          </p:cNvPr>
          <p:cNvSpPr txBox="1"/>
          <p:nvPr/>
        </p:nvSpPr>
        <p:spPr>
          <a:xfrm>
            <a:off x="230632" y="244824"/>
            <a:ext cx="374700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Phase B ( User Query )</a:t>
            </a:r>
          </a:p>
        </p:txBody>
      </p:sp>
    </p:spTree>
    <p:extLst>
      <p:ext uri="{BB962C8B-B14F-4D97-AF65-F5344CB8AC3E}">
        <p14:creationId xmlns:p14="http://schemas.microsoft.com/office/powerpoint/2010/main" val="23215468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A4048B-16A4-E9C2-26EB-7CA1A09CA3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FCA6E609-C0F1-9D85-A721-AFD676640B9B}"/>
              </a:ext>
            </a:extLst>
          </p:cNvPr>
          <p:cNvSpPr txBox="1"/>
          <p:nvPr/>
        </p:nvSpPr>
        <p:spPr>
          <a:xfrm>
            <a:off x="477520" y="528288"/>
            <a:ext cx="6389624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🔹 Key Benefits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✔ Reduces hallucination</a:t>
            </a:r>
            <a:b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✔ Keeps answers updated</a:t>
            </a:r>
            <a:b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✔ Works with private data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5D9DD0B-60E3-8328-E893-511EF83602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5529" y="2518664"/>
            <a:ext cx="8183351" cy="4291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71483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D1E41E-B699-CDCC-70E0-7B3AC4D33E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5B41036D-597B-4303-7F14-AB6A40044F8F}"/>
              </a:ext>
            </a:extLst>
          </p:cNvPr>
          <p:cNvSpPr txBox="1"/>
          <p:nvPr/>
        </p:nvSpPr>
        <p:spPr>
          <a:xfrm>
            <a:off x="477520" y="226536"/>
            <a:ext cx="638962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Where is RAG Used?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Chatbots for companies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Customer support systems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Legal document search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Medical record assistants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Internal knowledge assistants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C549C73-B6B8-E0D6-176B-12CAE4BC9C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5529" y="2518664"/>
            <a:ext cx="8183351" cy="4291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26720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931D7F-4279-DA2E-FA64-6CF3C441D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5E1B75-886E-0812-B2FD-DD250C2255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136525"/>
            <a:ext cx="11466576" cy="832739"/>
          </a:xfrm>
        </p:spPr>
        <p:txBody>
          <a:bodyPr>
            <a:normAutofit/>
          </a:bodyPr>
          <a:lstStyle/>
          <a:p>
            <a:r>
              <a:rPr lang="en-US" sz="3600" dirty="0"/>
              <a:t>EXTRA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02F8BE4-9CEA-0DAD-0357-E0A8215F169D}"/>
              </a:ext>
            </a:extLst>
          </p:cNvPr>
          <p:cNvSpPr txBox="1"/>
          <p:nvPr/>
        </p:nvSpPr>
        <p:spPr>
          <a:xfrm>
            <a:off x="274320" y="933117"/>
            <a:ext cx="11658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xxxxxxxxxxxxxx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6253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What is Statistics</Template>
  <TotalTime>1133</TotalTime>
  <Words>538</Words>
  <Application>Microsoft Office PowerPoint</Application>
  <PresentationFormat>Widescreen</PresentationFormat>
  <Paragraphs>107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Calibri</vt:lpstr>
      <vt:lpstr>Calibri Light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EXTRA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Ashwani Kumar</dc:creator>
  <cp:lastModifiedBy>Ashwani Kumar</cp:lastModifiedBy>
  <cp:revision>218</cp:revision>
  <dcterms:created xsi:type="dcterms:W3CDTF">2025-09-22T02:44:38Z</dcterms:created>
  <dcterms:modified xsi:type="dcterms:W3CDTF">2026-03-26T12:08:45Z</dcterms:modified>
</cp:coreProperties>
</file>