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2"/>
    <p:sldId id="282" r:id="rId3"/>
    <p:sldId id="276" r:id="rId4"/>
    <p:sldId id="277" r:id="rId5"/>
    <p:sldId id="278" r:id="rId6"/>
    <p:sldId id="284" r:id="rId7"/>
    <p:sldId id="279" r:id="rId8"/>
    <p:sldId id="280" r:id="rId9"/>
    <p:sldId id="286" r:id="rId10"/>
    <p:sldId id="285" r:id="rId11"/>
    <p:sldId id="281" r:id="rId12"/>
    <p:sldId id="283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09:42:14.09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2548 0 0,'27'6'602'0'0,"0"2"-1"0"0,-1 1 1 0 0,0 1 0 0 0,0 1-1 0 0,39 23 1 0 0,54 23 361 0 0,166 61 145 0 0,-282-117-1100 0 0,6 4 276 0 0,-4-2-651 0 0,-37-14-4061 0 0,11 2 2558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09:42:17.8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09:42:19.30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6T12:06:34.8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6T12:06:34.8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6T12:06:47.8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6T12:06:47.82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7:59.23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134 122 6477 0 0,'-1'-11'107'0'0,"-1"0"0"0"0,1 1 0 0 0,-2-1-1 0 0,1 1 1 0 0,-2-1 0 0 0,1 1 0 0 0,-1 0 0 0 0,-8-14 0 0 0,11 23 67 0 0,1 1-162 0 0,0-1-1 0 0,0 1 1 0 0,0-1 0 0 0,0 1 0 0 0,0 0 0 0 0,0-1 0 0 0,1 1 0 0 0,-1-1-1 0 0,0 1 1 0 0,0 0 0 0 0,0-1 0 0 0,0 1 0 0 0,-1-1 0 0 0,1 1 0 0 0,0 0-1 0 0,0-1 1 0 0,0 1 0 0 0,0 0 0 0 0,0-1 0 0 0,0 1 0 0 0,-1-1 0 0 0,1 1 0 0 0,0 0-1 0 0,0-1 1 0 0,0 1 0 0 0,-1 0 0 0 0,1 0 0 0 0,0-1 0 0 0,0 1 0 0 0,-1 0-1 0 0,1-1 1 0 0,0 1 0 0 0,-1 0 0 0 0,1 0 0 0 0,-1-1 0 0 0,-10 12 152 0 0,-6 26-150 0 0,11 0 12 0 0,3 0 0 0 0,1 0-1 0 0,5 63 1 0 0,-1-11 21 0 0,-2-81-10 0 0,-1 0-1 0 0,0 0 1 0 0,-1 0 0 0 0,0 0-1 0 0,0 0 1 0 0,-1-1 0 0 0,0 1-1 0 0,0-1 1 0 0,0 0-1 0 0,-1 0 1 0 0,0 0 0 0 0,-1 0-1 0 0,0 0 1 0 0,0-1 0 0 0,0 0-1 0 0,-9 8 1 0 0,21-48-7172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0.23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710 149 6221 0 0,'-4'-4'-96'0'0,"1"-1"1"0"0,-1 1-1 0 0,1 0 0 0 0,-1 0 1 0 0,-1 1-1 0 0,1-1 1 0 0,0 1-1 0 0,-1 0 1 0 0,0 0-1 0 0,0 0 1 0 0,1 1-1 0 0,-2 0 1 0 0,1 0-1 0 0,0 0 1 0 0,0 0-1 0 0,-1 1 1 0 0,-9-2-1 0 0,-8-1 166 0 0,1 1-1 0 0,-35 0 1 0 0,47 4-65 0 0,0 0 1 0 0,0 0-1 0 0,1 1 1 0 0,-1 1-1 0 0,0 0 1 0 0,1 0-1 0 0,0 1 1 0 0,0 0-1 0 0,0 0 1 0 0,-11 8-1 0 0,-4 4 16 0 0,1 1 0 0 0,-24 23 0 0 0,13-8 24 0 0,1 2 0 0 0,2 1-1 0 0,1 2 1 0 0,3 0 0 0 0,0 2 0 0 0,3 1-1 0 0,1 1 1 0 0,2 1 0 0 0,-22 66-1 0 0,39-98-12 0 0,2 0-1 0 0,-1 0 0 0 0,1 0 0 0 0,1 0 0 0 0,0 0 0 0 0,0 1 1 0 0,1-1-1 0 0,1 1 0 0 0,0-1 0 0 0,0 0 0 0 0,1 0 0 0 0,4 16 1 0 0,-4-20-9 0 0,1 1 0 0 0,0-1 0 0 0,0 0 0 0 0,0 0 0 0 0,1 0 0 0 0,-1-1 1 0 0,2 1-1 0 0,-1-1 0 0 0,0 0 0 0 0,1 0 0 0 0,0-1 0 0 0,0 1 1 0 0,1-1-1 0 0,-1 0 0 0 0,1 0 0 0 0,0-1 0 0 0,0 0 0 0 0,0 0 1 0 0,0 0-1 0 0,8 2 0 0 0,10 2 53 0 0,0-1 1 0 0,0-1-1 0 0,0-1 1 0 0,0-2-1 0 0,1 0 0 0 0,0-1 1 0 0,-1-2-1 0 0,1 0 1 0 0,-1-2-1 0 0,1 0 1 0 0,-1-2-1 0 0,0-1 0 0 0,38-14 1 0 0,-43 13-21 0 0,-1-2 0 0 0,0 0 1 0 0,0-2-1 0 0,-1 0 0 0 0,0 0 0 0 0,-1-2 1 0 0,0 0-1 0 0,-1-1 0 0 0,0 0 0 0 0,-2-1 1 0 0,1-1-1 0 0,-2 0 0 0 0,0-1 0 0 0,-1 0 1 0 0,-1-1-1 0 0,15-33 0 0 0,-12 19 9 0 0,-1-1 0 0 0,-2 0 1 0 0,-1-1-1 0 0,-2 1 0 0 0,5-48 0 0 0,-11 69-31 0 0,-1 1-1 0 0,0-1 1 0 0,0 1 0 0 0,-1 0-1 0 0,-1-1 1 0 0,0 1 0 0 0,0 0 0 0 0,-1 0-1 0 0,-1 0 1 0 0,0 0 0 0 0,0 1-1 0 0,-1-1 1 0 0,0 1 0 0 0,-1 0-1 0 0,0 0 1 0 0,0 1 0 0 0,-1 0-1 0 0,-1 0 1 0 0,-16-15 0 0 0,5 10 5 0 0,-1 1 1 0 0,0 1-1 0 0,0 1 1 0 0,-1 0-1 0 0,-1 2 1 0 0,0 0-1 0 0,0 1 1 0 0,-38-7-1 0 0,-32-12-587 0 0,70 13-4146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1.6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 46 5789 0 0,'0'0'-252'0'0,"-16"-15"1007"0"0,18 13-736 0 0,1-1 0 0 0,-1 1 0 0 0,0-1 0 0 0,1 1 0 0 0,-1 0 0 0 0,1 0-1 0 0,0 0 1 0 0,0 0 0 0 0,0 1 0 0 0,0-1 0 0 0,0 1 0 0 0,0-1 0 0 0,0 1 0 0 0,0 0 0 0 0,1 0 0 0 0,-1 1 0 0 0,0-1 0 0 0,1 1 0 0 0,-1-1 0 0 0,6 1 0 0 0,71 1 2 0 0,-79-1-20 0 0,3 0-4 0 0,0 0 0 0 0,0 1 0 0 0,0-1 0 0 0,0 1 0 0 0,0 0 0 0 0,0 0 0 0 0,0 0 0 0 0,0 0 0 0 0,-1 1 0 0 0,1 0 0 0 0,0 0 0 0 0,-1 0 0 0 0,0 0 0 0 0,1 0 0 0 0,-1 1 0 0 0,5 4 1 0 0,-7-5 1 0 0,0 0 0 0 0,0 0 1 0 0,0 1-1 0 0,0-1 1 0 0,0 0-1 0 0,-1 0 1 0 0,1 1-1 0 0,-1-1 0 0 0,1 0 1 0 0,-1 1-1 0 0,0-1 1 0 0,0 0-1 0 0,0 1 1 0 0,0-1-1 0 0,-1 0 1 0 0,1 1-1 0 0,-1-1 0 0 0,1 0 1 0 0,-1 0-1 0 0,0 1 1 0 0,0-1-1 0 0,0 0 1 0 0,0 0-1 0 0,0 0 0 0 0,0 0 1 0 0,-1 0-1 0 0,1 0 1 0 0,0 0-1 0 0,-3 1 1 0 0,-33 42 86 0 0,-2-2 0 0 0,-61 52 0 0 0,100-95-79 0 0,0 0 0 0 0,-1 0 0 0 0,1 0 0 0 0,0 1 0 0 0,0-1 0 0 0,0 0 1 0 0,0 0-1 0 0,-1 0 0 0 0,1 0 0 0 0,0 0 0 0 0,0 0 0 0 0,0 1 0 0 0,0-1 0 0 0,0 0 0 0 0,0 0 0 0 0,0 0 0 0 0,0 0 0 0 0,-1 0 0 0 0,1 1 0 0 0,0-1 0 0 0,0 0 0 0 0,0 0 0 0 0,0 0 0 0 0,0 0 0 0 0,0 1 0 0 0,0-1 0 0 0,0 0 0 0 0,0 0 0 0 0,0 0 0 0 0,0 1 0 0 0,0-1 0 0 0,0 0 0 0 0,0 0 0 0 0,0 0 0 0 0,0 0 0 0 0,0 1 0 0 0,1-1 0 0 0,-1 0 1 0 0,0 0-1 0 0,0 0 0 0 0,0 0 0 0 0,0 1 0 0 0,0-1 0 0 0,0 0 0 0 0,0 0 0 0 0,0 0 0 0 0,1 0 0 0 0,11 4 74 0 0,15-4-42 0 0,319-41 376 0 0,-342 40-406 0 0,3 4 298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2.5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663 188 4784 0 0,'0'0'-216'0'0,"-27"-31"-404"0"0,4 16 786 0 0,-2 2-1 0 0,0 1 1 0 0,0 1-1 0 0,-1 1 1 0 0,0 1 0 0 0,-1 2-1 0 0,1 0 1 0 0,-2 2-1 0 0,1 1 1 0 0,-37-1-1 0 0,46 5-129 0 0,0 1 0 0 0,0 1 0 0 0,0 0 0 0 0,0 2 0 0 0,0 0 0 0 0,0 1-1 0 0,-29 12 1 0 0,38-13-24 0 0,0 0-1 0 0,0 1 0 0 0,0 1 0 0 0,1-1 1 0 0,0 1-1 0 0,0 1 0 0 0,1 0 0 0 0,0 0 1 0 0,0 0-1 0 0,0 1 0 0 0,1 0 1 0 0,0 0-1 0 0,1 0 0 0 0,-1 1 0 0 0,-3 11 1 0 0,4-9-2 0 0,2 0 1 0 0,-1 1-1 0 0,2 0 0 0 0,-1 0 1 0 0,2 0-1 0 0,-1 0 1 0 0,2 0-1 0 0,0 0 1 0 0,0 0-1 0 0,1 0 1 0 0,0 0-1 0 0,1 0 1 0 0,1 0-1 0 0,0-1 1 0 0,0 1-1 0 0,1-1 1 0 0,1 0-1 0 0,0 0 0 0 0,8 14 1 0 0,-5-12 24 0 0,-1-2-1 0 0,1 1 1 0 0,1-1 0 0 0,0-1-1 0 0,1 1 1 0 0,0-2 0 0 0,0 1-1 0 0,1-1 1 0 0,0-1 0 0 0,1 0-1 0 0,0-1 1 0 0,0 0 0 0 0,0-1-1 0 0,1 0 1 0 0,0-1 0 0 0,20 6-1 0 0,-9-5 75 0 0,1-2 0 0 0,0 0 0 0 0,0-1 0 0 0,0-2 0 0 0,0 0 0 0 0,0-2 0 0 0,0-1-1 0 0,32-6 1 0 0,-43 5-51 0 0,1-1-1 0 0,-1-1 0 0 0,0-1 1 0 0,0 0-1 0 0,0 0 0 0 0,-1-1 1 0 0,0-1-1 0 0,0-1 0 0 0,-1 1 1 0 0,0-2-1 0 0,-1 0 0 0 0,0 0 1 0 0,0-1-1 0 0,17-24 0 0 0,-17 20 20 0 0,-1-1 0 0 0,0 0 0 0 0,-1 0 0 0 0,-1-1 0 0 0,-1 0 0 0 0,0-1 0 0 0,-2 0 0 0 0,0 0 0 0 0,0 0-1 0 0,2-32 1 0 0,-6 42-32 0 0,-1 0 0 0 0,0-1 0 0 0,-1 1 0 0 0,1-1 0 0 0,-2 1 0 0 0,1 0 0 0 0,-1 0 0 0 0,0-1 0 0 0,-1 1-1 0 0,0 1 1 0 0,0-1 0 0 0,-1 0 0 0 0,0 1 0 0 0,0 0 0 0 0,-1 0 0 0 0,0 0 0 0 0,0 0 0 0 0,0 1 0 0 0,-1-1 0 0 0,0 2-1 0 0,0-1 1 0 0,-1 1 0 0 0,0 0 0 0 0,0 0 0 0 0,-11-6 0 0 0,-7 0-18 0 0,0 1 1 0 0,-1 1-1 0 0,0 1 0 0 0,0 2 1 0 0,-1 0-1 0 0,-27-1 0 0 0,-40-10-6429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3.5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50 37 6197 0 0,'-14'-3'-919'0'0,"-22"-9"2456"0"0,59 2-1484 0 0,-14 7-39 0 0,0 1-1 0 0,-1 0 1 0 0,1 0-1 0 0,0 1 1 0 0,0 0-1 0 0,13 1 1 0 0,-4-1-12 0 0,73 6 25 0 0,-22 0-46 0 0,-68-5 17 0 0,0 0 0 0 0,0 0 1 0 0,0 0-1 0 0,0 0 0 0 0,0 0 1 0 0,0 1-1 0 0,0-1 0 0 0,0 0 1 0 0,0 1-1 0 0,0-1 0 0 0,0 1 1 0 0,0-1-1 0 0,0 1 1 0 0,0-1-1 0 0,0 1 0 0 0,0 0 1 0 0,-1 0-1 0 0,2 1 0 0 0,-1-1 2 0 0,-1 0 0 0 0,1 0 0 0 0,-1 0 1 0 0,1 1-1 0 0,-1-1 0 0 0,0 0 0 0 0,0 1 0 0 0,1-1 0 0 0,-1 0 0 0 0,0 0 0 0 0,0 1 0 0 0,0-1 0 0 0,0 0 0 0 0,-1 1 0 0 0,1-1 0 0 0,0 0 0 0 0,-1 1 0 0 0,1-1 1 0 0,0 0-1 0 0,-1 0 0 0 0,0 0 0 0 0,1 0 0 0 0,-1 1 0 0 0,0-1 0 0 0,1 0 0 0 0,-1 0 0 0 0,0 0 0 0 0,0 0 0 0 0,0 0 0 0 0,0-1 0 0 0,0 1 0 0 0,0 0 0 0 0,0 0 0 0 0,0 0 1 0 0,0-1-1 0 0,0 1 0 0 0,-2 0 0 0 0,-1 1 4 0 0,-91 77 15 0 0,95-79-18 0 0,0 0 0 0 0,-1 1 0 0 0,1-1 0 0 0,0 0 0 0 0,0 1 0 0 0,-1-1 0 0 0,1 1 0 0 0,0-1 0 0 0,0 0 1 0 0,0 1-1 0 0,0-1 0 0 0,0 1 0 0 0,0-1 0 0 0,0 1 0 0 0,0-1 0 0 0,0 0 0 0 0,0 1 0 0 0,0-1 0 0 0,0 1 1 0 0,0-1-1 0 0,0 1 0 0 0,0-1 0 0 0,0 0 0 0 0,0 1 0 0 0,0-1 0 0 0,1 1 0 0 0,-1-1 0 0 0,0 0 0 0 0,0 1 0 0 0,1-1 1 0 0,-1 0-1 0 0,0 1 0 0 0,0-1 0 0 0,1 0 0 0 0,-1 1 0 0 0,0-1 0 0 0,1 0 0 0 0,-1 1 0 0 0,0-1 0 0 0,1 0 1 0 0,-1 0-1 0 0,1 1 0 0 0,17 9 33 0 0,67 14 21 0 0,-67-21-54 0 0,0 1 1 0 0,0 1 0 0 0,-1 1-1 0 0,1 1 1 0 0,-2 0 0 0 0,1 1-1 0 0,24 16 1 0 0,-40-24-2 0 0,-1 0 0 0 0,1 1 1 0 0,0-1-1 0 0,-1 1 0 0 0,1 0 0 0 0,0-1 1 0 0,-1 1-1 0 0,1-1 0 0 0,0 1 0 0 0,-1 0 1 0 0,1-1-1 0 0,-1 1 0 0 0,0 0 0 0 0,1 0 1 0 0,-1-1-1 0 0,1 1 0 0 0,-1 0 0 0 0,0 0 1 0 0,0 0-1 0 0,1 0 0 0 0,-1-1 0 0 0,0 1 1 0 0,0 0-1 0 0,0 0 0 0 0,0 0 0 0 0,0 0 1 0 0,0 0-1 0 0,0-1 0 0 0,0 1 0 0 0,-1 1 1 0 0,0 0 1 0 0,0-1 0 0 0,0 1 0 0 0,0 0 1 0 0,-1-1-1 0 0,1 1 0 0 0,0-1 0 0 0,-1 0 1 0 0,1 0-1 0 0,-1 1 0 0 0,0-1 1 0 0,1 0-1 0 0,-4 1 0 0 0,-56 21 94 0 0,59-23-90 0 0,-52 13 521 0 0,-1-2 0 0 0,0-3 0 0 0,-109 2 0 0 0,164-10-525 0 0,-1 0 0 0 0,1 0 0 0 0,-1 0 0 0 0,0 0 1 0 0,1 0-1 0 0,-1 0 0 0 0,0 0 0 0 0,1 0 0 0 0,-1 0 0 0 0,0 0 0 0 0,1 0 0 0 0,-1 0 1 0 0,0-1-1 0 0,1 1 0 0 0,-1 0 0 0 0,1 0 0 0 0,-1-1 0 0 0,1 1 0 0 0,-1 0 0 0 0,0-1 1 0 0,1 1-1 0 0,-1-1 0 0 0,1 1 0 0 0,0-1 0 0 0,-2 0 0 0 0,8-12-245 0 0,20-9-1251 0 0,11 3-2145 0 0,-20 12 1453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4.4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885 123 5605 0 0,'-7'-30'-361'0'0,"4"24"384"0"0,-1 0 1 0 0,0 0-1 0 0,-1 0 0 0 0,1 1 1 0 0,-1-1-1 0 0,0 1 0 0 0,-1 0 1 0 0,1 0-1 0 0,-1 1 0 0 0,0 0 1 0 0,0 0-1 0 0,0 0 0 0 0,-1 1 1 0 0,-11-5-1 0 0,6 4 1 0 0,-1 1 0 0 0,1 0 1 0 0,-1 1-1 0 0,0 0 0 0 0,0 1 0 0 0,1 1 1 0 0,-23 1-1 0 0,-8 5 28 0 0,1 2 0 0 0,0 1-1 0 0,-80 31 1 0 0,72-22-12 0 0,1 3-1 0 0,-67 37 1 0 0,99-48-5 0 0,1 1 0 0 0,-1 1 0 0 0,2 0 0 0 0,-1 1 0 0 0,2 0 0 0 0,0 1-1 0 0,0 1 1 0 0,2 0 0 0 0,-21 31 0 0 0,28-37-15 0 0,1 0-1 0 0,-1 1 1 0 0,1 0-1 0 0,1 0 1 0 0,0 0-1 0 0,1 0 1 0 0,0 0-1 0 0,0 0 1 0 0,1 1-1 0 0,0-1 1 0 0,1 0-1 0 0,0 1 1 0 0,1-1-1 0 0,0 1 1 0 0,0-1-1 0 0,1 0 1 0 0,1 0-1 0 0,0 0 1 0 0,0 0-1 0 0,9 19 1 0 0,-4-16-4 0 0,0 1 0 0 0,1-2-1 0 0,0 1 1 0 0,1-1 0 0 0,0 0 0 0 0,1-1 0 0 0,0-1 0 0 0,1 1-1 0 0,0-2 1 0 0,1 0 0 0 0,0 0 0 0 0,0-1 0 0 0,22 9 0 0 0,-10-5 23 0 0,2-2 1 0 0,-1-1-1 0 0,2-1 1 0 0,-1-1-1 0 0,1-2 1 0 0,0-1-1 0 0,0 0 1 0 0,0-3 0 0 0,43-1-1 0 0,-46-3 24 0 0,-1 0 0 0 0,0-2 0 0 0,0-1-1 0 0,-1 0 1 0 0,1-2 0 0 0,-1-1 0 0 0,-1-1 0 0 0,0 0 0 0 0,0-2-1 0 0,-1-1 1 0 0,25-19 0 0 0,-17 9 35 0 0,-1-1 1 0 0,43-47-1 0 0,-61 60-26 0 0,0-1-1 0 0,-1 0 1 0 0,-1-1 0 0 0,0 0-1 0 0,0-1 1 0 0,-1 1 0 0 0,-1-1-1 0 0,0-1 1 0 0,4-19 0 0 0,-8 27-27 0 0,-1 0 1 0 0,0 0 0 0 0,-1-1 0 0 0,0 1 0 0 0,0 0 0 0 0,0 0 0 0 0,-1-1 0 0 0,0 1 0 0 0,-1 0 0 0 0,1 0 0 0 0,-1 0 0 0 0,-1 0 0 0 0,1 0 0 0 0,-5-7-1 0 0,1 4-5 0 0,0 1-1 0 0,-1-1 0 0 0,0 1 1 0 0,0 0-1 0 0,-1 1 0 0 0,0 0 1 0 0,-1 0-1 0 0,-11-8 0 0 0,-5 0 6 0 0,-1 0 0 0 0,-1 2 0 0 0,-1 0 0 0 0,1 2 0 0 0,-56-16 0 0 0,-112-19-1761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6.1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80 6945 0 0,'30'-78'-744'0'0,"-30"77"866"0"0,-27 23 496 0 0,20-11-591 0 0,1-1 0 0 0,0 1 0 0 0,1 0-1 0 0,0 1 1 0 0,0-1 0 0 0,-3 16-1 0 0,7-23-18 0 0,1-1 0 0 0,0 1-1 0 0,-1-1 1 0 0,1 1-1 0 0,0-1 1 0 0,1 1-1 0 0,-1-1 1 0 0,1 1-1 0 0,-1-1 1 0 0,1 0-1 0 0,0 1 1 0 0,0-1-1 0 0,1 0 1 0 0,-1 0 0 0 0,1 1-1 0 0,0-1 1 0 0,-1 0-1 0 0,1 0 1 0 0,0-1-1 0 0,1 1 1 0 0,-1 0-1 0 0,1-1 1 0 0,-1 1-1 0 0,1-1 1 0 0,0 0-1 0 0,5 4 1 0 0,0-1 8 0 0,-1 0 1 0 0,1-1-1 0 0,0 0 1 0 0,0 0-1 0 0,1 0 0 0 0,-1-1 1 0 0,1-1-1 0 0,0 1 1 0 0,15 1-1 0 0,-20-4-7 0 0,0 0 0 0 0,0 0 0 0 0,0 0 0 0 0,1 0 0 0 0,-1-1 0 0 0,0 0 0 0 0,0 0 0 0 0,0 0 0 0 0,0 0 0 0 0,0-1-1 0 0,-1 1 1 0 0,1-1 0 0 0,0 0 0 0 0,-1-1 0 0 0,1 1 0 0 0,-1 0 0 0 0,0-1 0 0 0,0 0 0 0 0,0 1 0 0 0,0-2 0 0 0,0 1 0 0 0,4-6 0 0 0,-1 0 142 0 0,-1-1 1 0 0,0 1-1 0 0,0-1 0 0 0,-1 0 1 0 0,0 0-1 0 0,-1 0 0 0 0,0-1 1 0 0,0 1-1 0 0,1-21 1 0 0,-4 30-79 0 0,1-3-1 0 0,0 1-51 0 0,-1 5 187 0 0,-9 63-122 0 0,1 99 0 0 0,4-45-33 0 0,1-14-396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6.9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676 162 5825 0 0,'-6'-11'34'0'0,"0"0"0"0"0,-1 0 0 0 0,0 1 0 0 0,-1 0 0 0 0,0 1 1 0 0,0-1-1 0 0,-1 1 0 0 0,0 1 0 0 0,-1 0 0 0 0,1 0 1 0 0,-2 1-1 0 0,1 0 0 0 0,-1 1 0 0 0,0 0 0 0 0,0 0 0 0 0,-1 2 1 0 0,0-1-1 0 0,0 1 0 0 0,0 1 0 0 0,0 0 0 0 0,-23-2 1 0 0,20 5-25 0 0,0 0 0 0 0,0 1 0 0 0,0 0 0 0 0,0 2 0 0 0,0-1 0 0 0,0 2 0 0 0,1 0 0 0 0,0 1 0 0 0,-1 0 1 0 0,2 1-1 0 0,-1 1 0 0 0,1 0 0 0 0,0 1 0 0 0,0 0 0 0 0,1 1 0 0 0,0 0 0 0 0,1 1 0 0 0,0 0 0 0 0,1 1 0 0 0,0 0 1 0 0,-12 18-1 0 0,4-4-3 0 0,1 1 0 0 0,1 1-1 0 0,2 1 1 0 0,0 0 0 0 0,2 1 0 0 0,2 0 0 0 0,0 0 0 0 0,2 1 0 0 0,-7 46 0 0 0,13-58 0 0 0,1 0-1 0 0,1 0 1 0 0,0 0-1 0 0,2 0 1 0 0,0-1-1 0 0,1 1 1 0 0,0 0-1 0 0,2-1 1 0 0,0 0 0 0 0,0 0-1 0 0,2 0 1 0 0,0-1-1 0 0,18 28 1 0 0,-19-33 22 0 0,1-1 1 0 0,1 0-1 0 0,0 0 1 0 0,0-1-1 0 0,1 0 1 0 0,0 0 0 0 0,1-1-1 0 0,0 0 1 0 0,0-1-1 0 0,0 0 1 0 0,1-1-1 0 0,0 0 1 0 0,1 0-1 0 0,-1-1 1 0 0,1-1-1 0 0,0 0 1 0 0,0 0-1 0 0,0-2 1 0 0,1 1-1 0 0,17 0 1 0 0,-3-3 41 0 0,0-2 0 0 0,1 0 0 0 0,-1-2 0 0 0,0-1 1 0 0,-1-1-1 0 0,1-1 0 0 0,-1-2 0 0 0,-1 0 0 0 0,1-2 0 0 0,-2-1 0 0 0,0-1 0 0 0,0-1 1 0 0,-1 0-1 0 0,-1-2 0 0 0,0-1 0 0 0,-1-1 0 0 0,-1-1 0 0 0,-1 0 0 0 0,-1-1 0 0 0,18-26 0 0 0,-20 23-37 0 0,-1 0 0 0 0,-1-1-1 0 0,-1 0 1 0 0,18-46-1 0 0,-28 61-24 0 0,0-1-1 0 0,-1 1 0 0 0,0 0 0 0 0,-1-1 0 0 0,0 1 0 0 0,0-1 0 0 0,-1 0 0 0 0,0 1 1 0 0,-1-1-1 0 0,0 1 0 0 0,0-1 0 0 0,-1 1 0 0 0,-1 0 0 0 0,1-1 0 0 0,-1 1 0 0 0,-1 0 0 0 0,-6-12 1 0 0,2 9 3 0 0,-1-1 0 0 0,0 1 0 0 0,-1 0 1 0 0,0 1-1 0 0,-1 1 0 0 0,0-1 1 0 0,-1 2-1 0 0,0-1 0 0 0,0 2 1 0 0,-1 0-1 0 0,0 0 0 0 0,0 1 1 0 0,-1 1-1 0 0,0 0 0 0 0,0 1 1 0 0,-21-5-1 0 0,-23-3-253 0 0,-1 2-1 0 0,-109-5 1 0 0,122 13-259 0 0,41 3 159 0 0,-24-5-5835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5.2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18 38 3112 0 0,'-4'-22'1129'0'0,"-2"6"333"0"0,3 38-1448 0 0,1-1 0 0 0,0 1 0 0 0,2 0 0 0 0,0-1 0 0 0,1 1 0 0 0,8 35 0 0 0,-2 6-6 0 0,9 62 34 0 0,-7-72 97 0 0,2 79 0 0 0,-9-85 325 0 0,-2-46-456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6.59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793 61 4624 0 0,'-41'-15'202'0'0,"-1"2"0"0"0,0 2 0 0 0,-74-11 0 0 0,104 23-193 0 0,-1 0 0 0 0,1 1 0 0 0,0 0 0 0 0,-1 0 0 0 0,1 2 0 0 0,0-1 0 0 0,0 2 0 0 0,1 0 0 0 0,0 0 0 0 0,-1 1 0 0 0,-10 8 0 0 0,-6 3-2 0 0,0 2 0 0 0,2 0 0 0 0,0 2-1 0 0,2 1 1 0 0,0 2 0 0 0,2 0 0 0 0,0 1 0 0 0,2 1 0 0 0,0 1 0 0 0,2 0 0 0 0,1 2 0 0 0,2 0 0 0 0,-16 41 0 0 0,12-21 10 0 0,4 0 0 0 0,1 1 0 0 0,-8 60 0 0 0,19-90 19 0 0,1 0 1 0 0,1 0 0 0 0,1 0-1 0 0,1 1 1 0 0,0-1 0 0 0,2-1-1 0 0,0 1 1 0 0,1 0 0 0 0,1-1-1 0 0,1 0 1 0 0,10 23 0 0 0,-8-23 8 0 0,1-1 0 0 0,1 0 1 0 0,0-1-1 0 0,1 0 1 0 0,1 0-1 0 0,1-1 0 0 0,0-1 1 0 0,1 0-1 0 0,0-1 0 0 0,1 0 1 0 0,1-2-1 0 0,21 15 1 0 0,-19-17 46 0 0,1 0 0 0 0,1 0 0 0 0,0-2 0 0 0,0 0 0 0 0,0-2 0 0 0,1 0 0 0 0,0-1 0 0 0,0-2 0 0 0,0 0 0 0 0,1-1 0 0 0,-1-1 0 0 0,1 0 1 0 0,-1-2-1 0 0,1-1 0 0 0,-1-1 0 0 0,0 0 0 0 0,0-2 0 0 0,0 0 0 0 0,0-2 0 0 0,31-13 0 0 0,-1-3 69 0 0,-21 12-29 0 0,-1-2 0 0 0,-1-1 0 0 0,0-1-1 0 0,-1-1 1 0 0,0-2 0 0 0,38-33 0 0 0,-44 31-24 0 0,-1-1-1 0 0,-1 0 1 0 0,-1-2 0 0 0,-1 0-1 0 0,-2-1 1 0 0,0 0-1 0 0,-1-1 1 0 0,-1-1 0 0 0,-2 0-1 0 0,0-1 1 0 0,-2 0 0 0 0,-1 0-1 0 0,-2-1 1 0 0,7-49-1 0 0,-11 47-23 0 0,-1 1 0 0 0,-1 0 0 0 0,-1 0 0 0 0,-2 0 0 0 0,-1 0 0 0 0,-1 0 0 0 0,-10-30 0 0 0,11 46-47 0 0,-1 0 1 0 0,0 1-1 0 0,-1 0 1 0 0,-1 0-1 0 0,0 1 1 0 0,0-1-1 0 0,-1 2 1 0 0,-1-1-1 0 0,0 1 1 0 0,0 0-1 0 0,-1 1 1 0 0,0 0-1 0 0,0 1 1 0 0,-1 0-1 0 0,-1 0 1 0 0,1 1-1 0 0,-19-8 0 0 0,-12-1 40 0 0,-1 1 0 0 0,-54-10 0 0 0,1 0-43 0 0,95 25-88 0 0,-29-13-457 0 0,19 2-1386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9.4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31 186 6133 0 0,'0'0'-209'0'0,"-19"-1"-294"0"0,18 0 525 0 0,0 1 0 0 0,1 0 0 0 0,-1-1 0 0 0,0 1 0 0 0,1-1 0 0 0,-1 1 0 0 0,0 0 0 0 0,1-1 0 0 0,-1 1 0 0 0,1-1 0 0 0,-1 0 1 0 0,1 1-1 0 0,-1-1 0 0 0,1 1 0 0 0,-1-1 0 0 0,1 0 0 0 0,0 1 0 0 0,-1-1 0 0 0,1 0 0 0 0,0 1 0 0 0,0-1 0 0 0,-1 0 0 0 0,1 0 0 0 0,0 1 0 0 0,0-1 0 0 0,0 0 0 0 0,0 0 0 0 0,0 1 0 0 0,0-1 0 0 0,0 0 0 0 0,0 0 0 0 0,0 1 0 0 0,1-1 0 0 0,-1 0 0 0 0,0 0 0 0 0,0 1 0 0 0,1-1 0 0 0,-1-1 0 0 0,3-2 69 0 0,-1-1 0 0 0,1 1-1 0 0,0 0 1 0 0,0-1 0 0 0,1 2-1 0 0,6-8 1 0 0,1 1 16 0 0,0 0 1 0 0,1 1-1 0 0,0 0 0 0 0,16-8 0 0 0,-13 10-66 0 0,4-3-5 0 0,1 1 0 0 0,1 1 0 0 0,0 0 0 0 0,0 2 0 0 0,0 0 0 0 0,1 1 0 0 0,0 2-1 0 0,28-2 1 0 0,-44 5-37 0 0,0 0 0 0 0,1 1 0 0 0,-1 0 0 0 0,0 0 0 0 0,0 1 0 0 0,0 0-1 0 0,0 0 1 0 0,0 0 0 0 0,0 1 0 0 0,-1 0 0 0 0,1 0 0 0 0,-1 0 0 0 0,9 7-1 0 0,-12-7 3 0 0,1-1 0 0 0,-1 1 0 0 0,1 0 0 0 0,-1-1 0 0 0,0 1 0 0 0,0 0 0 0 0,0 0-1 0 0,-1 1 1 0 0,1-1 0 0 0,-1 0 0 0 0,0 0 0 0 0,1 1 0 0 0,-1-1 0 0 0,-1 1 0 0 0,1-1-1 0 0,-1 1 1 0 0,1 3 0 0 0,-1 0 3 0 0,-1-1 0 0 0,1 1 0 0 0,-1-1 0 0 0,-1 1 0 0 0,1-1-1 0 0,-1 1 1 0 0,0-1 0 0 0,-5 10 0 0 0,-4 4 6 0 0,-1 0 0 0 0,0-1 0 0 0,-2 0 1 0 0,-16 18-1 0 0,-30 37 6 0 0,29-34 12 0 0,-66 65 0 0 0,56-61 169 0 0,40-43-112 0 0,40-3 790 0 0,396-89-347 0 0,-322 69-158 0 0,-111 21-304 0 0,8 0 43 0 0,13-4 102 0 0,-28-46-6421 0 0,5 37 3862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11.1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1246 155 5857 0 0,'-5'-5'-101'0'0,"-1"1"1"0"0,1-1 0 0 0,0 0-1 0 0,1 0 1 0 0,-1 0 0 0 0,1-1-1 0 0,0 0 1 0 0,-5-9 0 0 0,4 7 138 0 0,0 0 0 0 0,0 0 1 0 0,-1 0-1 0 0,-9-8 1 0 0,7 10 35 0 0,-1 0-1 0 0,0 0 1 0 0,0 1 0 0 0,0 0 0 0 0,-1 1 0 0 0,0 0 0 0 0,0 1-1 0 0,0 0 1 0 0,0 0 0 0 0,0 1 0 0 0,0 0 0 0 0,-1 1 0 0 0,1 0-1 0 0,-21 2 1 0 0,-13 1-3 0 0,-1 3 0 0 0,-49 11 0 0 0,82-14-46 0 0,-220 52 129 0 0,197-43-141 0 0,1 2 0 0 0,0 1 1 0 0,1 1-1 0 0,-47 31 0 0 0,1 8 36 0 0,-113 100-1 0 0,185-147-38 0 0,0 1 0 0 0,0 0 1 0 0,1 0-1 0 0,0 0 0 0 0,0 1 0 0 0,1 0 0 0 0,0 0 1 0 0,1 0-1 0 0,-1 1 0 0 0,2 0 0 0 0,0 0 0 0 0,-2 10 1 0 0,0 6 23 0 0,1 1 0 0 0,1 0 0 0 0,1 37 0 0 0,2-41 26 0 0,2 1-1 0 0,0-1 1 0 0,1 0-1 0 0,1 0 1 0 0,2-1-1 0 0,0 1 1 0 0,1-1-1 0 0,1 0 1 0 0,2-1-1 0 0,0 0 1 0 0,1 0 0 0 0,0-1-1 0 0,2 0 1 0 0,15 17-1 0 0,-15-24 60 0 0,0 0 1 0 0,1-1-1 0 0,0-1 0 0 0,1 0 0 0 0,0-1 0 0 0,1-1 1 0 0,0-1-1 0 0,0 0 0 0 0,1 0 0 0 0,23 5 1 0 0,15 3 227 0 0,108 15 0 0 0,-132-27-228 0 0,0-2 0 0 0,1-1 0 0 0,-1-2 0 0 0,46-6 0 0 0,119-31 243 0 0,-164 30-316 0 0,6 0 144 0 0,-1-2 1 0 0,0-1-1 0 0,-1-2 1 0 0,-1-2-1 0 0,0-1 1 0 0,-1-1-1 0 0,0-3 1 0 0,40-29-1 0 0,-37 19 117 0 0,62-60-1 0 0,-88 77-218 0 0,0-1 0 0 0,-1 1 0 0 0,0-2 0 0 0,-1 1-1 0 0,0-1 1 0 0,-1-1 0 0 0,-1 1 0 0 0,7-24 0 0 0,-6 14-30 0 0,2-8 57 0 0,8-45 0 0 0,-16 69-88 0 0,-1 0 1 0 0,0-1-1 0 0,0 1 1 0 0,-1-1-1 0 0,-1 1 1 0 0,0 0-1 0 0,0-1 1 0 0,0 1 0 0 0,-6-16-1 0 0,-3-5 73 0 0,6 17-76 0 0,-1 1 0 0 0,0-1 0 0 0,0 1 0 0 0,-1 0 1 0 0,-11-15-1 0 0,5 8 4 0 0,-2 1 1 0 0,-1 1 0 0 0,0 0-1 0 0,-1 1 1 0 0,-1 1 0 0 0,-36-26-1 0 0,28 27-24 0 0,-1 2-1 0 0,0 1 1 0 0,-1 1-1 0 0,-53-13 0 0 0,57 16-4 0 0,4 3-117 0 0,-15-7-1201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5.2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18 38 3112 0 0,'-4'-22'1129'0'0,"-2"6"333"0"0,3 38-1448 0 0,1-1 0 0 0,0 1 0 0 0,2 0 0 0 0,0-1 0 0 0,1 1 0 0 0,8 35 0 0 0,-2 6-6 0 0,9 62 34 0 0,-7-72 97 0 0,2 79 0 0 0,-9-85 325 0 0,-2-46-456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6.59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793 61 4624 0 0,'-41'-15'202'0'0,"-1"2"0"0"0,0 2 0 0 0,-74-11 0 0 0,104 23-193 0 0,-1 0 0 0 0,1 1 0 0 0,0 0 0 0 0,-1 0 0 0 0,1 2 0 0 0,0-1 0 0 0,0 2 0 0 0,1 0 0 0 0,0 0 0 0 0,-1 1 0 0 0,-10 8 0 0 0,-6 3-2 0 0,0 2 0 0 0,2 0 0 0 0,0 2-1 0 0,2 1 1 0 0,0 2 0 0 0,2 0 0 0 0,0 1 0 0 0,2 1 0 0 0,0 1 0 0 0,2 0 0 0 0,1 2 0 0 0,2 0 0 0 0,-16 41 0 0 0,12-21 10 0 0,4 0 0 0 0,1 1 0 0 0,-8 60 0 0 0,19-90 19 0 0,1 0 1 0 0,1 0 0 0 0,1 0-1 0 0,1 1 1 0 0,0-1 0 0 0,2-1-1 0 0,0 1 1 0 0,1 0 0 0 0,1-1-1 0 0,1 0 1 0 0,10 23 0 0 0,-8-23 8 0 0,1-1 0 0 0,1 0 1 0 0,0-1-1 0 0,1 0 1 0 0,1 0-1 0 0,1-1 0 0 0,0-1 1 0 0,1 0-1 0 0,0-1 0 0 0,1 0 1 0 0,1-2-1 0 0,21 15 1 0 0,-19-17 46 0 0,1 0 0 0 0,1 0 0 0 0,0-2 0 0 0,0 0 0 0 0,0-2 0 0 0,1 0 0 0 0,0-1 0 0 0,0-2 0 0 0,0 0 0 0 0,1-1 0 0 0,-1-1 0 0 0,1 0 1 0 0,-1-2-1 0 0,1-1 0 0 0,-1-1 0 0 0,0 0 0 0 0,0-2 0 0 0,0 0 0 0 0,0-2 0 0 0,31-13 0 0 0,-1-3 69 0 0,-21 12-29 0 0,-1-2 0 0 0,-1-1 0 0 0,0-1-1 0 0,-1-1 1 0 0,0-2 0 0 0,38-33 0 0 0,-44 31-24 0 0,-1-1-1 0 0,-1 0 1 0 0,-1-2 0 0 0,-1 0-1 0 0,-2-1 1 0 0,0 0-1 0 0,-1-1 1 0 0,-1-1 0 0 0,-2 0-1 0 0,0-1 1 0 0,-2 0 0 0 0,-1 0-1 0 0,-2-1 1 0 0,7-49-1 0 0,-11 47-23 0 0,-1 1 0 0 0,-1 0 0 0 0,-1 0 0 0 0,-2 0 0 0 0,-1 0 0 0 0,-1 0 0 0 0,-10-30 0 0 0,11 46-47 0 0,-1 0 1 0 0,0 1-1 0 0,-1 0 1 0 0,-1 0-1 0 0,0 1 1 0 0,0-1-1 0 0,-1 2 1 0 0,-1-1-1 0 0,0 1 1 0 0,0 0-1 0 0,-1 1 1 0 0,0 0-1 0 0,0 1 1 0 0,-1 0-1 0 0,-1 0 1 0 0,1 1-1 0 0,-19-8 0 0 0,-12-1 40 0 0,-1 1 0 0 0,-54-10 0 0 0,1 0-43 0 0,95 25-88 0 0,-29-13-457 0 0,19 2-1386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9.4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31 186 6133 0 0,'0'0'-209'0'0,"-19"-1"-294"0"0,18 0 525 0 0,0 1 0 0 0,1 0 0 0 0,-1-1 0 0 0,0 1 0 0 0,1-1 0 0 0,-1 1 0 0 0,0 0 0 0 0,1-1 0 0 0,-1 1 0 0 0,1-1 0 0 0,-1 0 1 0 0,1 1-1 0 0,-1-1 0 0 0,1 1 0 0 0,-1-1 0 0 0,1 0 0 0 0,0 1 0 0 0,-1-1 0 0 0,1 0 0 0 0,0 1 0 0 0,0-1 0 0 0,-1 0 0 0 0,1 0 0 0 0,0 1 0 0 0,0-1 0 0 0,0 0 0 0 0,0 0 0 0 0,0 1 0 0 0,0-1 0 0 0,0 0 0 0 0,0 0 0 0 0,0 1 0 0 0,1-1 0 0 0,-1 0 0 0 0,0 0 0 0 0,0 1 0 0 0,1-1 0 0 0,-1-1 0 0 0,3-2 69 0 0,-1-1 0 0 0,1 1-1 0 0,0 0 1 0 0,0-1 0 0 0,1 2-1 0 0,6-8 1 0 0,1 1 16 0 0,0 0 1 0 0,1 1-1 0 0,0 0 0 0 0,16-8 0 0 0,-13 10-66 0 0,4-3-5 0 0,1 1 0 0 0,1 1 0 0 0,0 0 0 0 0,0 2 0 0 0,0 0 0 0 0,1 1 0 0 0,0 2-1 0 0,28-2 1 0 0,-44 5-37 0 0,0 0 0 0 0,1 1 0 0 0,-1 0 0 0 0,0 0 0 0 0,0 1 0 0 0,0 0-1 0 0,0 0 1 0 0,0 0 0 0 0,0 1 0 0 0,-1 0 0 0 0,1 0 0 0 0,-1 0 0 0 0,9 7-1 0 0,-12-7 3 0 0,1-1 0 0 0,-1 1 0 0 0,1 0 0 0 0,-1-1 0 0 0,0 1 0 0 0,0 0 0 0 0,0 0-1 0 0,-1 1 1 0 0,1-1 0 0 0,-1 0 0 0 0,0 0 0 0 0,1 1 0 0 0,-1-1 0 0 0,-1 1 0 0 0,1-1-1 0 0,-1 1 1 0 0,1 3 0 0 0,-1 0 3 0 0,-1-1 0 0 0,1 1 0 0 0,-1-1 0 0 0,-1 1 0 0 0,1-1-1 0 0,-1 1 1 0 0,0-1 0 0 0,-5 10 0 0 0,-4 4 6 0 0,-1 0 0 0 0,0-1 0 0 0,-2 0 1 0 0,-16 18-1 0 0,-30 37 6 0 0,29-34 12 0 0,-66 65 0 0 0,56-61 169 0 0,40-43-112 0 0,40-3 790 0 0,396-89-347 0 0,-322 69-158 0 0,-111 21-304 0 0,8 0 43 0 0,13-4 102 0 0,-28-46-6421 0 0,5 37 3862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11.1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1246 155 5857 0 0,'-5'-5'-101'0'0,"-1"1"1"0"0,1-1 0 0 0,0 0-1 0 0,1 0 1 0 0,-1 0 0 0 0,1-1-1 0 0,0 0 1 0 0,-5-9 0 0 0,4 7 138 0 0,0 0 0 0 0,0 0 1 0 0,-1 0-1 0 0,-9-8 1 0 0,7 10 35 0 0,-1 0-1 0 0,0 0 1 0 0,0 1 0 0 0,0 0 0 0 0,-1 1 0 0 0,0 0 0 0 0,0 1-1 0 0,0 0 1 0 0,0 0 0 0 0,0 1 0 0 0,0 0 0 0 0,-1 1 0 0 0,1 0-1 0 0,-21 2 1 0 0,-13 1-3 0 0,-1 3 0 0 0,-49 11 0 0 0,82-14-46 0 0,-220 52 129 0 0,197-43-141 0 0,1 2 0 0 0,0 1 1 0 0,1 1-1 0 0,-47 31 0 0 0,1 8 36 0 0,-113 100-1 0 0,185-147-38 0 0,0 1 0 0 0,0 0 1 0 0,1 0-1 0 0,0 0 0 0 0,0 1 0 0 0,1 0 0 0 0,0 0 1 0 0,1 0-1 0 0,-1 1 0 0 0,2 0 0 0 0,0 0 0 0 0,-2 10 1 0 0,0 6 23 0 0,1 1 0 0 0,1 0 0 0 0,1 37 0 0 0,2-41 26 0 0,2 1-1 0 0,0-1 1 0 0,1 0-1 0 0,1 0 1 0 0,2-1-1 0 0,0 1 1 0 0,1-1-1 0 0,1 0 1 0 0,2-1-1 0 0,0 0 1 0 0,1 0 0 0 0,0-1-1 0 0,2 0 1 0 0,15 17-1 0 0,-15-24 60 0 0,0 0 1 0 0,1-1-1 0 0,0-1 0 0 0,1 0 0 0 0,0-1 0 0 0,1-1 1 0 0,0-1-1 0 0,0 0 0 0 0,1 0 0 0 0,23 5 1 0 0,15 3 227 0 0,108 15 0 0 0,-132-27-228 0 0,0-2 0 0 0,1-1 0 0 0,-1-2 0 0 0,46-6 0 0 0,119-31 243 0 0,-164 30-316 0 0,6 0 144 0 0,-1-2 1 0 0,0-1-1 0 0,-1-2 1 0 0,-1-2-1 0 0,0-1 1 0 0,-1-1-1 0 0,0-3 1 0 0,40-29-1 0 0,-37 19 117 0 0,62-60-1 0 0,-88 77-218 0 0,0-1 0 0 0,-1 1 0 0 0,0-2 0 0 0,-1 1-1 0 0,0-1 1 0 0,-1-1 0 0 0,-1 1 0 0 0,7-24 0 0 0,-6 14-30 0 0,2-8 57 0 0,8-45 0 0 0,-16 69-88 0 0,-1 0 1 0 0,0-1-1 0 0,0 1 1 0 0,-1-1-1 0 0,-1 1 1 0 0,0 0-1 0 0,0-1 1 0 0,0 1 0 0 0,-6-16-1 0 0,-3-5 73 0 0,6 17-76 0 0,-1 1 0 0 0,0-1 0 0 0,0 1 0 0 0,-1 0 1 0 0,-11-15-1 0 0,5 8 4 0 0,-2 1 1 0 0,-1 1 0 0 0,0 0-1 0 0,-1 1 1 0 0,-1 1 0 0 0,-36-26-1 0 0,28 27-24 0 0,-1 2-1 0 0,0 1 1 0 0,-1 1-1 0 0,-53-13 0 0 0,57 16-4 0 0,4 3-117 0 0,-15-7-1201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1:59:56.9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1499 24575,'2'-11'0,"0"0"0,1-1 0,0 1 0,1 0 0,1 1 0,-1-1 0,2 1 0,-1 0 0,11-14 0,4-9 0,299-551 0,-285 528 0,3 2 0,2 1 0,2 2 0,62-60 0,-65 76 0,73-49 0,-18 14 0,-60 47 0,0 1 0,1 1 0,1 2 0,1 2 0,1 1 0,0 2 0,63-16 0,27 5 0,26 0 0,-70 11 0,2 3 0,-1 4 0,117 5 0,-155 2 0,-28 1 23,1 1 0,29 7 1,-35-6-229,0 0 0,0-1 0,1-1 0,-1 0 0,0 0 0,25-3 0,-16-3-6621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1:59:57.7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150 12 24575,'-8'-11'0,"23"15"0,1 3 0,18 4 0,-13-5 0,0 0 0,-1 2 0,0 0 0,0 2 0,-1 0 0,25 17 0,-43-25 0,1 0 0,-1-1 0,0 1 0,0 0 0,0 0 0,0 0 0,0 0 0,0 0 0,0 0 0,-1 0 0,1 0 0,-1 1 0,1-1 0,-1 0 0,0 0 0,0 0 0,0 0 0,0 1 0,0-1 0,-1 0 0,1 0 0,-1 0 0,1 0 0,-1 1 0,0-1 0,0 0 0,0 0 0,0 0 0,0-1 0,-3 5 0,-5 8 0,0 0 0,-21 24 0,23-30 0,-28 30 0,-3-2 0,-67 51 0,28-24 0,34-35-1365,23-20-5461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2:00:02.7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10881 24575,'8'-2'0,"0"-1"0,0 1 0,0-1 0,0-1 0,0 0 0,0 0 0,-1 0 0,0-1 0,0 0 0,0 0 0,6-7 0,17-11 0,59-33 0,-29 20 0,75-62 0,63-60 0,52-45 0,-124 96 0,84-75 0,-138 119 0,130-87 0,-145 108 0,-2-1 0,-1-3 0,-3-3 0,68-81 0,-2-6 0,39-47 0,-50 51 0,169-162 0,-218 235 0,75-104 0,-71 85 0,265-366 0,130-143 0,-271 349 0,4-6 0,-80 116 0,-5-5 0,-6-4 0,80-150 0,-75 102 0,80-164 0,-109 171 0,89-334 0,-129 367 0,-6-2 0,12-207 0,-29 237 0,3-93 0,-2-41 0,1-8 0,-13 174 0,1 13 0,-3-1 0,-13-80 0,9 106 0,3 0 0,3-78 0,-2-40 0,-10 81 0,7 53 0,-4-56 0,3 5 0,-3 1 0,-38-151 0,38 195 0,-12-39 0,-3 1 0,-4 2 0,-39-75 0,25 70 0,-4 2 0,-2 1 0,-66-74 0,60 83 0,-3 1 0,-2 4 0,-3 2 0,-106-78 0,-249-166 0,286 192 0,-150-165 0,212 205 0,-32-28 0,101 98 0,-1 0 0,0 1 0,1-1 0,-1 0 0,0 1 0,0-1 0,1 1 0,-1-1 0,0 1 0,0 0 0,0-1 0,0 1 0,0 0 0,0-1 0,0 1 0,0 0 0,1 0 0,-1 0 0,0 0 0,0 0 0,0 0 0,0 0 0,0 0 0,0 0 0,0 1 0,0-1 0,0 0 0,0 1 0,0-1 0,1 0 0,-1 1 0,0-1 0,0 1 0,0 0 0,1-1 0,-1 1 0,0-1 0,1 1 0,-1 0 0,0 0 0,1-1 0,-1 1 0,1 0 0,-1 0 0,1 0 0,0 0 0,-1-1 0,1 1 0,0 0 0,-1 0 0,1 2 0,-15 60 0,12-49 0,-3 24 0,2-1 0,1 73 0,-3-140 0,4 22 0,0-1 0,0 0 0,1 0 0,1 0 0,0 1 0,1-12 0,2-8 0,-2 4 0,2 0 0,1 0 0,0 1 0,2-1 0,1 1 0,1 0 0,12-24 0,-19 45 0,1-1 0,0 1 0,0 0 0,1 1 0,-1-1 0,0 0 0,1 1 0,-1-1 0,1 1 0,-1 0 0,1 0 0,-1 0 0,1 0 0,0 0 0,0 0 0,0 1 0,-1-1 0,1 1 0,0 0 0,0 0 0,5 1 0,67 10 0,-59-8 0,279 63-1365,-277-63-5461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2.03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488 8 5384 0 0,'24'-8'528'0'0,"-34"9"-484"0"0,-78 8 110 0 0,0 4-1 0 0,-117 33 1 0 0,184-42-145 0 0,-28 9 35 0 0,47-12-54 0 0,0-1 7 0 0,0 1 0 0 0,0-1 1 0 0,1 1-1 0 0,-1 0 0 0 0,0 0 0 0 0,1 0 0 0 0,-1 0 1 0 0,0 0-1 0 0,1 0 0 0 0,-1 0 0 0 0,1 1 0 0 0,0-1 1 0 0,-1 1-1 0 0,1-1 0 0 0,0 1 0 0 0,0-1 0 0 0,0 1 1 0 0,0-1-1 0 0,0 1 0 0 0,0 0 0 0 0,1 0 1 0 0,-1-1-1 0 0,1 1 0 0 0,-1 0 0 0 0,0 3 0 0 0,-10 51-17 0 0,10-53 20 0 0,-1 28-16 0 0,1 1 0 0 0,1 0 1 0 0,2-1-1 0 0,7 42 1 0 0,1 14 31 0 0,14 91-62 0 0,-8-74 90 0 0,4 192 0 0 0,-35-86-34 0 0,0 0 0 0 0,-2 55 2 0 0,16 22 25 0 0,18 316-14 0 0,8-134 81 0 0,-11-364-50 0 0,-14-103-39 0 0,0-1-1 0 0,1 1 1 0 0,-1-1-1 0 0,0 0 0 0 0,1 1 1 0 0,-1-1-1 0 0,1 0 1 0 0,-1 1-1 0 0,1-1 1 0 0,0 0-1 0 0,0 0 1 0 0,0 0-1 0 0,-1 0 0 0 0,1 0 1 0 0,0 1-1 0 0,0-2 1 0 0,0 1-1 0 0,1 0 1 0 0,-1 0-1 0 0,0 0 0 0 0,0 0 1 0 0,0-1-1 0 0,1 1 1 0 0,-1 0-1 0 0,0-1 1 0 0,1 0-1 0 0,-1 1 0 0 0,0-1 1 0 0,1 0-1 0 0,-1 1 1 0 0,0-1-1 0 0,1 0 1 0 0,-1 0-1 0 0,1 0 1 0 0,-1 0-1 0 0,1 0 0 0 0,-1-1 1 0 0,0 1-1 0 0,1 0 1 0 0,1-1-1 0 0,59-13 300 0 0,34-21-71 0 0,-45 15-85 0 0,1 3 0 0 0,55-12 1 0 0,-106 29-194 0 0,0 0 0 0 0,0 0 0 0 0,0 0 0 0 0,1-1 0 0 0,-1 1 0 0 0,0 0 0 0 0,0-1 0 0 0,0 1 0 0 0,0-1 0 0 0,0 1 0 0 0,0-1 0 0 0,0 1 0 0 0,0-1 0 0 0,0 0 0 0 0,0 0 0 0 0,0 1 1 0 0,0-2-1 0 0,0-2-722 0 0,-1 4 606 0 0,0-1-1 0 0,0 0 1 0 0,0 0 0 0 0,0 1 0 0 0,0-1-1 0 0,0 0 1 0 0,0 1 0 0 0,-4-8-1362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3.08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1065 3 5276 0 0,'0'0'-266'0'0,"-35"-3"785"0"0,2 6-405 0 0,-65 14 1 0 0,15-2 15 0 0,-532 102 656 0 0,587-111-639 0 0,-116 19 160 0 0,141-25-296 0 0,-15 1-256 0 0,18-1 150 0 0,-1 0-1 0 0,1 0 1 0 0,-1 0 0 0 0,1 0 0 0 0,-1 0-1 0 0,1 0 1 0 0,-1 0 0 0 0,1 0 0 0 0,-1 0-1 0 0,1 0 1 0 0,-1-1 0 0 0,1 1-1 0 0,-1 0 1 0 0,1 0 0 0 0,-1 0 0 0 0,2-25-3419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3.6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466 6 4208 0 0,'0'0'-9'0'0,"0"0"-1"0"0,0 0 0 0 0,0 0 0 0 0,0-1 0 0 0,0 1 0 0 0,0 0 1 0 0,0 0-1 0 0,0 0 0 0 0,0 0 0 0 0,1 0 0 0 0,-1 0 0 0 0,0 0 0 0 0,0-1 1 0 0,0 1-1 0 0,0 0 0 0 0,0 0 0 0 0,0 0 0 0 0,0 0 0 0 0,0 0 1 0 0,0 0-1 0 0,0-1 0 0 0,0 1 0 0 0,0 0 0 0 0,0 0 0 0 0,0 0 1 0 0,-1 0-1 0 0,1 0 0 0 0,0 0 0 0 0,0-1 0 0 0,0 1 0 0 0,0 0 1 0 0,0 0-1 0 0,0 0 0 0 0,0 0 0 0 0,0 0 0 0 0,0 0 0 0 0,0 0 1 0 0,0 0-1 0 0,-1-1 0 0 0,1 1 0 0 0,0 0 0 0 0,0 0 0 0 0,0 0 1 0 0,0 0-1 0 0,0 0 0 0 0,0 0 0 0 0,0 0 0 0 0,-1 0 0 0 0,1 0 1 0 0,0 0-1 0 0,0 0 0 0 0,0 0 0 0 0,0 0 0 0 0,0 0 0 0 0,0 0 0 0 0,-1 0 1 0 0,1 0-1 0 0,0 0 0 0 0,0 0 0 0 0,0 0 0 0 0,0 0 0 0 0,0 0 1 0 0,0 0-1 0 0,-1 0 0 0 0,1 0 0 0 0,0 0 0 0 0,0 0 0 0 0,0 0 1 0 0,0 1-1 0 0,-18 5-113 0 0,-23 15 129 0 0,-173 145 78 0 0,156-118 71 0 0,-69 69 351 0 0,126-117-502 0 0,1 1 0 0 0,0-1-1 0 0,0 0 1 0 0,-1 0-1 0 0,1 0 1 0 0,0 1-1 0 0,0-1 1 0 0,0 0-1 0 0,-1 0 1 0 0,1 0 0 0 0,0 1-1 0 0,0-1 1 0 0,0 0-1 0 0,0 1 1 0 0,-1-1-1 0 0,1 0 1 0 0,0 0 0 0 0,0 1-1 0 0,0-1 1 0 0,0 0-1 0 0,0 1 1 0 0,0-1-1 0 0,0 0 1 0 0,0 0 0 0 0,0 1-1 0 0,0-1 1 0 0,0 0-1 0 0,0 1 1 0 0,0-1-1 0 0,0 0 1 0 0,0 1-1 0 0,0-1 1 0 0,1 0 0 0 0,-1 0-1 0 0,0 1 1 0 0,0-1-1 0 0,0 0 1 0 0,0 0-1 0 0,0 1 1 0 0,1-1 0 0 0,14 8 95 0 0,17-1 50 0 0,368 30 666 0 0,-341-27-730 0 0,-57-10-298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4.88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52 3548 0 0,'3'-32'2011'0'0,"1"12"-368"0"0,5 33-1124 0 0,15 54-835 0 0,-16-42 471 0 0,21 49-155 0 0,40 127 21 0 0,-4 54 154 0 0,-67-249-1098 0 0,-8-10 541 0 0,-11-19-2193 0 0,11 7 555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5.90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1 239 4916 0 0,'13'-41'-1388'0'0,"0"24"1423"0"0,1 0 0 0 0,0 1 0 0 0,2 1 0 0 0,-1 0 0 0 0,2 1 1 0 0,0 1-1 0 0,1 1 0 0 0,0 0 0 0 0,1 1 0 0 0,0 1 0 0 0,0 1 1 0 0,1 1-1 0 0,1 0 0 0 0,29-6 0 0 0,-39 12-30 0 0,0 0 0 0 0,1 0 0 0 0,-1 1 0 0 0,1 1 0 0 0,-1 0 0 0 0,1 1 1 0 0,-1 0-1 0 0,1 0 0 0 0,-1 2 0 0 0,0-1 0 0 0,1 1 0 0 0,-1 1 0 0 0,-1 0 0 0 0,1 0 0 0 0,-1 1 0 0 0,1 1 0 0 0,-1 0 0 0 0,-1 0 0 0 0,1 1 0 0 0,-1 0 1 0 0,0 0-1 0 0,7 10 0 0 0,-13-14 2 0 0,-1 0 0 0 0,0 0 0 0 0,0 1 0 0 0,0-1 0 0 0,0 1 0 0 0,-1-1 0 0 0,1 1 0 0 0,-1 0 0 0 0,0 0 0 0 0,0 0 0 0 0,0-1 0 0 0,-1 1 0 0 0,0 0 0 0 0,1 0 0 0 0,-1 0 0 0 0,0 0 0 0 0,-1 5 0 0 0,-1-1 2 0 0,0 0 0 0 0,0-1 0 0 0,-1 1 0 0 0,0-1 0 0 0,0 0 0 0 0,0 0 0 0 0,-1 0 0 0 0,-6 8 0 0 0,-5 5 19 0 0,-1 0-1 0 0,-2-1 0 0 0,0 0 1 0 0,-25 19-1 0 0,13-16 253 0 0,0 0 0 0 0,-1-3 0 0 0,-1 0-1 0 0,-37 15 1 0 0,68-34-167 0 0,-2 3 60 0 0,9-9 134 0 0,-2 3-260 0 0,0 1 0 0 0,-1 0 0 0 0,1 0 0 0 0,0 0 0 0 0,0 0 0 0 0,0 1 0 0 0,0 0 0 0 0,5-2 0 0 0,5 2-50 0 0,1 0 1 0 0,-1 1-1 0 0,0 1 0 0 0,1 0 0 0 0,-1 1 0 0 0,0 0 0 0 0,1 1 0 0 0,-1 1 0 0 0,-1 0 0 0 0,1 1 0 0 0,-1 1 0 0 0,0 0 1 0 0,0 0-1 0 0,19 14 0 0 0,15 11-13 0 0,-1 3 1 0 0,56 52-1 0 0,-76-64 4 0 0,-9-8 10 0 0,-1 1 0 0 0,0 0 0 0 0,-1 0 0 0 0,0 2 0 0 0,-1 0 0 0 0,17 29 0 0 0,-10-23 390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6.43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28 201 4044 0 0,'14'-4'-99'0'0,"0"0"0"0"0,0-1 0 0 0,0-1 0 0 0,-1-1-1 0 0,0 0 1 0 0,13-9 0 0 0,-20 12 167 0 0,0-1-1 0 0,0 1 1 0 0,0-1 0 0 0,-1-1-1 0 0,0 1 1 0 0,0-1 0 0 0,0 1-1 0 0,-1-2 1 0 0,0 1-1 0 0,0 0 1 0 0,0-1 0 0 0,-1 1-1 0 0,4-12 1 0 0,-7 16-43 0 0,1 0-1 0 0,-1 0 1 0 0,0 0-1 0 0,1-1 0 0 0,-1 1 1 0 0,0 0-1 0 0,-1 0 1 0 0,1-1-1 0 0,0 1 1 0 0,-1 0-1 0 0,1 0 1 0 0,-1 0-1 0 0,0 0 1 0 0,1 0-1 0 0,-1 0 1 0 0,0 0-1 0 0,0 0 1 0 0,0 0-1 0 0,-1 0 1 0 0,1 0-1 0 0,0 1 1 0 0,-1-1-1 0 0,1 0 1 0 0,-1 1-1 0 0,0-1 1 0 0,1 1-1 0 0,-1 0 1 0 0,0-1-1 0 0,0 1 0 0 0,0 0 1 0 0,-3-1-1 0 0,4 1 12 0 0,-3 1-30 0 0,1-1 0 0 0,0 1 0 0 0,0 0 0 0 0,0 0 0 0 0,0 0 0 0 0,-1 0 1 0 0,1 1-1 0 0,0 0 0 0 0,0-1 0 0 0,0 1 0 0 0,-4 1 0 0 0,5-1 1 0 0,-6 2-2 0 0,1 1 0 0 0,-1 0 0 0 0,1 0-1 0 0,0 1 1 0 0,0 0 0 0 0,0 0-1 0 0,1 1 1 0 0,0-1 0 0 0,0 1 0 0 0,0 1-1 0 0,1-1 1 0 0,0 1 0 0 0,0 0 0 0 0,0 0-1 0 0,1 1 1 0 0,0-1 0 0 0,-4 14-1 0 0,4-11 0 0 0,1-1-1 0 0,0 1 1 0 0,1 0-1 0 0,0 0 1 0 0,0 0-1 0 0,1 0 1 0 0,0 0-1 0 0,1 0 1 0 0,0 1-1 0 0,1-1 1 0 0,0 0-1 0 0,0 0 1 0 0,1 0-1 0 0,4 10 1 0 0,-3-13 19 0 0,1 0 0 0 0,-1 0 1 0 0,2 0-1 0 0,-1 0 0 0 0,1-1 0 0 0,0 1 1 0 0,0-1-1 0 0,1-1 0 0 0,0 1 0 0 0,0-1 1 0 0,0 0-1 0 0,0 0 0 0 0,1-1 0 0 0,0 0 1 0 0,0 0-1 0 0,0 0 0 0 0,1-1 0 0 0,-1 0 1 0 0,1-1-1 0 0,-1 1 0 0 0,1-1 1 0 0,0-1-1 0 0,0 0 0 0 0,11 1 0 0 0,-2-1-42 0 0,1-1-1 0 0,-1 0 1 0 0,1-1-1 0 0,-1-1 0 0 0,1 0 1 0 0,-1-1-1 0 0,0-1 1 0 0,0-1-1 0 0,-1-1 0 0 0,22-9 1 0 0,-31 11-444 0 0,0 0 1 0 0,0 0 0 0 0,-1-1-1 0 0,13-10 1 0 0,-4-2-1070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7.00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38 143 4504 0 0,'-23'-92'590'0'0,"14"60"595"0"0,8 30-1033 0 0,-4-15 567 0 0,16 82-677 0 0,2-1 0 0 0,3-1 0 0 0,25 63-1 0 0,-24-73-16 0 0,25 71-14 0 0,71 146 1 0 0,-107-257-5 0 0,0-1 0 0 0,1 0 0 0 0,1 0 0 0 0,0-1 0 0 0,0 0 1 0 0,1 0-1 0 0,1-1 0 0 0,0 0 0 0 0,0-1 0 0 0,20 14 0 0 0,-22-18 2 0 0,0-1-1 0 0,0 0 0 0 0,0-1 0 0 0,0 1 1 0 0,1-2-1 0 0,-1 1 0 0 0,1-1 0 0 0,0-1 1 0 0,0 1-1 0 0,0-1 0 0 0,0-1 0 0 0,-1 0 1 0 0,1 0-1 0 0,0-1 0 0 0,0 0 1 0 0,0 0-1 0 0,15-5 0 0 0,-12 2-364 0 0,-1 0 0 0 0,0 0 0 0 0,0-1 0 0 0,0 0 0 0 0,-1-1-1 0 0,0 0 1 0 0,0-1 0 0 0,0 0 0 0 0,17-17 0 0 0,-8 4-1819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7.27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17 166 5320 0 0,'-15'0'-738'0'0,"14"-1"737"0"0,1 0 0 0 0,0 0 0 0 0,-1 0 0 0 0,1 0 0 0 0,0-1 0 0 0,0 1 0 0 0,0 0 0 0 0,0 0 0 0 0,0 0 0 0 0,0 0 0 0 0,0 0 0 0 0,1 0-1 0 0,-1 0 1 0 0,0 0 0 0 0,1 0 0 0 0,-1 0 0 0 0,0 0 0 0 0,1 0 0 0 0,0 0 0 0 0,-1 0 0 0 0,1 0 0 0 0,-1 0 0 0 0,1 0 0 0 0,0 0 0 0 0,0 0-1 0 0,-1 1 1 0 0,1-1 0 0 0,0 0 0 0 0,0 1 0 0 0,2-2 0 0 0,41-35-94 0 0,-23 21-83 0 0,59-49-1806 0 0,-57 48 1548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7.9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38 3008 0 0,'0'0'146'0'0,"-3"-2"-89"0"0,-4-7 43 0 0,13 7 154 0 0,18 7 142 0 0,-15-3-510 0 0,9 3 117 0 0,-1 0 1 0 0,1 1-1 0 0,-1 2 0 0 0,0-1 1 0 0,0 2-1 0 0,19 13 0 0 0,-1-1 3 0 0,-18-13 4 0 0,-1 1 0 0 0,0 1 0 0 0,0 0-1 0 0,-1 2 1 0 0,0-1 0 0 0,-1 2 0 0 0,-1 0-1 0 0,0 1 1 0 0,0 0 0 0 0,16 25 0 0 0,-28-36 2 0 0,1 1 1 0 0,-1-1 0 0 0,0 1 0 0 0,0-1-1 0 0,0 1 1 0 0,0 0 0 0 0,-1-1 0 0 0,1 1-1 0 0,-1 0 1 0 0,0 0 0 0 0,0 0 0 0 0,0-1 0 0 0,-1 1-1 0 0,0 0 1 0 0,1 0 0 0 0,-1-1 0 0 0,0 1-1 0 0,-3 6 1 0 0,1-4 176 0 0,-1 1 0 0 0,1 0 0 0 0,-1-1 0 0 0,0 0 0 0 0,-1 0 0 0 0,0 0 0 0 0,-10 10 1 0 0,15-15-166 0 0,-1-1 1 0 0,1 1 0 0 0,-1-1 0 0 0,1 0-1 0 0,-1 1 1 0 0,1-1 0 0 0,0 0 0 0 0,-1 0 0 0 0,0 1-1 0 0,1-1 1 0 0,-1 0 0 0 0,1 0 0 0 0,-1 0-1 0 0,1 1 1 0 0,-1-1 0 0 0,1 0 0 0 0,-1 0 0 0 0,1 0-1 0 0,-1 0 1 0 0,0 0 0 0 0,1 0 0 0 0,-1 0-1 0 0,1 0 1 0 0,-1 0 0 0 0,1-1 0 0 0,-1 1 0 0 0,1 0-1 0 0,-1 0 1 0 0,1 0 0 0 0,-1-1 0 0 0,1 1-1 0 0,-1 0 1 0 0,1-1 0 0 0,-1 1 0 0 0,1 0 0 0 0,-1-1-1 0 0,1 1 1 0 0,-1 0 0 0 0,1-1 0 0 0,0 1-1 0 0,-1-1 1 0 0,1 1 0 0 0,0-1 0 0 0,0 1 0 0 0,-1-1-1 0 0,1 1 1 0 0,0-1 0 0 0,0 1 0 0 0,0-1-1 0 0,-1 1 1 0 0,1-2 0 0 0,-6-27 265 0 0,6-5-176 0 0,2 0 1 0 0,2 0 0 0 0,1 1 0 0 0,1-1 0 0 0,2 1 0 0 0,1 0-1 0 0,2 1 1 0 0,17-35 0 0 0,-20 53-142 0 0,3-5-105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8.2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4916 0 0,'8'12'-250'0'0,"0"0"-1"0"0,-1 0 1 0 0,-1 1-1 0 0,0 0 0 0 0,6 20 1 0 0,13 28 380 0 0,-5-21-52 0 0,-6-9 44 0 0,2-2-1 0 0,35 51 1 0 0,-37-55-2321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8.4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21 55 3064 0 0,'-3'-3'219'0'0,"1"0"0"0"0,0 0 0 0 0,0-1 0 0 0,0 1 0 0 0,0-1 0 0 0,0 1 0 0 0,1-1 0 0 0,-2-4-1 0 0,3 6-58 0 0,-1-16-2687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9.5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92 175 3288 0 0,'0'0'-236'0'0,"17"3"-379"0"0,-10-3 683 0 0,0-1 1 0 0,-1 0-1 0 0,1 0 1 0 0,0 0-1 0 0,-1-1 1 0 0,0 0-1 0 0,1 0 0 0 0,-1-1 1 0 0,0 0-1 0 0,0 0 1 0 0,0 0-1 0 0,-1-1 1 0 0,1 0-1 0 0,8-8 1 0 0,-11 10-22 0 0,-1 0 1 0 0,0 0-1 0 0,0-1 1 0 0,0 0-1 0 0,0 1 1 0 0,-1-1-1 0 0,1 0 1 0 0,-1 0-1 0 0,1 0 1 0 0,-1 0-1 0 0,0 0 1 0 0,0 0-1 0 0,-1 0 1 0 0,1 0 0 0 0,0 0-1 0 0,-1 0 1 0 0,0 0-1 0 0,0-1 1 0 0,0 1-1 0 0,0 0 1 0 0,0 0-1 0 0,-1 0 1 0 0,1-1-1 0 0,-1 1 1 0 0,0 0-1 0 0,0 0 1 0 0,0 0-1 0 0,0 0 1 0 0,-1 0-1 0 0,1 1 1 0 0,-1-1 0 0 0,0 0-1 0 0,0 1 1 0 0,-2-4-1 0 0,2 4-34 0 0,0-1 0 0 0,0 1 0 0 0,0 0 0 0 0,-1-1 0 0 0,1 1 0 0 0,0 0 1 0 0,-1 0-1 0 0,0 1 0 0 0,1-1 0 0 0,-1 0 0 0 0,0 1 0 0 0,0 0 0 0 0,0-1 0 0 0,0 1 0 0 0,0 1 0 0 0,0-1 0 0 0,0 0 0 0 0,0 1 0 0 0,0-1 0 0 0,-1 1 0 0 0,1 0 0 0 0,0 0 0 0 0,0 0 1 0 0,0 1-1 0 0,0-1 0 0 0,-1 1 0 0 0,1-1 0 0 0,0 1 0 0 0,0 0 0 0 0,0 0 0 0 0,0 1 0 0 0,1-1 0 0 0,-5 3 0 0 0,-1 1-10 0 0,0 0 1 0 0,0 0-1 0 0,0 1 0 0 0,1 0 0 0 0,0 0 1 0 0,0 1-1 0 0,0 0 0 0 0,1 0 1 0 0,-9 15-1 0 0,10-15 2 0 0,1 1-1 0 0,-1 0 1 0 0,2 0 0 0 0,-1 0 0 0 0,1 0 0 0 0,1 1 0 0 0,-1-1-1 0 0,1 1 1 0 0,1 0 0 0 0,0 0 0 0 0,0 0 0 0 0,1-1-1 0 0,0 12 1 0 0,1-13 0 0 0,1-1-1 0 0,-1 0 1 0 0,1 0-1 0 0,0 0 1 0 0,0-1 0 0 0,1 1-1 0 0,0 0 1 0 0,0-1-1 0 0,0 0 1 0 0,1 1-1 0 0,-1-1 1 0 0,1-1 0 0 0,1 1-1 0 0,-1 0 1 0 0,1-1-1 0 0,-1 0 1 0 0,1 0-1 0 0,0-1 1 0 0,9 6 0 0 0,-1-2-4 0 0,0-1 0 0 0,1 0 0 0 0,0 0 0 0 0,0-2 0 0 0,0 1 0 0 0,1-2 0 0 0,-1 0 0 0 0,1-1 0 0 0,0 0 0 0 0,24-1 1 0 0,-27-2-614 0 0,-1 0 0 0 0,0 0 0 0 0,1-1 0 0 0,19-7 0 0 0,-14 2-247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0.1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20 167 3568 0 0,'-16'-50'698'0'0,"16"48"-566"0"0,-3-7 150 0 0,3 5 333 0 0,50 81-564 0 0,3-1 0 0 0,77 82 1 0 0,-114-142 154 0 0,0-1 1 0 0,1-1 0 0 0,36 24 439 0 0,-50-41-444 0 0,2-1-147 0 0,-1 0 0 0 0,-1-1-1 0 0,1 0 1 0 0,-1 1 0 0 0,1-1 0 0 0,-1-1-1 0 0,-1 1 1 0 0,1 0 0 0 0,-1-1-1 0 0,0 1 1 0 0,0-1 0 0 0,-1 1-1 0 0,1-1 1 0 0,-1 0 0 0 0,-1 0 0 0 0,1-11-1 0 0,1-20 126 0 0,-4-53-1 0 0,1 73-126 0 0,1-199 220 0 0,0 214-276 0 0,-1-4 251 0 0,-1-18-5427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0.6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0 158 4680 0 0,'0'0'-256'0'0,"24"2"-488"0"0,-19-3 701 0 0,10-1 7 0 0,0-2 1 0 0,1 0-1 0 0,20-8 1 0 0,-32 11 80 0 0,0-1 0 0 0,-1 0 0 0 0,1 0 1 0 0,0 0-1 0 0,-1 0 0 0 0,1-1 0 0 0,-1 0 0 0 0,0 1 0 0 0,0-1 0 0 0,0 0 0 0 0,0-1 1 0 0,-1 1-1 0 0,1 0 0 0 0,-1-1 0 0 0,0 1 0 0 0,0-1 0 0 0,0 0 0 0 0,3-7 0 0 0,-5 8-14 0 0,0 0-1 0 0,0 0 1 0 0,0 0-1 0 0,0 0 0 0 0,0 0 1 0 0,-1 0-1 0 0,1 0 1 0 0,-1 0-1 0 0,0 0 0 0 0,0 0 1 0 0,0 0-1 0 0,0 0 1 0 0,0 1-1 0 0,-1-1 0 0 0,1 0 1 0 0,-1 1-1 0 0,0-1 0 0 0,1 1 1 0 0,-1 0-1 0 0,-1-1 1 0 0,1 1-1 0 0,0 0 0 0 0,0 0 1 0 0,-1 1-1 0 0,1-1 1 0 0,-1 0-1 0 0,1 1 0 0 0,-7-3 1 0 0,8 3 13 0 0,-22 5 10 0 0,19-2-51 0 0,0-1 1 0 0,0 0 0 0 0,0 1-1 0 0,1 0 1 0 0,-1 0-1 0 0,1 0 1 0 0,-1 0 0 0 0,1 1-1 0 0,0-1 1 0 0,0 1 0 0 0,0 0-1 0 0,0 0 1 0 0,1 0-1 0 0,-1 0 1 0 0,1 0 0 0 0,-1 1-1 0 0,1-1 1 0 0,0 1-1 0 0,-1 4 1 0 0,-4 8 6 0 0,0 0 1 0 0,-6 31-1 0 0,10-38 0 0 0,2-1 0 0 0,0 1-1 0 0,0 0 1 0 0,0-1 0 0 0,1 1 0 0 0,0 0-1 0 0,1 0 1 0 0,0 0 0 0 0,0-1 0 0 0,1 1-1 0 0,0 0 1 0 0,1-1 0 0 0,0 0 0 0 0,0 1-1 0 0,1-1 1 0 0,0 0 0 0 0,0-1 0 0 0,0 1-1 0 0,9 10 1 0 0,-8-13-16 0 0,-1-1 0 0 0,1 1 0 0 0,0-1-1 0 0,0 1 1 0 0,1-1 0 0 0,-1-1 0 0 0,1 1 0 0 0,0-1 0 0 0,0 0 0 0 0,0 0-1 0 0,0-1 1 0 0,0 0 0 0 0,0 0 0 0 0,1 0 0 0 0,-1-1 0 0 0,1 0-1 0 0,0 0 1 0 0,-1 0 0 0 0,1-1 0 0 0,0 0 0 0 0,-1-1 0 0 0,1 1-1 0 0,-1-1 1 0 0,1-1 0 0 0,-1 1 0 0 0,11-5 0 0 0,26-14-2180 0 0,-24 4 764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1.25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110 640 4232 0 0,'0'0'-164'0'0,"-5"2"-503"0"0,-3 3 637 0 0,-1 0 0 0 0,1 1 0 0 0,0 0 0 0 0,1 0 0 0 0,0 1 0 0 0,0 0 0 0 0,0 0 0 0 0,1 1 0 0 0,0-1 0 0 0,0 1 0 0 0,-4 9 1 0 0,8-14 40 0 0,0 0 1 0 0,0 1-1 0 0,0-1 0 0 0,1 0 1 0 0,0 0-1 0 0,0 1 1 0 0,0-1-1 0 0,0 1 1 0 0,0-1-1 0 0,1 1 1 0 0,-1-1-1 0 0,1 1 1 0 0,0-1-1 0 0,0 1 1 0 0,0-1-1 0 0,1 1 1 0 0,-1 0-1 0 0,1-1 1 0 0,0 0-1 0 0,0 1 1 0 0,0-1-1 0 0,0 1 1 0 0,1-1-1 0 0,-1 0 1 0 0,1 0-1 0 0,0 0 1 0 0,0 0-1 0 0,0 0 1 0 0,0 0-1 0 0,1-1 1 0 0,-1 1-1 0 0,1-1 1 0 0,-1 1-1 0 0,6 3 1 0 0,5 1 87 0 0,-1 0 0 0 0,1-1 1 0 0,1 0-1 0 0,-1-1 0 0 0,1-1 0 0 0,-1 0 1 0 0,1-1-1 0 0,1 0 0 0 0,-1-1 1 0 0,0-1-1 0 0,0 0 0 0 0,1-1 1 0 0,-1 0-1 0 0,0-1 0 0 0,1-1 1 0 0,-1 0-1 0 0,23-8 0 0 0,-32 8-49 0 0,0 1 0 0 0,0-2 0 0 0,0 1-1 0 0,0-1 1 0 0,0 1 0 0 0,-1-1 0 0 0,0 0 0 0 0,1-1 0 0 0,-1 1-1 0 0,0-1 1 0 0,-1 0 0 0 0,1 0 0 0 0,-1 0 0 0 0,0 0 0 0 0,0-1-1 0 0,0 0 1 0 0,0 1 0 0 0,-1-1 0 0 0,0 0 0 0 0,0 0-1 0 0,0 0 1 0 0,0 0 0 0 0,-1 0 0 0 0,0-1 0 0 0,0 1 0 0 0,-1 0-1 0 0,1-1 1 0 0,-1 1 0 0 0,-1-8 0 0 0,0-11 15 0 0,-2-1 0 0 0,-1 1 0 0 0,-1 0 0 0 0,-1 1-1 0 0,-9-27 1 0 0,-201-514 1233 0 0,205 547-1110 0 0,9 36-143 0 0,10 54-84 0 0,-6-61 60 0 0,7 44-14 0 0,2 0 0 0 0,3-1 0 0 0,33 83 0 0 0,81 151-29 0 0,-125-284 19 0 0,87 151-3349 0 0,-80-141 1766 0 0,-1 2-251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2.8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6 412 5060 0 0,'-5'6'-181'0'0,"8"-8"85"0"0,22-15 72 0 0,28-18 65 0 0,-35 25-33 0 0,-1 0-1 0 0,0-1 0 0 0,-1 0 0 0 0,0-1 1 0 0,-1-1-1 0 0,21-23 0 0 0,-32 31 5 0 0,0 1 1 0 0,-1 0-1 0 0,0-1 0 0 0,0 0 1 0 0,0 0-1 0 0,0 0 0 0 0,-1 0 1 0 0,0 0-1 0 0,0 0 0 0 0,0-1 1 0 0,-1 1-1 0 0,1-1 0 0 0,-1 1 1 0 0,-1-1-1 0 0,1 1 0 0 0,-1-1 1 0 0,0 0-1 0 0,0 1 0 0 0,-1-1 1 0 0,1 1-1 0 0,-1-1 0 0 0,-1 1 1 0 0,1-1-1 0 0,-1 1 0 0 0,0-1 1 0 0,0 1-1 0 0,-4-8 0 0 0,-1 1 161 0 0,-1 0 0 0 0,0 0-1 0 0,-1 1 1 0 0,-17-19-1 0 0,-3 2 156 0 0,28 27-314 0 0,-17 34-14 0 0,15-23-6 0 0,0 0 0 0 0,1 0 1 0 0,0 1-1 0 0,1-1 0 0 0,1 1 1 0 0,-1 0-1 0 0,3 16 0 0 0,13 77-8 0 0,-10-77 11 0 0,10 42 8 0 0,2 0 0 0 0,34 86 0 0 0,70 126 18 0 0,-109-255-13 0 0,-1 0 0 0 0,0 0 0 0 0,-2 1-1 0 0,-2 1 1 0 0,0-1 0 0 0,-1 1 0 0 0,-2 0 0 0 0,-1 1 0 0 0,-2-1 0 0 0,-1 34 0 0 0,-3-19 218 0 0,3-42-79 0 0,-1-2-512 0 0,1-1 258 0 0,-1 0 1 0 0,1 0-1 0 0,0 0 0 0 0,0 0 0 0 0,0 0 0 0 0,0 0 1 0 0,0 0-1 0 0,1 0 0 0 0,-1 0 0 0 0,0 1 0 0 0,2-4 1 0 0,-1-3-326 0 0,-1-19-1119 0 0,0 1 142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3.2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11 219 4320 0 0,'0'0'-138'0'0,"-10"-4"-62"0"0,11 1 199 0 0,1 0-1 0 0,-1 0 1 0 0,1 1 0 0 0,0-1-1 0 0,0 1 1 0 0,0 0-1 0 0,1-1 1 0 0,-1 1-1 0 0,0 0 1 0 0,1 0-1 0 0,-1 1 1 0 0,6-4-1 0 0,44-25 50 0 0,-34 21-45 0 0,212-102-149 0 0,-159 79-1865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3.90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14 152 2332 0 0,'0'0'-22'0'0,"-1"0"57"0"0,0-1 1 0 0,1 1 0 0 0,-1-1 0 0 0,0 1 0 0 0,0-1-1 0 0,0 1 1 0 0,1-1 0 0 0,-1 1 0 0 0,0-1 0 0 0,0 0-1 0 0,1 1 1 0 0,-1-1 0 0 0,1 0 0 0 0,-1 0 0 0 0,0 0 0 0 0,1 1-1 0 0,0-1 1 0 0,-1 0 0 0 0,1 0 0 0 0,-1-1 0 0 0,5-2-10 0 0,-1 1 0 0 0,1-1 0 0 0,0 1 0 0 0,0 0 0 0 0,0 0 0 0 0,1 0 1 0 0,-1 1-1 0 0,1 0 0 0 0,-1-1 0 0 0,1 1 0 0 0,0 1 0 0 0,0-1 0 0 0,0 1 1 0 0,0 0-1 0 0,0 0 0 0 0,0 0 0 0 0,0 1 0 0 0,0 0 0 0 0,11 1 0 0 0,-7 0-17 0 0,0 1-1 0 0,1 0 0 0 0,-1 1 1 0 0,0 0-1 0 0,0 1 1 0 0,0 0-1 0 0,-1 0 0 0 0,1 1 1 0 0,-1 0-1 0 0,10 8 0 0 0,41 33 39 0 0,-1 3-1 0 0,79 88 1 0 0,-132-131-25 0 0,0 0 0 0 0,-1 0 0 0 0,0 0 0 0 0,0 1 1 0 0,-1 0-1 0 0,1 0 0 0 0,-2 0 0 0 0,4 9 0 0 0,-6-14 14 0 0,1-1 0 0 0,-1 1-1 0 0,0-1 1 0 0,1 1-1 0 0,-1-1 1 0 0,0 1 0 0 0,0-1-1 0 0,0 1 1 0 0,0-1-1 0 0,0 1 1 0 0,0-1 0 0 0,0 1-1 0 0,-1-1 1 0 0,1 1 0 0 0,-1-1-1 0 0,1 1 1 0 0,-1-1-1 0 0,1 1 1 0 0,-1-1 0 0 0,0 0-1 0 0,0 1 1 0 0,1-1-1 0 0,-1 0 1 0 0,0 0 0 0 0,0 0-1 0 0,0 1 1 0 0,-1-1 0 0 0,1 0-1 0 0,0 0 1 0 0,0-1-1 0 0,0 1 1 0 0,-1 0 0 0 0,1 0-1 0 0,-1-1 1 0 0,1 1-1 0 0,0 0 1 0 0,-1-1 0 0 0,1 1-1 0 0,-1-1 1 0 0,1 0 0 0 0,-1 0-1 0 0,1 1 1 0 0,-1-1-1 0 0,1 0 1 0 0,-1 0 0 0 0,0-1-1 0 0,1 1 1 0 0,-2 0 0 0 0,-1 0 11 0 0,0 0 0 0 0,0-1 0 0 0,1 1 0 0 0,-1-1 1 0 0,0 1-1 0 0,1-1 0 0 0,-1 0 0 0 0,1-1 1 0 0,-1 1-1 0 0,1-1 0 0 0,-1 1 0 0 0,1-1 1 0 0,0 0-1 0 0,0 0 0 0 0,0 0 0 0 0,0-1 1 0 0,0 1-1 0 0,-3-5 0 0 0,2 1-5 0 0,0 1 1 0 0,0-1-1 0 0,1 0 0 0 0,0 0 1 0 0,0 0-1 0 0,0 0 0 0 0,1-1 0 0 0,0 1 1 0 0,-2-12-1 0 0,2-1 0 0 0,0 0 0 0 0,1 0 0 0 0,1 0 0 0 0,0-1 0 0 0,2 1 0 0 0,5-29 0 0 0,-2 29-19 0 0,0-1 0 0 0,1 1 0 0 0,1 1 1 0 0,17-32-1 0 0,-19 40-24 0 0,1 0 0 0 0,0 1 0 0 0,1 0 0 0 0,0 0 0 0 0,0 1 0 0 0,1 0 1 0 0,0 0-1 0 0,1 1 0 0 0,16-12 0 0 0,-23 18-9 0 0,7-3 185 0 0,-18 23-4273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4.4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42 4588 0 0,'0'0'-212'0'0,"-4"13"-696"0"0,-3 2 885 0 0,0 1 0 0 0,1 0 0 0 0,0 0 1 0 0,1 1-1 0 0,1-1 0 0 0,1 1 0 0 0,-2 20 1 0 0,5-33 39 0 0,0 1 1 0 0,0-1-1 0 0,0 1 1 0 0,0-1 0 0 0,1 1-1 0 0,0-1 1 0 0,0 0-1 0 0,0 1 1 0 0,1-1-1 0 0,-1 0 1 0 0,1 0 0 0 0,0 0-1 0 0,0 0 1 0 0,0 0-1 0 0,1 0 1 0 0,0-1-1 0 0,-1 1 1 0 0,1-1 0 0 0,0 1-1 0 0,1-1 1 0 0,-1 0-1 0 0,0-1 1 0 0,1 1-1 0 0,0 0 1 0 0,0-1-1 0 0,-1 0 1 0 0,1 0 0 0 0,1 0-1 0 0,-1 0 1 0 0,0-1-1 0 0,0 0 1 0 0,1 0-1 0 0,4 1 1 0 0,-1 0 8 0 0,0-1 0 0 0,-1 0 0 0 0,1-1 0 0 0,0 1-1 0 0,0-1 1 0 0,0-1 0 0 0,-1 0 0 0 0,1 0 0 0 0,0 0 0 0 0,-1-1 0 0 0,1 0 0 0 0,-1 0 0 0 0,0-1-1 0 0,0 0 1 0 0,1 0 0 0 0,-2-1 0 0 0,1 0 0 0 0,0 0 0 0 0,-1-1 0 0 0,11-9 0 0 0,-13 9-16 0 0,0 1 0 0 0,0-1 1 0 0,0 0-1 0 0,-1 0 0 0 0,0 0 1 0 0,0-1-1 0 0,0 1 0 0 0,0-1 1 0 0,-1 1-1 0 0,0-1 0 0 0,0 0 1 0 0,-1 0-1 0 0,0 0 0 0 0,0 0 1 0 0,0 0-1 0 0,-1 0 0 0 0,1 0 0 0 0,-2 0 1 0 0,1 0-1 0 0,-1 0 0 0 0,1 0 1 0 0,-2 0-1 0 0,1 0 0 0 0,-1 0 1 0 0,0 0-1 0 0,0 0 0 0 0,-3-5 1 0 0,2 4-10 0 0,-1 0 1 0 0,0 0-1 0 0,-1 0 0 0 0,1 1 1 0 0,-1-1-1 0 0,0 1 0 0 0,-1 1 1 0 0,1-1-1 0 0,-1 1 1 0 0,0 0-1 0 0,-1 0 0 0 0,1 0 1 0 0,-1 1-1 0 0,0 0 1 0 0,0 1-1 0 0,-1-1 0 0 0,1 1 1 0 0,-16-4-1 0 0,17 6-25 0 0,-1 0-1 0 0,0 0 0 0 0,1 1 1 0 0,-1-1-1 0 0,0 1 1 0 0,1 1-1 0 0,-1-1 1 0 0,0 1-1 0 0,1 1 0 0 0,-1-1 1 0 0,1 1-1 0 0,-1 0 1 0 0,1 0-1 0 0,0 1 1 0 0,0 0-1 0 0,0 0 0 0 0,0 1 1 0 0,1-1-1 0 0,-1 1 1 0 0,1 0-1 0 0,0 1 1 0 0,0-1-1 0 0,-4 6 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5.49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2 206 3360 0 0,'0'0'416'0'0,"-2"29"-384"0"0,144 247 736 0 0,-165-336 2322 0 0,-26-137-2478 0 0,47 188-609 0 0,0 1 0 0 0,1-1 0 0 0,0 0 0 0 0,0 0 0 0 0,1 1 0 0 0,0-1 0 0 0,0 0 0 0 0,1 0 0 0 0,0 0 0 0 0,1 1 0 0 0,-1-1 0 0 0,2 1 0 0 0,-1-1 0 0 0,1 1 0 0 0,1 0 0 0 0,0 0 0 0 0,7-11 0 0 0,-10 17-8 0 0,0 1 0 0 0,1 0-1 0 0,-1 0 1 0 0,0 0 0 0 0,1 0 0 0 0,0 0 0 0 0,-1 0-1 0 0,1 0 1 0 0,-1 1 0 0 0,1-1 0 0 0,0 1 0 0 0,0-1-1 0 0,-1 1 1 0 0,1 0 0 0 0,0-1 0 0 0,0 1-1 0 0,-1 0 1 0 0,1 0 0 0 0,0 0 0 0 0,0 0 0 0 0,2 1-1 0 0,0-1 2 0 0,22 14-56 0 0,-6 7 28 0 0,-1 1 0 0 0,-1 0 0 0 0,28 47 0 0 0,-11-17 8 0 0,-23-33 50 0 0,-1-1 1 0 0,-1 2 0 0 0,12 30 771 0 0,-24-52-788 0 0,0 1 0 0 0,0-1 1 0 0,0 0-1 0 0,1 0 0 0 0,-1 0 0 0 0,0 1 1 0 0,1-1-1 0 0,-1-1 0 0 0,-1-2 1 0 0,3 4-6 0 0,-5-7 13 0 0,0-2 1 0 0,1 1 0 0 0,0 0-1 0 0,1-1 1 0 0,0 0-1 0 0,0 0 1 0 0,1 0-1 0 0,0 0 1 0 0,1 0 0 0 0,0 0-1 0 0,1 0 1 0 0,0-1-1 0 0,0 1 1 0 0,3-10 0 0 0,-1 6-21 0 0,1 1 1 0 0,0 0-1 0 0,1 0 1 0 0,1 0-1 0 0,0 0 1 0 0,1 1-1 0 0,0-1 1 0 0,1 1-1 0 0,0 1 1 0 0,16-19-1 0 0,-19 25-6 0 0,0 1 0 0 0,0 0 0 0 0,0 0 0 0 0,1 0 0 0 0,0 1 0 0 0,0-1 0 0 0,0 1 0 0 0,0 0 0 0 0,0 0 0 0 0,1 1 0 0 0,10-4 0 0 0,-12 5-1 0 0,0 1 0 0 0,1-1 0 0 0,-1 1 0 0 0,0 0 1 0 0,0 0-1 0 0,1 0 0 0 0,-1 1 0 0 0,0 0 0 0 0,1 0 0 0 0,-1 0 0 0 0,0 0 0 0 0,0 0 0 0 0,0 1 1 0 0,0 0-1 0 0,0 0 0 0 0,-1 0 0 0 0,1 0 0 0 0,4 3 0 0 0,-1 2-1 0 0,1 0 0 0 0,-1 0 0 0 0,0 1 0 0 0,-1 0-1 0 0,0 0 1 0 0,0 0 0 0 0,-1 1 0 0 0,0 0 0 0 0,0 0 0 0 0,-1 0-1 0 0,0 1 1 0 0,3 13 0 0 0,-3-11 7 0 0,0-1 0 0 0,1 0 0 0 0,0 1 0 0 0,1-2 1 0 0,0 1-1 0 0,1-1 0 0 0,12 15 0 0 0,-14-20-4 0 0,1-1-1 0 0,0 0 1 0 0,0 0 0 0 0,0-1 0 0 0,0 0-1 0 0,0 0 1 0 0,1 0 0 0 0,-1-1 0 0 0,1 0-1 0 0,0 0 1 0 0,0-1 0 0 0,0 0-1 0 0,13 1 1 0 0,-1-1-1178 0 0,-1-1 0 0 0,1-1 0 0 0,35-6 0 0 0,-31 3-946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6.8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31 275 5064 0 0,'-30'-131'257'0'0,"30"129"-143"0"0,-1-13 251 0 0,2 7-52 0 0,5 13-212 0 0,4 6-143 0 0,5 5 43 0 0,-1 1 0 0 0,23 35-1 0 0,-7-9 3 0 0,62 81 15 0 0,-28-36 11 0 0,96 103 1 0 0,-23-66 2451 0 0,-136-125-2461 0 0,-1 0-1 0 0,1-1 0 0 0,0 1 0 0 0,0-1 0 0 0,-1 1 0 0 0,1-1 0 0 0,0 0 0 0 0,-1 1 0 0 0,1-1 0 0 0,-1 0 0 0 0,1 1 0 0 0,-1-1 1 0 0,1 0-1 0 0,-1 0 0 0 0,1 0 0 0 0,-1 1 0 0 0,0-1 0 0 0,1 0 0 0 0,-1 0 0 0 0,0 0 0 0 0,0 0 0 0 0,1 0 0 0 0,-1 1 0 0 0,0-1 1 0 0,0 0-1 0 0,0 0 0 0 0,0 0 0 0 0,0 0 0 0 0,-1-1 0 0 0,0-30 362 0 0,1 32-368 0 0,-21-679 1160 0 0,18 654-1234 0 0,3-6-2254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7.4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137 286 6353 0 0,'0'0'-448'0'0,"23"-1"-901"0"0,-8-7 1195 0 0,0-1 1 0 0,-1-1 0 0 0,0 0 0 0 0,0 0-1 0 0,-1-1 1 0 0,20-22 0 0 0,-28 27 173 0 0,0 0 1 0 0,0 0 0 0 0,-1-1-1 0 0,0 0 1 0 0,0 0 0 0 0,0 0 0 0 0,-1 0-1 0 0,0 0 1 0 0,0-1 0 0 0,-1 1-1 0 0,0-1 1 0 0,0 0 0 0 0,-1 1-1 0 0,0-1 1 0 0,0 0 0 0 0,-1 0-1 0 0,-1-10 1 0 0,1 15-10 0 0,-1 0 1 0 0,0 1-1 0 0,0-1 1 0 0,0 0-1 0 0,0 1 0 0 0,0-1 1 0 0,-1 1-1 0 0,1-1 0 0 0,-1 1 1 0 0,0-1-1 0 0,1 1 1 0 0,-1 0-1 0 0,0 0 0 0 0,0 0 1 0 0,-1 0-1 0 0,1 1 1 0 0,0-1-1 0 0,-1 0 0 0 0,1 1 1 0 0,-1 0-1 0 0,1-1 0 0 0,-1 1 1 0 0,1 0-1 0 0,-1 0 1 0 0,0 1-1 0 0,0-1 0 0 0,0 0 1 0 0,1 1-1 0 0,-1 0 0 0 0,0 0 1 0 0,0-1-1 0 0,0 2 1 0 0,-4-1-1 0 0,-1 0 3 0 0,-1 1 0 0 0,0 0 0 0 0,0 0 0 0 0,1 1 0 0 0,-1 0 0 0 0,1 0 0 0 0,0 1 0 0 0,-1 0 0 0 0,-14 8 0 0 0,11-2-3 0 0,-1 0-1 0 0,2 1 0 0 0,-1 1 0 0 0,2 0 1 0 0,-1 0-1 0 0,1 1 0 0 0,1 0 0 0 0,0 1 0 0 0,1 0 1 0 0,0 0-1 0 0,1 1 0 0 0,1 0 0 0 0,0 0 1 0 0,-4 17-1 0 0,8-25 6 0 0,0 1 1 0 0,0 0-1 0 0,1 0 1 0 0,0 0-1 0 0,1 0 1 0 0,-1 0-1 0 0,1 0 1 0 0,1 0-1 0 0,-1 0 1 0 0,1 0-1 0 0,0 0 0 0 0,1 0 1 0 0,0 0-1 0 0,0 0 1 0 0,0 0-1 0 0,1-1 1 0 0,0 1-1 0 0,0-1 1 0 0,1 0-1 0 0,0 0 1 0 0,0 0-1 0 0,0-1 1 0 0,1 1-1 0 0,0-1 0 0 0,0 0 1 0 0,0 0-1 0 0,0-1 1 0 0,1 1-1 0 0,0-1 1 0 0,0-1-1 0 0,0 1 1 0 0,9 3-1 0 0,-7-3-11 0 0,0 0-1 0 0,1-1 1 0 0,0 0-1 0 0,-1-1 0 0 0,1 0 1 0 0,0 0-1 0 0,0-1 1 0 0,0 0-1 0 0,1 0 1 0 0,12-2-1 0 0,-14 0-363 0 0,0 0 0 0 0,-1-1 0 0 0,1 0 0 0 0,0 0 0 0 0,-1 0 0 0 0,1-1 0 0 0,10-6 0 0 0,-1-1-41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7.8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160 1 2944 0 0,'0'0'-41'0'0,"-4"4"0"0"0,-13 15 100 0 0,1 0-1 0 0,1 1 0 0 0,1 1 1 0 0,1 0-1 0 0,0 1 0 0 0,2 0 0 0 0,1 1 1 0 0,0 0-1 0 0,2 0 0 0 0,1 1 1 0 0,1 0-1 0 0,0 1 0 0 0,2-1 1 0 0,-1 27-1 0 0,5-48-26 0 0,0 1 0 0 0,0-1 0 0 0,0 1 0 0 0,1-1 0 0 0,-1 0 0 0 0,1 1-1 0 0,0-1 1 0 0,0 0 0 0 0,0 1 0 0 0,1-1 0 0 0,-1 0 0 0 0,1 0 0 0 0,-1 0 0 0 0,1 0 0 0 0,0 0 0 0 0,0 0 0 0 0,0 0 0 0 0,5 4 0 0 0,-3-4 2 0 0,1-1 0 0 0,-1 1 1 0 0,0-1-1 0 0,1 0 0 0 0,-1 0 1 0 0,1 0-1 0 0,-1-1 0 0 0,1 0 0 0 0,0 1 1 0 0,0-2-1 0 0,9 2 0 0 0,11-2 48 0 0,-1-2-1 0 0,0 0 0 0 0,0-1 0 0 0,32-9 0 0 0,-40 8-55 0 0,2 0-362 0 0,0-1 0 0 0,0 0 1 0 0,-1-2-1 0 0,0 0 0 0 0,0-1 0 0 0,26-17 0 0 0,-25 12-644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8.3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36 158 3648 0 0,'-5'-34'-227'0'0,"3"16"670"0"0,-1 0 0 0 0,0 0 1 0 0,-1 0-1 0 0,-8-20 0 0 0,8 30-74 0 0,1 2 98 0 0,4 8-195 0 0,4 18-193 0 0,6 50 0 0 0,4 0 1 0 0,28 80-1 0 0,6 24-28 0 0,24 99 33 0 0,-37-150 77 0 0,-33-118-103 0 0,0-40-5618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9.1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0 198 4868 0 0,'0'0'-236'0'0,"11"-19"-822"0"0,35-6 929 0 0,1 2 0 0 0,65-23 0 0 0,105-24-17 0 0,-164 56 51 0 0,-50 14 154 0 0,-3 0-57 0 0,0 1 0 0 0,0 0-1 0 0,1 0 1 0 0,-1-1 0 0 0,0 1 0 0 0,0 0 0 0 0,0 0 0 0 0,0-1-1 0 0,0 1 1 0 0,0 0 0 0 0,0 0 0 0 0,0 0 0 0 0,0-1 0 0 0,0 1-1 0 0,0 0 1 0 0,-1 0 0 0 0,1-1 0 0 0,0 1 0 0 0,0 0 0 0 0,-1-1 0 0 0,1 1-1 0 0,0 0 1 0 0,-1-1 0 0 0,1 1 0 0 0,-1 0 0 0 0,1-1 0 0 0,-2 2-1 0 0,-17 25 15 0 0,16-23-4 0 0,-7 11-9 0 0,2 0 1 0 0,0 0 0 0 0,1 1 0 0 0,-10 29 0 0 0,15-39 23 0 0,0 0-1 0 0,0 0 1 0 0,1 0 0 0 0,0 0 0 0 0,0 1 0 0 0,0-1 0 0 0,1 0-1 0 0,0 0 1 0 0,0 1 0 0 0,0-1 0 0 0,1 0 0 0 0,0 0 0 0 0,1 0-1 0 0,-1 0 1 0 0,1 0 0 0 0,4 9 0 0 0,-3-12 5 0 0,0 0 1 0 0,0 0-1 0 0,0 0 1 0 0,1 0-1 0 0,-1 0 1 0 0,1-1-1 0 0,0 0 1 0 0,0 0-1 0 0,0 0 0 0 0,0 0 1 0 0,0-1-1 0 0,0 1 1 0 0,1-1-1 0 0,-1 0 1 0 0,0 0-1 0 0,1-1 1 0 0,7 1-1 0 0,11 0 129 0 0,44-2-1 0 0,-60 0-129 0 0,0 1 1 0 0,0-1-1 0 0,0-1 0 0 0,0 1 0 0 0,-1-1 0 0 0,1 0 0 0 0,-1 0 0 0 0,1-1 0 0 0,-1 0 0 0 0,0 0 0 0 0,0-1 0 0 0,10-6 0 0 0,-14 7-20 0 0,1 1-1 0 0,-1-1 0 0 0,0 0 0 0 0,0 0 1 0 0,0 0-1 0 0,0 0 0 0 0,-1 0 0 0 0,1 0 1 0 0,-1 0-1 0 0,0 0 0 0 0,0-1 1 0 0,0 1-1 0 0,0 0 0 0 0,0-1 0 0 0,-1 1 1 0 0,1-1-1 0 0,-1 1 0 0 0,0-1 0 0 0,0 1 1 0 0,-1-1-1 0 0,1 1 0 0 0,0-1 0 0 0,-1 1 1 0 0,0 0-1 0 0,0-1 0 0 0,0 1 1 0 0,-3-4-1 0 0,2 2-4 0 0,0 0 0 0 0,0 0 0 0 0,-1 1 0 0 0,0-1 1 0 0,0 1-1 0 0,0 0 0 0 0,0-1 0 0 0,-1 2 0 0 0,0-1 0 0 0,1 0 1 0 0,-1 1-1 0 0,-1 0 0 0 0,1 0 0 0 0,0 0 0 0 0,-1 0 0 0 0,0 1 0 0 0,1-1 1 0 0,-11-2-1 0 0,-1 0 10 0 0,0 2 0 0 0,0 0 0 0 0,-1 0 0 0 0,1 2 0 0 0,-27 0 0 0 0,13 2-160 0 0,-44 10 1 0 0,71-11-297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9.7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55 3340 0 0,'0'0'-180'0'0,"6"1"-515"0"0,21 4 694 0 0,0 0 0 0 0,-1 2 0 0 0,1 1 0 0 0,-1 1 0 0 0,34 18 0 0 0,-42-18 16 0 0,-1 1 0 0 0,0 0 1 0 0,0 2-1 0 0,-1 0 0 0 0,-1 0 0 0 0,0 2 0 0 0,-1 0 0 0 0,20 24 1 0 0,-32-35 25 0 0,0-1 0 0 0,-1 1 1 0 0,1 0-1 0 0,-1-1 0 0 0,0 1 1 0 0,0 0-1 0 0,0 0 1 0 0,0 0-1 0 0,0 0 0 0 0,0 0 1 0 0,-1 0-1 0 0,0 0 0 0 0,1 0 1 0 0,-1 0-1 0 0,0 0 1 0 0,0 1-1 0 0,-1-1 0 0 0,1 0 1 0 0,-1 0-1 0 0,0 0 0 0 0,1 0 1 0 0,-1 0-1 0 0,0-1 1 0 0,-1 1-1 0 0,1 0 0 0 0,-1 0 1 0 0,1-1-1 0 0,-1 1 0 0 0,0 0 1 0 0,0-1-1 0 0,0 0 1 0 0,0 1-1 0 0,0-1 0 0 0,0 0 1 0 0,-1 0-1 0 0,-6 4 784 0 0,4-9-609 0 0,4 2-193 0 0,-1 0 1 0 0,0 0-1 0 0,1 0 0 0 0,-1-1 1 0 0,0 1-1 0 0,1-1 0 0 0,0 1 1 0 0,-1-1-1 0 0,1 1 1 0 0,0-1-1 0 0,0 0 0 0 0,0 0 1 0 0,0 0-1 0 0,0 1 0 0 0,0-1 1 0 0,-1-4-1 0 0,1 1 30 0 0,1-1 0 0 0,-1 0 1 0 0,1 0-1 0 0,1 0 0 0 0,-1 0 0 0 0,2-6 0 0 0,4-22 43 0 0,2-1-1 0 0,2 2 1 0 0,1-1 0 0 0,1 1-1 0 0,2 1 1 0 0,22-38 0 0 0,-35 68-100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50.8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14 175 4612 0 0,'-11'-82'-113'0'0,"11"80"206"0"0,-2 46 177 0 0,4 74 0 0 0,5-74-222 0 0,1-1-1 0 0,2 0 1 0 0,3-1 0 0 0,0 0 0 0 0,3-1 0 0 0,2 0 0 0 0,26 44 0 0 0,-64-127 1149 0 0,3 0 0 0 0,-25-89 1 0 0,25 64-1079 0 0,-15-130 1 0 0,31 189-121 0 0,0-1 0 0 0,1 1 0 0 0,0-1 0 0 0,3-16 1 0 0,-3 22-4 0 0,2-1 0 0 0,-1 1 0 0 0,0-1 0 0 0,1 1 0 0 0,-1 0 0 0 0,1 0 0 0 0,0 0 0 0 0,0 0 0 0 0,1 0 0 0 0,-1 0 1 0 0,0 0-1 0 0,1 1 0 0 0,0-1 0 0 0,5-3 0 0 0,1 0-3 0 0,-1 0 0 0 0,1 1 0 0 0,0 0 0 0 0,1 1 0 0 0,-1 0 0 0 0,1 0 0 0 0,0 1 0 0 0,0 1 0 0 0,0-1 0 0 0,0 2 0 0 0,11-2 0 0 0,-3 3-4 0 0,0 0-1 0 0,-1 1 0 0 0,1 0 0 0 0,0 2 0 0 0,33 8 1 0 0,-18 0-2 0 0,-1 1 1 0 0,0 1-1 0 0,-1 2 0 0 0,-1 1 1 0 0,0 1-1 0 0,34 27 1 0 0,-41-27 3 0 0,-2 2 1 0 0,0 0-1 0 0,37 44 0 0 0,-52-55 7 0 0,0 0 0 0 0,0 0 0 0 0,-1 1 0 0 0,0 0 0 0 0,0 0 0 0 0,-1 0-1 0 0,0 0 1 0 0,0 1 0 0 0,-2-1 0 0 0,1 1 0 0 0,-1 0 0 0 0,0 0-1 0 0,-1 0 1 0 0,0 16 0 0 0,-2-18 4 0 0,-1 0 1 0 0,0 1-1 0 0,-1-1 0 0 0,0 0 1 0 0,0 0-1 0 0,-1 0 0 0 0,1-1 1 0 0,-2 1-1 0 0,1-1 0 0 0,-1 0 1 0 0,0 0-1 0 0,-1-1 0 0 0,0 1 1 0 0,0-1-1 0 0,0 0 0 0 0,-1-1 1 0 0,1 0-1 0 0,-13 8 0 0 0,-7 3 12 0 0,-1-1 0 0 0,0-1 0 0 0,-53 19 0 0 0,65-28 18 0 0,1 0 0 0 0,-1-1 1 0 0,0-1-1 0 0,0 0 1 0 0,-1-1-1 0 0,1 0 0 0 0,0-2 1 0 0,-1 0-1 0 0,1 0 1 0 0,-1-1-1 0 0,1-1 0 0 0,0-1 1 0 0,0 0-1 0 0,-16-6 1 0 0,30 8-149 0 0,-1 1 1 0 0,1-1-1 0 0,0 0 0 0 0,0 0 1 0 0,1 0-1 0 0,-1 0 1 0 0,0 0-1 0 0,0 0 1 0 0,0 0-1 0 0,0 0 1 0 0,1 0-1 0 0,-1 0 1 0 0,1 0-1 0 0,-1 0 1 0 0,1-1-1 0 0,-1 1 1 0 0,1 0-1 0 0,0 0 1 0 0,-1-1-1 0 0,1 1 1 0 0,0 0-1 0 0,0-1 1 0 0,0 1-1 0 0,0 0 1 0 0,0 0-1 0 0,0-1 1 0 0,0 1-1 0 0,1 0 1 0 0,-1-1-1 0 0,0 1 0 0 0,1 0 1 0 0,-1 0-1 0 0,1 0 1 0 0,-1-1-1 0 0,1 1 1 0 0,0 0-1 0 0,-1 0 1 0 0,1 0-1 0 0,0 0 1 0 0,0 0-1 0 0,2-1 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51.3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1 141 6169 0 0,'0'-141'562'0'0,"19"178"-476"0"0,47 175 96 0 0,-23-88-126 0 0,42 160 75 0 0,-81-274 38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52.13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99 4196 0 0,'0'0'-37'0'0,"-1"-1"0"0"0,1 1-1 0 0,-1-1 1 0 0,0 1-1 0 0,1-1 1 0 0,-1 1-1 0 0,1-1 1 0 0,-1 0-1 0 0,1 1 1 0 0,0-1 0 0 0,-1 0-1 0 0,1 0 1 0 0,0 1-1 0 0,-1-1 1 0 0,1 0-1 0 0,0 0 1 0 0,0 0 0 0 0,0 1-1 0 0,0-1 1 0 0,0 0-1 0 0,0 0 1 0 0,0 0-1 0 0,0 1 1 0 0,0-1 0 0 0,0 0-1 0 0,0 0 1 0 0,0 0-1 0 0,1 1 1 0 0,-1-1-1 0 0,0 0 1 0 0,1-1 0 0 0,23-21-419 0 0,35-6 293 0 0,-44 24 141 0 0,0 0 0 0 0,0 2 0 0 0,1-1 0 0 0,-1 2 0 0 0,1 0 0 0 0,28 1 0 0 0,-35 1 16 0 0,1 0-1 0 0,0 1 1 0 0,-1 0-1 0 0,1 1 1 0 0,-1 0 0 0 0,1 0-1 0 0,-1 1 1 0 0,0 0-1 0 0,0 1 1 0 0,0 0-1 0 0,-1 0 1 0 0,10 7-1 0 0,-15-9 10 0 0,-1 0 0 0 0,0-1 0 0 0,0 1 0 0 0,0 0 0 0 0,0 1 0 0 0,0-1 0 0 0,0 0 0 0 0,-1 0 0 0 0,1 1 0 0 0,-1-1 0 0 0,1 1 0 0 0,-1 0-1 0 0,0-1 1 0 0,0 1 0 0 0,0 0 0 0 0,-1-1 0 0 0,1 1 0 0 0,-1 0 0 0 0,1 0 0 0 0,-1 3 0 0 0,0-1 6 0 0,-1 0 0 0 0,0-1 1 0 0,0 1-1 0 0,0 0 0 0 0,-1-1 0 0 0,0 1 1 0 0,0-1-1 0 0,0 0 0 0 0,0 1 0 0 0,0-1 1 0 0,-5 5-1 0 0,-8 9 76 0 0,-1 0-1 0 0,0-1 1 0 0,-38 29 0 0 0,39-34-11 0 0,-124 90 2240 0 0,144-100-2271 0 0,1 0 1 0 0,0-1-1 0 0,0 1 1 0 0,-1-1-1 0 0,9 1 0 0 0,20 2 12 0 0,-1 2-1 0 0,0 2 0 0 0,-1 1 0 0 0,39 15 1 0 0,-54-17-49 0 0,0 1 0 0 0,-1 1 1 0 0,0 0-1 0 0,0 1 0 0 0,-1 0 0 0 0,0 1 1 0 0,-1 1-1 0 0,-1 1 0 0 0,16 17 1 0 0,-27-28-5 0 0,0 0 1 0 0,0 1 0 0 0,0-1-1 0 0,0 1 1 0 0,-1 0 0 0 0,1 0-1 0 0,-1-1 1 0 0,0 1 0 0 0,0 0 0 0 0,0 0-1 0 0,0 0 1 0 0,0 1 0 0 0,-1-1-1 0 0,1 0 1 0 0,-1 0 0 0 0,0 0-1 0 0,0 0 1 0 0,0 0 0 0 0,0 1 0 0 0,-1-1-1 0 0,-1 5 1 0 0,0-3 13 0 0,0 0 0 0 0,0 0 0 0 0,-1 0 0 0 0,0-1 1 0 0,0 0-1 0 0,0 1 0 0 0,-1-1 0 0 0,1 0 0 0 0,-1 0 0 0 0,0-1 0 0 0,-8 7 0 0 0,-4 0 90 0 0,-1 0 0 0 0,0-1-1 0 0,0 0 1 0 0,-1-2 0 0 0,1 0 0 0 0,-25 6-1 0 0,22-8 142 0 0,0-1 0 0 0,-1-1 0 0 0,-33 1-1 0 0,-3-11-670 0 0,51 5-120 0 0,0 1 0 0 0,1-2 0 0 0,-1 1 0 0 0,1 0 0 0 0,-1-1 0 0 0,-9-7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4.xml"/><Relationship Id="rId7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6.xml"/><Relationship Id="rId7" Type="http://schemas.openxmlformats.org/officeDocument/2006/relationships/customXml" Target="../ink/ink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13.xml"/><Relationship Id="rId18" Type="http://schemas.openxmlformats.org/officeDocument/2006/relationships/image" Target="../media/image15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12" Type="http://schemas.openxmlformats.org/officeDocument/2006/relationships/image" Target="../media/image12.png"/><Relationship Id="rId17" Type="http://schemas.openxmlformats.org/officeDocument/2006/relationships/customXml" Target="../ink/ink15.xml"/><Relationship Id="rId2" Type="http://schemas.openxmlformats.org/officeDocument/2006/relationships/image" Target="../media/image6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12.xml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11.xml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ustomXml" Target="../ink/ink17.xml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customXml" Target="../ink/ink1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customXml" Target="../ink/ink25.xml"/><Relationship Id="rId3" Type="http://schemas.openxmlformats.org/officeDocument/2006/relationships/customXml" Target="../ink/ink20.xml"/><Relationship Id="rId7" Type="http://schemas.openxmlformats.org/officeDocument/2006/relationships/customXml" Target="../ink/ink22.xml"/><Relationship Id="rId12" Type="http://schemas.openxmlformats.org/officeDocument/2006/relationships/image" Target="../media/image23.png"/><Relationship Id="rId2" Type="http://schemas.openxmlformats.org/officeDocument/2006/relationships/image" Target="../media/image6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customXml" Target="../ink/ink24.xml"/><Relationship Id="rId5" Type="http://schemas.openxmlformats.org/officeDocument/2006/relationships/customXml" Target="../ink/ink21.xml"/><Relationship Id="rId15" Type="http://schemas.openxmlformats.org/officeDocument/2006/relationships/customXml" Target="../ink/ink26.xml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customXml" Target="../ink/ink23.xml"/><Relationship Id="rId1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customXml" Target="../ink/ink35.xml"/><Relationship Id="rId26" Type="http://schemas.openxmlformats.org/officeDocument/2006/relationships/customXml" Target="../ink/ink39.xml"/><Relationship Id="rId39" Type="http://schemas.openxmlformats.org/officeDocument/2006/relationships/image" Target="../media/image44.png"/><Relationship Id="rId21" Type="http://schemas.openxmlformats.org/officeDocument/2006/relationships/image" Target="../media/image35.png"/><Relationship Id="rId34" Type="http://schemas.openxmlformats.org/officeDocument/2006/relationships/customXml" Target="../ink/ink43.xml"/><Relationship Id="rId42" Type="http://schemas.openxmlformats.org/officeDocument/2006/relationships/customXml" Target="../ink/ink47.xml"/><Relationship Id="rId47" Type="http://schemas.openxmlformats.org/officeDocument/2006/relationships/image" Target="../media/image48.png"/><Relationship Id="rId50" Type="http://schemas.openxmlformats.org/officeDocument/2006/relationships/customXml" Target="../ink/ink51.xml"/><Relationship Id="rId55" Type="http://schemas.openxmlformats.org/officeDocument/2006/relationships/image" Target="../media/image52.png"/><Relationship Id="rId7" Type="http://schemas.openxmlformats.org/officeDocument/2006/relationships/image" Target="../media/image28.png"/><Relationship Id="rId12" Type="http://schemas.openxmlformats.org/officeDocument/2006/relationships/customXml" Target="../ink/ink32.xml"/><Relationship Id="rId17" Type="http://schemas.openxmlformats.org/officeDocument/2006/relationships/image" Target="../media/image33.png"/><Relationship Id="rId25" Type="http://schemas.openxmlformats.org/officeDocument/2006/relationships/image" Target="../media/image37.png"/><Relationship Id="rId33" Type="http://schemas.openxmlformats.org/officeDocument/2006/relationships/image" Target="../media/image41.png"/><Relationship Id="rId38" Type="http://schemas.openxmlformats.org/officeDocument/2006/relationships/customXml" Target="../ink/ink45.xml"/><Relationship Id="rId46" Type="http://schemas.openxmlformats.org/officeDocument/2006/relationships/customXml" Target="../ink/ink49.xml"/><Relationship Id="rId59" Type="http://schemas.openxmlformats.org/officeDocument/2006/relationships/image" Target="../media/image54.png"/><Relationship Id="rId2" Type="http://schemas.openxmlformats.org/officeDocument/2006/relationships/customXml" Target="../ink/ink27.xml"/><Relationship Id="rId16" Type="http://schemas.openxmlformats.org/officeDocument/2006/relationships/customXml" Target="../ink/ink34.xml"/><Relationship Id="rId20" Type="http://schemas.openxmlformats.org/officeDocument/2006/relationships/customXml" Target="../ink/ink36.xml"/><Relationship Id="rId29" Type="http://schemas.openxmlformats.org/officeDocument/2006/relationships/image" Target="../media/image39.png"/><Relationship Id="rId41" Type="http://schemas.openxmlformats.org/officeDocument/2006/relationships/image" Target="../media/image45.png"/><Relationship Id="rId54" Type="http://schemas.openxmlformats.org/officeDocument/2006/relationships/customXml" Target="../ink/ink5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.xml"/><Relationship Id="rId11" Type="http://schemas.openxmlformats.org/officeDocument/2006/relationships/image" Target="../media/image30.png"/><Relationship Id="rId24" Type="http://schemas.openxmlformats.org/officeDocument/2006/relationships/customXml" Target="../ink/ink38.xml"/><Relationship Id="rId32" Type="http://schemas.openxmlformats.org/officeDocument/2006/relationships/customXml" Target="../ink/ink42.xml"/><Relationship Id="rId37" Type="http://schemas.openxmlformats.org/officeDocument/2006/relationships/image" Target="../media/image43.png"/><Relationship Id="rId40" Type="http://schemas.openxmlformats.org/officeDocument/2006/relationships/customXml" Target="../ink/ink46.xml"/><Relationship Id="rId45" Type="http://schemas.openxmlformats.org/officeDocument/2006/relationships/image" Target="../media/image47.png"/><Relationship Id="rId53" Type="http://schemas.openxmlformats.org/officeDocument/2006/relationships/image" Target="../media/image51.png"/><Relationship Id="rId58" Type="http://schemas.openxmlformats.org/officeDocument/2006/relationships/customXml" Target="../ink/ink55.xml"/><Relationship Id="rId5" Type="http://schemas.openxmlformats.org/officeDocument/2006/relationships/image" Target="../media/image27.png"/><Relationship Id="rId15" Type="http://schemas.openxmlformats.org/officeDocument/2006/relationships/image" Target="../media/image32.png"/><Relationship Id="rId23" Type="http://schemas.openxmlformats.org/officeDocument/2006/relationships/image" Target="../media/image36.png"/><Relationship Id="rId28" Type="http://schemas.openxmlformats.org/officeDocument/2006/relationships/customXml" Target="../ink/ink40.xml"/><Relationship Id="rId36" Type="http://schemas.openxmlformats.org/officeDocument/2006/relationships/customXml" Target="../ink/ink44.xml"/><Relationship Id="rId49" Type="http://schemas.openxmlformats.org/officeDocument/2006/relationships/image" Target="../media/image49.png"/><Relationship Id="rId57" Type="http://schemas.openxmlformats.org/officeDocument/2006/relationships/image" Target="../media/image53.png"/><Relationship Id="rId10" Type="http://schemas.openxmlformats.org/officeDocument/2006/relationships/customXml" Target="../ink/ink31.xml"/><Relationship Id="rId19" Type="http://schemas.openxmlformats.org/officeDocument/2006/relationships/image" Target="../media/image34.png"/><Relationship Id="rId31" Type="http://schemas.openxmlformats.org/officeDocument/2006/relationships/image" Target="../media/image40.png"/><Relationship Id="rId44" Type="http://schemas.openxmlformats.org/officeDocument/2006/relationships/customXml" Target="../ink/ink48.xml"/><Relationship Id="rId52" Type="http://schemas.openxmlformats.org/officeDocument/2006/relationships/customXml" Target="../ink/ink52.xml"/><Relationship Id="rId4" Type="http://schemas.openxmlformats.org/officeDocument/2006/relationships/customXml" Target="../ink/ink28.xml"/><Relationship Id="rId9" Type="http://schemas.openxmlformats.org/officeDocument/2006/relationships/image" Target="../media/image29.png"/><Relationship Id="rId14" Type="http://schemas.openxmlformats.org/officeDocument/2006/relationships/customXml" Target="../ink/ink33.xml"/><Relationship Id="rId22" Type="http://schemas.openxmlformats.org/officeDocument/2006/relationships/customXml" Target="../ink/ink37.xml"/><Relationship Id="rId27" Type="http://schemas.openxmlformats.org/officeDocument/2006/relationships/image" Target="../media/image38.png"/><Relationship Id="rId30" Type="http://schemas.openxmlformats.org/officeDocument/2006/relationships/customXml" Target="../ink/ink41.xml"/><Relationship Id="rId35" Type="http://schemas.openxmlformats.org/officeDocument/2006/relationships/image" Target="../media/image42.png"/><Relationship Id="rId43" Type="http://schemas.openxmlformats.org/officeDocument/2006/relationships/image" Target="../media/image46.png"/><Relationship Id="rId48" Type="http://schemas.openxmlformats.org/officeDocument/2006/relationships/customXml" Target="../ink/ink50.xml"/><Relationship Id="rId56" Type="http://schemas.openxmlformats.org/officeDocument/2006/relationships/customXml" Target="../ink/ink54.xml"/><Relationship Id="rId8" Type="http://schemas.openxmlformats.org/officeDocument/2006/relationships/customXml" Target="../ink/ink30.xml"/><Relationship Id="rId51" Type="http://schemas.openxmlformats.org/officeDocument/2006/relationships/image" Target="../media/image50.png"/><Relationship Id="rId3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</a:t>
            </a:r>
          </a:p>
          <a:p>
            <a:pPr algn="ctr">
              <a:buNone/>
            </a:pP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Retrieval-Augmented Generation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0DCC2-29D2-1866-D201-BD6FA171A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479D0-2265-21A3-873A-ACF81CE31294}"/>
              </a:ext>
            </a:extLst>
          </p:cNvPr>
          <p:cNvSpPr txBox="1"/>
          <p:nvPr/>
        </p:nvSpPr>
        <p:spPr>
          <a:xfrm>
            <a:off x="90424" y="1166842"/>
            <a:ext cx="95829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ChatGPT or any LLM answer questions about YOUR personal files?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 No!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solves this types of problem.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21C08C-87A5-B93D-3836-57F88DD2D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10" y="1498967"/>
            <a:ext cx="3457494" cy="275375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EB24FA5F-924C-7563-242A-1E607752D838}"/>
              </a:ext>
            </a:extLst>
          </p:cNvPr>
          <p:cNvSpPr/>
          <p:nvPr/>
        </p:nvSpPr>
        <p:spPr>
          <a:xfrm>
            <a:off x="6951822" y="3324737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</a:t>
            </a:r>
          </a:p>
        </p:txBody>
      </p:sp>
    </p:spTree>
    <p:extLst>
      <p:ext uri="{BB962C8B-B14F-4D97-AF65-F5344CB8AC3E}">
        <p14:creationId xmlns:p14="http://schemas.microsoft.com/office/powerpoint/2010/main" val="3855387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ECBAC-173C-4BED-6760-88F24DDAE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C3AAE2A-52C9-12F0-81C0-985F19AC1E23}"/>
              </a:ext>
            </a:extLst>
          </p:cNvPr>
          <p:cNvSpPr txBox="1"/>
          <p:nvPr/>
        </p:nvSpPr>
        <p:spPr>
          <a:xfrm>
            <a:off x="121394" y="1205736"/>
            <a:ext cx="64170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RAG?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technique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where a language model (like GPT)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first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retrieves relevant information from an external source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uses that information to generate a better, more accurate response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4E89E9-F1D7-5F60-B703-454046ECC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10" y="1498967"/>
            <a:ext cx="3457494" cy="275375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4528A2C-B296-7910-0626-49B2D0E2D7B5}"/>
                  </a:ext>
                </a:extLst>
              </p14:cNvPr>
              <p14:cNvContentPartPr/>
              <p14:nvPr/>
            </p14:nvContentPartPr>
            <p14:xfrm>
              <a:off x="8312904" y="3461256"/>
              <a:ext cx="222840" cy="94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4528A2C-B296-7910-0626-49B2D0E2D7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76904" y="3425616"/>
                <a:ext cx="294480" cy="16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5EC3E865-95F9-5306-5F86-AFE129D52E2E}"/>
              </a:ext>
            </a:extLst>
          </p:cNvPr>
          <p:cNvGrpSpPr/>
          <p:nvPr/>
        </p:nvGrpSpPr>
        <p:grpSpPr>
          <a:xfrm>
            <a:off x="8358984" y="347133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3955D7CF-2F7D-2DDD-3C21-F6E0D8092CAB}"/>
              </a:ext>
            </a:extLst>
          </p:cNvPr>
          <p:cNvSpPr/>
          <p:nvPr/>
        </p:nvSpPr>
        <p:spPr>
          <a:xfrm>
            <a:off x="6445250" y="2996366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</a:t>
            </a:r>
          </a:p>
        </p:txBody>
      </p:sp>
    </p:spTree>
    <p:extLst>
      <p:ext uri="{BB962C8B-B14F-4D97-AF65-F5344CB8AC3E}">
        <p14:creationId xmlns:p14="http://schemas.microsoft.com/office/powerpoint/2010/main" val="1007107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F8542-EAA5-84AA-F564-FCD25D33E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F03F9FB-DA55-6951-1493-C361C04B9BF2}"/>
              </a:ext>
            </a:extLst>
          </p:cNvPr>
          <p:cNvSpPr txBox="1"/>
          <p:nvPr/>
        </p:nvSpPr>
        <p:spPr>
          <a:xfrm>
            <a:off x="477520" y="528288"/>
            <a:ext cx="712114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need RAG?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understand the problem first.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❌ Problem with Normal LLMs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 Language Models (LLMs):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trained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fixed data (training data)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know recent updates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sometimes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hallucinate (make up answers)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"What is my company, </a:t>
            </a:r>
            <a:r>
              <a:rPr lang="en-US" sz="2400" i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Academy, policy?"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normal LLM will either: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Guess 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generic answer 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055192-FF9D-4A0D-16B8-878F91A3BFD8}"/>
              </a:ext>
            </a:extLst>
          </p:cNvPr>
          <p:cNvSpPr txBox="1"/>
          <p:nvPr/>
        </p:nvSpPr>
        <p:spPr>
          <a:xfrm>
            <a:off x="8759952" y="4352544"/>
            <a:ext cx="2729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Flow: Without RAG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C1C7D6-8A7C-70B9-E0F0-99BA10DFD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10" y="1498967"/>
            <a:ext cx="3457494" cy="275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1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3702D-AE1E-94E9-6B3D-F1DE11BBF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335EF62-FC2D-1AE8-7257-DF89C6136A37}"/>
              </a:ext>
            </a:extLst>
          </p:cNvPr>
          <p:cNvSpPr txBox="1"/>
          <p:nvPr/>
        </p:nvSpPr>
        <p:spPr>
          <a:xfrm>
            <a:off x="167815" y="1363671"/>
            <a:ext cx="66365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RAG solves this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connects the model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own data source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Databases, Websites, Company documents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D643829-6241-406F-3DD8-4EF50E846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10" y="1498967"/>
            <a:ext cx="3457494" cy="275375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CC463E11-A5E9-53E4-29D8-491498875C7A}"/>
              </a:ext>
            </a:extLst>
          </p:cNvPr>
          <p:cNvSpPr/>
          <p:nvPr/>
        </p:nvSpPr>
        <p:spPr>
          <a:xfrm>
            <a:off x="6804327" y="2373761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B4729A-A96D-B6DE-095A-DBA0EF83FF73}"/>
              </a:ext>
            </a:extLst>
          </p:cNvPr>
          <p:cNvSpPr txBox="1"/>
          <p:nvPr/>
        </p:nvSpPr>
        <p:spPr>
          <a:xfrm>
            <a:off x="6961012" y="2748665"/>
            <a:ext cx="1421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Personal files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12C0C0F-B1D1-F288-0A39-394039CDE105}"/>
              </a:ext>
            </a:extLst>
          </p:cNvPr>
          <p:cNvGrpSpPr/>
          <p:nvPr/>
        </p:nvGrpSpPr>
        <p:grpSpPr>
          <a:xfrm>
            <a:off x="8358984" y="347133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96DD7AA-BC61-D201-4F43-630CD4636C48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48CBFEF-B9B9-D708-C305-92F4F87814FB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40675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30FDD-CFDA-74A4-1105-21AE375C3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A8746EF-0E5B-A0DF-52D5-86091BD31211}"/>
              </a:ext>
            </a:extLst>
          </p:cNvPr>
          <p:cNvSpPr txBox="1"/>
          <p:nvPr/>
        </p:nvSpPr>
        <p:spPr>
          <a:xfrm>
            <a:off x="148336" y="80232"/>
            <a:ext cx="82184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flow becomes: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asks question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system would search relevant documents and extract useful information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answer based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data source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Result: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Accurate answers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Up-to-date information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CDF8F9-65BA-12BF-AE06-8368DB4E2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10" y="1498967"/>
            <a:ext cx="3457494" cy="2753757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A0569DF-E9E3-9D11-078C-047834FB2BBB}"/>
              </a:ext>
            </a:extLst>
          </p:cNvPr>
          <p:cNvSpPr/>
          <p:nvPr/>
        </p:nvSpPr>
        <p:spPr>
          <a:xfrm>
            <a:off x="6804327" y="2373761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B353B7-7EE9-FFEC-9549-1FEF2BA2C5AF}"/>
              </a:ext>
            </a:extLst>
          </p:cNvPr>
          <p:cNvSpPr txBox="1"/>
          <p:nvPr/>
        </p:nvSpPr>
        <p:spPr>
          <a:xfrm>
            <a:off x="6961012" y="2748665"/>
            <a:ext cx="1421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Personal files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995DF3-DEF7-D3EF-DCAC-079B743EBD3F}"/>
              </a:ext>
            </a:extLst>
          </p:cNvPr>
          <p:cNvGrpSpPr/>
          <p:nvPr/>
        </p:nvGrpSpPr>
        <p:grpSpPr>
          <a:xfrm>
            <a:off x="8358984" y="347133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549E72A-EC46-7E1B-18A4-B6D6CB2FB5A4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4435062-07A9-819D-F565-B38D98D5B262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90822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15276-1D61-493C-1050-42BFFE542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4B08BB-078C-95ED-6946-0A935218ABFF}"/>
              </a:ext>
            </a:extLst>
          </p:cNvPr>
          <p:cNvSpPr txBox="1"/>
          <p:nvPr/>
        </p:nvSpPr>
        <p:spPr>
          <a:xfrm>
            <a:off x="230632" y="235680"/>
            <a:ext cx="47894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Architecture/Process </a:t>
            </a: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A (Populate The Vector DB)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59243F-6976-C66F-F511-2EB8936ED151}"/>
              </a:ext>
            </a:extLst>
          </p:cNvPr>
          <p:cNvSpPr txBox="1"/>
          <p:nvPr/>
        </p:nvSpPr>
        <p:spPr>
          <a:xfrm>
            <a:off x="2647188" y="1292412"/>
            <a:ext cx="31409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Chunking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 data into small pieces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(chunks)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BBB7B7-CF0B-FF3C-5A90-A69E6C54A709}"/>
              </a:ext>
            </a:extLst>
          </p:cNvPr>
          <p:cNvSpPr txBox="1"/>
          <p:nvPr/>
        </p:nvSpPr>
        <p:spPr>
          <a:xfrm>
            <a:off x="6158484" y="1297770"/>
            <a:ext cx="28483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Embeddings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text into vectors using models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4198E2-5DDD-8FD3-D524-579B91975B11}"/>
              </a:ext>
            </a:extLst>
          </p:cNvPr>
          <p:cNvSpPr txBox="1"/>
          <p:nvPr/>
        </p:nvSpPr>
        <p:spPr>
          <a:xfrm>
            <a:off x="9075420" y="1246924"/>
            <a:ext cx="29946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Storage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 vectors in a database called Vector DB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(e.g., Pinecone, FAISS, etc.)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3804D0-CC9E-470F-92B9-854E68B5F784}"/>
              </a:ext>
            </a:extLst>
          </p:cNvPr>
          <p:cNvSpPr txBox="1"/>
          <p:nvPr/>
        </p:nvSpPr>
        <p:spPr>
          <a:xfrm>
            <a:off x="32004" y="1284839"/>
            <a:ext cx="29809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Data Collection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Collect documents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(PDFs, text, etc.)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0715B0-38FA-5CF2-0A5D-E66C746A1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BCA29B37-AE00-EFA3-4749-216465F4D06A}"/>
              </a:ext>
            </a:extLst>
          </p:cNvPr>
          <p:cNvGrpSpPr/>
          <p:nvPr/>
        </p:nvGrpSpPr>
        <p:grpSpPr>
          <a:xfrm>
            <a:off x="1151784" y="4918176"/>
            <a:ext cx="296640" cy="330120"/>
            <a:chOff x="1151784" y="4918176"/>
            <a:chExt cx="29664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07CFD25-91F1-7EC3-B10F-3843C213F326}"/>
                    </a:ext>
                  </a:extLst>
                </p14:cNvPr>
                <p14:cNvContentPartPr/>
                <p14:nvPr/>
              </p14:nvContentPartPr>
              <p14:xfrm>
                <a:off x="1313784" y="5012496"/>
                <a:ext cx="48240" cy="172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07CFD25-91F1-7EC3-B10F-3843C213F32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77784" y="4976496"/>
                  <a:ext cx="1198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34FD8D5-451C-D920-49A8-D999BBFC2DC1}"/>
                    </a:ext>
                  </a:extLst>
                </p14:cNvPr>
                <p14:cNvContentPartPr/>
                <p14:nvPr/>
              </p14:nvContentPartPr>
              <p14:xfrm>
                <a:off x="1151784" y="4918176"/>
                <a:ext cx="296640" cy="330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34FD8D5-451C-D920-49A8-D999BBFC2DC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15784" y="4882536"/>
                  <a:ext cx="368280" cy="40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C6DF791-4CDF-0861-DED8-221F2C0A34E0}"/>
              </a:ext>
            </a:extLst>
          </p:cNvPr>
          <p:cNvGrpSpPr/>
          <p:nvPr/>
        </p:nvGrpSpPr>
        <p:grpSpPr>
          <a:xfrm>
            <a:off x="2446344" y="4818096"/>
            <a:ext cx="284760" cy="228240"/>
            <a:chOff x="2446344" y="4818096"/>
            <a:chExt cx="284760" cy="2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96A94C4-A8A3-EB08-C3CE-10BB45BB8DE5}"/>
                    </a:ext>
                  </a:extLst>
                </p14:cNvPr>
                <p14:cNvContentPartPr/>
                <p14:nvPr/>
              </p14:nvContentPartPr>
              <p14:xfrm>
                <a:off x="2544984" y="4888656"/>
                <a:ext cx="153720" cy="104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96A94C4-A8A3-EB08-C3CE-10BB45BB8DE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08984" y="4852656"/>
                  <a:ext cx="2253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5082C1F-4DCD-CD99-A1C7-8EAFC7BD2F07}"/>
                    </a:ext>
                  </a:extLst>
                </p14:cNvPr>
                <p14:cNvContentPartPr/>
                <p14:nvPr/>
              </p14:nvContentPartPr>
              <p14:xfrm>
                <a:off x="2446344" y="4818096"/>
                <a:ext cx="284760" cy="228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5082C1F-4DCD-CD99-A1C7-8EAFC7BD2F0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10704" y="4782096"/>
                  <a:ext cx="356400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15CEBE3-659B-636E-DFA0-F19A2E30740B}"/>
              </a:ext>
            </a:extLst>
          </p:cNvPr>
          <p:cNvGrpSpPr/>
          <p:nvPr/>
        </p:nvGrpSpPr>
        <p:grpSpPr>
          <a:xfrm>
            <a:off x="3546144" y="4783536"/>
            <a:ext cx="371520" cy="278640"/>
            <a:chOff x="3546144" y="4783536"/>
            <a:chExt cx="37152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03C6BC4-70D9-5A40-9C97-76F5285124A5}"/>
                    </a:ext>
                  </a:extLst>
                </p14:cNvPr>
                <p14:cNvContentPartPr/>
                <p14:nvPr/>
              </p14:nvContentPartPr>
              <p14:xfrm>
                <a:off x="3672144" y="4865256"/>
                <a:ext cx="166320" cy="131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03C6BC4-70D9-5A40-9C97-76F5285124A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36144" y="4829256"/>
                  <a:ext cx="2379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65E2FB5-BD90-07B7-067D-98D0E07D0168}"/>
                    </a:ext>
                  </a:extLst>
                </p14:cNvPr>
                <p14:cNvContentPartPr/>
                <p14:nvPr/>
              </p14:nvContentPartPr>
              <p14:xfrm>
                <a:off x="3546144" y="4783536"/>
                <a:ext cx="371520" cy="278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65E2FB5-BD90-07B7-067D-98D0E07D016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10504" y="4747896"/>
                  <a:ext cx="443160" cy="35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0C11632-78C2-A3A6-2FEF-239BB5EA9D96}"/>
              </a:ext>
            </a:extLst>
          </p:cNvPr>
          <p:cNvGrpSpPr/>
          <p:nvPr/>
        </p:nvGrpSpPr>
        <p:grpSpPr>
          <a:xfrm>
            <a:off x="4928904" y="5097456"/>
            <a:ext cx="330120" cy="320400"/>
            <a:chOff x="4928904" y="5097456"/>
            <a:chExt cx="33012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3289346-5E6D-EA3D-BF71-4216B61696A4}"/>
                    </a:ext>
                  </a:extLst>
                </p14:cNvPr>
                <p14:cNvContentPartPr/>
                <p14:nvPr/>
              </p14:nvContentPartPr>
              <p14:xfrm>
                <a:off x="5025024" y="5169816"/>
                <a:ext cx="97920" cy="189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3289346-5E6D-EA3D-BF71-4216B61696A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989024" y="5134176"/>
                  <a:ext cx="1695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23C545A-AD16-72DB-5B74-DBBA99146E1A}"/>
                    </a:ext>
                  </a:extLst>
                </p14:cNvPr>
                <p14:cNvContentPartPr/>
                <p14:nvPr/>
              </p14:nvContentPartPr>
              <p14:xfrm>
                <a:off x="4928904" y="5097456"/>
                <a:ext cx="330120" cy="320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23C545A-AD16-72DB-5B74-DBBA99146E1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893264" y="5061816"/>
                  <a:ext cx="401760" cy="392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58556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8BF28-BE79-4111-F78E-7C4878E97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E6180D9-ED27-D32C-D3FD-6504458B3F17}"/>
              </a:ext>
            </a:extLst>
          </p:cNvPr>
          <p:cNvSpPr txBox="1"/>
          <p:nvPr/>
        </p:nvSpPr>
        <p:spPr>
          <a:xfrm>
            <a:off x="230632" y="244824"/>
            <a:ext cx="638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B ( User Query 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6ACF8D-D627-B5DA-F4C2-95A80F48DF8E}"/>
              </a:ext>
            </a:extLst>
          </p:cNvPr>
          <p:cNvSpPr txBox="1"/>
          <p:nvPr/>
        </p:nvSpPr>
        <p:spPr>
          <a:xfrm>
            <a:off x="123444" y="756934"/>
            <a:ext cx="394563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Retrieval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user asks a question (query):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query into vector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similar data from Vector DB  (AKA context)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896540-ACCD-5CA3-2338-9F73D339010D}"/>
              </a:ext>
            </a:extLst>
          </p:cNvPr>
          <p:cNvSpPr txBox="1"/>
          <p:nvPr/>
        </p:nvSpPr>
        <p:spPr>
          <a:xfrm>
            <a:off x="4671648" y="241084"/>
            <a:ext cx="7371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Query: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founded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?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Ranked Results From </a:t>
            </a:r>
            <a:r>
              <a:rPr lang="en-US" sz="2000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VectorDB</a:t>
            </a:r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(Similar data):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Founder of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are living in Moscow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Ms. Lomax and Mr. Thomas founded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in 2018 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One of the founders of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went to MIT.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7EEF47-02F6-30D8-0246-68D223BF5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25897B4-AA18-CAB3-4D82-7B111CA2F988}"/>
              </a:ext>
            </a:extLst>
          </p:cNvPr>
          <p:cNvGrpSpPr/>
          <p:nvPr/>
        </p:nvGrpSpPr>
        <p:grpSpPr>
          <a:xfrm>
            <a:off x="4525344" y="4014576"/>
            <a:ext cx="426960" cy="446040"/>
            <a:chOff x="4525344" y="4014576"/>
            <a:chExt cx="42696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32BB86C-81A4-C4E1-06CE-114CDBC8D8F1}"/>
                    </a:ext>
                  </a:extLst>
                </p14:cNvPr>
                <p14:cNvContentPartPr/>
                <p14:nvPr/>
              </p14:nvContentPartPr>
              <p14:xfrm>
                <a:off x="4723344" y="4114656"/>
                <a:ext cx="20520" cy="219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32BB86C-81A4-C4E1-06CE-114CDBC8D8F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87704" y="4078656"/>
                  <a:ext cx="921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2770B5-EE87-5A70-5308-8C732E9D00F9}"/>
                    </a:ext>
                  </a:extLst>
                </p14:cNvPr>
                <p14:cNvContentPartPr/>
                <p14:nvPr/>
              </p14:nvContentPartPr>
              <p14:xfrm>
                <a:off x="4525344" y="4014576"/>
                <a:ext cx="426960" cy="446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82770B5-EE87-5A70-5308-8C732E9D00F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89704" y="3978576"/>
                  <a:ext cx="498600" cy="51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A93FA9-9F84-AA4E-07CF-F5896492D76D}"/>
              </a:ext>
            </a:extLst>
          </p:cNvPr>
          <p:cNvGrpSpPr/>
          <p:nvPr/>
        </p:nvGrpSpPr>
        <p:grpSpPr>
          <a:xfrm>
            <a:off x="9099504" y="4117896"/>
            <a:ext cx="570240" cy="421560"/>
            <a:chOff x="9099504" y="4117896"/>
            <a:chExt cx="57024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B48F6FE-DC32-7857-78CA-2F263F92CBD3}"/>
                    </a:ext>
                  </a:extLst>
                </p14:cNvPr>
                <p14:cNvContentPartPr/>
                <p14:nvPr/>
              </p14:nvContentPartPr>
              <p14:xfrm>
                <a:off x="9231984" y="4248936"/>
                <a:ext cx="271080" cy="195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B48F6FE-DC32-7857-78CA-2F263F92CBD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195984" y="4213296"/>
                  <a:ext cx="3427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0C51FCE-F209-60E1-E509-4D547D169F34}"/>
                    </a:ext>
                  </a:extLst>
                </p14:cNvPr>
                <p14:cNvContentPartPr/>
                <p14:nvPr/>
              </p14:nvContentPartPr>
              <p14:xfrm>
                <a:off x="9099504" y="4117896"/>
                <a:ext cx="570240" cy="421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0C51FCE-F209-60E1-E509-4D547D169F3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63504" y="4081896"/>
                  <a:ext cx="641880" cy="493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3086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58E12-6F93-E240-774F-5368D8431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A503C88-72C5-56FC-55E6-662F0C303337}"/>
              </a:ext>
            </a:extLst>
          </p:cNvPr>
          <p:cNvSpPr txBox="1"/>
          <p:nvPr/>
        </p:nvSpPr>
        <p:spPr>
          <a:xfrm>
            <a:off x="230632" y="244824"/>
            <a:ext cx="638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B ( User Query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1187CD-6660-F887-DD86-F48A37338FE6}"/>
              </a:ext>
            </a:extLst>
          </p:cNvPr>
          <p:cNvSpPr txBox="1"/>
          <p:nvPr/>
        </p:nvSpPr>
        <p:spPr>
          <a:xfrm>
            <a:off x="260604" y="872020"/>
            <a:ext cx="58353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Generation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 (retrieved data + question + prompt) to LLM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generates final answer and sends it to user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456144-71CC-F880-5332-DAB155BD3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2A2810F-4EF1-427B-0253-3EE282414154}"/>
              </a:ext>
            </a:extLst>
          </p:cNvPr>
          <p:cNvGrpSpPr/>
          <p:nvPr/>
        </p:nvGrpSpPr>
        <p:grpSpPr>
          <a:xfrm>
            <a:off x="4525344" y="4014576"/>
            <a:ext cx="426960" cy="446040"/>
            <a:chOff x="4525344" y="4014576"/>
            <a:chExt cx="42696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568B6B6-B837-4E62-1FC3-78ED9A5A2603}"/>
                    </a:ext>
                  </a:extLst>
                </p14:cNvPr>
                <p14:cNvContentPartPr/>
                <p14:nvPr/>
              </p14:nvContentPartPr>
              <p14:xfrm>
                <a:off x="4723344" y="4114656"/>
                <a:ext cx="20520" cy="219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568B6B6-B837-4E62-1FC3-78ED9A5A260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86701" y="4078656"/>
                  <a:ext cx="93439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B4A3E74-7065-F22C-5378-41B432DF1D05}"/>
                    </a:ext>
                  </a:extLst>
                </p14:cNvPr>
                <p14:cNvContentPartPr/>
                <p14:nvPr/>
              </p14:nvContentPartPr>
              <p14:xfrm>
                <a:off x="4525344" y="4014576"/>
                <a:ext cx="426960" cy="446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B4A3E74-7065-F22C-5378-41B432DF1D0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89344" y="3978605"/>
                  <a:ext cx="498600" cy="51762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83AC4C4-8F7E-FD67-A206-7F1513514E1F}"/>
              </a:ext>
            </a:extLst>
          </p:cNvPr>
          <p:cNvGrpSpPr/>
          <p:nvPr/>
        </p:nvGrpSpPr>
        <p:grpSpPr>
          <a:xfrm>
            <a:off x="9099504" y="4117896"/>
            <a:ext cx="570240" cy="421560"/>
            <a:chOff x="9099504" y="4117896"/>
            <a:chExt cx="57024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50878C0-3674-E80D-9BC2-C0AE41A81D98}"/>
                    </a:ext>
                  </a:extLst>
                </p14:cNvPr>
                <p14:cNvContentPartPr/>
                <p14:nvPr/>
              </p14:nvContentPartPr>
              <p14:xfrm>
                <a:off x="9231984" y="4248936"/>
                <a:ext cx="271080" cy="195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50878C0-3674-E80D-9BC2-C0AE41A81D9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195984" y="4212869"/>
                  <a:ext cx="342720" cy="2668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B4A2D45-CE2B-5C6D-7586-F94624EBBFFF}"/>
                    </a:ext>
                  </a:extLst>
                </p14:cNvPr>
                <p14:cNvContentPartPr/>
                <p14:nvPr/>
              </p14:nvContentPartPr>
              <p14:xfrm>
                <a:off x="9099504" y="4117896"/>
                <a:ext cx="570240" cy="421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B4A2D45-CE2B-5C6D-7586-F94624EBBFF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63527" y="4081927"/>
                  <a:ext cx="641835" cy="493139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DC378FD-2B37-A022-B9F2-7ABE2E0E7635}"/>
              </a:ext>
            </a:extLst>
          </p:cNvPr>
          <p:cNvSpPr txBox="1"/>
          <p:nvPr/>
        </p:nvSpPr>
        <p:spPr>
          <a:xfrm>
            <a:off x="6368796" y="270074"/>
            <a:ext cx="5033772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PROMPT: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Answer ONLY from the context.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</a:t>
            </a:r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Context: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context_from_VectorDB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Question: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user_query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B05F8E8-E204-5B72-1101-7FCA6BC2D8F6}"/>
              </a:ext>
            </a:extLst>
          </p:cNvPr>
          <p:cNvGrpSpPr/>
          <p:nvPr/>
        </p:nvGrpSpPr>
        <p:grpSpPr>
          <a:xfrm>
            <a:off x="6053184" y="2071296"/>
            <a:ext cx="816480" cy="617400"/>
            <a:chOff x="6053184" y="2071296"/>
            <a:chExt cx="816480" cy="61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29A4D36-14E8-8FF8-FF46-E3C1D604F18A}"/>
                    </a:ext>
                  </a:extLst>
                </p14:cNvPr>
                <p14:cNvContentPartPr/>
                <p14:nvPr/>
              </p14:nvContentPartPr>
              <p14:xfrm>
                <a:off x="6053184" y="2148696"/>
                <a:ext cx="804240" cy="540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29A4D36-14E8-8FF8-FF46-E3C1D604F18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35184" y="2131056"/>
                  <a:ext cx="83988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7902D1D-1207-242A-7166-537C47EB8E5F}"/>
                    </a:ext>
                  </a:extLst>
                </p14:cNvPr>
                <p14:cNvContentPartPr/>
                <p14:nvPr/>
              </p14:nvContentPartPr>
              <p14:xfrm>
                <a:off x="6730704" y="2071296"/>
                <a:ext cx="138960" cy="179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7902D1D-1207-242A-7166-537C47EB8E5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12704" y="2053656"/>
                  <a:ext cx="174600" cy="21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65DF8AC-65A8-965E-216A-4A0D79F89FA1}"/>
                  </a:ext>
                </a:extLst>
              </p14:cNvPr>
              <p14:cNvContentPartPr/>
              <p14:nvPr/>
            </p14:nvContentPartPr>
            <p14:xfrm>
              <a:off x="9089064" y="1669896"/>
              <a:ext cx="1811160" cy="3917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65DF8AC-65A8-965E-216A-4A0D79F89FA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71424" y="1651896"/>
                <a:ext cx="1846800" cy="395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7545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CB0ED-A7C4-4336-9593-4893F1C09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5F3A76-7918-C645-690E-59D5B5DEEB52}"/>
              </a:ext>
            </a:extLst>
          </p:cNvPr>
          <p:cNvSpPr txBox="1"/>
          <p:nvPr/>
        </p:nvSpPr>
        <p:spPr>
          <a:xfrm>
            <a:off x="230632" y="1168368"/>
            <a:ext cx="4332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passed to LLM: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51609-991D-B446-DA78-61E2C8FD389A}"/>
              </a:ext>
            </a:extLst>
          </p:cNvPr>
          <p:cNvSpPr txBox="1"/>
          <p:nvPr/>
        </p:nvSpPr>
        <p:spPr>
          <a:xfrm>
            <a:off x="2196288" y="2091912"/>
            <a:ext cx="9856520" cy="3211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PROMPT: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Answer ONLY from the context.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</a:t>
            </a:r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Context: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Founders of Loxford Academy are living in Moscow. It is cold there.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2) Ms. Lomax and Mr. Thomas created this academy in 2018.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3) One of the founders of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went to MIT.</a:t>
            </a: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Question: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founded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6226C9-8FE3-16EF-FD75-6AAF3A3C1016}"/>
              </a:ext>
            </a:extLst>
          </p:cNvPr>
          <p:cNvSpPr txBox="1"/>
          <p:nvPr/>
        </p:nvSpPr>
        <p:spPr>
          <a:xfrm>
            <a:off x="230632" y="244824"/>
            <a:ext cx="37470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B ( User Query )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78FF5A6-5C38-2029-9408-E47A0694BFE9}"/>
              </a:ext>
            </a:extLst>
          </p:cNvPr>
          <p:cNvGrpSpPr/>
          <p:nvPr/>
        </p:nvGrpSpPr>
        <p:grpSpPr>
          <a:xfrm>
            <a:off x="362304" y="3098016"/>
            <a:ext cx="2627280" cy="1558440"/>
            <a:chOff x="362304" y="3098016"/>
            <a:chExt cx="2627280" cy="155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C82B963-2332-317A-0C55-B198559155B5}"/>
                    </a:ext>
                  </a:extLst>
                </p14:cNvPr>
                <p14:cNvContentPartPr/>
                <p14:nvPr/>
              </p14:nvContentPartPr>
              <p14:xfrm>
                <a:off x="2801664" y="3183336"/>
                <a:ext cx="187920" cy="1161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C82B963-2332-317A-0C55-B198559155B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66024" y="3147336"/>
                  <a:ext cx="259560" cy="12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E9F6F3F-2AAE-0C69-309B-AA7DAF270948}"/>
                    </a:ext>
                  </a:extLst>
                </p14:cNvPr>
                <p14:cNvContentPartPr/>
                <p14:nvPr/>
              </p14:nvContentPartPr>
              <p14:xfrm>
                <a:off x="2395224" y="3706776"/>
                <a:ext cx="383760" cy="66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E9F6F3F-2AAE-0C69-309B-AA7DAF27094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59224" y="3670776"/>
                  <a:ext cx="4554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99445E6-73F2-E169-2CA9-81267FDD4C94}"/>
                    </a:ext>
                  </a:extLst>
                </p14:cNvPr>
                <p14:cNvContentPartPr/>
                <p14:nvPr/>
              </p14:nvContentPartPr>
              <p14:xfrm>
                <a:off x="2279304" y="3690576"/>
                <a:ext cx="183960" cy="155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99445E6-73F2-E169-2CA9-81267FDD4C9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43304" y="3654936"/>
                  <a:ext cx="2556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99F1639-AE1D-F1A0-1EFC-C3156DDA2E29}"/>
                    </a:ext>
                  </a:extLst>
                </p14:cNvPr>
                <p14:cNvContentPartPr/>
                <p14:nvPr/>
              </p14:nvContentPartPr>
              <p14:xfrm>
                <a:off x="391104" y="3425976"/>
                <a:ext cx="76320" cy="231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99F1639-AE1D-F1A0-1EFC-C3156DDA2E2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5104" y="3389976"/>
                  <a:ext cx="1479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AF84E47-4CB8-EF41-6806-7A604A210A73}"/>
                    </a:ext>
                  </a:extLst>
                </p14:cNvPr>
                <p14:cNvContentPartPr/>
                <p14:nvPr/>
              </p14:nvContentPartPr>
              <p14:xfrm>
                <a:off x="362304" y="3324096"/>
                <a:ext cx="316080" cy="300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AF84E47-4CB8-EF41-6806-7A604A210A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6664" y="3288096"/>
                  <a:ext cx="3877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28DF1B6-93BD-A9AE-BB93-26D85585BA77}"/>
                    </a:ext>
                  </a:extLst>
                </p14:cNvPr>
                <p14:cNvContentPartPr/>
                <p14:nvPr/>
              </p14:nvContentPartPr>
              <p14:xfrm>
                <a:off x="693144" y="3494016"/>
                <a:ext cx="161280" cy="143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28DF1B6-93BD-A9AE-BB93-26D85585BA7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7504" y="3458016"/>
                  <a:ext cx="2329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943413-93FC-4B4D-DB2E-A8DE254A42F8}"/>
                    </a:ext>
                  </a:extLst>
                </p14:cNvPr>
                <p14:cNvContentPartPr/>
                <p14:nvPr/>
              </p14:nvContentPartPr>
              <p14:xfrm>
                <a:off x="826704" y="3269736"/>
                <a:ext cx="244080" cy="335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943413-93FC-4B4D-DB2E-A8DE254A42F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90704" y="3233736"/>
                  <a:ext cx="3157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2763F38-BE20-8B20-90A2-F80937EF6828}"/>
                    </a:ext>
                  </a:extLst>
                </p14:cNvPr>
                <p14:cNvContentPartPr/>
                <p14:nvPr/>
              </p14:nvContentPartPr>
              <p14:xfrm>
                <a:off x="908424" y="3458016"/>
                <a:ext cx="65880" cy="60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2763F38-BE20-8B20-90A2-F80937EF682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72424" y="3422016"/>
                  <a:ext cx="137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657A6FA-7F87-DC7A-84F6-9F1F661FC7D3}"/>
                    </a:ext>
                  </a:extLst>
                </p14:cNvPr>
                <p14:cNvContentPartPr/>
                <p14:nvPr/>
              </p14:nvContentPartPr>
              <p14:xfrm>
                <a:off x="1050264" y="3431016"/>
                <a:ext cx="148680" cy="147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657A6FA-7F87-DC7A-84F6-9F1F661FC7D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14264" y="3395376"/>
                  <a:ext cx="2203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3884CEA-24FF-F296-4948-037B5877B4D9}"/>
                    </a:ext>
                  </a:extLst>
                </p14:cNvPr>
                <p14:cNvContentPartPr/>
                <p14:nvPr/>
              </p14:nvContentPartPr>
              <p14:xfrm>
                <a:off x="1304424" y="3388536"/>
                <a:ext cx="67680" cy="129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3884CEA-24FF-F296-4948-037B5877B4D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68424" y="3352536"/>
                  <a:ext cx="1393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602E721-69BB-30EF-F166-7E4E364366FB}"/>
                    </a:ext>
                  </a:extLst>
                </p14:cNvPr>
                <p14:cNvContentPartPr/>
                <p14:nvPr/>
              </p14:nvContentPartPr>
              <p14:xfrm>
                <a:off x="1284264" y="3279096"/>
                <a:ext cx="7560" cy="20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602E721-69BB-30EF-F166-7E4E364366F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48624" y="3243096"/>
                  <a:ext cx="79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F56A54-9D9C-582B-81A2-267206FFF882}"/>
                    </a:ext>
                  </a:extLst>
                </p14:cNvPr>
                <p14:cNvContentPartPr/>
                <p14:nvPr/>
              </p14:nvContentPartPr>
              <p14:xfrm>
                <a:off x="1455984" y="3369096"/>
                <a:ext cx="126000" cy="132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F56A54-9D9C-582B-81A2-267206FFF88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20344" y="3333456"/>
                  <a:ext cx="1976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F610121-EA56-78C3-2837-238E3CCE8DAE}"/>
                    </a:ext>
                  </a:extLst>
                </p14:cNvPr>
                <p14:cNvContentPartPr/>
                <p14:nvPr/>
              </p14:nvContentPartPr>
              <p14:xfrm>
                <a:off x="1573704" y="3308976"/>
                <a:ext cx="137880" cy="178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F610121-EA56-78C3-2837-238E3CCE8DA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38064" y="3273336"/>
                  <a:ext cx="2095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246B1A1-B9F4-A6A3-FE3B-078F2B446816}"/>
                    </a:ext>
                  </a:extLst>
                </p14:cNvPr>
                <p14:cNvContentPartPr/>
                <p14:nvPr/>
              </p14:nvContentPartPr>
              <p14:xfrm>
                <a:off x="1793304" y="3323736"/>
                <a:ext cx="102960" cy="134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246B1A1-B9F4-A6A3-FE3B-078F2B44681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57304" y="3287736"/>
                  <a:ext cx="1746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9D85151-68E2-1F0A-AF62-5DEDD44AD94E}"/>
                    </a:ext>
                  </a:extLst>
                </p14:cNvPr>
                <p14:cNvContentPartPr/>
                <p14:nvPr/>
              </p14:nvContentPartPr>
              <p14:xfrm>
                <a:off x="1957104" y="3098016"/>
                <a:ext cx="167040" cy="322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9D85151-68E2-1F0A-AF62-5DEDD44AD94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21464" y="3062016"/>
                  <a:ext cx="23868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2EE2C96-5722-A87F-C261-5501192DFC6F}"/>
                    </a:ext>
                  </a:extLst>
                </p14:cNvPr>
                <p14:cNvContentPartPr/>
                <p14:nvPr/>
              </p14:nvContentPartPr>
              <p14:xfrm>
                <a:off x="545184" y="3816216"/>
                <a:ext cx="149760" cy="438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2EE2C96-5722-A87F-C261-5501192DFC6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9544" y="3780216"/>
                  <a:ext cx="22140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7BA3AFD-C323-D4AA-6C01-8949D967570B}"/>
                    </a:ext>
                  </a:extLst>
                </p14:cNvPr>
                <p14:cNvContentPartPr/>
                <p14:nvPr/>
              </p14:nvContentPartPr>
              <p14:xfrm>
                <a:off x="572904" y="3995136"/>
                <a:ext cx="145800" cy="79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7BA3AFD-C323-D4AA-6C01-8949D967570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7264" y="3959136"/>
                  <a:ext cx="2174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63E209B-E871-179F-6E9B-5327F03ED457}"/>
                    </a:ext>
                  </a:extLst>
                </p14:cNvPr>
                <p14:cNvContentPartPr/>
                <p14:nvPr/>
              </p14:nvContentPartPr>
              <p14:xfrm>
                <a:off x="747504" y="3882456"/>
                <a:ext cx="183600" cy="177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63E209B-E871-179F-6E9B-5327F03ED45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1504" y="3846456"/>
                  <a:ext cx="2552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4898D72-C0B8-7451-06C4-9F83818DAB6A}"/>
                    </a:ext>
                  </a:extLst>
                </p14:cNvPr>
                <p14:cNvContentPartPr/>
                <p14:nvPr/>
              </p14:nvContentPartPr>
              <p14:xfrm>
                <a:off x="987984" y="3894336"/>
                <a:ext cx="106920" cy="115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4898D72-C0B8-7451-06C4-9F83818DAB6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2344" y="3858336"/>
                  <a:ext cx="178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3E793B8-2F77-0708-009B-7551BEFDFA41}"/>
                    </a:ext>
                  </a:extLst>
                </p14:cNvPr>
                <p14:cNvContentPartPr/>
                <p14:nvPr/>
              </p14:nvContentPartPr>
              <p14:xfrm>
                <a:off x="1158624" y="3792816"/>
                <a:ext cx="322920" cy="184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3E793B8-2F77-0708-009B-7551BEFDFA4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2624" y="3756816"/>
                  <a:ext cx="3945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CE9355F-8F9F-221D-DE7F-82E9E0BF2D5D}"/>
                    </a:ext>
                  </a:extLst>
                </p14:cNvPr>
                <p14:cNvContentPartPr/>
                <p14:nvPr/>
              </p14:nvContentPartPr>
              <p14:xfrm>
                <a:off x="546984" y="4371336"/>
                <a:ext cx="208080" cy="285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CE9355F-8F9F-221D-DE7F-82E9E0BF2D5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0984" y="4335696"/>
                  <a:ext cx="2797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4CA0955-5757-7559-5A6E-C9A4669959F9}"/>
                    </a:ext>
                  </a:extLst>
                </p14:cNvPr>
                <p14:cNvContentPartPr/>
                <p14:nvPr/>
              </p14:nvContentPartPr>
              <p14:xfrm>
                <a:off x="878904" y="4427856"/>
                <a:ext cx="118080" cy="161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4CA0955-5757-7559-5A6E-C9A4669959F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2904" y="4391856"/>
                  <a:ext cx="1897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BCF9887-3560-FC74-F060-1C09B3680289}"/>
                    </a:ext>
                  </a:extLst>
                </p14:cNvPr>
                <p14:cNvContentPartPr/>
                <p14:nvPr/>
              </p14:nvContentPartPr>
              <p14:xfrm>
                <a:off x="1071144" y="4406256"/>
                <a:ext cx="153360" cy="163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BCF9887-3560-FC74-F060-1C09B368028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5504" y="4370616"/>
                  <a:ext cx="2250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1E5EDDA-6725-F203-E0A7-3BFB394DB165}"/>
                    </a:ext>
                  </a:extLst>
                </p14:cNvPr>
                <p14:cNvContentPartPr/>
                <p14:nvPr/>
              </p14:nvContentPartPr>
              <p14:xfrm>
                <a:off x="1209744" y="4202136"/>
                <a:ext cx="86040" cy="319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1E5EDDA-6725-F203-E0A7-3BFB394DB16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73744" y="4166136"/>
                  <a:ext cx="15768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1A7495-81FA-598D-A6C5-FFBCCC88680F}"/>
                    </a:ext>
                  </a:extLst>
                </p14:cNvPr>
                <p14:cNvContentPartPr/>
                <p14:nvPr/>
              </p14:nvContentPartPr>
              <p14:xfrm>
                <a:off x="1204704" y="4345776"/>
                <a:ext cx="252720" cy="111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1A7495-81FA-598D-A6C5-FFBCCC88680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68704" y="4310136"/>
                  <a:ext cx="324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E5B1FFA-7917-C9EC-AE22-FC69C936B644}"/>
                    </a:ext>
                  </a:extLst>
                </p14:cNvPr>
                <p14:cNvContentPartPr/>
                <p14:nvPr/>
              </p14:nvContentPartPr>
              <p14:xfrm>
                <a:off x="1448424" y="4311936"/>
                <a:ext cx="148320" cy="127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E5B1FFA-7917-C9EC-AE22-FC69C936B64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12784" y="4276296"/>
                  <a:ext cx="2199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E9A95FD-234C-2CB0-4E4D-C958B041F484}"/>
                    </a:ext>
                  </a:extLst>
                </p14:cNvPr>
                <p14:cNvContentPartPr/>
                <p14:nvPr/>
              </p14:nvContentPartPr>
              <p14:xfrm>
                <a:off x="1813824" y="4127616"/>
                <a:ext cx="264600" cy="237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E9A95FD-234C-2CB0-4E4D-C958B041F48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78184" y="4091976"/>
                  <a:ext cx="3362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4E42A84-CA86-3398-E76D-8ACDE494F575}"/>
                    </a:ext>
                  </a:extLst>
                </p14:cNvPr>
                <p14:cNvContentPartPr/>
                <p14:nvPr/>
              </p14:nvContentPartPr>
              <p14:xfrm>
                <a:off x="2110104" y="4070376"/>
                <a:ext cx="78480" cy="240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4E42A84-CA86-3398-E76D-8ACDE494F57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74464" y="4034376"/>
                  <a:ext cx="1501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B34E9FF-0C12-2F6D-B347-159A4BE91AC9}"/>
                    </a:ext>
                  </a:extLst>
                </p14:cNvPr>
                <p14:cNvContentPartPr/>
                <p14:nvPr/>
              </p14:nvContentPartPr>
              <p14:xfrm>
                <a:off x="2111184" y="4029336"/>
                <a:ext cx="192600" cy="270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B34E9FF-0C12-2F6D-B347-159A4BE91AC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75544" y="3993696"/>
                  <a:ext cx="264240" cy="342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30F729B-EA5A-2F82-B046-F19E34F31723}"/>
              </a:ext>
            </a:extLst>
          </p:cNvPr>
          <p:cNvSpPr txBox="1"/>
          <p:nvPr/>
        </p:nvSpPr>
        <p:spPr>
          <a:xfrm>
            <a:off x="320545" y="5825566"/>
            <a:ext cx="9163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responds: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Ms. Lomax and Mr. Thomas founded Loxford Academy. </a:t>
            </a:r>
          </a:p>
        </p:txBody>
      </p:sp>
    </p:spTree>
    <p:extLst>
      <p:ext uri="{BB962C8B-B14F-4D97-AF65-F5344CB8AC3E}">
        <p14:creationId xmlns:p14="http://schemas.microsoft.com/office/powerpoint/2010/main" val="2321546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4048B-16A4-E9C2-26EB-7CA1A09C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CA6E609-C0F1-9D85-A721-AFD676640B9B}"/>
              </a:ext>
            </a:extLst>
          </p:cNvPr>
          <p:cNvSpPr txBox="1"/>
          <p:nvPr/>
        </p:nvSpPr>
        <p:spPr>
          <a:xfrm>
            <a:off x="477520" y="528288"/>
            <a:ext cx="63896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Key Benefits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Reduces hallucination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Keeps answers updated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Works with private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D9DD0B-60E3-8328-E893-511EF8360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148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1E41E-B699-CDCC-70E0-7B3AC4D3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B41036D-597B-4303-7F14-AB6A40044F8F}"/>
              </a:ext>
            </a:extLst>
          </p:cNvPr>
          <p:cNvSpPr txBox="1"/>
          <p:nvPr/>
        </p:nvSpPr>
        <p:spPr>
          <a:xfrm>
            <a:off x="477520" y="226536"/>
            <a:ext cx="63896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is RAG Used?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 for companies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support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Legal document 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record assistants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Internal knowledge assistants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549C73-B6B8-E0D6-176B-12CAE4BC9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72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1170</TotalTime>
  <Words>562</Words>
  <Application>Microsoft Office PowerPoint</Application>
  <PresentationFormat>Widescreen</PresentationFormat>
  <Paragraphs>110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225</cp:revision>
  <dcterms:created xsi:type="dcterms:W3CDTF">2025-09-22T02:44:38Z</dcterms:created>
  <dcterms:modified xsi:type="dcterms:W3CDTF">2026-07-21T12:52:04Z</dcterms:modified>
</cp:coreProperties>
</file>