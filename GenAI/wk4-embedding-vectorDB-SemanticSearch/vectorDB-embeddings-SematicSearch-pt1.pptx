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handoutMasterIdLst>
    <p:handoutMasterId r:id="rId16"/>
  </p:handoutMasterIdLst>
  <p:sldIdLst>
    <p:sldId id="257" r:id="rId2"/>
    <p:sldId id="279" r:id="rId3"/>
    <p:sldId id="280" r:id="rId4"/>
    <p:sldId id="281" r:id="rId5"/>
    <p:sldId id="276" r:id="rId6"/>
    <p:sldId id="277" r:id="rId7"/>
    <p:sldId id="290" r:id="rId8"/>
    <p:sldId id="289" r:id="rId9"/>
    <p:sldId id="283" r:id="rId10"/>
    <p:sldId id="287" r:id="rId11"/>
    <p:sldId id="288" r:id="rId12"/>
    <p:sldId id="285" r:id="rId13"/>
    <p:sldId id="275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0T17:27:50.590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375 0 524 0 0,'-20'0'3749'0'0,"11"3"-3722"0"0,7-1 39 0 0,8-1 338 0 0,254 11-412 0 0,-64 0 25 0 0,-191-11-14 0 0,-1 0 4 0 0,1 1-1 0 0,-1-1 1 0 0,1 0-1 0 0,-1-1 1 0 0,1 1-1 0 0,-1-1 1 0 0,1 0-1 0 0,-1 0 1 0 0,1 0-1 0 0,7-2 1 0 0,16 2 156 0 0,-26 0-108 0 0,0 0-73 0 0,0 1 8 0 0,-1 0-1 0 0,1 0 0 0 0,0-1 0 0 0,-1 1 1 0 0,1 0-1 0 0,-1 0 0 0 0,0 0 0 0 0,1 1 1 0 0,-1-1-1 0 0,0 0 0 0 0,0 0 0 0 0,1 1 1 0 0,-1-1-1 0 0,0 1 0 0 0,0-1 1 0 0,-1 1-1 0 0,1-1 0 0 0,0 1 0 0 0,0-1 1 0 0,-1 1-1 0 0,1 0 0 0 0,-1 0 0 0 0,1-1 1 0 0,-1 1-1 0 0,0 0 0 0 0,0 0 0 0 0,0-1 1 0 0,0 1-1 0 0,0 2 0 0 0,2 72-54 0 0,-2-59 66 0 0,19 261-89 0 0,-9-185 32 0 0,-3-43 52 0 0,28 186 44 0 0,-32-198-65 0 0,-3 41-1 0 0,0-37 52 0 0,-7 74-2 0 0,4-90 2 0 0,2 1-1 0 0,0-1 1 0 0,4 32 0 0 0,3 5-57 0 0,-6-60 28 0 0,3 28 39 0 0,-2-23-21 0 0,0 0 0 0 0,0 0 0 0 0,1 0 0 0 0,1-1-1 0 0,5 14 1 0 0,-5-13 4 0 0,0 0-1 0 0,0 0 0 0 0,-1 0 0 0 0,0 1 0 0 0,2 15 0 0 0,15 29-2 0 0,-8-5-78 0 0,-11-46 77 0 0,5 46 38 0 0,-5-47-37 0 0,-4 17 277 0 0,0-9 374 0 0,-18-6-458 0 0,-68-1 77 0 0,87-2-257 0 0,-26-2 33 0 0,-24 0 14 0 0,-54-10 0 0 0,44 4-53 0 0,-70 0 1 0 0,10 5-7 0 0,-80 2-34 0 0,121 3 21 0 0,0-2 3 0 0,79 0-2 0 0,0 0 1 0 0,-10 0-2 0 0,10 0 2 0 0,0 0-8 0 0,-8 2 6 0 0,8-2 22 0 0,-27 2 80 0 0,28-1-66 0 0,1-3-419 0 0,1 0 129 0 0,0-1-1 0 0,0 1 0 0 0,0 0 0 0 0,0 0 0 0 0,0 0 1 0 0,0 0-1 0 0,0 0 0 0 0,1 0 0 0 0,-1 0 0 0 0,1 0 0 0 0,0 0 1 0 0,-1 0-1 0 0,3-3 0 0 0,5-11-854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0T17:27:52.609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0 285 3628 0 0,'0'0'-241'0'0,"5"-1"-538"0"0,171-20 561 0 0,99-9 324 0 0,276-2 503 0 0,-463 27 112 0 0,-86 5-631 0 0,35-3 1068 0 0,-35 3-1280 0 0,19-2 1541 0 0,-18-5-527 0 0,-13-5-934 0 0,-7-2 38 0 0,0 1 0 0 0,-1 0 0 0 0,0 2 1 0 0,-1 0-1 0 0,-1 1 0 0 0,1 1 0 0 0,-2 1 1 0 0,-30-8-1 0 0,-75-30-17 0 0,64 26-21 0 0,60 20 35 0 0,9 3-719 0 0,252 75 633 0 0,23 9 172 0 0,-196-58-60 0 0,-84-29-11 0 0,6 4 11 0 0,-7-4-23 0 0,0 0 0 0 0,-1 0-1 0 0,1 0 1 0 0,0 0 0 0 0,-1 0-1 0 0,1 1 1 0 0,0-1 0 0 0,0 0-1 0 0,-1 0 1 0 0,1 1 0 0 0,0-1-1 0 0,-1 0 1 0 0,1 1 0 0 0,0-1-1 0 0,-1 0 1 0 0,1 1 0 0 0,-1-1-1 0 0,1 1 1 0 0,-1-1-1 0 0,1 1 1 0 0,-1-1 0 0 0,1 1-1 0 0,-1 0 1 0 0,1-1 0 0 0,-1 1-1 0 0,0 0 1 0 0,1-1 0 0 0,-1 1-1 0 0,0 0 1 0 0,0-1 0 0 0,1 1-1 0 0,-1 0 1 0 0,0 0 0 0 0,0 0-1 0 0,-18 19-5 0 0,-2 0 1 0 0,0-2-1 0 0,-1 0 0 0 0,-45 28 0 0 0,15-10 3 0 0,-138 86-15 0 0,171-111 10 0 0,3-1 70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0T17:28:41.810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100 149 5529 0 0,'-16'-51'973'0'0,"15"50"-984"0"0,1 6-382 0 0,-1 44 357 0 0,2 0 1 0 0,13 77-1 0 0,-3-39 64 0 0,16 152 152 0 0,-24-199 1736 0 0,-6-46-1799 0 0,-23-55-89 0 0,3-1 0 0 0,3-1 0 0 0,3-1 0 0 0,-11-77-1 0 0,10-19-102 0 0,17 156 56 0 0,1 0-1 0 0,-1 0 0 0 0,1 0 1 0 0,0 0-1 0 0,0 0 1 0 0,0 0-1 0 0,0 0 0 0 0,1 0 1 0 0,-1 0-1 0 0,1 0 1 0 0,0 0-1 0 0,1 0 0 0 0,-1 0 1 0 0,0 1-1 0 0,1-1 1 0 0,0 1-1 0 0,0-1 0 0 0,0 1 1 0 0,1-1-1 0 0,-1 1 1 0 0,1 0-1 0 0,-1 0 0 0 0,5-3 1 0 0,2 0-34 0 0,0 1 0 0 0,0 0 0 0 0,0 1-1 0 0,0 0 1 0 0,1 1 0 0 0,-1 0 0 0 0,1 0 0 0 0,20-2 0 0 0,-14 3 10 0 0,0 0-1 0 0,0 2 1 0 0,0 0-1 0 0,0 1 1 0 0,0 1 0 0 0,-1 0-1 0 0,1 1 1 0 0,0 0-1 0 0,-1 2 1 0 0,0 0 0 0 0,0 0-1 0 0,0 1 1 0 0,-1 1-1 0 0,23 14 1 0 0,-13-4-29 0 0,0 0 1 0 0,0 1-1 0 0,-2 1 1 0 0,0 2-1 0 0,-2 0 1 0 0,0 1-1 0 0,20 30 1 0 0,-35-46 67 0 0,-1 0 1 0 0,1 0 0 0 0,-2 1 0 0 0,1-1 0 0 0,-1 1 0 0 0,0 0 0 0 0,0 0-1 0 0,-1 0 1 0 0,0 0 0 0 0,0 1 0 0 0,-1-1 0 0 0,0 1 0 0 0,0-1 0 0 0,0 1 0 0 0,-1-1-1 0 0,0 1 1 0 0,-1-1 0 0 0,0 1 0 0 0,0-1 0 0 0,-1 1 0 0 0,0-1 0 0 0,0 0-1 0 0,0 0 1 0 0,-1 0 0 0 0,0 0 0 0 0,0 0 0 0 0,-1-1 0 0 0,0 1 0 0 0,0-1 0 0 0,-1 0-1 0 0,0 0 1 0 0,0 0 0 0 0,0-1 0 0 0,0 0 0 0 0,-1 0 0 0 0,-12 8 0 0 0,-18 11 60 0 0,-75 40 1 0 0,24-17 221 0 0,51-32 157 0 0,35-14-264 0 0,-4 1 254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0T17:28:44.023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217 165 5048 0 0,'-4'-2'-23'0'0,"1"0"-1"0"0,-1 0 0 0 0,0 0 0 0 0,-1 1 0 0 0,1-1 0 0 0,0 1 0 0 0,0 0 0 0 0,0 0 0 0 0,-1 0 0 0 0,1 1 0 0 0,-1 0 1 0 0,1-1-1 0 0,0 1 0 0 0,-1 1 0 0 0,1-1 0 0 0,-1 1 0 0 0,1 0 0 0 0,0 0 0 0 0,0 0 0 0 0,-1 0 0 0 0,1 1 0 0 0,0 0 1 0 0,0 0-1 0 0,1 0 0 0 0,-1 0 0 0 0,0 0 0 0 0,1 1 0 0 0,-6 5 0 0 0,-1 0 4 0 0,1 0 1 0 0,0 1-1 0 0,1 1 0 0 0,0-1 0 0 0,0 1 1 0 0,1 1-1 0 0,0 0 0 0 0,1 0 0 0 0,-6 13 1 0 0,11-21 17 0 0,-1 1 0 0 0,1-1 1 0 0,0 1-1 0 0,0 0 1 0 0,0 0-1 0 0,0-1 0 0 0,1 1 1 0 0,0 0-1 0 0,0 0 0 0 0,0 0 1 0 0,0-1-1 0 0,0 1 0 0 0,1 0 1 0 0,-1 0-1 0 0,1-1 1 0 0,0 1-1 0 0,1 0 0 0 0,1 4 1 0 0,0-3 3 0 0,0 0 0 0 0,0 0 0 0 0,1-1 0 0 0,0 1 1 0 0,0-1-1 0 0,0 0 0 0 0,0 0 0 0 0,0 0 0 0 0,1-1 1 0 0,10 6-1 0 0,-1-1 42 0 0,1-1-1 0 0,0-1 1 0 0,1 0 0 0 0,-1-1 0 0 0,1-1 0 0 0,0 0 0 0 0,20 1 0 0 0,-31-5-27 0 0,0 0 0 0 0,0 0 0 0 0,0-1 0 0 0,0 0 0 0 0,0 0 0 0 0,0 0 0 0 0,0-1 0 0 0,0 0 0 0 0,0 0 0 0 0,-1 0 0 0 0,1 0 0 0 0,-1-1 0 0 0,0 0 0 0 0,1 1 0 0 0,-1-2 1 0 0,0 1-1 0 0,-1 0 0 0 0,1-1 0 0 0,3-4 0 0 0,-2 2-6 0 0,0 0 1 0 0,0 0-1 0 0,0-1 0 0 0,-1 0 1 0 0,0 1-1 0 0,-1-1 1 0 0,1-1-1 0 0,-1 1 1 0 0,-1 0-1 0 0,1-1 0 0 0,1-8 1 0 0,-4 11-17 0 0,1 1 0 0 0,-1 0 0 0 0,0 0 0 0 0,0 0 1 0 0,0-1-1 0 0,0 1 0 0 0,-1 0 0 0 0,0 0 0 0 0,0 0 0 0 0,0 0 1 0 0,0 0-1 0 0,-1 0 0 0 0,1 0 0 0 0,-1 0 0 0 0,0 0 0 0 0,0 1 1 0 0,-1-1-1 0 0,1 1 0 0 0,-1-1 0 0 0,1 1 0 0 0,-1 0 1 0 0,0 0-1 0 0,-5-4 0 0 0,-5-1-14 0 0,1 1 0 0 0,-1 0 0 0 0,0 1-1 0 0,0 1 1 0 0,-21-6 0 0 0,-18-9 54 0 0,50 19-22 0 0,-3 0 24 0 0,0-1-1 0 0,0 1 0 0 0,0-2 1 0 0,1 1-1 0 0,-1 0 1 0 0,1-1-1 0 0,-7-5 0 0 0,17 4-65 0 0,-1 0-1 0 0,1 1 0 0 0,1-1 0 0 0,-1 1 0 0 0,0 0 0 0 0,1 1 1 0 0,-1 0-1 0 0,1 0 0 0 0,0 0 0 0 0,9-1 0 0 0,84-5-235 0 0,-44 4 24 0 0,112-8 19 0 0,-165 11 353 0 0,-2 1-139 0 0,0 0 0 0 0,0 0 0 0 0,1 0 0 0 0,-1 0 0 0 0,0 0 0 0 0,0 0 0 0 0,1 0 0 0 0,-1 0 0 0 0,0 0-1 0 0,0 1 1 0 0,0-1 0 0 0,1 1 0 0 0,-1-1 0 0 0,0 0 0 0 0,0 1 0 0 0,0 0 0 0 0,0-1 0 0 0,0 1 0 0 0,0 0 0 0 0,0-1 0 0 0,0 1 0 0 0,1 1 0 0 0,-2 17-86 0 0,0 23 31 0 0,1 0 0 0 0,12 74 1 0 0,8-3 28 0 0,-19-105 90 0 0,2 19 3077 0 0,-13-46-3147 0 0,1 0 0 0 0,1-1 1 0 0,0 1-1 0 0,1-2 0 0 0,-5-36 0 0 0,5 10-217 0 0,0-75 1 0 0,6 116 168 0 0,0 0 1 0 0,0 0 0 0 0,1 1 0 0 0,-1-1 0 0 0,1 0-1 0 0,1 1 1 0 0,-1-1 0 0 0,1 0 0 0 0,0 1 0 0 0,0 0-1 0 0,1-1 1 0 0,-1 1 0 0 0,1 0 0 0 0,0 0 0 0 0,1 1 0 0 0,-1-1-1 0 0,1 1 1 0 0,0-1 0 0 0,0 1 0 0 0,0 0 0 0 0,1 1-1 0 0,-1-1 1 0 0,1 1 0 0 0,0 0 0 0 0,0 0 0 0 0,9-4-1 0 0,-13 6 41 0 0,1 0 0 0 0,-1 1 0 0 0,1-1 0 0 0,0 0-1 0 0,-1 1 1 0 0,1-1 0 0 0,0 1 0 0 0,0 0 0 0 0,-1-1 0 0 0,1 1-1 0 0,0 0 1 0 0,0 0 0 0 0,-1 0 0 0 0,1 0 0 0 0,0 1-1 0 0,0-1 1 0 0,-1 0 0 0 0,1 1 0 0 0,0-1 0 0 0,-1 1-1 0 0,4 1 1 0 0,-2 0 0 0 0,0 0-1 0 0,0 0 0 0 0,-1 0 0 0 0,1 1 1 0 0,0-1-1 0 0,-1 1 0 0 0,0 0 1 0 0,1 0-1 0 0,-1-1 0 0 0,2 5 1 0 0,2 5-17 0 0,0 1 0 0 0,0 0 0 0 0,-1 0 1 0 0,3 14-1 0 0,41 126-242 0 0,-43-124 263 0 0,-3-13 24 0 0,0 0 1 0 0,2 0-1 0 0,-1 0 1 0 0,2-1-1 0 0,8 18 1 0 0,-11-28 6 0 0,0-1 0 0 0,0 1 0 0 0,1-1 0 0 0,-1 0 1 0 0,1 0-1 0 0,0-1 0 0 0,0 1 0 0 0,0-1 0 0 0,0 0 1 0 0,1 0-1 0 0,-1 0 0 0 0,1 0 0 0 0,0-1 0 0 0,0 0 0 0 0,0 0 1 0 0,0 0-1 0 0,0-1 0 0 0,0 1 0 0 0,10 0 0 0 0,-3-1 1 0 0,-1 0 0 0 0,1-2-1 0 0,-1 1 1 0 0,1-1-1 0 0,-1-1 1 0 0,1 0 0 0 0,-1 0-1 0 0,0-1 1 0 0,0-1-1 0 0,0 0 1 0 0,-1-1 0 0 0,1 1-1 0 0,-1-2 1 0 0,0 0 0 0 0,0 0-1 0 0,-1-1 1 0 0,0 0-1 0 0,0 0 1 0 0,-1-1 0 0 0,12-13-1 0 0,-1-1 71 0 0,0-1-1 0 0,-2-1 0 0 0,-1 0 0 0 0,-1-1 1 0 0,-1-1-1 0 0,21-53 0 0 0,-34 74-39 0 0,0 1 0 0 0,-1 0-1 0 0,1-1 1 0 0,-1 1 0 0 0,0-1-1 0 0,0 1 1 0 0,0-1 0 0 0,-1 1 0 0 0,1-1-1 0 0,-1 1 1 0 0,0 0 0 0 0,-1-1-1 0 0,-1-4 1 0 0,3 8-48 0 0,-22 0 3 0 0,13 5-12 0 0,1 0 0 0 0,0 0 0 0 0,0 1 0 0 0,0 0 0 0 0,0 0 0 0 0,1 1 0 0 0,-1 0 0 0 0,1 0 0 0 0,1 1-1 0 0,-1-1 1 0 0,1 2 0 0 0,1-1 0 0 0,-1 1 0 0 0,1 0 0 0 0,1 0 0 0 0,-1 0 0 0 0,1 0 0 0 0,1 1 0 0 0,-1 0 0 0 0,-2 14 0 0 0,3-15 5 0 0,1 1 0 0 0,-1 0-1 0 0,2 0 1 0 0,-1 0 0 0 0,1 0-1 0 0,1 0 1 0 0,0 1 0 0 0,0-1 0 0 0,1 0-1 0 0,0 0 1 0 0,0 0 0 0 0,6 18-1 0 0,-4-20 3 0 0,1 0 0 0 0,0 1 0 0 0,0-2 0 0 0,1 1 0 0 0,0 0-1 0 0,0-1 1 0 0,0 0 0 0 0,1 0 0 0 0,0 0 0 0 0,0-1 0 0 0,1 0-1 0 0,-1 0 1 0 0,1-1 0 0 0,0 0 0 0 0,8 4 0 0 0,13 5 20 0 0,0-1 1 0 0,1-2-1 0 0,0-1 1 0 0,53 10-1 0 0,-23-10 15 0 0,89 3 0 0 0,-125-13-407 0 0,0 0 0 0 0,-1-1-1 0 0,1-1 1 0 0,0-1 0 0 0,35-12 0 0 0,-21 4-523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0T17:28:46.098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171 42 3608 0 0,'0'0'1402'0'0,"-7"0"-1368"0"0,-23 0-16 0 0,26 1-15 0 0,-1-1 0 0 0,1 1 0 0 0,-1 0 0 0 0,1 0 0 0 0,-1 1 0 0 0,1-1 0 0 0,0 1 0 0 0,-1 0 0 0 0,1 0 0 0 0,0 0 0 0 0,0 1 0 0 0,1-1 0 0 0,-1 1 0 0 0,0 0 0 0 0,-4 6 0 0 0,0-1-21 0 0,0 1 1 0 0,1 0-1 0 0,0 0 1 0 0,-8 15-1 0 0,13-19 12 0 0,-1 0-1 0 0,1 0 1 0 0,0 0-1 0 0,0 0 1 0 0,0 0-1 0 0,1 0 0 0 0,-1 1 1 0 0,2-1-1 0 0,-1 1 1 0 0,0-1-1 0 0,1 0 0 0 0,0 1 1 0 0,0-1-1 0 0,1 1 1 0 0,-1-1-1 0 0,4 11 1 0 0,-1-9 7 0 0,0 0-1 0 0,0 0 1 0 0,0 0 0 0 0,1 0 0 0 0,0-1 0 0 0,1 1 0 0 0,0-1 0 0 0,-1-1 0 0 0,2 1 0 0 0,-1-1 0 0 0,7 6 0 0 0,0-2 18 0 0,1 1-1 0 0,0-2 1 0 0,1 0-1 0 0,0-1 1 0 0,0 0 0 0 0,0-1-1 0 0,1 0 1 0 0,0-1-1 0 0,0-1 1 0 0,1-1 0 0 0,18 3-1 0 0,-27-6 4 0 0,0 0-1 0 0,0 0 1 0 0,1 0-1 0 0,-1-1 1 0 0,0 0 0 0 0,0-1-1 0 0,0 1 1 0 0,0-2-1 0 0,0 1 1 0 0,0-1-1 0 0,0 1 1 0 0,-1-2 0 0 0,0 1-1 0 0,1-1 1 0 0,-1 0-1 0 0,5-5 1 0 0,-7 6-27 0 0,-1-1 0 0 0,0 1 0 0 0,0-1 0 0 0,0 1 1 0 0,0-1-1 0 0,-1 0 0 0 0,1 0 0 0 0,-1 0 0 0 0,0-1 0 0 0,0 1 1 0 0,-1 0-1 0 0,1-1 0 0 0,-1 1 0 0 0,0-1 0 0 0,0 1 0 0 0,-1-1 1 0 0,1 0-1 0 0,-1 1 0 0 0,0-1 0 0 0,0 0 0 0 0,-1 1 0 0 0,1-1 1 0 0,-1 0-1 0 0,0 1 0 0 0,0-1 0 0 0,-2-4 0 0 0,0 3-7 0 0,1 0 0 0 0,-1 0-1 0 0,0 0 1 0 0,-1 0 0 0 0,0 0 0 0 0,0 1-1 0 0,0-1 1 0 0,0 1 0 0 0,-1 0-1 0 0,0 1 1 0 0,0-1 0 0 0,0 1 0 0 0,-1 0-1 0 0,1 0 1 0 0,-1 1 0 0 0,-9-5 0 0 0,-9-3-6 0 0,-1 2 1 0 0,0 1 0 0 0,-26-6-1 0 0,-25-7 122 0 0,69 19-100 0 0,-20-10-219 0 0,66 6 112 0 0,71-1-1 0 0,-70 6 51 0 0,-1-1 0 0 0,49-10 0 0 0,-12 7 680 0 0,-74 4-381 0 0,30-2-156 0 0,-31 7-111 0 0,0 1 0 0 0,0-1 0 0 0,0 1 0 0 0,-1-1-1 0 0,1 1 1 0 0,-1-1 0 0 0,0 1 0 0 0,-1 0 0 0 0,1-1 0 0 0,-3 9 0 0 0,1 29-36 0 0,7-2 39 0 0,3 1 1 0 0,1-1 0 0 0,25 70-1 0 0,-11-37 3729 0 0,-28-82-3703 0 0,0-1-1 0 0,1 0 0 0 0,0 1 0 0 0,1-2 0 0 0,0 1 0 0 0,0 0 0 0 0,1-1 0 0 0,1 1 0 0 0,0-1 0 0 0,0 1 0 0 0,1-1 0 0 0,0 0 0 0 0,1 1 0 0 0,3-16 0 0 0,4-20-307 0 0,3 1 1 0 0,16-44-1 0 0,-21 70 220 0 0,-5 15 31 0 0,0 0-1 0 0,1 0 0 0 0,-1 0 1 0 0,1 1-1 0 0,0-1 1 0 0,1 0-1 0 0,-1 1 1 0 0,0 0-1 0 0,1-1 1 0 0,0 1-1 0 0,0 0 1 0 0,0 1-1 0 0,0-1 0 0 0,0 0 1 0 0,0 1-1 0 0,1 0 1 0 0,0 0-1 0 0,-1 0 1 0 0,1 0-1 0 0,0 0 1 0 0,0 1-1 0 0,0-1 1 0 0,0 1-1 0 0,0 0 0 0 0,0 1 1 0 0,0-1-1 0 0,0 1 1 0 0,5-1-1 0 0,-6 1-6 0 0,1 1 8 0 0,0-1 23 0 0,0 1 1 0 0,0-1 0 0 0,0 1-1 0 0,0 0 1 0 0,0 1 0 0 0,0-1-1 0 0,0 1 1 0 0,0-1 0 0 0,0 1 0 0 0,-1 0-1 0 0,1 1 1 0 0,-1-1 0 0 0,1 1-1 0 0,-1-1 1 0 0,0 1 0 0 0,0 0-1 0 0,0 0 1 0 0,-1 0 0 0 0,1 1 0 0 0,-1-1-1 0 0,1 1 1 0 0,-1-1 0 0 0,0 1-1 0 0,-1 0 1 0 0,1 0 0 0 0,-1 0-1 0 0,1 0 1 0 0,-1 0 0 0 0,0 0-1 0 0,0 8 1 0 0,16 133-212 0 0,-16-136 250 0 0,1 0 0 0 0,1 1 0 0 0,-1-1 1 0 0,2-1-1 0 0,-1 1 0 0 0,1 0 1 0 0,0-1-1 0 0,1 0 0 0 0,0 0 0 0 0,0 0 1 0 0,1 0-1 0 0,0-1 0 0 0,0 0 1 0 0,1 0-1 0 0,0-1 0 0 0,0 0 0 0 0,0 0 1 0 0,1-1-1 0 0,15 9 0 0 0,-10-7-264 0 0,-1-1 1 0 0,1 0-1 0 0,0-1 0 0 0,1-1 0 0 0,-1 0 0 0 0,1-1 0 0 0,0 0 0 0 0,0-1 1 0 0,0 0-1 0 0,0-1 0 0 0,0-1 0 0 0,23-3 0 0 0,-3-3-472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0T17:28:47.379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19 114 3436 0 0,'-11'-88'2358'0'0,"11"87"-2157"0"0,-2-11 315 0 0,-2-1-576 0 0,2 83-27 0 0,4 0-1 0 0,3 0 0 0 0,21 110 1 0 0,-7-61 67 0 0,-13-73 61 0 0,2-2 0 0 0,14 45-1 0 0,-18-77-34 0 0,0 0-1 0 0,0-1 1 0 0,1 1-1 0 0,1-1 0 0 0,-1 0 1 0 0,2-1-1 0 0,0 0 1 0 0,0 0-1 0 0,1 0 1 0 0,0-1-1 0 0,0 0 0 0 0,17 13 1 0 0,-15-14-53 0 0,1-1-1 0 0,0-1 1 0 0,0 0-1 0 0,1 0 1 0 0,0-1 0 0 0,0-1-1 0 0,0 0 1 0 0,0 0-1 0 0,26 3 1 0 0,-31-7 12 0 0,0 1-1 0 0,-1-2 0 0 0,1 1 1 0 0,0-1-1 0 0,0 0 1 0 0,0 0-1 0 0,-1-1 1 0 0,1 0-1 0 0,-1 0 0 0 0,1 0 1 0 0,-1-1-1 0 0,0 0 1 0 0,0-1-1 0 0,0 1 1 0 0,0-1-1 0 0,-1 0 0 0 0,1 0 1 0 0,-1-1-1 0 0,0 0 1 0 0,5-6-1 0 0,3-5 358 0 0,-1-2 1 0 0,-1 0-1 0 0,-1 0 0 0 0,0-1 0 0 0,-1 0 0 0 0,10-34 0 0 0,-15 42-28 0 0,-3 10-209 0 0,0 0-61 0 0,2-6-11 0 0,-2 5-22 0 0,0 23-318 0 0,-1-18 320 0 0,1 1-1 0 0,-1-1 1 0 0,0 0-1 0 0,1 0 1 0 0,0 1-1 0 0,0-1 1 0 0,0 0-1 0 0,0 0 1 0 0,0 0 0 0 0,0 0-1 0 0,1 0 1 0 0,0 0-1 0 0,-1 0 1 0 0,1-1-1 0 0,0 1 1 0 0,0 0-1 0 0,1-1 1 0 0,-1 0 0 0 0,0 1-1 0 0,1-1 1 0 0,0 0-1 0 0,4 2 1 0 0,5 4-18 0 0,1-1-1 0 0,0-1 1 0 0,22 9 0 0 0,-27-12-4 0 0,10 4-63 0 0,1-1 0 0 0,0-1 1 0 0,0 0-1 0 0,0-1 0 0 0,0-1 1 0 0,1-1-1 0 0,-1-1 0 0 0,37-2 1 0 0,-48 0 62 0 0,0 0-1 0 0,1-1 1 0 0,-1 0 0 0 0,0 0 0 0 0,0-1 0 0 0,0 1 0 0 0,-1-2 0 0 0,1 1-1 0 0,-1-1 1 0 0,0 0 0 0 0,0-1 0 0 0,0 0 0 0 0,0 0 0 0 0,-1 0-1 0 0,0-1 1 0 0,0 0 0 0 0,0 0 0 0 0,-1 0 0 0 0,0-1 0 0 0,0 0-1 0 0,-1 0 1 0 0,7-15 0 0 0,-3 2 224 0 0,-2-1 0 0 0,8-35 0 0 0,-3 7 256 0 0,-11 48-443 0 0,1-6 30 0 0,-2 5-94 0 0,0 6-316 0 0,-7 33 337 0 0,2-1 0 0 0,1 1-1 0 0,2 1 1 0 0,2-1 0 0 0,1 0 0 0 0,6 46 0 0 0,51 225 43 0 0,-50-277 2 0 0,-2-14-12 0 0,-2 1-1 0 0,0-1 0 0 0,-1 1 1 0 0,0-1-1 0 0,-2 1 0 0 0,0 0 1 0 0,-1-1-1 0 0,-6 34 0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0T17:28:49.313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205 90 3784 0 0,'0'0'-72'0'0,"-7"-21"-26"0"0,4 18 98 0 0,-6-4-9 0 0,-22 6 18 0 0,23 3-17 0 0,0-1 0 0 0,1 1 0 0 0,-1 0 0 0 0,1 1-1 0 0,0 0 1 0 0,0 0 0 0 0,0 0 0 0 0,0 1 0 0 0,0 0-1 0 0,0 1 1 0 0,1-1 0 0 0,0 1 0 0 0,0 0 0 0 0,1 1-1 0 0,-1 0 1 0 0,1-1 0 0 0,0 2 0 0 0,1-1 0 0 0,-1 0-1 0 0,1 1 1 0 0,-6 13 0 0 0,8-14 11 0 0,0 0-1 0 0,0 0 1 0 0,0 0 0 0 0,0 0 0 0 0,1 0-1 0 0,0 1 1 0 0,1-1 0 0 0,-1 0-1 0 0,1 1 1 0 0,0-1 0 0 0,1 1-1 0 0,-1-1 1 0 0,2 0 0 0 0,-1 1 0 0 0,0-1-1 0 0,1 0 1 0 0,0 0 0 0 0,1 0-1 0 0,-1 0 1 0 0,1-1 0 0 0,0 1-1 0 0,1-1 1 0 0,-1 1 0 0 0,1-1 0 0 0,0 0-1 0 0,0 0 1 0 0,9 7 0 0 0,-1-2 21 0 0,1 0 1 0 0,0-1 0 0 0,0 0-1 0 0,1-1 1 0 0,0-1 0 0 0,1 0-1 0 0,-1-1 1 0 0,2 0 0 0 0,-1-1 0 0 0,0-1-1 0 0,1-1 1 0 0,0 0 0 0 0,0-1-1 0 0,29 1 1 0 0,-36-3 1 0 0,1-1 1 0 0,-1 0-1 0 0,1 0 1 0 0,-1-1-1 0 0,0 0 1 0 0,1 0-1 0 0,-1-1 1 0 0,0-1 0 0 0,0 1-1 0 0,-1-2 1 0 0,1 1-1 0 0,-1-1 1 0 0,0 0-1 0 0,0-1 1 0 0,-1 0-1 0 0,1 0 1 0 0,-1 0-1 0 0,-1-1 1 0 0,1 0-1 0 0,-1-1 1 0 0,0 1-1 0 0,-1-1 1 0 0,0 0-1 0 0,0-1 1 0 0,7-16-1 0 0,-11 21-1 0 0,1 0 1 0 0,-1 0-1 0 0,0 0 0 0 0,0 0 1 0 0,0 0-1 0 0,0 0 0 0 0,-1 0 1 0 0,0 0-1 0 0,0 0 0 0 0,0 0 1 0 0,0 0-1 0 0,-1 0 0 0 0,1 0 0 0 0,-1 0 1 0 0,0 0-1 0 0,0 0 0 0 0,-1 0 1 0 0,1 0-1 0 0,-1 0 0 0 0,0 1 1 0 0,0-1-1 0 0,0 1 0 0 0,0-1 1 0 0,-1 1-1 0 0,1 0 0 0 0,-1 0 1 0 0,0 0-1 0 0,0 0 0 0 0,0 1 0 0 0,0-1 1 0 0,-1 1-1 0 0,1-1 0 0 0,-6-2 1 0 0,-14-7 0 0 0,0 2 0 0 0,0 0 1 0 0,-1 1-1 0 0,-35-8 0 0 0,15 3 35 0 0,-9 0-4 0 0,51 13-52 0 0,-17-6 26 0 0,9 2-93 0 0,9 2-264 0 0,195 2 186 0 0,9 0-27 0 0,-50-1 1422 0 0,-149 2-1089 0 0,23 2-117 0 0,-24-2-87 0 0,0 48-349 0 0,-6-19 368 0 0,2 0 1 0 0,1 0 0 0 0,1-1-1 0 0,2 1 1 0 0,1 0 0 0 0,1-1 0 0 0,1 0-1 0 0,1 0 1 0 0,14 32 0 0 0,-13-24 3263 0 0,-15-52-2706 0 0,-2-10-486 0 0,2 0 0 0 0,0-1 0 0 0,2 0 0 0 0,-4-52-1 0 0,8 62-152 0 0,1 1 0 0 0,0 0 0 0 0,1 0 0 0 0,1 0 0 0 0,1 1-1 0 0,0-1 1 0 0,1 0 0 0 0,1 1 0 0 0,10-23 0 0 0,-12 32 40 0 0,1 0 0 0 0,0 0 0 0 0,0 1 1 0 0,1-1-1 0 0,0 1 0 0 0,0 0 0 0 0,0 1 0 0 0,0-1 1 0 0,1 1-1 0 0,-1 0 0 0 0,1 1 0 0 0,0-1 0 0 0,0 1 1 0 0,1 0-1 0 0,-1 1 0 0 0,1-1 0 0 0,-1 1 0 0 0,1 0 1 0 0,0 1-1 0 0,0 0 0 0 0,0 0 0 0 0,0 1 0 0 0,11 0 0 0 0,-7 0 0 0 0,1 0-1 0 0,0 1 0 0 0,0 1 0 0 0,0 0 1 0 0,-1 1-1 0 0,1 0 0 0 0,-1 1 0 0 0,0 0 0 0 0,0 1 1 0 0,0 0-1 0 0,-1 1 0 0 0,1 0 0 0 0,9 8 1 0 0,-5-1 19 0 0,-1 1 1 0 0,-1 0 0 0 0,0 1 0 0 0,-1 1-1 0 0,-1 0 1 0 0,0 0 0 0 0,-1 1-1 0 0,-1 1 1 0 0,0-1 0 0 0,-2 1 0 0 0,0 1-1 0 0,-1 0 1 0 0,0-1 0 0 0,3 33 0 0 0,-2-27-67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0T17:28:50.217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175 82 4080 0 0,'1'0'1'0'0,"1"-1"-1"0"0,-1 0 0 0 0,0 0 0 0 0,0 0 0 0 0,0 0 0 0 0,0 0 0 0 0,0 0 1 0 0,0 0-1 0 0,-1 0 0 0 0,1 0 0 0 0,0 0 0 0 0,0 0 0 0 0,-1 0 1 0 0,1-1-1 0 0,-1 1 0 0 0,1 0 0 0 0,-1-1 0 0 0,0 1 0 0 0,1 0 0 0 0,-1-1 1 0 0,0 1-1 0 0,0 0 0 0 0,0-1 0 0 0,0 1 0 0 0,0-2 0 0 0,-2 0 24 0 0,0 1-1 0 0,0 0 1 0 0,0 0-1 0 0,0 0 0 0 0,0 0 1 0 0,-1 0-1 0 0,1 0 1 0 0,-1 1-1 0 0,1-1 1 0 0,-1 1-1 0 0,0 0 0 0 0,1 0 1 0 0,-1 0-1 0 0,0 0 1 0 0,0 0-1 0 0,-4 0 0 0 0,4 0-40 0 0,-24 8-34 0 0,18-2 47 0 0,0 2-1 0 0,1-1 0 0 0,0 1 0 0 0,0 1 0 0 0,1-1 1 0 0,-1 1-1 0 0,2 0 0 0 0,-1 1 0 0 0,1 0 0 0 0,1 0 0 0 0,-1 0 1 0 0,1 1-1 0 0,1-1 0 0 0,0 1 0 0 0,1 0 0 0 0,-4 15 1 0 0,5-18 10 0 0,1 0 1 0 0,0 0 0 0 0,1 0 0 0 0,0 0-1 0 0,0 0 1 0 0,0 0 0 0 0,1-1 0 0 0,0 1 0 0 0,0 0-1 0 0,0 0 1 0 0,1-1 0 0 0,0 1 0 0 0,1 0 0 0 0,0-1-1 0 0,-1 0 1 0 0,2 0 0 0 0,-1 0 0 0 0,1 0-1 0 0,0 0 1 0 0,0-1 0 0 0,1 0 0 0 0,-1 0 0 0 0,1 0-1 0 0,1 0 1 0 0,-1-1 0 0 0,11 8 0 0 0,2-2 17 0 0,1-1 0 0 0,0 0 0 0 0,0-2 0 0 0,0 0 0 0 0,1-1 0 0 0,0-1 0 0 0,0 0 0 0 0,1-2 0 0 0,-1 0 1 0 0,23-1-1 0 0,-9-2 9 0 0,0-1 0 0 0,0-2 0 0 0,-1-1 0 0 0,1-1 0 0 0,44-14 0 0 0,-56 12-6 0 0,0-1 0 0 0,-1-1 0 0 0,0 0 0 0 0,0-2 0 0 0,-1-1 0 0 0,-1 0 0 0 0,0-1 0 0 0,0-1 0 0 0,-2-1 0 0 0,0-1 0 0 0,0 0 0 0 0,-2-1-1 0 0,0-1 1 0 0,-1 0 0 0 0,-1-1 0 0 0,0 0 0 0 0,-2-1 0 0 0,13-28 0 0 0,-23 45-9 0 0,0 0-1 0 0,0 1 1 0 0,-1-1-1 0 0,1 0 1 0 0,-1 1 0 0 0,1-1-1 0 0,-1 0 1 0 0,0 0-1 0 0,0 0 1 0 0,0 1 0 0 0,0-1-1 0 0,-1 0 1 0 0,1 0-1 0 0,-1 1 1 0 0,1-1-1 0 0,-1 0 1 0 0,0 1 0 0 0,0-1-1 0 0,0 0 1 0 0,-1 1-1 0 0,1 0 1 0 0,-1-1-1 0 0,-2-3 1 0 0,1 3-15 0 0,0 1 0 0 0,0 0-1 0 0,0 0 1 0 0,0 0 0 0 0,0 0 0 0 0,0 0-1 0 0,-1 0 1 0 0,1 1 0 0 0,-1 0-1 0 0,1 0 1 0 0,-1 0 0 0 0,1 0 0 0 0,-1 0-1 0 0,0 1 1 0 0,1-1 0 0 0,-1 1 0 0 0,0 0-1 0 0,1 0 1 0 0,-7 1 0 0 0,-2 2-22 0 0,0 0 1 0 0,1 1 0 0 0,-1 1-1 0 0,1-1 1 0 0,-1 2-1 0 0,2 0 1 0 0,-1 0-1 0 0,1 1 1 0 0,-1 0 0 0 0,2 1-1 0 0,-1 0 1 0 0,1 0-1 0 0,1 1 1 0 0,-1 0-1 0 0,1 1 1 0 0,1 0-1 0 0,-7 11 1 0 0,10-14 10 0 0,-1 0 0 0 0,1 1 0 0 0,1 0 0 0 0,0 0 0 0 0,0-1 0 0 0,0 2 0 0 0,1-1 1 0 0,0 0-1 0 0,1 0 0 0 0,0 1 0 0 0,0 14 0 0 0,1-17 9 0 0,1 0 0 0 0,0 0 1 0 0,0-1-1 0 0,1 1 1 0 0,-1 0-1 0 0,1-1 0 0 0,1 0 1 0 0,-1 1-1 0 0,1-1 0 0 0,0 0 1 0 0,0 0-1 0 0,0 0 0 0 0,1-1 1 0 0,-1 1-1 0 0,1-1 0 0 0,0 0 1 0 0,1 0-1 0 0,6 5 1 0 0,9 5 14 0 0,0-1 0 0 0,1-1 1 0 0,1-1-1 0 0,0-1 0 0 0,0-1 1 0 0,45 12-1 0 0,-31-12 45 0 0,0-2 0 0 0,1-2 0 0 0,68 2 0 0 0,-85-7 56 0 0,1-1-1 0 0,33-6 1 0 0,-50 7-319 0 0,1-1-1 0 0,0 0 1 0 0,0-1 0 0 0,-1 1 0 0 0,1-1-1 0 0,-1 0 1 0 0,1 0 0 0 0,-1 0-1 0 0,0 0 1 0 0,0-1 0 0 0,0 0-1 0 0,0 0 1 0 0,0 0 0 0 0,-1 0-1 0 0,1-1 1 0 0,-1 1 0 0 0,3-5 0 0 0,-3 0-576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0T17:28:50.481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 5 4552 0 0,'0'0'4193'0'0,"13"-5"-2953"0"0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0T17:28:50.699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 1 7885 0 0,'2'40'5340'0'0,"-1"-38"-5001"0"0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0T17:28:51.980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0 17 6049 0 0,'3'-11'-207'0'0,"-1"5"491"0"0,-1 8 52 0 0,37 259-590 0 0,-24-213-1353 0 0,8-65-1138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0T17:28:52.512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19 50 3972 0 0,'-12'-4'-260'0'0,"6"2"334"0"0,7-1 318 0 0,71-9-405 0 0,-1 2-1 0 0,124 1 1 0 0,-62 4-3 0 0,126 0 14 0 0,-256 5 10 0 0,1 0-17 0 0,25 3-1936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0T17:28:52.965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 92 2848 0 0,'0'0'8'0'0,"35"-1"984"0"0,601-65-706 0 0,-534 57 80 0 0,-100 9-459 0 0,-1-1-1 0 0,1 1 1 0 0,0 0-1 0 0,0-1 0 0 0,0 1 1 0 0,0-1-1 0 0,0 0 1 0 0,0 0-1 0 0,-1 0 0 0 0,1 0 1 0 0,0 0-1 0 0,-1 0 0 0 0,1 0 1 0 0,-1 0-1 0 0,3-3 1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0T17:28:53.669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18 105 3452 0 0,'-8'-13'994'0'0,"-1"7"773"0"0,9 19-1776 0 0,0 1 1 0 0,0 0 0 0 0,1-1 0 0 0,1 1 0 0 0,0 0 0 0 0,1-1-1 0 0,5 15 1 0 0,2 1 78 0 0,2-1 1 0 0,24 45-1 0 0,-35-136 2029 0 0,-3-32-2407 0 0,2 86 268 0 0,1 0 0 0 0,0 0 1 0 0,1 0-1 0 0,0 0 0 0 0,0 0 1 0 0,1 1-1 0 0,0-1 1 0 0,1 1-1 0 0,-1 0 0 0 0,2 0 1 0 0,-1 0-1 0 0,1 0 0 0 0,0 1 1 0 0,9-10-1 0 0,-9 13 5 0 0,0-1 0 0 0,1 1 1 0 0,0 0-1 0 0,0 0 0 0 0,0 0 1 0 0,0 1-1 0 0,0 0 0 0 0,1 0 0 0 0,-1 1 1 0 0,1-1-1 0 0,0 1 0 0 0,-1 1 0 0 0,1 0 1 0 0,0 0-1 0 0,0 0 0 0 0,0 0 0 0 0,0 1 1 0 0,0 1-1 0 0,10 0 0 0 0,-2 2-3 0 0,0 0 1 0 0,0 0-1 0 0,0 2 0 0 0,0 0 0 0 0,-1 0 0 0 0,0 1 0 0 0,0 1 0 0 0,-1 0 0 0 0,1 1 0 0 0,18 16 1 0 0,-14-9-8 0 0,0 1 0 0 0,-1 0 1 0 0,-2 2-1 0 0,1-1 1 0 0,-2 2-1 0 0,16 25 1 0 0,-24-32 36 0 0,1-1 0 0 0,0 0 0 0 0,1-1 1 0 0,0 0-1 0 0,18 17 0 0 0,-21-24-203 0 0,0 1 0 0 0,0-1 0 0 0,1 0 1 0 0,-1 0-1 0 0,1-1 0 0 0,0 0 0 0 0,0 0 0 0 0,-1 0 0 0 0,2 0 0 0 0,-1-1 0 0 0,0 0 0 0 0,0-1 0 0 0,0 1 0 0 0,8-2 0 0 0,13 1-853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0T17:28:54.373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44 143 3732 0 0,'-4'-9'135'0'0,"0"1"0"0"0,0-1 0 0 0,1 1-1 0 0,0-1 1 0 0,0 0 0 0 0,1 0-1 0 0,-2-17 1 0 0,-4-12 1684 0 0,8 37-1616 0 0,-9-16 210 0 0,12 68-447 0 0,14 74 1 0 0,-1-13 44 0 0,-13-87-8 0 0,0 0 0 0 0,2 0 0 0 0,1 0 0 0 0,1 0 0 0 0,11 25 0 0 0,-14-44 2 0 0,0 1 1 0 0,1-1-1 0 0,0 0 0 0 0,0 0 0 0 0,0 0 0 0 0,1-1 0 0 0,0 0 0 0 0,0 0 1 0 0,0-1-1 0 0,0 1 0 0 0,1-1 0 0 0,0-1 0 0 0,0 1 0 0 0,0-1 0 0 0,0 0 0 0 0,1-1 1 0 0,-1 0-1 0 0,0 0 0 0 0,1 0 0 0 0,15 0 0 0 0,8 1-239 0 0,-1-1 0 0 0,1-2-1 0 0,56-6 1 0 0,-44 0-1394 0 0,62-18 1 0 0,-60 12 360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0T17:28:54.653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11 67 3936 0 0,'0'0'-163'0'0,"-10"-1"-170"0"0,10 1 324 0 0,0 0 1 0 0,0 0-1 0 0,0 0 1 0 0,0 0-1 0 0,0 0 1 0 0,0 0-1 0 0,0 0 1 0 0,0 0-1 0 0,0-1 1 0 0,0 1-1 0 0,0 0 1 0 0,0 0-1 0 0,0 0 1 0 0,0 0-1 0 0,0 0 1 0 0,0 0-1 0 0,0 0 1 0 0,0 0-1 0 0,0-1 1 0 0,0 1-1 0 0,0 0 1 0 0,0 0-1 0 0,0 0 1 0 0,0 0-1 0 0,0 0 1 0 0,0 0-1 0 0,0-1 1 0 0,354-52-1806 0 0,-306 44 1314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0T17:28:55.418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25 67 2024 0 0,'-19'-65'2658'0'0,"19"63"-2519"0"0,-6 20 218 0 0,7-5-359 0 0,1-1 0 0 0,0 1 0 0 0,1-1 0 0 0,0 1 0 0 0,1-1 0 0 0,0 0-1 0 0,8 13 1 0 0,6 23 21 0 0,13 38 63 0 0,71 139 1 0 0,-100-222-76 0 0,28 61 3096 0 0,-34-69-2907 0 0,1 1-188 0 0,0 0 0 0 0,0 0 0 0 0,1-1 1 0 0,-1 1-1 0 0,1-1 0 0 0,0 1 0 0 0,0-1 0 0 0,1 0 0 0 0,-1 0 1 0 0,1 0-1 0 0,0 0 0 0 0,1 0 0 0 0,-1 0 0 0 0,1 0 1 0 0,0 0-1 0 0,0 0 0 0 0,0 0 0 0 0,1 0 0 0 0,0 0 0 0 0,0 0 1 0 0,2-7-1 0 0,1 4-82 0 0,0-1 1 0 0,0 1-1 0 0,1 0 1 0 0,0 0 0 0 0,0 1-1 0 0,1-1 1 0 0,0 1-1 0 0,0 0 1 0 0,1 1-1 0 0,0-1 1 0 0,0 1 0 0 0,0 1-1 0 0,1-1 1 0 0,0 1-1 0 0,0 1 1 0 0,0-1-1 0 0,1 1 1 0 0,-1 1 0 0 0,1 0-1 0 0,0 0 1 0 0,0 1-1 0 0,0 0 1 0 0,0 0-1 0 0,16 0 1 0 0,-9 1 1 0 0,-1 0 0 0 0,1 2 0 0 0,-1 0 0 0 0,1 0 0 0 0,-1 2 0 0 0,0 0 0 0 0,0 1 0 0 0,0 0 0 0 0,0 1 0 0 0,-1 1 0 0 0,1 0 0 0 0,-2 1 0 0 0,1 0 0 0 0,19 15 0 0 0,23 18-116 0 0,-29-22 92 0 0,-1 2 0 0 0,36 34-1 0 0,-24-23-463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0T17:28:55.874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99 125 3628 0 0,'5'-2'-73'0'0,"70"-36"-583"0"0,-71 35 720 0 0,1 0-1 0 0,0 0 1 0 0,-1 0 0 0 0,1 0-1 0 0,-1-1 1 0 0,0 0 0 0 0,-1 0 0 0 0,1 0-1 0 0,0 0 1 0 0,-1-1 0 0 0,0 0-1 0 0,3-5 1 0 0,-6 9-45 0 0,1 0-1 0 0,-1 1 1 0 0,1-1-1 0 0,-1 0 1 0 0,0 1-1 0 0,1-1 1 0 0,-1 0-1 0 0,0 0 1 0 0,0 0-1 0 0,0 1 1 0 0,0-1-1 0 0,0 0 1 0 0,0 0-1 0 0,0 0 1 0 0,0 1-1 0 0,0-1 1 0 0,0 0-1 0 0,0 0 1 0 0,0 0-1 0 0,0 1 1 0 0,-1-1-1 0 0,1 0 1 0 0,0 0-1 0 0,-1 1 1 0 0,1-1-1 0 0,-1 0 1 0 0,1 1-1 0 0,0-1 1 0 0,-1 0-1 0 0,0 1 1 0 0,1-1-1 0 0,-1 1 1 0 0,1-1-1 0 0,-2 0 1 0 0,0 0-3 0 0,0 0 1 0 0,-1 1-1 0 0,1-1 1 0 0,0 1-1 0 0,-1 0 0 0 0,1 0 1 0 0,0 0-1 0 0,-1 0 1 0 0,1 0-1 0 0,-1 0 0 0 0,-3 1 1 0 0,-5 2-15 0 0,0 0 0 0 0,1 0 1 0 0,0 1-1 0 0,-16 7 0 0 0,8 0-13 0 0,1 0-1 0 0,0 1 1 0 0,-16 16 0 0 0,30-25 6 0 0,-1 0 0 0 0,0 0 0 0 0,1 1 0 0 0,0 0 0 0 0,0 0 0 0 0,0 0 0 0 0,0 0 0 0 0,1 0 0 0 0,0 0 0 0 0,0 1 0 0 0,0-1 0 0 0,0 1 0 0 0,0-1 0 0 0,1 1 0 0 0,0 0 0 0 0,0 0 0 0 0,1-1 0 0 0,-1 1 0 0 0,1 7 0 0 0,1-9 11 0 0,0 0-1 0 0,0 0 1 0 0,0 0-1 0 0,0 0 1 0 0,1-1-1 0 0,0 1 0 0 0,-1 0 1 0 0,1-1-1 0 0,0 1 1 0 0,0-1-1 0 0,0 0 1 0 0,1 0-1 0 0,-1 1 0 0 0,1-1 1 0 0,-1-1-1 0 0,1 1 1 0 0,-1 0-1 0 0,1-1 1 0 0,5 3-1 0 0,63 22 103 0 0,-59-22-90 0 0,23 7-430 0 0,-1-2-1 0 0,2-2 1 0 0,-1-1 0 0 0,62 2 0 0 0,-58-9-344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0T17:28:56.868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0 133 3356 0 0,'2'-5'65'0'0,"-1"-1"0"0"0,-1 0 0 0 0,1 1-1 0 0,-1-1 1 0 0,0 0 0 0 0,-1-7 0 0 0,3-30 1087 0 0,-1 19-49 0 0,-2 7-845 0 0,2 15-262 0 0,-1 8-99 0 0,11 78 117 0 0,3 0 1 0 0,4-1-1 0 0,54 153 1 0 0,-63-213 75 0 0,-5-17 142 0 0,-2 0 1 0 0,1 1-1 0 0,-1-1 1 0 0,0 1-1 0 0,0 0 0 0 0,-1-1 1 0 0,1 8-1 0 0,-7-17-79 0 0,-5-6-109 0 0,0 0 0 0 0,0-1 0 0 0,1 0 0 0 0,0-1 0 0 0,1 0 0 0 0,0 0 0 0 0,0 0 0 0 0,2-1 0 0 0,-1-1 0 0 0,1 1 0 0 0,-5-19-1 0 0,10 29-75 0 0,0 0 0 0 0,0 1-1 0 0,1-2 1 0 0,-1 1 0 0 0,0 0-1 0 0,1 0 1 0 0,0 0-1 0 0,-1 0 1 0 0,1 0 0 0 0,0 0-1 0 0,0 0 1 0 0,0 0-1 0 0,0-1 1 0 0,1 1 0 0 0,-1 0-1 0 0,1 0 1 0 0,-1 0-1 0 0,1 0 1 0 0,0 0 0 0 0,-1 0-1 0 0,3-3 1 0 0,-1 2-8 0 0,0 1 0 0 0,1 0 0 0 0,-1 0-1 0 0,0 0 1 0 0,1 0 0 0 0,-1 1 0 0 0,1-1 0 0 0,0 0 0 0 0,-1 1 0 0 0,1 0 0 0 0,0 0 0 0 0,0 0 0 0 0,0 0 0 0 0,0 0-1 0 0,5 0 1 0 0,19-3-82 0 0,-1 2-1 0 0,1 0 1 0 0,0 2 0 0 0,0 1-1 0 0,0 2 1 0 0,0 0-1 0 0,29 8 1 0 0,16 8-85 0 0,90 34-1 0 0,-144-46 136 0 0,1 0 0 0 0,-1 1-1 0 0,0 0 1 0 0,-1 2 0 0 0,27 18-1 0 0,-43-27 69 0 0,0 0 1 0 0,0-1-1 0 0,-1 1 0 0 0,1 0 0 0 0,0-1 0 0 0,0 1 0 0 0,-1 0 0 0 0,1 0 1 0 0,0 0-1 0 0,-1 0 0 0 0,1 0 0 0 0,-1 0 0 0 0,1 0 0 0 0,-1 0 1 0 0,0 0-1 0 0,1 0 0 0 0,-1 0 0 0 0,0 0 0 0 0,0 0 0 0 0,0 0 1 0 0,0 0-1 0 0,0 0 0 0 0,0 0 0 0 0,0 0 0 0 0,0 0 0 0 0,0 0 1 0 0,0 0-1 0 0,0 0 0 0 0,-1 0 0 0 0,1 0 0 0 0,0 0 0 0 0,-1 0 0 0 0,1 0 1 0 0,-1 0-1 0 0,1 0 0 0 0,-1 0 0 0 0,0 0 0 0 0,1 0 0 0 0,-1 0 1 0 0,0-1-1 0 0,0 1 0 0 0,1 0 0 0 0,-1-1 0 0 0,0 1 0 0 0,0 0 1 0 0,0-1-1 0 0,0 1 0 0 0,0-1 0 0 0,0 1 0 0 0,-1 0 0 0 0,-7 3-7 0 0,0 0 0 0 0,0 0-1 0 0,0 0 1 0 0,-12 2 0 0 0,-34 8 150 0 0,0-3 0 0 0,-1-2 1 0 0,-93 3-1 0 0,129-16-184 0 0,19-6-818 0 0,2 7 645 0 0,1 1 1 0 0,-1 0-1 0 0,1-1 1 0 0,0 1-1 0 0,0 0 1 0 0,0 0-1 0 0,0 1 1 0 0,1-1-1 0 0,3-2 1 0 0,18-10-870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0T17:28:57.354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151 218 3692 0 0,'0'0'-192'0'0,"-2"3"-283"0"0,2-3 470 0 0,0 0 1 0 0,0 0 0 0 0,0 0 0 0 0,0 1-1 0 0,0-1 1 0 0,0 0 0 0 0,0 0 0 0 0,0 1-1 0 0,0-1 1 0 0,0 0 0 0 0,0 0-1 0 0,0 1 1 0 0,0-1 0 0 0,0 0 0 0 0,0 0-1 0 0,0 0 1 0 0,0 1 0 0 0,0-1 0 0 0,1 0-1 0 0,-1 0 1 0 0,0 0 0 0 0,0 1 0 0 0,0-1-1 0 0,0 0 1 0 0,0 0 0 0 0,1 0 0 0 0,-1 0-1 0 0,0 0 1 0 0,0 1 0 0 0,0-1 0 0 0,1 0-1 0 0,-1 0 1 0 0,0 0 0 0 0,0 0 0 0 0,0 0-1 0 0,1 0 1 0 0,-1 0 0 0 0,0 0 0 0 0,0 0-1 0 0,0 0 1 0 0,1 0 0 0 0,-1 1 0 0 0,0-1-1 0 0,0-1 1 0 0,1 1 0 0 0,-1 0 0 0 0,0 0-1 0 0,0 0 1 0 0,0 0 0 0 0,1 0 0 0 0,-1 0-1 0 0,0 0 1 0 0,0 0 0 0 0,1 0 0 0 0,-1 0-1 0 0,15-4-12 0 0,-1-1 1 0 0,0 0-1 0 0,0-1 0 0 0,0 0 0 0 0,-1-1 0 0 0,15-10 0 0 0,-22 13 52 0 0,-1 1 0 0 0,0-1-1 0 0,0-1 1 0 0,0 1-1 0 0,-1-1 1 0 0,0 0-1 0 0,0 0 1 0 0,0 0-1 0 0,0-1 1 0 0,-1 1 0 0 0,0-1-1 0 0,0 0 1 0 0,0 0-1 0 0,-1 0 1 0 0,0 0-1 0 0,0 0 1 0 0,-1 0-1 0 0,2-7 1 0 0,-3 10-17 0 0,0 1-1 0 0,0-1 1 0 0,1 1 0 0 0,-2-1 0 0 0,1 1-1 0 0,0 0 1 0 0,0-1 0 0 0,-1 1-1 0 0,1-1 1 0 0,-1 1 0 0 0,0 0 0 0 0,0 0-1 0 0,0-1 1 0 0,0 1 0 0 0,0 0 0 0 0,0 0-1 0 0,-1 0 1 0 0,1 0 0 0 0,-1 0-1 0 0,1 0 1 0 0,-1 0 0 0 0,0 1 0 0 0,1-1-1 0 0,-1 1 1 0 0,0-1 0 0 0,0 1-1 0 0,0 0 1 0 0,-5-3 0 0 0,1 2-13 0 0,0 1 0 0 0,0-1 0 0 0,0 1 0 0 0,0 0 1 0 0,0 0-1 0 0,0 1 0 0 0,-1-1 0 0 0,1 2 0 0 0,0-1 0 0 0,0 1 0 0 0,0-1 1 0 0,-8 4-1 0 0,-1-1-21 0 0,1 2 1 0 0,1 0 0 0 0,-1 0-1 0 0,1 2 1 0 0,0-1-1 0 0,0 2 1 0 0,1 0 0 0 0,-16 12-1 0 0,21-14 9 0 0,0 0 0 0 0,0 1 0 0 0,0-1 1 0 0,0 2-1 0 0,1-1 0 0 0,1 1 0 0 0,-1 0 0 0 0,1 0 0 0 0,0 0 0 0 0,1 1 0 0 0,0-1 0 0 0,1 1 0 0 0,-4 13 0 0 0,6-18 12 0 0,1-1-1 0 0,0 0 0 0 0,1 1 1 0 0,-1-1-1 0 0,1 1 1 0 0,-1-1-1 0 0,1 0 0 0 0,0 1 1 0 0,0-1-1 0 0,0 0 0 0 0,1 0 1 0 0,-1 0-1 0 0,1 0 0 0 0,0 0 1 0 0,0 0-1 0 0,0 0 1 0 0,0-1-1 0 0,0 1 0 0 0,1-1 1 0 0,-1 1-1 0 0,1-1 0 0 0,-1 0 1 0 0,1 0-1 0 0,0 0 0 0 0,0 0 1 0 0,5 2-1 0 0,9 5 35 0 0,1 0-1 0 0,0-1 0 0 0,22 7 1 0 0,-35-13-35 0 0,19 6-167 0 0,1 0 0 0 0,1-2 0 0 0,-1 0 0 0 0,1-2-1 0 0,0-1 1 0 0,0-1 0 0 0,0-1 0 0 0,1-1-1 0 0,25-4 1 0 0,-4-3-295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0T17:28:58.219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363 34 3116 0 0,'-30'-13'162'0'0,"18"8"-146"0"0,-1 1 0 0 0,0 1 0 0 0,0 0 0 0 0,-1 0 0 0 0,1 2 0 0 0,0 0 1 0 0,-1 0-1 0 0,1 1 0 0 0,0 1 0 0 0,-1 0 0 0 0,1 1 0 0 0,0 0 0 0 0,0 1 0 0 0,0 0 0 0 0,0 1 0 0 0,1 1 0 0 0,-1 0 0 0 0,1 1 0 0 0,0 0 0 0 0,1 1 0 0 0,-21 15 0 0 0,30-21-14 0 0,0 1 1 0 0,0-1-1 0 0,-1 1 0 0 0,1 0 0 0 0,0 0 1 0 0,1 0-1 0 0,-1 0 0 0 0,0 0 1 0 0,0 0-1 0 0,1 0 0 0 0,-1 1 0 0 0,1-1 1 0 0,0 1-1 0 0,0-1 0 0 0,0 1 0 0 0,0-1 1 0 0,0 1-1 0 0,1 0 0 0 0,-1 3 1 0 0,1-4 4 0 0,1 0 0 0 0,0 1 0 0 0,-1-1 0 0 0,1 0 0 0 0,1 1 0 0 0,-1-1 0 0 0,0 0 0 0 0,0 0 0 0 0,1 0 0 0 0,-1 0 0 0 0,1 0 0 0 0,-1-1 0 0 0,1 1 0 0 0,0 0 0 0 0,0-1 0 0 0,0 1 0 0 0,0-1 0 0 0,0 1 0 0 0,0-1 0 0 0,0 0 0 0 0,5 2 0 0 0,6 3 14 0 0,0 0-1 0 0,0-1 1 0 0,1-1-1 0 0,0 0 1 0 0,0 0-1 0 0,0-2 1 0 0,0 0-1 0 0,0 0 1 0 0,0-1-1 0 0,19-2 1 0 0,-27 1-10 0 0,0 0 0 0 0,0-1 0 0 0,0 0 0 0 0,0 0 0 0 0,0 0 0 0 0,-1-1 0 0 0,1 0 0 0 0,0 0 1 0 0,-1-1-1 0 0,1 1 0 0 0,-1-1 0 0 0,0 0 0 0 0,0-1 0 0 0,0 1 0 0 0,0-1 0 0 0,0 0 0 0 0,-1 0 0 0 0,0-1 0 0 0,0 1 0 0 0,0-1 0 0 0,0 0 0 0 0,-1 0 0 0 0,0 0 1 0 0,0 0-1 0 0,0-1 0 0 0,2-7 0 0 0,24-74 1190 0 0,-28 85-1196 0 0,-2 7-151 0 0,-2 15 137 0 0,1 0-1 0 0,1 0 1 0 0,1 0-1 0 0,1 0 1 0 0,1 0-1 0 0,0 0 1 0 0,1 0-1 0 0,2-1 1 0 0,8 27-1 0 0,11 18 49 0 0,45 86-1 0 0,-39-88-21 0 0,-25-53-8 0 0,-1 1-1 0 0,0-1 1 0 0,-1 1-1 0 0,0 0 1 0 0,-1 0-1 0 0,0 0 0 0 0,0 0 1 0 0,-1 1-1 0 0,0-1 1 0 0,-1 0-1 0 0,0 1 1 0 0,-2 11-1 0 0,1-15 2 0 0,-1-1 0 0 0,0 1-1 0 0,0-1 1 0 0,-1 1-1 0 0,0-1 1 0 0,0 0 0 0 0,0 0-1 0 0,-1-1 1 0 0,0 1-1 0 0,0-1 1 0 0,0 0-1 0 0,-1 0 1 0 0,1 0 0 0 0,-1 0-1 0 0,-1-1 1 0 0,1 0-1 0 0,0 0 1 0 0,-1 0 0 0 0,-8 3-1 0 0,-3 2 13 0 0,-1-1 0 0 0,1-1 0 0 0,-2-1-1 0 0,1-1 1 0 0,0 0 0 0 0,-1-1 0 0 0,-19 1-1 0 0,27-4 56 0 0,1 0-1 0 0,-1-1 0 0 0,1 0 0 0 0,0 0 0 0 0,-1-1 0 0 0,1-1 0 0 0,0 0 0 0 0,0 0 1 0 0,0-1-1 0 0,0 0 0 0 0,0-1 0 0 0,1 0 0 0 0,-1-1 0 0 0,-12-8 0 0 0,19 11-47 0 0,1 0-1 0 0,-1 0 0 0 0,1 0 1 0 0,0 0-1 0 0,0 0 1 0 0,0-1-1 0 0,0 1 0 0 0,0-1 1 0 0,1 0-1 0 0,-1 1 1 0 0,1-1-1 0 0,-1 0 0 0 0,1 0 1 0 0,0 0-1 0 0,0 0 1 0 0,1 0-1 0 0,-1 0 0 0 0,0 0 1 0 0,1-4-1 0 0,0 1-3 0 0,0 1 1 0 0,1-1-1 0 0,0 0 1 0 0,0 1-1 0 0,0-1 0 0 0,1 1 1 0 0,0 0-1 0 0,0-1 0 0 0,5-8 1 0 0,4-4-24 0 0,0 2 0 0 0,1-1 0 0 0,1 2 1 0 0,27-27-1 0 0,-25 29-110 0 0,2 1-1 0 0,0 0 1 0 0,1 1-1 0 0,-1 1 1 0 0,2 1-1 0 0,24-9 1 0 0,28-15-2705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0T17:28:58.591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23 26 4056 0 0,'-4'-16'654'0'0,"-2"7"1181"0"0,3 17-1823 0 0,0-1 0 0 0,1 1 1 0 0,1 0-1 0 0,-1 0 0 0 0,1 1 0 0 0,1-1 0 0 0,-1 0 0 0 0,1 0 0 0 0,1 0 0 0 0,0 0 0 0 0,0 0 0 0 0,0 0 0 0 0,1 0 0 0 0,0 0 0 0 0,1 0 1 0 0,3 7-1 0 0,-4-10-84 0 0,1 0 1 0 0,0 0-1 0 0,0 0 0 0 0,0-1 1 0 0,1 1-1 0 0,0-1 1 0 0,0 0-1 0 0,0 0 1 0 0,0-1-1 0 0,1 1 1 0 0,-1-1-1 0 0,1 0 1 0 0,0 0-1 0 0,0 0 0 0 0,0-1 1 0 0,0 0-1 0 0,0 0 1 0 0,1 0-1 0 0,-1 0 1 0 0,1-1-1 0 0,-1 0 1 0 0,1 0-1 0 0,0-1 1 0 0,-1 1-1 0 0,7-2 0 0 0,10 0-1456 0 0,5-2 22 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0T17:28:58.778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45 23 4756 0 0,'-43'-22'1230'0'0,"42"22"-1509"0"0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0T17:28:59.479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27 1 3884 0 0,'-24'35'448'0'0,"24"-33"-466"0"0,-3 38-88 0 0,7-18 101 0 0,0 0 0 0 0,2-1 0 0 0,1 0 0 0 0,0 0 0 0 0,14 26 0 0 0,-6-11 40 0 0,-5-9 2005 0 0,-20-43-663 0 0,-16-48-568 0 0,24 53-789 0 0,1 0 0 0 0,0-1 0 0 0,1 1 0 0 0,0-1 0 0 0,1 1 0 0 0,0-1 0 0 0,4-14 0 0 0,-4 21-50 0 0,0 0 0 0 0,1 0 0 0 0,-1 1 0 0 0,1-1 0 0 0,0 1 0 0 0,1-1 0 0 0,-1 1 0 0 0,1 0 0 0 0,0 0 0 0 0,0 0-1 0 0,0 0 1 0 0,0 0 0 0 0,1 1 0 0 0,-1-1 0 0 0,1 1 0 0 0,0 0 0 0 0,0 0 0 0 0,0 1 0 0 0,5-3 0 0 0,-4 3 0 0 0,0 1-1 0 0,0 0 1 0 0,0 0-1 0 0,0 1 1 0 0,-1-1-1 0 0,1 1 1 0 0,0 0 0 0 0,0 1-1 0 0,0-1 1 0 0,0 1-1 0 0,0 0 1 0 0,0 0-1 0 0,0 0 1 0 0,0 1-1 0 0,-1 0 1 0 0,1 0 0 0 0,-1 0-1 0 0,1 0 1 0 0,-1 1-1 0 0,8 5 1 0 0,9 8-55 0 0,-1 0 1 0 0,30 31-1 0 0,-41-38 41 0 0,36 31-43 0 0,-27-25-14 0 0,0 1 0 0 0,-1 1 0 0 0,18 24 0 0 0,-28-35-217 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0T17:29:00.118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29 56 3872 0 0,'0'-1'6'0'0,"-1"1"0"0"0,1-1-1 0 0,0 1 1 0 0,-1-1 0 0 0,1 1-1 0 0,-1-1 1 0 0,1 1 0 0 0,-1-1-1 0 0,1 1 1 0 0,-1-1 0 0 0,1 1-1 0 0,-1 0 1 0 0,1-1 0 0 0,-1 1-1 0 0,1 0 1 0 0,-1 0 0 0 0,1-1-1 0 0,-1 1 1 0 0,0 0 0 0 0,1 0-1 0 0,-1 0 1 0 0,0 0-1 0 0,1 0 1 0 0,-1 0 0 0 0,1 0-1 0 0,-1 0 1 0 0,0 0 0 0 0,1 0-1 0 0,-1 0 1 0 0,0 0 0 0 0,1 0-1 0 0,-1 0 1 0 0,1 1 0 0 0,-1-1-1 0 0,0 0 1 0 0,1 0 0 0 0,-1 1-1 0 0,0 0 1 0 0,0 1-11 0 0,0 0 1 0 0,0-1-1 0 0,1 1 0 0 0,-1 1 1 0 0,0-1-1 0 0,1 0 0 0 0,-1 0 1 0 0,1 0-1 0 0,0 0 0 0 0,0 0 1 0 0,0 4-1 0 0,9 62-137 0 0,18 29 3953 0 0,-33-109-3659 0 0,0 0 0 0 0,1 0 0 0 0,-5-22-1 0 0,7 21-126 0 0,2 0-1 0 0,-1 0 0 0 0,2 0 0 0 0,-1 0 1 0 0,3-17-1 0 0,-1 26-55 0 0,0 1-1 0 0,0-1 1 0 0,0 0 0 0 0,0 0-1 0 0,0 1 1 0 0,1-1 0 0 0,-1 1-1 0 0,1-1 1 0 0,0 1 0 0 0,0 0-1 0 0,1 0 1 0 0,-1 0 0 0 0,1 0-1 0 0,-1 0 1 0 0,1 0-1 0 0,0 1 1 0 0,0-1 0 0 0,0 1-1 0 0,0 0 1 0 0,1 0 0 0 0,6-3-1 0 0,-4 3 0 0 0,-1 0-1 0 0,1 1 1 0 0,-1 0-1 0 0,1 0 1 0 0,0 0-1 0 0,0 1 0 0 0,-1 0 1 0 0,1 0-1 0 0,0 0 1 0 0,0 1-1 0 0,-1 0 1 0 0,1 0-1 0 0,0 1 1 0 0,-1-1-1 0 0,1 1 0 0 0,-1 0 1 0 0,6 3-1 0 0,9 5-56 0 0,-2 0-1 0 0,1 2 0 0 0,20 15 1 0 0,-23-14 2 0 0,-2 1 0 0 0,21 22 1 0 0,-23-21-6 0 0,2-1 1 0 0,21 17-1 0 0,-33-30 1 0 0,0 1 0 0 0,0-1 1 0 0,-1 0-1 0 0,1 0 0 0 0,-1 1 0 0 0,1-1 1 0 0,-1 1-1 0 0,0-1 0 0 0,1 1 0 0 0,-1-1 0 0 0,0 1 1 0 0,0 0-1 0 0,0 0 0 0 0,0 0 0 0 0,0 0 1 0 0,-1-1-1 0 0,1 1 0 0 0,0 0 0 0 0,-1 0 1 0 0,0 0-1 0 0,1 3 0 0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0T17:29:00.353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 5 4344 0 0,'0'0'36'0'0,"0"0"-43"0"0,0 0-1 0 0,0-1 0 0 0,0 1 1 0 0,0 0-1 0 0,0 0 0 0 0,0 0 1 0 0,0-1-1 0 0,0 1 0 0 0,0 0 1 0 0,1 0-1 0 0,-1-1 0 0 0,0 1 1 0 0,0 0-1 0 0,0 0 0 0 0,0 0 1 0 0,1 0-1 0 0,-1-1 0 0 0,0 1 1 0 0,0 0-1 0 0,0 0 0 0 0,1 0 1 0 0,-1 0-1 0 0,0 0 0 0 0,0 0 1 0 0,0-1-1 0 0,1 1 0 0 0,-1 0 1 0 0,0 0-1 0 0,0 0 0 0 0,1 0 1 0 0,-1 0-1 0 0,0 0 0 0 0,0 0 0 0 0,1 0 1 0 0,-1 0-1 0 0,0 0 0 0 0,0 0 1 0 0,1 0-1 0 0,-1 0 0 0 0,0 0 1 0 0,0 1-1 0 0,0-1 0 0 0,1 0 1 0 0,-1 0-1 0 0,0 0 0 0 0,0 0 1 0 0,1 0-1 0 0,-1 0 0 0 0,0 1 1 0 0,0-1-1 0 0,51 199-1277 0 0,-43-190-231 0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0T17:29:00.526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25 35 3148 0 0,'-8'-10'764'0'0,"5"3"336"0"0,-5-1-31 0 0,2-2-1305 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0T17:29:01.201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42 1 3992 0 0,'-3'5'-193'0'0,"0"0"1"0"0,0 0-1 0 0,1 1 0 0 0,0-1 0 0 0,0 1 0 0 0,0-1 0 0 0,1 1 0 0 0,0 0 0 0 0,-1 11 0 0 0,0 59 277 0 0,3-48-215 0 0,1 48 5364 0 0,-12-92-4835 0 0,7 10-322 0 0,1-1 0 0 0,0 0 1 0 0,1 1-1 0 0,-1-1 0 0 0,1 0 1 0 0,1 0-1 0 0,-1 0 0 0 0,1 0 0 0 0,1 0 1 0 0,-1 0-1 0 0,1 0 0 0 0,0 0 1 0 0,0 1-1 0 0,1-1 0 0 0,0 0 1 0 0,1 1-1 0 0,-1-1 0 0 0,1 1 1 0 0,0 0-1 0 0,1 0 0 0 0,4-8 1 0 0,-4 11-95 0 0,-1-1 0 0 0,1 1 1 0 0,0-1-1 0 0,0 1 0 0 0,0 0 1 0 0,1 0-1 0 0,-1 1 1 0 0,1 0-1 0 0,-1-1 0 0 0,1 1 1 0 0,0 1-1 0 0,0-1 1 0 0,0 1-1 0 0,0 0 0 0 0,0 0 1 0 0,0 0-1 0 0,7 0 0 0 0,-5 2-14 0 0,0 0 0 0 0,0 0-1 0 0,0 1 1 0 0,0-1 0 0 0,0 2-1 0 0,-1-1 1 0 0,1 1 0 0 0,-1 0 0 0 0,1 0-1 0 0,-1 0 1 0 0,7 6 0 0 0,4 5-47 0 0,0 0 1 0 0,-1 1 0 0 0,0 1 0 0 0,-1 1 0 0 0,-1 0 0 0 0,23 36-1 0 0,-25-35 4 0 0,-9-15 15 0 0,0 0 0 0 0,-1 0-1 0 0,0 0 1 0 0,1 0 0 0 0,-1 1 0 0 0,-1-1 0 0 0,1 0 0 0 0,0 1 0 0 0,-1 0 0 0 0,1-1 0 0 0,-1 1-1 0 0,0 0 1 0 0,-1-1 0 0 0,1 1 0 0 0,0 7 0 0 0,-2-9-279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0T17:29:02.082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222 37 4668 0 0,'1'0'-3'0'0,"-1"0"-1"0"0,1-1 1 0 0,-1 1-1 0 0,1-1 0 0 0,-1 1 1 0 0,0-1-1 0 0,1 1 1 0 0,-1-1-1 0 0,0 1 0 0 0,1-1 1 0 0,-1 1-1 0 0,0-1 1 0 0,1 1-1 0 0,-1-1 0 0 0,0 0 1 0 0,0 1-1 0 0,0-1 1 0 0,0 0-1 0 0,0 1 0 0 0,0-1 1 0 0,0 1-1 0 0,0-1 0 0 0,0 0 1 0 0,0 1-1 0 0,0-1 1 0 0,0 0-1 0 0,0 1 0 0 0,0-1 1 0 0,0 1-1 0 0,-1-1 1 0 0,1 0-1 0 0,0 1 0 0 0,0-1 1 0 0,-1 1-1 0 0,1-1 1 0 0,0 1-1 0 0,-1-1 0 0 0,1 1 1 0 0,-1-1-1 0 0,0 0 1 0 0,-1-1 6 0 0,0 1 1 0 0,1 0 0 0 0,-1-1-1 0 0,0 1 1 0 0,0 0 0 0 0,0 0-1 0 0,0 0 1 0 0,0 0 0 0 0,-1 0-1 0 0,-3 0 1 0 0,4 0-26 0 0,-2 2-3 0 0,-1-1 16 0 0,1 0 1 0 0,0 0 0 0 0,0 0 0 0 0,0 1 0 0 0,0-1-1 0 0,-1 1 1 0 0,1 0 0 0 0,0 1 0 0 0,0-1-1 0 0,1 1 1 0 0,-1 0 0 0 0,0 0 0 0 0,0 0-1 0 0,1 0 1 0 0,0 0 0 0 0,-1 1 0 0 0,1 0-1 0 0,0-1 1 0 0,0 1 0 0 0,0 0 0 0 0,0 1-1 0 0,1-1 1 0 0,0 0 0 0 0,-1 1 0 0 0,1 0-1 0 0,-2 3 1 0 0,4-5 15 0 0,0 0 0 0 0,0 0 1 0 0,0 0-1 0 0,0-1 0 0 0,0 1 0 0 0,1 0 0 0 0,-1 0 0 0 0,0-1 1 0 0,1 1-1 0 0,-1 0 0 0 0,1 0 0 0 0,0-1 0 0 0,0 1 0 0 0,-1-1 1 0 0,1 1-1 0 0,0 0 0 0 0,0-1 0 0 0,1 0 0 0 0,-1 1 0 0 0,0-1 1 0 0,0 0-1 0 0,3 3 0 0 0,31 22 55 0 0,-31-24-64 0 0,0 1-1 0 0,0-1 1 0 0,0 0-1 0 0,1 0 1 0 0,-1-1-1 0 0,1 1 1 0 0,-1-1-1 0 0,1 0 1 0 0,-1 0-1 0 0,1-1 1 0 0,0 1-1 0 0,-1-1 1 0 0,1 0-1 0 0,0-1 0 0 0,-1 1 1 0 0,1-1-1 0 0,0 1 1 0 0,-1-1-1 0 0,1-1 1 0 0,-1 1-1 0 0,1-1 1 0 0,-1 0-1 0 0,0 0 1 0 0,0 0-1 0 0,0 0 1 0 0,0-1-1 0 0,0 1 1 0 0,0-1-1 0 0,-1 0 1 0 0,1 0-1 0 0,-1-1 0 0 0,0 1 1 0 0,0-1-1 0 0,0 1 1 0 0,0-1-1 0 0,-1 0 1 0 0,1 0-1 0 0,2-7 1 0 0,0 1 469 0 0,17-26 1222 0 0,-21 36-1684 0 0,-1 0-1 0 0,0 0 0 0 0,0 0 0 0 0,0 0 0 0 0,0 0 0 0 0,0 0 0 0 0,0 0 0 0 0,0 0 0 0 0,1 0 0 0 0,-1 0 1 0 0,0 0-1 0 0,0 0 0 0 0,0 0 0 0 0,0 0 0 0 0,0 0 0 0 0,0 0 0 0 0,0 0 0 0 0,1 0 0 0 0,-1 0 1 0 0,0 0-1 0 0,0 0 0 0 0,0 0 0 0 0,0 0 0 0 0,0 0 0 0 0,0 0 0 0 0,1 0 0 0 0,-1 0 0 0 0,0 0 1 0 0,0 0-1 0 0,0 1 0 0 0,0-1 0 0 0,0 0 0 0 0,0 0 0 0 0,0 0 0 0 0,0 0 0 0 0,0 0 0 0 0,0 0 1 0 0,1 0-1 0 0,-1 0 0 0 0,0 0 0 0 0,0 1 0 0 0,0-1 0 0 0,0 0 0 0 0,0 0 0 0 0,0 0 0 0 0,0 0 0 0 0,0 0 1 0 0,0 0-1 0 0,0 1 0 0 0,0-1 0 0 0,0 0 0 0 0,0 0 0 0 0,0 0 0 0 0,0 0 0 0 0,0 0 0 0 0,0 0 1 0 0,0 1-1 0 0,0-1 0 0 0,0 0 0 0 0,0 0 0 0 0,0 0 0 0 0,0 0 0 0 0,-1 0 0 0 0,1 0 0 0 0,0 0 1 0 0,0 1-1 0 0,-3 26-163 0 0,-2 2 146 0 0,2-1 0 0 0,1 1 0 0 0,2 0 0 0 0,5 52 0 0 0,29 108 30 0 0,-18-118-42 0 0,6 82 0 0 0,-21-140 16 0 0,0 1 0 0 0,-1-1 0 0 0,-1 1 1 0 0,0 0-1 0 0,-1-1 0 0 0,-1 0 0 0 0,0 1 1 0 0,0-1-1 0 0,-2 0 0 0 0,1 0 0 0 0,-8 12 0 0 0,7-16 12 0 0,0 0 0 0 0,-1-1-1 0 0,0 0 1 0 0,0 0 0 0 0,-1 0-1 0 0,0-1 1 0 0,-1 0-1 0 0,1-1 1 0 0,-1 1 0 0 0,-1-1-1 0 0,1-1 1 0 0,-1 0-1 0 0,0 0 1 0 0,0-1 0 0 0,-13 5-1 0 0,4-3 21 0 0,0-1 0 0 0,0 0-1 0 0,-1-1 1 0 0,-27 1 0 0 0,40-4 2 0 0,1-1 1 0 0,0 1-1 0 0,0-1 0 0 0,0-1 0 0 0,0 1 1 0 0,-1-1-1 0 0,1 0 0 0 0,0 0 1 0 0,0 0-1 0 0,0-1 0 0 0,1 0 1 0 0,-1 0-1 0 0,0 0 0 0 0,0 0 1 0 0,1-1-1 0 0,0 0 0 0 0,-1 0 1 0 0,1 0-1 0 0,0 0 0 0 0,1-1 1 0 0,-5-4-1 0 0,6 5-12 0 0,1-1 0 0 0,-1 0 1 0 0,1 0-1 0 0,-1 1 0 0 0,1-1 0 0 0,0 0 0 0 0,1 0 1 0 0,-1 0-1 0 0,1 0 0 0 0,0 0 0 0 0,-1 0 0 0 0,2 0 1 0 0,-1 0-1 0 0,0 0 0 0 0,1 0 0 0 0,0 0 0 0 0,0 0 1 0 0,0 0-1 0 0,1 0 0 0 0,-1 0 0 0 0,1 1 0 0 0,0-1 1 0 0,0 0-1 0 0,0 1 0 0 0,4-6 0 0 0,3-3-14 0 0,0-1-1 0 0,1 1 1 0 0,1 1 0 0 0,0 0-1 0 0,17-14 1 0 0,-12 12-133 0 0,1 1 0 0 0,1 0 0 0 0,0 1 0 0 0,1 1 1 0 0,0 1-1 0 0,0 1 0 0 0,1 0 0 0 0,0 2 0 0 0,1 0 1 0 0,-1 1-1 0 0,1 1 0 0 0,24-1 0 0 0,-42 5-357 0 0,13 2-1688 0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2T11:26:10.19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1 299 24575,'0'0'0,"0"0"0,0-1 0,0 1 0,0 0 0,0 0 0,0 0 0,0 0 0,0-1 0,0 1 0,0 0 0,0 0 0,0 0 0,0 0 0,0 0 0,0-1 0,0 1 0,0 0 0,0 0 0,0 0 0,1 0 0,-1 0 0,0-1 0,0 1 0,0 0 0,0 0 0,0 0 0,0 0 0,0 0 0,1 0 0,-1 0 0,0 0 0,0 0 0,0 0 0,0-1 0,0 1 0,1 0 0,-1 0 0,0 0 0,0 0 0,0 0 0,0 0 0,0 0 0,1 0 0,-1 0 0,0 0 0,0 0 0,0 0 0,0 0 0,1 0 0,-1 1 0,0-1 0,0 0 0,0 0 0,0 0 0,1 0 0,11 9 0,10 13 0,46 66 0,-38-47 0,56 59 0,-84-98 0,0 0 0,0-1 0,0 1 0,1 0 0,-1-1 0,0 0 0,1 1 0,-1-1 0,1 0 0,-1 0 0,1 0 0,0-1 0,-1 1 0,1-1 0,0 1 0,-1-1 0,1 0 0,0 0 0,0 0 0,-1 0 0,1-1 0,0 1 0,-1-1 0,1 1 0,0-1 0,-1 0 0,1 0 0,-1 0 0,1-1 0,-1 1 0,0 0 0,0-1 0,3-2 0,9-7 0,-1 0 0,0-2 0,-1 1 0,13-19 0,-6 9 0,338-369 0,-305 325-1365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2T11:26:12.08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1 104 24575,'26'-1'0,"1"-2"0,0-1 0,29-8 0,34-6 0,69-3 0,-11 0 0,203-2 0,346 25-1365,-664-2-5461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2T11:26:14.32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1 24575,'1070'0'-1365,"-1048"0"-5461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2T11:26:17.12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0 24575,'3545'0'-1365,"-3515"0"-5461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33BD1-3BA8-448D-9D08-7846095EA517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63499C-1FAC-4F66-96F8-6DA2CC28B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53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customXml" Target="../ink/ink6.xml"/><Relationship Id="rId18" Type="http://schemas.openxmlformats.org/officeDocument/2006/relationships/image" Target="../media/image14.png"/><Relationship Id="rId26" Type="http://schemas.openxmlformats.org/officeDocument/2006/relationships/image" Target="../media/image18.png"/><Relationship Id="rId39" Type="http://schemas.openxmlformats.org/officeDocument/2006/relationships/customXml" Target="../ink/ink19.xml"/><Relationship Id="rId21" Type="http://schemas.openxmlformats.org/officeDocument/2006/relationships/customXml" Target="../ink/ink10.xml"/><Relationship Id="rId34" Type="http://schemas.openxmlformats.org/officeDocument/2006/relationships/image" Target="../media/image22.png"/><Relationship Id="rId42" Type="http://schemas.openxmlformats.org/officeDocument/2006/relationships/image" Target="../media/image26.png"/><Relationship Id="rId47" Type="http://schemas.openxmlformats.org/officeDocument/2006/relationships/customXml" Target="../ink/ink23.xml"/><Relationship Id="rId50" Type="http://schemas.openxmlformats.org/officeDocument/2006/relationships/image" Target="../media/image30.png"/><Relationship Id="rId55" Type="http://schemas.openxmlformats.org/officeDocument/2006/relationships/customXml" Target="../ink/ink27.xml"/><Relationship Id="rId7" Type="http://schemas.openxmlformats.org/officeDocument/2006/relationships/customXml" Target="../ink/ink3.xml"/><Relationship Id="rId12" Type="http://schemas.openxmlformats.org/officeDocument/2006/relationships/image" Target="../media/image11.png"/><Relationship Id="rId17" Type="http://schemas.openxmlformats.org/officeDocument/2006/relationships/customXml" Target="../ink/ink8.xml"/><Relationship Id="rId25" Type="http://schemas.openxmlformats.org/officeDocument/2006/relationships/customXml" Target="../ink/ink12.xml"/><Relationship Id="rId33" Type="http://schemas.openxmlformats.org/officeDocument/2006/relationships/customXml" Target="../ink/ink16.xml"/><Relationship Id="rId38" Type="http://schemas.openxmlformats.org/officeDocument/2006/relationships/image" Target="../media/image24.png"/><Relationship Id="rId46" Type="http://schemas.openxmlformats.org/officeDocument/2006/relationships/image" Target="../media/image28.png"/><Relationship Id="rId59" Type="http://schemas.openxmlformats.org/officeDocument/2006/relationships/customXml" Target="../ink/ink29.xml"/><Relationship Id="rId2" Type="http://schemas.openxmlformats.org/officeDocument/2006/relationships/customXml" Target="../ink/ink1.xml"/><Relationship Id="rId16" Type="http://schemas.openxmlformats.org/officeDocument/2006/relationships/image" Target="../media/image13.png"/><Relationship Id="rId20" Type="http://schemas.openxmlformats.org/officeDocument/2006/relationships/image" Target="../media/image15.png"/><Relationship Id="rId29" Type="http://schemas.openxmlformats.org/officeDocument/2006/relationships/customXml" Target="../ink/ink14.xml"/><Relationship Id="rId41" Type="http://schemas.openxmlformats.org/officeDocument/2006/relationships/customXml" Target="../ink/ink20.xml"/><Relationship Id="rId54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0.png"/><Relationship Id="rId11" Type="http://schemas.openxmlformats.org/officeDocument/2006/relationships/customXml" Target="../ink/ink5.xml"/><Relationship Id="rId24" Type="http://schemas.openxmlformats.org/officeDocument/2006/relationships/image" Target="../media/image17.png"/><Relationship Id="rId32" Type="http://schemas.openxmlformats.org/officeDocument/2006/relationships/image" Target="../media/image21.png"/><Relationship Id="rId37" Type="http://schemas.openxmlformats.org/officeDocument/2006/relationships/customXml" Target="../ink/ink18.xml"/><Relationship Id="rId40" Type="http://schemas.openxmlformats.org/officeDocument/2006/relationships/image" Target="../media/image25.png"/><Relationship Id="rId45" Type="http://schemas.openxmlformats.org/officeDocument/2006/relationships/customXml" Target="../ink/ink22.xml"/><Relationship Id="rId53" Type="http://schemas.openxmlformats.org/officeDocument/2006/relationships/customXml" Target="../ink/ink26.xml"/><Relationship Id="rId58" Type="http://schemas.openxmlformats.org/officeDocument/2006/relationships/image" Target="../media/image34.png"/><Relationship Id="rId5" Type="http://schemas.openxmlformats.org/officeDocument/2006/relationships/customXml" Target="../ink/ink2.xml"/><Relationship Id="rId15" Type="http://schemas.openxmlformats.org/officeDocument/2006/relationships/customXml" Target="../ink/ink7.xml"/><Relationship Id="rId23" Type="http://schemas.openxmlformats.org/officeDocument/2006/relationships/customXml" Target="../ink/ink11.xml"/><Relationship Id="rId28" Type="http://schemas.openxmlformats.org/officeDocument/2006/relationships/image" Target="../media/image19.png"/><Relationship Id="rId36" Type="http://schemas.openxmlformats.org/officeDocument/2006/relationships/image" Target="../media/image23.png"/><Relationship Id="rId49" Type="http://schemas.openxmlformats.org/officeDocument/2006/relationships/customXml" Target="../ink/ink24.xml"/><Relationship Id="rId57" Type="http://schemas.openxmlformats.org/officeDocument/2006/relationships/customXml" Target="../ink/ink28.xml"/><Relationship Id="rId61" Type="http://schemas.openxmlformats.org/officeDocument/2006/relationships/image" Target="../media/image3.png"/><Relationship Id="rId10" Type="http://schemas.openxmlformats.org/officeDocument/2006/relationships/image" Target="../media/image100.png"/><Relationship Id="rId19" Type="http://schemas.openxmlformats.org/officeDocument/2006/relationships/customXml" Target="../ink/ink9.xml"/><Relationship Id="rId31" Type="http://schemas.openxmlformats.org/officeDocument/2006/relationships/customXml" Target="../ink/ink15.xml"/><Relationship Id="rId44" Type="http://schemas.openxmlformats.org/officeDocument/2006/relationships/image" Target="../media/image27.png"/><Relationship Id="rId52" Type="http://schemas.openxmlformats.org/officeDocument/2006/relationships/image" Target="../media/image31.png"/><Relationship Id="rId60" Type="http://schemas.openxmlformats.org/officeDocument/2006/relationships/image" Target="../media/image35.png"/><Relationship Id="rId4" Type="http://schemas.openxmlformats.org/officeDocument/2006/relationships/image" Target="../media/image70.png"/><Relationship Id="rId9" Type="http://schemas.openxmlformats.org/officeDocument/2006/relationships/customXml" Target="../ink/ink4.xml"/><Relationship Id="rId14" Type="http://schemas.openxmlformats.org/officeDocument/2006/relationships/image" Target="../media/image12.png"/><Relationship Id="rId22" Type="http://schemas.openxmlformats.org/officeDocument/2006/relationships/image" Target="../media/image16.png"/><Relationship Id="rId27" Type="http://schemas.openxmlformats.org/officeDocument/2006/relationships/customXml" Target="../ink/ink13.xml"/><Relationship Id="rId30" Type="http://schemas.openxmlformats.org/officeDocument/2006/relationships/image" Target="../media/image20.png"/><Relationship Id="rId35" Type="http://schemas.openxmlformats.org/officeDocument/2006/relationships/customXml" Target="../ink/ink17.xml"/><Relationship Id="rId43" Type="http://schemas.openxmlformats.org/officeDocument/2006/relationships/customXml" Target="../ink/ink21.xml"/><Relationship Id="rId48" Type="http://schemas.openxmlformats.org/officeDocument/2006/relationships/image" Target="../media/image29.png"/><Relationship Id="rId56" Type="http://schemas.openxmlformats.org/officeDocument/2006/relationships/image" Target="../media/image33.png"/><Relationship Id="rId8" Type="http://schemas.openxmlformats.org/officeDocument/2006/relationships/image" Target="../media/image90.png"/><Relationship Id="rId51" Type="http://schemas.openxmlformats.org/officeDocument/2006/relationships/customXml" Target="../ink/ink25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customXml" Target="../ink/ink32.xml"/><Relationship Id="rId3" Type="http://schemas.openxmlformats.org/officeDocument/2006/relationships/image" Target="../media/image4.png"/><Relationship Id="rId7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1.xml"/><Relationship Id="rId11" Type="http://schemas.openxmlformats.org/officeDocument/2006/relationships/image" Target="../media/image7.png"/><Relationship Id="rId5" Type="http://schemas.openxmlformats.org/officeDocument/2006/relationships/image" Target="../media/image40.png"/><Relationship Id="rId10" Type="http://schemas.openxmlformats.org/officeDocument/2006/relationships/customXml" Target="../ink/ink33.xml"/><Relationship Id="rId4" Type="http://schemas.openxmlformats.org/officeDocument/2006/relationships/customXml" Target="../ink/ink30.xml"/><Relationship Id="rId9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68EEAE26-EEC1-43C8-1E10-2F8BA9771177}"/>
              </a:ext>
            </a:extLst>
          </p:cNvPr>
          <p:cNvSpPr txBox="1"/>
          <p:nvPr/>
        </p:nvSpPr>
        <p:spPr>
          <a:xfrm>
            <a:off x="532384" y="1058640"/>
            <a:ext cx="11345672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What is a Vector Database?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“Computers don’t understand text directly… they understand numbers.”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So, we convert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text → numbers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(called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vectors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)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What is a Vector (AKA Embeddings)?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"Machine learning is powerful“ → [0.21, -0.45, 0.78, 0.11, ..., -0.45]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“The quick brown fox jumps”    -&gt; [0.023, -0.045, 0.128, -0.011, ..., 0.087, -0.032, 0.114]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This list of numbers =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vector ( AKA embedding)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06421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3FCEFA-33B1-3FDE-3BB0-13F997B337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BA494AE6-931D-90F9-41C0-E1F4354A444E}"/>
              </a:ext>
            </a:extLst>
          </p:cNvPr>
          <p:cNvSpPr txBox="1"/>
          <p:nvPr/>
        </p:nvSpPr>
        <p:spPr>
          <a:xfrm>
            <a:off x="233680" y="628872"/>
            <a:ext cx="7236968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Why do we need Vector DB ? 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Problem with normal search is that it performs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keyword search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If you perform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normal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search on "car“,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results would be articles containing: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car insurance ✅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car repair ✅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car tires  ✅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But a normal search would miss out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automobile ❌ (missed!)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4-wheeler  ❌ (missed!)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ride  ❌ (missed!)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Toyota ❌ (missed!)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246A83A-5A59-C8E1-A224-171E89DEBA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4015" y="4630528"/>
            <a:ext cx="2278097" cy="2227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1062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D613E4-08AE-6D49-FEFF-4340384115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C404E001-2ED3-5D1E-E95C-8A609690387F}"/>
              </a:ext>
            </a:extLst>
          </p:cNvPr>
          <p:cNvSpPr txBox="1"/>
          <p:nvPr/>
        </p:nvSpPr>
        <p:spPr>
          <a:xfrm>
            <a:off x="233680" y="1003776"/>
            <a:ext cx="736600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This is where Vector DB comes in.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Here search is based on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meaning ( = </a:t>
            </a:r>
            <a:r>
              <a:rPr lang="en-US" sz="24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semantic search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)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not exact words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Search: "car"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Results based on  semantic search would be 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Car ✅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Automobile ✅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Vehicle ✅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Ride ✅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Transport ✅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30A36A6-8E33-B130-7614-A572D50AF0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8280" y="1634816"/>
            <a:ext cx="3336376" cy="3262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53402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76DB90-6127-1533-23A0-F9C56AEBF5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1E50D440-D151-4E74-4775-0713F2FB63AA}"/>
              </a:ext>
            </a:extLst>
          </p:cNvPr>
          <p:cNvSpPr txBox="1"/>
          <p:nvPr/>
        </p:nvSpPr>
        <p:spPr>
          <a:xfrm>
            <a:off x="233680" y="373856"/>
            <a:ext cx="9760712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How Semantic Search works (Step-by-step)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1. We convert the content into embedded vectors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2. We store the vectors in Vector DB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3. User enters query. Convert query → embeddings/vector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4. Search in Vector DB and find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most similar vectors and return the result. 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C4C916A-0B65-0F43-7EC8-407DC6F20E94}"/>
              </a:ext>
            </a:extLst>
          </p:cNvPr>
          <p:cNvSpPr txBox="1"/>
          <p:nvPr/>
        </p:nvSpPr>
        <p:spPr>
          <a:xfrm>
            <a:off x="124968" y="2671402"/>
            <a:ext cx="5772912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Suppose the user query: 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</a:rPr>
              <a:t>"best laptop for coding"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Semantic search can retrieve: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"top programming laptops"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“good computers for developers”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Even though words are different ✅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6C2D1313-67C9-34DE-BFE9-E6C1B3AAD707}"/>
              </a:ext>
            </a:extLst>
          </p:cNvPr>
          <p:cNvGrpSpPr/>
          <p:nvPr/>
        </p:nvGrpSpPr>
        <p:grpSpPr>
          <a:xfrm>
            <a:off x="6300144" y="858816"/>
            <a:ext cx="969840" cy="593280"/>
            <a:chOff x="6300144" y="858816"/>
            <a:chExt cx="969840" cy="593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23E0BA65-41BB-56DA-B1F6-644AF7E543AB}"/>
                    </a:ext>
                  </a:extLst>
                </p14:cNvPr>
                <p14:cNvContentPartPr/>
                <p14:nvPr/>
              </p14:nvContentPartPr>
              <p14:xfrm>
                <a:off x="6300144" y="858816"/>
                <a:ext cx="385920" cy="59328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23E0BA65-41BB-56DA-B1F6-644AF7E543AB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6264504" y="822816"/>
                  <a:ext cx="457560" cy="66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232B34A4-CC1F-F138-11EC-D6FA363BFDCD}"/>
                    </a:ext>
                  </a:extLst>
                </p14:cNvPr>
                <p14:cNvContentPartPr/>
                <p14:nvPr/>
              </p14:nvContentPartPr>
              <p14:xfrm>
                <a:off x="6757704" y="1060416"/>
                <a:ext cx="512280" cy="18684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232B34A4-CC1F-F138-11EC-D6FA363BFDCD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6721704" y="1024776"/>
                  <a:ext cx="583920" cy="258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3EC2411C-5819-47A1-CAFF-686195A3B4AD}"/>
              </a:ext>
            </a:extLst>
          </p:cNvPr>
          <p:cNvGrpSpPr/>
          <p:nvPr/>
        </p:nvGrpSpPr>
        <p:grpSpPr>
          <a:xfrm>
            <a:off x="7408224" y="767376"/>
            <a:ext cx="4566240" cy="961560"/>
            <a:chOff x="7408224" y="767376"/>
            <a:chExt cx="4566240" cy="961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60C85769-267F-0D96-28AC-6B3CE3C127B6}"/>
                    </a:ext>
                  </a:extLst>
                </p14:cNvPr>
                <p14:cNvContentPartPr/>
                <p14:nvPr/>
              </p14:nvContentPartPr>
              <p14:xfrm>
                <a:off x="7408224" y="868536"/>
                <a:ext cx="225720" cy="24912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60C85769-267F-0D96-28AC-6B3CE3C127B6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7372584" y="832896"/>
                  <a:ext cx="297360" cy="32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2DB38DBB-C6D0-C3E1-3FEA-49315E1965C4}"/>
                    </a:ext>
                  </a:extLst>
                </p14:cNvPr>
                <p14:cNvContentPartPr/>
                <p14:nvPr/>
              </p14:nvContentPartPr>
              <p14:xfrm>
                <a:off x="7701624" y="926496"/>
                <a:ext cx="650880" cy="19944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2DB38DBB-C6D0-C3E1-3FEA-49315E1965C4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7665984" y="890496"/>
                  <a:ext cx="722520" cy="27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928007E4-5805-3E96-0084-A561B88FAF02}"/>
                    </a:ext>
                  </a:extLst>
                </p14:cNvPr>
                <p14:cNvContentPartPr/>
                <p14:nvPr/>
              </p14:nvContentPartPr>
              <p14:xfrm>
                <a:off x="8578224" y="976176"/>
                <a:ext cx="420480" cy="15840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928007E4-5805-3E96-0084-A561B88FAF02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8542224" y="940176"/>
                  <a:ext cx="492120" cy="23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263C1CAB-43CA-D930-A2AC-3F3915D636C8}"/>
                    </a:ext>
                  </a:extLst>
                </p14:cNvPr>
                <p14:cNvContentPartPr/>
                <p14:nvPr/>
              </p14:nvContentPartPr>
              <p14:xfrm>
                <a:off x="9003384" y="767376"/>
                <a:ext cx="412920" cy="49752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263C1CAB-43CA-D930-A2AC-3F3915D636C8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8967384" y="731376"/>
                  <a:ext cx="484560" cy="56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A7A858C7-446B-04B6-BA27-2C5B33BEA88C}"/>
                    </a:ext>
                  </a:extLst>
                </p14:cNvPr>
                <p14:cNvContentPartPr/>
                <p14:nvPr/>
              </p14:nvContentPartPr>
              <p14:xfrm>
                <a:off x="9758664" y="990936"/>
                <a:ext cx="461520" cy="16740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A7A858C7-446B-04B6-BA27-2C5B33BEA88C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9722664" y="955296"/>
                  <a:ext cx="533160" cy="23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2DCEF0DE-1652-8B1D-119A-0076A9235C9E}"/>
                    </a:ext>
                  </a:extLst>
                </p14:cNvPr>
                <p14:cNvContentPartPr/>
                <p14:nvPr/>
              </p14:nvContentPartPr>
              <p14:xfrm>
                <a:off x="10298664" y="1005336"/>
                <a:ext cx="446400" cy="16740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2DCEF0DE-1652-8B1D-119A-0076A9235C9E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0263024" y="969336"/>
                  <a:ext cx="518040" cy="23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FFC36F3E-63ED-BFCB-1918-D2054E45C74C}"/>
                    </a:ext>
                  </a:extLst>
                </p14:cNvPr>
                <p14:cNvContentPartPr/>
                <p14:nvPr/>
              </p14:nvContentPartPr>
              <p14:xfrm>
                <a:off x="10794024" y="1030536"/>
                <a:ext cx="5400" cy="216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FFC36F3E-63ED-BFCB-1918-D2054E45C74C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0758384" y="994536"/>
                  <a:ext cx="77040" cy="7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C7330515-61C4-D64C-3F2F-AC7FE1425ADD}"/>
                    </a:ext>
                  </a:extLst>
                </p14:cNvPr>
                <p14:cNvContentPartPr/>
                <p14:nvPr/>
              </p14:nvContentPartPr>
              <p14:xfrm>
                <a:off x="10880784" y="1143936"/>
                <a:ext cx="1440" cy="1548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C7330515-61C4-D64C-3F2F-AC7FE1425ADD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10845144" y="1108296"/>
                  <a:ext cx="73080" cy="8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182317AF-461C-BBAB-DEFA-A48A26BED736}"/>
                    </a:ext>
                  </a:extLst>
                </p14:cNvPr>
                <p14:cNvContentPartPr/>
                <p14:nvPr/>
              </p14:nvContentPartPr>
              <p14:xfrm>
                <a:off x="8385984" y="1323936"/>
                <a:ext cx="29160" cy="11196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182317AF-461C-BBAB-DEFA-A48A26BED736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8349984" y="1287936"/>
                  <a:ext cx="10080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D2A16119-8D1F-1B5C-0695-C41D50CA3941}"/>
                    </a:ext>
                  </a:extLst>
                </p14:cNvPr>
                <p14:cNvContentPartPr/>
                <p14:nvPr/>
              </p14:nvContentPartPr>
              <p14:xfrm>
                <a:off x="8263584" y="1289016"/>
                <a:ext cx="276480" cy="1800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D2A16119-8D1F-1B5C-0695-C41D50CA3941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8227944" y="1253016"/>
                  <a:ext cx="34812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70E663ED-C5CF-ACCC-71D1-48FEC3A260BB}"/>
                    </a:ext>
                  </a:extLst>
                </p14:cNvPr>
                <p14:cNvContentPartPr/>
                <p14:nvPr/>
              </p14:nvContentPartPr>
              <p14:xfrm>
                <a:off x="8292024" y="1485216"/>
                <a:ext cx="289800" cy="3312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70E663ED-C5CF-ACCC-71D1-48FEC3A260BB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8256384" y="1449576"/>
                  <a:ext cx="361440" cy="10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6019C1DC-FF7D-2752-E2BB-F8C22C03AB9F}"/>
                    </a:ext>
                  </a:extLst>
                </p14:cNvPr>
                <p14:cNvContentPartPr/>
                <p14:nvPr/>
              </p14:nvContentPartPr>
              <p14:xfrm>
                <a:off x="8620344" y="1383696"/>
                <a:ext cx="271440" cy="12240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6019C1DC-FF7D-2752-E2BB-F8C22C03AB9F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8584704" y="1347696"/>
                  <a:ext cx="343080" cy="19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F5DB020D-9221-B508-C1E3-642F8F1CA882}"/>
                    </a:ext>
                  </a:extLst>
                </p14:cNvPr>
                <p14:cNvContentPartPr/>
                <p14:nvPr/>
              </p14:nvContentPartPr>
              <p14:xfrm>
                <a:off x="9186624" y="1259136"/>
                <a:ext cx="214560" cy="20052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F5DB020D-9221-B508-C1E3-642F8F1CA882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9150624" y="1223136"/>
                  <a:ext cx="286200" cy="27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98D12B9D-F3F5-D575-F6DD-1D935604482A}"/>
                    </a:ext>
                  </a:extLst>
                </p14:cNvPr>
                <p14:cNvContentPartPr/>
                <p14:nvPr/>
              </p14:nvContentPartPr>
              <p14:xfrm>
                <a:off x="9205704" y="1357416"/>
                <a:ext cx="145080" cy="2448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98D12B9D-F3F5-D575-F6DD-1D935604482A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9170064" y="1321776"/>
                  <a:ext cx="216720" cy="9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611CF279-E334-8ACB-D54C-AAB7D7A5189E}"/>
                    </a:ext>
                  </a:extLst>
                </p14:cNvPr>
                <p14:cNvContentPartPr/>
                <p14:nvPr/>
              </p14:nvContentPartPr>
              <p14:xfrm>
                <a:off x="9413784" y="1232136"/>
                <a:ext cx="300240" cy="20052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611CF279-E334-8ACB-D54C-AAB7D7A5189E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9377784" y="1196136"/>
                  <a:ext cx="371880" cy="27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756E9A58-4EBE-BF95-090E-F0307E90B345}"/>
                    </a:ext>
                  </a:extLst>
                </p14:cNvPr>
                <p14:cNvContentPartPr/>
                <p14:nvPr/>
              </p14:nvContentPartPr>
              <p14:xfrm>
                <a:off x="9812664" y="1345536"/>
                <a:ext cx="145440" cy="10800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756E9A58-4EBE-BF95-090E-F0307E90B345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9777024" y="1309896"/>
                  <a:ext cx="217080" cy="17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B07F380F-AE47-6B8D-B0EC-FE551B3C152C}"/>
                    </a:ext>
                  </a:extLst>
                </p14:cNvPr>
                <p14:cNvContentPartPr/>
                <p14:nvPr/>
              </p14:nvContentPartPr>
              <p14:xfrm>
                <a:off x="10188864" y="1254456"/>
                <a:ext cx="256680" cy="22068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B07F380F-AE47-6B8D-B0EC-FE551B3C152C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10152864" y="1218456"/>
                  <a:ext cx="328320" cy="29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19A7570F-654D-324A-675B-8B7EE1D08276}"/>
                    </a:ext>
                  </a:extLst>
                </p14:cNvPr>
                <p14:cNvContentPartPr/>
                <p14:nvPr/>
              </p14:nvContentPartPr>
              <p14:xfrm>
                <a:off x="10532664" y="1356336"/>
                <a:ext cx="172080" cy="12744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19A7570F-654D-324A-675B-8B7EE1D08276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10496664" y="1320336"/>
                  <a:ext cx="243720" cy="19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30EBCAF6-11AE-7FD0-C625-DB91775BC10B}"/>
                    </a:ext>
                  </a:extLst>
                </p14:cNvPr>
                <p14:cNvContentPartPr/>
                <p14:nvPr/>
              </p14:nvContentPartPr>
              <p14:xfrm>
                <a:off x="10737504" y="1371096"/>
                <a:ext cx="194040" cy="29484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30EBCAF6-11AE-7FD0-C625-DB91775BC10B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10701864" y="1335096"/>
                  <a:ext cx="265680" cy="36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6142C8C4-4C05-D9C4-622D-017895AEE743}"/>
                    </a:ext>
                  </a:extLst>
                </p14:cNvPr>
                <p14:cNvContentPartPr/>
                <p14:nvPr/>
              </p14:nvContentPartPr>
              <p14:xfrm>
                <a:off x="10939104" y="1401696"/>
                <a:ext cx="68760" cy="7848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6142C8C4-4C05-D9C4-622D-017895AEE743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10903104" y="1366056"/>
                  <a:ext cx="140400" cy="15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EC2BF2FB-BBE2-3F61-7959-8791858F9671}"/>
                    </a:ext>
                  </a:extLst>
                </p14:cNvPr>
                <p14:cNvContentPartPr/>
                <p14:nvPr/>
              </p14:nvContentPartPr>
              <p14:xfrm>
                <a:off x="11000304" y="1300536"/>
                <a:ext cx="16200" cy="828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EC2BF2FB-BBE2-3F61-7959-8791858F9671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10964664" y="1264896"/>
                  <a:ext cx="87840" cy="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D47F3F51-0928-3664-28FC-C501217F0259}"/>
                    </a:ext>
                  </a:extLst>
                </p14:cNvPr>
                <p14:cNvContentPartPr/>
                <p14:nvPr/>
              </p14:nvContentPartPr>
              <p14:xfrm>
                <a:off x="11108304" y="1376856"/>
                <a:ext cx="162360" cy="10620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D47F3F51-0928-3664-28FC-C501217F0259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11072304" y="1341216"/>
                  <a:ext cx="234000" cy="17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84BF535D-B4D5-B0AA-853B-8C91BF2DDD9D}"/>
                    </a:ext>
                  </a:extLst>
                </p14:cNvPr>
                <p14:cNvContentPartPr/>
                <p14:nvPr/>
              </p14:nvContentPartPr>
              <p14:xfrm>
                <a:off x="11338704" y="1362456"/>
                <a:ext cx="148680" cy="8820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84BF535D-B4D5-B0AA-853B-8C91BF2DDD9D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11303064" y="1326816"/>
                  <a:ext cx="220320" cy="15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E59A1545-7D7D-6BD3-709E-A5C0E1607B10}"/>
                    </a:ext>
                  </a:extLst>
                </p14:cNvPr>
                <p14:cNvContentPartPr/>
                <p14:nvPr/>
              </p14:nvContentPartPr>
              <p14:xfrm>
                <a:off x="11553264" y="1379736"/>
                <a:ext cx="25200" cy="7596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E59A1545-7D7D-6BD3-709E-A5C0E1607B10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11517624" y="1343736"/>
                  <a:ext cx="96840" cy="14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C2587C85-97A5-5495-BFF4-4A85B103C0FD}"/>
                    </a:ext>
                  </a:extLst>
                </p14:cNvPr>
                <p14:cNvContentPartPr/>
                <p14:nvPr/>
              </p14:nvContentPartPr>
              <p14:xfrm>
                <a:off x="11567304" y="1321056"/>
                <a:ext cx="9360" cy="1296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C2587C85-97A5-5495-BFF4-4A85B103C0FD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11531304" y="1285056"/>
                  <a:ext cx="81000" cy="8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6A05D836-7F28-3A34-CB2E-E02668EC3A26}"/>
                    </a:ext>
                  </a:extLst>
                </p14:cNvPr>
                <p14:cNvContentPartPr/>
                <p14:nvPr/>
              </p14:nvContentPartPr>
              <p14:xfrm>
                <a:off x="11652984" y="1363536"/>
                <a:ext cx="136080" cy="10692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6A05D836-7F28-3A34-CB2E-E02668EC3A26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11616984" y="1327896"/>
                  <a:ext cx="207720" cy="17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678D8147-4B25-32F9-36D2-53F1D1B1FD1A}"/>
                    </a:ext>
                  </a:extLst>
                </p14:cNvPr>
                <p14:cNvContentPartPr/>
                <p14:nvPr/>
              </p14:nvContentPartPr>
              <p14:xfrm>
                <a:off x="11829024" y="1376136"/>
                <a:ext cx="145440" cy="35280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678D8147-4B25-32F9-36D2-53F1D1B1FD1A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11793024" y="1340136"/>
                  <a:ext cx="217080" cy="424440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18A2C981-4628-11A3-C0B7-641F8FA9B266}"/>
              </a:ext>
            </a:extLst>
          </p:cNvPr>
          <p:cNvPicPr>
            <a:picLocks noChangeAspect="1"/>
          </p:cNvPicPr>
          <p:nvPr/>
        </p:nvPicPr>
        <p:blipFill>
          <a:blip r:embed="rId61"/>
          <a:stretch>
            <a:fillRect/>
          </a:stretch>
        </p:blipFill>
        <p:spPr>
          <a:xfrm>
            <a:off x="4709161" y="2336916"/>
            <a:ext cx="7500744" cy="3990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75242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6BFD76-2814-CB39-0010-D5C104699D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CACE25A4-AEA8-DEDD-E2B5-EE330627CFEF}"/>
              </a:ext>
            </a:extLst>
          </p:cNvPr>
          <p:cNvSpPr txBox="1"/>
          <p:nvPr/>
        </p:nvSpPr>
        <p:spPr>
          <a:xfrm>
            <a:off x="0" y="1093032"/>
            <a:ext cx="8090192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Some Use Cases of Vector DB: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Chatbots (like ChatGPT, or e-commerce website)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Document search -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Recommendation systems – (“Recommend me good </a:t>
            </a:r>
            <a:r>
              <a:rPr lang="en-US" sz="24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scary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24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flicks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”)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RAG pipelines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957CB72-F553-C0B9-B763-A63A09A6BF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1855" y="4392848"/>
            <a:ext cx="2278097" cy="222747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60D255A-2629-252B-53E0-895E2DAA3D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761" y="180845"/>
            <a:ext cx="3825240" cy="643947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016CD4CA-E9FE-E3D0-699A-A56FBF4152CF}"/>
                  </a:ext>
                </a:extLst>
              </p14:cNvPr>
              <p14:cNvContentPartPr/>
              <p14:nvPr/>
            </p14:nvContentPartPr>
            <p14:xfrm>
              <a:off x="9189504" y="304056"/>
              <a:ext cx="294120" cy="20664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016CD4CA-E9FE-E3D0-699A-A56FBF4152C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171864" y="286416"/>
                <a:ext cx="329760" cy="24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2AE7A7B7-74EA-8165-4254-07B354CDC99C}"/>
                  </a:ext>
                </a:extLst>
              </p14:cNvPr>
              <p14:cNvContentPartPr/>
              <p14:nvPr/>
            </p14:nvContentPartPr>
            <p14:xfrm>
              <a:off x="11292624" y="602496"/>
              <a:ext cx="581400" cy="378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2AE7A7B7-74EA-8165-4254-07B354CDC99C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1274984" y="584856"/>
                <a:ext cx="617040" cy="73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5874A6B1-E784-23E9-5EE9-83A9C77E6E02}"/>
                  </a:ext>
                </a:extLst>
              </p14:cNvPr>
              <p14:cNvContentPartPr/>
              <p14:nvPr/>
            </p14:nvContentPartPr>
            <p14:xfrm>
              <a:off x="9729144" y="1051416"/>
              <a:ext cx="393840" cy="3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5874A6B1-E784-23E9-5EE9-83A9C77E6E02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711504" y="1033776"/>
                <a:ext cx="42948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B1034580-57D1-6619-2567-4084BC3ADDA9}"/>
                  </a:ext>
                </a:extLst>
              </p14:cNvPr>
              <p14:cNvContentPartPr/>
              <p14:nvPr/>
            </p14:nvContentPartPr>
            <p14:xfrm>
              <a:off x="8503704" y="1316736"/>
              <a:ext cx="1287360" cy="3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B1034580-57D1-6619-2567-4084BC3ADDA9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485704" y="1298736"/>
                <a:ext cx="1323000" cy="36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728752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ACCEE5-7301-1AF4-80DD-66AFA4D05D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369A2110-4B66-1711-4CD1-E67EF9EBF118}"/>
              </a:ext>
            </a:extLst>
          </p:cNvPr>
          <p:cNvSpPr txBox="1"/>
          <p:nvPr/>
        </p:nvSpPr>
        <p:spPr>
          <a:xfrm>
            <a:off x="0" y="125952"/>
            <a:ext cx="808126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 of embeddings: (See python code)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C808D1B-79BB-0F65-E1C2-A7F1AF60B5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87617"/>
            <a:ext cx="7370065" cy="6137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66039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44DCED-2C58-562C-4848-C36AEA5A65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EE70884D-95B0-D4DE-A0C9-B3CCBA492BFC}"/>
              </a:ext>
            </a:extLst>
          </p:cNvPr>
          <p:cNvSpPr txBox="1"/>
          <p:nvPr/>
        </p:nvSpPr>
        <p:spPr>
          <a:xfrm>
            <a:off x="0" y="125952"/>
            <a:ext cx="808126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 of embeddings: (See python code)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5B7E91D-AB46-8F05-C513-78FEBE52C6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538" y="1097280"/>
            <a:ext cx="10137806" cy="2539833"/>
          </a:xfrm>
          <a:prstGeom prst="rect">
            <a:avLst/>
          </a:prstGeom>
        </p:spPr>
      </p:pic>
      <p:sp>
        <p:nvSpPr>
          <p:cNvPr id="2" name="Oval 1">
            <a:extLst>
              <a:ext uri="{FF2B5EF4-FFF2-40B4-BE49-F238E27FC236}">
                <a16:creationId xmlns:a16="http://schemas.microsoft.com/office/drawing/2014/main" id="{35D1331A-324B-74F8-A676-B61CD53A13BF}"/>
              </a:ext>
            </a:extLst>
          </p:cNvPr>
          <p:cNvSpPr/>
          <p:nvPr/>
        </p:nvSpPr>
        <p:spPr>
          <a:xfrm>
            <a:off x="3894328" y="4599431"/>
            <a:ext cx="2972816" cy="16002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Embedding Model</a:t>
            </a:r>
          </a:p>
        </p:txBody>
      </p:sp>
      <p:sp>
        <p:nvSpPr>
          <p:cNvPr id="3" name="Arrow: Right 2">
            <a:extLst>
              <a:ext uri="{FF2B5EF4-FFF2-40B4-BE49-F238E27FC236}">
                <a16:creationId xmlns:a16="http://schemas.microsoft.com/office/drawing/2014/main" id="{1366BB29-FCE5-077E-FBCB-25C7FE4FB117}"/>
              </a:ext>
            </a:extLst>
          </p:cNvPr>
          <p:cNvSpPr/>
          <p:nvPr/>
        </p:nvSpPr>
        <p:spPr>
          <a:xfrm>
            <a:off x="2668016" y="5084064"/>
            <a:ext cx="1115568" cy="63093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1E78522E-AFE1-AE4F-9201-0550F432896B}"/>
              </a:ext>
            </a:extLst>
          </p:cNvPr>
          <p:cNvSpPr/>
          <p:nvPr/>
        </p:nvSpPr>
        <p:spPr>
          <a:xfrm>
            <a:off x="7140448" y="5084063"/>
            <a:ext cx="1115568" cy="63093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0B0E2FA-1D12-5240-2290-5D8E7BAED78F}"/>
              </a:ext>
            </a:extLst>
          </p:cNvPr>
          <p:cNvSpPr txBox="1"/>
          <p:nvPr/>
        </p:nvSpPr>
        <p:spPr>
          <a:xfrm>
            <a:off x="153518" y="4984033"/>
            <a:ext cx="328462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“How to reset your account password”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3F89602-9AC8-0D5E-ECF1-B60BBAB2237C}"/>
              </a:ext>
            </a:extLst>
          </p:cNvPr>
          <p:cNvSpPr txBox="1"/>
          <p:nvPr/>
        </p:nvSpPr>
        <p:spPr>
          <a:xfrm>
            <a:off x="8444078" y="4956600"/>
            <a:ext cx="328462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Vector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[0.042, - 0.0008,….]</a:t>
            </a:r>
          </a:p>
        </p:txBody>
      </p:sp>
    </p:spTree>
    <p:extLst>
      <p:ext uri="{BB962C8B-B14F-4D97-AF65-F5344CB8AC3E}">
        <p14:creationId xmlns:p14="http://schemas.microsoft.com/office/powerpoint/2010/main" val="33005496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70D712-C89C-CF51-6C72-BE6744AF78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36A35251-5AFF-B66E-3F41-2D6B095CCF73}"/>
              </a:ext>
            </a:extLst>
          </p:cNvPr>
          <p:cNvSpPr txBox="1"/>
          <p:nvPr/>
        </p:nvSpPr>
        <p:spPr>
          <a:xfrm>
            <a:off x="477520" y="473424"/>
            <a:ext cx="8081264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What kind of data does vector DB store?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344B118-FA00-669A-02C3-61240A866D80}"/>
              </a:ext>
            </a:extLst>
          </p:cNvPr>
          <p:cNvGraphicFramePr>
            <a:graphicFrameLocks noGrp="1"/>
          </p:cNvGraphicFramePr>
          <p:nvPr/>
        </p:nvGraphicFramePr>
        <p:xfrm>
          <a:off x="5430520" y="1465441"/>
          <a:ext cx="6054344" cy="2316480"/>
        </p:xfrm>
        <a:graphic>
          <a:graphicData uri="http://schemas.openxmlformats.org/drawingml/2006/table">
            <a:tbl>
              <a:tblPr/>
              <a:tblGrid>
                <a:gridCol w="2539309">
                  <a:extLst>
                    <a:ext uri="{9D8B030D-6E8A-4147-A177-3AD203B41FA5}">
                      <a16:colId xmlns:a16="http://schemas.microsoft.com/office/drawing/2014/main" val="622533729"/>
                    </a:ext>
                  </a:extLst>
                </a:gridCol>
                <a:gridCol w="3515035">
                  <a:extLst>
                    <a:ext uri="{9D8B030D-6E8A-4147-A177-3AD203B41FA5}">
                      <a16:colId xmlns:a16="http://schemas.microsoft.com/office/drawing/2014/main" val="404505547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Data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Stored As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07687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Text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Vector (numbers)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23253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Image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Vector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62329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Audio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Vector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0911084"/>
                  </a:ext>
                </a:extLst>
              </a:tr>
            </a:tbl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661A7750-C005-F976-CB55-6A9739D30B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41704" y="4528380"/>
            <a:ext cx="2278097" cy="222747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7BEB958-6398-63C5-895C-9C8236DE38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9057" y="1635244"/>
            <a:ext cx="721539" cy="89524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5EA7FE3-AE9C-398C-E140-212ACF0454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7913" y="2530487"/>
            <a:ext cx="893320" cy="76375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C73C0BF-13CE-110F-6C5B-0F1FA23F23A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03936" y="3344427"/>
            <a:ext cx="893320" cy="695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6868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BDFC3E-E37E-A3E7-BA5E-BDC0E57ED0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A0F25FC-A0CC-1840-505F-3DD437F341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5814" y="1335024"/>
            <a:ext cx="9384092" cy="499209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08B15F4-DA80-4721-FF3A-0035DE67AF7D}"/>
              </a:ext>
            </a:extLst>
          </p:cNvPr>
          <p:cNvSpPr txBox="1"/>
          <p:nvPr/>
        </p:nvSpPr>
        <p:spPr>
          <a:xfrm>
            <a:off x="233680" y="213328"/>
            <a:ext cx="1128776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Common Vector DB as of today: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FAISS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(Facebook AI Similarity Search)</a:t>
            </a: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Can be done locally. (See the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jupyter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notebook)</a:t>
            </a:r>
          </a:p>
        </p:txBody>
      </p:sp>
    </p:spTree>
    <p:extLst>
      <p:ext uri="{BB962C8B-B14F-4D97-AF65-F5344CB8AC3E}">
        <p14:creationId xmlns:p14="http://schemas.microsoft.com/office/powerpoint/2010/main" val="17622683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F60028-CFF7-F866-E575-BB50342D45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11B16F8-465F-C06B-E59C-50B9094D4F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9352" y="1938036"/>
            <a:ext cx="8250554" cy="438908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EB08F5D-DB0B-C230-F5C7-B4AFE250E38D}"/>
              </a:ext>
            </a:extLst>
          </p:cNvPr>
          <p:cNvSpPr txBox="1"/>
          <p:nvPr/>
        </p:nvSpPr>
        <p:spPr>
          <a:xfrm>
            <a:off x="233680" y="213328"/>
            <a:ext cx="1128776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Common Vector DB as of today: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Pine Vector DB: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User need to login (free)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Get API Key and use it (Look at docs on how to use API keys with python code)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You can have up to 5 index for free. (See the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jupyter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notebook)</a:t>
            </a:r>
          </a:p>
        </p:txBody>
      </p:sp>
    </p:spTree>
    <p:extLst>
      <p:ext uri="{BB962C8B-B14F-4D97-AF65-F5344CB8AC3E}">
        <p14:creationId xmlns:p14="http://schemas.microsoft.com/office/powerpoint/2010/main" val="14203433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362D5D-3A06-2BA2-453D-84FA32E654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4EE28D6-86D4-4118-DE97-97F3018B25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1446" y="2255313"/>
            <a:ext cx="8250554" cy="4389081"/>
          </a:xfrm>
          <a:prstGeom prst="rect">
            <a:avLst/>
          </a:prstGeom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2840C0D-904C-B09A-946F-F0861A12ED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439588"/>
              </p:ext>
            </p:extLst>
          </p:nvPr>
        </p:nvGraphicFramePr>
        <p:xfrm>
          <a:off x="580136" y="830358"/>
          <a:ext cx="9189720" cy="1828800"/>
        </p:xfrm>
        <a:graphic>
          <a:graphicData uri="http://schemas.openxmlformats.org/drawingml/2006/table">
            <a:tbl>
              <a:tblPr/>
              <a:tblGrid>
                <a:gridCol w="2128520">
                  <a:extLst>
                    <a:ext uri="{9D8B030D-6E8A-4147-A177-3AD203B41FA5}">
                      <a16:colId xmlns:a16="http://schemas.microsoft.com/office/drawing/2014/main" val="3052785715"/>
                    </a:ext>
                  </a:extLst>
                </a:gridCol>
                <a:gridCol w="3373120">
                  <a:extLst>
                    <a:ext uri="{9D8B030D-6E8A-4147-A177-3AD203B41FA5}">
                      <a16:colId xmlns:a16="http://schemas.microsoft.com/office/drawing/2014/main" val="2561522023"/>
                    </a:ext>
                  </a:extLst>
                </a:gridCol>
                <a:gridCol w="3688080">
                  <a:extLst>
                    <a:ext uri="{9D8B030D-6E8A-4147-A177-3AD203B41FA5}">
                      <a16:colId xmlns:a16="http://schemas.microsoft.com/office/drawing/2014/main" val="327639423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Feature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FAISS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Pinecone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48255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Setup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Local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Cloud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04169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Scaling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Manual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Automatic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48543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Use Case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Learning / small apps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Production systems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0886234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7C1F1835-AE60-7FF7-E696-32C4F3F63D4F}"/>
              </a:ext>
            </a:extLst>
          </p:cNvPr>
          <p:cNvSpPr txBox="1"/>
          <p:nvPr/>
        </p:nvSpPr>
        <p:spPr>
          <a:xfrm>
            <a:off x="580136" y="213606"/>
            <a:ext cx="61874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FAISS vs Pinecone:</a:t>
            </a:r>
          </a:p>
        </p:txBody>
      </p:sp>
    </p:spTree>
    <p:extLst>
      <p:ext uri="{BB962C8B-B14F-4D97-AF65-F5344CB8AC3E}">
        <p14:creationId xmlns:p14="http://schemas.microsoft.com/office/powerpoint/2010/main" val="24720589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4C315A-9333-1F7A-934F-444117FA42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589254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31D7F-4279-DA2E-FA64-6CF3C441D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5E1B75-886E-0812-B2FD-DD250C2255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36525"/>
            <a:ext cx="11466576" cy="832739"/>
          </a:xfrm>
        </p:spPr>
        <p:txBody>
          <a:bodyPr>
            <a:normAutofit/>
          </a:bodyPr>
          <a:lstStyle/>
          <a:p>
            <a:r>
              <a:rPr lang="en-US" sz="3600" dirty="0"/>
              <a:t>EXTRA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02F8BE4-9CEA-0DAD-0357-E0A8215F169D}"/>
              </a:ext>
            </a:extLst>
          </p:cNvPr>
          <p:cNvSpPr txBox="1"/>
          <p:nvPr/>
        </p:nvSpPr>
        <p:spPr>
          <a:xfrm>
            <a:off x="274320" y="933117"/>
            <a:ext cx="116586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Ffnbksdfd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Fdslj;f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Fl;ds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6253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1179</TotalTime>
  <Words>492</Words>
  <Application>Microsoft Office PowerPoint</Application>
  <PresentationFormat>Widescreen</PresentationFormat>
  <Paragraphs>109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 Light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EXTRA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207</cp:revision>
  <dcterms:created xsi:type="dcterms:W3CDTF">2025-09-22T02:44:38Z</dcterms:created>
  <dcterms:modified xsi:type="dcterms:W3CDTF">2026-07-21T12:41:04Z</dcterms:modified>
</cp:coreProperties>
</file>