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7" r:id="rId2"/>
    <p:sldId id="281" r:id="rId3"/>
    <p:sldId id="282" r:id="rId4"/>
    <p:sldId id="283" r:id="rId5"/>
    <p:sldId id="284" r:id="rId6"/>
    <p:sldId id="285" r:id="rId7"/>
    <p:sldId id="27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1:14.57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252 0 24575,'-5'1'0,"1"0"0,-1 0 0,1 0 0,0 0 0,-1 1 0,1 0 0,0-1 0,0 2 0,0-1 0,0 0 0,0 1 0,1 0 0,-1-1 0,1 2 0,0-1 0,0 0 0,-4 6 0,-6 8 0,0 1 0,-12 23 0,21-34 0,-8 18 0,1 1 0,1 0 0,1 1 0,2 0 0,-8 49 0,-6 24 0,9-48 0,-5 68 0,10-64 0,6-34 0,0 0 0,2 1 0,0-1 0,8 37 0,-3-28 0,0 44 0,-6-44 0,0 14 0,2-1 0,11 65 0,-4-61 0,2-1 0,3 0 0,1 0 0,3-2 0,1 0 0,2-1 0,43 65 0,2-3 0,72 162 0,-46-84 0,-75-152 0,5 11 0,2-1 0,36 50 0,-36-70-1365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1:15.49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9 263 24575,'-5'-20'0,"1"-4"0,8 21 0,9 10 0,91 89 0,-74-65 0,58 45 0,-74-66 0,4 4 0,1-1 0,0 0 0,0-2 0,35 15 0,-50-24 0,1 0 0,0-1 0,0 0 0,-1 0 0,1 0 0,0 0 0,0-1 0,0 1 0,0-1 0,0-1 0,0 1 0,0-1 0,0 0 0,0 0 0,-1 0 0,1 0 0,0-1 0,-1 0 0,1 0 0,-1 0 0,1-1 0,-1 0 0,0 1 0,0-2 0,0 1 0,6-7 0,17-23 0,-2-2 0,-1-1 0,36-73 0,-2 3 0,-48 91-195,-1-2 0,0 1 0,-1-1 0,-1 0 0,-1-1 0,5-22 0,-7 16-6631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1:16.6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32 24575,'-1'-14'0,"1"-4"0,6 28 0,1 17 0,-1 1 0,-2 0 0,0 1 0,-1 33 0,-1-22 0,8 49 0,0-16 0,-5-64-1365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1:17.99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611 51 24575,'-6'-5'0,"1"0"0,-1 0 0,-1 1 0,1-1 0,0 1 0,-1 1 0,0-1 0,0 1 0,0 1 0,0-1 0,-1 1 0,1 0 0,-1 1 0,1-1 0,-11 1 0,6 1 0,-1 1 0,1 0 0,-1 1 0,1 1 0,0 0 0,0 0 0,0 1 0,-19 9 0,2 3 0,1 0 0,1 2 0,0 1 0,1 2 0,1 0 0,-29 33 0,38-37 0,0 2 0,1 0 0,1 1 0,1 0 0,1 1 0,1 0 0,0 1 0,-11 36 0,18-41 0,0 0 0,1 0 0,0 0 0,2 0 0,0 0 0,1 0 0,0 1 0,2-1 0,0 0 0,1 0 0,0 0 0,11 29 0,-8-30 0,0 0 0,1 0 0,1 0 0,1-1 0,0-1 0,1 1 0,0-1 0,1-1 0,1 0 0,0 0 0,0-1 0,2-1 0,-1 0 0,1-1 0,1-1 0,0 0 0,0-1 0,1 0 0,0-1 0,0-1 0,19 5 0,-2-1 0,0-1 0,0-2 0,1-1 0,-1-1 0,56 0 0,-74-6 0,0 0 0,0 0 0,-1-2 0,1 1 0,-1-2 0,1 0 0,-1-1 0,-1 0 0,1-1 0,16-10 0,-10 2 0,0 0 0,0-2 0,-2 0 0,0-1 0,22-26 0,-29 29 0,0 0 0,-1 0 0,0 0 0,-1-2 0,-1 1 0,0-1 0,-1 0 0,-1-1 0,0 1 0,4-24 0,-4 13 0,-4 18 0,0 0 0,0 0 0,0 0 0,-1 0 0,-1 0 0,0-1 0,0 1 0,-1 0 0,-3-17 0,0 8 0,0-4 0,0 1 0,-2 0 0,-1 0 0,0 0 0,-1 1 0,-2 1 0,-20-35 0,16 36 0,-2 0 0,1 1 0,-2 0 0,0 2 0,-30-22 0,3 8 0,-63-32 0,38 36-204,51 20-957,-2-1-5665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1:21.55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56 325 24575,'0'-1'0,"0"0"0,0 1 0,0-1 0,0 0 0,0 0 0,0 0 0,0 1 0,0-1 0,0 0 0,0 0 0,0 1 0,-1-1 0,1 0 0,0 0 0,-1 1 0,1-1 0,0 0 0,-1 1 0,1-1 0,-1 0 0,1 1 0,-1-1 0,1 1 0,-1-1 0,1 1 0,-1-1 0,0 1 0,1-1 0,-1 1 0,0 0 0,1-1 0,-1 1 0,0 0 0,1-1 0,-1 1 0,0 0 0,0 0 0,1 0 0,-1 0 0,0 0 0,0 0 0,-1 0 0,1 0 0,-1 1 0,1-1 0,0 1 0,-1-1 0,1 1 0,0-1 0,-1 1 0,1 0 0,0 0 0,0 0 0,0 0 0,0 0 0,0 0 0,0 0 0,0 0 0,0 0 0,0 0 0,0 1 0,1-1 0,-1 0 0,0 1 0,1-1 0,-1 2 0,-2 10 0,0 0 0,1 1 0,1-1 0,0 1 0,1-1 0,2 22 0,18 81 0,-15-94 0,7 31 0,-10-46 0,-8-36 0,0 4 0,1 0 0,2 0 0,0-1 0,2 1 0,3-48 0,28-143 0,-28 205 0,0-7 0,1 0 0,1 0 0,1 0 0,8-23 0,-11 36 0,1 1 0,-1-1 0,0 1 0,1 0 0,0 0 0,0 0 0,1 0 0,-1 0 0,1 1 0,-1 0 0,1-1 0,0 1 0,0 0 0,1 1 0,-1-1 0,0 1 0,1 0 0,0 0 0,-1 0 0,1 1 0,5-1 0,-6 1 0,1 1 0,-1-1 0,0 1 0,0 1 0,0-1 0,1 0 0,-1 1 0,0 0 0,0 0 0,0 0 0,0 1 0,0-1 0,0 1 0,-1 0 0,1 0 0,0 0 0,-1 0 0,0 1 0,1 0 0,-1-1 0,0 1 0,0 0 0,-1 1 0,1-1 0,3 5 0,4 9 0,1 0 0,-2 1 0,14 36 0,-20-45 0,18 50 0,14 71 0,-32-113 0,-1-1 0,0 33 0,4 20 0,1-55-1365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1:2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73 24575,'-5'0'0,"-5"0"0,3-5 0,7 0 0,8-5 0,7 0 0,5 1 0,4 3 0,1 1 0,2-1 0,0-1 0,0 1 0,-5 2-8191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1:22.7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272 1 24575,'-34'0'0,"3"-1"0,-51 6 0,73-4 0,0 1 0,0 0 0,0 0 0,0 1 0,0 0 0,1 0 0,0 1 0,0 0 0,0 1 0,-9 6 0,16-10 0,-1 0 0,1 0 0,-1 0 0,1 0 0,-1 0 0,1 1 0,0-1 0,0 0 0,-1 1 0,1-1 0,0 1 0,0 0 0,1-1 0,-1 1 0,0-1 0,0 1 0,1 0 0,-1 0 0,1-1 0,0 1 0,-1 0 0,1 0 0,0 0 0,0 0 0,0 1 0,1 0 0,0-1 0,1 1 0,-1-1 0,0 0 0,1 0 0,-1 0 0,1 1 0,0-2 0,0 1 0,0 0 0,0 0 0,0 0 0,0-1 0,0 1 0,3 0 0,10 6 0,1 0 0,0-2 0,32 9 0,11 0 0,50 14 0,-99-25 0,1 0 0,0 1 0,-1 0 0,0 0 0,0 1 0,0 1 0,10 9 0,-19-16 0,0 1 0,0 0 0,0 0 0,0 0 0,0 0 0,0 0 0,0 0 0,0 0 0,0 1 0,-1-1 0,1 0 0,0 0 0,-1 1 0,1-1 0,-1 0 0,1 1 0,-1-1 0,0 0 0,0 1 0,0-1 0,1 1 0,-1-1 0,0 1 0,-1-1 0,1 0 0,0 1 0,0-1 0,-1 2 0,-1 0 0,1-1 0,-1 1 0,0-1 0,0 1 0,0-1 0,0 0 0,-1 0 0,1 0 0,0 0 0,-1 0 0,0 0 0,-3 1 0,-8 4 0,0-1 0,0-1 0,-1 0 0,-17 4 0,-4-4 0,1-1 0,0-2 0,-1-2 0,-56-5 0,90 5-52,0 0-1,0 0 1,0 0-1,0-1 1,0 1-1,1 0 1,-1-1-1,0 1 1,0-1-1,1 0 1,-1 0-1,0 0 1,1 1-1,-1-1 1,0-1-1,1 1 1,0 0-1,-1 0 1,1-1-1,0 1 0,-1 0 1,1-1-1,0 0 1,0 1-1,-1-3 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1:23.4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5 369 24575,'-4'-3'0,"13"-5"0,13-5 0,-4 5 0,0-1 0,-1 0 0,-1-1 0,1-1 0,-1-1 0,21-19 0,-34 27 0,1 0 0,-1 0 0,1 0 0,-1-1 0,0 1 0,-1-1 0,1 1 0,-1-1 0,0 0 0,0 0 0,-1 0 0,1 0 0,-1-1 0,0 1 0,0 0 0,-1 0 0,0-1 0,0 1 0,0 0 0,-1-1 0,1 1 0,-1 0 0,0 0 0,-1-1 0,1 1 0,-1 0 0,0 0 0,-5-8 0,2 3 0,-1-1 0,0 1 0,-1 0 0,0 1 0,-1-1 0,0 2 0,0-1 0,-16-12 0,24 21 0,-1-1 0,0 1 0,0-1 0,0 0 0,1 1 0,-1 0 0,0-1 0,0 1 0,0-1 0,0 1 0,0 0 0,0 0 0,0 0 0,0-1 0,0 1 0,0 0 0,0 0 0,0 0 0,0 1 0,0-1 0,0 0 0,0 0 0,0 0 0,0 1 0,0-1 0,0 1 0,-1 0 0,1 0 0,-1 0 0,1 1 0,0-1 0,0 1 0,0-1 0,0 1 0,0 0 0,0-1 0,0 1 0,0 0 0,1 0 0,-1-1 0,0 4 0,0 3 0,-1 0 0,1 0 0,1 0 0,0 1 0,1 12 0,32 234 0,-28-168 0,-5-65 0,1 0 0,1 0 0,6 26 0,-8-46-96,0-1 62,0-1 1,0 1 0,0-1-1,0 1 1,0 0 0,0-1-1,0 1 1,0-1-1,1 1 1,-1-1 0,0 1-1,0 0 1,0-1-1,1 1 1,-1-1 0,0 1-1,1-1 1,-1 1-1,0-1 1,1 0 0,-1 1-1,1-1 1,-1 1-1,0-1 1,1 0 0,-1 1-1,1-1 1,-1 0-1,1 1 1,-1-1 0,1 0-1,0 0 1,-1 0 0,1 0-1,-1 1 1,1-1-1,1 0 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1:24.34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58 24575,'0'0'0,"-1"-1"0,1 0 0,-1 1 0,1-1 0,0 0 0,-1 1 0,1-1 0,0 0 0,0 0 0,-1 1 0,1-1 0,0 0 0,0 0 0,0 1 0,0-1 0,0 0 0,0 0 0,0 1 0,0-1 0,0 0 0,0 0 0,1 1 0,-1-1 0,0 0 0,0 0 0,1 1 0,-1-1 0,1 0 0,-1 1 0,0-1 0,1 0 0,-1 1 0,1-1 0,-1 1 0,1-1 0,0 1 0,-1-1 0,1 1 0,0-1 0,-1 1 0,1 0 0,0-1 0,-1 1 0,1 0 0,0-1 0,1 1 0,35-15 0,-14 10 0,0 1 0,43 0 0,-54 3 0,0 2 0,0-1 0,0 1 0,0 1 0,0 1 0,-1-1 0,16 7 0,-25-8 0,0-1 0,0 1 0,0 0 0,0-1 0,0 1 0,-1 0 0,1 1 0,0-1 0,-1 0 0,1 0 0,-1 1 0,1-1 0,-1 1 0,0-1 0,1 1 0,-1-1 0,0 1 0,0 0 0,0 0 0,0 0 0,-1-1 0,1 1 0,0 0 0,-1 0 0,1 0 0,-1 0 0,0 0 0,0 0 0,0 0 0,0 0 0,0 0 0,0 0 0,0 0 0,0 0 0,-1 0 0,1 0 0,-1 0 0,0 0 0,0 0 0,1 0 0,-3 2 0,0 2 0,-1-2 0,1 1 0,-1 0 0,0-1 0,0 0 0,-1 1 0,1-2 0,-1 1 0,0 0 0,0-1 0,0 0 0,0 0 0,-6 2 0,-22 5 0,-1-1 0,0-1 0,0-2 0,-49 2 0,121 7 0,30 1 0,-1 3 0,94 40 0,-156-57-124,-1 0 0,1 0 0,0-1 0,0 0 0,0 1 0,0-2-1,0 1 1,0 0 0,0-1 0,9-1 0,5-2-6702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1:25.1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239 26 24575,'-1'-1'0,"1"0"0,-1 0 0,1 0 0,-1 0 0,1 0 0,-1 0 0,0 0 0,1 0 0,-1 0 0,0 0 0,0 0 0,0 0 0,0 1 0,0-1 0,0 0 0,0 1 0,0-1 0,0 0 0,0 1 0,0 0 0,0-1 0,0 1 0,-1-1 0,1 1 0,0 0 0,0 0 0,-2 0 0,-39-5 0,37 5 0,-4-1 0,-75 1 0,80 0 0,0 0 0,0 0 0,0 1 0,0 0 0,1 0 0,-1 0 0,0 0 0,0 1 0,0-1 0,1 1 0,-1 0 0,1 0 0,-1 0 0,1 1 0,0-1 0,0 1 0,-3 3 0,5-4 0,0-1 0,1 0 0,0 1 0,-1-1 0,1 0 0,0 1 0,0-1 0,0 0 0,0 1 0,0-1 0,0 0 0,0 1 0,0-1 0,1 1 0,-1-1 0,0 0 0,1 0 0,-1 1 0,1-1 0,-1 0 0,1 0 0,0 1 0,0-1 0,-1 0 0,1 0 0,0 0 0,0 0 0,0 0 0,0 0 0,0-1 0,0 1 0,1 0 0,-1 0 0,0-1 0,0 1 0,1-1 0,0 1 0,56 27 0,-52-26 0,114 56 0,-52-23 0,-67-35 0,1 1 0,-1-1 0,1 1 0,-1 0 0,1 0 0,-1 0 0,1 0 0,-1 0 0,0 0 0,1 0 0,-1 0 0,0 0 0,0 0 0,0 1 0,0-1 0,0 1 0,0-1 0,0 1 0,-1-1 0,1 1 0,-1-1 0,1 1 0,-1-1 0,1 4 0,-1-3 0,-1-1 0,1 0 0,-1 1 0,0-1 0,0 0 0,1 1 0,-1-1 0,0 0 0,0 0 0,0 0 0,0 0 0,0 0 0,-1 0 0,1 0 0,0 0 0,0 0 0,-1-1 0,1 1 0,0 0 0,-1-1 0,1 1 0,-1-1 0,1 1 0,-1-1 0,1 0 0,-1 0 0,-2 0 0,-33 4 0,0-1 0,-1-3 0,-58-6 0,71 2-1365,3-1-5461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1:28.58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71 24575,'7'0'0,"1"-1"0,0 0 0,0-1 0,15-5 0,24-4 0,642-37 0,-201 69 0,-448-13-34,10 3 155,-48-11-212,1 0 1,-1 1-1,1-1 0,-1 0 0,0-1 1,1 1-1,-1 0 0,1-1 0,-1 0 1,0 1-1,1-1 0,-1 0 0,0 0 0,0 0 1,4-3-1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1:29.25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2 24575,'-11'-1'0,"15"1"0,26 2 0,83 26 0,-47-13 0,-1 3 0,79 32 0,-142-50 0,0 1 0,-1 0 0,1-1 0,0 1 0,-1 0 0,1 0 0,-1 0 0,1 0 0,-1 0 0,0 0 0,1 1 0,-1-1 0,0 0 0,0 1 0,0-1 0,0 1 0,0-1 0,0 1 0,0-1 0,1 4 0,-2-4 0,0 1 0,-1-1 0,1 0 0,0 1 0,0-1 0,-1 1 0,1-1 0,-1 0 0,1 1 0,-1-1 0,0 0 0,1 1 0,-1-1 0,0 0 0,0 0 0,0 0 0,0 1 0,0-1 0,-1 1 0,-7 5 0,-1 0 0,1-1 0,-1 0 0,-20 9 0,-245 83 7,160-62-1379,93-28-5454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1:45.30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 2346 24575,'-1'0'0,"0"0"0,1 0 0,-1 1 0,0-1 0,0 0 0,0 0 0,0 0 0,0-1 0,0 1 0,0 0 0,0 0 0,1 0 0,-1-1 0,0 1 0,0 0 0,0-1 0,1 1 0,-1-1 0,0 1 0,0-1 0,1 1 0,-1-1 0,0 0 0,1 1 0,-1-1 0,0 0 0,1 1 0,-1-1 0,1 0 0,0 0 0,-1 0 0,1 1 0,0-1 0,-1 0 0,1 0 0,0 0 0,0 0 0,-1 0 0,1 0 0,0 1 0,0-1 0,0 0 0,0 0 0,1 0 0,-1 0 0,0 0 0,0 0 0,0 0 0,1 1 0,-1-1 0,0 0 0,1 0 0,-1 0 0,1 1 0,-1-1 0,1 0 0,-1 0 0,2 0 0,2-6 0,0 0 0,0 1 0,1 0 0,0 0 0,9-8 0,15-11 0,-1-1 0,-1-1 0,-2-1 0,0-2 0,-2 0 0,-1-1 0,28-56 0,-22 25 0,-2-1 0,26-106 0,2-12 0,-47 149 0,-1 6 0,-1-2 0,0 1 0,-1-36 0,-2 31 0,11-60 0,-4 37 0,11-64 0,-8 52 0,-2 0 0,0-86 0,-9 19 0,-4-113 0,-21 95 0,22 138 0,-1 0 0,0 0 0,-1 0 0,0 1 0,-13-26 0,16 37 0,0 0 0,0 0 0,0 0 0,0 0 0,-1 0 0,1 0 0,-1 0 0,1 1 0,-1-1 0,0 1 0,0-1 0,0 1 0,0-1 0,0 1 0,0 0 0,0 0 0,0 0 0,0 0 0,-1 0 0,1 1 0,0-1 0,0 1 0,-1-1 0,1 1 0,-1 0 0,1 0 0,0 0 0,-1 0 0,1 0 0,0 1 0,-1-1 0,1 1 0,0 0 0,0-1 0,-1 1 0,1 0 0,0 0 0,0 0 0,0 1 0,0-1 0,0 0 0,-3 4 0,-31 23 0,0 2 0,-41 46 0,38-37 0,-45 36 0,82-75 0,5-7 0,12-19 0,23-32 0,-22 35 0,0 1 0,2 1 0,1 0 0,0 1 0,2 1 0,0 1 0,1 1 0,1 1 0,0 1 0,41-19 0,-58 31 0,0 0 0,0 1 0,1 0 0,-1 0 0,1 0 0,-1 1 0,1 0 0,0 0 0,0 1 0,-1 0 0,1 0 0,0 0 0,-1 1 0,1 0 0,0 1 0,-1-1 0,1 1 0,-1 0 0,0 1 0,0 0 0,12 6 0,210 94 0,-202-90 120,-26-13-143,1 1 1,-1-1-1,0 0 1,1 0-1,-1 0 1,0 1-1,1-1 1,-1 0-1,0 0 1,0 1-1,1-1 1,-1 0-1,0 0 1,0 1-1,1-1 1,-1 0-1,0 1 1,0-1-1,0 0 1,0 1-1,1-1 1,-1 1-1,0-1 1,0 0-1,0 1 1,0-1-1,0 0 1,0 1-1,0-1 1,0 1-1,0-1 1,0 0-1,0 1 1,0-1-1,-1 1 1,1-1-1,0 0 1,0 1-1,0-1 1,0 0-1,-1 1 1,1-1-1,0 0 1,0 1-1,0-1 1,-1 0-1,1 0 1,0 1-1,-1-1 1,1 0-1,0 0 1,-1 0-1,1 1 1,0-1-1,-1 0 1,1 0-1,0 0 1,-1 0-1,1 0 1,0 1-1,-1-1 1,1 0-1,-1 0 1,1 0-1,-1 0 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2:08.01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 96 24575,'-2'0'0,"0"0"0,0 0 0,0-1 0,0 1 0,0 0 0,0-1 0,0 1 0,0-1 0,0 1 0,0-1 0,0 0 0,-2-1 0,4 2 0,-1-1 0,1 1 0,-1-1 0,1 1 0,-1-1 0,1 1 0,-1-1 0,1 0 0,0 1 0,-1-1 0,1 1 0,0-1 0,-1 0 0,1 1 0,0-1 0,0 0 0,0 1 0,0-1 0,0 0 0,0 0 0,-1 1 0,2-1 0,-1-1 0,0 0 0,1 0 0,0 0 0,0 0 0,0 0 0,0 0 0,0 0 0,1 0 0,-1 0 0,1 0 0,-1 0 0,1 1 0,0-1 0,-1 1 0,1-1 0,0 1 0,0 0 0,0-1 0,0 1 0,3-1 0,14-5 0,2 1 0,-1 0 0,1 1 0,23-2 0,-15 2 0,-22 4 0,1 1 0,-1-1 0,1 1 0,-1 0 0,0 1 0,1 0 0,-1 0 0,0 0 0,1 1 0,-1 0 0,0 1 0,0 0 0,0 0 0,-1 0 0,9 6 0,-12-7 0,-1 0 0,1 0 0,-1 0 0,1 1 0,-1-1 0,0 1 0,0-1 0,0 1 0,0 0 0,-1 0 0,1 0 0,-1 0 0,0 0 0,1 0 0,-1 0 0,-1 0 0,1 0 0,0 0 0,-1 1 0,0-1 0,0 0 0,0 1 0,0-1 0,0 0 0,-1 0 0,1 1 0,-1-1 0,0 0 0,0 0 0,0 0 0,0 0 0,-1 0 0,1 0 0,-1 0 0,0 0 0,-2 3 0,-4 4 0,1-1 0,-1 0 0,0-1 0,-1 0 0,0 0 0,-20 13 0,-13 10 0,42-30 0,-1-1 0,1 0 0,-1 1 0,1-1 0,-1 0 0,1 1 0,-1-1 0,1 0 0,-1 1 0,1-1 0,0 1 0,-1-1 0,1 1 0,0-1 0,-1 1 0,1-1 0,0 1 0,-1 0 0,1-1 0,0 1 0,0-1 0,0 1 0,0 0 0,0-1 0,0 1 0,0-1 0,0 1 0,0 0 0,0-1 0,0 1 0,0-1 0,0 1 0,0 0 0,1 0 0,21 9 0,36-6 0,-56-4 0,25 0 0,1 1 0,0 1 0,35 7 0,-55-7-195,-1 0 0,1-1 0,0 0 0,0-1 0,-1 0 0,14-1 0,-1-3-6631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2:09.89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765 83 24575,'-1'-2'0,"0"-1"0,0 1 0,0-1 0,0 1 0,0 0 0,0-1 0,-1 1 0,1 0 0,-1 0 0,1 0 0,-1 0 0,0 0 0,0 0 0,0 0 0,0 1 0,0-1 0,0 1 0,-1 0 0,1-1 0,0 1 0,-4-1 0,-52-20 0,34 16 0,-1 2 0,1 0 0,0 2 0,-1 1 0,0 1 0,1 1 0,-26 4 0,2 3 0,0 1 0,-72 25 0,107-30 0,0 1 0,0 0 0,0 1 0,1 0 0,0 1 0,0 0 0,1 1 0,0 1 0,0 0 0,1 0 0,0 0 0,1 2 0,0-1 0,1 1 0,0 0 0,0 1 0,1 0 0,1 0 0,0 1 0,0-1 0,2 1 0,-1 0 0,2 1 0,0-1 0,0 1 0,1-1 0,0 25 0,3-21 0,1 0 0,0 0 0,1 0 0,1 0 0,0-1 0,2 0 0,0 0 0,0 0 0,2 0 0,0-1 0,0 0 0,2-1 0,0 0 0,0 0 0,1-1 0,1-1 0,0 0 0,1 0 0,21 14 0,-8-5 0,-6-5 0,0 0 0,1-2 0,0 0 0,32 14 0,-34-20 0,0-1 0,0-1 0,1-1 0,-1-1 0,40 4 0,-32-5 0,-1-1 0,1-1 0,-1-2 0,1 0 0,0-2 0,-1-1 0,0-1 0,0-1 0,-1-1 0,1-2 0,41-20 0,-43 18 0,-2-2 0,30-21 0,-44 27 0,0 0 0,0 0 0,-1 0 0,0-1 0,-1 0 0,0 0 0,0-1 0,9-18 0,-8 10 0,0 0 0,-2-1 0,0 0 0,-1 0 0,0 0 0,0-26 0,-2 1 0,-7-71 0,4 103 0,-1 1 0,1 0 0,-1-1 0,-1 1 0,0 0 0,-1 0 0,0 1 0,0-1 0,-1 1 0,0-1 0,-1 2 0,-7-11 0,4 10 0,0 0 0,0 0 0,0 1 0,-1 1 0,-1 0 0,1 0 0,-1 1 0,0 0 0,-23-8 0,3 2-195,0 1 0,-1 1 0,0 2 0,0 1 0,-1 1 0,-33 0 0,45 6-6631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2:11.21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 56 24575,'0'0'0,"0"0"0,-1 0 0,1 0 0,0 0 0,0 0 0,0 0 0,0 0 0,0 0 0,0 0 0,-1 0 0,1 0 0,0 0 0,0 0 0,0-1 0,0 1 0,0 0 0,0 0 0,0 0 0,-1 0 0,1 0 0,0 0 0,0 0 0,0 0 0,0 0 0,0 0 0,0-1 0,0 1 0,0 0 0,0 0 0,0 0 0,0 0 0,0 0 0,0 0 0,0-1 0,0 1 0,0 0 0,-1 0 0,1 0 0,0 0 0,1 0 0,-1 0 0,0-1 0,0 1 0,0 0 0,0 0 0,0 0 0,0 0 0,0 0 0,0 0 0,0-1 0,0 1 0,0 0 0,0 0 0,0 0 0,0 0 0,0 0 0,0 0 0,1 0 0,-1 0 0,0-1 0,10-11 0,15-8 0,-10 15 0,1 1 0,-1 1 0,1 0 0,0 2 0,-1-1 0,1 2 0,0 0 0,0 1 0,-1 1 0,1 0 0,0 1 0,-1 1 0,0 0 0,0 1 0,27 13 0,-40-17 0,0-1 0,0 1 0,-1 0 0,1 0 0,0 0 0,-1 0 0,1 0 0,-1 0 0,1 0 0,-1 0 0,0 1 0,1-1 0,-1 1 0,0-1 0,0 1 0,0-1 0,0 1 0,0-1 0,-1 1 0,1 0 0,0 0 0,-1-1 0,1 4 0,-1-2 0,0-1 0,-1 0 0,1 0 0,-1 1 0,0-1 0,0 0 0,0 0 0,0 0 0,0 0 0,0 0 0,0 0 0,-1-1 0,1 1 0,-1 0 0,1-1 0,-4 3 0,-5 4 0,0 0 0,-1-1 0,0 0 0,-1-1 0,-18 8 0,26-13 0,-1 1 0,1 0 0,0 0 0,-1 0 0,1 0 0,0 1 0,0 0 0,-4 4 0,7-7 0,1 0 0,0 1 0,0-1 0,-1 1 0,1-1 0,0 1 0,0-1 0,0 0 0,-1 1 0,1-1 0,0 1 0,0-1 0,0 1 0,0-1 0,0 1 0,0-1 0,0 1 0,0-1 0,0 0 0,0 1 0,0-1 0,1 1 0,-1-1 0,0 1 0,0-1 0,0 1 0,1-1 0,-1 0 0,0 1 0,1 0 0,24 15 0,0-7 0,45 11 0,-54-17 0,0 1 0,-1 0 0,1 1 0,-1 1 0,0 0 0,0 1 0,-1 1 0,19 13 0,-31-20 0,-1 0 0,0 0 0,1 0 0,-1 0 0,0 0 0,1 0 0,-1 1 0,0-1 0,0 0 0,0 1 0,0-1 0,0 1 0,0-1 0,-1 1 0,1-1 0,0 1 0,-1 0 0,1-1 0,-1 1 0,0 0 0,0-1 0,1 1 0,-1 0 0,0-1 0,0 1 0,-1 0 0,1 0 0,0-1 0,0 1 0,-1 0 0,1-1 0,-1 1 0,0-1 0,1 1 0,-1 0 0,0-1 0,0 0 0,0 1 0,0-1 0,0 1 0,0-1 0,0 0 0,-1 0 0,1 0 0,0 0 0,-1 0 0,-1 1 0,-4 3 0,-1 0 0,1-1 0,-1 0 0,0 0 0,0-1 0,0 0 0,0-1 0,-11 3 0,-41 6 0,38-5 0,0-2 0,0 0 0,-1-2 0,1 0 0,0-1 0,-1-1 0,-42-7 0,62 7-57,1 0 0,0-1 1,0 1-1,0-1 0,0 1 0,0-1 0,0 0 0,0 0 0,1 0 0,-1 0 0,0 0 1,0 0-1,1-1 0,-1 1 0,1-1 0,-1 1 0,1-1 0,-1 1 0,1-1 1,0 0-1,0 0 0,0 1 0,-1-4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2:12.97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689 99 24575,'-1'-1'0,"1"-1"0,-1 0 0,0 1 0,0-1 0,0 1 0,0-1 0,0 1 0,0-1 0,0 1 0,-1 0 0,1 0 0,0 0 0,-1 0 0,1-1 0,-1 2 0,1-1 0,-4-1 0,-29-14 0,8 8 0,0 0 0,0 2 0,0 2 0,0 0 0,-1 1 0,0 2 0,0 1 0,1 1 0,-1 1 0,-34 8 0,40-6 0,1 1 0,-1 0 0,1 2 0,-32 15 0,42-16 0,1 0 0,0 1 0,0-1 0,0 2 0,1-1 0,0 1 0,0 0 0,1 1 0,0 0 0,-9 16 0,5-9 0,2 1 0,0 1 0,1 0 0,1 0 0,1 0 0,0 1 0,2 0 0,0 0 0,1 0 0,1 1 0,0-1 0,2 0 0,0 1 0,1-1 0,1 1 0,1-1 0,1 0 0,1 0 0,9 27 0,0-13 0,2 0 0,31 50 0,-38-71 0,1 1 0,0-1 0,1-1 0,0 0 0,1 0 0,0-1 0,1-1 0,22 14 0,-11-11 0,0-1 0,0-1 0,1-2 0,1 0 0,-1-2 0,51 7 0,-28-9 0,0-2 0,91-7 0,-125 3 0,0-1 0,0-1 0,0 0 0,0-1 0,-1 0 0,0-1 0,0 0 0,-1-1 0,1-1 0,-1 0 0,-1 0 0,0-1 0,0-1 0,-1 0 0,10-11 0,2-6 0,-1-1 0,-1 0 0,-1-2 0,-2 0 0,14-33 0,-25 44 0,-1 0 0,-1 0 0,-1 0 0,-1 0 0,-1-1 0,0 1 0,-1-1 0,-6-37 0,4 45 0,-1-1 0,-1 1 0,0 0 0,-1 0 0,0 1 0,-1-1 0,0 1 0,0 0 0,-1 1 0,-1-1 0,0 1 0,0 1 0,-15-13 0,-1 0 0,-1 0 0,-2 2 0,-56-33 0,44 33-341,-1 1 0,-1 2-1,-52-15 1,76 28-6485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2:15.31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51 108 24575,'-2'-3'0,"1"1"0,-1 0 0,1-1 0,0 1 0,-1-1 0,1 1 0,1-1 0,-1 0 0,0 1 0,1-1 0,-1 0 0,1 1 0,0-1 0,0 0 0,0 0 0,0 1 0,0-1 0,1 0 0,-1 0 0,1 1 0,0-4 0,0 4 0,0 0 0,-1-1 0,1 1 0,-1-1 0,1 1 0,-1 0 0,0-1 0,0 1 0,-1-1 0,1 1 0,0-1 0,-1 1 0,1 0 0,-1-1 0,0 1 0,0 0 0,-2-4 0,3 6 0,-1 0 0,1 0 0,-1 0 0,0 0 0,1 0 0,-1 0 0,0 0 0,1 1 0,-1-1 0,1 0 0,-1 0 0,0 1 0,1-1 0,-1 0 0,1 1 0,-1-1 0,1 1 0,-1-1 0,1 1 0,0-1 0,-1 1 0,1-1 0,-1 1 0,1-1 0,0 1 0,0-1 0,-1 1 0,1 0 0,0-1 0,0 1 0,-1 0 0,-10 21 0,9-16 0,0 0 0,0 0 0,1 1 0,0-1 0,0 0 0,0 1 0,1-1 0,0 1 0,0-1 0,0 0 0,1 1 0,0-1 0,0 1 0,1-1 0,0 0 0,0 0 0,0 0 0,1 0 0,0 0 0,0-1 0,0 1 0,1-1 0,0 0 0,8 9 0,-4-7 0,1 0 0,0 0 0,0-1 0,0 0 0,1-1 0,0 0 0,0-1 0,0 0 0,0 0 0,1-1 0,-1 0 0,1-1 0,0 0 0,11 0 0,-8-1 0,0-1 0,1 0 0,-1 0 0,0-1 0,0-1 0,14-4 0,-23 5 0,0-1 0,1 0 0,-1 0 0,0-1 0,-1 1 0,1-1 0,0 0 0,-1 0 0,1-1 0,-1 1 0,0-1 0,0 0 0,-1 0 0,1 0 0,-1-1 0,0 1 0,0-1 0,3-6 0,21-60 0,-25 66 0,-1 0 0,1-1 0,-1 1 0,-1 0 0,1 0 0,-1-1 0,0 1 0,0 0 0,0-1 0,-1 1 0,-2-10 0,3 15 0,0 0 0,0 0 0,0 0 0,0-1 0,0 1 0,0 0 0,0 0 0,0 0 0,0-1 0,-1 1 0,1 0 0,0 0 0,0 0 0,0 0 0,0-1 0,0 1 0,0 0 0,-1 0 0,1 0 0,0 0 0,0 0 0,0-1 0,-1 1 0,1 0 0,0 0 0,0 0 0,0 0 0,0 0 0,-1 0 0,1 0 0,0 0 0,0 0 0,-1 0 0,1 0 0,0 0 0,0 0 0,0 0 0,-1 0 0,1 0 0,0 0 0,0 0 0,0 0 0,-1 0 0,1 0 0,0 1 0,-9 9 0,-4 17 0,9-12 0,1 0 0,1 0 0,0 0 0,1 0 0,0 1 0,2-1 0,-1 0 0,2 0 0,5 23 0,2 51 0,-9-64 0,-1-20 0,0 1 0,1-1 0,0 1 0,0-1 0,0 1 0,1-1 0,0 1 0,0-1 0,0 1 0,3 5 0,5-5-1365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2:16.88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710 100 24575,'-1'-2'0,"1"-1"0,-1 1 0,0 0 0,0-1 0,0 1 0,0 0 0,0-1 0,0 1 0,-1 0 0,1 0 0,-1 0 0,1 0 0,-1 0 0,0 1 0,0-1 0,0 0 0,0 1 0,0-1 0,-3-1 0,-49-25 0,44 23 0,-3 0 0,0 0 0,0 2 0,0-1 0,-1 2 0,1-1 0,-1 2 0,1 0 0,-1 1 0,0 0 0,1 1 0,-1 0 0,-23 6 0,7 0 0,-1 2 0,2 1 0,-1 2 0,-40 21 0,53-23 0,1 1 0,0 0 0,1 1 0,0 1 0,1 0 0,0 1 0,1 1 0,1 0 0,0 1 0,1 0 0,1 0 0,0 1 0,2 1 0,0 0 0,0 0 0,2 0 0,0 1 0,1 0 0,2 0 0,-3 24 0,5-31 0,1-1 0,0 1 0,1 0 0,0-1 0,1 1 0,0-1 0,1 1 0,0-1 0,1 0 0,0 0 0,0 0 0,2-1 0,10 18 0,-3-8 0,2-1 0,0 0 0,1-1 0,0-1 0,33 26 0,-30-29 0,2 0 0,0-2 0,0 0 0,1-2 0,0 0 0,38 10 0,5-3 0,76 10 0,-107-22 0,-1-2 0,1-1 0,0-2 0,-1-2 0,1 0 0,48-11 0,-61 8 0,0-1 0,0 0 0,-1-1 0,0-2 0,0 0 0,-1-1 0,0-1 0,-1 0 0,0-2 0,-1 0 0,19-19 0,-27 24 0,-1-1 0,0 0 0,-1 0 0,0-1 0,0 0 0,-1 0 0,-1-1 0,1 0 0,-2 0 0,1 0 0,-2 0 0,1-1 0,-2 1 0,0-1 0,0 0 0,-1 0 0,0 0 0,-1 0 0,0 1 0,-1-1 0,0 0 0,-1 0 0,-1 0 0,0 1 0,0-1 0,-1 1 0,0 0 0,-11-18 0,3 8 0,-1 1 0,-2 0 0,1 1 0,-2 1 0,-1 1 0,0 0 0,-1 1 0,0 1 0,-29-18 0,17 15 0,-1 1 0,-1 1 0,0 2 0,-1 2 0,-61-16 0,-58-6-1365,130 28-5461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2:43.9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122 34 24575,'0'-1'0,"0"0"0,0-1 0,0 1 0,-1-1 0,1 1 0,0 0 0,-1-1 0,1 1 0,-1 0 0,1-1 0,-1 1 0,1 0 0,-1 0 0,0-1 0,0 1 0,0 0 0,0 0 0,0 0 0,0 0 0,0 0 0,0 0 0,0 1 0,0-1 0,0 0 0,-1 0 0,1 1 0,0-1 0,-1 1 0,1-1 0,0 1 0,-1 0 0,1-1 0,0 1 0,-1 0 0,1 0 0,-1 0 0,-1 0 0,-1 0 0,0 0 0,1 1 0,-1-1 0,1 1 0,-1-1 0,0 1 0,1 0 0,-1 1 0,1-1 0,0 1 0,0-1 0,-1 1 0,-3 3 0,4-2 0,0 0 0,0 1 0,0-1 0,1 1 0,-1 0 0,1 0 0,0 0 0,0 0 0,0 0 0,0 0 0,1 1 0,0-1 0,0 0 0,0 1 0,0-1 0,1 6 0,0-8 0,0 0 0,0 0 0,0-1 0,0 1 0,0 0 0,1-1 0,-1 1 0,1 0 0,0-1 0,-1 1 0,1-1 0,0 1 0,0-1 0,0 1 0,0-1 0,0 0 0,0 1 0,0-1 0,0 0 0,1 0 0,-1 0 0,0 0 0,1 0 0,-1 0 0,1 0 0,-1 0 0,1-1 0,-1 1 0,1-1 0,0 1 0,-1-1 0,1 1 0,0-1 0,-1 0 0,1 0 0,0 0 0,0 0 0,-1 0 0,1 0 0,0 0 0,-1-1 0,1 1 0,0-1 0,2 0 0,8-2 0,1 0 0,0-1 0,16-8 0,-27 12 0,1-1 0,0 0 0,-1 0 0,1-1 0,-1 1 0,0-1 0,1 1 0,-1-1 0,0 0 0,0 0 0,0 1 0,0-2 0,0 1 0,0 0 0,-1 0 0,1 0 0,-1-1 0,1 1 0,-1-1 0,0 1 0,1-6 0,-2 7 0,0 1 0,0-1 0,0 0 0,0 1 0,0-1 0,0 0 0,0 1 0,0-1 0,0 0 0,-1 1 0,1-1 0,0 1 0,-1-1 0,1 0 0,0 1 0,-1-1 0,1 1 0,0-1 0,-1 1 0,1-1 0,-1 1 0,1-1 0,-1 1 0,0 0 0,1-1 0,-1 1 0,1 0 0,-1-1 0,0 1 0,0-1 0,-27 2 0,24 0 0,-1 1 0,1-1 0,-1 1 0,1-1 0,-1 1 0,1 1 0,0-1 0,0 1 0,-5 3 0,-16 19-1365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2:45.1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182 20 24575,'0'-1'0,"0"0"0,-1 0 0,1 0 0,-1 0 0,1 0 0,-1 0 0,1 0 0,-1 0 0,0 0 0,1 0 0,-1 1 0,0-1 0,0 0 0,0 0 0,0 1 0,0-1 0,1 0 0,-1 1 0,0-1 0,0 1 0,0-1 0,-1 1 0,1 0 0,0-1 0,0 1 0,0 0 0,0 0 0,0 0 0,0 0 0,0 0 0,0 0 0,-1 0 0,1 0 0,-1 0 0,-40 5 0,35-3 0,0 1 0,1-1 0,-1 1 0,1 1 0,-8 4 0,12-7 0,1 0 0,-1 0 0,0 0 0,1 0 0,-1 1 0,1-1 0,-1 1 0,1-1 0,0 1 0,0-1 0,-1 1 0,1 0 0,0 0 0,0 0 0,1-1 0,-1 1 0,0 0 0,1 0 0,-1 0 0,1 0 0,0 0 0,-1 3 0,1-4 0,0 0 0,1-1 0,-1 1 0,0 0 0,0-1 0,0 1 0,1 0 0,-1-1 0,0 1 0,1-1 0,-1 1 0,0 0 0,1-1 0,-1 1 0,1-1 0,-1 1 0,1-1 0,-1 1 0,1-1 0,-1 0 0,1 1 0,-1-1 0,1 1 0,0-1 0,-1 0 0,1 0 0,0 1 0,-1-1 0,1 0 0,1 0 0,27-3 0,-26 2 0,1 0 0,-1 0 0,0 0 0,0 0 0,0-1 0,0 1 0,0-1 0,0 0 0,-1 0 0,1 0 0,-1 0 0,1 0 0,-1 0 0,4-5 0,-6 7 0,0 0 0,0 0 0,0 0 0,0-1 0,0 1 0,0 0 0,0 0 0,0 0 0,0 0 0,0 0 0,0-1 0,0 1 0,0 0 0,0 0 0,0 0 0,0 0 0,0 0 0,0-1 0,0 1 0,0 0 0,0 0 0,-1 0 0,1 0 0,0 0 0,0 0 0,0 0 0,0-1 0,0 1 0,0 0 0,0 0 0,0 0 0,-1 0 0,1 0 0,0 0 0,0 0 0,0 0 0,0 0 0,0 0 0,-1 0 0,1 0 0,0 0 0,0 0 0,0-1 0,0 1 0,0 0 0,-1 0 0,1 1 0,0-1 0,0 0 0,0 0 0,0 0 0,-1 0 0,-12 3 0,-10 9 0,13 1 0,13-5 0,-1-7 0,0-1 0,0 1 0,0-1 0,0 1 0,0-1 0,0 0 0,0 0 0,0 0 0,0 0 0,0 0 0,0-1 0,2 0 0,-3 1 0,1 0 0,-1 0 0,0-1 0,1 1 0,-1 0 0,0-1 0,0 1 0,1-1 0,-1 0 0,0 1 0,0-1 0,0 0 0,0 0 0,0 1 0,0-1 0,0 0 0,1-2 0,-6-6 0,-16-1 0,14 8-114,0 1 1,0 0-1,-1 0 0,1 0 0,0 1 1,0 0-1,0 0 0,-1 0 0,1 1 1,0 0-1,-12 4 0,0 0-6712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2:58.21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62 24575,'0'0'0,"0"0"0,0 0 0,-1 1 0,1-1 0,0 0 0,0 0 0,0 0 0,0 0 0,-1 0 0,1 0 0,0 0 0,0 0 0,0 0 0,0 0 0,-1 0 0,1 0 0,0 0 0,0 0 0,0 0 0,-1 0 0,1 0 0,0 0 0,0 0 0,0-1 0,0 1 0,-1 0 0,1 0 0,0 0 0,0 0 0,0 0 0,0 0 0,0 0 0,0-1 0,-1 1 0,1 0 0,0 0 0,0 0 0,0 0 0,0 0 0,0-1 0,0 1 0,0 0 0,0 0 0,0 0 0,0-1 0,0 1 0,0 0 0,0 0 0,0 0 0,0 0 0,0-1 0,0 1 0,0 0 0,0 0 0,-1 1 0,1 0 0,0 0 0,0 0 0,-1 0 0,1 1 0,0-1 0,0 0 0,0 0 0,0 0 0,0 0 0,1 1 0,-1-1 0,0 0 0,1 0 0,-1 0 0,0 0 0,1 0 0,-1 0 0,1 1 0,1 0 0,13 16 0,0 0 0,2-1 0,0-1 0,1-1 0,0 0 0,31 18 0,-20-13 0,3 2 0,0-2 0,1-1 0,1-1 0,1-2 0,40 12 0,-15-11 0,0-3 0,2-2 0,77 4 0,-101-14 0,-1-2 0,1-2 0,0-1 0,-1-2 0,1-2 0,41-12 0,25-17 0,-2-4 0,176-98 0,-199 100 0,-56 29 0,-1-1 0,0-1 0,-1-1 0,0-1 0,-1-1 0,36-32 0,-46 30-1365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2:59.04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8 24575,'0'-8'0,"0"11"0,8 17 0,3-6 0,0 0 0,1 0 0,0-1 0,2-1 0,-1 0 0,1-1 0,19 11 0,-12-7 0,0 1 0,24 24 0,-44-39-34,0-1 0,0 1 0,-1 0 0,1-1 0,0 1-1,0 0 1,-1 0 0,1-1 0,0 1 0,-1 0 0,1 0 0,-1 0 0,1 0-1,-1 0 1,0 0 0,1 0 0,-1 0 0,0 0 0,0 0 0,1 0-1,-1 0 1,0 0 0,0 0 0,0 0 0,0 0 0,0 0 0,-1 0 0,1 0-1,0 0 1,0 0 0,-1 0 0,1-1 0,0 1 0,-1 0 0,1 0 0,-1 0-1,1 0 1,-1 0 0,-1 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00.6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317 240 24575,'-8'-2'0,"1"0"0,-1-1 0,1 0 0,-1 0 0,1 0 0,0-1 0,0 0 0,1-1 0,-1 0 0,1 0 0,0 0 0,-6-7 0,-4-2 0,-66-47 0,-24-19 0,105 79-91,-1-1 0,1 1 0,-1-1 0,1 1 0,-1-1 0,1 0 0,0 0 0,0 0 0,0 1 0,0-1 0,0 0 0,1 0 0,-1 0 0,0-3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01.14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504 1 24575,'-12'1'0,"-1"0"0,0 1 0,1 0 0,0 1 0,-1 0 0,1 1 0,1 0 0,-20 11 0,-9 7 0,-40 31 0,23-15 0,-122 94-1365,160-120-5461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03.0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244 64 24575,'-7'-7'0,"0"0"0,-1 0 0,0 1 0,0 0 0,0 0 0,-1 1 0,1 0 0,-15-5 0,19 9 0,0 0 0,0 0 0,0 0 0,0 1 0,0-1 0,0 1 0,0 0 0,0 0 0,0 1 0,0-1 0,1 1 0,-1 0 0,0 0 0,0 0 0,0 0 0,1 1 0,-1 0 0,1 0 0,-1 0 0,1 0 0,0 0 0,-1 0 0,1 1 0,-3 3 0,0 0 0,1-1 0,0 1 0,0 0 0,0 1 0,1-1 0,0 1 0,0-1 0,1 1 0,-1 1 0,2-1 0,-1 0 0,-2 13 0,5-17 0,-1 0 0,1 0 0,0 0 0,0 0 0,0 0 0,1 0 0,-1 1 0,1-1 0,0 0 0,-1 0 0,1 0 0,1-1 0,-1 1 0,0 0 0,1 0 0,-1-1 0,1 1 0,0 0 0,0-1 0,0 0 0,0 1 0,0-1 0,1 0 0,-1 0 0,1 0 0,-1-1 0,1 1 0,0-1 0,-1 1 0,1-1 0,0 0 0,0 0 0,4 1 0,1 0 0,1 0 0,-1 0 0,0-1 0,1 0 0,-1-1 0,1 0 0,-1 0 0,1 0 0,-1-1 0,0-1 0,1 0 0,-1 0 0,9-3 0,-12 3 0,-1 0 0,1 0 0,-1 0 0,1 0 0,-1-1 0,0 0 0,0 0 0,0 0 0,0 0 0,-1-1 0,1 1 0,-1-1 0,0 0 0,0 0 0,0 0 0,-1-1 0,1 1 0,-1-1 0,0 1 0,0-1 0,-1 0 0,0 1 0,2-9 0,-3 9 0,0 1 0,1 0 0,-2-1 0,1 1 0,0 0 0,-1-1 0,0 1 0,1 0 0,-1-1 0,0 1 0,-1 0 0,1 0 0,-1 0 0,1 0 0,-1 0 0,0 0 0,0 1 0,0-1 0,0 1 0,-1-1 0,1 1 0,-1 0 0,0 0 0,1 0 0,-1 0 0,0 0 0,0 1 0,0-1 0,0 1 0,0 0 0,-6-2 0,2 1 0,0 0 0,0 1 0,0-1 0,-1 1 0,1 1 0,0 0 0,0 0 0,0 0 0,-1 1 0,1 0 0,0 0 0,0 1 0,0-1 0,-7 5 0,4-1 0,0 1 0,0 0 0,1 1 0,0 0 0,-9 10 0,15-14 0,0 0 0,0 0 0,0 1 0,1-1 0,-1 1 0,1 0 0,-3 6 0,4-8 0,1-1 0,0 1 0,-1-1 0,1 0 0,0 1 0,0-1 0,0 1 0,0-1 0,0 0 0,0 1 0,0-1 0,0 1 0,0-1 0,1 0 0,-1 1 0,1-1 0,-1 0 0,1 1 0,-1-1 0,1 0 0,0 0 0,1 3 0,0-3 0,0 1 0,0-1 0,0 0 0,0 0 0,1 0 0,-1 0 0,0 0 0,0-1 0,1 1 0,-1-1 0,0 1 0,1-1 0,-1 0 0,1 0 0,-1 0 0,0 0 0,1 0 0,-1-1 0,0 1 0,1-1 0,-1 1 0,0-1 0,0 0 0,1 0 0,-1 0 0,0 0 0,2-2 0,3 0 0,0-1 0,0 0 0,-1 0 0,1-1 0,-1 1 0,0-1 0,7-8 0,-13 12 0,1 1 0,-1 0 0,1-1 0,-1 1 0,1-1 0,-1 1 0,1-1 0,-1 0 0,0 1 0,1-1 0,-1 1 0,0-1 0,1 0 0,-1 1 0,0-1 0,0 0 0,0 1 0,0-1 0,0 0 0,1 1 0,-1-1 0,0 0 0,0 1 0,-1-1 0,1 0 0,0 1 0,0-1 0,0 0 0,-1 0 0,-16-2 0,-26 16 0,29 0-1365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04.4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248 25 24575,'-3'-3'0,"-1"1"0,0-1 0,1 1 0,-1 0 0,0 0 0,0 0 0,-1 0 0,1 1 0,0-1 0,-1 1 0,1 0 0,0 0 0,-1 1 0,1 0 0,-1-1 0,1 2 0,-1-1 0,1 0 0,-1 1 0,1 0 0,-6 1 0,1 0 0,1 1 0,0 0 0,0 0 0,0 1 0,0 0 0,0 0 0,1 1 0,0 0 0,0 0 0,-6 7 0,7-6 0,0 1 0,0-1 0,1 2 0,0-1 0,1 0 0,-1 1 0,1 0 0,1 0 0,0 0 0,0 0 0,0 0 0,-1 13 0,3-18 0,1 0 0,0 1 0,0-1 0,0 0 0,0 1 0,1-1 0,-1 0 0,1 0 0,0 1 0,0-1 0,0 0 0,0 0 0,1 0 0,-1 0 0,1 0 0,0 0 0,0 0 0,0-1 0,0 1 0,0-1 0,0 1 0,1-1 0,-1 0 0,1 0 0,0 0 0,-1 0 0,1-1 0,0 1 0,0-1 0,0 1 0,0-1 0,1 0 0,-1 0 0,0-1 0,5 2 0,2 0 0,1-1 0,-1 1 0,0-2 0,0 0 0,1 0 0,-1 0 0,0-1 0,0-1 0,0 0 0,0 0 0,17-7 0,-23 8 0,-1-1 0,1 0 0,0 0 0,-1 0 0,1 0 0,-1-1 0,0 1 0,1-1 0,-1 0 0,0 0 0,-1 0 0,1 0 0,-1 0 0,1-1 0,-1 1 0,0-1 0,0 0 0,0 1 0,-1-1 0,1 0 0,-1 0 0,0 0 0,0 0 0,-1 0 0,1-1 0,-1 1 0,0 0 0,0 0 0,0 0 0,0 0 0,-2-7 0,1 9 0,1 0 0,-1-1 0,1 1 0,-1-1 0,0 1 0,0 0 0,0-1 0,0 1 0,-1 0 0,1 0 0,0 0 0,-1 0 0,0 0 0,1 0 0,-1 0 0,0 1 0,0-1 0,0 0 0,0 1 0,0 0 0,0-1 0,-1 1 0,-4-2 0,3 2 0,0 0 0,0 1 0,-1-1 0,1 1 0,0 0 0,-1 0 0,1 0 0,-1 0 0,1 1 0,0 0 0,0 0 0,-1 0 0,-4 2 0,4-1 0,1 0 0,-1 0 0,1 1 0,-1-1 0,1 1 0,0 0 0,0 0 0,0 0 0,0 1 0,1 0 0,-6 6 0,7-7 0,1-1 0,-1 0 0,1 1 0,0 0 0,0-1 0,0 1 0,0 0 0,0-1 0,1 1 0,-1 0 0,1 0 0,0 0 0,-1 0 0,1 0 0,1-1 0,-1 1 0,0 0 0,1 0 0,-1 0 0,1-1 0,1 5 0,-1-6 0,-1 1 0,1-1 0,-1 0 0,1 0 0,0 1 0,-1-1 0,1 0 0,0 0 0,0 0 0,0 0 0,0 0 0,0 0 0,0 0 0,0 0 0,0 0 0,0-1 0,0 1 0,0 0 0,1-1 0,-1 1 0,0-1 0,1 1 0,-1-1 0,0 0 0,2 1 0,0-1 0,-1 0 0,1-1 0,-1 1 0,1-1 0,-1 1 0,1-1 0,-1 0 0,0 0 0,1 0 0,-1 0 0,0 0 0,0 0 0,2-2 0,0 0 0,0 0 0,0 0 0,-1 0 0,1 0 0,-1-1 0,0 1 0,0-1 0,0 0 0,-1 0 0,1 0 0,-1 0 0,0-1 0,0 1 0,2-8 0,-4 12 0,0-1 0,0 0 0,0 0 0,0 1 0,0-1 0,0 0 0,0 0 0,0 1 0,0-1 0,0 0 0,-1 0 0,1 1 0,0-1 0,0 0 0,-1 1 0,1-1 0,-1 0 0,1 1 0,-1-1 0,1 0 0,-1 1 0,1-1 0,-1 1 0,1-1 0,-1 1 0,0-1 0,1 1 0,-1 0 0,0-1 0,1 1 0,-1 0 0,0-1 0,1 1 0,-1 0 0,0 0 0,0 0 0,-2-1 0,0 1 0,0 0 0,1 0 0,-1 0 0,0 1 0,1-1 0,-1 1 0,0-1 0,1 1 0,-6 2 0,6-2 0,1-1 0,-1 1 0,0 0 0,0 0 0,1 0 0,-1 0 0,0 1 0,1-1 0,0 0 0,-1 1 0,1-1 0,0 1 0,-1-1 0,0 3 0,2-3 0,-1 0 0,1 0 0,0 0 0,0-1 0,0 1 0,0 0 0,0 0 0,0 0 0,0-1 0,0 1 0,1 0 0,-1 0 0,0 0 0,0-1 0,1 1 0,-1 0 0,0 0 0,1-1 0,-1 1 0,1 0 0,-1-1 0,1 1 0,-1 0 0,1-1 0,0 1 0,-1-1 0,1 1 0,-1-1 0,1 1 0,0-1 0,0 1 0,-1-1 0,1 0 0,0 1 0,1-1 0,0 1 0,1 0 0,-1 0 0,0 0 0,1 0 0,-1-1 0,1 1 0,-1-1 0,1 1 0,-1-1 0,1 0 0,-1 0 0,1 0 0,-1-1 0,1 1 0,-1-1 0,1 1 0,-1-1 0,5-1 0,-7 1-25,0 1-1,0 0 0,0 0 1,0-1-1,1 1 0,-1 0 1,0 0-1,0-1 0,0 1 1,0 0-1,0-1 0,0 1 0,0 0 1,0 0-1,0-1 0,0 1 1,0 0-1,-1 0 0,1-1 1,0 1-1,0 0 0,0 0 1,0-1-1,0 1 0,0 0 1,0 0-1,-1-1 0,1 1 1,0 0-1,0 0 0,0 0 1,-1-1-1,1 1 0,0 0 1,0 0-1,-1 0 0,1 0 1,0 0-1,0-1 0,-1 1 1,1 0-1,0 0 0,0 0 1,-1 0-1,1 0 0,0 0 1,-1 0-1,1 0 0,0 0 1,0 0-1,-1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252 0 24575,'-5'1'0,"1"0"0,-1 0 0,1 0 0,0 0 0,-1 1 0,1 0 0,0-1 0,0 2 0,0-1 0,0 0 0,0 1 0,1 0 0,-1-1 0,1 2 0,0-1 0,0 0 0,-4 6 0,-6 8 0,0 1 0,-12 23 0,21-34 0,-8 18 0,1 1 0,1 0 0,1 1 0,2 0 0,-8 49 0,-6 24 0,9-48 0,-5 68 0,10-64 0,6-34 0,0 0 0,2 1 0,0-1 0,8 37 0,-3-28 0,0 44 0,-6-44 0,0 14 0,2-1 0,11 65 0,-4-61 0,2-1 0,3 0 0,1 0 0,3-2 0,1 0 0,2-1 0,43 65 0,2-3 0,72 162 0,-46-84 0,-75-152 0,5 11 0,2-1 0,36 50 0,-36-70-1365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9 263 24575,'-5'-20'0,"1"-4"0,8 21 0,9 10 0,91 89 0,-74-65 0,58 45 0,-74-66 0,4 4 0,1-1 0,0 0 0,0-2 0,35 15 0,-50-24 0,1 0 0,0-1 0,0 0 0,-1 0 0,1 0 0,0 0 0,0-1 0,0 1 0,0-1 0,0-1 0,0 1 0,0-1 0,0 0 0,0 0 0,-1 0 0,1 0 0,0-1 0,-1 0 0,1 0 0,-1 0 0,1-1 0,-1 0 0,0 1 0,0-2 0,0 1 0,6-7 0,17-23 0,-2-2 0,-1-1 0,36-73 0,-2 3 0,-48 91-195,-1-2 0,0 1 0,-1-1 0,-1 0 0,-1-1 0,5-22 0,-7 16-6631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32 24575,'-1'-14'0,"1"-4"0,6 28 0,1 17 0,-1 1 0,-2 0 0,0 1 0,-1 33 0,-1-22 0,8 49 0,0-16 0,-5-64-1365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611 51 24575,'-6'-5'0,"1"0"0,-1 0 0,-1 1 0,1-1 0,0 1 0,-1 1 0,0-1 0,0 1 0,0 1 0,0-1 0,-1 1 0,1 0 0,-1 1 0,1-1 0,-11 1 0,6 1 0,-1 1 0,1 0 0,-1 1 0,1 1 0,0 0 0,0 0 0,0 1 0,-19 9 0,2 3 0,1 0 0,1 2 0,0 1 0,1 2 0,1 0 0,-29 33 0,38-37 0,0 2 0,1 0 0,1 1 0,1 0 0,1 1 0,1 0 0,0 1 0,-11 36 0,18-41 0,0 0 0,1 0 0,0 0 0,2 0 0,0 0 0,1 0 0,0 1 0,2-1 0,0 0 0,1 0 0,0 0 0,11 29 0,-8-30 0,0 0 0,1 0 0,1 0 0,1-1 0,0-1 0,1 1 0,0-1 0,1-1 0,1 0 0,0 0 0,0-1 0,2-1 0,-1 0 0,1-1 0,1-1 0,0 0 0,0-1 0,1 0 0,0-1 0,0-1 0,19 5 0,-2-1 0,0-1 0,0-2 0,1-1 0,-1-1 0,56 0 0,-74-6 0,0 0 0,0 0 0,-1-2 0,1 1 0,-1-2 0,1 0 0,-1-1 0,-1 0 0,1-1 0,16-10 0,-10 2 0,0 0 0,0-2 0,-2 0 0,0-1 0,22-26 0,-29 29 0,0 0 0,-1 0 0,0 0 0,-1-2 0,-1 1 0,0-1 0,-1 0 0,-1-1 0,0 1 0,4-24 0,-4 13 0,-4 18 0,0 0 0,0 0 0,0 0 0,-1 0 0,-1 0 0,0-1 0,0 1 0,-1 0 0,-3-17 0,0 8 0,0-4 0,0 1 0,-2 0 0,-1 0 0,0 0 0,-1 1 0,-2 1 0,-20-35 0,16 36 0,-2 0 0,1 1 0,-2 0 0,0 2 0,-30-22 0,3 8 0,-63-32 0,38 36-204,51 20-957,-2-1-5665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3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56 325 24575,'0'-1'0,"0"0"0,0 1 0,0-1 0,0 0 0,0 0 0,0 0 0,0 1 0,0-1 0,0 0 0,0 0 0,0 1 0,-1-1 0,1 0 0,0 0 0,-1 1 0,1-1 0,0 0 0,-1 1 0,1-1 0,-1 0 0,1 1 0,-1-1 0,1 1 0,-1-1 0,1 1 0,-1-1 0,0 1 0,1-1 0,-1 1 0,0 0 0,1-1 0,-1 1 0,0 0 0,1-1 0,-1 1 0,0 0 0,0 0 0,1 0 0,-1 0 0,0 0 0,0 0 0,-1 0 0,1 0 0,-1 1 0,1-1 0,0 1 0,-1-1 0,1 1 0,0-1 0,-1 1 0,1 0 0,0 0 0,0 0 0,0 0 0,0 0 0,0 0 0,0 0 0,0 0 0,0 0 0,0 0 0,0 1 0,1-1 0,-1 0 0,0 1 0,1-1 0,-1 2 0,-2 10 0,0 0 0,1 1 0,1-1 0,0 1 0,1-1 0,2 22 0,18 81 0,-15-94 0,7 31 0,-10-46 0,-8-36 0,0 4 0,1 0 0,2 0 0,0-1 0,2 1 0,3-48 0,28-143 0,-28 205 0,0-7 0,1 0 0,1 0 0,1 0 0,8-23 0,-11 36 0,1 1 0,-1-1 0,0 1 0,1 0 0,0 0 0,0 0 0,1 0 0,-1 0 0,1 1 0,-1 0 0,1-1 0,0 1 0,0 0 0,1 1 0,-1-1 0,0 1 0,1 0 0,0 0 0,-1 0 0,1 1 0,5-1 0,-6 1 0,1 1 0,-1-1 0,0 1 0,0 1 0,0-1 0,1 0 0,-1 1 0,0 0 0,0 0 0,0 0 0,0 1 0,0-1 0,0 1 0,-1 0 0,1 0 0,0 0 0,-1 0 0,0 1 0,1 0 0,-1-1 0,0 1 0,0 0 0,-1 1 0,1-1 0,3 5 0,4 9 0,1 0 0,-2 1 0,14 36 0,-20-45 0,18 50 0,14 71 0,-32-113 0,-1-1 0,0 33 0,4 20 0,1-55-1365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3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73 24575,'-5'0'0,"-5"0"0,3-5 0,7 0 0,8-5 0,7 0 0,5 1 0,4 3 0,1 1 0,2-1 0,0-1 0,0 1 0,-5 2-8191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272 1 24575,'-34'0'0,"3"-1"0,-51 6 0,73-4 0,0 1 0,0 0 0,0 0 0,0 1 0,0 0 0,1 0 0,0 1 0,0 0 0,0 1 0,-9 6 0,16-10 0,-1 0 0,1 0 0,-1 0 0,1 0 0,-1 0 0,1 1 0,0-1 0,0 0 0,-1 1 0,1-1 0,0 1 0,0 0 0,1-1 0,-1 1 0,0-1 0,0 1 0,1 0 0,-1 0 0,1-1 0,0 1 0,-1 0 0,1 0 0,0 0 0,0 0 0,0 1 0,1 0 0,0-1 0,1 1 0,-1-1 0,0 0 0,1 0 0,-1 0 0,1 1 0,0-2 0,0 1 0,0 0 0,0 0 0,0 0 0,0-1 0,0 1 0,3 0 0,10 6 0,1 0 0,0-2 0,32 9 0,11 0 0,50 14 0,-99-25 0,1 0 0,0 1 0,-1 0 0,0 0 0,0 1 0,0 1 0,10 9 0,-19-16 0,0 1 0,0 0 0,0 0 0,0 0 0,0 0 0,0 0 0,0 0 0,0 0 0,0 1 0,-1-1 0,1 0 0,0 0 0,-1 1 0,1-1 0,-1 0 0,1 1 0,-1-1 0,0 0 0,0 1 0,0-1 0,1 1 0,-1-1 0,0 1 0,-1-1 0,1 0 0,0 1 0,0-1 0,-1 2 0,-1 0 0,1-1 0,-1 1 0,0-1 0,0 1 0,0-1 0,0 0 0,-1 0 0,1 0 0,0 0 0,-1 0 0,0 0 0,-3 1 0,-8 4 0,0-1 0,0-1 0,-1 0 0,-17 4 0,-4-4 0,1-1 0,0-2 0,-1-2 0,-56-5 0,90 5-52,0 0-1,0 0 1,0 0-1,0-1 1,0 1-1,1 0 1,-1-1-1,0 1 1,0-1-1,1 0 1,-1 0-1,0 0 1,1 1-1,-1-1 1,0-1-1,1 1 1,0 0-1,-1 0 1,1-1-1,0 1 0,-1 0 1,1-1-1,0 0 1,0 1-1,-1-3 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3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5 369 24575,'-4'-3'0,"13"-5"0,13-5 0,-4 5 0,0-1 0,-1 0 0,-1-1 0,1-1 0,-1-1 0,21-19 0,-34 27 0,1 0 0,-1 0 0,1 0 0,-1-1 0,0 1 0,-1-1 0,1 1 0,-1-1 0,0 0 0,0 0 0,-1 0 0,1 0 0,-1-1 0,0 1 0,0 0 0,-1 0 0,0-1 0,0 1 0,0 0 0,-1-1 0,1 1 0,-1 0 0,0 0 0,-1-1 0,1 1 0,-1 0 0,0 0 0,-5-8 0,2 3 0,-1-1 0,0 1 0,-1 0 0,0 1 0,-1-1 0,0 2 0,0-1 0,-16-12 0,24 21 0,-1-1 0,0 1 0,0-1 0,0 0 0,1 1 0,-1 0 0,0-1 0,0 1 0,0-1 0,0 1 0,0 0 0,0 0 0,0 0 0,0-1 0,0 1 0,0 0 0,0 0 0,0 0 0,0 1 0,0-1 0,0 0 0,0 0 0,0 0 0,0 1 0,0-1 0,0 1 0,-1 0 0,1 0 0,-1 0 0,1 1 0,0-1 0,0 1 0,0-1 0,0 1 0,0 0 0,0-1 0,0 1 0,0 0 0,1 0 0,-1-1 0,0 4 0,0 3 0,-1 0 0,1 0 0,1 0 0,0 1 0,1 12 0,32 234 0,-28-168 0,-5-65 0,1 0 0,1 0 0,6 26 0,-8-46-96,0-1 62,0-1 1,0 1 0,0-1-1,0 1 1,0 0 0,0-1-1,0 1 1,0-1-1,1 1 1,-1-1 0,0 1-1,0 0 1,0-1-1,1 1 1,-1-1 0,0 1-1,1-1 1,-1 1-1,0-1 1,1 0 0,-1 1-1,1-1 1,-1 1-1,0-1 1,1 0 0,-1 1-1,1-1 1,-1 0-1,1 1 1,-1-1 0,1 0-1,0 0 1,-1 0 0,1 0-1,-1 1 1,1-1-1,1 0 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3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58 24575,'0'0'0,"-1"-1"0,1 0 0,-1 1 0,1-1 0,0 0 0,-1 1 0,1-1 0,0 0 0,0 0 0,-1 1 0,1-1 0,0 0 0,0 0 0,0 1 0,0-1 0,0 0 0,0 0 0,0 1 0,0-1 0,0 0 0,0 0 0,1 1 0,-1-1 0,0 0 0,0 0 0,1 1 0,-1-1 0,1 0 0,-1 1 0,0-1 0,1 0 0,-1 1 0,1-1 0,-1 1 0,1-1 0,0 1 0,-1-1 0,1 1 0,0-1 0,-1 1 0,1 0 0,0-1 0,-1 1 0,1 0 0,0-1 0,1 1 0,35-15 0,-14 10 0,0 1 0,43 0 0,-54 3 0,0 2 0,0-1 0,0 1 0,0 1 0,0 1 0,-1-1 0,16 7 0,-25-8 0,0-1 0,0 1 0,0 0 0,0-1 0,0 1 0,-1 0 0,1 1 0,0-1 0,-1 0 0,1 0 0,-1 1 0,1-1 0,-1 1 0,0-1 0,1 1 0,-1-1 0,0 1 0,0 0 0,0 0 0,0 0 0,-1-1 0,1 1 0,0 0 0,-1 0 0,1 0 0,-1 0 0,0 0 0,0 0 0,0 0 0,0 0 0,0 0 0,0 0 0,0 0 0,0 0 0,-1 0 0,1 0 0,-1 0 0,0 0 0,0 0 0,1 0 0,-3 2 0,0 2 0,-1-2 0,1 1 0,-1 0 0,0-1 0,0 0 0,-1 1 0,1-2 0,-1 1 0,0 0 0,0-1 0,0 0 0,0 0 0,-6 2 0,-22 5 0,-1-1 0,0-1 0,0-2 0,-49 2 0,121 7 0,30 1 0,-1 3 0,94 40 0,-156-57-124,-1 0 0,1 0 0,0-1 0,0 0 0,0 1 0,0-2-1,0 1 1,0 0 0,0-1 0,9-1 0,5-2-6702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4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239 26 24575,'-1'-1'0,"1"0"0,-1 0 0,1 0 0,-1 0 0,1 0 0,-1 0 0,0 0 0,1 0 0,-1 0 0,0 0 0,0 0 0,0 0 0,0 1 0,0-1 0,0 0 0,0 1 0,0-1 0,0 0 0,0 1 0,0 0 0,0-1 0,0 1 0,-1-1 0,1 1 0,0 0 0,0 0 0,-2 0 0,-39-5 0,37 5 0,-4-1 0,-75 1 0,80 0 0,0 0 0,0 0 0,0 1 0,0 0 0,1 0 0,-1 0 0,0 0 0,0 1 0,0-1 0,1 1 0,-1 0 0,1 0 0,-1 0 0,1 1 0,0-1 0,0 1 0,-3 3 0,5-4 0,0-1 0,1 0 0,0 1 0,-1-1 0,1 0 0,0 1 0,0-1 0,0 0 0,0 1 0,0-1 0,0 0 0,0 1 0,0-1 0,1 1 0,-1-1 0,0 0 0,1 0 0,-1 1 0,1-1 0,-1 0 0,1 0 0,0 1 0,0-1 0,-1 0 0,1 0 0,0 0 0,0 0 0,0 0 0,0 0 0,0-1 0,0 1 0,1 0 0,-1 0 0,0-1 0,0 1 0,1-1 0,0 1 0,56 27 0,-52-26 0,114 56 0,-52-23 0,-67-35 0,1 1 0,-1-1 0,1 1 0,-1 0 0,1 0 0,-1 0 0,1 0 0,-1 0 0,0 0 0,1 0 0,-1 0 0,0 0 0,0 0 0,0 1 0,0-1 0,0 1 0,0-1 0,0 1 0,-1-1 0,1 1 0,-1-1 0,1 1 0,-1-1 0,1 4 0,-1-3 0,-1-1 0,1 0 0,-1 1 0,0-1 0,0 0 0,1 1 0,-1-1 0,0 0 0,0 0 0,0 0 0,0 0 0,0 0 0,-1 0 0,1 0 0,0 0 0,0 0 0,-1-1 0,1 1 0,0 0 0,-1-1 0,1 1 0,-1-1 0,1 1 0,-1-1 0,1 0 0,-1 0 0,-2 0 0,-33 4 0,0-1 0,-1-3 0,-58-6 0,71 2-1365,3-1-5461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4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71 24575,'7'0'0,"1"-1"0,0 0 0,0-1 0,15-5 0,24-4 0,642-37 0,-201 69 0,-448-13-34,10 3 155,-48-11-212,1 0 1,-1 1-1,1-1 0,-1 0 0,0-1 1,1 1-1,-1 0 0,1-1 0,-1 0 1,0 1-1,1-1 0,-1 0 0,0 0 0,0 0 1,4-3-1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2 24575,'-11'-1'0,"15"1"0,26 2 0,83 26 0,-47-13 0,-1 3 0,79 32 0,-142-50 0,0 1 0,-1 0 0,1-1 0,0 1 0,-1 0 0,1 0 0,-1 0 0,1 0 0,-1 0 0,0 0 0,1 1 0,-1-1 0,0 0 0,0 1 0,0-1 0,0 1 0,0-1 0,0 1 0,0-1 0,1 4 0,-2-4 0,0 1 0,-1-1 0,1 0 0,0 1 0,0-1 0,-1 1 0,1-1 0,-1 0 0,1 1 0,-1-1 0,0 0 0,1 1 0,-1-1 0,0 0 0,0 0 0,0 0 0,0 1 0,0-1 0,-1 1 0,-7 5 0,-1 0 0,1-1 0,-1 0 0,-20 9 0,-245 83 7,160-62-1379,93-28-5454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 2346 24575,'-1'0'0,"0"0"0,1 0 0,-1 1 0,0-1 0,0 0 0,0 0 0,0 0 0,0-1 0,0 1 0,0 0 0,0 0 0,1 0 0,-1-1 0,0 1 0,0 0 0,0-1 0,1 1 0,-1-1 0,0 1 0,0-1 0,1 1 0,-1-1 0,0 0 0,1 1 0,-1-1 0,0 0 0,1 1 0,-1-1 0,1 0 0,0 0 0,-1 0 0,1 1 0,0-1 0,-1 0 0,1 0 0,0 0 0,0 0 0,-1 0 0,1 0 0,0 1 0,0-1 0,0 0 0,0 0 0,1 0 0,-1 0 0,0 0 0,0 0 0,0 0 0,1 1 0,-1-1 0,0 0 0,1 0 0,-1 0 0,1 1 0,-1-1 0,1 0 0,-1 0 0,2 0 0,2-6 0,0 0 0,0 1 0,1 0 0,0 0 0,9-8 0,15-11 0,-1-1 0,-1-1 0,-2-1 0,0-2 0,-2 0 0,-1-1 0,28-56 0,-22 25 0,-2-1 0,26-106 0,2-12 0,-47 149 0,-1 6 0,-1-2 0,0 1 0,-1-36 0,-2 31 0,11-60 0,-4 37 0,11-64 0,-8 52 0,-2 0 0,0-86 0,-9 19 0,-4-113 0,-21 95 0,22 138 0,-1 0 0,0 0 0,-1 0 0,0 1 0,-13-26 0,16 37 0,0 0 0,0 0 0,0 0 0,0 0 0,-1 0 0,1 0 0,-1 0 0,1 1 0,-1-1 0,0 1 0,0-1 0,0 1 0,0-1 0,0 1 0,0 0 0,0 0 0,0 0 0,0 0 0,-1 0 0,1 1 0,0-1 0,0 1 0,-1-1 0,1 1 0,-1 0 0,1 0 0,0 0 0,-1 0 0,1 0 0,0 1 0,-1-1 0,1 1 0,0 0 0,0-1 0,-1 1 0,1 0 0,0 0 0,0 0 0,0 1 0,0-1 0,0 0 0,-3 4 0,-31 23 0,0 2 0,-41 46 0,38-37 0,-45 36 0,82-75 0,5-7 0,12-19 0,23-32 0,-22 35 0,0 1 0,2 1 0,1 0 0,0 1 0,2 1 0,0 1 0,1 1 0,1 1 0,0 1 0,41-19 0,-58 31 0,0 0 0,0 1 0,1 0 0,-1 0 0,1 0 0,-1 1 0,1 0 0,0 0 0,0 1 0,-1 0 0,1 0 0,0 0 0,-1 1 0,1 0 0,0 1 0,-1-1 0,1 1 0,-1 0 0,0 1 0,0 0 0,12 6 0,210 94 0,-202-90 120,-26-13-143,1 1 1,-1-1-1,0 0 1,1 0-1,-1 0 1,0 1-1,1-1 1,-1 0-1,0 0 1,0 1-1,1-1 1,-1 0-1,0 0 1,0 1-1,1-1 1,-1 0-1,0 1 1,0-1-1,0 0 1,0 1-1,1-1 1,-1 1-1,0-1 1,0 0-1,0 1 1,0-1-1,0 0 1,0 1-1,0-1 1,0 1-1,0-1 1,0 0-1,0 1 1,0-1-1,-1 1 1,1-1-1,0 0 1,0 1-1,0-1 1,0 0-1,-1 1 1,1-1-1,0 0 1,0 1-1,0-1 1,-1 0-1,1 0 1,0 1-1,-1-1 1,1 0-1,0 0 1,-1 0-1,1 1 1,0-1-1,-1 0 1,1 0-1,0 0 1,-1 0-1,1 0 1,0 1-1,-1-1 1,1 0-1,-1 0 1,1 0-1,-1 0 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 96 24575,'-2'0'0,"0"0"0,0 0 0,0-1 0,0 1 0,0 0 0,0-1 0,0 1 0,0-1 0,0 1 0,0-1 0,0 0 0,-2-1 0,4 2 0,-1-1 0,1 1 0,-1-1 0,1 1 0,-1-1 0,1 1 0,-1-1 0,1 0 0,0 1 0,-1-1 0,1 1 0,0-1 0,-1 0 0,1 1 0,0-1 0,0 0 0,0 1 0,0-1 0,0 0 0,0 0 0,-1 1 0,2-1 0,-1-1 0,0 0 0,1 0 0,0 0 0,0 0 0,0 0 0,0 0 0,0 0 0,1 0 0,-1 0 0,1 0 0,-1 0 0,1 1 0,0-1 0,-1 1 0,1-1 0,0 1 0,0 0 0,0-1 0,0 1 0,3-1 0,14-5 0,2 1 0,-1 0 0,1 1 0,23-2 0,-15 2 0,-22 4 0,1 1 0,-1-1 0,1 1 0,-1 0 0,0 1 0,1 0 0,-1 0 0,0 0 0,1 1 0,-1 0 0,0 1 0,0 0 0,0 0 0,-1 0 0,9 6 0,-12-7 0,-1 0 0,1 0 0,-1 0 0,1 1 0,-1-1 0,0 1 0,0-1 0,0 1 0,0 0 0,-1 0 0,1 0 0,-1 0 0,0 0 0,1 0 0,-1 0 0,-1 0 0,1 0 0,0 0 0,-1 1 0,0-1 0,0 0 0,0 1 0,0-1 0,0 0 0,-1 0 0,1 1 0,-1-1 0,0 0 0,0 0 0,0 0 0,0 0 0,-1 0 0,1 0 0,-1 0 0,0 0 0,-2 3 0,-4 4 0,1-1 0,-1 0 0,0-1 0,-1 0 0,0 0 0,-20 13 0,-13 10 0,42-30 0,-1-1 0,1 0 0,-1 1 0,1-1 0,-1 0 0,1 1 0,-1-1 0,1 0 0,-1 1 0,1-1 0,0 1 0,-1-1 0,1 1 0,0-1 0,-1 1 0,1-1 0,0 1 0,-1 0 0,1-1 0,0 1 0,0-1 0,0 1 0,0 0 0,0-1 0,0 1 0,0-1 0,0 1 0,0 0 0,0-1 0,0 1 0,0-1 0,0 1 0,0 0 0,1 0 0,21 9 0,36-6 0,-56-4 0,25 0 0,1 1 0,0 1 0,35 7 0,-55-7-195,-1 0 0,1-1 0,0 0 0,0-1 0,-1 0 0,14-1 0,-1-3-6631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765 83 24575,'-1'-2'0,"0"-1"0,0 1 0,0-1 0,0 1 0,0 0 0,0-1 0,-1 1 0,1 0 0,-1 0 0,1 0 0,-1 0 0,0 0 0,0 0 0,0 0 0,0 1 0,0-1 0,0 1 0,-1 0 0,1-1 0,0 1 0,-4-1 0,-52-20 0,34 16 0,-1 2 0,1 0 0,0 2 0,-1 1 0,0 1 0,1 1 0,-26 4 0,2 3 0,0 1 0,-72 25 0,107-30 0,0 1 0,0 0 0,0 1 0,1 0 0,0 1 0,0 0 0,1 1 0,0 1 0,0 0 0,1 0 0,0 0 0,1 2 0,0-1 0,1 1 0,0 0 0,0 1 0,1 0 0,1 0 0,0 1 0,0-1 0,2 1 0,-1 0 0,2 1 0,0-1 0,0 1 0,1-1 0,0 25 0,3-21 0,1 0 0,0 0 0,1 0 0,1 0 0,0-1 0,2 0 0,0 0 0,0 0 0,2 0 0,0-1 0,0 0 0,2-1 0,0 0 0,0 0 0,1-1 0,1-1 0,0 0 0,1 0 0,21 14 0,-8-5 0,-6-5 0,0 0 0,1-2 0,0 0 0,32 14 0,-34-20 0,0-1 0,0-1 0,1-1 0,-1-1 0,40 4 0,-32-5 0,-1-1 0,1-1 0,-1-2 0,1 0 0,0-2 0,-1-1 0,0-1 0,0-1 0,-1-1 0,1-2 0,41-20 0,-43 18 0,-2-2 0,30-21 0,-44 27 0,0 0 0,0 0 0,-1 0 0,0-1 0,-1 0 0,0 0 0,0-1 0,9-18 0,-8 10 0,0 0 0,-2-1 0,0 0 0,-1 0 0,0 0 0,0-26 0,-2 1 0,-7-71 0,4 103 0,-1 1 0,1 0 0,-1-1 0,-1 1 0,0 0 0,-1 0 0,0 1 0,0-1 0,-1 1 0,0-1 0,-1 2 0,-7-11 0,4 10 0,0 0 0,0 0 0,0 1 0,-1 1 0,-1 0 0,1 0 0,-1 1 0,0 0 0,-23-8 0,3 2-195,0 1 0,-1 1 0,0 2 0,0 1 0,-1 1 0,-33 0 0,45 6-6631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4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 56 24575,'0'0'0,"0"0"0,-1 0 0,1 0 0,0 0 0,0 0 0,0 0 0,0 0 0,0 0 0,0 0 0,-1 0 0,1 0 0,0 0 0,0 0 0,0-1 0,0 1 0,0 0 0,0 0 0,0 0 0,-1 0 0,1 0 0,0 0 0,0 0 0,0 0 0,0 0 0,0 0 0,0-1 0,0 1 0,0 0 0,0 0 0,0 0 0,0 0 0,0 0 0,0 0 0,0-1 0,0 1 0,0 0 0,-1 0 0,1 0 0,0 0 0,1 0 0,-1 0 0,0-1 0,0 1 0,0 0 0,0 0 0,0 0 0,0 0 0,0 0 0,0 0 0,0-1 0,0 1 0,0 0 0,0 0 0,0 0 0,0 0 0,0 0 0,0 0 0,1 0 0,-1 0 0,0-1 0,10-11 0,15-8 0,-10 15 0,1 1 0,-1 1 0,1 0 0,0 2 0,-1-1 0,1 2 0,0 0 0,0 1 0,-1 1 0,1 0 0,0 1 0,-1 1 0,0 0 0,0 1 0,27 13 0,-40-17 0,0-1 0,0 1 0,-1 0 0,1 0 0,0 0 0,-1 0 0,1 0 0,-1 0 0,1 0 0,-1 0 0,0 1 0,1-1 0,-1 1 0,0-1 0,0 1 0,0-1 0,0 1 0,0-1 0,-1 1 0,1 0 0,0 0 0,-1-1 0,1 4 0,-1-2 0,0-1 0,-1 0 0,1 0 0,-1 1 0,0-1 0,0 0 0,0 0 0,0 0 0,0 0 0,0 0 0,0 0 0,-1-1 0,1 1 0,-1 0 0,1-1 0,-4 3 0,-5 4 0,0 0 0,-1-1 0,0 0 0,-1-1 0,-18 8 0,26-13 0,-1 1 0,1 0 0,0 0 0,-1 0 0,1 0 0,0 1 0,0 0 0,-4 4 0,7-7 0,1 0 0,0 1 0,0-1 0,-1 1 0,1-1 0,0 1 0,0-1 0,0 0 0,-1 1 0,1-1 0,0 1 0,0-1 0,0 1 0,0-1 0,0 1 0,0-1 0,0 1 0,0-1 0,0 0 0,0 1 0,0-1 0,1 1 0,-1-1 0,0 1 0,0-1 0,0 1 0,1-1 0,-1 0 0,0 1 0,1 0 0,24 15 0,0-7 0,45 11 0,-54-17 0,0 1 0,-1 0 0,1 1 0,-1 1 0,0 0 0,0 1 0,-1 1 0,19 13 0,-31-20 0,-1 0 0,0 0 0,1 0 0,-1 0 0,0 0 0,1 0 0,-1 1 0,0-1 0,0 0 0,0 1 0,0-1 0,0 1 0,0-1 0,-1 1 0,1-1 0,0 1 0,-1 0 0,1-1 0,-1 1 0,0 0 0,0-1 0,1 1 0,-1 0 0,0-1 0,0 1 0,-1 0 0,1 0 0,0-1 0,0 1 0,-1 0 0,1-1 0,-1 1 0,0-1 0,1 1 0,-1 0 0,0-1 0,0 0 0,0 1 0,0-1 0,0 1 0,0-1 0,0 0 0,-1 0 0,1 0 0,0 0 0,-1 0 0,-1 1 0,-4 3 0,-1 0 0,1-1 0,-1 0 0,0 0 0,0-1 0,0 0 0,0-1 0,-11 3 0,-41 6 0,38-5 0,0-2 0,0 0 0,-1-2 0,1 0 0,0-1 0,-1-1 0,-42-7 0,62 7-57,1 0 0,0-1 1,0 1-1,0-1 0,0 1 0,0-1 0,0 0 0,0 0 0,1 0 0,-1 0 0,0 0 1,0 0-1,1-1 0,-1 1 0,1-1 0,-1 1 0,1-1 0,-1 1 0,1-1 1,0 0-1,0 0 0,0 1 0,-1-4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4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689 99 24575,'-1'-1'0,"1"-1"0,-1 0 0,0 1 0,0-1 0,0 1 0,0-1 0,0 1 0,0-1 0,0 1 0,-1 0 0,1 0 0,0 0 0,-1 0 0,1-1 0,-1 2 0,1-1 0,-4-1 0,-29-14 0,8 8 0,0 0 0,0 2 0,0 2 0,0 0 0,-1 1 0,0 2 0,0 1 0,1 1 0,-1 1 0,-34 8 0,40-6 0,1 1 0,-1 0 0,1 2 0,-32 15 0,42-16 0,1 0 0,0 1 0,0-1 0,0 2 0,1-1 0,0 1 0,0 0 0,1 1 0,0 0 0,-9 16 0,5-9 0,2 1 0,0 1 0,1 0 0,1 0 0,1 0 0,0 1 0,2 0 0,0 0 0,1 0 0,1 1 0,0-1 0,2 0 0,0 1 0,1-1 0,1 1 0,1-1 0,1 0 0,1 0 0,9 27 0,0-13 0,2 0 0,31 50 0,-38-71 0,1 1 0,0-1 0,1-1 0,0 0 0,1 0 0,0-1 0,1-1 0,22 14 0,-11-11 0,0-1 0,0-1 0,1-2 0,1 0 0,-1-2 0,51 7 0,-28-9 0,0-2 0,91-7 0,-125 3 0,0-1 0,0-1 0,0 0 0,0-1 0,-1 0 0,0-1 0,0 0 0,-1-1 0,1-1 0,-1 0 0,-1 0 0,0-1 0,0-1 0,-1 0 0,10-11 0,2-6 0,-1-1 0,-1 0 0,-1-2 0,-2 0 0,14-33 0,-25 44 0,-1 0 0,-1 0 0,-1 0 0,-1 0 0,-1-1 0,0 1 0,-1-1 0,-6-37 0,4 45 0,-1-1 0,-1 1 0,0 0 0,-1 0 0,0 1 0,-1-1 0,0 1 0,0 0 0,-1 1 0,-1-1 0,0 1 0,0 1 0,-15-13 0,-1 0 0,-1 0 0,-2 2 0,-56-33 0,44 33-341,-1 1 0,-1 2-1,-52-15 1,76 28-6485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4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51 108 24575,'-2'-3'0,"1"1"0,-1 0 0,1-1 0,0 1 0,-1-1 0,1 1 0,1-1 0,-1 0 0,0 1 0,1-1 0,-1 0 0,1 1 0,0-1 0,0 0 0,0 0 0,0 1 0,0-1 0,1 0 0,-1 0 0,1 1 0,0-4 0,0 4 0,0 0 0,-1-1 0,1 1 0,-1-1 0,1 1 0,-1 0 0,0-1 0,0 1 0,-1-1 0,1 1 0,0-1 0,-1 1 0,1 0 0,-1-1 0,0 1 0,0 0 0,-2-4 0,3 6 0,-1 0 0,1 0 0,-1 0 0,0 0 0,1 0 0,-1 0 0,0 0 0,1 1 0,-1-1 0,1 0 0,-1 0 0,0 1 0,1-1 0,-1 0 0,1 1 0,-1-1 0,1 1 0,-1-1 0,1 1 0,0-1 0,-1 1 0,1-1 0,-1 1 0,1-1 0,0 1 0,0-1 0,-1 1 0,1 0 0,0-1 0,0 1 0,-1 0 0,-10 21 0,9-16 0,0 0 0,0 0 0,1 1 0,0-1 0,0 0 0,0 1 0,1-1 0,0 1 0,0-1 0,0 0 0,1 1 0,0-1 0,0 1 0,1-1 0,0 0 0,0 0 0,0 0 0,1 0 0,0 0 0,0-1 0,0 1 0,1-1 0,0 0 0,8 9 0,-4-7 0,1 0 0,0 0 0,0-1 0,0 0 0,1-1 0,0 0 0,0-1 0,0 0 0,0 0 0,1-1 0,-1 0 0,1-1 0,0 0 0,11 0 0,-8-1 0,0-1 0,1 0 0,-1 0 0,0-1 0,0-1 0,14-4 0,-23 5 0,0-1 0,1 0 0,-1 0 0,0-1 0,-1 1 0,1-1 0,0 0 0,-1 0 0,1-1 0,-1 1 0,0-1 0,0 0 0,-1 0 0,1 0 0,-1-1 0,0 1 0,0-1 0,3-6 0,21-60 0,-25 66 0,-1 0 0,1-1 0,-1 1 0,-1 0 0,1 0 0,-1-1 0,0 1 0,0 0 0,0-1 0,-1 1 0,-2-10 0,3 15 0,0 0 0,0 0 0,0 0 0,0-1 0,0 1 0,0 0 0,0 0 0,0 0 0,0-1 0,-1 1 0,1 0 0,0 0 0,0 0 0,0 0 0,0-1 0,0 1 0,0 0 0,-1 0 0,1 0 0,0 0 0,0 0 0,0-1 0,-1 1 0,1 0 0,0 0 0,0 0 0,0 0 0,0 0 0,-1 0 0,1 0 0,0 0 0,0 0 0,-1 0 0,1 0 0,0 0 0,0 0 0,0 0 0,-1 0 0,1 0 0,0 0 0,0 0 0,0 0 0,-1 0 0,1 0 0,0 1 0,-9 9 0,-4 17 0,9-12 0,1 0 0,1 0 0,0 0 0,1 0 0,0 1 0,2-1 0,-1 0 0,2 0 0,5 23 0,2 51 0,-9-64 0,-1-20 0,0 1 0,1-1 0,0 1 0,0-1 0,0 1 0,1-1 0,0 1 0,0-1 0,0 1 0,3 5 0,5-5-1365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710 100 24575,'-1'-2'0,"1"-1"0,-1 1 0,0 0 0,0-1 0,0 1 0,0 0 0,0-1 0,0 1 0,-1 0 0,1 0 0,-1 0 0,1 0 0,-1 0 0,0 1 0,0-1 0,0 0 0,0 1 0,0-1 0,-3-1 0,-49-25 0,44 23 0,-3 0 0,0 0 0,0 2 0,0-1 0,-1 2 0,1-1 0,-1 2 0,1 0 0,-1 1 0,0 0 0,1 1 0,-1 0 0,-23 6 0,7 0 0,-1 2 0,2 1 0,-1 2 0,-40 21 0,53-23 0,1 1 0,0 0 0,1 1 0,0 1 0,1 0 0,0 1 0,1 1 0,1 0 0,0 1 0,1 0 0,1 0 0,0 1 0,2 1 0,0 0 0,0 0 0,2 0 0,0 1 0,1 0 0,2 0 0,-3 24 0,5-31 0,1-1 0,0 1 0,1 0 0,0-1 0,1 1 0,0-1 0,1 1 0,0-1 0,1 0 0,0 0 0,0 0 0,2-1 0,10 18 0,-3-8 0,2-1 0,0 0 0,1-1 0,0-1 0,33 26 0,-30-29 0,2 0 0,0-2 0,0 0 0,1-2 0,0 0 0,38 10 0,5-3 0,76 10 0,-107-22 0,-1-2 0,1-1 0,0-2 0,-1-2 0,1 0 0,48-11 0,-61 8 0,0-1 0,0 0 0,-1-1 0,0-2 0,0 0 0,-1-1 0,0-1 0,-1 0 0,0-2 0,-1 0 0,19-19 0,-27 24 0,-1-1 0,0 0 0,-1 0 0,0-1 0,0 0 0,-1 0 0,-1-1 0,1 0 0,-2 0 0,1 0 0,-2 0 0,1-1 0,-2 1 0,0-1 0,0 0 0,-1 0 0,0 0 0,-1 0 0,0 1 0,-1-1 0,0 0 0,-1 0 0,-1 0 0,0 1 0,0-1 0,-1 1 0,0 0 0,-11-18 0,3 8 0,-1 1 0,-2 0 0,1 1 0,-2 1 0,-1 1 0,0 0 0,-1 1 0,0 1 0,-29-18 0,17 15 0,-1 1 0,-1 1 0,0 2 0,-1 2 0,-61-16 0,-58-6-1365,130 28-5461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122 34 24575,'0'-1'0,"0"0"0,0-1 0,0 1 0,-1-1 0,1 1 0,0 0 0,-1-1 0,1 1 0,-1 0 0,1-1 0,-1 1 0,1 0 0,-1 0 0,0-1 0,0 1 0,0 0 0,0 0 0,0 0 0,0 0 0,0 0 0,0 0 0,0 1 0,0-1 0,0 0 0,-1 0 0,1 1 0,0-1 0,-1 1 0,1-1 0,0 1 0,-1 0 0,1-1 0,0 1 0,-1 0 0,1 0 0,-1 0 0,-1 0 0,-1 0 0,0 0 0,1 1 0,-1-1 0,1 1 0,-1-1 0,0 1 0,1 0 0,-1 1 0,1-1 0,0 1 0,0-1 0,-1 1 0,-3 3 0,4-2 0,0 0 0,0 1 0,0-1 0,1 1 0,-1 0 0,1 0 0,0 0 0,0 0 0,0 0 0,0 0 0,1 1 0,0-1 0,0 0 0,0 1 0,0-1 0,1 6 0,0-8 0,0 0 0,0 0 0,0-1 0,0 1 0,0 0 0,1-1 0,-1 1 0,1 0 0,0-1 0,-1 1 0,1-1 0,0 1 0,0-1 0,0 1 0,0-1 0,0 0 0,0 1 0,0-1 0,0 0 0,1 0 0,-1 0 0,0 0 0,1 0 0,-1 0 0,1 0 0,-1 0 0,1-1 0,-1 1 0,1-1 0,0 1 0,-1-1 0,1 1 0,0-1 0,-1 0 0,1 0 0,0 0 0,0 0 0,-1 0 0,1 0 0,0 0 0,-1-1 0,1 1 0,0-1 0,2 0 0,8-2 0,1 0 0,0-1 0,16-8 0,-27 12 0,1-1 0,0 0 0,-1 0 0,1-1 0,-1 1 0,0-1 0,1 1 0,-1-1 0,0 0 0,0 0 0,0 1 0,0-2 0,0 1 0,0 0 0,-1 0 0,1 0 0,-1-1 0,1 1 0,-1-1 0,0 1 0,1-6 0,-2 7 0,0 1 0,0-1 0,0 0 0,0 1 0,0-1 0,0 0 0,0 1 0,0-1 0,0 0 0,-1 1 0,1-1 0,0 1 0,-1-1 0,1 0 0,0 1 0,-1-1 0,1 1 0,0-1 0,-1 1 0,1-1 0,-1 1 0,1-1 0,-1 1 0,0 0 0,1-1 0,-1 1 0,1 0 0,-1-1 0,0 1 0,0-1 0,-27 2 0,24 0 0,-1 1 0,1-1 0,-1 1 0,1-1 0,-1 1 0,1 1 0,0-1 0,0 1 0,-5 3 0,-16 19-1365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182 20 24575,'0'-1'0,"0"0"0,-1 0 0,1 0 0,-1 0 0,1 0 0,-1 0 0,1 0 0,-1 0 0,0 0 0,1 0 0,-1 1 0,0-1 0,0 0 0,0 0 0,0 1 0,0-1 0,1 0 0,-1 1 0,0-1 0,0 1 0,0-1 0,-1 1 0,1 0 0,0-1 0,0 1 0,0 0 0,0 0 0,0 0 0,0 0 0,0 0 0,0 0 0,-1 0 0,1 0 0,-1 0 0,-40 5 0,35-3 0,0 1 0,1-1 0,-1 1 0,1 1 0,-8 4 0,12-7 0,1 0 0,-1 0 0,0 0 0,1 0 0,-1 1 0,1-1 0,-1 1 0,1-1 0,0 1 0,0-1 0,-1 1 0,1 0 0,0 0 0,0 0 0,1-1 0,-1 1 0,0 0 0,1 0 0,-1 0 0,1 0 0,0 0 0,-1 3 0,1-4 0,0 0 0,1-1 0,-1 1 0,0 0 0,0-1 0,0 1 0,1 0 0,-1-1 0,0 1 0,1-1 0,-1 1 0,0 0 0,1-1 0,-1 1 0,1-1 0,-1 1 0,1-1 0,-1 1 0,1-1 0,-1 0 0,1 1 0,-1-1 0,1 1 0,0-1 0,-1 0 0,1 0 0,0 1 0,-1-1 0,1 0 0,1 0 0,27-3 0,-26 2 0,1 0 0,-1 0 0,0 0 0,0 0 0,0-1 0,0 1 0,0-1 0,0 0 0,-1 0 0,1 0 0,-1 0 0,1 0 0,-1 0 0,4-5 0,-6 7 0,0 0 0,0 0 0,0 0 0,0-1 0,0 1 0,0 0 0,0 0 0,0 0 0,0 0 0,0 0 0,0-1 0,0 1 0,0 0 0,0 0 0,0 0 0,0 0 0,0 0 0,0-1 0,0 1 0,0 0 0,0 0 0,-1 0 0,1 0 0,0 0 0,0 0 0,0 0 0,0-1 0,0 1 0,0 0 0,0 0 0,0 0 0,-1 0 0,1 0 0,0 0 0,0 0 0,0 0 0,0 0 0,0 0 0,-1 0 0,1 0 0,0 0 0,0 0 0,0-1 0,0 1 0,0 0 0,-1 0 0,1 1 0,0-1 0,0 0 0,0 0 0,0 0 0,-1 0 0,-12 3 0,-10 9 0,13 1 0,13-5 0,-1-7 0,0-1 0,0 1 0,0-1 0,0 1 0,0-1 0,0 0 0,0 0 0,0 0 0,0 0 0,0 0 0,0-1 0,2 0 0,-3 1 0,1 0 0,-1 0 0,0-1 0,1 1 0,-1 0 0,0-1 0,0 1 0,1-1 0,-1 0 0,0 1 0,0-1 0,0 0 0,0 0 0,0 1 0,0-1 0,0 0 0,1-2 0,-6-6 0,-16-1 0,14 8-114,0 1 1,0 0-1,-1 0 0,1 0 0,0 1 1,0 0-1,0 0 0,-1 0 0,1 1 1,0 0-1,-12 4 0,0 0-6712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5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62 24575,'0'0'0,"0"0"0,0 0 0,-1 1 0,1-1 0,0 0 0,0 0 0,0 0 0,0 0 0,-1 0 0,1 0 0,0 0 0,0 0 0,0 0 0,0 0 0,-1 0 0,1 0 0,0 0 0,0 0 0,0 0 0,-1 0 0,1 0 0,0 0 0,0 0 0,0-1 0,0 1 0,-1 0 0,1 0 0,0 0 0,0 0 0,0 0 0,0 0 0,0 0 0,0-1 0,-1 1 0,1 0 0,0 0 0,0 0 0,0 0 0,0 0 0,0-1 0,0 1 0,0 0 0,0 0 0,0 0 0,0-1 0,0 1 0,0 0 0,0 0 0,0 0 0,0 0 0,0-1 0,0 1 0,0 0 0,0 0 0,-1 1 0,1 0 0,0 0 0,0 0 0,-1 0 0,1 1 0,0-1 0,0 0 0,0 0 0,0 0 0,0 0 0,1 1 0,-1-1 0,0 0 0,1 0 0,-1 0 0,0 0 0,1 0 0,-1 0 0,1 1 0,1 0 0,13 16 0,0 0 0,2-1 0,0-1 0,1-1 0,0 0 0,31 18 0,-20-13 0,3 2 0,0-2 0,1-1 0,1-1 0,1-2 0,40 12 0,-15-11 0,0-3 0,2-2 0,77 4 0,-101-14 0,-1-2 0,1-2 0,0-1 0,-1-2 0,1-2 0,41-12 0,25-17 0,-2-4 0,176-98 0,-199 100 0,-56 29 0,-1-1 0,0-1 0,-1-1 0,0-1 0,-1-1 0,36-32 0,-46 30-1365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8 24575,'0'-8'0,"0"11"0,8 17 0,3-6 0,0 0 0,1 0 0,0-1 0,2-1 0,-1 0 0,1-1 0,19 11 0,-12-7 0,0 1 0,24 24 0,-44-39-34,0-1 0,0 1 0,-1 0 0,1-1 0,0 1-1,0 0 1,-1 0 0,1-1 0,0 1 0,-1 0 0,1 0 0,-1 0 0,1 0-1,-1 0 1,0 0 0,1 0 0,-1 0 0,0 0 0,0 0 0,1 0-1,-1 0 1,0 0 0,0 0 0,0 0 0,0 0 0,0 0 0,-1 0 0,1 0-1,0 0 1,0 0 0,-1 0 0,1-1 0,0 1 0,-1 0 0,1 0 0,-1 0-1,1 0 1,-1 0 0,-1 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5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317 240 24575,'-8'-2'0,"1"0"0,-1-1 0,1 0 0,-1 0 0,1 0 0,0-1 0,0 0 0,1-1 0,-1 0 0,1 0 0,0 0 0,-6-7 0,-4-2 0,-66-47 0,-24-19 0,105 79-91,-1-1 0,1 1 0,-1-1 0,1 1 0,-1-1 0,1 0 0,0 0 0,0 0 0,0 1 0,0-1 0,0 0 0,1 0 0,-1 0 0,0-3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5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504 1 24575,'-12'1'0,"-1"0"0,0 1 0,1 0 0,0 1 0,-1 0 0,1 1 0,1 0 0,-20 11 0,-9 7 0,-40 31 0,23-15 0,-122 94-1365,160-120-5461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244 64 24575,'-7'-7'0,"0"0"0,-1 0 0,0 1 0,0 0 0,0 0 0,-1 1 0,1 0 0,-15-5 0,19 9 0,0 0 0,0 0 0,0 0 0,0 1 0,0-1 0,0 1 0,0 0 0,0 0 0,0 1 0,0-1 0,1 1 0,-1 0 0,0 0 0,0 0 0,0 0 0,1 1 0,-1 0 0,1 0 0,-1 0 0,1 0 0,0 0 0,-1 0 0,1 1 0,-3 3 0,0 0 0,1-1 0,0 1 0,0 0 0,0 1 0,1-1 0,0 1 0,0-1 0,1 1 0,-1 1 0,2-1 0,-1 0 0,-2 13 0,5-17 0,-1 0 0,1 0 0,0 0 0,0 0 0,0 0 0,1 0 0,-1 1 0,1-1 0,0 0 0,-1 0 0,1 0 0,1-1 0,-1 1 0,0 0 0,1 0 0,-1-1 0,1 1 0,0 0 0,0-1 0,0 0 0,0 1 0,0-1 0,1 0 0,-1 0 0,1 0 0,-1-1 0,1 1 0,0-1 0,-1 1 0,1-1 0,0 0 0,0 0 0,4 1 0,1 0 0,1 0 0,-1 0 0,0-1 0,1 0 0,-1-1 0,1 0 0,-1 0 0,1 0 0,-1-1 0,0-1 0,1 0 0,-1 0 0,9-3 0,-12 3 0,-1 0 0,1 0 0,-1 0 0,1 0 0,-1-1 0,0 0 0,0 0 0,0 0 0,0 0 0,-1-1 0,1 1 0,-1-1 0,0 0 0,0 0 0,0 0 0,-1-1 0,1 1 0,-1-1 0,0 1 0,0-1 0,-1 0 0,0 1 0,2-9 0,-3 9 0,0 1 0,1 0 0,-2-1 0,1 1 0,0 0 0,-1-1 0,0 1 0,1 0 0,-1-1 0,0 1 0,-1 0 0,1 0 0,-1 0 0,1 0 0,-1 0 0,0 0 0,0 1 0,0-1 0,0 1 0,-1-1 0,1 1 0,-1 0 0,0 0 0,1 0 0,-1 0 0,0 0 0,0 1 0,0-1 0,0 1 0,0 0 0,-6-2 0,2 1 0,0 0 0,0 1 0,0-1 0,-1 1 0,1 1 0,0 0 0,0 0 0,0 0 0,-1 1 0,1 0 0,0 0 0,0 1 0,0-1 0,-7 5 0,4-1 0,0 1 0,0 0 0,1 1 0,0 0 0,-9 10 0,15-14 0,0 0 0,0 0 0,0 1 0,1-1 0,-1 1 0,1 0 0,-3 6 0,4-8 0,1-1 0,0 1 0,-1-1 0,1 0 0,0 1 0,0-1 0,0 1 0,0-1 0,0 0 0,0 1 0,0-1 0,0 1 0,0-1 0,1 0 0,-1 1 0,1-1 0,-1 0 0,1 1 0,-1-1 0,1 0 0,0 0 0,1 3 0,0-3 0,0 1 0,0-1 0,0 0 0,0 0 0,1 0 0,-1 0 0,0 0 0,0-1 0,1 1 0,-1-1 0,0 1 0,1-1 0,-1 0 0,1 0 0,-1 0 0,0 0 0,1 0 0,-1-1 0,0 1 0,1-1 0,-1 1 0,0-1 0,0 0 0,1 0 0,-1 0 0,0 0 0,2-2 0,3 0 0,0-1 0,0 0 0,-1 0 0,1-1 0,-1 1 0,0-1 0,7-8 0,-13 12 0,1 1 0,-1 0 0,1-1 0,-1 1 0,1-1 0,-1 1 0,1-1 0,-1 0 0,0 1 0,1-1 0,-1 1 0,0-1 0,1 0 0,-1 1 0,0-1 0,0 0 0,0 1 0,0-1 0,0 0 0,1 1 0,-1-1 0,0 0 0,0 1 0,-1-1 0,1 0 0,0 1 0,0-1 0,0 0 0,-1 0 0,-16-2 0,-26 16 0,29 0-1365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3:33.55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248 25 24575,'-3'-3'0,"-1"1"0,0-1 0,1 1 0,-1 0 0,0 0 0,0 0 0,-1 0 0,1 1 0,0-1 0,-1 1 0,1 0 0,0 0 0,-1 1 0,1 0 0,-1-1 0,1 2 0,-1-1 0,1 0 0,-1 1 0,1 0 0,-6 1 0,1 0 0,1 1 0,0 0 0,0 0 0,0 1 0,0 0 0,0 0 0,1 1 0,0 0 0,0 0 0,-6 7 0,7-6 0,0 1 0,0-1 0,1 2 0,0-1 0,1 0 0,-1 1 0,1 0 0,1 0 0,0 0 0,0 0 0,0 0 0,-1 13 0,3-18 0,1 0 0,0 1 0,0-1 0,0 0 0,0 1 0,1-1 0,-1 0 0,1 0 0,0 1 0,0-1 0,0 0 0,0 0 0,1 0 0,-1 0 0,1 0 0,0 0 0,0 0 0,0-1 0,0 1 0,0-1 0,0 1 0,1-1 0,-1 0 0,1 0 0,0 0 0,-1 0 0,1-1 0,0 1 0,0-1 0,0 1 0,0-1 0,1 0 0,-1 0 0,0-1 0,5 2 0,2 0 0,1-1 0,-1 1 0,0-2 0,0 0 0,1 0 0,-1 0 0,0-1 0,0-1 0,0 0 0,0 0 0,17-7 0,-23 8 0,-1-1 0,1 0 0,0 0 0,-1 0 0,1 0 0,-1-1 0,0 1 0,1-1 0,-1 0 0,0 0 0,-1 0 0,1 0 0,-1 0 0,1-1 0,-1 1 0,0-1 0,0 0 0,0 1 0,-1-1 0,1 0 0,-1 0 0,0 0 0,0 0 0,-1 0 0,1-1 0,-1 1 0,0 0 0,0 0 0,0 0 0,0 0 0,-2-7 0,1 9 0,1 0 0,-1-1 0,1 1 0,-1-1 0,0 1 0,0 0 0,0-1 0,0 1 0,-1 0 0,1 0 0,0 0 0,-1 0 0,0 0 0,1 0 0,-1 0 0,0 1 0,0-1 0,0 0 0,0 1 0,0 0 0,0-1 0,-1 1 0,-4-2 0,3 2 0,0 0 0,0 1 0,-1-1 0,1 1 0,0 0 0,-1 0 0,1 0 0,-1 0 0,1 1 0,0 0 0,0 0 0,-1 0 0,-4 2 0,4-1 0,1 0 0,-1 0 0,1 1 0,-1-1 0,1 1 0,0 0 0,0 0 0,0 0 0,0 1 0,1 0 0,-6 6 0,7-7 0,1-1 0,-1 0 0,1 1 0,0 0 0,0-1 0,0 1 0,0 0 0,0-1 0,1 1 0,-1 0 0,1 0 0,0 0 0,-1 0 0,1 0 0,1-1 0,-1 1 0,0 0 0,1 0 0,-1 0 0,1-1 0,1 5 0,-1-6 0,-1 1 0,1-1 0,-1 0 0,1 0 0,0 1 0,-1-1 0,1 0 0,0 0 0,0 0 0,0 0 0,0 0 0,0 0 0,0 0 0,0 0 0,0 0 0,0-1 0,0 1 0,0 0 0,1-1 0,-1 1 0,0-1 0,1 1 0,-1-1 0,0 0 0,2 1 0,0-1 0,-1 0 0,1-1 0,-1 1 0,1-1 0,-1 1 0,1-1 0,-1 0 0,0 0 0,1 0 0,-1 0 0,0 0 0,0 0 0,2-2 0,0 0 0,0 0 0,0 0 0,-1 0 0,1 0 0,-1-1 0,0 1 0,0-1 0,0 0 0,-1 0 0,1 0 0,-1 0 0,0-1 0,0 1 0,2-8 0,-4 12 0,0-1 0,0 0 0,0 0 0,0 1 0,0-1 0,0 0 0,0 0 0,0 1 0,0-1 0,0 0 0,-1 0 0,1 1 0,0-1 0,0 0 0,-1 1 0,1-1 0,-1 0 0,1 1 0,-1-1 0,1 0 0,-1 1 0,1-1 0,-1 1 0,1-1 0,-1 1 0,0-1 0,1 1 0,-1 0 0,0-1 0,1 1 0,-1 0 0,0-1 0,1 1 0,-1 0 0,0 0 0,0 0 0,-2-1 0,0 1 0,0 0 0,1 0 0,-1 0 0,0 1 0,1-1 0,-1 1 0,0-1 0,1 1 0,-6 2 0,6-2 0,1-1 0,-1 1 0,0 0 0,0 0 0,1 0 0,-1 0 0,0 1 0,1-1 0,0 0 0,-1 1 0,1-1 0,0 1 0,-1-1 0,0 3 0,2-3 0,-1 0 0,1 0 0,0 0 0,0-1 0,0 1 0,0 0 0,0 0 0,0 0 0,0-1 0,0 1 0,1 0 0,-1 0 0,0 0 0,0-1 0,1 1 0,-1 0 0,0 0 0,1-1 0,-1 1 0,1 0 0,-1-1 0,1 1 0,-1 0 0,1-1 0,0 1 0,-1-1 0,1 1 0,-1-1 0,1 1 0,0-1 0,0 1 0,-1-1 0,1 0 0,0 1 0,1-1 0,0 1 0,1 0 0,-1 0 0,0 0 0,1 0 0,-1-1 0,1 1 0,-1-1 0,1 1 0,-1-1 0,1 0 0,-1 0 0,1 0 0,-1-1 0,1 1 0,-1-1 0,1 1 0,-1-1 0,5-1 0,-7 1-25,0 1-1,0 0 0,0 0 1,0-1-1,1 1 0,-1 0 1,0 0-1,0-1 0,0 1 1,0 0-1,0-1 0,0 1 0,0 0 1,0 0-1,0-1 0,0 1 1,0 0-1,-1 0 0,1-1 1,0 1-1,0 0 0,0 0 1,0-1-1,0 1 0,0 0 1,0 0-1,-1-1 0,1 1 1,0 0-1,0 0 0,0 0 1,-1-1-1,1 1 0,0 0 1,0 0-1,-1 0 0,1 0 1,0 0-1,0-1 0,-1 1 1,1 0-1,0 0 0,0 0 1,-1 0-1,1 0 0,0 0 1,-1 0-1,1 0 0,0 0 1,0 0-1,-1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2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252 0 24575,'-5'1'0,"1"0"0,-1 0 0,1 0 0,0 0 0,-1 1 0,1 0 0,0-1 0,0 2 0,0-1 0,0 0 0,0 1 0,1 0 0,-1-1 0,1 2 0,0-1 0,0 0 0,-4 6 0,-6 8 0,0 1 0,-12 23 0,21-34 0,-8 18 0,1 1 0,1 0 0,1 1 0,2 0 0,-8 49 0,-6 24 0,9-48 0,-5 68 0,10-64 0,6-34 0,0 0 0,2 1 0,0-1 0,8 37 0,-3-28 0,0 44 0,-6-44 0,0 14 0,2-1 0,11 65 0,-4-61 0,2-1 0,3 0 0,1 0 0,3-2 0,1 0 0,2-1 0,43 65 0,2-3 0,72 162 0,-46-84 0,-75-152 0,5 11 0,2-1 0,36 50 0,-36-70-1365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2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9 263 24575,'-5'-20'0,"1"-4"0,8 21 0,9 10 0,91 89 0,-74-65 0,58 45 0,-74-66 0,4 4 0,1-1 0,0 0 0,0-2 0,35 15 0,-50-24 0,1 0 0,0-1 0,0 0 0,-1 0 0,1 0 0,0 0 0,0-1 0,0 1 0,0-1 0,0-1 0,0 1 0,0-1 0,0 0 0,0 0 0,-1 0 0,1 0 0,0-1 0,-1 0 0,1 0 0,-1 0 0,1-1 0,-1 0 0,0 1 0,0-2 0,0 1 0,6-7 0,17-23 0,-2-2 0,-1-1 0,36-73 0,-2 3 0,-48 91-195,-1-2 0,0 1 0,-1-1 0,-1 0 0,-1-1 0,5-22 0,-7 16-6631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32 24575,'-1'-14'0,"1"-4"0,6 28 0,1 17 0,-1 1 0,-2 0 0,0 1 0,-1 33 0,-1-22 0,8 49 0,0-16 0,-5-64-1365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611 51 24575,'-6'-5'0,"1"0"0,-1 0 0,-1 1 0,1-1 0,0 1 0,-1 1 0,0-1 0,0 1 0,0 1 0,0-1 0,-1 1 0,1 0 0,-1 1 0,1-1 0,-11 1 0,6 1 0,-1 1 0,1 0 0,-1 1 0,1 1 0,0 0 0,0 0 0,0 1 0,-19 9 0,2 3 0,1 0 0,1 2 0,0 1 0,1 2 0,1 0 0,-29 33 0,38-37 0,0 2 0,1 0 0,1 1 0,1 0 0,1 1 0,1 0 0,0 1 0,-11 36 0,18-41 0,0 0 0,1 0 0,0 0 0,2 0 0,0 0 0,1 0 0,0 1 0,2-1 0,0 0 0,1 0 0,0 0 0,11 29 0,-8-30 0,0 0 0,1 0 0,1 0 0,1-1 0,0-1 0,1 1 0,0-1 0,1-1 0,1 0 0,0 0 0,0-1 0,2-1 0,-1 0 0,1-1 0,1-1 0,0 0 0,0-1 0,1 0 0,0-1 0,0-1 0,19 5 0,-2-1 0,0-1 0,0-2 0,1-1 0,-1-1 0,56 0 0,-74-6 0,0 0 0,0 0 0,-1-2 0,1 1 0,-1-2 0,1 0 0,-1-1 0,-1 0 0,1-1 0,16-10 0,-10 2 0,0 0 0,0-2 0,-2 0 0,0-1 0,22-26 0,-29 29 0,0 0 0,-1 0 0,0 0 0,-1-2 0,-1 1 0,0-1 0,-1 0 0,-1-1 0,0 1 0,4-24 0,-4 13 0,-4 18 0,0 0 0,0 0 0,0 0 0,-1 0 0,-1 0 0,0-1 0,0 1 0,-1 0 0,-3-17 0,0 8 0,0-4 0,0 1 0,-2 0 0,-1 0 0,0 0 0,-1 1 0,-2 1 0,-20-35 0,16 36 0,-2 0 0,1 1 0,-2 0 0,0 2 0,-30-22 0,3 8 0,-63-32 0,38 36-204,51 20-957,-2-1-5665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2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56 325 24575,'0'-1'0,"0"0"0,0 1 0,0-1 0,0 0 0,0 0 0,0 0 0,0 1 0,0-1 0,0 0 0,0 0 0,0 1 0,-1-1 0,1 0 0,0 0 0,-1 1 0,1-1 0,0 0 0,-1 1 0,1-1 0,-1 0 0,1 1 0,-1-1 0,1 1 0,-1-1 0,1 1 0,-1-1 0,0 1 0,1-1 0,-1 1 0,0 0 0,1-1 0,-1 1 0,0 0 0,1-1 0,-1 1 0,0 0 0,0 0 0,1 0 0,-1 0 0,0 0 0,0 0 0,-1 0 0,1 0 0,-1 1 0,1-1 0,0 1 0,-1-1 0,1 1 0,0-1 0,-1 1 0,1 0 0,0 0 0,0 0 0,0 0 0,0 0 0,0 0 0,0 0 0,0 0 0,0 0 0,0 0 0,0 1 0,1-1 0,-1 0 0,0 1 0,1-1 0,-1 2 0,-2 10 0,0 0 0,1 1 0,1-1 0,0 1 0,1-1 0,2 22 0,18 81 0,-15-94 0,7 31 0,-10-46 0,-8-36 0,0 4 0,1 0 0,2 0 0,0-1 0,2 1 0,3-48 0,28-143 0,-28 205 0,0-7 0,1 0 0,1 0 0,1 0 0,8-23 0,-11 36 0,1 1 0,-1-1 0,0 1 0,1 0 0,0 0 0,0 0 0,1 0 0,-1 0 0,1 1 0,-1 0 0,1-1 0,0 1 0,0 0 0,1 1 0,-1-1 0,0 1 0,1 0 0,0 0 0,-1 0 0,1 1 0,5-1 0,-6 1 0,1 1 0,-1-1 0,0 1 0,0 1 0,0-1 0,1 0 0,-1 1 0,0 0 0,0 0 0,0 0 0,0 1 0,0-1 0,0 1 0,-1 0 0,1 0 0,0 0 0,-1 0 0,0 1 0,1 0 0,-1-1 0,0 1 0,0 0 0,-1 1 0,1-1 0,3 5 0,4 9 0,1 0 0,-2 1 0,14 36 0,-20-45 0,18 50 0,14 71 0,-32-113 0,-1-1 0,0 33 0,4 20 0,1-55-1365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2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73 24575,'-5'0'0,"-5"0"0,3-5 0,7 0 0,8-5 0,7 0 0,5 1 0,4 3 0,1 1 0,2-1 0,0-1 0,0 1 0,-5 2-8191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272 1 24575,'-34'0'0,"3"-1"0,-51 6 0,73-4 0,0 1 0,0 0 0,0 0 0,0 1 0,0 0 0,1 0 0,0 1 0,0 0 0,0 1 0,-9 6 0,16-10 0,-1 0 0,1 0 0,-1 0 0,1 0 0,-1 0 0,1 1 0,0-1 0,0 0 0,-1 1 0,1-1 0,0 1 0,0 0 0,1-1 0,-1 1 0,0-1 0,0 1 0,1 0 0,-1 0 0,1-1 0,0 1 0,-1 0 0,1 0 0,0 0 0,0 0 0,0 1 0,1 0 0,0-1 0,1 1 0,-1-1 0,0 0 0,1 0 0,-1 0 0,1 1 0,0-2 0,0 1 0,0 0 0,0 0 0,0 0 0,0-1 0,0 1 0,3 0 0,10 6 0,1 0 0,0-2 0,32 9 0,11 0 0,50 14 0,-99-25 0,1 0 0,0 1 0,-1 0 0,0 0 0,0 1 0,0 1 0,10 9 0,-19-16 0,0 1 0,0 0 0,0 0 0,0 0 0,0 0 0,0 0 0,0 0 0,0 0 0,0 1 0,-1-1 0,1 0 0,0 0 0,-1 1 0,1-1 0,-1 0 0,1 1 0,-1-1 0,0 0 0,0 1 0,0-1 0,1 1 0,-1-1 0,0 1 0,-1-1 0,1 0 0,0 1 0,0-1 0,-1 2 0,-1 0 0,1-1 0,-1 1 0,0-1 0,0 1 0,0-1 0,0 0 0,-1 0 0,1 0 0,0 0 0,-1 0 0,0 0 0,-3 1 0,-8 4 0,0-1 0,0-1 0,-1 0 0,-17 4 0,-4-4 0,1-1 0,0-2 0,-1-2 0,-56-5 0,90 5-52,0 0-1,0 0 1,0 0-1,0-1 1,0 1-1,1 0 1,-1-1-1,0 1 1,0-1-1,1 0 1,-1 0-1,0 0 1,1 1-1,-1-1 1,0-1-1,1 1 1,0 0-1,-1 0 1,1-1-1,0 1 0,-1 0 1,1-1-1,0 0 1,0 1-1,-1-3 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5 369 24575,'-4'-3'0,"13"-5"0,13-5 0,-4 5 0,0-1 0,-1 0 0,-1-1 0,1-1 0,-1-1 0,21-19 0,-34 27 0,1 0 0,-1 0 0,1 0 0,-1-1 0,0 1 0,-1-1 0,1 1 0,-1-1 0,0 0 0,0 0 0,-1 0 0,1 0 0,-1-1 0,0 1 0,0 0 0,-1 0 0,0-1 0,0 1 0,0 0 0,-1-1 0,1 1 0,-1 0 0,0 0 0,-1-1 0,1 1 0,-1 0 0,0 0 0,-5-8 0,2 3 0,-1-1 0,0 1 0,-1 0 0,0 1 0,-1-1 0,0 2 0,0-1 0,-16-12 0,24 21 0,-1-1 0,0 1 0,0-1 0,0 0 0,1 1 0,-1 0 0,0-1 0,0 1 0,0-1 0,0 1 0,0 0 0,0 0 0,0 0 0,0-1 0,0 1 0,0 0 0,0 0 0,0 0 0,0 1 0,0-1 0,0 0 0,0 0 0,0 0 0,0 1 0,0-1 0,0 1 0,-1 0 0,1 0 0,-1 0 0,1 1 0,0-1 0,0 1 0,0-1 0,0 1 0,0 0 0,0-1 0,0 1 0,0 0 0,1 0 0,-1-1 0,0 4 0,0 3 0,-1 0 0,1 0 0,1 0 0,0 1 0,1 12 0,32 234 0,-28-168 0,-5-65 0,1 0 0,1 0 0,6 26 0,-8-46-96,0-1 62,0-1 1,0 1 0,0-1-1,0 1 1,0 0 0,0-1-1,0 1 1,0-1-1,1 1 1,-1-1 0,0 1-1,0 0 1,0-1-1,1 1 1,-1-1 0,0 1-1,1-1 1,-1 1-1,0-1 1,1 0 0,-1 1-1,1-1 1,-1 1-1,0-1 1,1 0 0,-1 1-1,1-1 1,-1 0-1,1 1 1,-1-1 0,1 0-1,0 0 1,-1 0 0,1 0-1,-1 1 1,1-1-1,1 0 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58 24575,'0'0'0,"-1"-1"0,1 0 0,-1 1 0,1-1 0,0 0 0,-1 1 0,1-1 0,0 0 0,0 0 0,-1 1 0,1-1 0,0 0 0,0 0 0,0 1 0,0-1 0,0 0 0,0 0 0,0 1 0,0-1 0,0 0 0,0 0 0,1 1 0,-1-1 0,0 0 0,0 0 0,1 1 0,-1-1 0,1 0 0,-1 1 0,0-1 0,1 0 0,-1 1 0,1-1 0,-1 1 0,1-1 0,0 1 0,-1-1 0,1 1 0,0-1 0,-1 1 0,1 0 0,0-1 0,-1 1 0,1 0 0,0-1 0,1 1 0,35-15 0,-14 10 0,0 1 0,43 0 0,-54 3 0,0 2 0,0-1 0,0 1 0,0 1 0,0 1 0,-1-1 0,16 7 0,-25-8 0,0-1 0,0 1 0,0 0 0,0-1 0,0 1 0,-1 0 0,1 1 0,0-1 0,-1 0 0,1 0 0,-1 1 0,1-1 0,-1 1 0,0-1 0,1 1 0,-1-1 0,0 1 0,0 0 0,0 0 0,0 0 0,-1-1 0,1 1 0,0 0 0,-1 0 0,1 0 0,-1 0 0,0 0 0,0 0 0,0 0 0,0 0 0,0 0 0,0 0 0,0 0 0,0 0 0,-1 0 0,1 0 0,-1 0 0,0 0 0,0 0 0,1 0 0,-3 2 0,0 2 0,-1-2 0,1 1 0,-1 0 0,0-1 0,0 0 0,-1 1 0,1-2 0,-1 1 0,0 0 0,0-1 0,0 0 0,0 0 0,-6 2 0,-22 5 0,-1-1 0,0-1 0,0-2 0,-49 2 0,121 7 0,30 1 0,-1 3 0,94 40 0,-156-57-124,-1 0 0,1 0 0,0-1 0,0 0 0,0 1 0,0-2-1,0 1 1,0 0 0,0-1 0,9-1 0,5-2-6702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239 26 24575,'-1'-1'0,"1"0"0,-1 0 0,1 0 0,-1 0 0,1 0 0,-1 0 0,0 0 0,1 0 0,-1 0 0,0 0 0,0 0 0,0 0 0,0 1 0,0-1 0,0 0 0,0 1 0,0-1 0,0 0 0,0 1 0,0 0 0,0-1 0,0 1 0,-1-1 0,1 1 0,0 0 0,0 0 0,-2 0 0,-39-5 0,37 5 0,-4-1 0,-75 1 0,80 0 0,0 0 0,0 0 0,0 1 0,0 0 0,1 0 0,-1 0 0,0 0 0,0 1 0,0-1 0,1 1 0,-1 0 0,1 0 0,-1 0 0,1 1 0,0-1 0,0 1 0,-3 3 0,5-4 0,0-1 0,1 0 0,0 1 0,-1-1 0,1 0 0,0 1 0,0-1 0,0 0 0,0 1 0,0-1 0,0 0 0,0 1 0,0-1 0,1 1 0,-1-1 0,0 0 0,1 0 0,-1 1 0,1-1 0,-1 0 0,1 0 0,0 1 0,0-1 0,-1 0 0,1 0 0,0 0 0,0 0 0,0 0 0,0 0 0,0-1 0,0 1 0,1 0 0,-1 0 0,0-1 0,0 1 0,1-1 0,0 1 0,56 27 0,-52-26 0,114 56 0,-52-23 0,-67-35 0,1 1 0,-1-1 0,1 1 0,-1 0 0,1 0 0,-1 0 0,1 0 0,-1 0 0,0 0 0,1 0 0,-1 0 0,0 0 0,0 0 0,0 1 0,0-1 0,0 1 0,0-1 0,0 1 0,-1-1 0,1 1 0,-1-1 0,1 1 0,-1-1 0,1 4 0,-1-3 0,-1-1 0,1 0 0,-1 1 0,0-1 0,0 0 0,1 1 0,-1-1 0,0 0 0,0 0 0,0 0 0,0 0 0,0 0 0,-1 0 0,1 0 0,0 0 0,0 0 0,-1-1 0,1 1 0,0 0 0,-1-1 0,1 1 0,-1-1 0,1 1 0,-1-1 0,1 0 0,-1 0 0,-2 0 0,-33 4 0,0-1 0,-1-3 0,-58-6 0,71 2-1365,3-1-5461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71 24575,'7'0'0,"1"-1"0,0 0 0,0-1 0,15-5 0,24-4 0,642-37 0,-201 69 0,-448-13-34,10 3 155,-48-11-212,1 0 1,-1 1-1,1-1 0,-1 0 0,0-1 1,1 1-1,-1 0 0,1-1 0,-1 0 1,0 1-1,1-1 0,-1 0 0,0 0 0,0 0 1,4-3-1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2 24575,'-11'-1'0,"15"1"0,26 2 0,83 26 0,-47-13 0,-1 3 0,79 32 0,-142-50 0,0 1 0,-1 0 0,1-1 0,0 1 0,-1 0 0,1 0 0,-1 0 0,1 0 0,-1 0 0,0 0 0,1 1 0,-1-1 0,0 0 0,0 1 0,0-1 0,0 1 0,0-1 0,0 1 0,0-1 0,1 4 0,-2-4 0,0 1 0,-1-1 0,1 0 0,0 1 0,0-1 0,-1 1 0,1-1 0,-1 0 0,1 1 0,-1-1 0,0 0 0,1 1 0,-1-1 0,0 0 0,0 0 0,0 0 0,0 1 0,0-1 0,-1 1 0,-7 5 0,-1 0 0,1-1 0,-1 0 0,-20 9 0,-245 83 7,160-62-1379,93-28-5454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3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 2346 24575,'-1'0'0,"0"0"0,1 0 0,-1 1 0,0-1 0,0 0 0,0 0 0,0 0 0,0-1 0,0 1 0,0 0 0,0 0 0,1 0 0,-1-1 0,0 1 0,0 0 0,0-1 0,1 1 0,-1-1 0,0 1 0,0-1 0,1 1 0,-1-1 0,0 0 0,1 1 0,-1-1 0,0 0 0,1 1 0,-1-1 0,1 0 0,0 0 0,-1 0 0,1 1 0,0-1 0,-1 0 0,1 0 0,0 0 0,0 0 0,-1 0 0,1 0 0,0 1 0,0-1 0,0 0 0,0 0 0,1 0 0,-1 0 0,0 0 0,0 0 0,0 0 0,1 1 0,-1-1 0,0 0 0,1 0 0,-1 0 0,1 1 0,-1-1 0,1 0 0,-1 0 0,2 0 0,2-6 0,0 0 0,0 1 0,1 0 0,0 0 0,9-8 0,15-11 0,-1-1 0,-1-1 0,-2-1 0,0-2 0,-2 0 0,-1-1 0,28-56 0,-22 25 0,-2-1 0,26-106 0,2-12 0,-47 149 0,-1 6 0,-1-2 0,0 1 0,-1-36 0,-2 31 0,11-60 0,-4 37 0,11-64 0,-8 52 0,-2 0 0,0-86 0,-9 19 0,-4-113 0,-21 95 0,22 138 0,-1 0 0,0 0 0,-1 0 0,0 1 0,-13-26 0,16 37 0,0 0 0,0 0 0,0 0 0,0 0 0,-1 0 0,1 0 0,-1 0 0,1 1 0,-1-1 0,0 1 0,0-1 0,0 1 0,0-1 0,0 1 0,0 0 0,0 0 0,0 0 0,0 0 0,-1 0 0,1 1 0,0-1 0,0 1 0,-1-1 0,1 1 0,-1 0 0,1 0 0,0 0 0,-1 0 0,1 0 0,0 1 0,-1-1 0,1 1 0,0 0 0,0-1 0,-1 1 0,1 0 0,0 0 0,0 0 0,0 1 0,0-1 0,0 0 0,-3 4 0,-31 23 0,0 2 0,-41 46 0,38-37 0,-45 36 0,82-75 0,5-7 0,12-19 0,23-32 0,-22 35 0,0 1 0,2 1 0,1 0 0,0 1 0,2 1 0,0 1 0,1 1 0,1 1 0,0 1 0,41-19 0,-58 31 0,0 0 0,0 1 0,1 0 0,-1 0 0,1 0 0,-1 1 0,1 0 0,0 0 0,0 1 0,-1 0 0,1 0 0,0 0 0,-1 1 0,1 0 0,0 1 0,-1-1 0,1 1 0,-1 0 0,0 1 0,0 0 0,12 6 0,210 94 0,-202-90 120,-26-13-143,1 1 1,-1-1-1,0 0 1,1 0-1,-1 0 1,0 1-1,1-1 1,-1 0-1,0 0 1,0 1-1,1-1 1,-1 0-1,0 0 1,0 1-1,1-1 1,-1 0-1,0 1 1,0-1-1,0 0 1,0 1-1,1-1 1,-1 1-1,0-1 1,0 0-1,0 1 1,0-1-1,0 0 1,0 1-1,0-1 1,0 1-1,0-1 1,0 0-1,0 1 1,0-1-1,-1 1 1,1-1-1,0 0 1,0 1-1,0-1 1,0 0-1,-1 1 1,1-1-1,0 0 1,0 1-1,0-1 1,-1 0-1,1 0 1,0 1-1,-1-1 1,1 0-1,0 0 1,-1 0-1,1 1 1,0-1-1,-1 0 1,1 0-1,0 0 1,-1 0-1,1 0 1,0 1-1,-1-1 1,1 0-1,-1 0 1,1 0-1,-1 0 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3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 96 24575,'-2'0'0,"0"0"0,0 0 0,0-1 0,0 1 0,0 0 0,0-1 0,0 1 0,0-1 0,0 1 0,0-1 0,0 0 0,-2-1 0,4 2 0,-1-1 0,1 1 0,-1-1 0,1 1 0,-1-1 0,1 1 0,-1-1 0,1 0 0,0 1 0,-1-1 0,1 1 0,0-1 0,-1 0 0,1 1 0,0-1 0,0 0 0,0 1 0,0-1 0,0 0 0,0 0 0,-1 1 0,2-1 0,-1-1 0,0 0 0,1 0 0,0 0 0,0 0 0,0 0 0,0 0 0,0 0 0,1 0 0,-1 0 0,1 0 0,-1 0 0,1 1 0,0-1 0,-1 1 0,1-1 0,0 1 0,0 0 0,0-1 0,0 1 0,3-1 0,14-5 0,2 1 0,-1 0 0,1 1 0,23-2 0,-15 2 0,-22 4 0,1 1 0,-1-1 0,1 1 0,-1 0 0,0 1 0,1 0 0,-1 0 0,0 0 0,1 1 0,-1 0 0,0 1 0,0 0 0,0 0 0,-1 0 0,9 6 0,-12-7 0,-1 0 0,1 0 0,-1 0 0,1 1 0,-1-1 0,0 1 0,0-1 0,0 1 0,0 0 0,-1 0 0,1 0 0,-1 0 0,0 0 0,1 0 0,-1 0 0,-1 0 0,1 0 0,0 0 0,-1 1 0,0-1 0,0 0 0,0 1 0,0-1 0,0 0 0,-1 0 0,1 1 0,-1-1 0,0 0 0,0 0 0,0 0 0,0 0 0,-1 0 0,1 0 0,-1 0 0,0 0 0,-2 3 0,-4 4 0,1-1 0,-1 0 0,0-1 0,-1 0 0,0 0 0,-20 13 0,-13 10 0,42-30 0,-1-1 0,1 0 0,-1 1 0,1-1 0,-1 0 0,1 1 0,-1-1 0,1 0 0,-1 1 0,1-1 0,0 1 0,-1-1 0,1 1 0,0-1 0,-1 1 0,1-1 0,0 1 0,-1 0 0,1-1 0,0 1 0,0-1 0,0 1 0,0 0 0,0-1 0,0 1 0,0-1 0,0 1 0,0 0 0,0-1 0,0 1 0,0-1 0,0 1 0,0 0 0,1 0 0,21 9 0,36-6 0,-56-4 0,25 0 0,1 1 0,0 1 0,35 7 0,-55-7-195,-1 0 0,1-1 0,0 0 0,0-1 0,-1 0 0,14-1 0,-1-3-6631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765 83 24575,'-1'-2'0,"0"-1"0,0 1 0,0-1 0,0 1 0,0 0 0,0-1 0,-1 1 0,1 0 0,-1 0 0,1 0 0,-1 0 0,0 0 0,0 0 0,0 0 0,0 1 0,0-1 0,0 1 0,-1 0 0,1-1 0,0 1 0,-4-1 0,-52-20 0,34 16 0,-1 2 0,1 0 0,0 2 0,-1 1 0,0 1 0,1 1 0,-26 4 0,2 3 0,0 1 0,-72 25 0,107-30 0,0 1 0,0 0 0,0 1 0,1 0 0,0 1 0,0 0 0,1 1 0,0 1 0,0 0 0,1 0 0,0 0 0,1 2 0,0-1 0,1 1 0,0 0 0,0 1 0,1 0 0,1 0 0,0 1 0,0-1 0,2 1 0,-1 0 0,2 1 0,0-1 0,0 1 0,1-1 0,0 25 0,3-21 0,1 0 0,0 0 0,1 0 0,1 0 0,0-1 0,2 0 0,0 0 0,0 0 0,2 0 0,0-1 0,0 0 0,2-1 0,0 0 0,0 0 0,1-1 0,1-1 0,0 0 0,1 0 0,21 14 0,-8-5 0,-6-5 0,0 0 0,1-2 0,0 0 0,32 14 0,-34-20 0,0-1 0,0-1 0,1-1 0,-1-1 0,40 4 0,-32-5 0,-1-1 0,1-1 0,-1-2 0,1 0 0,0-2 0,-1-1 0,0-1 0,0-1 0,-1-1 0,1-2 0,41-20 0,-43 18 0,-2-2 0,30-21 0,-44 27 0,0 0 0,0 0 0,-1 0 0,0-1 0,-1 0 0,0 0 0,0-1 0,9-18 0,-8 10 0,0 0 0,-2-1 0,0 0 0,-1 0 0,0 0 0,0-26 0,-2 1 0,-7-71 0,4 103 0,-1 1 0,1 0 0,-1-1 0,-1 1 0,0 0 0,-1 0 0,0 1 0,0-1 0,-1 1 0,0-1 0,-1 2 0,-7-11 0,4 10 0,0 0 0,0 0 0,0 1 0,-1 1 0,-1 0 0,1 0 0,-1 1 0,0 0 0,-23-8 0,3 2-195,0 1 0,-1 1 0,0 2 0,0 1 0,-1 1 0,-33 0 0,45 6-6631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3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 56 24575,'0'0'0,"0"0"0,-1 0 0,1 0 0,0 0 0,0 0 0,0 0 0,0 0 0,0 0 0,0 0 0,-1 0 0,1 0 0,0 0 0,0 0 0,0-1 0,0 1 0,0 0 0,0 0 0,0 0 0,-1 0 0,1 0 0,0 0 0,0 0 0,0 0 0,0 0 0,0 0 0,0-1 0,0 1 0,0 0 0,0 0 0,0 0 0,0 0 0,0 0 0,0 0 0,0-1 0,0 1 0,0 0 0,-1 0 0,1 0 0,0 0 0,1 0 0,-1 0 0,0-1 0,0 1 0,0 0 0,0 0 0,0 0 0,0 0 0,0 0 0,0 0 0,0-1 0,0 1 0,0 0 0,0 0 0,0 0 0,0 0 0,0 0 0,0 0 0,1 0 0,-1 0 0,0-1 0,10-11 0,15-8 0,-10 15 0,1 1 0,-1 1 0,1 0 0,0 2 0,-1-1 0,1 2 0,0 0 0,0 1 0,-1 1 0,1 0 0,0 1 0,-1 1 0,0 0 0,0 1 0,27 13 0,-40-17 0,0-1 0,0 1 0,-1 0 0,1 0 0,0 0 0,-1 0 0,1 0 0,-1 0 0,1 0 0,-1 0 0,0 1 0,1-1 0,-1 1 0,0-1 0,0 1 0,0-1 0,0 1 0,0-1 0,-1 1 0,1 0 0,0 0 0,-1-1 0,1 4 0,-1-2 0,0-1 0,-1 0 0,1 0 0,-1 1 0,0-1 0,0 0 0,0 0 0,0 0 0,0 0 0,0 0 0,0 0 0,-1-1 0,1 1 0,-1 0 0,1-1 0,-4 3 0,-5 4 0,0 0 0,-1-1 0,0 0 0,-1-1 0,-18 8 0,26-13 0,-1 1 0,1 0 0,0 0 0,-1 0 0,1 0 0,0 1 0,0 0 0,-4 4 0,7-7 0,1 0 0,0 1 0,0-1 0,-1 1 0,1-1 0,0 1 0,0-1 0,0 0 0,-1 1 0,1-1 0,0 1 0,0-1 0,0 1 0,0-1 0,0 1 0,0-1 0,0 1 0,0-1 0,0 0 0,0 1 0,0-1 0,1 1 0,-1-1 0,0 1 0,0-1 0,0 1 0,1-1 0,-1 0 0,0 1 0,1 0 0,24 15 0,0-7 0,45 11 0,-54-17 0,0 1 0,-1 0 0,1 1 0,-1 1 0,0 0 0,0 1 0,-1 1 0,19 13 0,-31-20 0,-1 0 0,0 0 0,1 0 0,-1 0 0,0 0 0,1 0 0,-1 1 0,0-1 0,0 0 0,0 1 0,0-1 0,0 1 0,0-1 0,-1 1 0,1-1 0,0 1 0,-1 0 0,1-1 0,-1 1 0,0 0 0,0-1 0,1 1 0,-1 0 0,0-1 0,0 1 0,-1 0 0,1 0 0,0-1 0,0 1 0,-1 0 0,1-1 0,-1 1 0,0-1 0,1 1 0,-1 0 0,0-1 0,0 0 0,0 1 0,0-1 0,0 1 0,0-1 0,0 0 0,-1 0 0,1 0 0,0 0 0,-1 0 0,-1 1 0,-4 3 0,-1 0 0,1-1 0,-1 0 0,0 0 0,0-1 0,0 0 0,0-1 0,-11 3 0,-41 6 0,38-5 0,0-2 0,0 0 0,-1-2 0,1 0 0,0-1 0,-1-1 0,-42-7 0,62 7-57,1 0 0,0-1 1,0 1-1,0-1 0,0 1 0,0-1 0,0 0 0,0 0 0,1 0 0,-1 0 0,0 0 1,0 0-1,1-1 0,-1 1 0,1-1 0,-1 1 0,1-1 0,-1 1 0,1-1 1,0 0-1,0 0 0,0 1 0,-1-4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3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689 99 24575,'-1'-1'0,"1"-1"0,-1 0 0,0 1 0,0-1 0,0 1 0,0-1 0,0 1 0,0-1 0,0 1 0,-1 0 0,1 0 0,0 0 0,-1 0 0,1-1 0,-1 2 0,1-1 0,-4-1 0,-29-14 0,8 8 0,0 0 0,0 2 0,0 2 0,0 0 0,-1 1 0,0 2 0,0 1 0,1 1 0,-1 1 0,-34 8 0,40-6 0,1 1 0,-1 0 0,1 2 0,-32 15 0,42-16 0,1 0 0,0 1 0,0-1 0,0 2 0,1-1 0,0 1 0,0 0 0,1 1 0,0 0 0,-9 16 0,5-9 0,2 1 0,0 1 0,1 0 0,1 0 0,1 0 0,0 1 0,2 0 0,0 0 0,1 0 0,1 1 0,0-1 0,2 0 0,0 1 0,1-1 0,1 1 0,1-1 0,1 0 0,1 0 0,9 27 0,0-13 0,2 0 0,31 50 0,-38-71 0,1 1 0,0-1 0,1-1 0,0 0 0,1 0 0,0-1 0,1-1 0,22 14 0,-11-11 0,0-1 0,0-1 0,1-2 0,1 0 0,-1-2 0,51 7 0,-28-9 0,0-2 0,91-7 0,-125 3 0,0-1 0,0-1 0,0 0 0,0-1 0,-1 0 0,0-1 0,0 0 0,-1-1 0,1-1 0,-1 0 0,-1 0 0,0-1 0,0-1 0,-1 0 0,10-11 0,2-6 0,-1-1 0,-1 0 0,-1-2 0,-2 0 0,14-33 0,-25 44 0,-1 0 0,-1 0 0,-1 0 0,-1 0 0,-1-1 0,0 1 0,-1-1 0,-6-37 0,4 45 0,-1-1 0,-1 1 0,0 0 0,-1 0 0,0 1 0,-1-1 0,0 1 0,0 0 0,-1 1 0,-1-1 0,0 1 0,0 1 0,-15-13 0,-1 0 0,-1 0 0,-2 2 0,-56-33 0,44 33-341,-1 1 0,-1 2-1,-52-15 1,76 28-6485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4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51 108 24575,'-2'-3'0,"1"1"0,-1 0 0,1-1 0,0 1 0,-1-1 0,1 1 0,1-1 0,-1 0 0,0 1 0,1-1 0,-1 0 0,1 1 0,0-1 0,0 0 0,0 0 0,0 1 0,0-1 0,1 0 0,-1 0 0,1 1 0,0-4 0,0 4 0,0 0 0,-1-1 0,1 1 0,-1-1 0,1 1 0,-1 0 0,0-1 0,0 1 0,-1-1 0,1 1 0,0-1 0,-1 1 0,1 0 0,-1-1 0,0 1 0,0 0 0,-2-4 0,3 6 0,-1 0 0,1 0 0,-1 0 0,0 0 0,1 0 0,-1 0 0,0 0 0,1 1 0,-1-1 0,1 0 0,-1 0 0,0 1 0,1-1 0,-1 0 0,1 1 0,-1-1 0,1 1 0,-1-1 0,1 1 0,0-1 0,-1 1 0,1-1 0,-1 1 0,1-1 0,0 1 0,0-1 0,-1 1 0,1 0 0,0-1 0,0 1 0,-1 0 0,-10 21 0,9-16 0,0 0 0,0 0 0,1 1 0,0-1 0,0 0 0,0 1 0,1-1 0,0 1 0,0-1 0,0 0 0,1 1 0,0-1 0,0 1 0,1-1 0,0 0 0,0 0 0,0 0 0,1 0 0,0 0 0,0-1 0,0 1 0,1-1 0,0 0 0,8 9 0,-4-7 0,1 0 0,0 0 0,0-1 0,0 0 0,1-1 0,0 0 0,0-1 0,0 0 0,0 0 0,1-1 0,-1 0 0,1-1 0,0 0 0,11 0 0,-8-1 0,0-1 0,1 0 0,-1 0 0,0-1 0,0-1 0,14-4 0,-23 5 0,0-1 0,1 0 0,-1 0 0,0-1 0,-1 1 0,1-1 0,0 0 0,-1 0 0,1-1 0,-1 1 0,0-1 0,0 0 0,-1 0 0,1 0 0,-1-1 0,0 1 0,0-1 0,3-6 0,21-60 0,-25 66 0,-1 0 0,1-1 0,-1 1 0,-1 0 0,1 0 0,-1-1 0,0 1 0,0 0 0,0-1 0,-1 1 0,-2-10 0,3 15 0,0 0 0,0 0 0,0 0 0,0-1 0,0 1 0,0 0 0,0 0 0,0 0 0,0-1 0,-1 1 0,1 0 0,0 0 0,0 0 0,0 0 0,0-1 0,0 1 0,0 0 0,-1 0 0,1 0 0,0 0 0,0 0 0,0-1 0,-1 1 0,1 0 0,0 0 0,0 0 0,0 0 0,0 0 0,-1 0 0,1 0 0,0 0 0,0 0 0,-1 0 0,1 0 0,0 0 0,0 0 0,0 0 0,-1 0 0,1 0 0,0 0 0,0 0 0,0 0 0,-1 0 0,1 0 0,0 1 0,-9 9 0,-4 17 0,9-12 0,1 0 0,1 0 0,0 0 0,1 0 0,0 1 0,2-1 0,-1 0 0,2 0 0,5 23 0,2 51 0,-9-64 0,-1-20 0,0 1 0,1-1 0,0 1 0,0-1 0,0 1 0,1-1 0,0 1 0,0-1 0,0 1 0,3 5 0,5-5-1365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4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710 100 24575,'-1'-2'0,"1"-1"0,-1 1 0,0 0 0,0-1 0,0 1 0,0 0 0,0-1 0,0 1 0,-1 0 0,1 0 0,-1 0 0,1 0 0,-1 0 0,0 1 0,0-1 0,0 0 0,0 1 0,0-1 0,-3-1 0,-49-25 0,44 23 0,-3 0 0,0 0 0,0 2 0,0-1 0,-1 2 0,1-1 0,-1 2 0,1 0 0,-1 1 0,0 0 0,1 1 0,-1 0 0,-23 6 0,7 0 0,-1 2 0,2 1 0,-1 2 0,-40 21 0,53-23 0,1 1 0,0 0 0,1 1 0,0 1 0,1 0 0,0 1 0,1 1 0,1 0 0,0 1 0,1 0 0,1 0 0,0 1 0,2 1 0,0 0 0,0 0 0,2 0 0,0 1 0,1 0 0,2 0 0,-3 24 0,5-31 0,1-1 0,0 1 0,1 0 0,0-1 0,1 1 0,0-1 0,1 1 0,0-1 0,1 0 0,0 0 0,0 0 0,2-1 0,10 18 0,-3-8 0,2-1 0,0 0 0,1-1 0,0-1 0,33 26 0,-30-29 0,2 0 0,0-2 0,0 0 0,1-2 0,0 0 0,38 10 0,5-3 0,76 10 0,-107-22 0,-1-2 0,1-1 0,0-2 0,-1-2 0,1 0 0,48-11 0,-61 8 0,0-1 0,0 0 0,-1-1 0,0-2 0,0 0 0,-1-1 0,0-1 0,-1 0 0,0-2 0,-1 0 0,19-19 0,-27 24 0,-1-1 0,0 0 0,-1 0 0,0-1 0,0 0 0,-1 0 0,-1-1 0,1 0 0,-2 0 0,1 0 0,-2 0 0,1-1 0,-2 1 0,0-1 0,0 0 0,-1 0 0,0 0 0,-1 0 0,0 1 0,-1-1 0,0 0 0,-1 0 0,-1 0 0,0 1 0,0-1 0,-1 1 0,0 0 0,-11-18 0,3 8 0,-1 1 0,-2 0 0,1 1 0,-2 1 0,-1 1 0,0 0 0,-1 1 0,0 1 0,-29-18 0,17 15 0,-1 1 0,-1 1 0,0 2 0,-1 2 0,-61-16 0,-58-6-1365,130 28-5461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122 34 24575,'0'-1'0,"0"0"0,0-1 0,0 1 0,-1-1 0,1 1 0,0 0 0,-1-1 0,1 1 0,-1 0 0,1-1 0,-1 1 0,1 0 0,-1 0 0,0-1 0,0 1 0,0 0 0,0 0 0,0 0 0,0 0 0,0 0 0,0 0 0,0 1 0,0-1 0,0 0 0,-1 0 0,1 1 0,0-1 0,-1 1 0,1-1 0,0 1 0,-1 0 0,1-1 0,0 1 0,-1 0 0,1 0 0,-1 0 0,-1 0 0,-1 0 0,0 0 0,1 1 0,-1-1 0,1 1 0,-1-1 0,0 1 0,1 0 0,-1 1 0,1-1 0,0 1 0,0-1 0,-1 1 0,-3 3 0,4-2 0,0 0 0,0 1 0,0-1 0,1 1 0,-1 0 0,1 0 0,0 0 0,0 0 0,0 0 0,0 0 0,1 1 0,0-1 0,0 0 0,0 1 0,0-1 0,1 6 0,0-8 0,0 0 0,0 0 0,0-1 0,0 1 0,0 0 0,1-1 0,-1 1 0,1 0 0,0-1 0,-1 1 0,1-1 0,0 1 0,0-1 0,0 1 0,0-1 0,0 0 0,0 1 0,0-1 0,0 0 0,1 0 0,-1 0 0,0 0 0,1 0 0,-1 0 0,1 0 0,-1 0 0,1-1 0,-1 1 0,1-1 0,0 1 0,-1-1 0,1 1 0,0-1 0,-1 0 0,1 0 0,0 0 0,0 0 0,-1 0 0,1 0 0,0 0 0,-1-1 0,1 1 0,0-1 0,2 0 0,8-2 0,1 0 0,0-1 0,16-8 0,-27 12 0,1-1 0,0 0 0,-1 0 0,1-1 0,-1 1 0,0-1 0,1 1 0,-1-1 0,0 0 0,0 0 0,0 1 0,0-2 0,0 1 0,0 0 0,-1 0 0,1 0 0,-1-1 0,1 1 0,-1-1 0,0 1 0,1-6 0,-2 7 0,0 1 0,0-1 0,0 0 0,0 1 0,0-1 0,0 0 0,0 1 0,0-1 0,0 0 0,-1 1 0,1-1 0,0 1 0,-1-1 0,1 0 0,0 1 0,-1-1 0,1 1 0,0-1 0,-1 1 0,1-1 0,-1 1 0,1-1 0,-1 1 0,0 0 0,1-1 0,-1 1 0,1 0 0,-1-1 0,0 1 0,0-1 0,-27 2 0,24 0 0,-1 1 0,1-1 0,-1 1 0,1-1 0,-1 1 0,1 1 0,0-1 0,0 1 0,-5 3 0,-16 19-1365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182 20 24575,'0'-1'0,"0"0"0,-1 0 0,1 0 0,-1 0 0,1 0 0,-1 0 0,1 0 0,-1 0 0,0 0 0,1 0 0,-1 1 0,0-1 0,0 0 0,0 0 0,0 1 0,0-1 0,1 0 0,-1 1 0,0-1 0,0 1 0,0-1 0,-1 1 0,1 0 0,0-1 0,0 1 0,0 0 0,0 0 0,0 0 0,0 0 0,0 0 0,0 0 0,-1 0 0,1 0 0,-1 0 0,-40 5 0,35-3 0,0 1 0,1-1 0,-1 1 0,1 1 0,-8 4 0,12-7 0,1 0 0,-1 0 0,0 0 0,1 0 0,-1 1 0,1-1 0,-1 1 0,1-1 0,0 1 0,0-1 0,-1 1 0,1 0 0,0 0 0,0 0 0,1-1 0,-1 1 0,0 0 0,1 0 0,-1 0 0,1 0 0,0 0 0,-1 3 0,1-4 0,0 0 0,1-1 0,-1 1 0,0 0 0,0-1 0,0 1 0,1 0 0,-1-1 0,0 1 0,1-1 0,-1 1 0,0 0 0,1-1 0,-1 1 0,1-1 0,-1 1 0,1-1 0,-1 1 0,1-1 0,-1 0 0,1 1 0,-1-1 0,1 1 0,0-1 0,-1 0 0,1 0 0,0 1 0,-1-1 0,1 0 0,1 0 0,27-3 0,-26 2 0,1 0 0,-1 0 0,0 0 0,0 0 0,0-1 0,0 1 0,0-1 0,0 0 0,-1 0 0,1 0 0,-1 0 0,1 0 0,-1 0 0,4-5 0,-6 7 0,0 0 0,0 0 0,0 0 0,0-1 0,0 1 0,0 0 0,0 0 0,0 0 0,0 0 0,0 0 0,0-1 0,0 1 0,0 0 0,0 0 0,0 0 0,0 0 0,0 0 0,0-1 0,0 1 0,0 0 0,0 0 0,-1 0 0,1 0 0,0 0 0,0 0 0,0 0 0,0-1 0,0 1 0,0 0 0,0 0 0,0 0 0,-1 0 0,1 0 0,0 0 0,0 0 0,0 0 0,0 0 0,0 0 0,-1 0 0,1 0 0,0 0 0,0 0 0,0-1 0,0 1 0,0 0 0,-1 0 0,1 1 0,0-1 0,0 0 0,0 0 0,0 0 0,-1 0 0,-12 3 0,-10 9 0,13 1 0,13-5 0,-1-7 0,0-1 0,0 1 0,0-1 0,0 1 0,0-1 0,0 0 0,0 0 0,0 0 0,0 0 0,0 0 0,0-1 0,2 0 0,-3 1 0,1 0 0,-1 0 0,0-1 0,1 1 0,-1 0 0,0-1 0,0 1 0,1-1 0,-1 0 0,0 1 0,0-1 0,0 0 0,0 0 0,0 1 0,0-1 0,0 0 0,1-2 0,-6-6 0,-16-1 0,14 8-114,0 1 1,0 0-1,-1 0 0,1 0 0,0 1 1,0 0-1,0 0 0,-1 0 0,1 1 1,0 0-1,-12 4 0,0 0-6712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62 24575,'0'0'0,"0"0"0,0 0 0,-1 1 0,1-1 0,0 0 0,0 0 0,0 0 0,0 0 0,-1 0 0,1 0 0,0 0 0,0 0 0,0 0 0,0 0 0,-1 0 0,1 0 0,0 0 0,0 0 0,0 0 0,-1 0 0,1 0 0,0 0 0,0 0 0,0-1 0,0 1 0,-1 0 0,1 0 0,0 0 0,0 0 0,0 0 0,0 0 0,0 0 0,0-1 0,-1 1 0,1 0 0,0 0 0,0 0 0,0 0 0,0 0 0,0-1 0,0 1 0,0 0 0,0 0 0,0 0 0,0-1 0,0 1 0,0 0 0,0 0 0,0 0 0,0 0 0,0-1 0,0 1 0,0 0 0,0 0 0,-1 1 0,1 0 0,0 0 0,0 0 0,-1 0 0,1 1 0,0-1 0,0 0 0,0 0 0,0 0 0,0 0 0,1 1 0,-1-1 0,0 0 0,1 0 0,-1 0 0,0 0 0,1 0 0,-1 0 0,1 1 0,1 0 0,13 16 0,0 0 0,2-1 0,0-1 0,1-1 0,0 0 0,31 18 0,-20-13 0,3 2 0,0-2 0,1-1 0,1-1 0,1-2 0,40 12 0,-15-11 0,0-3 0,2-2 0,77 4 0,-101-14 0,-1-2 0,1-2 0,0-1 0,-1-2 0,1-2 0,41-12 0,25-17 0,-2-4 0,176-98 0,-199 100 0,-56 29 0,-1-1 0,0-1 0,-1-1 0,0-1 0,-1-1 0,36-32 0,-46 30-1365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8 24575,'0'-8'0,"0"11"0,8 17 0,3-6 0,0 0 0,1 0 0,0-1 0,2-1 0,-1 0 0,1-1 0,19 11 0,-12-7 0,0 1 0,24 24 0,-44-39-34,0-1 0,0 1 0,-1 0 0,1-1 0,0 1-1,0 0 1,-1 0 0,1-1 0,0 1 0,-1 0 0,1 0 0,-1 0 0,1 0-1,-1 0 1,0 0 0,1 0 0,-1 0 0,0 0 0,0 0 0,1 0-1,-1 0 1,0 0 0,0 0 0,0 0 0,0 0 0,0 0 0,-1 0 0,1 0-1,0 0 1,0 0 0,-1 0 0,1-1 0,0 1 0,-1 0 0,1 0 0,-1 0-1,1 0 1,-1 0 0,-1 1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4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317 240 24575,'-8'-2'0,"1"0"0,-1-1 0,1 0 0,-1 0 0,1 0 0,0-1 0,0 0 0,1-1 0,-1 0 0,1 0 0,0 0 0,-6-7 0,-4-2 0,-66-47 0,-24-19 0,105 79-91,-1-1 0,1 1 0,-1-1 0,1 1 0,-1-1 0,1 0 0,0 0 0,0 0 0,0 1 0,0-1 0,0 0 0,1 0 0,-1 0 0,0-3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4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504 1 24575,'-12'1'0,"-1"0"0,0 1 0,1 0 0,0 1 0,-1 0 0,1 1 0,1 0 0,-20 11 0,-9 7 0,-40 31 0,23-15 0,-122 94-1365,160-120-5461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4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244 64 24575,'-7'-7'0,"0"0"0,-1 0 0,0 1 0,0 0 0,0 0 0,-1 1 0,1 0 0,-15-5 0,19 9 0,0 0 0,0 0 0,0 0 0,0 1 0,0-1 0,0 1 0,0 0 0,0 0 0,0 1 0,0-1 0,1 1 0,-1 0 0,0 0 0,0 0 0,0 0 0,1 1 0,-1 0 0,1 0 0,-1 0 0,1 0 0,0 0 0,-1 0 0,1 1 0,-3 3 0,0 0 0,1-1 0,0 1 0,0 0 0,0 1 0,1-1 0,0 1 0,0-1 0,1 1 0,-1 1 0,2-1 0,-1 0 0,-2 13 0,5-17 0,-1 0 0,1 0 0,0 0 0,0 0 0,0 0 0,1 0 0,-1 1 0,1-1 0,0 0 0,-1 0 0,1 0 0,1-1 0,-1 1 0,0 0 0,1 0 0,-1-1 0,1 1 0,0 0 0,0-1 0,0 0 0,0 1 0,0-1 0,1 0 0,-1 0 0,1 0 0,-1-1 0,1 1 0,0-1 0,-1 1 0,1-1 0,0 0 0,0 0 0,4 1 0,1 0 0,1 0 0,-1 0 0,0-1 0,1 0 0,-1-1 0,1 0 0,-1 0 0,1 0 0,-1-1 0,0-1 0,1 0 0,-1 0 0,9-3 0,-12 3 0,-1 0 0,1 0 0,-1 0 0,1 0 0,-1-1 0,0 0 0,0 0 0,0 0 0,0 0 0,-1-1 0,1 1 0,-1-1 0,0 0 0,0 0 0,0 0 0,-1-1 0,1 1 0,-1-1 0,0 1 0,0-1 0,-1 0 0,0 1 0,2-9 0,-3 9 0,0 1 0,1 0 0,-2-1 0,1 1 0,0 0 0,-1-1 0,0 1 0,1 0 0,-1-1 0,0 1 0,-1 0 0,1 0 0,-1 0 0,1 0 0,-1 0 0,0 0 0,0 1 0,0-1 0,0 1 0,-1-1 0,1 1 0,-1 0 0,0 0 0,1 0 0,-1 0 0,0 0 0,0 1 0,0-1 0,0 1 0,0 0 0,-6-2 0,2 1 0,0 0 0,0 1 0,0-1 0,-1 1 0,1 1 0,0 0 0,0 0 0,0 0 0,-1 1 0,1 0 0,0 0 0,0 1 0,0-1 0,-7 5 0,4-1 0,0 1 0,0 0 0,1 1 0,0 0 0,-9 10 0,15-14 0,0 0 0,0 0 0,0 1 0,1-1 0,-1 1 0,1 0 0,-3 6 0,4-8 0,1-1 0,0 1 0,-1-1 0,1 0 0,0 1 0,0-1 0,0 1 0,0-1 0,0 0 0,0 1 0,0-1 0,0 1 0,0-1 0,1 0 0,-1 1 0,1-1 0,-1 0 0,1 1 0,-1-1 0,1 0 0,0 0 0,1 3 0,0-3 0,0 1 0,0-1 0,0 0 0,0 0 0,1 0 0,-1 0 0,0 0 0,0-1 0,1 1 0,-1-1 0,0 1 0,1-1 0,-1 0 0,1 0 0,-1 0 0,0 0 0,1 0 0,-1-1 0,0 1 0,1-1 0,-1 1 0,0-1 0,0 0 0,1 0 0,-1 0 0,0 0 0,2-2 0,3 0 0,0-1 0,0 0 0,-1 0 0,1-1 0,-1 1 0,0-1 0,7-8 0,-13 12 0,1 1 0,-1 0 0,1-1 0,-1 1 0,1-1 0,-1 1 0,1-1 0,-1 0 0,0 1 0,1-1 0,-1 1 0,0-1 0,1 0 0,-1 1 0,0-1 0,0 0 0,0 1 0,0-1 0,0 0 0,1 1 0,-1-1 0,0 0 0,0 1 0,-1-1 0,1 0 0,0 1 0,0-1 0,0 0 0,-1 0 0,-16-2 0,-26 16 0,29 0-1365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15.3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248 25 24575,'-3'-3'0,"-1"1"0,0-1 0,1 1 0,-1 0 0,0 0 0,0 0 0,-1 0 0,1 1 0,0-1 0,-1 1 0,1 0 0,0 0 0,-1 1 0,1 0 0,-1-1 0,1 2 0,-1-1 0,1 0 0,-1 1 0,1 0 0,-6 1 0,1 0 0,1 1 0,0 0 0,0 0 0,0 1 0,0 0 0,0 0 0,1 1 0,0 0 0,0 0 0,-6 7 0,7-6 0,0 1 0,0-1 0,1 2 0,0-1 0,1 0 0,-1 1 0,1 0 0,1 0 0,0 0 0,0 0 0,0 0 0,-1 13 0,3-18 0,1 0 0,0 1 0,0-1 0,0 0 0,0 1 0,1-1 0,-1 0 0,1 0 0,0 1 0,0-1 0,0 0 0,0 0 0,1 0 0,-1 0 0,1 0 0,0 0 0,0 0 0,0-1 0,0 1 0,0-1 0,0 1 0,1-1 0,-1 0 0,1 0 0,0 0 0,-1 0 0,1-1 0,0 1 0,0-1 0,0 1 0,0-1 0,1 0 0,-1 0 0,0-1 0,5 2 0,2 0 0,1-1 0,-1 1 0,0-2 0,0 0 0,1 0 0,-1 0 0,0-1 0,0-1 0,0 0 0,0 0 0,17-7 0,-23 8 0,-1-1 0,1 0 0,0 0 0,-1 0 0,1 0 0,-1-1 0,0 1 0,1-1 0,-1 0 0,0 0 0,-1 0 0,1 0 0,-1 0 0,1-1 0,-1 1 0,0-1 0,0 0 0,0 1 0,-1-1 0,1 0 0,-1 0 0,0 0 0,0 0 0,-1 0 0,1-1 0,-1 1 0,0 0 0,0 0 0,0 0 0,0 0 0,-2-7 0,1 9 0,1 0 0,-1-1 0,1 1 0,-1-1 0,0 1 0,0 0 0,0-1 0,0 1 0,-1 0 0,1 0 0,0 0 0,-1 0 0,0 0 0,1 0 0,-1 0 0,0 1 0,0-1 0,0 0 0,0 1 0,0 0 0,0-1 0,-1 1 0,-4-2 0,3 2 0,0 0 0,0 1 0,-1-1 0,1 1 0,0 0 0,-1 0 0,1 0 0,-1 0 0,1 1 0,0 0 0,0 0 0,-1 0 0,-4 2 0,4-1 0,1 0 0,-1 0 0,1 1 0,-1-1 0,1 1 0,0 0 0,0 0 0,0 0 0,0 1 0,1 0 0,-6 6 0,7-7 0,1-1 0,-1 0 0,1 1 0,0 0 0,0-1 0,0 1 0,0 0 0,0-1 0,1 1 0,-1 0 0,1 0 0,0 0 0,-1 0 0,1 0 0,1-1 0,-1 1 0,0 0 0,1 0 0,-1 0 0,1-1 0,1 5 0,-1-6 0,-1 1 0,1-1 0,-1 0 0,1 0 0,0 1 0,-1-1 0,1 0 0,0 0 0,0 0 0,0 0 0,0 0 0,0 0 0,0 0 0,0 0 0,0 0 0,0-1 0,0 1 0,0 0 0,1-1 0,-1 1 0,0-1 0,1 1 0,-1-1 0,0 0 0,2 1 0,0-1 0,-1 0 0,1-1 0,-1 1 0,1-1 0,-1 1 0,1-1 0,-1 0 0,0 0 0,1 0 0,-1 0 0,0 0 0,0 0 0,2-2 0,0 0 0,0 0 0,0 0 0,-1 0 0,1 0 0,-1-1 0,0 1 0,0-1 0,0 0 0,-1 0 0,1 0 0,-1 0 0,0-1 0,0 1 0,2-8 0,-4 12 0,0-1 0,0 0 0,0 0 0,0 1 0,0-1 0,0 0 0,0 0 0,0 1 0,0-1 0,0 0 0,-1 0 0,1 1 0,0-1 0,0 0 0,-1 1 0,1-1 0,-1 0 0,1 1 0,-1-1 0,1 0 0,-1 1 0,1-1 0,-1 1 0,1-1 0,-1 1 0,0-1 0,1 1 0,-1 0 0,0-1 0,1 1 0,-1 0 0,0-1 0,1 1 0,-1 0 0,0 0 0,0 0 0,-2-1 0,0 1 0,0 0 0,1 0 0,-1 0 0,0 1 0,1-1 0,-1 1 0,0-1 0,1 1 0,-6 2 0,6-2 0,1-1 0,-1 1 0,0 0 0,0 0 0,1 0 0,-1 0 0,0 1 0,1-1 0,0 0 0,-1 1 0,1-1 0,0 1 0,-1-1 0,0 3 0,2-3 0,-1 0 0,1 0 0,0 0 0,0-1 0,0 1 0,0 0 0,0 0 0,0 0 0,0-1 0,0 1 0,1 0 0,-1 0 0,0 0 0,0-1 0,1 1 0,-1 0 0,0 0 0,1-1 0,-1 1 0,1 0 0,-1-1 0,1 1 0,-1 0 0,1-1 0,0 1 0,-1-1 0,1 1 0,-1-1 0,1 1 0,0-1 0,0 1 0,-1-1 0,1 0 0,0 1 0,1-1 0,0 1 0,1 0 0,-1 0 0,0 0 0,1 0 0,-1-1 0,1 1 0,-1-1 0,1 1 0,-1-1 0,1 0 0,-1 0 0,1 0 0,-1-1 0,1 1 0,-1-1 0,1 1 0,-1-1 0,5-1 0,-7 1-25,0 1-1,0 0 0,0 0 1,0-1-1,1 1 0,-1 0 1,0 0-1,0-1 0,0 1 1,0 0-1,0-1 0,0 1 0,0 0 1,0 0-1,0-1 0,0 1 1,0 0-1,-1 0 0,1-1 1,0 1-1,0 0 0,0 0 1,0-1-1,0 1 0,0 0 1,0 0-1,-1-1 0,1 1 1,0 0-1,0 0 0,0 0 1,-1-1-1,1 1 0,0 0 1,0 0-1,-1 0 0,1 0 1,0 0-1,0-1 0,-1 1 1,1 0-1,0 0 0,0 0 1,-1 0-1,1 0 0,0 0 1,-1 0-1,1 0 0,0 0 1,0 0-1,-1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252 0 24575,'-5'1'0,"1"0"0,-1 0 0,1 0 0,0 0 0,-1 1 0,1 0 0,0-1 0,0 2 0,0-1 0,0 0 0,0 1 0,1 0 0,-1-1 0,1 2 0,0-1 0,0 0 0,-4 6 0,-6 8 0,0 1 0,-12 23 0,21-34 0,-8 18 0,1 1 0,1 0 0,1 1 0,2 0 0,-8 49 0,-6 24 0,9-48 0,-5 68 0,10-64 0,6-34 0,0 0 0,2 1 0,0-1 0,8 37 0,-3-28 0,0 44 0,-6-44 0,0 14 0,2-1 0,11 65 0,-4-61 0,2-1 0,3 0 0,1 0 0,3-2 0,1 0 0,2-1 0,43 65 0,2-3 0,72 162 0,-46-84 0,-75-152 0,5 11 0,2-1 0,36 50 0,-36-70-1365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9 263 24575,'-5'-20'0,"1"-4"0,8 21 0,9 10 0,91 89 0,-74-65 0,58 45 0,-74-66 0,4 4 0,1-1 0,0 0 0,0-2 0,35 15 0,-50-24 0,1 0 0,0-1 0,0 0 0,-1 0 0,1 0 0,0 0 0,0-1 0,0 1 0,0-1 0,0-1 0,0 1 0,0-1 0,0 0 0,0 0 0,-1 0 0,1 0 0,0-1 0,-1 0 0,1 0 0,-1 0 0,1-1 0,-1 0 0,0 1 0,0-2 0,0 1 0,6-7 0,17-23 0,-2-2 0,-1-1 0,36-73 0,-2 3 0,-48 91-195,-1-2 0,0 1 0,-1-1 0,-1 0 0,-1-1 0,5-22 0,-7 16-6631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32 24575,'-1'-14'0,"1"-4"0,6 28 0,1 17 0,-1 1 0,-2 0 0,0 1 0,-1 33 0,-1-22 0,8 49 0,0-16 0,-5-64-1365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611 51 24575,'-6'-5'0,"1"0"0,-1 0 0,-1 1 0,1-1 0,0 1 0,-1 1 0,0-1 0,0 1 0,0 1 0,0-1 0,-1 1 0,1 0 0,-1 1 0,1-1 0,-11 1 0,6 1 0,-1 1 0,1 0 0,-1 1 0,1 1 0,0 0 0,0 0 0,0 1 0,-19 9 0,2 3 0,1 0 0,1 2 0,0 1 0,1 2 0,1 0 0,-29 33 0,38-37 0,0 2 0,1 0 0,1 1 0,1 0 0,1 1 0,1 0 0,0 1 0,-11 36 0,18-41 0,0 0 0,1 0 0,0 0 0,2 0 0,0 0 0,1 0 0,0 1 0,2-1 0,0 0 0,1 0 0,0 0 0,11 29 0,-8-30 0,0 0 0,1 0 0,1 0 0,1-1 0,0-1 0,1 1 0,0-1 0,1-1 0,1 0 0,0 0 0,0-1 0,2-1 0,-1 0 0,1-1 0,1-1 0,0 0 0,0-1 0,1 0 0,0-1 0,0-1 0,19 5 0,-2-1 0,0-1 0,0-2 0,1-1 0,-1-1 0,56 0 0,-74-6 0,0 0 0,0 0 0,-1-2 0,1 1 0,-1-2 0,1 0 0,-1-1 0,-1 0 0,1-1 0,16-10 0,-10 2 0,0 0 0,0-2 0,-2 0 0,0-1 0,22-26 0,-29 29 0,0 0 0,-1 0 0,0 0 0,-1-2 0,-1 1 0,0-1 0,-1 0 0,-1-1 0,0 1 0,4-24 0,-4 13 0,-4 18 0,0 0 0,0 0 0,0 0 0,-1 0 0,-1 0 0,0-1 0,0 1 0,-1 0 0,-3-17 0,0 8 0,0-4 0,0 1 0,-2 0 0,-1 0 0,0 0 0,-1 1 0,-2 1 0,-20-35 0,16 36 0,-2 0 0,1 1 0,-2 0 0,0 2 0,-30-22 0,3 8 0,-63-32 0,38 36-204,51 20-957,-2-1-5665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56 325 24575,'0'-1'0,"0"0"0,0 1 0,0-1 0,0 0 0,0 0 0,0 0 0,0 1 0,0-1 0,0 0 0,0 0 0,0 1 0,-1-1 0,1 0 0,0 0 0,-1 1 0,1-1 0,0 0 0,-1 1 0,1-1 0,-1 0 0,1 1 0,-1-1 0,1 1 0,-1-1 0,1 1 0,-1-1 0,0 1 0,1-1 0,-1 1 0,0 0 0,1-1 0,-1 1 0,0 0 0,1-1 0,-1 1 0,0 0 0,0 0 0,1 0 0,-1 0 0,0 0 0,0 0 0,-1 0 0,1 0 0,-1 1 0,1-1 0,0 1 0,-1-1 0,1 1 0,0-1 0,-1 1 0,1 0 0,0 0 0,0 0 0,0 0 0,0 0 0,0 0 0,0 0 0,0 0 0,0 0 0,0 0 0,0 1 0,1-1 0,-1 0 0,0 1 0,1-1 0,-1 2 0,-2 10 0,0 0 0,1 1 0,1-1 0,0 1 0,1-1 0,2 22 0,18 81 0,-15-94 0,7 31 0,-10-46 0,-8-36 0,0 4 0,1 0 0,2 0 0,0-1 0,2 1 0,3-48 0,28-143 0,-28 205 0,0-7 0,1 0 0,1 0 0,1 0 0,8-23 0,-11 36 0,1 1 0,-1-1 0,0 1 0,1 0 0,0 0 0,0 0 0,1 0 0,-1 0 0,1 1 0,-1 0 0,1-1 0,0 1 0,0 0 0,1 1 0,-1-1 0,0 1 0,1 0 0,0 0 0,-1 0 0,1 1 0,5-1 0,-6 1 0,1 1 0,-1-1 0,0 1 0,0 1 0,0-1 0,1 0 0,-1 1 0,0 0 0,0 0 0,0 0 0,0 1 0,0-1 0,0 1 0,-1 0 0,1 0 0,0 0 0,-1 0 0,0 1 0,1 0 0,-1-1 0,0 1 0,0 0 0,-1 1 0,1-1 0,3 5 0,4 9 0,1 0 0,-2 1 0,14 36 0,-20-45 0,18 50 0,14 71 0,-32-113 0,-1-1 0,0 33 0,4 20 0,1-55-1365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3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73 24575,'-5'0'0,"-5"0"0,3-5 0,7 0 0,8-5 0,7 0 0,5 1 0,4 3 0,1 1 0,2-1 0,0-1 0,0 1 0,-5 2-8191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3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272 1 24575,'-34'0'0,"3"-1"0,-51 6 0,73-4 0,0 1 0,0 0 0,0 0 0,0 1 0,0 0 0,1 0 0,0 1 0,0 0 0,0 1 0,-9 6 0,16-10 0,-1 0 0,1 0 0,-1 0 0,1 0 0,-1 0 0,1 1 0,0-1 0,0 0 0,-1 1 0,1-1 0,0 1 0,0 0 0,1-1 0,-1 1 0,0-1 0,0 1 0,1 0 0,-1 0 0,1-1 0,0 1 0,-1 0 0,1 0 0,0 0 0,0 0 0,0 1 0,1 0 0,0-1 0,1 1 0,-1-1 0,0 0 0,1 0 0,-1 0 0,1 1 0,0-2 0,0 1 0,0 0 0,0 0 0,0 0 0,0-1 0,0 1 0,3 0 0,10 6 0,1 0 0,0-2 0,32 9 0,11 0 0,50 14 0,-99-25 0,1 0 0,0 1 0,-1 0 0,0 0 0,0 1 0,0 1 0,10 9 0,-19-16 0,0 1 0,0 0 0,0 0 0,0 0 0,0 0 0,0 0 0,0 0 0,0 0 0,0 1 0,-1-1 0,1 0 0,0 0 0,-1 1 0,1-1 0,-1 0 0,1 1 0,-1-1 0,0 0 0,0 1 0,0-1 0,1 1 0,-1-1 0,0 1 0,-1-1 0,1 0 0,0 1 0,0-1 0,-1 2 0,-1 0 0,1-1 0,-1 1 0,0-1 0,0 1 0,0-1 0,0 0 0,-1 0 0,1 0 0,0 0 0,-1 0 0,0 0 0,-3 1 0,-8 4 0,0-1 0,0-1 0,-1 0 0,-17 4 0,-4-4 0,1-1 0,0-2 0,-1-2 0,-56-5 0,90 5-52,0 0-1,0 0 1,0 0-1,0-1 1,0 1-1,1 0 1,-1-1-1,0 1 1,0-1-1,1 0 1,-1 0-1,0 0 1,1 1-1,-1-1 1,0-1-1,1 1 1,0 0-1,-1 0 1,1-1-1,0 1 0,-1 0 1,1-1-1,0 0 1,0 1-1,-1-3 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5 369 24575,'-4'-3'0,"13"-5"0,13-5 0,-4 5 0,0-1 0,-1 0 0,-1-1 0,1-1 0,-1-1 0,21-19 0,-34 27 0,1 0 0,-1 0 0,1 0 0,-1-1 0,0 1 0,-1-1 0,1 1 0,-1-1 0,0 0 0,0 0 0,-1 0 0,1 0 0,-1-1 0,0 1 0,0 0 0,-1 0 0,0-1 0,0 1 0,0 0 0,-1-1 0,1 1 0,-1 0 0,0 0 0,-1-1 0,1 1 0,-1 0 0,0 0 0,-5-8 0,2 3 0,-1-1 0,0 1 0,-1 0 0,0 1 0,-1-1 0,0 2 0,0-1 0,-16-12 0,24 21 0,-1-1 0,0 1 0,0-1 0,0 0 0,1 1 0,-1 0 0,0-1 0,0 1 0,0-1 0,0 1 0,0 0 0,0 0 0,0 0 0,0-1 0,0 1 0,0 0 0,0 0 0,0 0 0,0 1 0,0-1 0,0 0 0,0 0 0,0 0 0,0 1 0,0-1 0,0 1 0,-1 0 0,1 0 0,-1 0 0,1 1 0,0-1 0,0 1 0,0-1 0,0 1 0,0 0 0,0-1 0,0 1 0,0 0 0,1 0 0,-1-1 0,0 4 0,0 3 0,-1 0 0,1 0 0,1 0 0,0 1 0,1 12 0,32 234 0,-28-168 0,-5-65 0,1 0 0,1 0 0,6 26 0,-8-46-96,0-1 62,0-1 1,0 1 0,0-1-1,0 1 1,0 0 0,0-1-1,0 1 1,0-1-1,1 1 1,-1-1 0,0 1-1,0 0 1,0-1-1,1 1 1,-1-1 0,0 1-1,1-1 1,-1 1-1,0-1 1,1 0 0,-1 1-1,1-1 1,-1 1-1,0-1 1,1 0 0,-1 1-1,1-1 1,-1 0-1,1 1 1,-1-1 0,1 0-1,0 0 1,-1 0 0,1 0-1,-1 1 1,1-1-1,1 0 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3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58 24575,'0'0'0,"-1"-1"0,1 0 0,-1 1 0,1-1 0,0 0 0,-1 1 0,1-1 0,0 0 0,0 0 0,-1 1 0,1-1 0,0 0 0,0 0 0,0 1 0,0-1 0,0 0 0,0 0 0,0 1 0,0-1 0,0 0 0,0 0 0,1 1 0,-1-1 0,0 0 0,0 0 0,1 1 0,-1-1 0,1 0 0,-1 1 0,0-1 0,1 0 0,-1 1 0,1-1 0,-1 1 0,1-1 0,0 1 0,-1-1 0,1 1 0,0-1 0,-1 1 0,1 0 0,0-1 0,-1 1 0,1 0 0,0-1 0,1 1 0,35-15 0,-14 10 0,0 1 0,43 0 0,-54 3 0,0 2 0,0-1 0,0 1 0,0 1 0,0 1 0,-1-1 0,16 7 0,-25-8 0,0-1 0,0 1 0,0 0 0,0-1 0,0 1 0,-1 0 0,1 1 0,0-1 0,-1 0 0,1 0 0,-1 1 0,1-1 0,-1 1 0,0-1 0,1 1 0,-1-1 0,0 1 0,0 0 0,0 0 0,0 0 0,-1-1 0,1 1 0,0 0 0,-1 0 0,1 0 0,-1 0 0,0 0 0,0 0 0,0 0 0,0 0 0,0 0 0,0 0 0,0 0 0,0 0 0,-1 0 0,1 0 0,-1 0 0,0 0 0,0 0 0,1 0 0,-3 2 0,0 2 0,-1-2 0,1 1 0,-1 0 0,0-1 0,0 0 0,-1 1 0,1-2 0,-1 1 0,0 0 0,0-1 0,0 0 0,0 0 0,-6 2 0,-22 5 0,-1-1 0,0-1 0,0-2 0,-49 2 0,121 7 0,30 1 0,-1 3 0,94 40 0,-156-57-124,-1 0 0,1 0 0,0-1 0,0 0 0,0 1 0,0-2-1,0 1 1,0 0 0,0-1 0,9-1 0,5-2-6702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3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239 26 24575,'-1'-1'0,"1"0"0,-1 0 0,1 0 0,-1 0 0,1 0 0,-1 0 0,0 0 0,1 0 0,-1 0 0,0 0 0,0 0 0,0 0 0,0 1 0,0-1 0,0 0 0,0 1 0,0-1 0,0 0 0,0 1 0,0 0 0,0-1 0,0 1 0,-1-1 0,1 1 0,0 0 0,0 0 0,-2 0 0,-39-5 0,37 5 0,-4-1 0,-75 1 0,80 0 0,0 0 0,0 0 0,0 1 0,0 0 0,1 0 0,-1 0 0,0 0 0,0 1 0,0-1 0,1 1 0,-1 0 0,1 0 0,-1 0 0,1 1 0,0-1 0,0 1 0,-3 3 0,5-4 0,0-1 0,1 0 0,0 1 0,-1-1 0,1 0 0,0 1 0,0-1 0,0 0 0,0 1 0,0-1 0,0 0 0,0 1 0,0-1 0,1 1 0,-1-1 0,0 0 0,1 0 0,-1 1 0,1-1 0,-1 0 0,1 0 0,0 1 0,0-1 0,-1 0 0,1 0 0,0 0 0,0 0 0,0 0 0,0 0 0,0-1 0,0 1 0,1 0 0,-1 0 0,0-1 0,0 1 0,1-1 0,0 1 0,56 27 0,-52-26 0,114 56 0,-52-23 0,-67-35 0,1 1 0,-1-1 0,1 1 0,-1 0 0,1 0 0,-1 0 0,1 0 0,-1 0 0,0 0 0,1 0 0,-1 0 0,0 0 0,0 0 0,0 1 0,0-1 0,0 1 0,0-1 0,0 1 0,-1-1 0,1 1 0,-1-1 0,1 1 0,-1-1 0,1 4 0,-1-3 0,-1-1 0,1 0 0,-1 1 0,0-1 0,0 0 0,1 1 0,-1-1 0,0 0 0,0 0 0,0 0 0,0 0 0,0 0 0,-1 0 0,1 0 0,0 0 0,0 0 0,-1-1 0,1 1 0,0 0 0,-1-1 0,1 1 0,-1-1 0,1 1 0,-1-1 0,1 0 0,-1 0 0,-2 0 0,-33 4 0,0-1 0,-1-3 0,-58-6 0,71 2-1365,3-1-5461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4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71 24575,'7'0'0,"1"-1"0,0 0 0,0-1 0,15-5 0,24-4 0,642-37 0,-201 69 0,-448-13-34,10 3 155,-48-11-212,1 0 1,-1 1-1,1-1 0,-1 0 0,0-1 1,1 1-1,-1 0 0,1-1 0,-1 0 1,0 1-1,1-1 0,-1 0 0,0 0 0,0 0 1,4-3-1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4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2 24575,'-11'-1'0,"15"1"0,26 2 0,83 26 0,-47-13 0,-1 3 0,79 32 0,-142-50 0,0 1 0,-1 0 0,1-1 0,0 1 0,-1 0 0,1 0 0,-1 0 0,1 0 0,-1 0 0,0 0 0,1 1 0,-1-1 0,0 0 0,0 1 0,0-1 0,0 1 0,0-1 0,0 1 0,0-1 0,1 4 0,-2-4 0,0 1 0,-1-1 0,1 0 0,0 1 0,0-1 0,-1 1 0,1-1 0,-1 0 0,1 1 0,-1-1 0,0 0 0,1 1 0,-1-1 0,0 0 0,0 0 0,0 0 0,0 1 0,0-1 0,-1 1 0,-7 5 0,-1 0 0,1-1 0,-1 0 0,-20 9 0,-245 83 7,160-62-1379,93-28-5454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 2346 24575,'-1'0'0,"0"0"0,1 0 0,-1 1 0,0-1 0,0 0 0,0 0 0,0 0 0,0-1 0,0 1 0,0 0 0,0 0 0,1 0 0,-1-1 0,0 1 0,0 0 0,0-1 0,1 1 0,-1-1 0,0 1 0,0-1 0,1 1 0,-1-1 0,0 0 0,1 1 0,-1-1 0,0 0 0,1 1 0,-1-1 0,1 0 0,0 0 0,-1 0 0,1 1 0,0-1 0,-1 0 0,1 0 0,0 0 0,0 0 0,-1 0 0,1 0 0,0 1 0,0-1 0,0 0 0,0 0 0,1 0 0,-1 0 0,0 0 0,0 0 0,0 0 0,1 1 0,-1-1 0,0 0 0,1 0 0,-1 0 0,1 1 0,-1-1 0,1 0 0,-1 0 0,2 0 0,2-6 0,0 0 0,0 1 0,1 0 0,0 0 0,9-8 0,15-11 0,-1-1 0,-1-1 0,-2-1 0,0-2 0,-2 0 0,-1-1 0,28-56 0,-22 25 0,-2-1 0,26-106 0,2-12 0,-47 149 0,-1 6 0,-1-2 0,0 1 0,-1-36 0,-2 31 0,11-60 0,-4 37 0,11-64 0,-8 52 0,-2 0 0,0-86 0,-9 19 0,-4-113 0,-21 95 0,22 138 0,-1 0 0,0 0 0,-1 0 0,0 1 0,-13-26 0,16 37 0,0 0 0,0 0 0,0 0 0,0 0 0,-1 0 0,1 0 0,-1 0 0,1 1 0,-1-1 0,0 1 0,0-1 0,0 1 0,0-1 0,0 1 0,0 0 0,0 0 0,0 0 0,0 0 0,-1 0 0,1 1 0,0-1 0,0 1 0,-1-1 0,1 1 0,-1 0 0,1 0 0,0 0 0,-1 0 0,1 0 0,0 1 0,-1-1 0,1 1 0,0 0 0,0-1 0,-1 1 0,1 0 0,0 0 0,0 0 0,0 1 0,0-1 0,0 0 0,-3 4 0,-31 23 0,0 2 0,-41 46 0,38-37 0,-45 36 0,82-75 0,5-7 0,12-19 0,23-32 0,-22 35 0,0 1 0,2 1 0,1 0 0,0 1 0,2 1 0,0 1 0,1 1 0,1 1 0,0 1 0,41-19 0,-58 31 0,0 0 0,0 1 0,1 0 0,-1 0 0,1 0 0,-1 1 0,1 0 0,0 0 0,0 1 0,-1 0 0,1 0 0,0 0 0,-1 1 0,1 0 0,0 1 0,-1-1 0,1 1 0,-1 0 0,0 1 0,0 0 0,12 6 0,210 94 0,-202-90 120,-26-13-143,1 1 1,-1-1-1,0 0 1,1 0-1,-1 0 1,0 1-1,1-1 1,-1 0-1,0 0 1,0 1-1,1-1 1,-1 0-1,0 0 1,0 1-1,1-1 1,-1 0-1,0 1 1,0-1-1,0 0 1,0 1-1,1-1 1,-1 1-1,0-1 1,0 0-1,0 1 1,0-1-1,0 0 1,0 1-1,0-1 1,0 1-1,0-1 1,0 0-1,0 1 1,0-1-1,-1 1 1,1-1-1,0 0 1,0 1-1,0-1 1,0 0-1,-1 1 1,1-1-1,0 0 1,0 1-1,0-1 1,-1 0-1,1 0 1,0 1-1,-1-1 1,1 0-1,0 0 1,-1 0-1,1 1 1,0-1-1,-1 0 1,1 0-1,0 0 1,-1 0-1,1 0 1,0 1-1,-1-1 1,1 0-1,-1 0 1,1 0-1,-1 0 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 96 24575,'-2'0'0,"0"0"0,0 0 0,0-1 0,0 1 0,0 0 0,0-1 0,0 1 0,0-1 0,0 1 0,0-1 0,0 0 0,-2-1 0,4 2 0,-1-1 0,1 1 0,-1-1 0,1 1 0,-1-1 0,1 1 0,-1-1 0,1 0 0,0 1 0,-1-1 0,1 1 0,0-1 0,-1 0 0,1 1 0,0-1 0,0 0 0,0 1 0,0-1 0,0 0 0,0 0 0,-1 1 0,2-1 0,-1-1 0,0 0 0,1 0 0,0 0 0,0 0 0,0 0 0,0 0 0,0 0 0,1 0 0,-1 0 0,1 0 0,-1 0 0,1 1 0,0-1 0,-1 1 0,1-1 0,0 1 0,0 0 0,0-1 0,0 1 0,3-1 0,14-5 0,2 1 0,-1 0 0,1 1 0,23-2 0,-15 2 0,-22 4 0,1 1 0,-1-1 0,1 1 0,-1 0 0,0 1 0,1 0 0,-1 0 0,0 0 0,1 1 0,-1 0 0,0 1 0,0 0 0,0 0 0,-1 0 0,9 6 0,-12-7 0,-1 0 0,1 0 0,-1 0 0,1 1 0,-1-1 0,0 1 0,0-1 0,0 1 0,0 0 0,-1 0 0,1 0 0,-1 0 0,0 0 0,1 0 0,-1 0 0,-1 0 0,1 0 0,0 0 0,-1 1 0,0-1 0,0 0 0,0 1 0,0-1 0,0 0 0,-1 0 0,1 1 0,-1-1 0,0 0 0,0 0 0,0 0 0,0 0 0,-1 0 0,1 0 0,-1 0 0,0 0 0,-2 3 0,-4 4 0,1-1 0,-1 0 0,0-1 0,-1 0 0,0 0 0,-20 13 0,-13 10 0,42-30 0,-1-1 0,1 0 0,-1 1 0,1-1 0,-1 0 0,1 1 0,-1-1 0,1 0 0,-1 1 0,1-1 0,0 1 0,-1-1 0,1 1 0,0-1 0,-1 1 0,1-1 0,0 1 0,-1 0 0,1-1 0,0 1 0,0-1 0,0 1 0,0 0 0,0-1 0,0 1 0,0-1 0,0 1 0,0 0 0,0-1 0,0 1 0,0-1 0,0 1 0,0 0 0,1 0 0,21 9 0,36-6 0,-56-4 0,25 0 0,1 1 0,0 1 0,35 7 0,-55-7-195,-1 0 0,1-1 0,0 0 0,0-1 0,-1 0 0,14-1 0,-1-3-6631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765 83 24575,'-1'-2'0,"0"-1"0,0 1 0,0-1 0,0 1 0,0 0 0,0-1 0,-1 1 0,1 0 0,-1 0 0,1 0 0,-1 0 0,0 0 0,0 0 0,0 0 0,0 1 0,0-1 0,0 1 0,-1 0 0,1-1 0,0 1 0,-4-1 0,-52-20 0,34 16 0,-1 2 0,1 0 0,0 2 0,-1 1 0,0 1 0,1 1 0,-26 4 0,2 3 0,0 1 0,-72 25 0,107-30 0,0 1 0,0 0 0,0 1 0,1 0 0,0 1 0,0 0 0,1 1 0,0 1 0,0 0 0,1 0 0,0 0 0,1 2 0,0-1 0,1 1 0,0 0 0,0 1 0,1 0 0,1 0 0,0 1 0,0-1 0,2 1 0,-1 0 0,2 1 0,0-1 0,0 1 0,1-1 0,0 25 0,3-21 0,1 0 0,0 0 0,1 0 0,1 0 0,0-1 0,2 0 0,0 0 0,0 0 0,2 0 0,0-1 0,0 0 0,2-1 0,0 0 0,0 0 0,1-1 0,1-1 0,0 0 0,1 0 0,21 14 0,-8-5 0,-6-5 0,0 0 0,1-2 0,0 0 0,32 14 0,-34-20 0,0-1 0,0-1 0,1-1 0,-1-1 0,40 4 0,-32-5 0,-1-1 0,1-1 0,-1-2 0,1 0 0,0-2 0,-1-1 0,0-1 0,0-1 0,-1-1 0,1-2 0,41-20 0,-43 18 0,-2-2 0,30-21 0,-44 27 0,0 0 0,0 0 0,-1 0 0,0-1 0,-1 0 0,0 0 0,0-1 0,9-18 0,-8 10 0,0 0 0,-2-1 0,0 0 0,-1 0 0,0 0 0,0-26 0,-2 1 0,-7-71 0,4 103 0,-1 1 0,1 0 0,-1-1 0,-1 1 0,0 0 0,-1 0 0,0 1 0,0-1 0,-1 1 0,0-1 0,-1 2 0,-7-11 0,4 10 0,0 0 0,0 0 0,0 1 0,-1 1 0,-1 0 0,1 0 0,-1 1 0,0 0 0,-23-8 0,3 2-195,0 1 0,-1 1 0,0 2 0,0 1 0,-1 1 0,-33 0 0,45 6-6631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 56 24575,'0'0'0,"0"0"0,-1 0 0,1 0 0,0 0 0,0 0 0,0 0 0,0 0 0,0 0 0,0 0 0,-1 0 0,1 0 0,0 0 0,0 0 0,0-1 0,0 1 0,0 0 0,0 0 0,0 0 0,-1 0 0,1 0 0,0 0 0,0 0 0,0 0 0,0 0 0,0 0 0,0-1 0,0 1 0,0 0 0,0 0 0,0 0 0,0 0 0,0 0 0,0 0 0,0-1 0,0 1 0,0 0 0,-1 0 0,1 0 0,0 0 0,1 0 0,-1 0 0,0-1 0,0 1 0,0 0 0,0 0 0,0 0 0,0 0 0,0 0 0,0 0 0,0-1 0,0 1 0,0 0 0,0 0 0,0 0 0,0 0 0,0 0 0,0 0 0,1 0 0,-1 0 0,0-1 0,10-11 0,15-8 0,-10 15 0,1 1 0,-1 1 0,1 0 0,0 2 0,-1-1 0,1 2 0,0 0 0,0 1 0,-1 1 0,1 0 0,0 1 0,-1 1 0,0 0 0,0 1 0,27 13 0,-40-17 0,0-1 0,0 1 0,-1 0 0,1 0 0,0 0 0,-1 0 0,1 0 0,-1 0 0,1 0 0,-1 0 0,0 1 0,1-1 0,-1 1 0,0-1 0,0 1 0,0-1 0,0 1 0,0-1 0,-1 1 0,1 0 0,0 0 0,-1-1 0,1 4 0,-1-2 0,0-1 0,-1 0 0,1 0 0,-1 1 0,0-1 0,0 0 0,0 0 0,0 0 0,0 0 0,0 0 0,0 0 0,-1-1 0,1 1 0,-1 0 0,1-1 0,-4 3 0,-5 4 0,0 0 0,-1-1 0,0 0 0,-1-1 0,-18 8 0,26-13 0,-1 1 0,1 0 0,0 0 0,-1 0 0,1 0 0,0 1 0,0 0 0,-4 4 0,7-7 0,1 0 0,0 1 0,0-1 0,-1 1 0,1-1 0,0 1 0,0-1 0,0 0 0,-1 1 0,1-1 0,0 1 0,0-1 0,0 1 0,0-1 0,0 1 0,0-1 0,0 1 0,0-1 0,0 0 0,0 1 0,0-1 0,1 1 0,-1-1 0,0 1 0,0-1 0,0 1 0,1-1 0,-1 0 0,0 1 0,1 0 0,24 15 0,0-7 0,45 11 0,-54-17 0,0 1 0,-1 0 0,1 1 0,-1 1 0,0 0 0,0 1 0,-1 1 0,19 13 0,-31-20 0,-1 0 0,0 0 0,1 0 0,-1 0 0,0 0 0,1 0 0,-1 1 0,0-1 0,0 0 0,0 1 0,0-1 0,0 1 0,0-1 0,-1 1 0,1-1 0,0 1 0,-1 0 0,1-1 0,-1 1 0,0 0 0,0-1 0,1 1 0,-1 0 0,0-1 0,0 1 0,-1 0 0,1 0 0,0-1 0,0 1 0,-1 0 0,1-1 0,-1 1 0,0-1 0,1 1 0,-1 0 0,0-1 0,0 0 0,0 1 0,0-1 0,0 1 0,0-1 0,0 0 0,-1 0 0,1 0 0,0 0 0,-1 0 0,-1 1 0,-4 3 0,-1 0 0,1-1 0,-1 0 0,0 0 0,0-1 0,0 0 0,0-1 0,-11 3 0,-41 6 0,38-5 0,0-2 0,0 0 0,-1-2 0,1 0 0,0-1 0,-1-1 0,-42-7 0,62 7-57,1 0 0,0-1 1,0 1-1,0-1 0,0 1 0,0-1 0,0 0 0,0 0 0,1 0 0,-1 0 0,0 0 1,0 0-1,1-1 0,-1 1 0,1-1 0,-1 1 0,1-1 0,-1 1 0,1-1 1,0 0-1,0 0 0,0 1 0,-1-4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4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689 99 24575,'-1'-1'0,"1"-1"0,-1 0 0,0 1 0,0-1 0,0 1 0,0-1 0,0 1 0,0-1 0,0 1 0,-1 0 0,1 0 0,0 0 0,-1 0 0,1-1 0,-1 2 0,1-1 0,-4-1 0,-29-14 0,8 8 0,0 0 0,0 2 0,0 2 0,0 0 0,-1 1 0,0 2 0,0 1 0,1 1 0,-1 1 0,-34 8 0,40-6 0,1 1 0,-1 0 0,1 2 0,-32 15 0,42-16 0,1 0 0,0 1 0,0-1 0,0 2 0,1-1 0,0 1 0,0 0 0,1 1 0,0 0 0,-9 16 0,5-9 0,2 1 0,0 1 0,1 0 0,1 0 0,1 0 0,0 1 0,2 0 0,0 0 0,1 0 0,1 1 0,0-1 0,2 0 0,0 1 0,1-1 0,1 1 0,1-1 0,1 0 0,1 0 0,9 27 0,0-13 0,2 0 0,31 50 0,-38-71 0,1 1 0,0-1 0,1-1 0,0 0 0,1 0 0,0-1 0,1-1 0,22 14 0,-11-11 0,0-1 0,0-1 0,1-2 0,1 0 0,-1-2 0,51 7 0,-28-9 0,0-2 0,91-7 0,-125 3 0,0-1 0,0-1 0,0 0 0,0-1 0,-1 0 0,0-1 0,0 0 0,-1-1 0,1-1 0,-1 0 0,-1 0 0,0-1 0,0-1 0,-1 0 0,10-11 0,2-6 0,-1-1 0,-1 0 0,-1-2 0,-2 0 0,14-33 0,-25 44 0,-1 0 0,-1 0 0,-1 0 0,-1 0 0,-1-1 0,0 1 0,-1-1 0,-6-37 0,4 45 0,-1-1 0,-1 1 0,0 0 0,-1 0 0,0 1 0,-1-1 0,0 1 0,0 0 0,-1 1 0,-1-1 0,0 1 0,0 1 0,-15-13 0,-1 0 0,-1 0 0,-2 2 0,-56-33 0,44 33-341,-1 1 0,-1 2-1,-52-15 1,76 28-6485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4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51 108 24575,'-2'-3'0,"1"1"0,-1 0 0,1-1 0,0 1 0,-1-1 0,1 1 0,1-1 0,-1 0 0,0 1 0,1-1 0,-1 0 0,1 1 0,0-1 0,0 0 0,0 0 0,0 1 0,0-1 0,1 0 0,-1 0 0,1 1 0,0-4 0,0 4 0,0 0 0,-1-1 0,1 1 0,-1-1 0,1 1 0,-1 0 0,0-1 0,0 1 0,-1-1 0,1 1 0,0-1 0,-1 1 0,1 0 0,-1-1 0,0 1 0,0 0 0,-2-4 0,3 6 0,-1 0 0,1 0 0,-1 0 0,0 0 0,1 0 0,-1 0 0,0 0 0,1 1 0,-1-1 0,1 0 0,-1 0 0,0 1 0,1-1 0,-1 0 0,1 1 0,-1-1 0,1 1 0,-1-1 0,1 1 0,0-1 0,-1 1 0,1-1 0,-1 1 0,1-1 0,0 1 0,0-1 0,-1 1 0,1 0 0,0-1 0,0 1 0,-1 0 0,-10 21 0,9-16 0,0 0 0,0 0 0,1 1 0,0-1 0,0 0 0,0 1 0,1-1 0,0 1 0,0-1 0,0 0 0,1 1 0,0-1 0,0 1 0,1-1 0,0 0 0,0 0 0,0 0 0,1 0 0,0 0 0,0-1 0,0 1 0,1-1 0,0 0 0,8 9 0,-4-7 0,1 0 0,0 0 0,0-1 0,0 0 0,1-1 0,0 0 0,0-1 0,0 0 0,0 0 0,1-1 0,-1 0 0,1-1 0,0 0 0,11 0 0,-8-1 0,0-1 0,1 0 0,-1 0 0,0-1 0,0-1 0,14-4 0,-23 5 0,0-1 0,1 0 0,-1 0 0,0-1 0,-1 1 0,1-1 0,0 0 0,-1 0 0,1-1 0,-1 1 0,0-1 0,0 0 0,-1 0 0,1 0 0,-1-1 0,0 1 0,0-1 0,3-6 0,21-60 0,-25 66 0,-1 0 0,1-1 0,-1 1 0,-1 0 0,1 0 0,-1-1 0,0 1 0,0 0 0,0-1 0,-1 1 0,-2-10 0,3 15 0,0 0 0,0 0 0,0 0 0,0-1 0,0 1 0,0 0 0,0 0 0,0 0 0,0-1 0,-1 1 0,1 0 0,0 0 0,0 0 0,0 0 0,0-1 0,0 1 0,0 0 0,-1 0 0,1 0 0,0 0 0,0 0 0,0-1 0,-1 1 0,1 0 0,0 0 0,0 0 0,0 0 0,0 0 0,-1 0 0,1 0 0,0 0 0,0 0 0,-1 0 0,1 0 0,0 0 0,0 0 0,0 0 0,-1 0 0,1 0 0,0 0 0,0 0 0,0 0 0,-1 0 0,1 0 0,0 1 0,-9 9 0,-4 17 0,9-12 0,1 0 0,1 0 0,0 0 0,1 0 0,0 1 0,2-1 0,-1 0 0,2 0 0,5 23 0,2 51 0,-9-64 0,-1-20 0,0 1 0,1-1 0,0 1 0,0-1 0,0 1 0,1-1 0,0 1 0,0-1 0,0 1 0,3 5 0,5-5-1365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4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710 100 24575,'-1'-2'0,"1"-1"0,-1 1 0,0 0 0,0-1 0,0 1 0,0 0 0,0-1 0,0 1 0,-1 0 0,1 0 0,-1 0 0,1 0 0,-1 0 0,0 1 0,0-1 0,0 0 0,0 1 0,0-1 0,-3-1 0,-49-25 0,44 23 0,-3 0 0,0 0 0,0 2 0,0-1 0,-1 2 0,1-1 0,-1 2 0,1 0 0,-1 1 0,0 0 0,1 1 0,-1 0 0,-23 6 0,7 0 0,-1 2 0,2 1 0,-1 2 0,-40 21 0,53-23 0,1 1 0,0 0 0,1 1 0,0 1 0,1 0 0,0 1 0,1 1 0,1 0 0,0 1 0,1 0 0,1 0 0,0 1 0,2 1 0,0 0 0,0 0 0,2 0 0,0 1 0,1 0 0,2 0 0,-3 24 0,5-31 0,1-1 0,0 1 0,1 0 0,0-1 0,1 1 0,0-1 0,1 1 0,0-1 0,1 0 0,0 0 0,0 0 0,2-1 0,10 18 0,-3-8 0,2-1 0,0 0 0,1-1 0,0-1 0,33 26 0,-30-29 0,2 0 0,0-2 0,0 0 0,1-2 0,0 0 0,38 10 0,5-3 0,76 10 0,-107-22 0,-1-2 0,1-1 0,0-2 0,-1-2 0,1 0 0,48-11 0,-61 8 0,0-1 0,0 0 0,-1-1 0,0-2 0,0 0 0,-1-1 0,0-1 0,-1 0 0,0-2 0,-1 0 0,19-19 0,-27 24 0,-1-1 0,0 0 0,-1 0 0,0-1 0,0 0 0,-1 0 0,-1-1 0,1 0 0,-2 0 0,1 0 0,-2 0 0,1-1 0,-2 1 0,0-1 0,0 0 0,-1 0 0,0 0 0,-1 0 0,0 1 0,-1-1 0,0 0 0,-1 0 0,-1 0 0,0 1 0,0-1 0,-1 1 0,0 0 0,-11-18 0,3 8 0,-1 1 0,-2 0 0,1 1 0,-2 1 0,-1 1 0,0 0 0,-1 1 0,0 1 0,-29-18 0,17 15 0,-1 1 0,-1 1 0,0 2 0,-1 2 0,-61-16 0,-58-6-1365,130 28-5461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122 34 24575,'0'-1'0,"0"0"0,0-1 0,0 1 0,-1-1 0,1 1 0,0 0 0,-1-1 0,1 1 0,-1 0 0,1-1 0,-1 1 0,1 0 0,-1 0 0,0-1 0,0 1 0,0 0 0,0 0 0,0 0 0,0 0 0,0 0 0,0 0 0,0 1 0,0-1 0,0 0 0,-1 0 0,1 1 0,0-1 0,-1 1 0,1-1 0,0 1 0,-1 0 0,1-1 0,0 1 0,-1 0 0,1 0 0,-1 0 0,-1 0 0,-1 0 0,0 0 0,1 1 0,-1-1 0,1 1 0,-1-1 0,0 1 0,1 0 0,-1 1 0,1-1 0,0 1 0,0-1 0,-1 1 0,-3 3 0,4-2 0,0 0 0,0 1 0,0-1 0,1 1 0,-1 0 0,1 0 0,0 0 0,0 0 0,0 0 0,0 0 0,1 1 0,0-1 0,0 0 0,0 1 0,0-1 0,1 6 0,0-8 0,0 0 0,0 0 0,0-1 0,0 1 0,0 0 0,1-1 0,-1 1 0,1 0 0,0-1 0,-1 1 0,1-1 0,0 1 0,0-1 0,0 1 0,0-1 0,0 0 0,0 1 0,0-1 0,0 0 0,1 0 0,-1 0 0,0 0 0,1 0 0,-1 0 0,1 0 0,-1 0 0,1-1 0,-1 1 0,1-1 0,0 1 0,-1-1 0,1 1 0,0-1 0,-1 0 0,1 0 0,0 0 0,0 0 0,-1 0 0,1 0 0,0 0 0,-1-1 0,1 1 0,0-1 0,2 0 0,8-2 0,1 0 0,0-1 0,16-8 0,-27 12 0,1-1 0,0 0 0,-1 0 0,1-1 0,-1 1 0,0-1 0,1 1 0,-1-1 0,0 0 0,0 0 0,0 1 0,0-2 0,0 1 0,0 0 0,-1 0 0,1 0 0,-1-1 0,1 1 0,-1-1 0,0 1 0,1-6 0,-2 7 0,0 1 0,0-1 0,0 0 0,0 1 0,0-1 0,0 0 0,0 1 0,0-1 0,0 0 0,-1 1 0,1-1 0,0 1 0,-1-1 0,1 0 0,0 1 0,-1-1 0,1 1 0,0-1 0,-1 1 0,1-1 0,-1 1 0,1-1 0,-1 1 0,0 0 0,1-1 0,-1 1 0,1 0 0,-1-1 0,0 1 0,0-1 0,-27 2 0,24 0 0,-1 1 0,1-1 0,-1 1 0,1-1 0,-1 1 0,1 1 0,0-1 0,0 1 0,-5 3 0,-16 19-1365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182 20 24575,'0'-1'0,"0"0"0,-1 0 0,1 0 0,-1 0 0,1 0 0,-1 0 0,1 0 0,-1 0 0,0 0 0,1 0 0,-1 1 0,0-1 0,0 0 0,0 0 0,0 1 0,0-1 0,1 0 0,-1 1 0,0-1 0,0 1 0,0-1 0,-1 1 0,1 0 0,0-1 0,0 1 0,0 0 0,0 0 0,0 0 0,0 0 0,0 0 0,0 0 0,-1 0 0,1 0 0,-1 0 0,-40 5 0,35-3 0,0 1 0,1-1 0,-1 1 0,1 1 0,-8 4 0,12-7 0,1 0 0,-1 0 0,0 0 0,1 0 0,-1 1 0,1-1 0,-1 1 0,1-1 0,0 1 0,0-1 0,-1 1 0,1 0 0,0 0 0,0 0 0,1-1 0,-1 1 0,0 0 0,1 0 0,-1 0 0,1 0 0,0 0 0,-1 3 0,1-4 0,0 0 0,1-1 0,-1 1 0,0 0 0,0-1 0,0 1 0,1 0 0,-1-1 0,0 1 0,1-1 0,-1 1 0,0 0 0,1-1 0,-1 1 0,1-1 0,-1 1 0,1-1 0,-1 1 0,1-1 0,-1 0 0,1 1 0,-1-1 0,1 1 0,0-1 0,-1 0 0,1 0 0,0 1 0,-1-1 0,1 0 0,1 0 0,27-3 0,-26 2 0,1 0 0,-1 0 0,0 0 0,0 0 0,0-1 0,0 1 0,0-1 0,0 0 0,-1 0 0,1 0 0,-1 0 0,1 0 0,-1 0 0,4-5 0,-6 7 0,0 0 0,0 0 0,0 0 0,0-1 0,0 1 0,0 0 0,0 0 0,0 0 0,0 0 0,0 0 0,0-1 0,0 1 0,0 0 0,0 0 0,0 0 0,0 0 0,0 0 0,0-1 0,0 1 0,0 0 0,0 0 0,-1 0 0,1 0 0,0 0 0,0 0 0,0 0 0,0-1 0,0 1 0,0 0 0,0 0 0,0 0 0,-1 0 0,1 0 0,0 0 0,0 0 0,0 0 0,0 0 0,0 0 0,-1 0 0,1 0 0,0 0 0,0 0 0,0-1 0,0 1 0,0 0 0,-1 0 0,1 1 0,0-1 0,0 0 0,0 0 0,0 0 0,-1 0 0,-12 3 0,-10 9 0,13 1 0,13-5 0,-1-7 0,0-1 0,0 1 0,0-1 0,0 1 0,0-1 0,0 0 0,0 0 0,0 0 0,0 0 0,0 0 0,0-1 0,2 0 0,-3 1 0,1 0 0,-1 0 0,0-1 0,1 1 0,-1 0 0,0-1 0,0 1 0,1-1 0,-1 0 0,0 1 0,0-1 0,0 0 0,0 0 0,0 1 0,0-1 0,0 0 0,1-2 0,-6-6 0,-16-1 0,14 8-114,0 1 1,0 0-1,-1 0 0,1 0 0,0 1 1,0 0-1,0 0 0,-1 0 0,1 1 1,0 0-1,-12 4 0,0 0-6712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62 24575,'0'0'0,"0"0"0,0 0 0,-1 1 0,1-1 0,0 0 0,0 0 0,0 0 0,0 0 0,-1 0 0,1 0 0,0 0 0,0 0 0,0 0 0,0 0 0,-1 0 0,1 0 0,0 0 0,0 0 0,0 0 0,-1 0 0,1 0 0,0 0 0,0 0 0,0-1 0,0 1 0,-1 0 0,1 0 0,0 0 0,0 0 0,0 0 0,0 0 0,0 0 0,0-1 0,-1 1 0,1 0 0,0 0 0,0 0 0,0 0 0,0 0 0,0-1 0,0 1 0,0 0 0,0 0 0,0 0 0,0-1 0,0 1 0,0 0 0,0 0 0,0 0 0,0 0 0,0-1 0,0 1 0,0 0 0,0 0 0,-1 1 0,1 0 0,0 0 0,0 0 0,-1 0 0,1 1 0,0-1 0,0 0 0,0 0 0,0 0 0,0 0 0,1 1 0,-1-1 0,0 0 0,1 0 0,-1 0 0,0 0 0,1 0 0,-1 0 0,1 1 0,1 0 0,13 16 0,0 0 0,2-1 0,0-1 0,1-1 0,0 0 0,31 18 0,-20-13 0,3 2 0,0-2 0,1-1 0,1-1 0,1-2 0,40 12 0,-15-11 0,0-3 0,2-2 0,77 4 0,-101-14 0,-1-2 0,1-2 0,0-1 0,-1-2 0,1-2 0,41-12 0,25-17 0,-2-4 0,176-98 0,-199 100 0,-56 29 0,-1-1 0,0-1 0,-1-1 0,0-1 0,-1-1 0,36-32 0,-46 30-1365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5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8 24575,'0'-8'0,"0"11"0,8 17 0,3-6 0,0 0 0,1 0 0,0-1 0,2-1 0,-1 0 0,1-1 0,19 11 0,-12-7 0,0 1 0,24 24 0,-44-39-34,0-1 0,0 1 0,-1 0 0,1-1 0,0 1-1,0 0 1,-1 0 0,1-1 0,0 1 0,-1 0 0,1 0 0,-1 0 0,1 0-1,-1 0 1,0 0 0,1 0 0,-1 0 0,0 0 0,0 0 0,1 0-1,-1 0 1,0 0 0,0 0 0,0 0 0,0 0 0,0 0 0,-1 0 0,1 0-1,0 0 1,0 0 0,-1 0 0,1-1 0,0 1 0,-1 0 0,1 0 0,-1 0-1,1 0 1,-1 0 0,-1 1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317 240 24575,'-8'-2'0,"1"0"0,-1-1 0,1 0 0,-1 0 0,1 0 0,0-1 0,0 0 0,1-1 0,-1 0 0,1 0 0,0 0 0,-6-7 0,-4-2 0,-66-47 0,-24-19 0,105 79-91,-1-1 0,1 1 0,-1-1 0,1 1 0,-1-1 0,1 0 0,0 0 0,0 0 0,0 1 0,0-1 0,0 0 0,1 0 0,-1 0 0,0-3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5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504 1 24575,'-12'1'0,"-1"0"0,0 1 0,1 0 0,0 1 0,-1 0 0,1 1 0,1 0 0,-20 11 0,-9 7 0,-40 31 0,23-15 0,-122 94-1365,160-120-5461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5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244 64 24575,'-7'-7'0,"0"0"0,-1 0 0,0 1 0,0 0 0,0 0 0,-1 1 0,1 0 0,-15-5 0,19 9 0,0 0 0,0 0 0,0 0 0,0 1 0,0-1 0,0 1 0,0 0 0,0 0 0,0 1 0,0-1 0,1 1 0,-1 0 0,0 0 0,0 0 0,0 0 0,1 1 0,-1 0 0,1 0 0,-1 0 0,1 0 0,0 0 0,-1 0 0,1 1 0,-3 3 0,0 0 0,1-1 0,0 1 0,0 0 0,0 1 0,1-1 0,0 1 0,0-1 0,1 1 0,-1 1 0,2-1 0,-1 0 0,-2 13 0,5-17 0,-1 0 0,1 0 0,0 0 0,0 0 0,0 0 0,1 0 0,-1 1 0,1-1 0,0 0 0,-1 0 0,1 0 0,1-1 0,-1 1 0,0 0 0,1 0 0,-1-1 0,1 1 0,0 0 0,0-1 0,0 0 0,0 1 0,0-1 0,1 0 0,-1 0 0,1 0 0,-1-1 0,1 1 0,0-1 0,-1 1 0,1-1 0,0 0 0,0 0 0,4 1 0,1 0 0,1 0 0,-1 0 0,0-1 0,1 0 0,-1-1 0,1 0 0,-1 0 0,1 0 0,-1-1 0,0-1 0,1 0 0,-1 0 0,9-3 0,-12 3 0,-1 0 0,1 0 0,-1 0 0,1 0 0,-1-1 0,0 0 0,0 0 0,0 0 0,0 0 0,-1-1 0,1 1 0,-1-1 0,0 0 0,0 0 0,0 0 0,-1-1 0,1 1 0,-1-1 0,0 1 0,0-1 0,-1 0 0,0 1 0,2-9 0,-3 9 0,0 1 0,1 0 0,-2-1 0,1 1 0,0 0 0,-1-1 0,0 1 0,1 0 0,-1-1 0,0 1 0,-1 0 0,1 0 0,-1 0 0,1 0 0,-1 0 0,0 0 0,0 1 0,0-1 0,0 1 0,-1-1 0,1 1 0,-1 0 0,0 0 0,1 0 0,-1 0 0,0 0 0,0 1 0,0-1 0,0 1 0,0 0 0,-6-2 0,2 1 0,0 0 0,0 1 0,0-1 0,-1 1 0,1 1 0,0 0 0,0 0 0,0 0 0,-1 1 0,1 0 0,0 0 0,0 1 0,0-1 0,-7 5 0,4-1 0,0 1 0,0 0 0,1 1 0,0 0 0,-9 10 0,15-14 0,0 0 0,0 0 0,0 1 0,1-1 0,-1 1 0,1 0 0,-3 6 0,4-8 0,1-1 0,0 1 0,-1-1 0,1 0 0,0 1 0,0-1 0,0 1 0,0-1 0,0 0 0,0 1 0,0-1 0,0 1 0,0-1 0,1 0 0,-1 1 0,1-1 0,-1 0 0,1 1 0,-1-1 0,1 0 0,0 0 0,1 3 0,0-3 0,0 1 0,0-1 0,0 0 0,0 0 0,1 0 0,-1 0 0,0 0 0,0-1 0,1 1 0,-1-1 0,0 1 0,1-1 0,-1 0 0,1 0 0,-1 0 0,0 0 0,1 0 0,-1-1 0,0 1 0,1-1 0,-1 1 0,0-1 0,0 0 0,1 0 0,-1 0 0,0 0 0,2-2 0,3 0 0,0-1 0,0 0 0,-1 0 0,1-1 0,-1 1 0,0-1 0,7-8 0,-13 12 0,1 1 0,-1 0 0,1-1 0,-1 1 0,1-1 0,-1 1 0,1-1 0,-1 0 0,0 1 0,1-1 0,-1 1 0,0-1 0,1 0 0,-1 1 0,0-1 0,0 0 0,0 1 0,0-1 0,0 0 0,1 1 0,-1-1 0,0 0 0,0 1 0,-1-1 0,1 0 0,0 1 0,0-1 0,0 0 0,-1 0 0,-16-2 0,-26 16 0,29 0-1365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6:34:29.1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248 25 24575,'-3'-3'0,"-1"1"0,0-1 0,1 1 0,-1 0 0,0 0 0,0 0 0,-1 0 0,1 1 0,0-1 0,-1 1 0,1 0 0,0 0 0,-1 1 0,1 0 0,-1-1 0,1 2 0,-1-1 0,1 0 0,-1 1 0,1 0 0,-6 1 0,1 0 0,1 1 0,0 0 0,0 0 0,0 1 0,0 0 0,0 0 0,1 1 0,0 0 0,0 0 0,-6 7 0,7-6 0,0 1 0,0-1 0,1 2 0,0-1 0,1 0 0,-1 1 0,1 0 0,1 0 0,0 0 0,0 0 0,0 0 0,-1 13 0,3-18 0,1 0 0,0 1 0,0-1 0,0 0 0,0 1 0,1-1 0,-1 0 0,1 0 0,0 1 0,0-1 0,0 0 0,0 0 0,1 0 0,-1 0 0,1 0 0,0 0 0,0 0 0,0-1 0,0 1 0,0-1 0,0 1 0,1-1 0,-1 0 0,1 0 0,0 0 0,-1 0 0,1-1 0,0 1 0,0-1 0,0 1 0,0-1 0,1 0 0,-1 0 0,0-1 0,5 2 0,2 0 0,1-1 0,-1 1 0,0-2 0,0 0 0,1 0 0,-1 0 0,0-1 0,0-1 0,0 0 0,0 0 0,17-7 0,-23 8 0,-1-1 0,1 0 0,0 0 0,-1 0 0,1 0 0,-1-1 0,0 1 0,1-1 0,-1 0 0,0 0 0,-1 0 0,1 0 0,-1 0 0,1-1 0,-1 1 0,0-1 0,0 0 0,0 1 0,-1-1 0,1 0 0,-1 0 0,0 0 0,0 0 0,-1 0 0,1-1 0,-1 1 0,0 0 0,0 0 0,0 0 0,0 0 0,-2-7 0,1 9 0,1 0 0,-1-1 0,1 1 0,-1-1 0,0 1 0,0 0 0,0-1 0,0 1 0,-1 0 0,1 0 0,0 0 0,-1 0 0,0 0 0,1 0 0,-1 0 0,0 1 0,0-1 0,0 0 0,0 1 0,0 0 0,0-1 0,-1 1 0,-4-2 0,3 2 0,0 0 0,0 1 0,-1-1 0,1 1 0,0 0 0,-1 0 0,1 0 0,-1 0 0,1 1 0,0 0 0,0 0 0,-1 0 0,-4 2 0,4-1 0,1 0 0,-1 0 0,1 1 0,-1-1 0,1 1 0,0 0 0,0 0 0,0 0 0,0 1 0,1 0 0,-6 6 0,7-7 0,1-1 0,-1 0 0,1 1 0,0 0 0,0-1 0,0 1 0,0 0 0,0-1 0,1 1 0,-1 0 0,1 0 0,0 0 0,-1 0 0,1 0 0,1-1 0,-1 1 0,0 0 0,1 0 0,-1 0 0,1-1 0,1 5 0,-1-6 0,-1 1 0,1-1 0,-1 0 0,1 0 0,0 1 0,-1-1 0,1 0 0,0 0 0,0 0 0,0 0 0,0 0 0,0 0 0,0 0 0,0 0 0,0 0 0,0-1 0,0 1 0,0 0 0,1-1 0,-1 1 0,0-1 0,1 1 0,-1-1 0,0 0 0,2 1 0,0-1 0,-1 0 0,1-1 0,-1 1 0,1-1 0,-1 1 0,1-1 0,-1 0 0,0 0 0,1 0 0,-1 0 0,0 0 0,0 0 0,2-2 0,0 0 0,0 0 0,0 0 0,-1 0 0,1 0 0,-1-1 0,0 1 0,0-1 0,0 0 0,-1 0 0,1 0 0,-1 0 0,0-1 0,0 1 0,2-8 0,-4 12 0,0-1 0,0 0 0,0 0 0,0 1 0,0-1 0,0 0 0,0 0 0,0 1 0,0-1 0,0 0 0,-1 0 0,1 1 0,0-1 0,0 0 0,-1 1 0,1-1 0,-1 0 0,1 1 0,-1-1 0,1 0 0,-1 1 0,1-1 0,-1 1 0,1-1 0,-1 1 0,0-1 0,1 1 0,-1 0 0,0-1 0,1 1 0,-1 0 0,0-1 0,1 1 0,-1 0 0,0 0 0,0 0 0,-2-1 0,0 1 0,0 0 0,1 0 0,-1 0 0,0 1 0,1-1 0,-1 1 0,0-1 0,1 1 0,-6 2 0,6-2 0,1-1 0,-1 1 0,0 0 0,0 0 0,1 0 0,-1 0 0,0 1 0,1-1 0,0 0 0,-1 1 0,1-1 0,0 1 0,-1-1 0,0 3 0,2-3 0,-1 0 0,1 0 0,0 0 0,0-1 0,0 1 0,0 0 0,0 0 0,0 0 0,0-1 0,0 1 0,1 0 0,-1 0 0,0 0 0,0-1 0,1 1 0,-1 0 0,0 0 0,1-1 0,-1 1 0,1 0 0,-1-1 0,1 1 0,-1 0 0,1-1 0,0 1 0,-1-1 0,1 1 0,-1-1 0,1 1 0,0-1 0,0 1 0,-1-1 0,1 0 0,0 1 0,1-1 0,0 1 0,1 0 0,-1 0 0,0 0 0,1 0 0,-1-1 0,1 1 0,-1-1 0,1 1 0,-1-1 0,1 0 0,-1 0 0,1 0 0,-1-1 0,1 1 0,-1-1 0,1 1 0,-1-1 0,5-1 0,-7 1-25,0 1-1,0 0 0,0 0 1,0-1-1,1 1 0,-1 0 1,0 0-1,0-1 0,0 1 1,0 0-1,0-1 0,0 1 0,0 0 1,0 0-1,0-1 0,0 1 1,0 0-1,-1 0 0,1-1 1,0 1-1,0 0 0,0 0 1,0-1-1,0 1 0,0 0 1,0 0-1,-1-1 0,1 1 1,0 0-1,0 0 0,0 0 1,-1-1-1,1 1 0,0 0 1,0 0-1,-1 0 0,1 0 1,0 0-1,0-1 0,-1 1 1,1 0-1,0 0 0,0 0 1,-1 0-1,1 0 0,0 0 1,-1 0-1,1 0 0,0 0 1,0 0-1,-1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24.png"/><Relationship Id="rId21" Type="http://schemas.openxmlformats.org/officeDocument/2006/relationships/image" Target="../media/image15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8.png"/><Relationship Id="rId50" Type="http://schemas.openxmlformats.org/officeDocument/2006/relationships/customXml" Target="../ink/ink25.xml"/><Relationship Id="rId55" Type="http://schemas.openxmlformats.org/officeDocument/2006/relationships/image" Target="../media/image32.png"/><Relationship Id="rId7" Type="http://schemas.openxmlformats.org/officeDocument/2006/relationships/image" Target="../media/image80.png"/><Relationship Id="rId12" Type="http://schemas.openxmlformats.org/officeDocument/2006/relationships/customXml" Target="../ink/ink6.xml"/><Relationship Id="rId17" Type="http://schemas.openxmlformats.org/officeDocument/2006/relationships/image" Target="../media/image13.png"/><Relationship Id="rId25" Type="http://schemas.openxmlformats.org/officeDocument/2006/relationships/image" Target="../media/image17.png"/><Relationship Id="rId33" Type="http://schemas.openxmlformats.org/officeDocument/2006/relationships/image" Target="../media/image21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9.png"/><Relationship Id="rId41" Type="http://schemas.openxmlformats.org/officeDocument/2006/relationships/image" Target="../media/image25.png"/><Relationship Id="rId54" Type="http://schemas.openxmlformats.org/officeDocument/2006/relationships/customXml" Target="../ink/ink2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10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3.png"/><Relationship Id="rId40" Type="http://schemas.openxmlformats.org/officeDocument/2006/relationships/customXml" Target="../ink/ink20.xml"/><Relationship Id="rId45" Type="http://schemas.openxmlformats.org/officeDocument/2006/relationships/image" Target="../media/image27.png"/><Relationship Id="rId53" Type="http://schemas.openxmlformats.org/officeDocument/2006/relationships/image" Target="../media/image31.png"/><Relationship Id="rId5" Type="http://schemas.openxmlformats.org/officeDocument/2006/relationships/image" Target="../media/image70.png"/><Relationship Id="rId15" Type="http://schemas.openxmlformats.org/officeDocument/2006/relationships/image" Target="../media/image12.png"/><Relationship Id="rId23" Type="http://schemas.openxmlformats.org/officeDocument/2006/relationships/image" Target="../media/image16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9.png"/><Relationship Id="rId10" Type="http://schemas.openxmlformats.org/officeDocument/2006/relationships/customXml" Target="../ink/ink5.xml"/><Relationship Id="rId19" Type="http://schemas.openxmlformats.org/officeDocument/2006/relationships/image" Target="../media/image14.png"/><Relationship Id="rId31" Type="http://schemas.openxmlformats.org/officeDocument/2006/relationships/image" Target="../media/image20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90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8.png"/><Relationship Id="rId30" Type="http://schemas.openxmlformats.org/officeDocument/2006/relationships/customXml" Target="../ink/ink15.xml"/><Relationship Id="rId35" Type="http://schemas.openxmlformats.org/officeDocument/2006/relationships/image" Target="../media/image22.png"/><Relationship Id="rId43" Type="http://schemas.openxmlformats.org/officeDocument/2006/relationships/image" Target="../media/image26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30.png"/><Relationship Id="rId3" Type="http://schemas.openxmlformats.org/officeDocument/2006/relationships/image" Target="../media/image60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customXml" Target="../ink/ink36.xml"/><Relationship Id="rId26" Type="http://schemas.openxmlformats.org/officeDocument/2006/relationships/customXml" Target="../ink/ink40.xml"/><Relationship Id="rId39" Type="http://schemas.openxmlformats.org/officeDocument/2006/relationships/image" Target="../media/image24.png"/><Relationship Id="rId21" Type="http://schemas.openxmlformats.org/officeDocument/2006/relationships/image" Target="../media/image15.png"/><Relationship Id="rId34" Type="http://schemas.openxmlformats.org/officeDocument/2006/relationships/customXml" Target="../ink/ink44.xml"/><Relationship Id="rId42" Type="http://schemas.openxmlformats.org/officeDocument/2006/relationships/customXml" Target="../ink/ink48.xml"/><Relationship Id="rId47" Type="http://schemas.openxmlformats.org/officeDocument/2006/relationships/image" Target="../media/image28.png"/><Relationship Id="rId50" Type="http://schemas.openxmlformats.org/officeDocument/2006/relationships/customXml" Target="../ink/ink52.xml"/><Relationship Id="rId55" Type="http://schemas.openxmlformats.org/officeDocument/2006/relationships/image" Target="../media/image32.png"/><Relationship Id="rId7" Type="http://schemas.openxmlformats.org/officeDocument/2006/relationships/image" Target="../media/image80.png"/><Relationship Id="rId12" Type="http://schemas.openxmlformats.org/officeDocument/2006/relationships/customXml" Target="../ink/ink33.xml"/><Relationship Id="rId17" Type="http://schemas.openxmlformats.org/officeDocument/2006/relationships/image" Target="../media/image13.png"/><Relationship Id="rId25" Type="http://schemas.openxmlformats.org/officeDocument/2006/relationships/image" Target="../media/image17.png"/><Relationship Id="rId33" Type="http://schemas.openxmlformats.org/officeDocument/2006/relationships/image" Target="../media/image21.png"/><Relationship Id="rId38" Type="http://schemas.openxmlformats.org/officeDocument/2006/relationships/customXml" Target="../ink/ink46.xml"/><Relationship Id="rId46" Type="http://schemas.openxmlformats.org/officeDocument/2006/relationships/customXml" Target="../ink/ink50.xml"/><Relationship Id="rId2" Type="http://schemas.openxmlformats.org/officeDocument/2006/relationships/customXml" Target="../ink/ink28.xml"/><Relationship Id="rId16" Type="http://schemas.openxmlformats.org/officeDocument/2006/relationships/customXml" Target="../ink/ink35.xml"/><Relationship Id="rId20" Type="http://schemas.openxmlformats.org/officeDocument/2006/relationships/customXml" Target="../ink/ink37.xml"/><Relationship Id="rId29" Type="http://schemas.openxmlformats.org/officeDocument/2006/relationships/image" Target="../media/image19.png"/><Relationship Id="rId41" Type="http://schemas.openxmlformats.org/officeDocument/2006/relationships/image" Target="../media/image25.png"/><Relationship Id="rId54" Type="http://schemas.openxmlformats.org/officeDocument/2006/relationships/customXml" Target="../ink/ink5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.xml"/><Relationship Id="rId11" Type="http://schemas.openxmlformats.org/officeDocument/2006/relationships/image" Target="../media/image10.png"/><Relationship Id="rId24" Type="http://schemas.openxmlformats.org/officeDocument/2006/relationships/customXml" Target="../ink/ink39.xml"/><Relationship Id="rId32" Type="http://schemas.openxmlformats.org/officeDocument/2006/relationships/customXml" Target="../ink/ink43.xml"/><Relationship Id="rId37" Type="http://schemas.openxmlformats.org/officeDocument/2006/relationships/image" Target="../media/image23.png"/><Relationship Id="rId40" Type="http://schemas.openxmlformats.org/officeDocument/2006/relationships/customXml" Target="../ink/ink47.xml"/><Relationship Id="rId45" Type="http://schemas.openxmlformats.org/officeDocument/2006/relationships/image" Target="../media/image27.png"/><Relationship Id="rId53" Type="http://schemas.openxmlformats.org/officeDocument/2006/relationships/image" Target="../media/image31.png"/><Relationship Id="rId5" Type="http://schemas.openxmlformats.org/officeDocument/2006/relationships/image" Target="../media/image70.png"/><Relationship Id="rId15" Type="http://schemas.openxmlformats.org/officeDocument/2006/relationships/image" Target="../media/image12.png"/><Relationship Id="rId23" Type="http://schemas.openxmlformats.org/officeDocument/2006/relationships/image" Target="../media/image16.png"/><Relationship Id="rId28" Type="http://schemas.openxmlformats.org/officeDocument/2006/relationships/customXml" Target="../ink/ink41.xml"/><Relationship Id="rId36" Type="http://schemas.openxmlformats.org/officeDocument/2006/relationships/customXml" Target="../ink/ink45.xml"/><Relationship Id="rId49" Type="http://schemas.openxmlformats.org/officeDocument/2006/relationships/image" Target="../media/image29.png"/><Relationship Id="rId10" Type="http://schemas.openxmlformats.org/officeDocument/2006/relationships/customXml" Target="../ink/ink32.xml"/><Relationship Id="rId19" Type="http://schemas.openxmlformats.org/officeDocument/2006/relationships/image" Target="../media/image14.png"/><Relationship Id="rId31" Type="http://schemas.openxmlformats.org/officeDocument/2006/relationships/image" Target="../media/image20.png"/><Relationship Id="rId44" Type="http://schemas.openxmlformats.org/officeDocument/2006/relationships/customXml" Target="../ink/ink49.xml"/><Relationship Id="rId52" Type="http://schemas.openxmlformats.org/officeDocument/2006/relationships/customXml" Target="../ink/ink53.xml"/><Relationship Id="rId4" Type="http://schemas.openxmlformats.org/officeDocument/2006/relationships/customXml" Target="../ink/ink29.xml"/><Relationship Id="rId9" Type="http://schemas.openxmlformats.org/officeDocument/2006/relationships/image" Target="../media/image90.png"/><Relationship Id="rId14" Type="http://schemas.openxmlformats.org/officeDocument/2006/relationships/customXml" Target="../ink/ink34.xml"/><Relationship Id="rId22" Type="http://schemas.openxmlformats.org/officeDocument/2006/relationships/customXml" Target="../ink/ink38.xml"/><Relationship Id="rId27" Type="http://schemas.openxmlformats.org/officeDocument/2006/relationships/image" Target="../media/image18.png"/><Relationship Id="rId30" Type="http://schemas.openxmlformats.org/officeDocument/2006/relationships/customXml" Target="../ink/ink42.xml"/><Relationship Id="rId35" Type="http://schemas.openxmlformats.org/officeDocument/2006/relationships/image" Target="../media/image22.png"/><Relationship Id="rId43" Type="http://schemas.openxmlformats.org/officeDocument/2006/relationships/image" Target="../media/image26.png"/><Relationship Id="rId48" Type="http://schemas.openxmlformats.org/officeDocument/2006/relationships/customXml" Target="../ink/ink51.xml"/><Relationship Id="rId8" Type="http://schemas.openxmlformats.org/officeDocument/2006/relationships/customXml" Target="../ink/ink31.xml"/><Relationship Id="rId51" Type="http://schemas.openxmlformats.org/officeDocument/2006/relationships/image" Target="../media/image30.png"/><Relationship Id="rId3" Type="http://schemas.openxmlformats.org/officeDocument/2006/relationships/image" Target="../media/image60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customXml" Target="../ink/ink63.xml"/><Relationship Id="rId26" Type="http://schemas.openxmlformats.org/officeDocument/2006/relationships/customXml" Target="../ink/ink67.xml"/><Relationship Id="rId39" Type="http://schemas.openxmlformats.org/officeDocument/2006/relationships/image" Target="../media/image24.png"/><Relationship Id="rId21" Type="http://schemas.openxmlformats.org/officeDocument/2006/relationships/image" Target="../media/image15.png"/><Relationship Id="rId34" Type="http://schemas.openxmlformats.org/officeDocument/2006/relationships/customXml" Target="../ink/ink71.xml"/><Relationship Id="rId42" Type="http://schemas.openxmlformats.org/officeDocument/2006/relationships/customXml" Target="../ink/ink75.xml"/><Relationship Id="rId47" Type="http://schemas.openxmlformats.org/officeDocument/2006/relationships/image" Target="../media/image28.png"/><Relationship Id="rId50" Type="http://schemas.openxmlformats.org/officeDocument/2006/relationships/customXml" Target="../ink/ink79.xml"/><Relationship Id="rId55" Type="http://schemas.openxmlformats.org/officeDocument/2006/relationships/image" Target="../media/image32.png"/><Relationship Id="rId7" Type="http://schemas.openxmlformats.org/officeDocument/2006/relationships/image" Target="../media/image80.png"/><Relationship Id="rId12" Type="http://schemas.openxmlformats.org/officeDocument/2006/relationships/customXml" Target="../ink/ink60.xml"/><Relationship Id="rId17" Type="http://schemas.openxmlformats.org/officeDocument/2006/relationships/image" Target="../media/image13.png"/><Relationship Id="rId25" Type="http://schemas.openxmlformats.org/officeDocument/2006/relationships/image" Target="../media/image17.png"/><Relationship Id="rId33" Type="http://schemas.openxmlformats.org/officeDocument/2006/relationships/image" Target="../media/image21.png"/><Relationship Id="rId38" Type="http://schemas.openxmlformats.org/officeDocument/2006/relationships/customXml" Target="../ink/ink73.xml"/><Relationship Id="rId46" Type="http://schemas.openxmlformats.org/officeDocument/2006/relationships/customXml" Target="../ink/ink77.xml"/><Relationship Id="rId2" Type="http://schemas.openxmlformats.org/officeDocument/2006/relationships/customXml" Target="../ink/ink55.xml"/><Relationship Id="rId16" Type="http://schemas.openxmlformats.org/officeDocument/2006/relationships/customXml" Target="../ink/ink62.xml"/><Relationship Id="rId20" Type="http://schemas.openxmlformats.org/officeDocument/2006/relationships/customXml" Target="../ink/ink64.xml"/><Relationship Id="rId29" Type="http://schemas.openxmlformats.org/officeDocument/2006/relationships/image" Target="../media/image19.png"/><Relationship Id="rId41" Type="http://schemas.openxmlformats.org/officeDocument/2006/relationships/image" Target="../media/image25.png"/><Relationship Id="rId54" Type="http://schemas.openxmlformats.org/officeDocument/2006/relationships/customXml" Target="../ink/ink8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7.xml"/><Relationship Id="rId11" Type="http://schemas.openxmlformats.org/officeDocument/2006/relationships/image" Target="../media/image10.png"/><Relationship Id="rId24" Type="http://schemas.openxmlformats.org/officeDocument/2006/relationships/customXml" Target="../ink/ink66.xml"/><Relationship Id="rId32" Type="http://schemas.openxmlformats.org/officeDocument/2006/relationships/customXml" Target="../ink/ink70.xml"/><Relationship Id="rId37" Type="http://schemas.openxmlformats.org/officeDocument/2006/relationships/image" Target="../media/image23.png"/><Relationship Id="rId40" Type="http://schemas.openxmlformats.org/officeDocument/2006/relationships/customXml" Target="../ink/ink74.xml"/><Relationship Id="rId45" Type="http://schemas.openxmlformats.org/officeDocument/2006/relationships/image" Target="../media/image27.png"/><Relationship Id="rId53" Type="http://schemas.openxmlformats.org/officeDocument/2006/relationships/image" Target="../media/image31.png"/><Relationship Id="rId5" Type="http://schemas.openxmlformats.org/officeDocument/2006/relationships/image" Target="../media/image70.png"/><Relationship Id="rId15" Type="http://schemas.openxmlformats.org/officeDocument/2006/relationships/image" Target="../media/image12.png"/><Relationship Id="rId23" Type="http://schemas.openxmlformats.org/officeDocument/2006/relationships/image" Target="../media/image16.png"/><Relationship Id="rId28" Type="http://schemas.openxmlformats.org/officeDocument/2006/relationships/customXml" Target="../ink/ink68.xml"/><Relationship Id="rId36" Type="http://schemas.openxmlformats.org/officeDocument/2006/relationships/customXml" Target="../ink/ink72.xml"/><Relationship Id="rId49" Type="http://schemas.openxmlformats.org/officeDocument/2006/relationships/image" Target="../media/image29.png"/><Relationship Id="rId10" Type="http://schemas.openxmlformats.org/officeDocument/2006/relationships/customXml" Target="../ink/ink59.xml"/><Relationship Id="rId19" Type="http://schemas.openxmlformats.org/officeDocument/2006/relationships/image" Target="../media/image14.png"/><Relationship Id="rId31" Type="http://schemas.openxmlformats.org/officeDocument/2006/relationships/image" Target="../media/image20.png"/><Relationship Id="rId44" Type="http://schemas.openxmlformats.org/officeDocument/2006/relationships/customXml" Target="../ink/ink76.xml"/><Relationship Id="rId52" Type="http://schemas.openxmlformats.org/officeDocument/2006/relationships/customXml" Target="../ink/ink80.xml"/><Relationship Id="rId4" Type="http://schemas.openxmlformats.org/officeDocument/2006/relationships/customXml" Target="../ink/ink56.xml"/><Relationship Id="rId9" Type="http://schemas.openxmlformats.org/officeDocument/2006/relationships/image" Target="../media/image90.png"/><Relationship Id="rId14" Type="http://schemas.openxmlformats.org/officeDocument/2006/relationships/customXml" Target="../ink/ink61.xml"/><Relationship Id="rId22" Type="http://schemas.openxmlformats.org/officeDocument/2006/relationships/customXml" Target="../ink/ink65.xml"/><Relationship Id="rId27" Type="http://schemas.openxmlformats.org/officeDocument/2006/relationships/image" Target="../media/image18.png"/><Relationship Id="rId30" Type="http://schemas.openxmlformats.org/officeDocument/2006/relationships/customXml" Target="../ink/ink69.xml"/><Relationship Id="rId35" Type="http://schemas.openxmlformats.org/officeDocument/2006/relationships/image" Target="../media/image22.png"/><Relationship Id="rId43" Type="http://schemas.openxmlformats.org/officeDocument/2006/relationships/image" Target="../media/image26.png"/><Relationship Id="rId48" Type="http://schemas.openxmlformats.org/officeDocument/2006/relationships/customXml" Target="../ink/ink78.xml"/><Relationship Id="rId8" Type="http://schemas.openxmlformats.org/officeDocument/2006/relationships/customXml" Target="../ink/ink58.xml"/><Relationship Id="rId51" Type="http://schemas.openxmlformats.org/officeDocument/2006/relationships/image" Target="../media/image30.png"/><Relationship Id="rId3" Type="http://schemas.openxmlformats.org/officeDocument/2006/relationships/image" Target="../media/image60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customXml" Target="../ink/ink90.xml"/><Relationship Id="rId26" Type="http://schemas.openxmlformats.org/officeDocument/2006/relationships/customXml" Target="../ink/ink94.xml"/><Relationship Id="rId39" Type="http://schemas.openxmlformats.org/officeDocument/2006/relationships/image" Target="../media/image24.png"/><Relationship Id="rId21" Type="http://schemas.openxmlformats.org/officeDocument/2006/relationships/image" Target="../media/image15.png"/><Relationship Id="rId34" Type="http://schemas.openxmlformats.org/officeDocument/2006/relationships/customXml" Target="../ink/ink98.xml"/><Relationship Id="rId42" Type="http://schemas.openxmlformats.org/officeDocument/2006/relationships/customXml" Target="../ink/ink102.xml"/><Relationship Id="rId47" Type="http://schemas.openxmlformats.org/officeDocument/2006/relationships/image" Target="../media/image28.png"/><Relationship Id="rId50" Type="http://schemas.openxmlformats.org/officeDocument/2006/relationships/customXml" Target="../ink/ink106.xml"/><Relationship Id="rId55" Type="http://schemas.openxmlformats.org/officeDocument/2006/relationships/image" Target="../media/image32.png"/><Relationship Id="rId7" Type="http://schemas.openxmlformats.org/officeDocument/2006/relationships/image" Target="../media/image80.png"/><Relationship Id="rId12" Type="http://schemas.openxmlformats.org/officeDocument/2006/relationships/customXml" Target="../ink/ink87.xml"/><Relationship Id="rId17" Type="http://schemas.openxmlformats.org/officeDocument/2006/relationships/image" Target="../media/image13.png"/><Relationship Id="rId25" Type="http://schemas.openxmlformats.org/officeDocument/2006/relationships/image" Target="../media/image17.png"/><Relationship Id="rId33" Type="http://schemas.openxmlformats.org/officeDocument/2006/relationships/image" Target="../media/image21.png"/><Relationship Id="rId38" Type="http://schemas.openxmlformats.org/officeDocument/2006/relationships/customXml" Target="../ink/ink100.xml"/><Relationship Id="rId46" Type="http://schemas.openxmlformats.org/officeDocument/2006/relationships/customXml" Target="../ink/ink104.xml"/><Relationship Id="rId2" Type="http://schemas.openxmlformats.org/officeDocument/2006/relationships/customXml" Target="../ink/ink82.xml"/><Relationship Id="rId16" Type="http://schemas.openxmlformats.org/officeDocument/2006/relationships/customXml" Target="../ink/ink89.xml"/><Relationship Id="rId20" Type="http://schemas.openxmlformats.org/officeDocument/2006/relationships/customXml" Target="../ink/ink91.xml"/><Relationship Id="rId29" Type="http://schemas.openxmlformats.org/officeDocument/2006/relationships/image" Target="../media/image19.png"/><Relationship Id="rId41" Type="http://schemas.openxmlformats.org/officeDocument/2006/relationships/image" Target="../media/image25.png"/><Relationship Id="rId54" Type="http://schemas.openxmlformats.org/officeDocument/2006/relationships/customXml" Target="../ink/ink10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4.xml"/><Relationship Id="rId11" Type="http://schemas.openxmlformats.org/officeDocument/2006/relationships/image" Target="../media/image10.png"/><Relationship Id="rId24" Type="http://schemas.openxmlformats.org/officeDocument/2006/relationships/customXml" Target="../ink/ink93.xml"/><Relationship Id="rId32" Type="http://schemas.openxmlformats.org/officeDocument/2006/relationships/customXml" Target="../ink/ink97.xml"/><Relationship Id="rId37" Type="http://schemas.openxmlformats.org/officeDocument/2006/relationships/image" Target="../media/image23.png"/><Relationship Id="rId40" Type="http://schemas.openxmlformats.org/officeDocument/2006/relationships/customXml" Target="../ink/ink101.xml"/><Relationship Id="rId45" Type="http://schemas.openxmlformats.org/officeDocument/2006/relationships/image" Target="../media/image27.png"/><Relationship Id="rId53" Type="http://schemas.openxmlformats.org/officeDocument/2006/relationships/image" Target="../media/image31.png"/><Relationship Id="rId5" Type="http://schemas.openxmlformats.org/officeDocument/2006/relationships/image" Target="../media/image70.png"/><Relationship Id="rId15" Type="http://schemas.openxmlformats.org/officeDocument/2006/relationships/image" Target="../media/image12.png"/><Relationship Id="rId23" Type="http://schemas.openxmlformats.org/officeDocument/2006/relationships/image" Target="../media/image16.png"/><Relationship Id="rId28" Type="http://schemas.openxmlformats.org/officeDocument/2006/relationships/customXml" Target="../ink/ink95.xml"/><Relationship Id="rId36" Type="http://schemas.openxmlformats.org/officeDocument/2006/relationships/customXml" Target="../ink/ink99.xml"/><Relationship Id="rId49" Type="http://schemas.openxmlformats.org/officeDocument/2006/relationships/image" Target="../media/image29.png"/><Relationship Id="rId10" Type="http://schemas.openxmlformats.org/officeDocument/2006/relationships/customXml" Target="../ink/ink86.xml"/><Relationship Id="rId19" Type="http://schemas.openxmlformats.org/officeDocument/2006/relationships/image" Target="../media/image14.png"/><Relationship Id="rId31" Type="http://schemas.openxmlformats.org/officeDocument/2006/relationships/image" Target="../media/image20.png"/><Relationship Id="rId44" Type="http://schemas.openxmlformats.org/officeDocument/2006/relationships/customXml" Target="../ink/ink103.xml"/><Relationship Id="rId52" Type="http://schemas.openxmlformats.org/officeDocument/2006/relationships/customXml" Target="../ink/ink107.xml"/><Relationship Id="rId4" Type="http://schemas.openxmlformats.org/officeDocument/2006/relationships/customXml" Target="../ink/ink83.xml"/><Relationship Id="rId9" Type="http://schemas.openxmlformats.org/officeDocument/2006/relationships/image" Target="../media/image90.png"/><Relationship Id="rId14" Type="http://schemas.openxmlformats.org/officeDocument/2006/relationships/customXml" Target="../ink/ink88.xml"/><Relationship Id="rId22" Type="http://schemas.openxmlformats.org/officeDocument/2006/relationships/customXml" Target="../ink/ink92.xml"/><Relationship Id="rId27" Type="http://schemas.openxmlformats.org/officeDocument/2006/relationships/image" Target="../media/image18.png"/><Relationship Id="rId30" Type="http://schemas.openxmlformats.org/officeDocument/2006/relationships/customXml" Target="../ink/ink96.xml"/><Relationship Id="rId35" Type="http://schemas.openxmlformats.org/officeDocument/2006/relationships/image" Target="../media/image22.png"/><Relationship Id="rId43" Type="http://schemas.openxmlformats.org/officeDocument/2006/relationships/image" Target="../media/image26.png"/><Relationship Id="rId48" Type="http://schemas.openxmlformats.org/officeDocument/2006/relationships/customXml" Target="../ink/ink105.xml"/><Relationship Id="rId8" Type="http://schemas.openxmlformats.org/officeDocument/2006/relationships/customXml" Target="../ink/ink85.xml"/><Relationship Id="rId51" Type="http://schemas.openxmlformats.org/officeDocument/2006/relationships/image" Target="../media/image30.png"/><Relationship Id="rId3" Type="http://schemas.openxmlformats.org/officeDocument/2006/relationships/image" Target="../media/image6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3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RAG</a:t>
            </a:r>
          </a:p>
          <a:p>
            <a:pPr algn="ctr">
              <a:buNone/>
            </a:pPr>
            <a:r>
              <a:rPr lang="en-US" sz="3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Compare With Fine Tuning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876CD-79A7-54E4-981D-2F94F8EF2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6DDDEA2-3EA5-BBB1-82DB-8787366C81FB}"/>
              </a:ext>
            </a:extLst>
          </p:cNvPr>
          <p:cNvSpPr txBox="1"/>
          <p:nvPr/>
        </p:nvSpPr>
        <p:spPr>
          <a:xfrm>
            <a:off x="148336" y="199104"/>
            <a:ext cx="1029208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(Retrieval-Augmented Generation)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Definition: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means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model fetches external data at runtime and uses it to answer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No training required.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actually happens?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asks question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System searches your data (PDFs, DB, etc.)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Relevant chunks are retrieved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 generates answer using that context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4E06E64-2BAD-CB49-F418-EEC904645F4D}"/>
              </a:ext>
            </a:extLst>
          </p:cNvPr>
          <p:cNvSpPr/>
          <p:nvPr/>
        </p:nvSpPr>
        <p:spPr>
          <a:xfrm>
            <a:off x="9455904" y="2093976"/>
            <a:ext cx="1306584" cy="11247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9011818-563F-D9FB-E9F3-4F652DCB583E}"/>
              </a:ext>
            </a:extLst>
          </p:cNvPr>
          <p:cNvSpPr/>
          <p:nvPr/>
        </p:nvSpPr>
        <p:spPr>
          <a:xfrm>
            <a:off x="8912352" y="4386072"/>
            <a:ext cx="2316480" cy="96926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  <a:p>
            <a:pPr algn="ctr"/>
            <a:r>
              <a:rPr lang="en-US" dirty="0"/>
              <a:t>(ChatGPT,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8B7814-4E14-1317-37DA-AE7AED4717F6}"/>
              </a:ext>
            </a:extLst>
          </p:cNvPr>
          <p:cNvSpPr/>
          <p:nvPr/>
        </p:nvSpPr>
        <p:spPr>
          <a:xfrm>
            <a:off x="6684264" y="4532376"/>
            <a:ext cx="1499616" cy="79857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Private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77286D2-5F53-6A13-D382-C24F6B7D603D}"/>
              </a:ext>
            </a:extLst>
          </p:cNvPr>
          <p:cNvGrpSpPr/>
          <p:nvPr/>
        </p:nvGrpSpPr>
        <p:grpSpPr>
          <a:xfrm>
            <a:off x="9455904" y="3291696"/>
            <a:ext cx="337680" cy="907560"/>
            <a:chOff x="9455904" y="3291696"/>
            <a:chExt cx="337680" cy="90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8426E6E-3230-67F4-43DE-62D9D2CB0666}"/>
                    </a:ext>
                  </a:extLst>
                </p14:cNvPr>
                <p14:cNvContentPartPr/>
                <p14:nvPr/>
              </p14:nvContentPartPr>
              <p14:xfrm>
                <a:off x="9455904" y="3291696"/>
                <a:ext cx="234720" cy="851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8426E6E-3230-67F4-43DE-62D9D2CB066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437904" y="3273696"/>
                  <a:ext cx="270360" cy="88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899B411-75FA-99E7-D2AF-15C51AAE7A6C}"/>
                    </a:ext>
                  </a:extLst>
                </p14:cNvPr>
                <p14:cNvContentPartPr/>
                <p14:nvPr/>
              </p14:nvContentPartPr>
              <p14:xfrm>
                <a:off x="9515664" y="4010976"/>
                <a:ext cx="277920" cy="188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899B411-75FA-99E7-D2AF-15C51AAE7A6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497664" y="3993336"/>
                  <a:ext cx="31356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08EBFBC-B12C-6BBE-F185-EF96921A268E}"/>
              </a:ext>
            </a:extLst>
          </p:cNvPr>
          <p:cNvGrpSpPr/>
          <p:nvPr/>
        </p:nvGrpSpPr>
        <p:grpSpPr>
          <a:xfrm>
            <a:off x="8273664" y="3241296"/>
            <a:ext cx="894600" cy="563760"/>
            <a:chOff x="8273664" y="3241296"/>
            <a:chExt cx="894600" cy="56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F432866-E2DD-21C0-213C-E528F2E45B0D}"/>
                    </a:ext>
                  </a:extLst>
                </p14:cNvPr>
                <p14:cNvContentPartPr/>
                <p14:nvPr/>
              </p14:nvContentPartPr>
              <p14:xfrm>
                <a:off x="8996904" y="3554856"/>
                <a:ext cx="20880" cy="142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F432866-E2DD-21C0-213C-E528F2E45B0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979264" y="3536856"/>
                  <a:ext cx="565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3ECEBC8-7A1A-BBA0-B233-11937321D795}"/>
                    </a:ext>
                  </a:extLst>
                </p14:cNvPr>
                <p14:cNvContentPartPr/>
                <p14:nvPr/>
              </p14:nvContentPartPr>
              <p14:xfrm>
                <a:off x="8814384" y="3456216"/>
                <a:ext cx="353880" cy="348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3ECEBC8-7A1A-BBA0-B233-11937321D79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96744" y="3438216"/>
                  <a:ext cx="38952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B8F780-5473-A123-8886-14FDB0BAD76D}"/>
                    </a:ext>
                  </a:extLst>
                </p14:cNvPr>
                <p14:cNvContentPartPr/>
                <p14:nvPr/>
              </p14:nvContentPartPr>
              <p14:xfrm>
                <a:off x="8273664" y="3284496"/>
                <a:ext cx="142560" cy="230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B8F780-5473-A123-8886-14FDB0BAD76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6024" y="3266496"/>
                  <a:ext cx="1782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349F2BA-B32B-92E4-31D4-F73206289EE1}"/>
                    </a:ext>
                  </a:extLst>
                </p14:cNvPr>
                <p14:cNvContentPartPr/>
                <p14:nvPr/>
              </p14:nvContentPartPr>
              <p14:xfrm>
                <a:off x="8304264" y="3411936"/>
                <a:ext cx="70560" cy="26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349F2BA-B32B-92E4-31D4-F73206289EE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86264" y="3393936"/>
                  <a:ext cx="1062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ADADBC0-1287-633C-4540-786952FF53FB}"/>
                    </a:ext>
                  </a:extLst>
                </p14:cNvPr>
                <p14:cNvContentPartPr/>
                <p14:nvPr/>
              </p14:nvContentPartPr>
              <p14:xfrm>
                <a:off x="8469864" y="3337056"/>
                <a:ext cx="144000" cy="130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ADADBC0-1287-633C-4540-786952FF53F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451864" y="3319056"/>
                  <a:ext cx="1796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132E71D-4D5E-4FA4-78C8-6A8D017BFD11}"/>
                    </a:ext>
                  </a:extLst>
                </p14:cNvPr>
                <p14:cNvContentPartPr/>
                <p14:nvPr/>
              </p14:nvContentPartPr>
              <p14:xfrm>
                <a:off x="8612064" y="3241296"/>
                <a:ext cx="74880" cy="203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132E71D-4D5E-4FA4-78C8-6A8D017BFD1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94424" y="3223296"/>
                  <a:ext cx="1105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43F36F5-E3CC-23E3-985C-A9A698CD7922}"/>
                    </a:ext>
                  </a:extLst>
                </p14:cNvPr>
                <p14:cNvContentPartPr/>
                <p14:nvPr/>
              </p14:nvContentPartPr>
              <p14:xfrm>
                <a:off x="8666784" y="3316536"/>
                <a:ext cx="156240" cy="111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43F36F5-E3CC-23E3-985C-A9A698CD792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49144" y="3298536"/>
                  <a:ext cx="1918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0CD522A-DB0C-2138-5CC2-93A723F85761}"/>
                    </a:ext>
                  </a:extLst>
                </p14:cNvPr>
                <p14:cNvContentPartPr/>
                <p14:nvPr/>
              </p14:nvContentPartPr>
              <p14:xfrm>
                <a:off x="8856864" y="3309696"/>
                <a:ext cx="109080" cy="93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0CD522A-DB0C-2138-5CC2-93A723F8576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839224" y="3292056"/>
                  <a:ext cx="144720" cy="12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1525B0E-8F39-7B0B-3082-A9A4A4D07494}"/>
              </a:ext>
            </a:extLst>
          </p:cNvPr>
          <p:cNvGrpSpPr/>
          <p:nvPr/>
        </p:nvGrpSpPr>
        <p:grpSpPr>
          <a:xfrm>
            <a:off x="8311824" y="4818096"/>
            <a:ext cx="551520" cy="126360"/>
            <a:chOff x="8311824" y="4818096"/>
            <a:chExt cx="551520" cy="12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C181C98-598D-3B44-6EDD-B8F12D2E9027}"/>
                    </a:ext>
                  </a:extLst>
                </p14:cNvPr>
                <p14:cNvContentPartPr/>
                <p14:nvPr/>
              </p14:nvContentPartPr>
              <p14:xfrm>
                <a:off x="8311824" y="4866336"/>
                <a:ext cx="507960" cy="25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C181C98-598D-3B44-6EDD-B8F12D2E902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294184" y="4848696"/>
                  <a:ext cx="5436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AE588F6-4D65-BF1F-B26D-09620B15EB49}"/>
                    </a:ext>
                  </a:extLst>
                </p14:cNvPr>
                <p14:cNvContentPartPr/>
                <p14:nvPr/>
              </p14:nvContentPartPr>
              <p14:xfrm>
                <a:off x="8685504" y="4818096"/>
                <a:ext cx="177840" cy="126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AE588F6-4D65-BF1F-B26D-09620B15EB4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667864" y="4800456"/>
                  <a:ext cx="213480" cy="16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2720D8C6-5A26-04CE-BAD7-201795DCC581}"/>
                  </a:ext>
                </a:extLst>
              </p14:cNvPr>
              <p14:cNvContentPartPr/>
              <p14:nvPr/>
            </p14:nvContentPartPr>
            <p14:xfrm>
              <a:off x="10241064" y="3315816"/>
              <a:ext cx="304920" cy="8449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2720D8C6-5A26-04CE-BAD7-201795DCC58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0223064" y="3298176"/>
                <a:ext cx="340560" cy="88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3CF53778-E3AE-0470-5993-B18DAA27A3CD}"/>
              </a:ext>
            </a:extLst>
          </p:cNvPr>
          <p:cNvGrpSpPr/>
          <p:nvPr/>
        </p:nvGrpSpPr>
        <p:grpSpPr>
          <a:xfrm>
            <a:off x="8164584" y="4225536"/>
            <a:ext cx="853560" cy="329760"/>
            <a:chOff x="8164584" y="4225536"/>
            <a:chExt cx="853560" cy="3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CCAAC7A-3C96-E70F-3231-D613E1FF9C44}"/>
                    </a:ext>
                  </a:extLst>
                </p14:cNvPr>
                <p14:cNvContentPartPr/>
                <p14:nvPr/>
              </p14:nvContentPartPr>
              <p14:xfrm>
                <a:off x="8262864" y="4345416"/>
                <a:ext cx="185400" cy="106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CCAAC7A-3C96-E70F-3231-D613E1FF9C4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244864" y="4327416"/>
                  <a:ext cx="2210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0ADA723-8238-C03C-1854-C5C46704874D}"/>
                    </a:ext>
                  </a:extLst>
                </p14:cNvPr>
                <p14:cNvContentPartPr/>
                <p14:nvPr/>
              </p14:nvContentPartPr>
              <p14:xfrm>
                <a:off x="8164584" y="4249296"/>
                <a:ext cx="378000" cy="298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0ADA723-8238-C03C-1854-C5C46704874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146584" y="4231656"/>
                  <a:ext cx="4136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AB49C60-6662-8017-B0A6-CDC9C9F8C472}"/>
                    </a:ext>
                  </a:extLst>
                </p14:cNvPr>
                <p14:cNvContentPartPr/>
                <p14:nvPr/>
              </p14:nvContentPartPr>
              <p14:xfrm>
                <a:off x="8740224" y="4314096"/>
                <a:ext cx="177120" cy="158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AB49C60-6662-8017-B0A6-CDC9C9F8C47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722224" y="4296096"/>
                  <a:ext cx="2127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4C9E551-A748-36C0-E991-22F3FA161BD1}"/>
                    </a:ext>
                  </a:extLst>
                </p14:cNvPr>
                <p14:cNvContentPartPr/>
                <p14:nvPr/>
              </p14:nvContentPartPr>
              <p14:xfrm>
                <a:off x="8640144" y="4225536"/>
                <a:ext cx="378000" cy="329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4C9E551-A748-36C0-E991-22F3FA161BD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622504" y="4207896"/>
                  <a:ext cx="413640" cy="36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E5E5633-C155-927A-573C-BEDBC63C6773}"/>
              </a:ext>
            </a:extLst>
          </p:cNvPr>
          <p:cNvGrpSpPr/>
          <p:nvPr/>
        </p:nvGrpSpPr>
        <p:grpSpPr>
          <a:xfrm>
            <a:off x="10516104" y="3594096"/>
            <a:ext cx="426600" cy="320040"/>
            <a:chOff x="10516104" y="3594096"/>
            <a:chExt cx="426600" cy="32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6ED7EA7-3CA2-677A-61F7-A8921532BB1C}"/>
                    </a:ext>
                  </a:extLst>
                </p14:cNvPr>
                <p14:cNvContentPartPr/>
                <p14:nvPr/>
              </p14:nvContentPartPr>
              <p14:xfrm>
                <a:off x="10616184" y="3692016"/>
                <a:ext cx="156240" cy="156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6ED7EA7-3CA2-677A-61F7-A8921532BB1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598544" y="3674376"/>
                  <a:ext cx="1918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EA7B2CC-21B6-2802-DC85-59D99004FD8F}"/>
                    </a:ext>
                  </a:extLst>
                </p14:cNvPr>
                <p14:cNvContentPartPr/>
                <p14:nvPr/>
              </p14:nvContentPartPr>
              <p14:xfrm>
                <a:off x="10516104" y="3594096"/>
                <a:ext cx="426600" cy="320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EA7B2CC-21B6-2802-DC85-59D99004FD8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498464" y="3576456"/>
                  <a:ext cx="462240" cy="355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B4446189-62EA-CC1B-4560-E05CA83E4637}"/>
                  </a:ext>
                </a:extLst>
              </p14:cNvPr>
              <p14:cNvContentPartPr/>
              <p14:nvPr/>
            </p14:nvContentPartPr>
            <p14:xfrm>
              <a:off x="9767664" y="2356056"/>
              <a:ext cx="60480" cy="475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B4446189-62EA-CC1B-4560-E05CA83E4637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9749664" y="2338416"/>
                <a:ext cx="96120" cy="8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6DDA8256-AC7A-5DD6-374F-7A5DAC3862EC}"/>
                  </a:ext>
                </a:extLst>
              </p14:cNvPr>
              <p14:cNvContentPartPr/>
              <p14:nvPr/>
            </p14:nvContentPartPr>
            <p14:xfrm>
              <a:off x="10340424" y="2388456"/>
              <a:ext cx="65520" cy="309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6DDA8256-AC7A-5DD6-374F-7A5DAC3862EC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0322784" y="2370816"/>
                <a:ext cx="10116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7B75E350-3089-2A90-FF5D-0BB8BCE93146}"/>
              </a:ext>
            </a:extLst>
          </p:cNvPr>
          <p:cNvGrpSpPr/>
          <p:nvPr/>
        </p:nvGrpSpPr>
        <p:grpSpPr>
          <a:xfrm>
            <a:off x="9602424" y="2761056"/>
            <a:ext cx="894240" cy="239040"/>
            <a:chOff x="9602424" y="2761056"/>
            <a:chExt cx="89424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51581A7-6284-89DA-3365-1C060C962501}"/>
                    </a:ext>
                  </a:extLst>
                </p14:cNvPr>
                <p14:cNvContentPartPr/>
                <p14:nvPr/>
              </p14:nvContentPartPr>
              <p14:xfrm>
                <a:off x="9790344" y="2848896"/>
                <a:ext cx="651600" cy="151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51581A7-6284-89DA-3365-1C060C96250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72344" y="2830896"/>
                  <a:ext cx="6872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951254D-881E-D11D-2245-ADEF168194B2}"/>
                    </a:ext>
                  </a:extLst>
                </p14:cNvPr>
                <p14:cNvContentPartPr/>
                <p14:nvPr/>
              </p14:nvContentPartPr>
              <p14:xfrm>
                <a:off x="10414584" y="2804616"/>
                <a:ext cx="82080" cy="87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951254D-881E-D11D-2245-ADEF168194B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96944" y="2786616"/>
                  <a:ext cx="1177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87A8007-C872-ED75-9F29-A0D2D116C65B}"/>
                    </a:ext>
                  </a:extLst>
                </p14:cNvPr>
                <p14:cNvContentPartPr/>
                <p14:nvPr/>
              </p14:nvContentPartPr>
              <p14:xfrm>
                <a:off x="9706464" y="2821536"/>
                <a:ext cx="114480" cy="86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87A8007-C872-ED75-9F29-A0D2D116C65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88464" y="2803536"/>
                  <a:ext cx="150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5E4451B-F3DC-6488-5BC9-7BE98F3548E0}"/>
                    </a:ext>
                  </a:extLst>
                </p14:cNvPr>
                <p14:cNvContentPartPr/>
                <p14:nvPr/>
              </p14:nvContentPartPr>
              <p14:xfrm>
                <a:off x="9602424" y="2761056"/>
                <a:ext cx="181800" cy="105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5E4451B-F3DC-6488-5BC9-7BE98F3548E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584424" y="2743416"/>
                  <a:ext cx="217440" cy="14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AE539F5-1814-F360-E50D-DDCA801CDAED}"/>
                  </a:ext>
                </a:extLst>
              </p14:cNvPr>
              <p14:cNvContentPartPr/>
              <p14:nvPr/>
            </p14:nvContentPartPr>
            <p14:xfrm>
              <a:off x="9732744" y="2354256"/>
              <a:ext cx="96480" cy="7848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AE539F5-1814-F360-E50D-DDCA801CDAED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715104" y="2336256"/>
                <a:ext cx="13212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2C841379-515F-EBF3-5CD8-636904F768F6}"/>
                  </a:ext>
                </a:extLst>
              </p14:cNvPr>
              <p14:cNvContentPartPr/>
              <p14:nvPr/>
            </p14:nvContentPartPr>
            <p14:xfrm>
              <a:off x="10298304" y="2368296"/>
              <a:ext cx="97920" cy="932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2C841379-515F-EBF3-5CD8-636904F768F6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280664" y="2350296"/>
                <a:ext cx="133560" cy="128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45105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7D97-80EF-453D-D43C-D36A5311A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5E41BDB-051D-1855-7891-957FC4E35013}"/>
              </a:ext>
            </a:extLst>
          </p:cNvPr>
          <p:cNvSpPr txBox="1"/>
          <p:nvPr/>
        </p:nvSpPr>
        <p:spPr>
          <a:xfrm>
            <a:off x="148336" y="199104"/>
            <a:ext cx="1029208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asks: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“What is refund policy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Academy?”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system: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Searches company docs 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Finds policy text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Sends it to model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 answers using that info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D37DA83-1A71-D62B-B101-716E04DB2B4F}"/>
              </a:ext>
            </a:extLst>
          </p:cNvPr>
          <p:cNvSpPr/>
          <p:nvPr/>
        </p:nvSpPr>
        <p:spPr>
          <a:xfrm>
            <a:off x="9455904" y="2093976"/>
            <a:ext cx="1306584" cy="11247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2B65D29-3E6A-DBFC-211B-A76A0C88A552}"/>
              </a:ext>
            </a:extLst>
          </p:cNvPr>
          <p:cNvSpPr/>
          <p:nvPr/>
        </p:nvSpPr>
        <p:spPr>
          <a:xfrm>
            <a:off x="8912352" y="4386072"/>
            <a:ext cx="2316480" cy="96926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  <a:p>
            <a:pPr algn="ctr"/>
            <a:r>
              <a:rPr lang="en-US" dirty="0"/>
              <a:t>(ChatGPT,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89137A8-EBA8-D23C-BFF2-8187DA89D590}"/>
              </a:ext>
            </a:extLst>
          </p:cNvPr>
          <p:cNvGrpSpPr/>
          <p:nvPr/>
        </p:nvGrpSpPr>
        <p:grpSpPr>
          <a:xfrm>
            <a:off x="9455904" y="3291696"/>
            <a:ext cx="337680" cy="907560"/>
            <a:chOff x="9455904" y="3291696"/>
            <a:chExt cx="337680" cy="90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45DE571-067B-A557-47D4-49A626EF085E}"/>
                    </a:ext>
                  </a:extLst>
                </p14:cNvPr>
                <p14:cNvContentPartPr/>
                <p14:nvPr/>
              </p14:nvContentPartPr>
              <p14:xfrm>
                <a:off x="9455904" y="3291696"/>
                <a:ext cx="234720" cy="851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45DE571-067B-A557-47D4-49A626EF085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437904" y="3273696"/>
                  <a:ext cx="270360" cy="88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C53BB46-7730-E02C-615B-AF79DE78261A}"/>
                    </a:ext>
                  </a:extLst>
                </p14:cNvPr>
                <p14:cNvContentPartPr/>
                <p14:nvPr/>
              </p14:nvContentPartPr>
              <p14:xfrm>
                <a:off x="9515664" y="4010976"/>
                <a:ext cx="277920" cy="188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C53BB46-7730-E02C-615B-AF79DE78261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497664" y="3993336"/>
                  <a:ext cx="31356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60D67BC-1628-270C-68A6-DFAF7A4909AD}"/>
              </a:ext>
            </a:extLst>
          </p:cNvPr>
          <p:cNvGrpSpPr/>
          <p:nvPr/>
        </p:nvGrpSpPr>
        <p:grpSpPr>
          <a:xfrm>
            <a:off x="8273664" y="3241296"/>
            <a:ext cx="894600" cy="563760"/>
            <a:chOff x="8273664" y="3241296"/>
            <a:chExt cx="894600" cy="56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642A0D7-AAAD-37C6-C6EE-9FC5F84410CD}"/>
                    </a:ext>
                  </a:extLst>
                </p14:cNvPr>
                <p14:cNvContentPartPr/>
                <p14:nvPr/>
              </p14:nvContentPartPr>
              <p14:xfrm>
                <a:off x="8996904" y="3554856"/>
                <a:ext cx="20880" cy="142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642A0D7-AAAD-37C6-C6EE-9FC5F84410C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979264" y="3536856"/>
                  <a:ext cx="565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14ABEF1-1A54-982B-759C-036935765DE6}"/>
                    </a:ext>
                  </a:extLst>
                </p14:cNvPr>
                <p14:cNvContentPartPr/>
                <p14:nvPr/>
              </p14:nvContentPartPr>
              <p14:xfrm>
                <a:off x="8814384" y="3456216"/>
                <a:ext cx="353880" cy="348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14ABEF1-1A54-982B-759C-036935765DE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96744" y="3438216"/>
                  <a:ext cx="38952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ECCDE6E-E3AF-5365-1871-B15F2C9F9586}"/>
                    </a:ext>
                  </a:extLst>
                </p14:cNvPr>
                <p14:cNvContentPartPr/>
                <p14:nvPr/>
              </p14:nvContentPartPr>
              <p14:xfrm>
                <a:off x="8273664" y="3284496"/>
                <a:ext cx="142560" cy="230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ECCDE6E-E3AF-5365-1871-B15F2C9F958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6024" y="3266496"/>
                  <a:ext cx="1782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5A86506-0D97-66E4-EFD8-89EB0478880C}"/>
                    </a:ext>
                  </a:extLst>
                </p14:cNvPr>
                <p14:cNvContentPartPr/>
                <p14:nvPr/>
              </p14:nvContentPartPr>
              <p14:xfrm>
                <a:off x="8304264" y="3411936"/>
                <a:ext cx="70560" cy="26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5A86506-0D97-66E4-EFD8-89EB0478880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86264" y="3393936"/>
                  <a:ext cx="1062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54A921F-B879-5492-786E-A16FAE664C5D}"/>
                    </a:ext>
                  </a:extLst>
                </p14:cNvPr>
                <p14:cNvContentPartPr/>
                <p14:nvPr/>
              </p14:nvContentPartPr>
              <p14:xfrm>
                <a:off x="8469864" y="3337056"/>
                <a:ext cx="144000" cy="130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54A921F-B879-5492-786E-A16FAE664C5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451864" y="3319056"/>
                  <a:ext cx="1796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FBBC30D-730C-C808-E59F-C5D92816A7E0}"/>
                    </a:ext>
                  </a:extLst>
                </p14:cNvPr>
                <p14:cNvContentPartPr/>
                <p14:nvPr/>
              </p14:nvContentPartPr>
              <p14:xfrm>
                <a:off x="8612064" y="3241296"/>
                <a:ext cx="74880" cy="203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FBBC30D-730C-C808-E59F-C5D92816A7E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94424" y="3223296"/>
                  <a:ext cx="1105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71D0262-2CB3-4D39-02CA-ACFC7B9C6092}"/>
                    </a:ext>
                  </a:extLst>
                </p14:cNvPr>
                <p14:cNvContentPartPr/>
                <p14:nvPr/>
              </p14:nvContentPartPr>
              <p14:xfrm>
                <a:off x="8666784" y="3316536"/>
                <a:ext cx="156240" cy="1112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71D0262-2CB3-4D39-02CA-ACFC7B9C609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49144" y="3298536"/>
                  <a:ext cx="1918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CF2D15E-0935-D1E5-47EE-47BC9D7C2B90}"/>
                    </a:ext>
                  </a:extLst>
                </p14:cNvPr>
                <p14:cNvContentPartPr/>
                <p14:nvPr/>
              </p14:nvContentPartPr>
              <p14:xfrm>
                <a:off x="8856864" y="3309696"/>
                <a:ext cx="109080" cy="93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CF2D15E-0935-D1E5-47EE-47BC9D7C2B9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839224" y="3292056"/>
                  <a:ext cx="144720" cy="12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7B0B57-E7AF-251D-BBB2-E8B0681FED83}"/>
              </a:ext>
            </a:extLst>
          </p:cNvPr>
          <p:cNvGrpSpPr/>
          <p:nvPr/>
        </p:nvGrpSpPr>
        <p:grpSpPr>
          <a:xfrm>
            <a:off x="8311824" y="4818096"/>
            <a:ext cx="551520" cy="126360"/>
            <a:chOff x="8311824" y="4818096"/>
            <a:chExt cx="551520" cy="12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C2AEB44-F845-5809-08FF-3BEF2EBED4B9}"/>
                    </a:ext>
                  </a:extLst>
                </p14:cNvPr>
                <p14:cNvContentPartPr/>
                <p14:nvPr/>
              </p14:nvContentPartPr>
              <p14:xfrm>
                <a:off x="8311824" y="4866336"/>
                <a:ext cx="507960" cy="25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C2AEB44-F845-5809-08FF-3BEF2EBED4B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294184" y="4848696"/>
                  <a:ext cx="5436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257939D-D54D-3274-5FE4-85C455F4BFCA}"/>
                    </a:ext>
                  </a:extLst>
                </p14:cNvPr>
                <p14:cNvContentPartPr/>
                <p14:nvPr/>
              </p14:nvContentPartPr>
              <p14:xfrm>
                <a:off x="8685504" y="4818096"/>
                <a:ext cx="177840" cy="126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257939D-D54D-3274-5FE4-85C455F4BFC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667864" y="4800456"/>
                  <a:ext cx="213480" cy="16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A95DDA06-CBD5-0822-F3B9-8C4AFD7A0AB2}"/>
                  </a:ext>
                </a:extLst>
              </p14:cNvPr>
              <p14:cNvContentPartPr/>
              <p14:nvPr/>
            </p14:nvContentPartPr>
            <p14:xfrm>
              <a:off x="10241064" y="3315816"/>
              <a:ext cx="304920" cy="844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A95DDA06-CBD5-0822-F3B9-8C4AFD7A0AB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0223064" y="3298176"/>
                <a:ext cx="340560" cy="88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C2576C92-A0AD-6B99-EC05-847A8A544211}"/>
              </a:ext>
            </a:extLst>
          </p:cNvPr>
          <p:cNvGrpSpPr/>
          <p:nvPr/>
        </p:nvGrpSpPr>
        <p:grpSpPr>
          <a:xfrm>
            <a:off x="8164584" y="4225536"/>
            <a:ext cx="853560" cy="329760"/>
            <a:chOff x="8164584" y="4225536"/>
            <a:chExt cx="853560" cy="3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5F043F1-9DDE-2985-6BCA-4894F52D319C}"/>
                    </a:ext>
                  </a:extLst>
                </p14:cNvPr>
                <p14:cNvContentPartPr/>
                <p14:nvPr/>
              </p14:nvContentPartPr>
              <p14:xfrm>
                <a:off x="8262864" y="4345416"/>
                <a:ext cx="185400" cy="10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5F043F1-9DDE-2985-6BCA-4894F52D319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244864" y="4327416"/>
                  <a:ext cx="2210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ABE0034-F7A0-A042-CDCC-035C11217F85}"/>
                    </a:ext>
                  </a:extLst>
                </p14:cNvPr>
                <p14:cNvContentPartPr/>
                <p14:nvPr/>
              </p14:nvContentPartPr>
              <p14:xfrm>
                <a:off x="8164584" y="4249296"/>
                <a:ext cx="378000" cy="298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ABE0034-F7A0-A042-CDCC-035C11217F8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146584" y="4231656"/>
                  <a:ext cx="4136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4A02EC4-37C8-4AFA-68A8-C6EBA9CF1575}"/>
                    </a:ext>
                  </a:extLst>
                </p14:cNvPr>
                <p14:cNvContentPartPr/>
                <p14:nvPr/>
              </p14:nvContentPartPr>
              <p14:xfrm>
                <a:off x="8740224" y="4314096"/>
                <a:ext cx="177120" cy="158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4A02EC4-37C8-4AFA-68A8-C6EBA9CF157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722224" y="4296096"/>
                  <a:ext cx="2127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404F060-5E7F-A566-1C7A-E26F2E37D074}"/>
                    </a:ext>
                  </a:extLst>
                </p14:cNvPr>
                <p14:cNvContentPartPr/>
                <p14:nvPr/>
              </p14:nvContentPartPr>
              <p14:xfrm>
                <a:off x="8640144" y="4225536"/>
                <a:ext cx="378000" cy="329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404F060-5E7F-A566-1C7A-E26F2E37D07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622504" y="4207896"/>
                  <a:ext cx="413640" cy="36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2B7E829-6ED8-665F-94C8-33AED7DAF9F5}"/>
              </a:ext>
            </a:extLst>
          </p:cNvPr>
          <p:cNvGrpSpPr/>
          <p:nvPr/>
        </p:nvGrpSpPr>
        <p:grpSpPr>
          <a:xfrm>
            <a:off x="10516104" y="3594096"/>
            <a:ext cx="426600" cy="320040"/>
            <a:chOff x="10516104" y="3594096"/>
            <a:chExt cx="426600" cy="32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3DA4CF9-9F1F-DE98-C433-C28539D16049}"/>
                    </a:ext>
                  </a:extLst>
                </p14:cNvPr>
                <p14:cNvContentPartPr/>
                <p14:nvPr/>
              </p14:nvContentPartPr>
              <p14:xfrm>
                <a:off x="10616184" y="3692016"/>
                <a:ext cx="156240" cy="156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3DA4CF9-9F1F-DE98-C433-C28539D1604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598544" y="3674376"/>
                  <a:ext cx="1918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FC52A01-A7BD-EE50-8C04-650449BE3508}"/>
                    </a:ext>
                  </a:extLst>
                </p14:cNvPr>
                <p14:cNvContentPartPr/>
                <p14:nvPr/>
              </p14:nvContentPartPr>
              <p14:xfrm>
                <a:off x="10516104" y="3594096"/>
                <a:ext cx="426600" cy="320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FC52A01-A7BD-EE50-8C04-650449BE350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498464" y="3576456"/>
                  <a:ext cx="462240" cy="355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1B3A9C33-1DA7-4C9C-ED83-CA8C5A61BCDE}"/>
                  </a:ext>
                </a:extLst>
              </p14:cNvPr>
              <p14:cNvContentPartPr/>
              <p14:nvPr/>
            </p14:nvContentPartPr>
            <p14:xfrm>
              <a:off x="9767664" y="2356056"/>
              <a:ext cx="60480" cy="475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1B3A9C33-1DA7-4C9C-ED83-CA8C5A61BCDE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9749664" y="2338416"/>
                <a:ext cx="96120" cy="8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3E1B4303-7272-A836-1F41-4D9B602798B2}"/>
                  </a:ext>
                </a:extLst>
              </p14:cNvPr>
              <p14:cNvContentPartPr/>
              <p14:nvPr/>
            </p14:nvContentPartPr>
            <p14:xfrm>
              <a:off x="10340424" y="2388456"/>
              <a:ext cx="65520" cy="309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3E1B4303-7272-A836-1F41-4D9B602798B2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0322784" y="2370816"/>
                <a:ext cx="10116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7FB528A8-1001-7FCD-6585-099D50C06B17}"/>
              </a:ext>
            </a:extLst>
          </p:cNvPr>
          <p:cNvGrpSpPr/>
          <p:nvPr/>
        </p:nvGrpSpPr>
        <p:grpSpPr>
          <a:xfrm>
            <a:off x="9602424" y="2761056"/>
            <a:ext cx="894240" cy="239040"/>
            <a:chOff x="9602424" y="2761056"/>
            <a:chExt cx="89424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3678A5C-12BF-68D8-EE70-C6EA290CBB70}"/>
                    </a:ext>
                  </a:extLst>
                </p14:cNvPr>
                <p14:cNvContentPartPr/>
                <p14:nvPr/>
              </p14:nvContentPartPr>
              <p14:xfrm>
                <a:off x="9790344" y="2848896"/>
                <a:ext cx="651600" cy="151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3678A5C-12BF-68D8-EE70-C6EA290CBB7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72344" y="2830896"/>
                  <a:ext cx="6872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F23BB7B-18FE-D3CE-30CE-BD309EEFF823}"/>
                    </a:ext>
                  </a:extLst>
                </p14:cNvPr>
                <p14:cNvContentPartPr/>
                <p14:nvPr/>
              </p14:nvContentPartPr>
              <p14:xfrm>
                <a:off x="10414584" y="2804616"/>
                <a:ext cx="82080" cy="874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F23BB7B-18FE-D3CE-30CE-BD309EEFF82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96944" y="2786616"/>
                  <a:ext cx="1177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4CAD0DC-8B1E-5676-FA36-A4FD3ECCFD88}"/>
                    </a:ext>
                  </a:extLst>
                </p14:cNvPr>
                <p14:cNvContentPartPr/>
                <p14:nvPr/>
              </p14:nvContentPartPr>
              <p14:xfrm>
                <a:off x="9706464" y="2821536"/>
                <a:ext cx="114480" cy="86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4CAD0DC-8B1E-5676-FA36-A4FD3ECCFD8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88464" y="2803536"/>
                  <a:ext cx="150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DF2FA98-8961-A586-A73C-76B04E6C216B}"/>
                    </a:ext>
                  </a:extLst>
                </p14:cNvPr>
                <p14:cNvContentPartPr/>
                <p14:nvPr/>
              </p14:nvContentPartPr>
              <p14:xfrm>
                <a:off x="9602424" y="2761056"/>
                <a:ext cx="181800" cy="105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DF2FA98-8961-A586-A73C-76B04E6C21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584424" y="2743416"/>
                  <a:ext cx="217440" cy="14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772574C8-817C-E97A-E82A-C22644CAB327}"/>
                  </a:ext>
                </a:extLst>
              </p14:cNvPr>
              <p14:cNvContentPartPr/>
              <p14:nvPr/>
            </p14:nvContentPartPr>
            <p14:xfrm>
              <a:off x="9732744" y="2354256"/>
              <a:ext cx="96480" cy="784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772574C8-817C-E97A-E82A-C22644CAB327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715104" y="2336256"/>
                <a:ext cx="13212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14F868A0-6088-4ED7-7C95-8F0AD8B049C9}"/>
                  </a:ext>
                </a:extLst>
              </p14:cNvPr>
              <p14:cNvContentPartPr/>
              <p14:nvPr/>
            </p14:nvContentPartPr>
            <p14:xfrm>
              <a:off x="10298304" y="2368296"/>
              <a:ext cx="97920" cy="9324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14F868A0-6088-4ED7-7C95-8F0AD8B049C9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280664" y="2350296"/>
                <a:ext cx="133560" cy="128880"/>
              </a:xfrm>
              <a:prstGeom prst="rect">
                <a:avLst/>
              </a:prstGeom>
            </p:spPr>
          </p:pic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372AFCF9-BDEE-FAE2-FD75-876BE4523C50}"/>
              </a:ext>
            </a:extLst>
          </p:cNvPr>
          <p:cNvSpPr/>
          <p:nvPr/>
        </p:nvSpPr>
        <p:spPr>
          <a:xfrm>
            <a:off x="6684264" y="4532376"/>
            <a:ext cx="1499616" cy="79857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Private Data</a:t>
            </a:r>
          </a:p>
          <a:p>
            <a:pPr algn="ctr"/>
            <a:r>
              <a:rPr lang="en-US" dirty="0" err="1"/>
              <a:t>Loxford</a:t>
            </a:r>
            <a:r>
              <a:rPr lang="en-US" dirty="0"/>
              <a:t> Academy</a:t>
            </a:r>
          </a:p>
        </p:txBody>
      </p:sp>
    </p:spTree>
    <p:extLst>
      <p:ext uri="{BB962C8B-B14F-4D97-AF65-F5344CB8AC3E}">
        <p14:creationId xmlns:p14="http://schemas.microsoft.com/office/powerpoint/2010/main" val="38432397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1539F-183D-0BF4-93D5-58F6A5F71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51C0798-4C17-6C1D-5770-50FEFDD72498}"/>
              </a:ext>
            </a:extLst>
          </p:cNvPr>
          <p:cNvSpPr txBox="1"/>
          <p:nvPr/>
        </p:nvSpPr>
        <p:spPr>
          <a:xfrm>
            <a:off x="148336" y="199104"/>
            <a:ext cx="1029208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When to use RAG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have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dynamic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(docs change often)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want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factual accuracy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need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source-based answers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43DE1B0-A56D-2FF2-6CB4-F21652857B32}"/>
              </a:ext>
            </a:extLst>
          </p:cNvPr>
          <p:cNvSpPr/>
          <p:nvPr/>
        </p:nvSpPr>
        <p:spPr>
          <a:xfrm>
            <a:off x="9455904" y="2093976"/>
            <a:ext cx="1306584" cy="11247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FA593C4-1615-8BDE-A473-76A5CC590E9D}"/>
              </a:ext>
            </a:extLst>
          </p:cNvPr>
          <p:cNvSpPr/>
          <p:nvPr/>
        </p:nvSpPr>
        <p:spPr>
          <a:xfrm>
            <a:off x="8912352" y="4386072"/>
            <a:ext cx="2316480" cy="96926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  <a:p>
            <a:pPr algn="ctr"/>
            <a:r>
              <a:rPr lang="en-US" dirty="0"/>
              <a:t>(ChatGPT,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B1AEDE1-5211-9EBB-3F89-D9605BCCF156}"/>
              </a:ext>
            </a:extLst>
          </p:cNvPr>
          <p:cNvGrpSpPr/>
          <p:nvPr/>
        </p:nvGrpSpPr>
        <p:grpSpPr>
          <a:xfrm>
            <a:off x="9455904" y="3291696"/>
            <a:ext cx="337680" cy="907560"/>
            <a:chOff x="9455904" y="3291696"/>
            <a:chExt cx="337680" cy="90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E1990FC-FC08-4E84-2177-D40F102A6D68}"/>
                    </a:ext>
                  </a:extLst>
                </p14:cNvPr>
                <p14:cNvContentPartPr/>
                <p14:nvPr/>
              </p14:nvContentPartPr>
              <p14:xfrm>
                <a:off x="9455904" y="3291696"/>
                <a:ext cx="234720" cy="851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E1990FC-FC08-4E84-2177-D40F102A6D6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437904" y="3273696"/>
                  <a:ext cx="270360" cy="88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E7C10EF-F3E9-CE77-7C0D-1669964B706B}"/>
                    </a:ext>
                  </a:extLst>
                </p14:cNvPr>
                <p14:cNvContentPartPr/>
                <p14:nvPr/>
              </p14:nvContentPartPr>
              <p14:xfrm>
                <a:off x="9515664" y="4010976"/>
                <a:ext cx="277920" cy="188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E7C10EF-F3E9-CE77-7C0D-1669964B706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497664" y="3993336"/>
                  <a:ext cx="31356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76A9D55-C851-A023-0B35-DF402DCF8F52}"/>
              </a:ext>
            </a:extLst>
          </p:cNvPr>
          <p:cNvGrpSpPr/>
          <p:nvPr/>
        </p:nvGrpSpPr>
        <p:grpSpPr>
          <a:xfrm>
            <a:off x="8273664" y="3241296"/>
            <a:ext cx="894600" cy="563760"/>
            <a:chOff x="8273664" y="3241296"/>
            <a:chExt cx="894600" cy="56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6DB53D7-09AD-AA9E-D0BB-4631C8E41BB2}"/>
                    </a:ext>
                  </a:extLst>
                </p14:cNvPr>
                <p14:cNvContentPartPr/>
                <p14:nvPr/>
              </p14:nvContentPartPr>
              <p14:xfrm>
                <a:off x="8996904" y="3554856"/>
                <a:ext cx="20880" cy="142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6DB53D7-09AD-AA9E-D0BB-4631C8E41BB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979264" y="3536856"/>
                  <a:ext cx="565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FB4C261-F972-424E-DFE4-F4F460EAD062}"/>
                    </a:ext>
                  </a:extLst>
                </p14:cNvPr>
                <p14:cNvContentPartPr/>
                <p14:nvPr/>
              </p14:nvContentPartPr>
              <p14:xfrm>
                <a:off x="8814384" y="3456216"/>
                <a:ext cx="353880" cy="348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FB4C261-F972-424E-DFE4-F4F460EAD06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96744" y="3438216"/>
                  <a:ext cx="38952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D00FC5C-79AC-F6FD-36A8-AE861101D35D}"/>
                    </a:ext>
                  </a:extLst>
                </p14:cNvPr>
                <p14:cNvContentPartPr/>
                <p14:nvPr/>
              </p14:nvContentPartPr>
              <p14:xfrm>
                <a:off x="8273664" y="3284496"/>
                <a:ext cx="142560" cy="230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D00FC5C-79AC-F6FD-36A8-AE861101D35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6024" y="3266496"/>
                  <a:ext cx="1782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086B5F1-3B72-D86A-989D-8C39E5CA975F}"/>
                    </a:ext>
                  </a:extLst>
                </p14:cNvPr>
                <p14:cNvContentPartPr/>
                <p14:nvPr/>
              </p14:nvContentPartPr>
              <p14:xfrm>
                <a:off x="8304264" y="3411936"/>
                <a:ext cx="70560" cy="26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086B5F1-3B72-D86A-989D-8C39E5CA975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86264" y="3393936"/>
                  <a:ext cx="1062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098D440-37D5-7A78-C66B-ED19A0447C04}"/>
                    </a:ext>
                  </a:extLst>
                </p14:cNvPr>
                <p14:cNvContentPartPr/>
                <p14:nvPr/>
              </p14:nvContentPartPr>
              <p14:xfrm>
                <a:off x="8469864" y="3337056"/>
                <a:ext cx="144000" cy="130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098D440-37D5-7A78-C66B-ED19A0447C0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451864" y="3319056"/>
                  <a:ext cx="1796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529948A-01BB-C70E-BC06-03D9F6F9CF20}"/>
                    </a:ext>
                  </a:extLst>
                </p14:cNvPr>
                <p14:cNvContentPartPr/>
                <p14:nvPr/>
              </p14:nvContentPartPr>
              <p14:xfrm>
                <a:off x="8612064" y="3241296"/>
                <a:ext cx="74880" cy="203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529948A-01BB-C70E-BC06-03D9F6F9CF2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94424" y="3223296"/>
                  <a:ext cx="1105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CEB4358-6AFA-285D-22DA-0EB647489CEE}"/>
                    </a:ext>
                  </a:extLst>
                </p14:cNvPr>
                <p14:cNvContentPartPr/>
                <p14:nvPr/>
              </p14:nvContentPartPr>
              <p14:xfrm>
                <a:off x="8666784" y="3316536"/>
                <a:ext cx="156240" cy="1112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CEB4358-6AFA-285D-22DA-0EB647489CE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49144" y="3298536"/>
                  <a:ext cx="1918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B1161D8-35EA-CC9E-3D42-DDCC3DA4C0C7}"/>
                    </a:ext>
                  </a:extLst>
                </p14:cNvPr>
                <p14:cNvContentPartPr/>
                <p14:nvPr/>
              </p14:nvContentPartPr>
              <p14:xfrm>
                <a:off x="8856864" y="3309696"/>
                <a:ext cx="109080" cy="93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B1161D8-35EA-CC9E-3D42-DDCC3DA4C0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839224" y="3292056"/>
                  <a:ext cx="144720" cy="12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1B43953-BB47-0430-5434-81E7634C4BFC}"/>
              </a:ext>
            </a:extLst>
          </p:cNvPr>
          <p:cNvGrpSpPr/>
          <p:nvPr/>
        </p:nvGrpSpPr>
        <p:grpSpPr>
          <a:xfrm>
            <a:off x="8311824" y="4818096"/>
            <a:ext cx="551520" cy="126360"/>
            <a:chOff x="8311824" y="4818096"/>
            <a:chExt cx="551520" cy="12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F1F565C-8D90-EDAA-2512-2521F38CC5B6}"/>
                    </a:ext>
                  </a:extLst>
                </p14:cNvPr>
                <p14:cNvContentPartPr/>
                <p14:nvPr/>
              </p14:nvContentPartPr>
              <p14:xfrm>
                <a:off x="8311824" y="4866336"/>
                <a:ext cx="507960" cy="25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F1F565C-8D90-EDAA-2512-2521F38CC5B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294184" y="4848696"/>
                  <a:ext cx="5436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6316DC7-340E-B73F-B758-46853A46B395}"/>
                    </a:ext>
                  </a:extLst>
                </p14:cNvPr>
                <p14:cNvContentPartPr/>
                <p14:nvPr/>
              </p14:nvContentPartPr>
              <p14:xfrm>
                <a:off x="8685504" y="4818096"/>
                <a:ext cx="177840" cy="126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6316DC7-340E-B73F-B758-46853A46B39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667864" y="4800456"/>
                  <a:ext cx="213480" cy="16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949A8E1D-41EF-9CD9-5846-E7766EE7DE73}"/>
                  </a:ext>
                </a:extLst>
              </p14:cNvPr>
              <p14:cNvContentPartPr/>
              <p14:nvPr/>
            </p14:nvContentPartPr>
            <p14:xfrm>
              <a:off x="10241064" y="3315816"/>
              <a:ext cx="304920" cy="844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949A8E1D-41EF-9CD9-5846-E7766EE7DE73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0223064" y="3298176"/>
                <a:ext cx="340560" cy="88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7615EB88-8C74-A9C5-A7D6-2C8A9DA80651}"/>
              </a:ext>
            </a:extLst>
          </p:cNvPr>
          <p:cNvGrpSpPr/>
          <p:nvPr/>
        </p:nvGrpSpPr>
        <p:grpSpPr>
          <a:xfrm>
            <a:off x="8164584" y="4225536"/>
            <a:ext cx="853560" cy="329760"/>
            <a:chOff x="8164584" y="4225536"/>
            <a:chExt cx="853560" cy="3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EAB6A3C-AFB8-7C26-85C5-F66B7E552358}"/>
                    </a:ext>
                  </a:extLst>
                </p14:cNvPr>
                <p14:cNvContentPartPr/>
                <p14:nvPr/>
              </p14:nvContentPartPr>
              <p14:xfrm>
                <a:off x="8262864" y="4345416"/>
                <a:ext cx="185400" cy="10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EAB6A3C-AFB8-7C26-85C5-F66B7E55235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244864" y="4327416"/>
                  <a:ext cx="2210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5D4982F-D29F-813B-A14A-AC64954AA4DF}"/>
                    </a:ext>
                  </a:extLst>
                </p14:cNvPr>
                <p14:cNvContentPartPr/>
                <p14:nvPr/>
              </p14:nvContentPartPr>
              <p14:xfrm>
                <a:off x="8164584" y="4249296"/>
                <a:ext cx="378000" cy="298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5D4982F-D29F-813B-A14A-AC64954AA4D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146584" y="4231656"/>
                  <a:ext cx="4136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012A07F-9F7F-4F6C-AA81-F49C00B60C1B}"/>
                    </a:ext>
                  </a:extLst>
                </p14:cNvPr>
                <p14:cNvContentPartPr/>
                <p14:nvPr/>
              </p14:nvContentPartPr>
              <p14:xfrm>
                <a:off x="8740224" y="4314096"/>
                <a:ext cx="177120" cy="158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012A07F-9F7F-4F6C-AA81-F49C00B60C1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722224" y="4296096"/>
                  <a:ext cx="2127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D038038-A1B4-BC9E-D607-5C47554FF391}"/>
                    </a:ext>
                  </a:extLst>
                </p14:cNvPr>
                <p14:cNvContentPartPr/>
                <p14:nvPr/>
              </p14:nvContentPartPr>
              <p14:xfrm>
                <a:off x="8640144" y="4225536"/>
                <a:ext cx="378000" cy="329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D038038-A1B4-BC9E-D607-5C47554FF39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622504" y="4207896"/>
                  <a:ext cx="413640" cy="36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FFEBF09-8B22-126E-789D-33504FE86BC2}"/>
              </a:ext>
            </a:extLst>
          </p:cNvPr>
          <p:cNvGrpSpPr/>
          <p:nvPr/>
        </p:nvGrpSpPr>
        <p:grpSpPr>
          <a:xfrm>
            <a:off x="10516104" y="3594096"/>
            <a:ext cx="426600" cy="320040"/>
            <a:chOff x="10516104" y="3594096"/>
            <a:chExt cx="426600" cy="32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144ED6E-0DB1-885A-7E0E-6014E498B5A8}"/>
                    </a:ext>
                  </a:extLst>
                </p14:cNvPr>
                <p14:cNvContentPartPr/>
                <p14:nvPr/>
              </p14:nvContentPartPr>
              <p14:xfrm>
                <a:off x="10616184" y="3692016"/>
                <a:ext cx="156240" cy="156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144ED6E-0DB1-885A-7E0E-6014E498B5A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598544" y="3674376"/>
                  <a:ext cx="1918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0DA67AC-3C1C-D8DF-B552-A37BBAC40D3B}"/>
                    </a:ext>
                  </a:extLst>
                </p14:cNvPr>
                <p14:cNvContentPartPr/>
                <p14:nvPr/>
              </p14:nvContentPartPr>
              <p14:xfrm>
                <a:off x="10516104" y="3594096"/>
                <a:ext cx="426600" cy="320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0DA67AC-3C1C-D8DF-B552-A37BBAC40D3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498464" y="3576456"/>
                  <a:ext cx="462240" cy="355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185B485F-4B93-D247-165F-5DE8F6265047}"/>
                  </a:ext>
                </a:extLst>
              </p14:cNvPr>
              <p14:cNvContentPartPr/>
              <p14:nvPr/>
            </p14:nvContentPartPr>
            <p14:xfrm>
              <a:off x="9767664" y="2356056"/>
              <a:ext cx="60480" cy="475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185B485F-4B93-D247-165F-5DE8F6265047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9749664" y="2338416"/>
                <a:ext cx="96120" cy="8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5ED2B7CD-0559-4996-F71B-80D38FFE9D93}"/>
                  </a:ext>
                </a:extLst>
              </p14:cNvPr>
              <p14:cNvContentPartPr/>
              <p14:nvPr/>
            </p14:nvContentPartPr>
            <p14:xfrm>
              <a:off x="10340424" y="2388456"/>
              <a:ext cx="65520" cy="309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5ED2B7CD-0559-4996-F71B-80D38FFE9D93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0322784" y="2370816"/>
                <a:ext cx="10116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A72F6B61-DB0D-F419-5E68-26FDE1266D5C}"/>
              </a:ext>
            </a:extLst>
          </p:cNvPr>
          <p:cNvGrpSpPr/>
          <p:nvPr/>
        </p:nvGrpSpPr>
        <p:grpSpPr>
          <a:xfrm>
            <a:off x="9602424" y="2761056"/>
            <a:ext cx="894240" cy="239040"/>
            <a:chOff x="9602424" y="2761056"/>
            <a:chExt cx="89424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B66CE8A-B4A2-9A72-E2C9-25F5F26A0BBD}"/>
                    </a:ext>
                  </a:extLst>
                </p14:cNvPr>
                <p14:cNvContentPartPr/>
                <p14:nvPr/>
              </p14:nvContentPartPr>
              <p14:xfrm>
                <a:off x="9790344" y="2848896"/>
                <a:ext cx="651600" cy="151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B66CE8A-B4A2-9A72-E2C9-25F5F26A0BB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72344" y="2830896"/>
                  <a:ext cx="6872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9AD1F8B-0817-88CF-2FB9-E149FC2635B4}"/>
                    </a:ext>
                  </a:extLst>
                </p14:cNvPr>
                <p14:cNvContentPartPr/>
                <p14:nvPr/>
              </p14:nvContentPartPr>
              <p14:xfrm>
                <a:off x="10414584" y="2804616"/>
                <a:ext cx="82080" cy="874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9AD1F8B-0817-88CF-2FB9-E149FC2635B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96944" y="2786616"/>
                  <a:ext cx="1177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FD62D6F-46C1-4BB7-DD9C-B949FD4C06E8}"/>
                    </a:ext>
                  </a:extLst>
                </p14:cNvPr>
                <p14:cNvContentPartPr/>
                <p14:nvPr/>
              </p14:nvContentPartPr>
              <p14:xfrm>
                <a:off x="9706464" y="2821536"/>
                <a:ext cx="114480" cy="86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FD62D6F-46C1-4BB7-DD9C-B949FD4C06E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88464" y="2803536"/>
                  <a:ext cx="150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752437F-7BCF-AF10-7B9C-8AB7E20339E8}"/>
                    </a:ext>
                  </a:extLst>
                </p14:cNvPr>
                <p14:cNvContentPartPr/>
                <p14:nvPr/>
              </p14:nvContentPartPr>
              <p14:xfrm>
                <a:off x="9602424" y="2761056"/>
                <a:ext cx="181800" cy="105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752437F-7BCF-AF10-7B9C-8AB7E20339E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584424" y="2743416"/>
                  <a:ext cx="217440" cy="14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9A309FA7-805A-250D-FB06-398332B1F08B}"/>
                  </a:ext>
                </a:extLst>
              </p14:cNvPr>
              <p14:cNvContentPartPr/>
              <p14:nvPr/>
            </p14:nvContentPartPr>
            <p14:xfrm>
              <a:off x="9732744" y="2354256"/>
              <a:ext cx="96480" cy="784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9A309FA7-805A-250D-FB06-398332B1F08B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715104" y="2336256"/>
                <a:ext cx="13212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9AEA22CC-654A-11F2-FA11-283001CC5C2D}"/>
                  </a:ext>
                </a:extLst>
              </p14:cNvPr>
              <p14:cNvContentPartPr/>
              <p14:nvPr/>
            </p14:nvContentPartPr>
            <p14:xfrm>
              <a:off x="10298304" y="2368296"/>
              <a:ext cx="97920" cy="9324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9AEA22CC-654A-11F2-FA11-283001CC5C2D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280664" y="2350296"/>
                <a:ext cx="133560" cy="128880"/>
              </a:xfrm>
              <a:prstGeom prst="rect">
                <a:avLst/>
              </a:prstGeom>
            </p:spPr>
          </p:pic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52C15B74-7D77-9C75-BD21-C6725A977499}"/>
              </a:ext>
            </a:extLst>
          </p:cNvPr>
          <p:cNvSpPr/>
          <p:nvPr/>
        </p:nvSpPr>
        <p:spPr>
          <a:xfrm>
            <a:off x="6684264" y="4532376"/>
            <a:ext cx="1499616" cy="79857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Private Data</a:t>
            </a:r>
          </a:p>
        </p:txBody>
      </p:sp>
    </p:spTree>
    <p:extLst>
      <p:ext uri="{BB962C8B-B14F-4D97-AF65-F5344CB8AC3E}">
        <p14:creationId xmlns:p14="http://schemas.microsoft.com/office/powerpoint/2010/main" val="2883276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21FF5-3406-CFBC-6C62-17BFC58E5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30DCF83-6D85-9591-6FD1-E37A18C48F88}"/>
              </a:ext>
            </a:extLst>
          </p:cNvPr>
          <p:cNvSpPr txBox="1"/>
          <p:nvPr/>
        </p:nvSpPr>
        <p:spPr>
          <a:xfrm>
            <a:off x="148336" y="199104"/>
            <a:ext cx="1029208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Limitations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Depends on retrieval quality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Slightly more complex pipeline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Latency (search + generation)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F81A69F-1A54-1D7E-09CE-E5D99F09BBF9}"/>
              </a:ext>
            </a:extLst>
          </p:cNvPr>
          <p:cNvSpPr/>
          <p:nvPr/>
        </p:nvSpPr>
        <p:spPr>
          <a:xfrm>
            <a:off x="9455904" y="2093976"/>
            <a:ext cx="1306584" cy="11247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FE69B41-2950-4685-4F4C-49DE6E876946}"/>
              </a:ext>
            </a:extLst>
          </p:cNvPr>
          <p:cNvSpPr/>
          <p:nvPr/>
        </p:nvSpPr>
        <p:spPr>
          <a:xfrm>
            <a:off x="8912352" y="4386072"/>
            <a:ext cx="2316480" cy="96926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  <a:p>
            <a:pPr algn="ctr"/>
            <a:r>
              <a:rPr lang="en-US" dirty="0"/>
              <a:t>(ChatGPT,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A8905C9-B984-2484-A449-4A037DB1A80A}"/>
              </a:ext>
            </a:extLst>
          </p:cNvPr>
          <p:cNvGrpSpPr/>
          <p:nvPr/>
        </p:nvGrpSpPr>
        <p:grpSpPr>
          <a:xfrm>
            <a:off x="9455904" y="3291696"/>
            <a:ext cx="337680" cy="907560"/>
            <a:chOff x="9455904" y="3291696"/>
            <a:chExt cx="337680" cy="90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79ED83B-9F74-0F78-4E64-8B8618CADBBF}"/>
                    </a:ext>
                  </a:extLst>
                </p14:cNvPr>
                <p14:cNvContentPartPr/>
                <p14:nvPr/>
              </p14:nvContentPartPr>
              <p14:xfrm>
                <a:off x="9455904" y="3291696"/>
                <a:ext cx="234720" cy="851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79ED83B-9F74-0F78-4E64-8B8618CADBB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437904" y="3273696"/>
                  <a:ext cx="270360" cy="88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CDD112D-72FD-89A9-A284-2D74D5942758}"/>
                    </a:ext>
                  </a:extLst>
                </p14:cNvPr>
                <p14:cNvContentPartPr/>
                <p14:nvPr/>
              </p14:nvContentPartPr>
              <p14:xfrm>
                <a:off x="9515664" y="4010976"/>
                <a:ext cx="277920" cy="188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CDD112D-72FD-89A9-A284-2D74D594275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497664" y="3993336"/>
                  <a:ext cx="31356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8424848-D4C0-02AA-B738-3B62EFAA3239}"/>
              </a:ext>
            </a:extLst>
          </p:cNvPr>
          <p:cNvGrpSpPr/>
          <p:nvPr/>
        </p:nvGrpSpPr>
        <p:grpSpPr>
          <a:xfrm>
            <a:off x="8273664" y="3241296"/>
            <a:ext cx="894600" cy="563760"/>
            <a:chOff x="8273664" y="3241296"/>
            <a:chExt cx="894600" cy="56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FF26108-B75C-15B1-F854-DD29F3CCA67B}"/>
                    </a:ext>
                  </a:extLst>
                </p14:cNvPr>
                <p14:cNvContentPartPr/>
                <p14:nvPr/>
              </p14:nvContentPartPr>
              <p14:xfrm>
                <a:off x="8996904" y="3554856"/>
                <a:ext cx="20880" cy="142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FF26108-B75C-15B1-F854-DD29F3CCA67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979264" y="3536856"/>
                  <a:ext cx="565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D9EDB5E-3736-364E-0E00-79313BDCB596}"/>
                    </a:ext>
                  </a:extLst>
                </p14:cNvPr>
                <p14:cNvContentPartPr/>
                <p14:nvPr/>
              </p14:nvContentPartPr>
              <p14:xfrm>
                <a:off x="8814384" y="3456216"/>
                <a:ext cx="353880" cy="348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D9EDB5E-3736-364E-0E00-79313BDCB59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96744" y="3438216"/>
                  <a:ext cx="38952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63F3F90-ED54-30B5-4E4E-DEC6ED6BFADD}"/>
                    </a:ext>
                  </a:extLst>
                </p14:cNvPr>
                <p14:cNvContentPartPr/>
                <p14:nvPr/>
              </p14:nvContentPartPr>
              <p14:xfrm>
                <a:off x="8273664" y="3284496"/>
                <a:ext cx="142560" cy="230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63F3F90-ED54-30B5-4E4E-DEC6ED6BFAD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6024" y="3266496"/>
                  <a:ext cx="1782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3B0A8C6-E340-9A34-1ED8-765AD7D9FCE1}"/>
                    </a:ext>
                  </a:extLst>
                </p14:cNvPr>
                <p14:cNvContentPartPr/>
                <p14:nvPr/>
              </p14:nvContentPartPr>
              <p14:xfrm>
                <a:off x="8304264" y="3411936"/>
                <a:ext cx="70560" cy="26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3B0A8C6-E340-9A34-1ED8-765AD7D9FCE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86264" y="3393936"/>
                  <a:ext cx="1062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6305C3B-D16D-5878-BF72-4BDF290CEA7A}"/>
                    </a:ext>
                  </a:extLst>
                </p14:cNvPr>
                <p14:cNvContentPartPr/>
                <p14:nvPr/>
              </p14:nvContentPartPr>
              <p14:xfrm>
                <a:off x="8469864" y="3337056"/>
                <a:ext cx="144000" cy="130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6305C3B-D16D-5878-BF72-4BDF290CEA7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451864" y="3319056"/>
                  <a:ext cx="1796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E9CAC87-0378-F5F6-1060-1C8D4E4677FA}"/>
                    </a:ext>
                  </a:extLst>
                </p14:cNvPr>
                <p14:cNvContentPartPr/>
                <p14:nvPr/>
              </p14:nvContentPartPr>
              <p14:xfrm>
                <a:off x="8612064" y="3241296"/>
                <a:ext cx="74880" cy="203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E9CAC87-0378-F5F6-1060-1C8D4E4677F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94424" y="3223296"/>
                  <a:ext cx="1105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BB825B2-44CE-6586-6C34-7280F96DF0A2}"/>
                    </a:ext>
                  </a:extLst>
                </p14:cNvPr>
                <p14:cNvContentPartPr/>
                <p14:nvPr/>
              </p14:nvContentPartPr>
              <p14:xfrm>
                <a:off x="8666784" y="3316536"/>
                <a:ext cx="156240" cy="1112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BB825B2-44CE-6586-6C34-7280F96DF0A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49144" y="3298536"/>
                  <a:ext cx="1918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3E6F81D-A61E-E72D-DD36-B9AD6E970387}"/>
                    </a:ext>
                  </a:extLst>
                </p14:cNvPr>
                <p14:cNvContentPartPr/>
                <p14:nvPr/>
              </p14:nvContentPartPr>
              <p14:xfrm>
                <a:off x="8856864" y="3309696"/>
                <a:ext cx="109080" cy="93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3E6F81D-A61E-E72D-DD36-B9AD6E97038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839224" y="3292056"/>
                  <a:ext cx="144720" cy="12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A411F43-67CE-E30A-E4D3-F4C9A96C67ED}"/>
              </a:ext>
            </a:extLst>
          </p:cNvPr>
          <p:cNvGrpSpPr/>
          <p:nvPr/>
        </p:nvGrpSpPr>
        <p:grpSpPr>
          <a:xfrm>
            <a:off x="8311824" y="4818096"/>
            <a:ext cx="551520" cy="126360"/>
            <a:chOff x="8311824" y="4818096"/>
            <a:chExt cx="551520" cy="12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155CBA7-4AD9-B02D-201B-C25B1125C40D}"/>
                    </a:ext>
                  </a:extLst>
                </p14:cNvPr>
                <p14:cNvContentPartPr/>
                <p14:nvPr/>
              </p14:nvContentPartPr>
              <p14:xfrm>
                <a:off x="8311824" y="4866336"/>
                <a:ext cx="507960" cy="25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155CBA7-4AD9-B02D-201B-C25B1125C40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294184" y="4848696"/>
                  <a:ext cx="5436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DF82050-8FE7-7E55-2F40-DBA94B9411BA}"/>
                    </a:ext>
                  </a:extLst>
                </p14:cNvPr>
                <p14:cNvContentPartPr/>
                <p14:nvPr/>
              </p14:nvContentPartPr>
              <p14:xfrm>
                <a:off x="8685504" y="4818096"/>
                <a:ext cx="177840" cy="126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DF82050-8FE7-7E55-2F40-DBA94B9411B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667864" y="4800456"/>
                  <a:ext cx="213480" cy="16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8780809-C622-27EC-B8E5-5DE92E43FA43}"/>
                  </a:ext>
                </a:extLst>
              </p14:cNvPr>
              <p14:cNvContentPartPr/>
              <p14:nvPr/>
            </p14:nvContentPartPr>
            <p14:xfrm>
              <a:off x="10241064" y="3315816"/>
              <a:ext cx="304920" cy="844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8780809-C622-27EC-B8E5-5DE92E43FA43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0223064" y="3298176"/>
                <a:ext cx="340560" cy="88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8A8BD192-FDA5-90F7-FD2D-A7AB596C8DC7}"/>
              </a:ext>
            </a:extLst>
          </p:cNvPr>
          <p:cNvGrpSpPr/>
          <p:nvPr/>
        </p:nvGrpSpPr>
        <p:grpSpPr>
          <a:xfrm>
            <a:off x="8164584" y="4225536"/>
            <a:ext cx="853560" cy="329760"/>
            <a:chOff x="8164584" y="4225536"/>
            <a:chExt cx="853560" cy="3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FA0A8FF-9FE4-F909-39B9-58813182452F}"/>
                    </a:ext>
                  </a:extLst>
                </p14:cNvPr>
                <p14:cNvContentPartPr/>
                <p14:nvPr/>
              </p14:nvContentPartPr>
              <p14:xfrm>
                <a:off x="8262864" y="4345416"/>
                <a:ext cx="185400" cy="10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FA0A8FF-9FE4-F909-39B9-58813182452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244864" y="4327416"/>
                  <a:ext cx="2210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1864159-CDFD-3B3C-F6EE-7E5C16329A14}"/>
                    </a:ext>
                  </a:extLst>
                </p14:cNvPr>
                <p14:cNvContentPartPr/>
                <p14:nvPr/>
              </p14:nvContentPartPr>
              <p14:xfrm>
                <a:off x="8164584" y="4249296"/>
                <a:ext cx="378000" cy="298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1864159-CDFD-3B3C-F6EE-7E5C16329A1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146584" y="4231656"/>
                  <a:ext cx="4136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2C6898E-EBDC-01B8-ECAB-57B56227DA23}"/>
                    </a:ext>
                  </a:extLst>
                </p14:cNvPr>
                <p14:cNvContentPartPr/>
                <p14:nvPr/>
              </p14:nvContentPartPr>
              <p14:xfrm>
                <a:off x="8740224" y="4314096"/>
                <a:ext cx="177120" cy="158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2C6898E-EBDC-01B8-ECAB-57B56227DA2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722224" y="4296096"/>
                  <a:ext cx="2127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484729F-BCB1-A147-3FD6-4AA3967B4B1D}"/>
                    </a:ext>
                  </a:extLst>
                </p14:cNvPr>
                <p14:cNvContentPartPr/>
                <p14:nvPr/>
              </p14:nvContentPartPr>
              <p14:xfrm>
                <a:off x="8640144" y="4225536"/>
                <a:ext cx="378000" cy="329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484729F-BCB1-A147-3FD6-4AA3967B4B1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622504" y="4207896"/>
                  <a:ext cx="413640" cy="36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69E37AF-C4F7-54E1-4614-42CD14F43B5C}"/>
              </a:ext>
            </a:extLst>
          </p:cNvPr>
          <p:cNvGrpSpPr/>
          <p:nvPr/>
        </p:nvGrpSpPr>
        <p:grpSpPr>
          <a:xfrm>
            <a:off x="10516104" y="3594096"/>
            <a:ext cx="426600" cy="320040"/>
            <a:chOff x="10516104" y="3594096"/>
            <a:chExt cx="426600" cy="32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0960768-31CA-5FA2-1628-1ACCD8E15EE7}"/>
                    </a:ext>
                  </a:extLst>
                </p14:cNvPr>
                <p14:cNvContentPartPr/>
                <p14:nvPr/>
              </p14:nvContentPartPr>
              <p14:xfrm>
                <a:off x="10616184" y="3692016"/>
                <a:ext cx="156240" cy="156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0960768-31CA-5FA2-1628-1ACCD8E15EE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598544" y="3674376"/>
                  <a:ext cx="1918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1D7DC78-CA83-B56C-080F-C2EB0C2E1C7E}"/>
                    </a:ext>
                  </a:extLst>
                </p14:cNvPr>
                <p14:cNvContentPartPr/>
                <p14:nvPr/>
              </p14:nvContentPartPr>
              <p14:xfrm>
                <a:off x="10516104" y="3594096"/>
                <a:ext cx="426600" cy="320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1D7DC78-CA83-B56C-080F-C2EB0C2E1C7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498464" y="3576456"/>
                  <a:ext cx="462240" cy="355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C1B6CC49-F708-7486-8A40-AFC46A6AB3C7}"/>
                  </a:ext>
                </a:extLst>
              </p14:cNvPr>
              <p14:cNvContentPartPr/>
              <p14:nvPr/>
            </p14:nvContentPartPr>
            <p14:xfrm>
              <a:off x="9767664" y="2356056"/>
              <a:ext cx="60480" cy="475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C1B6CC49-F708-7486-8A40-AFC46A6AB3C7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9749664" y="2338416"/>
                <a:ext cx="96120" cy="8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CC91106B-9A36-221E-1298-F393BECA8BEE}"/>
                  </a:ext>
                </a:extLst>
              </p14:cNvPr>
              <p14:cNvContentPartPr/>
              <p14:nvPr/>
            </p14:nvContentPartPr>
            <p14:xfrm>
              <a:off x="10340424" y="2388456"/>
              <a:ext cx="65520" cy="309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CC91106B-9A36-221E-1298-F393BECA8BE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0322784" y="2370816"/>
                <a:ext cx="10116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2B67EF16-CC2C-C234-2F84-D11874335268}"/>
              </a:ext>
            </a:extLst>
          </p:cNvPr>
          <p:cNvGrpSpPr/>
          <p:nvPr/>
        </p:nvGrpSpPr>
        <p:grpSpPr>
          <a:xfrm>
            <a:off x="9602424" y="2761056"/>
            <a:ext cx="894240" cy="239040"/>
            <a:chOff x="9602424" y="2761056"/>
            <a:chExt cx="89424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3A5AB48-91C7-8F5B-E175-B79E9F32D5B9}"/>
                    </a:ext>
                  </a:extLst>
                </p14:cNvPr>
                <p14:cNvContentPartPr/>
                <p14:nvPr/>
              </p14:nvContentPartPr>
              <p14:xfrm>
                <a:off x="9790344" y="2848896"/>
                <a:ext cx="651600" cy="151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3A5AB48-91C7-8F5B-E175-B79E9F32D5B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72344" y="2830896"/>
                  <a:ext cx="6872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C4AB7FF-A3AE-6B78-78FF-66925CDB4CE8}"/>
                    </a:ext>
                  </a:extLst>
                </p14:cNvPr>
                <p14:cNvContentPartPr/>
                <p14:nvPr/>
              </p14:nvContentPartPr>
              <p14:xfrm>
                <a:off x="10414584" y="2804616"/>
                <a:ext cx="82080" cy="874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C4AB7FF-A3AE-6B78-78FF-66925CDB4CE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96944" y="2786616"/>
                  <a:ext cx="1177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5459D5D-0241-3C3E-C9BF-0613FB2BAFA4}"/>
                    </a:ext>
                  </a:extLst>
                </p14:cNvPr>
                <p14:cNvContentPartPr/>
                <p14:nvPr/>
              </p14:nvContentPartPr>
              <p14:xfrm>
                <a:off x="9706464" y="2821536"/>
                <a:ext cx="114480" cy="86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5459D5D-0241-3C3E-C9BF-0613FB2BAFA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88464" y="2803536"/>
                  <a:ext cx="150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2A4FE8C-B39B-2D39-7782-6E17B0D03E4A}"/>
                    </a:ext>
                  </a:extLst>
                </p14:cNvPr>
                <p14:cNvContentPartPr/>
                <p14:nvPr/>
              </p14:nvContentPartPr>
              <p14:xfrm>
                <a:off x="9602424" y="2761056"/>
                <a:ext cx="181800" cy="105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2A4FE8C-B39B-2D39-7782-6E17B0D03E4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584424" y="2743416"/>
                  <a:ext cx="217440" cy="14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4B371EEC-CB82-069B-4C57-28F59B2AFA0C}"/>
                  </a:ext>
                </a:extLst>
              </p14:cNvPr>
              <p14:cNvContentPartPr/>
              <p14:nvPr/>
            </p14:nvContentPartPr>
            <p14:xfrm>
              <a:off x="9732744" y="2354256"/>
              <a:ext cx="96480" cy="784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4B371EEC-CB82-069B-4C57-28F59B2AFA0C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715104" y="2336256"/>
                <a:ext cx="13212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B42E773A-D036-0862-7537-A159D6D5E54C}"/>
                  </a:ext>
                </a:extLst>
              </p14:cNvPr>
              <p14:cNvContentPartPr/>
              <p14:nvPr/>
            </p14:nvContentPartPr>
            <p14:xfrm>
              <a:off x="10298304" y="2368296"/>
              <a:ext cx="97920" cy="9324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B42E773A-D036-0862-7537-A159D6D5E54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280664" y="2350296"/>
                <a:ext cx="133560" cy="128880"/>
              </a:xfrm>
              <a:prstGeom prst="rect">
                <a:avLst/>
              </a:prstGeom>
            </p:spPr>
          </p:pic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72A3C99A-8B43-1FBC-4376-D30DB127507B}"/>
              </a:ext>
            </a:extLst>
          </p:cNvPr>
          <p:cNvSpPr/>
          <p:nvPr/>
        </p:nvSpPr>
        <p:spPr>
          <a:xfrm>
            <a:off x="6684264" y="4532376"/>
            <a:ext cx="1499616" cy="79857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Private Data</a:t>
            </a:r>
          </a:p>
        </p:txBody>
      </p:sp>
    </p:spTree>
    <p:extLst>
      <p:ext uri="{BB962C8B-B14F-4D97-AF65-F5344CB8AC3E}">
        <p14:creationId xmlns:p14="http://schemas.microsoft.com/office/powerpoint/2010/main" val="4202954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A9C63-97C4-1F94-EB50-33748CC39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E28986C-705E-D7D7-B60A-D9A732184ADD}"/>
              </a:ext>
            </a:extLst>
          </p:cNvPr>
          <p:cNvSpPr txBox="1"/>
          <p:nvPr/>
        </p:nvSpPr>
        <p:spPr>
          <a:xfrm>
            <a:off x="148336" y="199104"/>
            <a:ext cx="10292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Differences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691047A-D4DA-B740-14DA-095B85790C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420938"/>
              </p:ext>
            </p:extLst>
          </p:nvPr>
        </p:nvGraphicFramePr>
        <p:xfrm>
          <a:off x="408432" y="1221518"/>
          <a:ext cx="10515600" cy="32004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123333768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81409249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3702412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Fine-Tuning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RAG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93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Training required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 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❌ 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7563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Updates knowledge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❌ Hard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 Easy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1531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💰 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💰 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612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Best for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Behavior/style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Knowledge retrieval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5747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Data freshness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Static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Dynamic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54724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Implementation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Simple after training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Pipeline needed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32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8272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1506</TotalTime>
  <Words>222</Words>
  <Application>Microsoft Office PowerPoint</Application>
  <PresentationFormat>Widescreen</PresentationFormat>
  <Paragraphs>72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279</cp:revision>
  <dcterms:created xsi:type="dcterms:W3CDTF">2025-09-22T02:44:38Z</dcterms:created>
  <dcterms:modified xsi:type="dcterms:W3CDTF">2026-04-23T03:53:21Z</dcterms:modified>
</cp:coreProperties>
</file>