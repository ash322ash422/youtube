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81" r:id="rId3"/>
    <p:sldId id="286" r:id="rId4"/>
    <p:sldId id="282" r:id="rId5"/>
    <p:sldId id="283" r:id="rId6"/>
    <p:sldId id="284" r:id="rId7"/>
    <p:sldId id="285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4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5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4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5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6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17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1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3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4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8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29.2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1:4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08.0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96 24575,'-2'0'0,"0"0"0,0 0 0,0-1 0,0 1 0,0 0 0,0-1 0,0 1 0,0-1 0,0 1 0,0-1 0,0 0 0,-2-1 0,4 2 0,-1-1 0,1 1 0,-1-1 0,1 1 0,-1-1 0,1 1 0,-1-1 0,1 0 0,0 1 0,-1-1 0,1 1 0,0-1 0,-1 0 0,1 1 0,0-1 0,0 0 0,0 1 0,0-1 0,0 0 0,0 0 0,-1 1 0,2-1 0,-1-1 0,0 0 0,1 0 0,0 0 0,0 0 0,0 0 0,0 0 0,0 0 0,1 0 0,-1 0 0,1 0 0,-1 0 0,1 1 0,0-1 0,-1 1 0,1-1 0,0 1 0,0 0 0,0-1 0,0 1 0,3-1 0,14-5 0,2 1 0,-1 0 0,1 1 0,23-2 0,-15 2 0,-22 4 0,1 1 0,-1-1 0,1 1 0,-1 0 0,0 1 0,1 0 0,-1 0 0,0 0 0,1 1 0,-1 0 0,0 1 0,0 0 0,0 0 0,-1 0 0,9 6 0,-12-7 0,-1 0 0,1 0 0,-1 0 0,1 1 0,-1-1 0,0 1 0,0-1 0,0 1 0,0 0 0,-1 0 0,1 0 0,-1 0 0,0 0 0,1 0 0,-1 0 0,-1 0 0,1 0 0,0 0 0,-1 1 0,0-1 0,0 0 0,0 1 0,0-1 0,0 0 0,-1 0 0,1 1 0,-1-1 0,0 0 0,0 0 0,0 0 0,0 0 0,-1 0 0,1 0 0,-1 0 0,0 0 0,-2 3 0,-4 4 0,1-1 0,-1 0 0,0-1 0,-1 0 0,0 0 0,-20 13 0,-13 10 0,42-30 0,-1-1 0,1 0 0,-1 1 0,1-1 0,-1 0 0,1 1 0,-1-1 0,1 0 0,-1 1 0,1-1 0,0 1 0,-1-1 0,1 1 0,0-1 0,-1 1 0,1-1 0,0 1 0,-1 0 0,1-1 0,0 1 0,0-1 0,0 1 0,0 0 0,0-1 0,0 1 0,0-1 0,0 1 0,0 0 0,0-1 0,0 1 0,0-1 0,0 1 0,0 0 0,1 0 0,21 9 0,36-6 0,-56-4 0,25 0 0,1 1 0,0 1 0,35 7 0,-55-7-195,-1 0 0,1-1 0,0 0 0,0-1 0,-1 0 0,14-1 0,-1-3-6631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09.8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765 83 24575,'-1'-2'0,"0"-1"0,0 1 0,0-1 0,0 1 0,0 0 0,0-1 0,-1 1 0,1 0 0,-1 0 0,1 0 0,-1 0 0,0 0 0,0 0 0,0 0 0,0 1 0,0-1 0,0 1 0,-1 0 0,1-1 0,0 1 0,-4-1 0,-52-20 0,34 16 0,-1 2 0,1 0 0,0 2 0,-1 1 0,0 1 0,1 1 0,-26 4 0,2 3 0,0 1 0,-72 25 0,107-30 0,0 1 0,0 0 0,0 1 0,1 0 0,0 1 0,0 0 0,1 1 0,0 1 0,0 0 0,1 0 0,0 0 0,1 2 0,0-1 0,1 1 0,0 0 0,0 1 0,1 0 0,1 0 0,0 1 0,0-1 0,2 1 0,-1 0 0,2 1 0,0-1 0,0 1 0,1-1 0,0 25 0,3-21 0,1 0 0,0 0 0,1 0 0,1 0 0,0-1 0,2 0 0,0 0 0,0 0 0,2 0 0,0-1 0,0 0 0,2-1 0,0 0 0,0 0 0,1-1 0,1-1 0,0 0 0,1 0 0,21 14 0,-8-5 0,-6-5 0,0 0 0,1-2 0,0 0 0,32 14 0,-34-20 0,0-1 0,0-1 0,1-1 0,-1-1 0,40 4 0,-32-5 0,-1-1 0,1-1 0,-1-2 0,1 0 0,0-2 0,-1-1 0,0-1 0,0-1 0,-1-1 0,1-2 0,41-20 0,-43 18 0,-2-2 0,30-21 0,-44 27 0,0 0 0,0 0 0,-1 0 0,0-1 0,-1 0 0,0 0 0,0-1 0,9-18 0,-8 10 0,0 0 0,-2-1 0,0 0 0,-1 0 0,0 0 0,0-26 0,-2 1 0,-7-71 0,4 103 0,-1 1 0,1 0 0,-1-1 0,-1 1 0,0 0 0,-1 0 0,0 1 0,0-1 0,-1 1 0,0-1 0,-1 2 0,-7-11 0,4 10 0,0 0 0,0 0 0,0 1 0,-1 1 0,-1 0 0,1 0 0,-1 1 0,0 0 0,-23-8 0,3 2-195,0 1 0,-1 1 0,0 2 0,0 1 0,-1 1 0,-33 0 0,45 6-6631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1.2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56 24575,'0'0'0,"0"0"0,-1 0 0,1 0 0,0 0 0,0 0 0,0 0 0,0 0 0,0 0 0,0 0 0,-1 0 0,1 0 0,0 0 0,0 0 0,0-1 0,0 1 0,0 0 0,0 0 0,0 0 0,-1 0 0,1 0 0,0 0 0,0 0 0,0 0 0,0 0 0,0 0 0,0-1 0,0 1 0,0 0 0,0 0 0,0 0 0,0 0 0,0 0 0,0 0 0,0-1 0,0 1 0,0 0 0,-1 0 0,1 0 0,0 0 0,1 0 0,-1 0 0,0-1 0,0 1 0,0 0 0,0 0 0,0 0 0,0 0 0,0 0 0,0 0 0,0-1 0,0 1 0,0 0 0,0 0 0,0 0 0,0 0 0,0 0 0,0 0 0,1 0 0,-1 0 0,0-1 0,10-11 0,15-8 0,-10 15 0,1 1 0,-1 1 0,1 0 0,0 2 0,-1-1 0,1 2 0,0 0 0,0 1 0,-1 1 0,1 0 0,0 1 0,-1 1 0,0 0 0,0 1 0,27 13 0,-40-17 0,0-1 0,0 1 0,-1 0 0,1 0 0,0 0 0,-1 0 0,1 0 0,-1 0 0,1 0 0,-1 0 0,0 1 0,1-1 0,-1 1 0,0-1 0,0 1 0,0-1 0,0 1 0,0-1 0,-1 1 0,1 0 0,0 0 0,-1-1 0,1 4 0,-1-2 0,0-1 0,-1 0 0,1 0 0,-1 1 0,0-1 0,0 0 0,0 0 0,0 0 0,0 0 0,0 0 0,0 0 0,-1-1 0,1 1 0,-1 0 0,1-1 0,-4 3 0,-5 4 0,0 0 0,-1-1 0,0 0 0,-1-1 0,-18 8 0,26-13 0,-1 1 0,1 0 0,0 0 0,-1 0 0,1 0 0,0 1 0,0 0 0,-4 4 0,7-7 0,1 0 0,0 1 0,0-1 0,-1 1 0,1-1 0,0 1 0,0-1 0,0 0 0,-1 1 0,1-1 0,0 1 0,0-1 0,0 1 0,0-1 0,0 1 0,0-1 0,0 1 0,0-1 0,0 0 0,0 1 0,0-1 0,1 1 0,-1-1 0,0 1 0,0-1 0,0 1 0,1-1 0,-1 0 0,0 1 0,1 0 0,24 15 0,0-7 0,45 11 0,-54-17 0,0 1 0,-1 0 0,1 1 0,-1 1 0,0 0 0,0 1 0,-1 1 0,19 13 0,-31-20 0,-1 0 0,0 0 0,1 0 0,-1 0 0,0 0 0,1 0 0,-1 1 0,0-1 0,0 0 0,0 1 0,0-1 0,0 1 0,0-1 0,-1 1 0,1-1 0,0 1 0,-1 0 0,1-1 0,-1 1 0,0 0 0,0-1 0,1 1 0,-1 0 0,0-1 0,0 1 0,-1 0 0,1 0 0,0-1 0,0 1 0,-1 0 0,1-1 0,-1 1 0,0-1 0,1 1 0,-1 0 0,0-1 0,0 0 0,0 1 0,0-1 0,0 1 0,0-1 0,0 0 0,-1 0 0,1 0 0,0 0 0,-1 0 0,-1 1 0,-4 3 0,-1 0 0,1-1 0,-1 0 0,0 0 0,0-1 0,0 0 0,0-1 0,-11 3 0,-41 6 0,38-5 0,0-2 0,0 0 0,-1-2 0,1 0 0,0-1 0,-1-1 0,-42-7 0,62 7-57,1 0 0,0-1 1,0 1-1,0-1 0,0 1 0,0-1 0,0 0 0,0 0 0,1 0 0,-1 0 0,0 0 1,0 0-1,1-1 0,-1 1 0,1-1 0,-1 1 0,1-1 0,-1 1 0,1-1 1,0 0-1,0 0 0,0 1 0,-1-4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2.9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689 99 24575,'-1'-1'0,"1"-1"0,-1 0 0,0 1 0,0-1 0,0 1 0,0-1 0,0 1 0,0-1 0,0 1 0,-1 0 0,1 0 0,0 0 0,-1 0 0,1-1 0,-1 2 0,1-1 0,-4-1 0,-29-14 0,8 8 0,0 0 0,0 2 0,0 2 0,0 0 0,-1 1 0,0 2 0,0 1 0,1 1 0,-1 1 0,-34 8 0,40-6 0,1 1 0,-1 0 0,1 2 0,-32 15 0,42-16 0,1 0 0,0 1 0,0-1 0,0 2 0,1-1 0,0 1 0,0 0 0,1 1 0,0 0 0,-9 16 0,5-9 0,2 1 0,0 1 0,1 0 0,1 0 0,1 0 0,0 1 0,2 0 0,0 0 0,1 0 0,1 1 0,0-1 0,2 0 0,0 1 0,1-1 0,1 1 0,1-1 0,1 0 0,1 0 0,9 27 0,0-13 0,2 0 0,31 50 0,-38-71 0,1 1 0,0-1 0,1-1 0,0 0 0,1 0 0,0-1 0,1-1 0,22 14 0,-11-11 0,0-1 0,0-1 0,1-2 0,1 0 0,-1-2 0,51 7 0,-28-9 0,0-2 0,91-7 0,-125 3 0,0-1 0,0-1 0,0 0 0,0-1 0,-1 0 0,0-1 0,0 0 0,-1-1 0,1-1 0,-1 0 0,-1 0 0,0-1 0,0-1 0,-1 0 0,10-11 0,2-6 0,-1-1 0,-1 0 0,-1-2 0,-2 0 0,14-33 0,-25 44 0,-1 0 0,-1 0 0,-1 0 0,-1 0 0,-1-1 0,0 1 0,-1-1 0,-6-37 0,4 45 0,-1-1 0,-1 1 0,0 0 0,-1 0 0,0 1 0,-1-1 0,0 1 0,0 0 0,-1 1 0,-1-1 0,0 1 0,0 1 0,-15-13 0,-1 0 0,-1 0 0,-2 2 0,-56-33 0,44 33-341,-1 1 0,-1 2-1,-52-15 1,76 28-6485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5.3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1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3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45.1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8.2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2:5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0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3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04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2:16.1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2:16.1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96 24575,'-2'0'0,"0"0"0,0 0 0,0-1 0,0 1 0,0 0 0,0-1 0,0 1 0,0-1 0,0 1 0,0-1 0,0 0 0,-2-1 0,4 2 0,-1-1 0,1 1 0,-1-1 0,1 1 0,-1-1 0,1 1 0,-1-1 0,1 0 0,0 1 0,-1-1 0,1 1 0,0-1 0,-1 0 0,1 1 0,0-1 0,0 0 0,0 1 0,0-1 0,0 0 0,0 0 0,-1 1 0,2-1 0,-1-1 0,0 0 0,1 0 0,0 0 0,0 0 0,0 0 0,0 0 0,0 0 0,1 0 0,-1 0 0,1 0 0,-1 0 0,1 1 0,0-1 0,-1 1 0,1-1 0,0 1 0,0 0 0,0-1 0,0 1 0,3-1 0,14-5 0,2 1 0,-1 0 0,1 1 0,23-2 0,-15 2 0,-22 4 0,1 1 0,-1-1 0,1 1 0,-1 0 0,0 1 0,1 0 0,-1 0 0,0 0 0,1 1 0,-1 0 0,0 1 0,0 0 0,0 0 0,-1 0 0,9 6 0,-12-7 0,-1 0 0,1 0 0,-1 0 0,1 1 0,-1-1 0,0 1 0,0-1 0,0 1 0,0 0 0,-1 0 0,1 0 0,-1 0 0,0 0 0,1 0 0,-1 0 0,-1 0 0,1 0 0,0 0 0,-1 1 0,0-1 0,0 0 0,0 1 0,0-1 0,0 0 0,-1 0 0,1 1 0,-1-1 0,0 0 0,0 0 0,0 0 0,0 0 0,-1 0 0,1 0 0,-1 0 0,0 0 0,-2 3 0,-4 4 0,1-1 0,-1 0 0,0-1 0,-1 0 0,0 0 0,-20 13 0,-13 10 0,42-30 0,-1-1 0,1 0 0,-1 1 0,1-1 0,-1 0 0,1 1 0,-1-1 0,1 0 0,-1 1 0,1-1 0,0 1 0,-1-1 0,1 1 0,0-1 0,-1 1 0,1-1 0,0 1 0,-1 0 0,1-1 0,0 1 0,0-1 0,0 1 0,0 0 0,0-1 0,0 1 0,0-1 0,0 1 0,0 0 0,0-1 0,0 1 0,0-1 0,0 1 0,0 0 0,1 0 0,21 9 0,36-6 0,-56-4 0,25 0 0,1 1 0,0 1 0,35 7 0,-55-7-195,-1 0 0,1-1 0,0 0 0,0-1 0,-1 0 0,14-1 0,-1-3-6631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765 83 24575,'-1'-2'0,"0"-1"0,0 1 0,0-1 0,0 1 0,0 0 0,0-1 0,-1 1 0,1 0 0,-1 0 0,1 0 0,-1 0 0,0 0 0,0 0 0,0 0 0,0 1 0,0-1 0,0 1 0,-1 0 0,1-1 0,0 1 0,-4-1 0,-52-20 0,34 16 0,-1 2 0,1 0 0,0 2 0,-1 1 0,0 1 0,1 1 0,-26 4 0,2 3 0,0 1 0,-72 25 0,107-30 0,0 1 0,0 0 0,0 1 0,1 0 0,0 1 0,0 0 0,1 1 0,0 1 0,0 0 0,1 0 0,0 0 0,1 2 0,0-1 0,1 1 0,0 0 0,0 1 0,1 0 0,1 0 0,0 1 0,0-1 0,2 1 0,-1 0 0,2 1 0,0-1 0,0 1 0,1-1 0,0 25 0,3-21 0,1 0 0,0 0 0,1 0 0,1 0 0,0-1 0,2 0 0,0 0 0,0 0 0,2 0 0,0-1 0,0 0 0,2-1 0,0 0 0,0 0 0,1-1 0,1-1 0,0 0 0,1 0 0,21 14 0,-8-5 0,-6-5 0,0 0 0,1-2 0,0 0 0,32 14 0,-34-20 0,0-1 0,0-1 0,1-1 0,-1-1 0,40 4 0,-32-5 0,-1-1 0,1-1 0,-1-2 0,1 0 0,0-2 0,-1-1 0,0-1 0,0-1 0,-1-1 0,1-2 0,41-20 0,-43 18 0,-2-2 0,30-21 0,-44 27 0,0 0 0,0 0 0,-1 0 0,0-1 0,-1 0 0,0 0 0,0-1 0,9-18 0,-8 10 0,0 0 0,-2-1 0,0 0 0,-1 0 0,0 0 0,0-26 0,-2 1 0,-7-71 0,4 103 0,-1 1 0,1 0 0,-1-1 0,-1 1 0,0 0 0,-1 0 0,0 1 0,0-1 0,-1 1 0,0-1 0,-1 2 0,-7-11 0,4 10 0,0 0 0,0 0 0,0 1 0,-1 1 0,-1 0 0,1 0 0,-1 1 0,0 0 0,-23-8 0,3 2-195,0 1 0,-1 1 0,0 2 0,0 1 0,-1 1 0,-33 0 0,45 6-6631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56 24575,'0'0'0,"0"0"0,-1 0 0,1 0 0,0 0 0,0 0 0,0 0 0,0 0 0,0 0 0,0 0 0,-1 0 0,1 0 0,0 0 0,0 0 0,0-1 0,0 1 0,0 0 0,0 0 0,0 0 0,-1 0 0,1 0 0,0 0 0,0 0 0,0 0 0,0 0 0,0 0 0,0-1 0,0 1 0,0 0 0,0 0 0,0 0 0,0 0 0,0 0 0,0 0 0,0-1 0,0 1 0,0 0 0,-1 0 0,1 0 0,0 0 0,1 0 0,-1 0 0,0-1 0,0 1 0,0 0 0,0 0 0,0 0 0,0 0 0,0 0 0,0 0 0,0-1 0,0 1 0,0 0 0,0 0 0,0 0 0,0 0 0,0 0 0,0 0 0,1 0 0,-1 0 0,0-1 0,10-11 0,15-8 0,-10 15 0,1 1 0,-1 1 0,1 0 0,0 2 0,-1-1 0,1 2 0,0 0 0,0 1 0,-1 1 0,1 0 0,0 1 0,-1 1 0,0 0 0,0 1 0,27 13 0,-40-17 0,0-1 0,0 1 0,-1 0 0,1 0 0,0 0 0,-1 0 0,1 0 0,-1 0 0,1 0 0,-1 0 0,0 1 0,1-1 0,-1 1 0,0-1 0,0 1 0,0-1 0,0 1 0,0-1 0,-1 1 0,1 0 0,0 0 0,-1-1 0,1 4 0,-1-2 0,0-1 0,-1 0 0,1 0 0,-1 1 0,0-1 0,0 0 0,0 0 0,0 0 0,0 0 0,0 0 0,0 0 0,-1-1 0,1 1 0,-1 0 0,1-1 0,-4 3 0,-5 4 0,0 0 0,-1-1 0,0 0 0,-1-1 0,-18 8 0,26-13 0,-1 1 0,1 0 0,0 0 0,-1 0 0,1 0 0,0 1 0,0 0 0,-4 4 0,7-7 0,1 0 0,0 1 0,0-1 0,-1 1 0,1-1 0,0 1 0,0-1 0,0 0 0,-1 1 0,1-1 0,0 1 0,0-1 0,0 1 0,0-1 0,0 1 0,0-1 0,0 1 0,0-1 0,0 0 0,0 1 0,0-1 0,1 1 0,-1-1 0,0 1 0,0-1 0,0 1 0,1-1 0,-1 0 0,0 1 0,1 0 0,24 15 0,0-7 0,45 11 0,-54-17 0,0 1 0,-1 0 0,1 1 0,-1 1 0,0 0 0,0 1 0,-1 1 0,19 13 0,-31-20 0,-1 0 0,0 0 0,1 0 0,-1 0 0,0 0 0,1 0 0,-1 1 0,0-1 0,0 0 0,0 1 0,0-1 0,0 1 0,0-1 0,-1 1 0,1-1 0,0 1 0,-1 0 0,1-1 0,-1 1 0,0 0 0,0-1 0,1 1 0,-1 0 0,0-1 0,0 1 0,-1 0 0,1 0 0,0-1 0,0 1 0,-1 0 0,1-1 0,-1 1 0,0-1 0,1 1 0,-1 0 0,0-1 0,0 0 0,0 1 0,0-1 0,0 1 0,0-1 0,0 0 0,-1 0 0,1 0 0,0 0 0,-1 0 0,-1 1 0,-4 3 0,-1 0 0,1-1 0,-1 0 0,0 0 0,0-1 0,0 0 0,0-1 0,-11 3 0,-41 6 0,38-5 0,0-2 0,0 0 0,-1-2 0,1 0 0,0-1 0,-1-1 0,-42-7 0,62 7-57,1 0 0,0-1 1,0 1-1,0-1 0,0 1 0,0-1 0,0 0 0,0 0 0,1 0 0,-1 0 0,0 0 1,0 0-1,1-1 0,-1 1 0,1-1 0,-1 1 0,1-1 0,-1 1 0,1-1 1,0 0-1,0 0 0,0 1 0,-1-4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689 99 24575,'-1'-1'0,"1"-1"0,-1 0 0,0 1 0,0-1 0,0 1 0,0-1 0,0 1 0,0-1 0,0 1 0,-1 0 0,1 0 0,0 0 0,-1 0 0,1-1 0,-1 2 0,1-1 0,-4-1 0,-29-14 0,8 8 0,0 0 0,0 2 0,0 2 0,0 0 0,-1 1 0,0 2 0,0 1 0,1 1 0,-1 1 0,-34 8 0,40-6 0,1 1 0,-1 0 0,1 2 0,-32 15 0,42-16 0,1 0 0,0 1 0,0-1 0,0 2 0,1-1 0,0 1 0,0 0 0,1 1 0,0 0 0,-9 16 0,5-9 0,2 1 0,0 1 0,1 0 0,1 0 0,1 0 0,0 1 0,2 0 0,0 0 0,1 0 0,1 1 0,0-1 0,2 0 0,0 1 0,1-1 0,1 1 0,1-1 0,1 0 0,1 0 0,9 27 0,0-13 0,2 0 0,31 50 0,-38-71 0,1 1 0,0-1 0,1-1 0,0 0 0,1 0 0,0-1 0,1-1 0,22 14 0,-11-11 0,0-1 0,0-1 0,1-2 0,1 0 0,-1-2 0,51 7 0,-28-9 0,0-2 0,91-7 0,-125 3 0,0-1 0,0-1 0,0 0 0,0-1 0,-1 0 0,0-1 0,0 0 0,-1-1 0,1-1 0,-1 0 0,-1 0 0,0-1 0,0-1 0,-1 0 0,10-11 0,2-6 0,-1-1 0,-1 0 0,-1-2 0,-2 0 0,14-33 0,-25 44 0,-1 0 0,-1 0 0,-1 0 0,-1 0 0,-1-1 0,0 1 0,-1-1 0,-6-37 0,4 45 0,-1-1 0,-1 1 0,0 0 0,-1 0 0,0 1 0,-1-1 0,0 1 0,0 0 0,-1 1 0,-1-1 0,0 1 0,0 1 0,-15-13 0,-1 0 0,-1 0 0,-2 2 0,-56-33 0,44 33-341,-1 1 0,-1 2-1,-52-15 1,76 28-6485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3:33.5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3:39.3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3:39.3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96 24575,'-2'0'0,"0"0"0,0 0 0,0-1 0,0 1 0,0 0 0,0-1 0,0 1 0,0-1 0,0 1 0,0-1 0,0 0 0,-2-1 0,4 2 0,-1-1 0,1 1 0,-1-1 0,1 1 0,-1-1 0,1 1 0,-1-1 0,1 0 0,0 1 0,-1-1 0,1 1 0,0-1 0,-1 0 0,1 1 0,0-1 0,0 0 0,0 1 0,0-1 0,0 0 0,0 0 0,-1 1 0,2-1 0,-1-1 0,0 0 0,1 0 0,0 0 0,0 0 0,0 0 0,0 0 0,0 0 0,1 0 0,-1 0 0,1 0 0,-1 0 0,1 1 0,0-1 0,-1 1 0,1-1 0,0 1 0,0 0 0,0-1 0,0 1 0,3-1 0,14-5 0,2 1 0,-1 0 0,1 1 0,23-2 0,-15 2 0,-22 4 0,1 1 0,-1-1 0,1 1 0,-1 0 0,0 1 0,1 0 0,-1 0 0,0 0 0,1 1 0,-1 0 0,0 1 0,0 0 0,0 0 0,-1 0 0,9 6 0,-12-7 0,-1 0 0,1 0 0,-1 0 0,1 1 0,-1-1 0,0 1 0,0-1 0,0 1 0,0 0 0,-1 0 0,1 0 0,-1 0 0,0 0 0,1 0 0,-1 0 0,-1 0 0,1 0 0,0 0 0,-1 1 0,0-1 0,0 0 0,0 1 0,0-1 0,0 0 0,-1 0 0,1 1 0,-1-1 0,0 0 0,0 0 0,0 0 0,0 0 0,-1 0 0,1 0 0,-1 0 0,0 0 0,-2 3 0,-4 4 0,1-1 0,-1 0 0,0-1 0,-1 0 0,0 0 0,-20 13 0,-13 10 0,42-30 0,-1-1 0,1 0 0,-1 1 0,1-1 0,-1 0 0,1 1 0,-1-1 0,1 0 0,-1 1 0,1-1 0,0 1 0,-1-1 0,1 1 0,0-1 0,-1 1 0,1-1 0,0 1 0,-1 0 0,1-1 0,0 1 0,0-1 0,0 1 0,0 0 0,0-1 0,0 1 0,0-1 0,0 1 0,0 0 0,0-1 0,0 1 0,0-1 0,0 1 0,0 0 0,1 0 0,21 9 0,36-6 0,-56-4 0,25 0 0,1 1 0,0 1 0,35 7 0,-55-7-195,-1 0 0,1-1 0,0 0 0,0-1 0,-1 0 0,14-1 0,-1-3-6631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765 83 24575,'-1'-2'0,"0"-1"0,0 1 0,0-1 0,0 1 0,0 0 0,0-1 0,-1 1 0,1 0 0,-1 0 0,1 0 0,-1 0 0,0 0 0,0 0 0,0 0 0,0 1 0,0-1 0,0 1 0,-1 0 0,1-1 0,0 1 0,-4-1 0,-52-20 0,34 16 0,-1 2 0,1 0 0,0 2 0,-1 1 0,0 1 0,1 1 0,-26 4 0,2 3 0,0 1 0,-72 25 0,107-30 0,0 1 0,0 0 0,0 1 0,1 0 0,0 1 0,0 0 0,1 1 0,0 1 0,0 0 0,1 0 0,0 0 0,1 2 0,0-1 0,1 1 0,0 0 0,0 1 0,1 0 0,1 0 0,0 1 0,0-1 0,2 1 0,-1 0 0,2 1 0,0-1 0,0 1 0,1-1 0,0 25 0,3-21 0,1 0 0,0 0 0,1 0 0,1 0 0,0-1 0,2 0 0,0 0 0,0 0 0,2 0 0,0-1 0,0 0 0,2-1 0,0 0 0,0 0 0,1-1 0,1-1 0,0 0 0,1 0 0,21 14 0,-8-5 0,-6-5 0,0 0 0,1-2 0,0 0 0,32 14 0,-34-20 0,0-1 0,0-1 0,1-1 0,-1-1 0,40 4 0,-32-5 0,-1-1 0,1-1 0,-1-2 0,1 0 0,0-2 0,-1-1 0,0-1 0,0-1 0,-1-1 0,1-2 0,41-20 0,-43 18 0,-2-2 0,30-21 0,-44 27 0,0 0 0,0 0 0,-1 0 0,0-1 0,-1 0 0,0 0 0,0-1 0,9-18 0,-8 10 0,0 0 0,-2-1 0,0 0 0,-1 0 0,0 0 0,0-26 0,-2 1 0,-7-71 0,4 103 0,-1 1 0,1 0 0,-1-1 0,-1 1 0,0 0 0,-1 0 0,0 1 0,0-1 0,-1 1 0,0-1 0,-1 2 0,-7-11 0,4 10 0,0 0 0,0 0 0,0 1 0,-1 1 0,-1 0 0,1 0 0,-1 1 0,0 0 0,-23-8 0,3 2-195,0 1 0,-1 1 0,0 2 0,0 1 0,-1 1 0,-33 0 0,45 6-6631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56 24575,'0'0'0,"0"0"0,-1 0 0,1 0 0,0 0 0,0 0 0,0 0 0,0 0 0,0 0 0,0 0 0,-1 0 0,1 0 0,0 0 0,0 0 0,0-1 0,0 1 0,0 0 0,0 0 0,0 0 0,-1 0 0,1 0 0,0 0 0,0 0 0,0 0 0,0 0 0,0 0 0,0-1 0,0 1 0,0 0 0,0 0 0,0 0 0,0 0 0,0 0 0,0 0 0,0-1 0,0 1 0,0 0 0,-1 0 0,1 0 0,0 0 0,1 0 0,-1 0 0,0-1 0,0 1 0,0 0 0,0 0 0,0 0 0,0 0 0,0 0 0,0 0 0,0-1 0,0 1 0,0 0 0,0 0 0,0 0 0,0 0 0,0 0 0,0 0 0,1 0 0,-1 0 0,0-1 0,10-11 0,15-8 0,-10 15 0,1 1 0,-1 1 0,1 0 0,0 2 0,-1-1 0,1 2 0,0 0 0,0 1 0,-1 1 0,1 0 0,0 1 0,-1 1 0,0 0 0,0 1 0,27 13 0,-40-17 0,0-1 0,0 1 0,-1 0 0,1 0 0,0 0 0,-1 0 0,1 0 0,-1 0 0,1 0 0,-1 0 0,0 1 0,1-1 0,-1 1 0,0-1 0,0 1 0,0-1 0,0 1 0,0-1 0,-1 1 0,1 0 0,0 0 0,-1-1 0,1 4 0,-1-2 0,0-1 0,-1 0 0,1 0 0,-1 1 0,0-1 0,0 0 0,0 0 0,0 0 0,0 0 0,0 0 0,0 0 0,-1-1 0,1 1 0,-1 0 0,1-1 0,-4 3 0,-5 4 0,0 0 0,-1-1 0,0 0 0,-1-1 0,-18 8 0,26-13 0,-1 1 0,1 0 0,0 0 0,-1 0 0,1 0 0,0 1 0,0 0 0,-4 4 0,7-7 0,1 0 0,0 1 0,0-1 0,-1 1 0,1-1 0,0 1 0,0-1 0,0 0 0,-1 1 0,1-1 0,0 1 0,0-1 0,0 1 0,0-1 0,0 1 0,0-1 0,0 1 0,0-1 0,0 0 0,0 1 0,0-1 0,1 1 0,-1-1 0,0 1 0,0-1 0,0 1 0,1-1 0,-1 0 0,0 1 0,1 0 0,24 15 0,0-7 0,45 11 0,-54-17 0,0 1 0,-1 0 0,1 1 0,-1 1 0,0 0 0,0 1 0,-1 1 0,19 13 0,-31-20 0,-1 0 0,0 0 0,1 0 0,-1 0 0,0 0 0,1 0 0,-1 1 0,0-1 0,0 0 0,0 1 0,0-1 0,0 1 0,0-1 0,-1 1 0,1-1 0,0 1 0,-1 0 0,1-1 0,-1 1 0,0 0 0,0-1 0,1 1 0,-1 0 0,0-1 0,0 1 0,-1 0 0,1 0 0,0-1 0,0 1 0,-1 0 0,1-1 0,-1 1 0,0-1 0,1 1 0,-1 0 0,0-1 0,0 0 0,0 1 0,0-1 0,0 1 0,0-1 0,0 0 0,-1 0 0,1 0 0,0 0 0,-1 0 0,-1 1 0,-4 3 0,-1 0 0,1-1 0,-1 0 0,0 0 0,0-1 0,0 0 0,0-1 0,-11 3 0,-41 6 0,38-5 0,0-2 0,0 0 0,-1-2 0,1 0 0,0-1 0,-1-1 0,-42-7 0,62 7-57,1 0 0,0-1 1,0 1-1,0-1 0,0 1 0,0-1 0,0 0 0,0 0 0,1 0 0,-1 0 0,0 0 1,0 0-1,1-1 0,-1 1 0,1-1 0,-1 1 0,1-1 0,-1 1 0,1-1 1,0 0-1,0 0 0,0 1 0,-1-4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689 99 24575,'-1'-1'0,"1"-1"0,-1 0 0,0 1 0,0-1 0,0 1 0,0-1 0,0 1 0,0-1 0,0 1 0,-1 0 0,1 0 0,0 0 0,-1 0 0,1-1 0,-1 2 0,1-1 0,-4-1 0,-29-14 0,8 8 0,0 0 0,0 2 0,0 2 0,0 0 0,-1 1 0,0 2 0,0 1 0,1 1 0,-1 1 0,-34 8 0,40-6 0,1 1 0,-1 0 0,1 2 0,-32 15 0,42-16 0,1 0 0,0 1 0,0-1 0,0 2 0,1-1 0,0 1 0,0 0 0,1 1 0,0 0 0,-9 16 0,5-9 0,2 1 0,0 1 0,1 0 0,1 0 0,1 0 0,0 1 0,2 0 0,0 0 0,1 0 0,1 1 0,0-1 0,2 0 0,0 1 0,1-1 0,1 1 0,1-1 0,1 0 0,1 0 0,9 27 0,0-13 0,2 0 0,31 50 0,-38-71 0,1 1 0,0-1 0,1-1 0,0 0 0,1 0 0,0-1 0,1-1 0,22 14 0,-11-11 0,0-1 0,0-1 0,1-2 0,1 0 0,-1-2 0,51 7 0,-28-9 0,0-2 0,91-7 0,-125 3 0,0-1 0,0-1 0,0 0 0,0-1 0,-1 0 0,0-1 0,0 0 0,-1-1 0,1-1 0,-1 0 0,-1 0 0,0-1 0,0-1 0,-1 0 0,10-11 0,2-6 0,-1-1 0,-1 0 0,-1-2 0,-2 0 0,14-33 0,-25 44 0,-1 0 0,-1 0 0,-1 0 0,-1 0 0,-1-1 0,0 1 0,-1-1 0,-6-37 0,4 45 0,-1-1 0,-1 1 0,0 0 0,-1 0 0,0 1 0,-1-1 0,0 1 0,0 0 0,-1 1 0,-1-1 0,0 1 0,0 1 0,-15-13 0,-1 0 0,-1 0 0,-2 2 0,-56-33 0,44 33-341,-1 1 0,-1 2-1,-52-15 1,76 28-6485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15.3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4:42.9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4:42.9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96 24575,'-2'0'0,"0"0"0,0 0 0,0-1 0,0 1 0,0 0 0,0-1 0,0 1 0,0-1 0,0 1 0,0-1 0,0 0 0,-2-1 0,4 2 0,-1-1 0,1 1 0,-1-1 0,1 1 0,-1-1 0,1 1 0,-1-1 0,1 0 0,0 1 0,-1-1 0,1 1 0,0-1 0,-1 0 0,1 1 0,0-1 0,0 0 0,0 1 0,0-1 0,0 0 0,0 0 0,-1 1 0,2-1 0,-1-1 0,0 0 0,1 0 0,0 0 0,0 0 0,0 0 0,0 0 0,0 0 0,1 0 0,-1 0 0,1 0 0,-1 0 0,1 1 0,0-1 0,-1 1 0,1-1 0,0 1 0,0 0 0,0-1 0,0 1 0,3-1 0,14-5 0,2 1 0,-1 0 0,1 1 0,23-2 0,-15 2 0,-22 4 0,1 1 0,-1-1 0,1 1 0,-1 0 0,0 1 0,1 0 0,-1 0 0,0 0 0,1 1 0,-1 0 0,0 1 0,0 0 0,0 0 0,-1 0 0,9 6 0,-12-7 0,-1 0 0,1 0 0,-1 0 0,1 1 0,-1-1 0,0 1 0,0-1 0,0 1 0,0 0 0,-1 0 0,1 0 0,-1 0 0,0 0 0,1 0 0,-1 0 0,-1 0 0,1 0 0,0 0 0,-1 1 0,0-1 0,0 0 0,0 1 0,0-1 0,0 0 0,-1 0 0,1 1 0,-1-1 0,0 0 0,0 0 0,0 0 0,0 0 0,-1 0 0,1 0 0,-1 0 0,0 0 0,-2 3 0,-4 4 0,1-1 0,-1 0 0,0-1 0,-1 0 0,0 0 0,-20 13 0,-13 10 0,42-30 0,-1-1 0,1 0 0,-1 1 0,1-1 0,-1 0 0,1 1 0,-1-1 0,1 0 0,-1 1 0,1-1 0,0 1 0,-1-1 0,1 1 0,0-1 0,-1 1 0,1-1 0,0 1 0,-1 0 0,1-1 0,0 1 0,0-1 0,0 1 0,0 0 0,0-1 0,0 1 0,0-1 0,0 1 0,0 0 0,0-1 0,0 1 0,0-1 0,0 1 0,0 0 0,1 0 0,21 9 0,36-6 0,-56-4 0,25 0 0,1 1 0,0 1 0,35 7 0,-55-7-195,-1 0 0,1-1 0,0 0 0,0-1 0,-1 0 0,14-1 0,-1-3-6631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765 83 24575,'-1'-2'0,"0"-1"0,0 1 0,0-1 0,0 1 0,0 0 0,0-1 0,-1 1 0,1 0 0,-1 0 0,1 0 0,-1 0 0,0 0 0,0 0 0,0 0 0,0 1 0,0-1 0,0 1 0,-1 0 0,1-1 0,0 1 0,-4-1 0,-52-20 0,34 16 0,-1 2 0,1 0 0,0 2 0,-1 1 0,0 1 0,1 1 0,-26 4 0,2 3 0,0 1 0,-72 25 0,107-30 0,0 1 0,0 0 0,0 1 0,1 0 0,0 1 0,0 0 0,1 1 0,0 1 0,0 0 0,1 0 0,0 0 0,1 2 0,0-1 0,1 1 0,0 0 0,0 1 0,1 0 0,1 0 0,0 1 0,0-1 0,2 1 0,-1 0 0,2 1 0,0-1 0,0 1 0,1-1 0,0 25 0,3-21 0,1 0 0,0 0 0,1 0 0,1 0 0,0-1 0,2 0 0,0 0 0,0 0 0,2 0 0,0-1 0,0 0 0,2-1 0,0 0 0,0 0 0,1-1 0,1-1 0,0 0 0,1 0 0,21 14 0,-8-5 0,-6-5 0,0 0 0,1-2 0,0 0 0,32 14 0,-34-20 0,0-1 0,0-1 0,1-1 0,-1-1 0,40 4 0,-32-5 0,-1-1 0,1-1 0,-1-2 0,1 0 0,0-2 0,-1-1 0,0-1 0,0-1 0,-1-1 0,1-2 0,41-20 0,-43 18 0,-2-2 0,30-21 0,-44 27 0,0 0 0,0 0 0,-1 0 0,0-1 0,-1 0 0,0 0 0,0-1 0,9-18 0,-8 10 0,0 0 0,-2-1 0,0 0 0,-1 0 0,0 0 0,0-26 0,-2 1 0,-7-71 0,4 103 0,-1 1 0,1 0 0,-1-1 0,-1 1 0,0 0 0,-1 0 0,0 1 0,0-1 0,-1 1 0,0-1 0,-1 2 0,-7-11 0,4 10 0,0 0 0,0 0 0,0 1 0,-1 1 0,-1 0 0,1 0 0,-1 1 0,0 0 0,-23-8 0,3 2-195,0 1 0,-1 1 0,0 2 0,0 1 0,-1 1 0,-33 0 0,45 6-6631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56 24575,'0'0'0,"0"0"0,-1 0 0,1 0 0,0 0 0,0 0 0,0 0 0,0 0 0,0 0 0,0 0 0,-1 0 0,1 0 0,0 0 0,0 0 0,0-1 0,0 1 0,0 0 0,0 0 0,0 0 0,-1 0 0,1 0 0,0 0 0,0 0 0,0 0 0,0 0 0,0 0 0,0-1 0,0 1 0,0 0 0,0 0 0,0 0 0,0 0 0,0 0 0,0 0 0,0-1 0,0 1 0,0 0 0,-1 0 0,1 0 0,0 0 0,1 0 0,-1 0 0,0-1 0,0 1 0,0 0 0,0 0 0,0 0 0,0 0 0,0 0 0,0 0 0,0-1 0,0 1 0,0 0 0,0 0 0,0 0 0,0 0 0,0 0 0,0 0 0,1 0 0,-1 0 0,0-1 0,10-11 0,15-8 0,-10 15 0,1 1 0,-1 1 0,1 0 0,0 2 0,-1-1 0,1 2 0,0 0 0,0 1 0,-1 1 0,1 0 0,0 1 0,-1 1 0,0 0 0,0 1 0,27 13 0,-40-17 0,0-1 0,0 1 0,-1 0 0,1 0 0,0 0 0,-1 0 0,1 0 0,-1 0 0,1 0 0,-1 0 0,0 1 0,1-1 0,-1 1 0,0-1 0,0 1 0,0-1 0,0 1 0,0-1 0,-1 1 0,1 0 0,0 0 0,-1-1 0,1 4 0,-1-2 0,0-1 0,-1 0 0,1 0 0,-1 1 0,0-1 0,0 0 0,0 0 0,0 0 0,0 0 0,0 0 0,0 0 0,-1-1 0,1 1 0,-1 0 0,1-1 0,-4 3 0,-5 4 0,0 0 0,-1-1 0,0 0 0,-1-1 0,-18 8 0,26-13 0,-1 1 0,1 0 0,0 0 0,-1 0 0,1 0 0,0 1 0,0 0 0,-4 4 0,7-7 0,1 0 0,0 1 0,0-1 0,-1 1 0,1-1 0,0 1 0,0-1 0,0 0 0,-1 1 0,1-1 0,0 1 0,0-1 0,0 1 0,0-1 0,0 1 0,0-1 0,0 1 0,0-1 0,0 0 0,0 1 0,0-1 0,1 1 0,-1-1 0,0 1 0,0-1 0,0 1 0,1-1 0,-1 0 0,0 1 0,1 0 0,24 15 0,0-7 0,45 11 0,-54-17 0,0 1 0,-1 0 0,1 1 0,-1 1 0,0 0 0,0 1 0,-1 1 0,19 13 0,-31-20 0,-1 0 0,0 0 0,1 0 0,-1 0 0,0 0 0,1 0 0,-1 1 0,0-1 0,0 0 0,0 1 0,0-1 0,0 1 0,0-1 0,-1 1 0,1-1 0,0 1 0,-1 0 0,1-1 0,-1 1 0,0 0 0,0-1 0,1 1 0,-1 0 0,0-1 0,0 1 0,-1 0 0,1 0 0,0-1 0,0 1 0,-1 0 0,1-1 0,-1 1 0,0-1 0,1 1 0,-1 0 0,0-1 0,0 0 0,0 1 0,0-1 0,0 1 0,0-1 0,0 0 0,-1 0 0,1 0 0,0 0 0,-1 0 0,-1 1 0,-4 3 0,-1 0 0,1-1 0,-1 0 0,0 0 0,0-1 0,0 0 0,0-1 0,-11 3 0,-41 6 0,38-5 0,0-2 0,0 0 0,-1-2 0,1 0 0,0-1 0,-1-1 0,-42-7 0,62 7-57,1 0 0,0-1 1,0 1-1,0-1 0,0 1 0,0-1 0,0 0 0,0 0 0,1 0 0,-1 0 0,0 0 1,0 0-1,1-1 0,-1 1 0,1-1 0,-1 1 0,1-1 0,-1 1 0,1-1 1,0 0-1,0 0 0,0 1 0,-1-4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689 99 24575,'-1'-1'0,"1"-1"0,-1 0 0,0 1 0,0-1 0,0 1 0,0-1 0,0 1 0,0-1 0,0 1 0,-1 0 0,1 0 0,0 0 0,-1 0 0,1-1 0,-1 2 0,1-1 0,-4-1 0,-29-14 0,8 8 0,0 0 0,0 2 0,0 2 0,0 0 0,-1 1 0,0 2 0,0 1 0,1 1 0,-1 1 0,-34 8 0,40-6 0,1 1 0,-1 0 0,1 2 0,-32 15 0,42-16 0,1 0 0,0 1 0,0-1 0,0 2 0,1-1 0,0 1 0,0 0 0,1 1 0,0 0 0,-9 16 0,5-9 0,2 1 0,0 1 0,1 0 0,1 0 0,1 0 0,0 1 0,2 0 0,0 0 0,1 0 0,1 1 0,0-1 0,2 0 0,0 1 0,1-1 0,1 1 0,1-1 0,1 0 0,1 0 0,9 27 0,0-13 0,2 0 0,31 50 0,-38-71 0,1 1 0,0-1 0,1-1 0,0 0 0,1 0 0,0-1 0,1-1 0,22 14 0,-11-11 0,0-1 0,0-1 0,1-2 0,1 0 0,-1-2 0,51 7 0,-28-9 0,0-2 0,91-7 0,-125 3 0,0-1 0,0-1 0,0 0 0,0-1 0,-1 0 0,0-1 0,0 0 0,-1-1 0,1-1 0,-1 0 0,-1 0 0,0-1 0,0-1 0,-1 0 0,10-11 0,2-6 0,-1-1 0,-1 0 0,-1-2 0,-2 0 0,14-33 0,-25 44 0,-1 0 0,-1 0 0,-1 0 0,-1 0 0,-1-1 0,0 1 0,-1-1 0,-6-37 0,4 45 0,-1-1 0,-1 1 0,0 0 0,-1 0 0,0 1 0,-1-1 0,0 1 0,0 0 0,-1 1 0,-1-1 0,0 1 0,0 1 0,-15-13 0,-1 0 0,-1 0 0,-2 2 0,-56-33 0,44 33-341,-1 1 0,-1 2-1,-52-15 1,76 28-6485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6:34:29.1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5:47.0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71 24575,'7'0'0,"1"-1"0,0 0 0,0-1 0,15-5 0,24-4 0,642-37 0,-201 69 0,-448-13-34,10 3 155,-48-11-212,1 0 1,-1 1-1,1-1 0,-1 0 0,0-1 1,1 1-1,-1 0 0,1-1 0,-1 0 1,0 1-1,1-1 0,-1 0 0,0 0 0,0 0 1,4-3-1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1T16:25:47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2 24575,'-11'-1'0,"15"1"0,26 2 0,83 26 0,-47-13 0,-1 3 0,79 32 0,-142-50 0,0 1 0,-1 0 0,1-1 0,0 1 0,-1 0 0,1 0 0,-1 0 0,1 0 0,-1 0 0,0 0 0,1 1 0,-1-1 0,0 0 0,0 1 0,0-1 0,0 1 0,0-1 0,0 1 0,0-1 0,1 4 0,-2-4 0,0 1 0,-1-1 0,1 0 0,0 1 0,0-1 0,-1 1 0,1-1 0,-1 0 0,1 1 0,-1-1 0,0 0 0,1 1 0,-1-1 0,0 0 0,0 0 0,0 0 0,0 1 0,0-1 0,-1 1 0,-7 5 0,-1 0 0,1-1 0,-1 0 0,-20 9 0,-245 83 7,160-62-1379,93-28-5454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51" Type="http://schemas.openxmlformats.org/officeDocument/2006/relationships/image" Target="../media/image30.png"/><Relationship Id="rId3" Type="http://schemas.openxmlformats.org/officeDocument/2006/relationships/image" Target="../media/image60.png"/><Relationship Id="rId21" Type="http://schemas.openxmlformats.org/officeDocument/2006/relationships/image" Target="../media/image15.png"/><Relationship Id="rId42" Type="http://schemas.openxmlformats.org/officeDocument/2006/relationships/customXml" Target="../ink/ink13.xml"/><Relationship Id="rId47" Type="http://schemas.openxmlformats.org/officeDocument/2006/relationships/image" Target="../media/image28.png"/><Relationship Id="rId50" Type="http://schemas.openxmlformats.org/officeDocument/2006/relationships/customXml" Target="../ink/ink17.xml"/><Relationship Id="rId55" Type="http://schemas.openxmlformats.org/officeDocument/2006/relationships/image" Target="../media/image32.png"/><Relationship Id="rId7" Type="http://schemas.openxmlformats.org/officeDocument/2006/relationships/image" Target="../media/image8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46" Type="http://schemas.openxmlformats.org/officeDocument/2006/relationships/customXml" Target="../ink/ink15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54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8" Type="http://schemas.openxmlformats.org/officeDocument/2006/relationships/customXml" Target="../ink/ink12.xml"/><Relationship Id="rId49" Type="http://schemas.openxmlformats.org/officeDocument/2006/relationships/image" Target="../media/image29.png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44" Type="http://schemas.openxmlformats.org/officeDocument/2006/relationships/customXml" Target="../ink/ink14.xml"/><Relationship Id="rId52" Type="http://schemas.openxmlformats.org/officeDocument/2006/relationships/customXml" Target="../ink/ink18.xml"/><Relationship Id="rId4" Type="http://schemas.openxmlformats.org/officeDocument/2006/relationships/customXml" Target="../ink/ink2.xml"/><Relationship Id="rId9" Type="http://schemas.openxmlformats.org/officeDocument/2006/relationships/image" Target="../media/image9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customXml" Target="../ink/ink1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28.xml"/><Relationship Id="rId26" Type="http://schemas.openxmlformats.org/officeDocument/2006/relationships/customXml" Target="../ink/ink32.xml"/><Relationship Id="rId39" Type="http://schemas.openxmlformats.org/officeDocument/2006/relationships/image" Target="../media/image35.png"/><Relationship Id="rId21" Type="http://schemas.openxmlformats.org/officeDocument/2006/relationships/image" Target="../media/image17.png"/><Relationship Id="rId34" Type="http://schemas.openxmlformats.org/officeDocument/2006/relationships/customXml" Target="../ink/ink36.xml"/><Relationship Id="rId42" Type="http://schemas.openxmlformats.org/officeDocument/2006/relationships/customXml" Target="../ink/ink40.xml"/><Relationship Id="rId47" Type="http://schemas.openxmlformats.org/officeDocument/2006/relationships/image" Target="../media/image39.png"/><Relationship Id="rId50" Type="http://schemas.openxmlformats.org/officeDocument/2006/relationships/customXml" Target="../ink/ink44.xml"/><Relationship Id="rId55" Type="http://schemas.openxmlformats.org/officeDocument/2006/relationships/image" Target="../media/image43.png"/><Relationship Id="rId7" Type="http://schemas.openxmlformats.org/officeDocument/2006/relationships/image" Target="../media/image4.png"/><Relationship Id="rId12" Type="http://schemas.openxmlformats.org/officeDocument/2006/relationships/customXml" Target="../ink/ink25.xml"/><Relationship Id="rId17" Type="http://schemas.openxmlformats.org/officeDocument/2006/relationships/image" Target="../media/image9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38.xml"/><Relationship Id="rId46" Type="http://schemas.openxmlformats.org/officeDocument/2006/relationships/customXml" Target="../ink/ink42.xml"/><Relationship Id="rId2" Type="http://schemas.openxmlformats.org/officeDocument/2006/relationships/customXml" Target="../ink/ink20.xml"/><Relationship Id="rId16" Type="http://schemas.openxmlformats.org/officeDocument/2006/relationships/customXml" Target="../ink/ink27.xml"/><Relationship Id="rId20" Type="http://schemas.openxmlformats.org/officeDocument/2006/relationships/customXml" Target="../ink/ink29.xml"/><Relationship Id="rId29" Type="http://schemas.openxmlformats.org/officeDocument/2006/relationships/image" Target="../media/image22.png"/><Relationship Id="rId41" Type="http://schemas.openxmlformats.org/officeDocument/2006/relationships/image" Target="../media/image36.png"/><Relationship Id="rId54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11" Type="http://schemas.openxmlformats.org/officeDocument/2006/relationships/image" Target="../media/image6.png"/><Relationship Id="rId24" Type="http://schemas.openxmlformats.org/officeDocument/2006/relationships/customXml" Target="../ink/ink31.xml"/><Relationship Id="rId32" Type="http://schemas.openxmlformats.org/officeDocument/2006/relationships/customXml" Target="../ink/ink35.xml"/><Relationship Id="rId37" Type="http://schemas.openxmlformats.org/officeDocument/2006/relationships/image" Target="../media/image34.png"/><Relationship Id="rId40" Type="http://schemas.openxmlformats.org/officeDocument/2006/relationships/customXml" Target="../ink/ink39.xml"/><Relationship Id="rId45" Type="http://schemas.openxmlformats.org/officeDocument/2006/relationships/image" Target="../media/image38.png"/><Relationship Id="rId53" Type="http://schemas.openxmlformats.org/officeDocument/2006/relationships/image" Target="../media/image42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9.png"/><Relationship Id="rId28" Type="http://schemas.openxmlformats.org/officeDocument/2006/relationships/customXml" Target="../ink/ink33.xml"/><Relationship Id="rId36" Type="http://schemas.openxmlformats.org/officeDocument/2006/relationships/customXml" Target="../ink/ink37.xml"/><Relationship Id="rId49" Type="http://schemas.openxmlformats.org/officeDocument/2006/relationships/image" Target="../media/image40.png"/><Relationship Id="rId57" Type="http://schemas.openxmlformats.org/officeDocument/2006/relationships/customXml" Target="../ink/ink48.xml"/><Relationship Id="rId10" Type="http://schemas.openxmlformats.org/officeDocument/2006/relationships/customXml" Target="../ink/ink24.xml"/><Relationship Id="rId19" Type="http://schemas.openxmlformats.org/officeDocument/2006/relationships/image" Target="../media/image16.png"/><Relationship Id="rId31" Type="http://schemas.openxmlformats.org/officeDocument/2006/relationships/image" Target="../media/image23.png"/><Relationship Id="rId44" Type="http://schemas.openxmlformats.org/officeDocument/2006/relationships/customXml" Target="../ink/ink41.xml"/><Relationship Id="rId52" Type="http://schemas.openxmlformats.org/officeDocument/2006/relationships/customXml" Target="../ink/ink45.xml"/><Relationship Id="rId4" Type="http://schemas.openxmlformats.org/officeDocument/2006/relationships/customXml" Target="../ink/ink21.xml"/><Relationship Id="rId9" Type="http://schemas.openxmlformats.org/officeDocument/2006/relationships/image" Target="../media/image5.png"/><Relationship Id="rId14" Type="http://schemas.openxmlformats.org/officeDocument/2006/relationships/customXml" Target="../ink/ink26.xml"/><Relationship Id="rId22" Type="http://schemas.openxmlformats.org/officeDocument/2006/relationships/customXml" Target="../ink/ink30.xml"/><Relationship Id="rId27" Type="http://schemas.openxmlformats.org/officeDocument/2006/relationships/image" Target="../media/image21.png"/><Relationship Id="rId30" Type="http://schemas.openxmlformats.org/officeDocument/2006/relationships/customXml" Target="../ink/ink34.xml"/><Relationship Id="rId35" Type="http://schemas.openxmlformats.org/officeDocument/2006/relationships/image" Target="../media/image33.png"/><Relationship Id="rId43" Type="http://schemas.openxmlformats.org/officeDocument/2006/relationships/image" Target="../media/image37.png"/><Relationship Id="rId48" Type="http://schemas.openxmlformats.org/officeDocument/2006/relationships/customXml" Target="../ink/ink43.xml"/><Relationship Id="rId56" Type="http://schemas.openxmlformats.org/officeDocument/2006/relationships/customXml" Target="../ink/ink47.xml"/><Relationship Id="rId8" Type="http://schemas.openxmlformats.org/officeDocument/2006/relationships/customXml" Target="../ink/ink23.xml"/><Relationship Id="rId51" Type="http://schemas.openxmlformats.org/officeDocument/2006/relationships/image" Target="../media/image41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57.xml"/><Relationship Id="rId26" Type="http://schemas.openxmlformats.org/officeDocument/2006/relationships/customXml" Target="../ink/ink61.xml"/><Relationship Id="rId39" Type="http://schemas.openxmlformats.org/officeDocument/2006/relationships/image" Target="../media/image240.png"/><Relationship Id="rId21" Type="http://schemas.openxmlformats.org/officeDocument/2006/relationships/image" Target="../media/image15.png"/><Relationship Id="rId34" Type="http://schemas.openxmlformats.org/officeDocument/2006/relationships/customXml" Target="../ink/ink65.xml"/><Relationship Id="rId42" Type="http://schemas.openxmlformats.org/officeDocument/2006/relationships/customXml" Target="../ink/ink69.xml"/><Relationship Id="rId47" Type="http://schemas.openxmlformats.org/officeDocument/2006/relationships/image" Target="../media/image28.png"/><Relationship Id="rId50" Type="http://schemas.openxmlformats.org/officeDocument/2006/relationships/customXml" Target="../ink/ink73.xml"/><Relationship Id="rId55" Type="http://schemas.openxmlformats.org/officeDocument/2006/relationships/image" Target="../media/image32.png"/><Relationship Id="rId7" Type="http://schemas.openxmlformats.org/officeDocument/2006/relationships/image" Target="../media/image80.png"/><Relationship Id="rId12" Type="http://schemas.openxmlformats.org/officeDocument/2006/relationships/customXml" Target="../ink/ink54.xml"/><Relationship Id="rId17" Type="http://schemas.openxmlformats.org/officeDocument/2006/relationships/image" Target="../media/image13.png"/><Relationship Id="rId25" Type="http://schemas.openxmlformats.org/officeDocument/2006/relationships/image" Target="../media/image170.png"/><Relationship Id="rId33" Type="http://schemas.openxmlformats.org/officeDocument/2006/relationships/image" Target="../media/image210.png"/><Relationship Id="rId38" Type="http://schemas.openxmlformats.org/officeDocument/2006/relationships/customXml" Target="../ink/ink67.xml"/><Relationship Id="rId46" Type="http://schemas.openxmlformats.org/officeDocument/2006/relationships/customXml" Target="../ink/ink71.xml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20" Type="http://schemas.openxmlformats.org/officeDocument/2006/relationships/customXml" Target="../ink/ink58.xml"/><Relationship Id="rId29" Type="http://schemas.openxmlformats.org/officeDocument/2006/relationships/image" Target="../media/image190.png"/><Relationship Id="rId41" Type="http://schemas.openxmlformats.org/officeDocument/2006/relationships/image" Target="../media/image25.png"/><Relationship Id="rId54" Type="http://schemas.openxmlformats.org/officeDocument/2006/relationships/customXml" Target="../ink/ink7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11" Type="http://schemas.openxmlformats.org/officeDocument/2006/relationships/image" Target="../media/image10.png"/><Relationship Id="rId24" Type="http://schemas.openxmlformats.org/officeDocument/2006/relationships/customXml" Target="../ink/ink60.xml"/><Relationship Id="rId32" Type="http://schemas.openxmlformats.org/officeDocument/2006/relationships/customXml" Target="../ink/ink64.xml"/><Relationship Id="rId37" Type="http://schemas.openxmlformats.org/officeDocument/2006/relationships/image" Target="../media/image230.png"/><Relationship Id="rId40" Type="http://schemas.openxmlformats.org/officeDocument/2006/relationships/customXml" Target="../ink/ink68.xml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3" Type="http://schemas.openxmlformats.org/officeDocument/2006/relationships/image" Target="../media/image160.png"/><Relationship Id="rId28" Type="http://schemas.openxmlformats.org/officeDocument/2006/relationships/customXml" Target="../ink/ink62.xml"/><Relationship Id="rId36" Type="http://schemas.openxmlformats.org/officeDocument/2006/relationships/customXml" Target="../ink/ink66.xml"/><Relationship Id="rId49" Type="http://schemas.openxmlformats.org/officeDocument/2006/relationships/image" Target="../media/image29.png"/><Relationship Id="rId57" Type="http://schemas.openxmlformats.org/officeDocument/2006/relationships/customXml" Target="../ink/ink77.xml"/><Relationship Id="rId10" Type="http://schemas.openxmlformats.org/officeDocument/2006/relationships/customXml" Target="../ink/ink53.xml"/><Relationship Id="rId19" Type="http://schemas.openxmlformats.org/officeDocument/2006/relationships/image" Target="../media/image14.png"/><Relationship Id="rId31" Type="http://schemas.openxmlformats.org/officeDocument/2006/relationships/image" Target="../media/image200.png"/><Relationship Id="rId44" Type="http://schemas.openxmlformats.org/officeDocument/2006/relationships/customXml" Target="../ink/ink70.xml"/><Relationship Id="rId52" Type="http://schemas.openxmlformats.org/officeDocument/2006/relationships/customXml" Target="../ink/ink74.xml"/><Relationship Id="rId4" Type="http://schemas.openxmlformats.org/officeDocument/2006/relationships/customXml" Target="../ink/ink50.xml"/><Relationship Id="rId9" Type="http://schemas.openxmlformats.org/officeDocument/2006/relationships/image" Target="../media/image90.png"/><Relationship Id="rId14" Type="http://schemas.openxmlformats.org/officeDocument/2006/relationships/customXml" Target="../ink/ink55.xml"/><Relationship Id="rId22" Type="http://schemas.openxmlformats.org/officeDocument/2006/relationships/customXml" Target="../ink/ink59.xml"/><Relationship Id="rId27" Type="http://schemas.openxmlformats.org/officeDocument/2006/relationships/image" Target="../media/image18.png"/><Relationship Id="rId30" Type="http://schemas.openxmlformats.org/officeDocument/2006/relationships/customXml" Target="../ink/ink63.xml"/><Relationship Id="rId35" Type="http://schemas.openxmlformats.org/officeDocument/2006/relationships/image" Target="../media/image220.png"/><Relationship Id="rId43" Type="http://schemas.openxmlformats.org/officeDocument/2006/relationships/image" Target="../media/image26.png"/><Relationship Id="rId48" Type="http://schemas.openxmlformats.org/officeDocument/2006/relationships/customXml" Target="../ink/ink72.xml"/><Relationship Id="rId56" Type="http://schemas.openxmlformats.org/officeDocument/2006/relationships/customXml" Target="../ink/ink76.xml"/><Relationship Id="rId8" Type="http://schemas.openxmlformats.org/officeDocument/2006/relationships/customXml" Target="../ink/ink52.xml"/><Relationship Id="rId51" Type="http://schemas.openxmlformats.org/officeDocument/2006/relationships/image" Target="../media/image30.png"/><Relationship Id="rId3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86.xml"/><Relationship Id="rId26" Type="http://schemas.openxmlformats.org/officeDocument/2006/relationships/customXml" Target="../ink/ink90.xml"/><Relationship Id="rId39" Type="http://schemas.openxmlformats.org/officeDocument/2006/relationships/image" Target="../media/image240.png"/><Relationship Id="rId21" Type="http://schemas.openxmlformats.org/officeDocument/2006/relationships/image" Target="../media/image15.png"/><Relationship Id="rId34" Type="http://schemas.openxmlformats.org/officeDocument/2006/relationships/customXml" Target="../ink/ink94.xml"/><Relationship Id="rId42" Type="http://schemas.openxmlformats.org/officeDocument/2006/relationships/customXml" Target="../ink/ink98.xml"/><Relationship Id="rId47" Type="http://schemas.openxmlformats.org/officeDocument/2006/relationships/image" Target="../media/image28.png"/><Relationship Id="rId50" Type="http://schemas.openxmlformats.org/officeDocument/2006/relationships/customXml" Target="../ink/ink102.xml"/><Relationship Id="rId55" Type="http://schemas.openxmlformats.org/officeDocument/2006/relationships/image" Target="../media/image32.png"/><Relationship Id="rId7" Type="http://schemas.openxmlformats.org/officeDocument/2006/relationships/image" Target="../media/image80.png"/><Relationship Id="rId12" Type="http://schemas.openxmlformats.org/officeDocument/2006/relationships/customXml" Target="../ink/ink83.xml"/><Relationship Id="rId17" Type="http://schemas.openxmlformats.org/officeDocument/2006/relationships/image" Target="../media/image13.png"/><Relationship Id="rId25" Type="http://schemas.openxmlformats.org/officeDocument/2006/relationships/image" Target="../media/image170.png"/><Relationship Id="rId33" Type="http://schemas.openxmlformats.org/officeDocument/2006/relationships/image" Target="../media/image210.png"/><Relationship Id="rId38" Type="http://schemas.openxmlformats.org/officeDocument/2006/relationships/customXml" Target="../ink/ink96.xml"/><Relationship Id="rId46" Type="http://schemas.openxmlformats.org/officeDocument/2006/relationships/customXml" Target="../ink/ink100.xml"/><Relationship Id="rId2" Type="http://schemas.openxmlformats.org/officeDocument/2006/relationships/customXml" Target="../ink/ink78.xml"/><Relationship Id="rId16" Type="http://schemas.openxmlformats.org/officeDocument/2006/relationships/customXml" Target="../ink/ink85.xml"/><Relationship Id="rId20" Type="http://schemas.openxmlformats.org/officeDocument/2006/relationships/customXml" Target="../ink/ink87.xml"/><Relationship Id="rId29" Type="http://schemas.openxmlformats.org/officeDocument/2006/relationships/image" Target="../media/image190.png"/><Relationship Id="rId41" Type="http://schemas.openxmlformats.org/officeDocument/2006/relationships/image" Target="../media/image25.png"/><Relationship Id="rId54" Type="http://schemas.openxmlformats.org/officeDocument/2006/relationships/customXml" Target="../ink/ink10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0.xml"/><Relationship Id="rId11" Type="http://schemas.openxmlformats.org/officeDocument/2006/relationships/image" Target="../media/image10.png"/><Relationship Id="rId24" Type="http://schemas.openxmlformats.org/officeDocument/2006/relationships/customXml" Target="../ink/ink89.xml"/><Relationship Id="rId32" Type="http://schemas.openxmlformats.org/officeDocument/2006/relationships/customXml" Target="../ink/ink93.xml"/><Relationship Id="rId37" Type="http://schemas.openxmlformats.org/officeDocument/2006/relationships/image" Target="../media/image230.png"/><Relationship Id="rId40" Type="http://schemas.openxmlformats.org/officeDocument/2006/relationships/customXml" Target="../ink/ink97.xml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3" Type="http://schemas.openxmlformats.org/officeDocument/2006/relationships/image" Target="../media/image160.png"/><Relationship Id="rId28" Type="http://schemas.openxmlformats.org/officeDocument/2006/relationships/customXml" Target="../ink/ink91.xml"/><Relationship Id="rId36" Type="http://schemas.openxmlformats.org/officeDocument/2006/relationships/customXml" Target="../ink/ink95.xml"/><Relationship Id="rId49" Type="http://schemas.openxmlformats.org/officeDocument/2006/relationships/image" Target="../media/image29.png"/><Relationship Id="rId57" Type="http://schemas.openxmlformats.org/officeDocument/2006/relationships/customXml" Target="../ink/ink106.xml"/><Relationship Id="rId10" Type="http://schemas.openxmlformats.org/officeDocument/2006/relationships/customXml" Target="../ink/ink82.xml"/><Relationship Id="rId19" Type="http://schemas.openxmlformats.org/officeDocument/2006/relationships/image" Target="../media/image14.png"/><Relationship Id="rId31" Type="http://schemas.openxmlformats.org/officeDocument/2006/relationships/image" Target="../media/image200.png"/><Relationship Id="rId44" Type="http://schemas.openxmlformats.org/officeDocument/2006/relationships/customXml" Target="../ink/ink99.xml"/><Relationship Id="rId52" Type="http://schemas.openxmlformats.org/officeDocument/2006/relationships/customXml" Target="../ink/ink103.xml"/><Relationship Id="rId4" Type="http://schemas.openxmlformats.org/officeDocument/2006/relationships/customXml" Target="../ink/ink79.xml"/><Relationship Id="rId9" Type="http://schemas.openxmlformats.org/officeDocument/2006/relationships/image" Target="../media/image90.png"/><Relationship Id="rId14" Type="http://schemas.openxmlformats.org/officeDocument/2006/relationships/customXml" Target="../ink/ink84.xml"/><Relationship Id="rId22" Type="http://schemas.openxmlformats.org/officeDocument/2006/relationships/customXml" Target="../ink/ink88.xml"/><Relationship Id="rId27" Type="http://schemas.openxmlformats.org/officeDocument/2006/relationships/image" Target="../media/image18.png"/><Relationship Id="rId30" Type="http://schemas.openxmlformats.org/officeDocument/2006/relationships/customXml" Target="../ink/ink92.xml"/><Relationship Id="rId35" Type="http://schemas.openxmlformats.org/officeDocument/2006/relationships/image" Target="../media/image220.png"/><Relationship Id="rId43" Type="http://schemas.openxmlformats.org/officeDocument/2006/relationships/image" Target="../media/image26.png"/><Relationship Id="rId48" Type="http://schemas.openxmlformats.org/officeDocument/2006/relationships/customXml" Target="../ink/ink101.xml"/><Relationship Id="rId56" Type="http://schemas.openxmlformats.org/officeDocument/2006/relationships/customXml" Target="../ink/ink105.xml"/><Relationship Id="rId8" Type="http://schemas.openxmlformats.org/officeDocument/2006/relationships/customXml" Target="../ink/ink81.xml"/><Relationship Id="rId51" Type="http://schemas.openxmlformats.org/officeDocument/2006/relationships/image" Target="../media/image30.png"/><Relationship Id="rId3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115.xml"/><Relationship Id="rId26" Type="http://schemas.openxmlformats.org/officeDocument/2006/relationships/customXml" Target="../ink/ink119.xml"/><Relationship Id="rId39" Type="http://schemas.openxmlformats.org/officeDocument/2006/relationships/image" Target="../media/image240.png"/><Relationship Id="rId21" Type="http://schemas.openxmlformats.org/officeDocument/2006/relationships/image" Target="../media/image15.png"/><Relationship Id="rId34" Type="http://schemas.openxmlformats.org/officeDocument/2006/relationships/customXml" Target="../ink/ink123.xml"/><Relationship Id="rId42" Type="http://schemas.openxmlformats.org/officeDocument/2006/relationships/customXml" Target="../ink/ink127.xml"/><Relationship Id="rId47" Type="http://schemas.openxmlformats.org/officeDocument/2006/relationships/image" Target="../media/image28.png"/><Relationship Id="rId50" Type="http://schemas.openxmlformats.org/officeDocument/2006/relationships/customXml" Target="../ink/ink131.xml"/><Relationship Id="rId55" Type="http://schemas.openxmlformats.org/officeDocument/2006/relationships/image" Target="../media/image32.png"/><Relationship Id="rId7" Type="http://schemas.openxmlformats.org/officeDocument/2006/relationships/image" Target="../media/image80.png"/><Relationship Id="rId12" Type="http://schemas.openxmlformats.org/officeDocument/2006/relationships/customXml" Target="../ink/ink112.xml"/><Relationship Id="rId17" Type="http://schemas.openxmlformats.org/officeDocument/2006/relationships/image" Target="../media/image13.png"/><Relationship Id="rId25" Type="http://schemas.openxmlformats.org/officeDocument/2006/relationships/image" Target="../media/image170.png"/><Relationship Id="rId33" Type="http://schemas.openxmlformats.org/officeDocument/2006/relationships/image" Target="../media/image210.png"/><Relationship Id="rId38" Type="http://schemas.openxmlformats.org/officeDocument/2006/relationships/customXml" Target="../ink/ink125.xml"/><Relationship Id="rId46" Type="http://schemas.openxmlformats.org/officeDocument/2006/relationships/customXml" Target="../ink/ink129.xml"/><Relationship Id="rId2" Type="http://schemas.openxmlformats.org/officeDocument/2006/relationships/customXml" Target="../ink/ink107.xml"/><Relationship Id="rId16" Type="http://schemas.openxmlformats.org/officeDocument/2006/relationships/customXml" Target="../ink/ink114.xml"/><Relationship Id="rId20" Type="http://schemas.openxmlformats.org/officeDocument/2006/relationships/customXml" Target="../ink/ink116.xml"/><Relationship Id="rId29" Type="http://schemas.openxmlformats.org/officeDocument/2006/relationships/image" Target="../media/image190.png"/><Relationship Id="rId41" Type="http://schemas.openxmlformats.org/officeDocument/2006/relationships/image" Target="../media/image25.png"/><Relationship Id="rId54" Type="http://schemas.openxmlformats.org/officeDocument/2006/relationships/customXml" Target="../ink/ink1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9.xml"/><Relationship Id="rId11" Type="http://schemas.openxmlformats.org/officeDocument/2006/relationships/image" Target="../media/image10.png"/><Relationship Id="rId24" Type="http://schemas.openxmlformats.org/officeDocument/2006/relationships/customXml" Target="../ink/ink118.xml"/><Relationship Id="rId32" Type="http://schemas.openxmlformats.org/officeDocument/2006/relationships/customXml" Target="../ink/ink122.xml"/><Relationship Id="rId37" Type="http://schemas.openxmlformats.org/officeDocument/2006/relationships/image" Target="../media/image230.png"/><Relationship Id="rId40" Type="http://schemas.openxmlformats.org/officeDocument/2006/relationships/customXml" Target="../ink/ink126.xml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23" Type="http://schemas.openxmlformats.org/officeDocument/2006/relationships/image" Target="../media/image160.png"/><Relationship Id="rId28" Type="http://schemas.openxmlformats.org/officeDocument/2006/relationships/customXml" Target="../ink/ink120.xml"/><Relationship Id="rId36" Type="http://schemas.openxmlformats.org/officeDocument/2006/relationships/customXml" Target="../ink/ink124.xml"/><Relationship Id="rId49" Type="http://schemas.openxmlformats.org/officeDocument/2006/relationships/image" Target="../media/image29.png"/><Relationship Id="rId57" Type="http://schemas.openxmlformats.org/officeDocument/2006/relationships/customXml" Target="../ink/ink135.xml"/><Relationship Id="rId10" Type="http://schemas.openxmlformats.org/officeDocument/2006/relationships/customXml" Target="../ink/ink111.xml"/><Relationship Id="rId19" Type="http://schemas.openxmlformats.org/officeDocument/2006/relationships/image" Target="../media/image14.png"/><Relationship Id="rId31" Type="http://schemas.openxmlformats.org/officeDocument/2006/relationships/image" Target="../media/image200.png"/><Relationship Id="rId44" Type="http://schemas.openxmlformats.org/officeDocument/2006/relationships/customXml" Target="../ink/ink128.xml"/><Relationship Id="rId52" Type="http://schemas.openxmlformats.org/officeDocument/2006/relationships/customXml" Target="../ink/ink132.xml"/><Relationship Id="rId4" Type="http://schemas.openxmlformats.org/officeDocument/2006/relationships/customXml" Target="../ink/ink108.xml"/><Relationship Id="rId9" Type="http://schemas.openxmlformats.org/officeDocument/2006/relationships/image" Target="../media/image90.png"/><Relationship Id="rId14" Type="http://schemas.openxmlformats.org/officeDocument/2006/relationships/customXml" Target="../ink/ink113.xml"/><Relationship Id="rId22" Type="http://schemas.openxmlformats.org/officeDocument/2006/relationships/customXml" Target="../ink/ink117.xml"/><Relationship Id="rId27" Type="http://schemas.openxmlformats.org/officeDocument/2006/relationships/image" Target="../media/image18.png"/><Relationship Id="rId30" Type="http://schemas.openxmlformats.org/officeDocument/2006/relationships/customXml" Target="../ink/ink121.xml"/><Relationship Id="rId35" Type="http://schemas.openxmlformats.org/officeDocument/2006/relationships/image" Target="../media/image220.png"/><Relationship Id="rId43" Type="http://schemas.openxmlformats.org/officeDocument/2006/relationships/image" Target="../media/image26.png"/><Relationship Id="rId48" Type="http://schemas.openxmlformats.org/officeDocument/2006/relationships/customXml" Target="../ink/ink130.xml"/><Relationship Id="rId56" Type="http://schemas.openxmlformats.org/officeDocument/2006/relationships/customXml" Target="../ink/ink134.xml"/><Relationship Id="rId8" Type="http://schemas.openxmlformats.org/officeDocument/2006/relationships/customXml" Target="../ink/ink110.xml"/><Relationship Id="rId51" Type="http://schemas.openxmlformats.org/officeDocument/2006/relationships/image" Target="../media/image30.png"/><Relationship Id="rId3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</a:t>
            </a:r>
          </a:p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Compare With Fine Tuning</a:t>
            </a: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pPr algn="ctr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76CD-79A7-54E4-981D-2F94F8EF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DDDEA2-3EA5-BBB1-82DB-8787366C81FB}"/>
              </a:ext>
            </a:extLst>
          </p:cNvPr>
          <p:cNvSpPr txBox="1"/>
          <p:nvPr/>
        </p:nvSpPr>
        <p:spPr>
          <a:xfrm>
            <a:off x="148336" y="199104"/>
            <a:ext cx="10292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without RAG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User asks: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“What is the notice period of employee in a company XYZ 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LLM: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do not know the answer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notice period is 90 days (Hallucination)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4E06E64-2BAD-CB49-F418-EEC904645F4D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011818-563F-D9FB-E9F3-4F652DCB583E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7286D2-5F53-6A13-D382-C24F6B7D603D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8EBFBC-B12C-6BBE-F185-EF96921A268E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720D8C6-5A26-04CE-BAD7-201795DCC58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720D8C6-5A26-04CE-BAD7-201795DCC5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8176"/>
                <a:ext cx="340560" cy="8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4446189-62EA-CC1B-4560-E05CA83E4637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4446189-62EA-CC1B-4560-E05CA83E463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664" y="2338416"/>
                <a:ext cx="96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DDA8256-AC7A-5DD6-374F-7A5DAC3862EC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DDA8256-AC7A-5DD6-374F-7A5DAC3862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784" y="237081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B75E350-3089-2A90-FF5D-0BB8BCE93146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AE539F5-1814-F360-E50D-DDCA801CDAED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AE539F5-1814-F360-E50D-DDCA801CDAE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510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841379-515F-EBF3-5CD8-636904F768F6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841379-515F-EBF3-5CD8-636904F768F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66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AD9283A-5E97-4EA0-23E7-F839907A29D3}"/>
              </a:ext>
            </a:extLst>
          </p:cNvPr>
          <p:cNvSpPr/>
          <p:nvPr/>
        </p:nvSpPr>
        <p:spPr>
          <a:xfrm>
            <a:off x="6684264" y="4532376"/>
            <a:ext cx="1499616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54510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D85E-81EB-7A2C-49AA-000A420A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87C816-4415-F0A7-0B90-55C375306F2C}"/>
              </a:ext>
            </a:extLst>
          </p:cNvPr>
          <p:cNvSpPr txBox="1"/>
          <p:nvPr/>
        </p:nvSpPr>
        <p:spPr>
          <a:xfrm>
            <a:off x="148336" y="199104"/>
            <a:ext cx="10292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means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fetches external data at runtime and uses it to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No training required.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actually happens?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searches your data (PDFs, DB, etc.)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Relevant chunks are retrieved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generates answer using that context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688B27D-5939-C881-6CE3-E22526A2CEEE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C4B6E6-8BCE-C182-AB0F-AEBF970FABFD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9052F-179B-73A3-9D44-A7541BCB99DF}"/>
              </a:ext>
            </a:extLst>
          </p:cNvPr>
          <p:cNvSpPr/>
          <p:nvPr/>
        </p:nvSpPr>
        <p:spPr>
          <a:xfrm>
            <a:off x="6684264" y="4532376"/>
            <a:ext cx="1499616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E326C3-BF1F-2457-42E7-B994EA7275CA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3C9D0D-7524-4564-0F00-B04ED46EAA65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3C9D0D-7524-4564-0F00-B04ED46EAA6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32" y="3273704"/>
                  <a:ext cx="270305" cy="8873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6B47C8D-1526-1F2D-F082-22D0E479E1C7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6B47C8D-1526-1F2D-F082-22D0E479E1C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297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FB312A-3A87-50D3-DB6C-99C260A6594A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5FA308-B19D-05F2-DE4F-E35E358F9CB7}"/>
              </a:ext>
            </a:extLst>
          </p:cNvPr>
          <p:cNvGrpSpPr/>
          <p:nvPr/>
        </p:nvGrpSpPr>
        <p:grpSpPr>
          <a:xfrm>
            <a:off x="8311824" y="481809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088388-7A43-B9D0-77AE-BB1F908D770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088388-7A43-B9D0-77AE-BB1F908D77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FF393226-0E41-D4A2-5BC0-57AF18D715B1}"/>
              </a:ext>
            </a:extLst>
          </p:cNvPr>
          <p:cNvGrpSpPr/>
          <p:nvPr/>
        </p:nvGrpSpPr>
        <p:grpSpPr>
          <a:xfrm>
            <a:off x="8164584" y="4225536"/>
            <a:ext cx="853560" cy="329760"/>
            <a:chOff x="8164584" y="4225536"/>
            <a:chExt cx="85356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F71587-E73D-9842-00A4-B3EAAB59E59F}"/>
                    </a:ext>
                  </a:extLst>
                </p14:cNvPr>
                <p14:cNvContentPartPr/>
                <p14:nvPr/>
              </p14:nvContentPartPr>
              <p14:xfrm>
                <a:off x="8262864" y="4345416"/>
                <a:ext cx="185400" cy="106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F71587-E73D-9842-00A4-B3EAAB59E5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44864" y="4327416"/>
                  <a:ext cx="221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90FECD3-7BDF-EE49-C57F-3D0198F17B32}"/>
                    </a:ext>
                  </a:extLst>
                </p14:cNvPr>
                <p14:cNvContentPartPr/>
                <p14:nvPr/>
              </p14:nvContentPartPr>
              <p14:xfrm>
                <a:off x="8164584" y="4249296"/>
                <a:ext cx="378000" cy="298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90FECD3-7BDF-EE49-C57F-3D0198F17B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46584" y="4231296"/>
                  <a:ext cx="4136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633CD0F-7395-0A2A-71D6-A7F664DE156B}"/>
                    </a:ext>
                  </a:extLst>
                </p14:cNvPr>
                <p14:cNvContentPartPr/>
                <p14:nvPr/>
              </p14:nvContentPartPr>
              <p14:xfrm>
                <a:off x="8740224" y="4314096"/>
                <a:ext cx="177120" cy="158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633CD0F-7395-0A2A-71D6-A7F664DE15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22261" y="4296096"/>
                  <a:ext cx="212688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DF6578-808C-2ACA-C66E-EB4085BB4EA2}"/>
                    </a:ext>
                  </a:extLst>
                </p14:cNvPr>
                <p14:cNvContentPartPr/>
                <p14:nvPr/>
              </p14:nvContentPartPr>
              <p14:xfrm>
                <a:off x="8640144" y="4225536"/>
                <a:ext cx="378000" cy="329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DF6578-808C-2ACA-C66E-EB4085BB4E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22144" y="4207536"/>
                  <a:ext cx="41364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1A4E89F-99C3-9618-C3A1-E548964DA0C9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23A3DCF-DF5C-0269-06C5-49962E563A98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23A3DCF-DF5C-0269-06C5-49962E563A9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350142-038C-ECE8-B003-397B800239AF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350142-038C-ECE8-B003-397B800239A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84E4624-149A-97BC-8ED7-1447C0B2197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57DB247-2CA8-B57C-DE74-7EF1045AB61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57DB247-2CA8-B57C-DE74-7EF1045AB61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812AC28-CED7-2756-0B01-B5AE8B152FDA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812AC28-CED7-2756-0B01-B5AE8B152F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1695EAC-C5FB-521C-FB01-36DC7A945901}"/>
              </a:ext>
            </a:extLst>
          </p:cNvPr>
          <p:cNvGrpSpPr/>
          <p:nvPr/>
        </p:nvGrpSpPr>
        <p:grpSpPr>
          <a:xfrm rot="10525051">
            <a:off x="8332162" y="514011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1470BBD-1991-3880-4A37-47F48C5440EA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1470BBD-1991-3880-4A37-47F48C5440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150A12E-19DC-74C6-E728-B64B35B1FF9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150A12E-19DC-74C6-E728-B64B35B1FF9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6154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7D97-80EF-453D-D43C-D36A5311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5E41BDB-051D-1855-7891-957FC4E35013}"/>
              </a:ext>
            </a:extLst>
          </p:cNvPr>
          <p:cNvSpPr txBox="1"/>
          <p:nvPr/>
        </p:nvSpPr>
        <p:spPr>
          <a:xfrm>
            <a:off x="148336" y="199104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“What is refund policy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Searches company docs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Finds policy text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Sends it to model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answers using that info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refund policy of Loxford Academy is 7 days.”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D37DA83-1A71-D62B-B101-716E04DB2B4F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B65D29-3E6A-DBFC-211B-A76A0C88A552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9137A8-EBA8-D23C-BFF2-8187DA89D590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5DE571-067B-A557-47D4-49A626EF085E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5DE571-067B-A557-47D4-49A626EF085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C53BB46-7730-E02C-615B-AF79DE78261A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C53BB46-7730-E02C-615B-AF79DE7826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60D67BC-1628-270C-68A6-DFAF7A4909AD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642A0D7-AAAD-37C6-C6EE-9FC5F84410CD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642A0D7-AAAD-37C6-C6EE-9FC5F84410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14ABEF1-1A54-982B-759C-036935765DE6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14ABEF1-1A54-982B-759C-036935765D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CCDE6E-E3AF-5365-1871-B15F2C9F9586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CCDE6E-E3AF-5365-1871-B15F2C9F95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A86506-0D97-66E4-EFD8-89EB0478880C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A86506-0D97-66E4-EFD8-89EB047888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4A921F-B879-5492-786E-A16FAE664C5D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4A921F-B879-5492-786E-A16FAE664C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BBC30D-730C-C808-E59F-C5D92816A7E0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BBC30D-730C-C808-E59F-C5D92816A7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71D0262-2CB3-4D39-02CA-ACFC7B9C609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71D0262-2CB3-4D39-02CA-ACFC7B9C60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F2D15E-0935-D1E5-47EE-47BC9D7C2B90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F2D15E-0935-D1E5-47EE-47BC9D7C2B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7B0B57-E7AF-251D-BBB2-E8B0681FED83}"/>
              </a:ext>
            </a:extLst>
          </p:cNvPr>
          <p:cNvGrpSpPr/>
          <p:nvPr/>
        </p:nvGrpSpPr>
        <p:grpSpPr>
          <a:xfrm>
            <a:off x="8311824" y="481809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2AEB44-F845-5809-08FF-3BEF2EBED4B9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2AEB44-F845-5809-08FF-3BEF2EBED4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4184" y="4848696"/>
                  <a:ext cx="543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57939D-D54D-3274-5FE4-85C455F4BFCA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57939D-D54D-3274-5FE4-85C455F4BF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864" y="480045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95DDA06-CBD5-0822-F3B9-8C4AFD7A0AB2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95DDA06-CBD5-0822-F3B9-8C4AFD7A0AB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817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2576C92-A0AD-6B99-EC05-847A8A544211}"/>
              </a:ext>
            </a:extLst>
          </p:cNvPr>
          <p:cNvGrpSpPr/>
          <p:nvPr/>
        </p:nvGrpSpPr>
        <p:grpSpPr>
          <a:xfrm>
            <a:off x="8164584" y="4225536"/>
            <a:ext cx="853560" cy="329760"/>
            <a:chOff x="8164584" y="4225536"/>
            <a:chExt cx="85356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F043F1-9DDE-2985-6BCA-4894F52D319C}"/>
                    </a:ext>
                  </a:extLst>
                </p14:cNvPr>
                <p14:cNvContentPartPr/>
                <p14:nvPr/>
              </p14:nvContentPartPr>
              <p14:xfrm>
                <a:off x="8262864" y="4345416"/>
                <a:ext cx="185400" cy="10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F043F1-9DDE-2985-6BCA-4894F52D31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44864" y="4327416"/>
                  <a:ext cx="221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BE0034-F7A0-A042-CDCC-035C11217F85}"/>
                    </a:ext>
                  </a:extLst>
                </p14:cNvPr>
                <p14:cNvContentPartPr/>
                <p14:nvPr/>
              </p14:nvContentPartPr>
              <p14:xfrm>
                <a:off x="8164584" y="4249296"/>
                <a:ext cx="378000" cy="298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BE0034-F7A0-A042-CDCC-035C11217F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46584" y="4231656"/>
                  <a:ext cx="4136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A02EC4-37C8-4AFA-68A8-C6EBA9CF1575}"/>
                    </a:ext>
                  </a:extLst>
                </p14:cNvPr>
                <p14:cNvContentPartPr/>
                <p14:nvPr/>
              </p14:nvContentPartPr>
              <p14:xfrm>
                <a:off x="8740224" y="4314096"/>
                <a:ext cx="177120" cy="15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A02EC4-37C8-4AFA-68A8-C6EBA9CF15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22224" y="4296096"/>
                  <a:ext cx="212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04F060-5E7F-A566-1C7A-E26F2E37D074}"/>
                    </a:ext>
                  </a:extLst>
                </p14:cNvPr>
                <p14:cNvContentPartPr/>
                <p14:nvPr/>
              </p14:nvContentPartPr>
              <p14:xfrm>
                <a:off x="8640144" y="4225536"/>
                <a:ext cx="378000" cy="329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04F060-5E7F-A566-1C7A-E26F2E37D07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22504" y="4207896"/>
                  <a:ext cx="41364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B7E829-6ED8-665F-94C8-33AED7DAF9F5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DA4CF9-9F1F-DE98-C433-C28539D16049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DA4CF9-9F1F-DE98-C433-C28539D1604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544" y="3674376"/>
                  <a:ext cx="191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C52A01-A7BD-EE50-8C04-650449BE3508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C52A01-A7BD-EE50-8C04-650449BE350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464" y="3576456"/>
                  <a:ext cx="46224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B3A9C33-1DA7-4C9C-ED83-CA8C5A61BCDE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B3A9C33-1DA7-4C9C-ED83-CA8C5A61BCD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664" y="2338416"/>
                <a:ext cx="96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E1B4303-7272-A836-1F41-4D9B602798B2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E1B4303-7272-A836-1F41-4D9B602798B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784" y="237081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7FB528A8-1001-7FCD-6585-099D50C06B17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678A5C-12BF-68D8-EE70-C6EA290CBB70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678A5C-12BF-68D8-EE70-C6EA290CBB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F23BB7B-18FE-D3CE-30CE-BD309EEFF823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F23BB7B-18FE-D3CE-30CE-BD309EEFF8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4CAD0DC-8B1E-5676-FA36-A4FD3ECCFD88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4CAD0DC-8B1E-5676-FA36-A4FD3ECCFD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DF2FA98-8961-A586-A73C-76B04E6C216B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DF2FA98-8961-A586-A73C-76B04E6C21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72574C8-817C-E97A-E82A-C22644CAB327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72574C8-817C-E97A-E82A-C22644CAB32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510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4F868A0-6088-4ED7-7C95-8F0AD8B049C9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4F868A0-6088-4ED7-7C95-8F0AD8B049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66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372AFCF9-BDEE-FAE2-FD75-876BE4523C50}"/>
              </a:ext>
            </a:extLst>
          </p:cNvPr>
          <p:cNvSpPr/>
          <p:nvPr/>
        </p:nvSpPr>
        <p:spPr>
          <a:xfrm>
            <a:off x="5815584" y="4532376"/>
            <a:ext cx="2447232" cy="96926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 err="1"/>
              <a:t>Loxford</a:t>
            </a:r>
            <a:r>
              <a:rPr lang="en-US" dirty="0"/>
              <a:t> Academy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AEF5E6-DC44-5990-A3C9-5D5AA052A73B}"/>
              </a:ext>
            </a:extLst>
          </p:cNvPr>
          <p:cNvGrpSpPr/>
          <p:nvPr/>
        </p:nvGrpSpPr>
        <p:grpSpPr>
          <a:xfrm rot="10525051">
            <a:off x="8332162" y="514011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24803C-A474-A6E9-DB54-8F956FD54394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24803C-A474-A6E9-DB54-8F956FD543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D843097-315C-5E5C-EE63-D0D558057635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D843097-315C-5E5C-EE63-D0D5580576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4323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539F-183D-0BF4-93D5-58F6A5F7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1C0798-4C17-6C1D-5770-50FEFDD72498}"/>
              </a:ext>
            </a:extLst>
          </p:cNvPr>
          <p:cNvSpPr txBox="1"/>
          <p:nvPr/>
        </p:nvSpPr>
        <p:spPr>
          <a:xfrm>
            <a:off x="148336" y="199104"/>
            <a:ext cx="7386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When to use RAG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(docs change often)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source-based answers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that are relevant to your domain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3DE1B0-A56D-2FF2-6CB4-F21652857B32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A593C4-1615-8BDE-A473-76A5CC590E9D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1AEDE1-5211-9EBB-3F89-D9605BCCF156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E1990FC-FC08-4E84-2177-D40F102A6D68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E1990FC-FC08-4E84-2177-D40F102A6D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7C10EF-F3E9-CE77-7C0D-1669964B706B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7C10EF-F3E9-CE77-7C0D-1669964B70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76A9D55-C851-A023-0B35-DF402DCF8F52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DB53D7-09AD-AA9E-D0BB-4631C8E41BB2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DB53D7-09AD-AA9E-D0BB-4631C8E41B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FB4C261-F972-424E-DFE4-F4F460EAD062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FB4C261-F972-424E-DFE4-F4F460EAD0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00FC5C-79AC-F6FD-36A8-AE861101D35D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00FC5C-79AC-F6FD-36A8-AE861101D3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86B5F1-3B72-D86A-989D-8C39E5CA975F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86B5F1-3B72-D86A-989D-8C39E5CA97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98D440-37D5-7A78-C66B-ED19A0447C04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98D440-37D5-7A78-C66B-ED19A0447C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29948A-01BB-C70E-BC06-03D9F6F9CF20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29948A-01BB-C70E-BC06-03D9F6F9CF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EB4358-6AFA-285D-22DA-0EB647489CEE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EB4358-6AFA-285D-22DA-0EB647489C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1161D8-35EA-CC9E-3D42-DDCC3DA4C0C7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1161D8-35EA-CC9E-3D42-DDCC3DA4C0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B43953-BB47-0430-5434-81E7634C4BFC}"/>
              </a:ext>
            </a:extLst>
          </p:cNvPr>
          <p:cNvGrpSpPr/>
          <p:nvPr/>
        </p:nvGrpSpPr>
        <p:grpSpPr>
          <a:xfrm>
            <a:off x="8311824" y="481809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1F565C-8D90-EDAA-2512-2521F38CC5B6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1F565C-8D90-EDAA-2512-2521F38CC5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4184" y="4848696"/>
                  <a:ext cx="543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316DC7-340E-B73F-B758-46853A46B395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316DC7-340E-B73F-B758-46853A46B3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864" y="480045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49A8E1D-41EF-9CD9-5846-E7766EE7DE7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49A8E1D-41EF-9CD9-5846-E7766EE7DE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817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7615EB88-8C74-A9C5-A7D6-2C8A9DA80651}"/>
              </a:ext>
            </a:extLst>
          </p:cNvPr>
          <p:cNvGrpSpPr/>
          <p:nvPr/>
        </p:nvGrpSpPr>
        <p:grpSpPr>
          <a:xfrm>
            <a:off x="8164584" y="4225536"/>
            <a:ext cx="853560" cy="329760"/>
            <a:chOff x="8164584" y="4225536"/>
            <a:chExt cx="85356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AB6A3C-AFB8-7C26-85C5-F66B7E552358}"/>
                    </a:ext>
                  </a:extLst>
                </p14:cNvPr>
                <p14:cNvContentPartPr/>
                <p14:nvPr/>
              </p14:nvContentPartPr>
              <p14:xfrm>
                <a:off x="8262864" y="4345416"/>
                <a:ext cx="185400" cy="10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AB6A3C-AFB8-7C26-85C5-F66B7E5523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44864" y="4327416"/>
                  <a:ext cx="221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D4982F-D29F-813B-A14A-AC64954AA4DF}"/>
                    </a:ext>
                  </a:extLst>
                </p14:cNvPr>
                <p14:cNvContentPartPr/>
                <p14:nvPr/>
              </p14:nvContentPartPr>
              <p14:xfrm>
                <a:off x="8164584" y="4249296"/>
                <a:ext cx="378000" cy="298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D4982F-D29F-813B-A14A-AC64954AA4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46584" y="4231656"/>
                  <a:ext cx="4136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12A07F-9F7F-4F6C-AA81-F49C00B60C1B}"/>
                    </a:ext>
                  </a:extLst>
                </p14:cNvPr>
                <p14:cNvContentPartPr/>
                <p14:nvPr/>
              </p14:nvContentPartPr>
              <p14:xfrm>
                <a:off x="8740224" y="4314096"/>
                <a:ext cx="177120" cy="15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12A07F-9F7F-4F6C-AA81-F49C00B60C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22224" y="4296096"/>
                  <a:ext cx="212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038038-A1B4-BC9E-D607-5C47554FF391}"/>
                    </a:ext>
                  </a:extLst>
                </p14:cNvPr>
                <p14:cNvContentPartPr/>
                <p14:nvPr/>
              </p14:nvContentPartPr>
              <p14:xfrm>
                <a:off x="8640144" y="4225536"/>
                <a:ext cx="378000" cy="329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038038-A1B4-BC9E-D607-5C47554FF39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22504" y="4207896"/>
                  <a:ext cx="41364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FFEBF09-8B22-126E-789D-33504FE86BC2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144ED6E-0DB1-885A-7E0E-6014E498B5A8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144ED6E-0DB1-885A-7E0E-6014E498B5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544" y="3674376"/>
                  <a:ext cx="191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0DA67AC-3C1C-D8DF-B552-A37BBAC40D3B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0DA67AC-3C1C-D8DF-B552-A37BBAC40D3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464" y="3576456"/>
                  <a:ext cx="46224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85B485F-4B93-D247-165F-5DE8F6265047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85B485F-4B93-D247-165F-5DE8F626504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664" y="2338416"/>
                <a:ext cx="96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D2B7CD-0559-4996-F71B-80D38FFE9D93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D2B7CD-0559-4996-F71B-80D38FFE9D9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784" y="237081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A72F6B61-DB0D-F419-5E68-26FDE1266D5C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66CE8A-B4A2-9A72-E2C9-25F5F26A0BBD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66CE8A-B4A2-9A72-E2C9-25F5F26A0B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AD1F8B-0817-88CF-2FB9-E149FC2635B4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AD1F8B-0817-88CF-2FB9-E149FC2635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FD62D6F-46C1-4BB7-DD9C-B949FD4C06E8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FD62D6F-46C1-4BB7-DD9C-B949FD4C06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52437F-7BCF-AF10-7B9C-8AB7E20339E8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52437F-7BCF-AF10-7B9C-8AB7E20339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A309FA7-805A-250D-FB06-398332B1F08B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A309FA7-805A-250D-FB06-398332B1F08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510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AEA22CC-654A-11F2-FA11-283001CC5C2D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AEA22CC-654A-11F2-FA11-283001CC5C2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66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52C15B74-7D77-9C75-BD21-C6725A977499}"/>
              </a:ext>
            </a:extLst>
          </p:cNvPr>
          <p:cNvSpPr/>
          <p:nvPr/>
        </p:nvSpPr>
        <p:spPr>
          <a:xfrm>
            <a:off x="6684264" y="4532376"/>
            <a:ext cx="1499616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ED3768-C83A-C500-9029-8BDE671DAE2E}"/>
              </a:ext>
            </a:extLst>
          </p:cNvPr>
          <p:cNvGrpSpPr/>
          <p:nvPr/>
        </p:nvGrpSpPr>
        <p:grpSpPr>
          <a:xfrm rot="10525051">
            <a:off x="8332162" y="514011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F7FCD6-1594-B896-7E67-B088A3328F2C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7F7FCD6-1594-B896-7E67-B088A3328F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819804-DA26-8BFA-B491-1C504F8B1A7B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819804-DA26-8BFA-B491-1C504F8B1A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327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21FF5-3406-CFBC-6C62-17BFC58E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30DCF83-6D85-9591-6FD1-E37A18C48F88}"/>
              </a:ext>
            </a:extLst>
          </p:cNvPr>
          <p:cNvSpPr txBox="1"/>
          <p:nvPr/>
        </p:nvSpPr>
        <p:spPr>
          <a:xfrm>
            <a:off x="148336" y="199104"/>
            <a:ext cx="1029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Depends on retrieval quality (step2 , 3)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more complex pipeline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 (search + generation)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F81A69F-1A54-1D7E-09CE-E5D99F09BBF9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E69B41-2950-4685-4F4C-49DE6E876946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8905C9-B984-2484-A449-4A037DB1A80A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79ED83B-9F74-0F78-4E64-8B8618CADBBF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79ED83B-9F74-0F78-4E64-8B8618CADB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CDD112D-72FD-89A9-A284-2D74D5942758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CDD112D-72FD-89A9-A284-2D74D59427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8424848-D4C0-02AA-B738-3B62EFAA3239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F26108-B75C-15B1-F854-DD29F3CCA67B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F26108-B75C-15B1-F854-DD29F3CCA6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9EDB5E-3736-364E-0E00-79313BDCB596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9EDB5E-3736-364E-0E00-79313BDCB5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3F3F90-ED54-30B5-4E4E-DEC6ED6BFADD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3F3F90-ED54-30B5-4E4E-DEC6ED6BFA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3B0A8C6-E340-9A34-1ED8-765AD7D9FCE1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3B0A8C6-E340-9A34-1ED8-765AD7D9FC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305C3B-D16D-5878-BF72-4BDF290CEA7A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305C3B-D16D-5878-BF72-4BDF290CEA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9CAC87-0378-F5F6-1060-1C8D4E4677FA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E9CAC87-0378-F5F6-1060-1C8D4E4677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B825B2-44CE-6586-6C34-7280F96DF0A2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B825B2-44CE-6586-6C34-7280F96DF0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3E6F81D-A61E-E72D-DD36-B9AD6E970387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3E6F81D-A61E-E72D-DD36-B9AD6E9703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411F43-67CE-E30A-E4D3-F4C9A96C67ED}"/>
              </a:ext>
            </a:extLst>
          </p:cNvPr>
          <p:cNvGrpSpPr/>
          <p:nvPr/>
        </p:nvGrpSpPr>
        <p:grpSpPr>
          <a:xfrm>
            <a:off x="8311824" y="481809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155CBA7-4AD9-B02D-201B-C25B1125C40D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155CBA7-4AD9-B02D-201B-C25B1125C4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4184" y="4848696"/>
                  <a:ext cx="543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F82050-8FE7-7E55-2F40-DBA94B9411BA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F82050-8FE7-7E55-2F40-DBA94B9411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864" y="480045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8780809-C622-27EC-B8E5-5DE92E43FA4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8780809-C622-27EC-B8E5-5DE92E43FA4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817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8A8BD192-FDA5-90F7-FD2D-A7AB596C8DC7}"/>
              </a:ext>
            </a:extLst>
          </p:cNvPr>
          <p:cNvGrpSpPr/>
          <p:nvPr/>
        </p:nvGrpSpPr>
        <p:grpSpPr>
          <a:xfrm>
            <a:off x="8164584" y="4225536"/>
            <a:ext cx="853560" cy="329760"/>
            <a:chOff x="8164584" y="4225536"/>
            <a:chExt cx="85356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A0A8FF-9FE4-F909-39B9-58813182452F}"/>
                    </a:ext>
                  </a:extLst>
                </p14:cNvPr>
                <p14:cNvContentPartPr/>
                <p14:nvPr/>
              </p14:nvContentPartPr>
              <p14:xfrm>
                <a:off x="8262864" y="4345416"/>
                <a:ext cx="185400" cy="10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A0A8FF-9FE4-F909-39B9-5881318245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44864" y="4327416"/>
                  <a:ext cx="221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864159-CDFD-3B3C-F6EE-7E5C16329A14}"/>
                    </a:ext>
                  </a:extLst>
                </p14:cNvPr>
                <p14:cNvContentPartPr/>
                <p14:nvPr/>
              </p14:nvContentPartPr>
              <p14:xfrm>
                <a:off x="8164584" y="4249296"/>
                <a:ext cx="378000" cy="298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864159-CDFD-3B3C-F6EE-7E5C16329A1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46584" y="4231656"/>
                  <a:ext cx="4136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2C6898E-EBDC-01B8-ECAB-57B56227DA23}"/>
                    </a:ext>
                  </a:extLst>
                </p14:cNvPr>
                <p14:cNvContentPartPr/>
                <p14:nvPr/>
              </p14:nvContentPartPr>
              <p14:xfrm>
                <a:off x="8740224" y="4314096"/>
                <a:ext cx="177120" cy="15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2C6898E-EBDC-01B8-ECAB-57B56227DA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22224" y="4296096"/>
                  <a:ext cx="212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84729F-BCB1-A147-3FD6-4AA3967B4B1D}"/>
                    </a:ext>
                  </a:extLst>
                </p14:cNvPr>
                <p14:cNvContentPartPr/>
                <p14:nvPr/>
              </p14:nvContentPartPr>
              <p14:xfrm>
                <a:off x="8640144" y="4225536"/>
                <a:ext cx="378000" cy="329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84729F-BCB1-A147-3FD6-4AA3967B4B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22504" y="4207896"/>
                  <a:ext cx="41364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69E37AF-C4F7-54E1-4614-42CD14F43B5C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960768-31CA-5FA2-1628-1ACCD8E15EE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960768-31CA-5FA2-1628-1ACCD8E15E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544" y="3674376"/>
                  <a:ext cx="191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D7DC78-CA83-B56C-080F-C2EB0C2E1C7E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D7DC78-CA83-B56C-080F-C2EB0C2E1C7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464" y="3576456"/>
                  <a:ext cx="46224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1B6CC49-F708-7486-8A40-AFC46A6AB3C7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1B6CC49-F708-7486-8A40-AFC46A6AB3C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9664" y="2338416"/>
                <a:ext cx="96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C91106B-9A36-221E-1298-F393BECA8BEE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C91106B-9A36-221E-1298-F393BECA8BE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22784" y="237081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B67EF16-CC2C-C234-2F84-D11874335268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A5AB48-91C7-8F5B-E175-B79E9F32D5B9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A5AB48-91C7-8F5B-E175-B79E9F32D5B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4AB7FF-A3AE-6B78-78FF-66925CDB4CE8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4AB7FF-A3AE-6B78-78FF-66925CDB4C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459D5D-0241-3C3E-C9BF-0613FB2BAFA4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459D5D-0241-3C3E-C9BF-0613FB2BAF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2A4FE8C-B39B-2D39-7782-6E17B0D03E4A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A4FE8C-B39B-2D39-7782-6E17B0D03E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B371EEC-CB82-069B-4C57-28F59B2AFA0C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B371EEC-CB82-069B-4C57-28F59B2AFA0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510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42E773A-D036-0862-7537-A159D6D5E54C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42E773A-D036-0862-7537-A159D6D5E54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66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72A3C99A-8B43-1FBC-4376-D30DB127507B}"/>
              </a:ext>
            </a:extLst>
          </p:cNvPr>
          <p:cNvSpPr/>
          <p:nvPr/>
        </p:nvSpPr>
        <p:spPr>
          <a:xfrm>
            <a:off x="6684264" y="4532376"/>
            <a:ext cx="1499616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6FA6CC-99B2-E111-965F-089BFFC1D93D}"/>
              </a:ext>
            </a:extLst>
          </p:cNvPr>
          <p:cNvGrpSpPr/>
          <p:nvPr/>
        </p:nvGrpSpPr>
        <p:grpSpPr>
          <a:xfrm rot="10525051">
            <a:off x="8332162" y="5140116"/>
            <a:ext cx="551520" cy="126360"/>
            <a:chOff x="8311824" y="4818096"/>
            <a:chExt cx="5515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F47DE95-0E24-A615-F073-D3EB9AC8833F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F47DE95-0E24-A615-F073-D3EB9AC883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F22CFE-D89B-EAEF-2F29-B5921C615D7E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F22CFE-D89B-EAEF-2F29-B5921C615D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02954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9C63-97C4-1F94-EB50-33748CC3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E28986C-705E-D7D7-B60A-D9A732184ADD}"/>
              </a:ext>
            </a:extLst>
          </p:cNvPr>
          <p:cNvSpPr txBox="1"/>
          <p:nvPr/>
        </p:nvSpPr>
        <p:spPr>
          <a:xfrm>
            <a:off x="148336" y="199104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Differences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91047A-D4DA-B740-14DA-095B85790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54026"/>
              </p:ext>
            </p:extLst>
          </p:nvPr>
        </p:nvGraphicFramePr>
        <p:xfrm>
          <a:off x="408432" y="1221518"/>
          <a:ext cx="10515600" cy="3200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333376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140924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7024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3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Training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5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Updates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 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 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5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💰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💰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61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Behavior/style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Knowledge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74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freshness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7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Simple after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Pipeline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2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27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1519</TotalTime>
  <Words>306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281</cp:revision>
  <dcterms:created xsi:type="dcterms:W3CDTF">2025-09-22T02:44:38Z</dcterms:created>
  <dcterms:modified xsi:type="dcterms:W3CDTF">2026-05-21T16:29:45Z</dcterms:modified>
</cp:coreProperties>
</file>