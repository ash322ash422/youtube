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77" r:id="rId3"/>
    <p:sldId id="276" r:id="rId4"/>
    <p:sldId id="280" r:id="rId5"/>
    <p:sldId id="279" r:id="rId6"/>
    <p:sldId id="27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19.2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245 104 5821 0 0,'-3'-7'-12'0'0,"0"-1"1"0"0,0 1-1 0 0,0-1 0 0 0,-1 1 1 0 0,0 0-1 0 0,-1 1 1 0 0,1-1-1 0 0,-1 1 1 0 0,-1 0-1 0 0,1 0 1 0 0,-1 0-1 0 0,0 1 1 0 0,0-1-1 0 0,-9-4 1 0 0,13 9 94 0 0,-22 14-17 0 0,18-9-54 0 0,0 0 0 0 0,0 1 1 0 0,0 0-1 0 0,1 0 0 0 0,0 1 1 0 0,0-1-1 0 0,0 1 0 0 0,1 0 1 0 0,-1 0-1 0 0,-5 14 1 0 0,-26 67 22 0 0,36-86-34 0 0,-10 29 0 0 0,1 0 0 0 0,2 1 1 0 0,1 0-1 0 0,2 1 0 0 0,1-1 1 0 0,0 36-1 0 0,4-50 6 0 0,-1 0 1 0 0,2 0-1 0 0,0-1 0 0 0,2 1 1 0 0,-1 0-1 0 0,2-1 0 0 0,0 0 1 0 0,1 0-1 0 0,1 0 0 0 0,0-1 1 0 0,1 0-1 0 0,0-1 0 0 0,12 15 1 0 0,-11-19 0 0 0,1-1 1 0 0,1 1-1 0 0,0-2 1 0 0,0 1 0 0 0,0-2-1 0 0,1 1 1 0 0,0-2 0 0 0,1 1-1 0 0,0-2 1 0 0,0 0 0 0 0,0 0-1 0 0,0-1 1 0 0,16 2 0 0 0,-9-2 74 0 0,1-1 0 0 0,-1 0 0 0 0,1-2 0 0 0,0 0 0 0 0,0-2 1 0 0,0 0-1 0 0,-1-1 0 0 0,22-6 0 0 0,-37 7-20 0 0,0 0 0 0 0,0-1 0 0 0,0 0 0 0 0,0 0 0 0 0,-1-1 0 0 0,1 1 0 0 0,-1-1 0 0 0,1 0 0 0 0,-1 0 0 0 0,0 0 0 0 0,0-1 0 0 0,0 1 0 0 0,-1-1 0 0 0,1 0 1 0 0,4-8-1 0 0,-3 5-1 0 0,-1-1 1 0 0,0 0 0 0 0,-1-1 0 0 0,0 1 0 0 0,0-1-1 0 0,-1 1 1 0 0,0-1 0 0 0,1-14 0 0 0,-2-1 19 0 0,0-1 0 0 0,-2 1 0 0 0,-1 0 1 0 0,-1-1-1 0 0,-10-42 0 0 0,8 44-15 0 0,-2 0-1 0 0,0 1 1 0 0,-1 0 0 0 0,-1 0 0 0 0,-1 1 0 0 0,-1 0 0 0 0,0 0-1 0 0,-28-34 1 0 0,26 40-12 0 0,0 0-1 0 0,-2 1 1 0 0,1 1-1 0 0,-2 0 0 0 0,0 1 1 0 0,0 1-1 0 0,-1 0 1 0 0,-1 1-1 0 0,1 1 1 0 0,-2 1-1 0 0,-32-11 1 0 0,-4 2-312 0 0,52 16 20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1.6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11 245 5621 0 0,'-11'-29'412'0'0,"16"56"-367"0"0,1 0 0 0 0,1 0 0 0 0,14 35 0 0 0,9 35-82 0 0,39 100 62 0 0,-36-114-7 0 0,16 52 2955 0 0,-57-141-2501 0 0,-12-19-446 0 0,-10-48 275 0 0,4-1 0 0 0,-24-103 0 0 0,36 122-204 0 0,-33-190 98 0 0,45 235-214 0 0,1 0-1 0 0,0 0 1 0 0,1 0-1 0 0,0 0 1 0 0,0 0-1 0 0,1-1 1 0 0,1 1-1 0 0,4-17 1 0 0,-4 23 3 0 0,-1 0 0 0 0,1 0 0 0 0,0 0 0 0 0,1 0 0 0 0,-1 0 0 0 0,1 0 0 0 0,0 1 0 0 0,0-1 0 0 0,0 1 0 0 0,0 0 0 0 0,0 0 0 0 0,1 0 0 0 0,0 0 0 0 0,-1 1 0 0 0,1-1 0 0 0,8-3 0 0 0,-5 3-11 0 0,1 1 1 0 0,-1 0-1 0 0,1 0 1 0 0,0 1-1 0 0,-1-1 0 0 0,1 2 1 0 0,0-1-1 0 0,0 1 1 0 0,9 1-1 0 0,-1 1-16 0 0,0 0 0 0 0,0 1-1 0 0,-1 1 1 0 0,1 1 0 0 0,-1 0-1 0 0,0 1 1 0 0,0 0 0 0 0,25 16-1 0 0,-33-17 26 0 0,0 0 0 0 0,0 0 0 0 0,-1 1 0 0 0,0 0 1 0 0,0 0-1 0 0,0 1 0 0 0,-1 0 0 0 0,9 13 0 0 0,-13-18 13 0 0,1 1 0 0 0,-1 0-1 0 0,0 0 1 0 0,0 0 0 0 0,0 0 0 0 0,0 0 0 0 0,0 0 0 0 0,-1 0 0 0 0,1 0 0 0 0,-1 0 0 0 0,0 0-1 0 0,0 0 1 0 0,0 0 0 0 0,0 0 0 0 0,0 0 0 0 0,-1 1 0 0 0,0-1 0 0 0,1 0 0 0 0,-1 0 0 0 0,0 0 0 0 0,-1-1-1 0 0,1 1 1 0 0,0 0 0 0 0,-1 0 0 0 0,0-1 0 0 0,-3 5 0 0 0,-10 9 1 0 0,0-2 0 0 0,-2 0 0 0 0,0 0 0 0 0,0-2 0 0 0,-1 0 0 0 0,-1-1 0 0 0,0-1-1 0 0,-27 10 1 0 0,-5 6 33 0 0,23-14 202 0 0,43-24-129 0 0,-11 10-108 0 0,0 0 0 0 0,0 0 0 0 0,0 0 0 0 0,0 1 0 0 0,0-1 0 0 0,1 1 0 0 0,-1 0-1 0 0,1 1 1 0 0,-1-1 0 0 0,1 1 0 0 0,-1 0 0 0 0,7 0 0 0 0,19-2-33 0 0,225-41-66 0 0,-208 32 71 0 0,0-3 0 0 0,-1-1 0 0 0,61-30 1 0 0,-99 41 29 0 0,0 0 1 0 0,0-1 0 0 0,0-1 0 0 0,-1 0 0 0 0,0 0 0 0 0,0 0 0 0 0,0 0 0 0 0,-1-1 0 0 0,0 0 0 0 0,0-1-1 0 0,-1 0 1 0 0,0 1 0 0 0,5-11 0 0 0,-8 15 1 0 0,-1-1-1 0 0,1 0 0 0 0,-1 0 1 0 0,0 0-1 0 0,0 0 1 0 0,-1-1-1 0 0,1 1 1 0 0,-1 0-1 0 0,0 0 0 0 0,0 0 1 0 0,0-1-1 0 0,0 1 1 0 0,-1 0-1 0 0,1 0 0 0 0,-1 0 1 0 0,0 0-1 0 0,-1 0 1 0 0,1 0-1 0 0,-1 0 1 0 0,0 0-1 0 0,0 0 0 0 0,0 1 1 0 0,0-1-1 0 0,0 1 1 0 0,-1-1-1 0 0,0 1 0 0 0,0 0 1 0 0,0 0-1 0 0,0 0 1 0 0,0 1-1 0 0,-5-4 1 0 0,5 3-2 0 0,0 1 0 0 0,-1 0 1 0 0,1-1-1 0 0,-1 1 0 0 0,0 1 1 0 0,0-1-1 0 0,0 0 1 0 0,0 1-1 0 0,0 0 0 0 0,0 0 1 0 0,0 0-1 0 0,0 0 0 0 0,0 1 1 0 0,0 0-1 0 0,0 0 1 0 0,-1 0-1 0 0,1 0 0 0 0,0 0 1 0 0,-7 2-1 0 0,4 1-2 0 0,1-1 1 0 0,-1 1-1 0 0,0 0 1 0 0,1 1-1 0 0,0-1 1 0 0,0 1-1 0 0,0 0 1 0 0,0 1-1 0 0,1-1 0 0 0,-10 11 1 0 0,7-6 3 0 0,0 1 0 0 0,1 0 0 0 0,-1 0 0 0 0,2 0 0 0 0,0 1 0 0 0,0 0 0 0 0,1 0 0 0 0,0 0 0 0 0,1 1 0 0 0,0 0 0 0 0,1 0 0 0 0,0 0 0 0 0,-1 16 0 0 0,4-23 2 0 0,0 0 0 0 0,0 0 0 0 0,1 0-1 0 0,0 0 1 0 0,0 0 0 0 0,0 0 0 0 0,0 0-1 0 0,1 0 1 0 0,-1 0 0 0 0,1 0 0 0 0,1-1 0 0 0,-1 1-1 0 0,1-1 1 0 0,-1 1 0 0 0,7 6 0 0 0,-3-6 1 0 0,-1-1 1 0 0,1 1-1 0 0,-1-1 1 0 0,1 0-1 0 0,0-1 0 0 0,1 0 1 0 0,-1 0-1 0 0,0 0 1 0 0,1-1-1 0 0,0 0 1 0 0,7 2-1 0 0,11 1 3 0 0,1-2-1 0 0,0 0 1 0 0,-1-1-1 0 0,1-2 1 0 0,0-1 0 0 0,0 0-1 0 0,-1-2 1 0 0,1-2-1 0 0,-1 0 1 0 0,31-10 0 0 0,-50 13-7 0 0,0-1 0 0 0,0 1 1 0 0,0-1-1 0 0,-1 0 1 0 0,1 0-1 0 0,-1-1 1 0 0,0 1-1 0 0,0-1 1 0 0,0 0-1 0 0,-1-1 1 0 0,1 1-1 0 0,-1-1 1 0 0,0 0-1 0 0,-1 0 1 0 0,1 0-1 0 0,-1 0 1 0 0,0-1-1 0 0,0 0 1 0 0,4-10-1 0 0,-5 8 3 0 0,-1 0 0 0 0,0 0 0 0 0,0-1 0 0 0,0 1 0 0 0,-1-1 0 0 0,-1 1 0 0 0,1 0 0 0 0,-1-1 0 0 0,-1 1 0 0 0,1 0 0 0 0,-1-1 0 0 0,-1 1 0 0 0,0 0 0 0 0,-5-10 1 0 0,-10-17 79 0 0,-7-20 157 0 0,18 40-249 0 0,2 22-27 0 0,5-3 33 0 0,-1-1 0 0 0,1 1-1 0 0,0-1 1 0 0,0 1 0 0 0,0-1 0 0 0,1 0 0 0 0,-1 1 0 0 0,1-1-1 0 0,2 5 1 0 0,19 69 2 0 0,-18-59 5 0 0,0 0-1 0 0,2 0 1 0 0,10 23-1 0 0,-4-14 47 0 0,-2 0-1 0 0,11 39 1 0 0,-21-65 25 0 0,0 1 170 0 0,0-1-222 0 0,0-1-1 0 0,1 0 1 0 0,-1 0 0 0 0,0 0 0 0 0,0 0 0 0 0,0 1-1 0 0,0-1 1 0 0,0 0 0 0 0,0 0 0 0 0,0 0-1 0 0,0 1 1 0 0,0-1 0 0 0,0 0 0 0 0,0 0 0 0 0,0 0-1 0 0,0 1 1 0 0,0-1 0 0 0,0 0 0 0 0,0 0 0 0 0,0 0-1 0 0,0 1 1 0 0,0-1 0 0 0,0 0 0 0 0,0 0-1 0 0,0 0 1 0 0,0 0 0 0 0,0 1 0 0 0,0-1 0 0 0,0 0-1 0 0,0 0 1 0 0,0 0 0 0 0,-1 0 0 0 0,1 1 0 0 0,0-1-1 0 0,0 0 1 0 0,0 0 0 0 0,0 0 0 0 0,0 0-1 0 0,-1 0 1 0 0,1 1 0 0 0,0-1 0 0 0,0 0 0 0 0,0 0-1 0 0,0 0 1 0 0,-1 0 0 0 0,1 0 0 0 0,0 0 0 0 0,0 0-1 0 0,0 0 1 0 0,-1 0 0 0 0,1 0 0 0 0,0 0-1 0 0,0 0 1 0 0,0 0 0 0 0,-1 0 0 0 0,1 0 0 0 0,0 0-1 0 0,0 0 1 0 0,0 0 0 0 0,-1 0 0 0 0,1 0 0 0 0,0 0-1 0 0,0 0 1 0 0,0 0 0 0 0,-1-1 0 0 0,-4-2 6 0 0,0-1 0 0 0,0-1 1 0 0,1 1-1 0 0,-1-1 1 0 0,1 1-1 0 0,0-1 1 0 0,0-1-1 0 0,1 1 0 0 0,-1 0 1 0 0,1-1-1 0 0,1 0 1 0 0,-1 1-1 0 0,1-1 0 0 0,0 0 1 0 0,0-1-1 0 0,0 1 1 0 0,1 0-1 0 0,0 0 0 0 0,0-9 1 0 0,0 4-58 0 0,1 1 1 0 0,0-1 0 0 0,1 0 0 0 0,0 1-1 0 0,0-1 1 0 0,1 1 0 0 0,1-1-1 0 0,5-16 1 0 0,-6 24 6 0 0,-1-1 1 0 0,1 1-1 0 0,0-1 1 0 0,0 1-1 0 0,0 0 1 0 0,1 0-1 0 0,-1 0 1 0 0,1 0-1 0 0,0 0 1 0 0,0 1-1 0 0,0-1 0 0 0,0 1 1 0 0,0 0-1 0 0,0 0 1 0 0,0 0-1 0 0,1 0 1 0 0,-1 0-1 0 0,1 1 1 0 0,0-1-1 0 0,-1 1 1 0 0,1 0-1 0 0,0 1 1 0 0,0-1-1 0 0,-1 0 0 0 0,1 1 1 0 0,0 0-1 0 0,0 0 1 0 0,6 1-1 0 0,8 1-22 0 0,0 1-1 0 0,0 0 1 0 0,0 2-1 0 0,0 0 0 0 0,-1 1 1 0 0,0 1-1 0 0,24 12 1 0 0,-30-13 27 0 0,-1 0 0 0 0,0 0 0 0 0,0 1 0 0 0,-1 0 0 0 0,0 1 0 0 0,0 0 0 0 0,0 0 0 0 0,-1 1 0 0 0,-1 0 0 0 0,1 1 0 0 0,-2-1 0 0 0,1 2 0 0 0,5 12 0 0 0,0-7-8 0 0,0 0-1020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2.7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32 215 6065 0 0,'-21'-37'-102'0'0,"20"35"200"0"0,-6-14 312 0 0,4 7-115 0 0,4 9-95 0 0,21 46-216 0 0,30 96 0 0 0,-21-53 7 0 0,53 96 77 0 0,-67-143 2588 0 0,-20-44-2604 0 0,-1 0 1 0 0,1 0-1 0 0,0 0 1 0 0,-1-1 0 0 0,1 1-1 0 0,0-1 1 0 0,1 0-1 0 0,-1 1 1 0 0,0-2-1 0 0,1 1 1 0 0,0 0-1 0 0,0 0 1 0 0,0-1-1 0 0,-3-5 1 0 0,0 0 65 0 0,-14-24-47 0 0,2-1 1 0 0,1-1-1 0 0,-19-67 1 0 0,23 68-91 0 0,5 12-29 0 0,1 0 0 0 0,1-1 0 0 0,1 0 0 0 0,-1-25 0 0 0,4 37 13 0 0,1 0 0 0 0,0 0 0 0 0,1 0 1 0 0,0 0-1 0 0,0 0 0 0 0,1 0 0 0 0,1 0 0 0 0,0 1 1 0 0,1-1-1 0 0,7-16 0 0 0,-7 20 13 0 0,0 1 0 0 0,0 0 0 0 0,1 0 1 0 0,0 0-1 0 0,0 1 0 0 0,0-1 0 0 0,1 1 0 0 0,0 1 0 0 0,0-1 1 0 0,0 1-1 0 0,0 0 0 0 0,1 0 0 0 0,0 1 0 0 0,-1-1 1 0 0,1 2-1 0 0,0-1 0 0 0,1 1 0 0 0,11-2 0 0 0,-13 4 9 0 0,1 1-1 0 0,-1 0 1 0 0,1 1-1 0 0,-1-1 1 0 0,0 1-1 0 0,0 1 1 0 0,0-1-1 0 0,0 1 1 0 0,0 0-1 0 0,0 0 1 0 0,-1 1-1 0 0,1-1 1 0 0,-1 1-1 0 0,8 9 1 0 0,8 8-18 0 0,-1 0 0 0 0,17 26-1 0 0,-14-18 14 0 0,14 18 4 0 0,38 63 1 0 0,-61-86 8 0 0,0 1 1 0 0,-2 1 0 0 0,-1 0-1 0 0,14 48 1 0 0,-11-11 33 0 0,-11-57 416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3.0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14 153 6365 0 0,'-12'1'-942'0'0,"11"-4"398"0"0,23-9 270 0 0,44-16 330 0 0,122-25-171 0 0,-37 12 86 0 0,-81 24-460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3.5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87 188 3308 0 0,'-74'3'1488'0'0,"73"-3"-1205"0"0,-9-6 731 0 0,10 6-995 0 0,-1 0 1 0 0,1 0 0 0 0,0 0 0 0 0,0 0-1 0 0,0 0 1 0 0,0 0 0 0 0,0 0-1 0 0,0 0 1 0 0,-1 0 0 0 0,33-14 36 0 0,-1 3 1 0 0,1 0-1 0 0,1 2 1 0 0,44-6-1 0 0,-41 7-27 0 0,551-108 388 0 0,-584 116-442 0 0,-11 2-874 0 0,-56 18-1819 0 0,51-18 1198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3.9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61 0 4512 0 0,'-17'4'118'0'0,"13"-4"55"0"0,1 0-1 0 0,0 1 0 0 0,0-1 1 0 0,0 1-1 0 0,0 0 0 0 0,0 0 1 0 0,0 0-1 0 0,-6 4 0 0 0,8-4-133 0 0,0 0-32 0 0,0 0 0 0 0,0 0 0 0 0,1 0 0 0 0,-1 0 0 0 0,0 0 0 0 0,1 0 0 0 0,-1 0-1 0 0,1 0 1 0 0,-1 1 0 0 0,1-1 0 0 0,0 0 0 0 0,-1 0 0 0 0,1 1 0 0 0,0-1 0 0 0,0 0 0 0 0,0 0 0 0 0,0 1 0 0 0,0-1 0 0 0,0 0 0 0 0,0 0 0 0 0,1 1 0 0 0,-1-1 0 0 0,0 0 0 0 0,1 2 0 0 0,8 33-4 0 0,12 18 40 0 0,81 173 84 0 0,-79-177 28 0 0,-19-37-3052 0 0,7-32 928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4.35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7 208 4972 0 0,'-6'4'-131'0'0,"13"-5"88"0"0,32-12 114 0 0,24-7 50 0 0,19-1 1 0 0,532-114 892 0 0,-486 114-475 0 0,-126 20-595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6.1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1199 3178 4612 0 0,'0'0'1727'0'0,"-1"-5"-1533"0"0,-6-294 1497 0 0,1 237-1609 0 0,-4-56 339 0 0,-43-200-1 0 0,-59-189 796 0 0,104 478-1142 0 0,-71-266 531 0 0,56 223-327 0 0,-4 1 0 0 0,-37-71 0 0 0,-44-29 80 0 0,43 75-250 0 0,-65-83-20 0 0,64 93-70 0 0,40 48-25 0 0,-29-59 0 0 0,29 48-17 0 0,-6-22 41 0 0,24 51-31 0 0,-1-1 0 0 0,-13-21 0 0 0,-21-28-31 0 0,-14-20 1 0 0,-45-58-10 0 0,73 110 74 0 0,28 36-18 0 0,-27-38 92 0 0,26 38-90 0 0,140 2-8019 0 0,-81 3 5524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7.4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4 364 5897 0 0,'-3'-90'448'0'0,"3"88"-344"0"0,1-13 178 0 0,-2 15-276 0 0,1-1 0 0 0,0 1 0 0 0,0 0 0 0 0,0-1 1 0 0,0 1-1 0 0,0-1 0 0 0,0 1 0 0 0,0 0 0 0 0,1-1 0 0 0,-1 1 0 0 0,0 0 0 0 0,0-1 0 0 0,0 1 0 0 0,0-1 0 0 0,0 1 0 0 0,1 0 0 0 0,-1 0 0 0 0,0-1 0 0 0,0 1 0 0 0,0 0 0 0 0,1-1 0 0 0,-1 1 0 0 0,0 0 0 0 0,0 0 0 0 0,1-1 0 0 0,-1 1 0 0 0,0 0 0 0 0,1 0 0 0 0,-1 0 0 0 0,0-1 0 0 0,1 1 0 0 0,-1 0 0 0 0,0 0 0 0 0,1 0 0 0 0,-1 0 0 0 0,1 0 0 0 0,-1 0 0 0 0,0 0 0 0 0,1 0 0 0 0,-1 0 0 0 0,0 0 0 0 0,1 0 1 0 0,-1 0-1 0 0,1 0 0 0 0,-1 0 0 0 0,0 0 0 0 0,1 0 0 0 0,36 21 12 0 0,62 48 0 0 0,7 5-16 0 0,13 7 3177 0 0,-116-83-3120 0 0,0 0-1 0 0,-1 0 1 0 0,1 0-1 0 0,-1 0 1 0 0,1-1-1 0 0,-1 1 0 0 0,0-1 1 0 0,0 1-1 0 0,0-1 1 0 0,0 0-1 0 0,0 0 1 0 0,-1 0-1 0 0,1 0 1 0 0,-1 0-1 0 0,2-5 1 0 0,5-8 119 0 0,24-29-83 0 0,2 1 1 0 0,1 2 0 0 0,3 2-1 0 0,2 1 1 0 0,55-42 0 0 0,-10 1-178 0 0,-84 79-71 0 0,2-39-6919 0 0,2 23 4309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30.9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1233 615 5929 0 0,'0'0'-336'0'0,"-28"-3"1354"0"0,-1-5-746 0 0,0-1 0 0 0,1-1-1 0 0,0-1 1 0 0,-27-16 0 0 0,-44-18 159 0 0,-121-47 298 0 0,75 29-238 0 0,76 30 8 0 0,-87-54 0 0 0,85 45-343 0 0,20 14-80 0 0,-83-53 291 0 0,86 51-157 0 0,47 29-204 0 0,-36-25 44 0 0,36 25-118 0 0,-3-5-243 0 0,36-2-5825 0 0,-8 5 3023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32.05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259 58 6541 0 0,'-26'-14'-1220'0'0,"-34"-18"1048"0"0,58 31 251 0 0,0 0 79 0 0,0 0 1 0 0,-1-1-1 0 0,1 1 1 0 0,-1 0 0 0 0,1 0-1 0 0,-1 0 1 0 0,0 0-1 0 0,1 1 1 0 0,-1-1-1 0 0,0 1 1 0 0,0 0-1 0 0,1 0 1 0 0,-5 0-1 0 0,5 3-155 0 0,1 0 0 0 0,-1 0-1 0 0,1 0 1 0 0,0 0 0 0 0,0 0-1 0 0,0 1 1 0 0,0-1 0 0 0,0 0 0 0 0,1 1-1 0 0,-1-1 1 0 0,1 1 0 0 0,0-1-1 0 0,0 0 1 0 0,0 1 0 0 0,1-1-1 0 0,-1 1 1 0 0,1-1 0 0 0,1 5-1 0 0,19 66 29 0 0,13 9 28 0 0,63 111 1 0 0,-94-186-38 0 0,0 0-1 0 0,0 1 1 0 0,0-1 0 0 0,-1 1-1 0 0,1 11 1 0 0,-3-19 9 0 0,0 0 0 0 0,-1 1 0 0 0,1-1 0 0 0,0 0 0 0 0,-1 1 0 0 0,0-1 0 0 0,1 0 0 0 0,-1 0 0 0 0,1 1 0 0 0,-1-1 0 0 0,0 0 0 0 0,0 0 0 0 0,0 0 0 0 0,0 0 0 0 0,0 0 0 0 0,0 0 0 0 0,0 0 0 0 0,0 0 0 0 0,0-1 0 0 0,0 1 1 0 0,0 0-1 0 0,-1 0 0 0 0,1-1 0 0 0,-2 1 0 0 0,-37 12 475 0 0,31-11-416 0 0,-88 17 683 0 0,23-5-1064 0 0,25 0-2792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1.4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269 50 1572 0 0,'6'-8'5885'0'0,"-7"7"-5877"0"0,-1 0 0 0 0,1-1 0 0 0,-1 1 0 0 0,0 0 1 0 0,1 0-1 0 0,-1 0 0 0 0,0 0 0 0 0,0 0 0 0 0,0 0 1 0 0,0 0-1 0 0,0 1 0 0 0,0-1 0 0 0,0 1 1 0 0,0-1-1 0 0,0 1 0 0 0,0 0 0 0 0,0 0 0 0 0,0 0 1 0 0,0 0-1 0 0,0 0 0 0 0,0 0 0 0 0,-2 1 0 0 0,-3 1-5 0 0,1-1 1 0 0,-1 2-1 0 0,1-1 0 0 0,0 1 0 0 0,0 0 0 0 0,0 0 1 0 0,-6 5-1 0 0,-4 3-13 0 0,1 1 0 0 0,0 1 1 0 0,1 0-1 0 0,-16 20 0 0 0,20-21 9 0 0,1 0 1 0 0,0 1-1 0 0,1 0 0 0 0,0 1 0 0 0,1 0 0 0 0,1 0 1 0 0,0 0-1 0 0,1 1 0 0 0,1 0 0 0 0,0 0 1 0 0,-3 20-1 0 0,7-27 1 0 0,-1 0 0 0 0,2 1 1 0 0,-1-1-1 0 0,1 0 0 0 0,0 0 0 0 0,0-1 0 0 0,1 1 1 0 0,0 0-1 0 0,1 0 0 0 0,0-1 0 0 0,0 1 0 0 0,0-1 1 0 0,1 0-1 0 0,0 0 0 0 0,1 0 0 0 0,-1-1 1 0 0,1 1-1 0 0,0-1 0 0 0,1 0 0 0 0,0-1 0 0 0,0 1 1 0 0,0-1-1 0 0,10 6 0 0 0,4 2 2 0 0,1-2 0 0 0,0 0 0 0 0,1-1 1 0 0,0-1-1 0 0,0-2 0 0 0,40 10 0 0 0,-27-11 14 0 0,0 0 0 0 0,1-3 0 0 0,65 0 0 0 0,-84-5-6 0 0,0 0-1 0 0,0-1 1 0 0,0 0 0 0 0,0-1 0 0 0,-1-2 0 0 0,1 1-1 0 0,-1-2 1 0 0,-1 0 0 0 0,1-1 0 0 0,-1 0 0 0 0,16-13-1 0 0,-23 15 15 0 0,1 0-1 0 0,-1-1 0 0 0,-1 0 0 0 0,1 0 1 0 0,-1-1-1 0 0,-1 0 0 0 0,1 0 1 0 0,-1-1-1 0 0,-1 1 0 0 0,0-1 0 0 0,0-1 1 0 0,0 1-1 0 0,-1-1 0 0 0,-1 1 1 0 0,0-1-1 0 0,0 0 0 0 0,-1-1 1 0 0,0 1-1 0 0,1-19 0 0 0,-4 19-5 0 0,0 1 0 0 0,-1-1 0 0 0,0 1 0 0 0,0-1 0 0 0,-1 1 0 0 0,-1 0 0 0 0,1 0-1 0 0,-1 0 1 0 0,-1 0 0 0 0,0 1 0 0 0,0 0 0 0 0,0 0 0 0 0,-1 0 0 0 0,0 1 0 0 0,-1-1 0 0 0,0 2 0 0 0,0-1 0 0 0,0 1 0 0 0,-1 0-1 0 0,-11-7 1 0 0,-5-3-4 0 0,-1 2 0 0 0,-1 0 0 0 0,0 2-1 0 0,-1 1 1 0 0,-42-12 0 0 0,-100-24-885 0 0,217 36-5141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2.58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1 210 5585 0 0,'13'-61'624'0'0,"-12"60"-488"0"0,1-12 541 0 0,-4 54-672 0 0,3 1 1 0 0,1-1-1 0 0,2 0 0 0 0,2 0 1 0 0,1 0-1 0 0,3 0 0 0 0,1-1 1 0 0,1-1-1 0 0,3 0 0 0 0,1-1 1 0 0,2 0-1 0 0,27 41 0 0 0,-5-5 17 0 0,-24-42 18 0 0,32 46 0 0 0,-48-77-33 0 0,1-1 0 0 0,-1 0 0 0 0,0 1 0 0 0,1-1 0 0 0,-1 1 0 0 0,0-1 0 0 0,0 0 0 0 0,1 1 0 0 0,-1-1 0 0 0,0 1 0 0 0,0-1 0 0 0,0 1 0 0 0,0-1 0 0 0,1 0 0 0 0,-1 1 0 0 0,0-1 0 0 0,0 1 0 0 0,0-1 0 0 0,0 1 0 0 0,0-1 0 0 0,0 1 0 0 0,0-1 0 0 0,0 1 0 0 0,-1-1 0 0 0,1 1 0 0 0,0-1 0 0 0,0 1 0 0 0,0-1 0 0 0,0 1 0 0 0,-1-1 0 0 0,1 0 0 0 0,0 1 0 0 0,0-1 0 0 0,-1 1 0 0 0,1-1 0 0 0,0 0 0 0 0,-1 1 0 0 0,1-1 0 0 0,0 0-1 0 0,-1 1 1 0 0,1-1 0 0 0,-1 0 0 0 0,1 0 0 0 0,0 1 0 0 0,-1-1 0 0 0,1 0 0 0 0,-1 0 0 0 0,1 0 0 0 0,-1 0 0 0 0,1 1 0 0 0,-1-1 0 0 0,1 0 0 0 0,-1 0 0 0 0,1 0 0 0 0,-1 0 0 0 0,1 0 0 0 0,-1 0 0 0 0,1 0 0 0 0,0 0 0 0 0,-1-1 0 0 0,1 1 0 0 0,-1 0 0 0 0,1 0 0 0 0,-1 0 0 0 0,1 0 0 0 0,-1-1 0 0 0,-10-6 29 0 0,1-1 0 0 0,1 0-1 0 0,0 0 1 0 0,0-1 0 0 0,0 0 0 0 0,1 0-1 0 0,0-1 1 0 0,1 0 0 0 0,0-1-1 0 0,1 0 1 0 0,0 0 0 0 0,1 0 0 0 0,0 0-1 0 0,1-1 1 0 0,-6-21 0 0 0,-3-22 49 0 0,2 0 0 0 0,-4-67 0 0 0,13 100-65 0 0,-2-41 91 0 0,4 0 0 0 0,12-110 1 0 0,-9 138-61 0 0,19-52 35 0 0,-22 85-88 0 0,1 0 1 0 0,0 0-1 0 0,0 0 1 0 0,-1 0-1 0 0,1 0 1 0 0,0 0-1 0 0,1 1 0 0 0,-1-1 1 0 0,0 0-1 0 0,0 1 1 0 0,1-1-1 0 0,-1 0 1 0 0,1 1-1 0 0,-1 0 1 0 0,1-1-1 0 0,0 1 1 0 0,-1 0-1 0 0,1 0 0 0 0,0 0 1 0 0,0 0-1 0 0,0 0 1 0 0,0 0-1 0 0,3 0 1 0 0,-3 0-3 0 0,7-1-3 0 0,0 0-1 0 0,1 1 0 0 0,-1-1 1 0 0,0 2-1 0 0,0-1 1 0 0,1 1-1 0 0,-1 1 1 0 0,0 0-1 0 0,0 0 1 0 0,16 5-1 0 0,1 1-38 0 0,0 1-1 0 0,33 15 0 0 0,-43-15-6 0 0,0 0-1 0 0,0 0 0 0 0,-1 1 1 0 0,0 1-1 0 0,0 1 0 0 0,-1 0 1 0 0,-1 1-1 0 0,0 1 0 0 0,12 13 1 0 0,-24-24 40 0 0,0 0 1 0 0,1 0 0 0 0,-1-1-1 0 0,0 1 1 0 0,0 0 0 0 0,0 0-1 0 0,0 0 1 0 0,-1 0 0 0 0,1 0 0 0 0,0 0-1 0 0,-1 0 1 0 0,1 0 0 0 0,-1 0-1 0 0,0 0 1 0 0,0 1 0 0 0,0-1-1 0 0,0 0 1 0 0,0 0 0 0 0,0 0-1 0 0,-1 0 1 0 0,1 0 0 0 0,-2 4-1 0 0,0-2 3 0 0,0-1 0 0 0,0 0 0 0 0,0 0 0 0 0,0 0-1 0 0,-1 0 1 0 0,1 0 0 0 0,-1 0 0 0 0,0 0-1 0 0,0-1 1 0 0,0 0 0 0 0,-6 4 0 0 0,-7 3-2 0 0,-1-1 1 0 0,1-1 0 0 0,-2 0-1 0 0,-19 5 1 0 0,-21 2 237 0 0,-110 13 1 0 0,164-26-188 0 0,0-1 0 0 0,1 1 1 0 0,-1-1-1 0 0,0 0 1 0 0,0-1-1 0 0,1 1 0 0 0,-1-1 1 0 0,1 1-1 0 0,-1-1 0 0 0,0 0 1 0 0,-3-2-1 0 0,6 3-58 0 0,1-1 0 0 0,0 1 0 0 0,0 0 0 0 0,-1 0 0 0 0,1 0 0 0 0,0 0 0 0 0,0-1 0 0 0,-1 1 0 0 0,1 0 0 0 0,0 0 0 0 0,0-1 0 0 0,0 1 0 0 0,-1 0 0 0 0,1 0 0 0 0,0-1 0 0 0,0 1 0 0 0,0 0 0 0 0,0-1 0 0 0,0 1 0 0 0,0 0 0 0 0,0 0 0 0 0,0-1 0 0 0,-1 1 0 0 0,1 0 0 0 0,0-1 0 0 0,0 1 0 0 0,0 0 0 0 0,1-1 0 0 0,-1 1 0 0 0,0 0 0 0 0,0 0 0 0 0,0-1 0 0 0,0 1 0 0 0,0 0 0 0 0,0-1 0 0 0,0 1 0 0 0,1-1 0 0 0,18-12-1483 0 0,-5 6-579 0 0,2 2-399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3.67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0 272 5813 0 0,'0'0'-241'0'0,"20"-5"-887"0"0,15 5 1052 0 0,-1-3 0 0 0,0 0-1 0 0,40-10 1 0 0,-58 9 47 0 0,-1 0 0 0 0,1-1 0 0 0,-1 0 0 0 0,-1-2 0 0 0,1 1 1 0 0,-1-2-1 0 0,0 0 0 0 0,0 0 0 0 0,14-14 0 0 0,-24 19 36 0 0,-1 0 0 0 0,0-1-1 0 0,0 0 1 0 0,0 0 0 0 0,0 0-1 0 0,-1 0 1 0 0,1 0-1 0 0,-1 0 1 0 0,0 0 0 0 0,0-1-1 0 0,-1 1 1 0 0,1-1 0 0 0,-1 0-1 0 0,0 1 1 0 0,0-1-1 0 0,-1 0 1 0 0,1 0 0 0 0,-1 1-1 0 0,0-1 1 0 0,-1 0 0 0 0,0-8-1 0 0,0 10 5 0 0,0-1 0 0 0,0 1 0 0 0,-1 0 0 0 0,1-1 0 0 0,-1 1 0 0 0,1 0-1 0 0,-1 0 1 0 0,0 0 0 0 0,0 0 0 0 0,-1 1 0 0 0,1-1 0 0 0,0 0 0 0 0,-1 1 0 0 0,0 0 0 0 0,1-1-1 0 0,-1 1 1 0 0,0 0 0 0 0,0 1 0 0 0,0-1 0 0 0,-1 0 0 0 0,1 1 0 0 0,0 0 0 0 0,0 0 0 0 0,-1 0-1 0 0,1 0 1 0 0,-1 0 0 0 0,1 1 0 0 0,-1-1 0 0 0,1 1 0 0 0,-8 0 0 0 0,1 1 3 0 0,-1 0 0 0 0,1 1 0 0 0,0 0 0 0 0,0 1 0 0 0,0 0 1 0 0,0 0-1 0 0,0 1 0 0 0,1 1 0 0 0,0-1 0 0 0,0 1 0 0 0,0 1 0 0 0,0 0 0 0 0,-8 7 1 0 0,12-8-7 0 0,-1-1 1 0 0,1 1-1 0 0,0 0 1 0 0,0 1-1 0 0,0-1 1 0 0,1 1-1 0 0,0 0 1 0 0,0 0 0 0 0,1 0-1 0 0,-1 0 1 0 0,1 1-1 0 0,0 0 1 0 0,1-1-1 0 0,0 1 1 0 0,0 0-1 0 0,1 0 1 0 0,-1 0-1 0 0,1 0 1 0 0,1 1 0 0 0,0 11-1 0 0,1-14 1 0 0,0 0-1 0 0,1-1 1 0 0,-1 1 0 0 0,1-1-1 0 0,0 0 1 0 0,1 0 0 0 0,-1 1 0 0 0,1-1-1 0 0,-1-1 1 0 0,1 1 0 0 0,0 0-1 0 0,1-1 1 0 0,-1 1 0 0 0,1-1-1 0 0,-1 0 1 0 0,1 0 0 0 0,0-1-1 0 0,0 1 1 0 0,9 3 0 0 0,6 4 17 0 0,1-2 0 0 0,0 0 0 0 0,21 4 0 0 0,-17-4 13 0 0,-1-2 0 0 0,1-1 0 0 0,0-1 0 0 0,0-1 0 0 0,48-1 0 0 0,-65-2-13 0 0,0 0-1 0 0,-1-1 1 0 0,1 0 0 0 0,0-1 0 0 0,-1 1 0 0 0,0-1 0 0 0,1-1-1 0 0,-1 1 1 0 0,0-1 0 0 0,0 0 0 0 0,0 0 0 0 0,0-1-1 0 0,-1 0 1 0 0,1 0 0 0 0,-1 0 0 0 0,0-1 0 0 0,0 1 0 0 0,-1-1-1 0 0,1 0 1 0 0,-1-1 0 0 0,0 1 0 0 0,-1-1 0 0 0,1 0-1 0 0,-1 0 1 0 0,0 0 0 0 0,2-7 0 0 0,0-6 167 0 0,0 0 0 0 0,-2 0 0 0 0,0 0-1 0 0,-1-1 1 0 0,-1 1 0 0 0,-1-22 0 0 0,0 38-165 0 0,0-15 66 0 0,2 19-50 0 0,4 37-45 0 0,5 21-9 0 0,41 85 312 0 0,-52-142-89 0 0,-1 0 91 0 0,1-2-291 0 0,0 1-1 0 0,0-1 0 0 0,0 0 1 0 0,0 0-1 0 0,0 0 0 0 0,0 0 1 0 0,0 1-1 0 0,0-1 0 0 0,0 0 1 0 0,0 0-1 0 0,0 0 0 0 0,0 0 1 0 0,0 1-1 0 0,0-1 0 0 0,0 0 1 0 0,0 0-1 0 0,0 0 0 0 0,0 1 1 0 0,0-1-1 0 0,0 0 0 0 0,0 0 1 0 0,0 0-1 0 0,0 0 0 0 0,-1 0 1 0 0,1 1-1 0 0,0-1 0 0 0,0 0 1 0 0,0 0-1 0 0,0 0 0 0 0,0 0 1 0 0,0 0-1 0 0,-1 0 0 0 0,1 0 1 0 0,0 1-1 0 0,0-1 0 0 0,0 0 1 0 0,0 0-1 0 0,-1 0 0 0 0,1 0 1 0 0,0 0-1 0 0,0 0 0 0 0,0 0 1 0 0,-1 0-1 0 0,1 0 0 0 0,0 0 1 0 0,0 0-1 0 0,0 0 0 0 0,0 0 1 0 0,-1 0-1 0 0,1 0 0 0 0,0 0 1 0 0,0 0-1 0 0,0 0 0 0 0,-1-1 1 0 0,1 1-1 0 0,0 0 0 0 0,0 0 1 0 0,0 0-1 0 0,0 0 0 0 0,0 0 1 0 0,-1 0-1 0 0,-3-3 31 0 0,-1 0 0 0 0,1 0 0 0 0,-1 0 0 0 0,1-1 0 0 0,0 1 0 0 0,1-1 0 0 0,-1 0 0 0 0,1 0 0 0 0,-1 0 0 0 0,1-1 0 0 0,0 1 0 0 0,1-1 0 0 0,-1 0 0 0 0,1 1 0 0 0,0-1 0 0 0,0 0 0 0 0,0 0 0 0 0,1-1 0 0 0,-1-5 0 0 0,1 4-24 0 0,1 1 0 0 0,0 0-1 0 0,0-1 1 0 0,1 1 0 0 0,0-1 0 0 0,0 1-1 0 0,0 0 1 0 0,1 0 0 0 0,0-1-1 0 0,0 1 1 0 0,0 1 0 0 0,1-1 0 0 0,0 0-1 0 0,0 0 1 0 0,1 1 0 0 0,-1 0 0 0 0,6-6-1 0 0,-1 1-35 0 0,1 0 0 0 0,1 1 0 0 0,0 0-1 0 0,0 0 1 0 0,1 1 0 0 0,0 0 0 0 0,0 1 0 0 0,1 0-1 0 0,0 1 1 0 0,0 0 0 0 0,1 1 0 0 0,-1 1 0 0 0,1 0-1 0 0,0 0 1 0 0,0 2 0 0 0,1-1 0 0 0,-1 2-1 0 0,0-1 1 0 0,1 2 0 0 0,-1 0 0 0 0,1 1 0 0 0,-1 0-1 0 0,0 1 1 0 0,1 0 0 0 0,-1 1 0 0 0,0 0 0 0 0,-1 2-1 0 0,1-1 1 0 0,-1 1 0 0 0,1 1 0 0 0,-1 0-1 0 0,-1 1 1 0 0,0 0 0 0 0,0 1 0 0 0,0 0 0 0 0,-1 1-1 0 0,14 14 1 0 0,-21-19 1 0 0,0 0 1 0 0,-1 0-1 0 0,1 1 0 0 0,-1-1 0 0 0,0 0 1 0 0,0 1-1 0 0,-1-1 0 0 0,1 1 0 0 0,-1 0 1 0 0,0 0-1 0 0,0-1 0 0 0,-1 1 0 0 0,1 0 1 0 0,-1 0-1 0 0,0 0 0 0 0,0 0 0 0 0,-2 9 1 0 0,0 12-306 0 0,2-24-15 0 0,1 0-1 0 0,-1 0 0 0 0,0 0 1 0 0,1 0-1 0 0,-1 0 0 0 0,1 0 1 0 0,-1 0-1 0 0,1 0 0 0 0,0-1 1 0 0,0 1-1 0 0,0 0 0 0 0,2 3 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4.67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0 162 6129 0 0,'1'-6'-63'0'0,"1"1"0"0"0,-1 0 0 0 0,1 0 0 0 0,-1 0 0 0 0,2 0 0 0 0,3-7 1 0 0,-5 10 133 0 0,0-4-7 0 0,0 4-54 0 0,0 6 65 0 0,0 36-74 0 0,2-1 1 0 0,1 1-1 0 0,3-1 0 0 0,1 0 0 0 0,1 0 0 0 0,3-1 0 0 0,20 48 1 0 0,-30-83 6 0 0,16 37 114 0 0,-2 0-1 0 0,17 60 1 0 0,-33-100-94 0 0,0 0-1 0 0,0 1 1 0 0,0-1-1 0 0,0 0 1 0 0,0 0 0 0 0,0 1-1 0 0,0-1 1 0 0,1 0-1 0 0,-1 0 1 0 0,0 1 0 0 0,0-1-1 0 0,0 0 1 0 0,0 0-1 0 0,0 1 1 0 0,0-1 0 0 0,0 0-1 0 0,0 0 1 0 0,0 1-1 0 0,0-1 1 0 0,0 0 0 0 0,0 0-1 0 0,-1 1 1 0 0,1-1-1 0 0,0 0 1 0 0,0 0 0 0 0,0 1-1 0 0,0-1 1 0 0,0 0-1 0 0,0 0 1 0 0,-1 0 0 0 0,1 1-1 0 0,0-1 1 0 0,0 0-1 0 0,0 0 1 0 0,0 0 0 0 0,-1 0-1 0 0,1 1 1 0 0,0-1-1 0 0,0 0 1 0 0,-1 0 0 0 0,1 0-1 0 0,0 0 1 0 0,0 0-1 0 0,-1 0 1 0 0,1 0 0 0 0,0 0-1 0 0,0 0 1 0 0,-1 1-1 0 0,1-1 1 0 0,0 0 0 0 0,0 0-1 0 0,-1 0 1 0 0,1 0-1 0 0,0-1 1 0 0,0 1 0 0 0,-1 0-1 0 0,1 0 1 0 0,0 0-1 0 0,0 0 1 0 0,-1 0 0 0 0,1 0-1 0 0,0 0 1 0 0,-7-5 34 0 0,1 1 1 0 0,0-1-1 0 0,0 0 1 0 0,1 0-1 0 0,0 0 1 0 0,0-1 0 0 0,0 0-1 0 0,0 0 1 0 0,1 0-1 0 0,0-1 1 0 0,0 1-1 0 0,-4-12 1 0 0,3 3 5 0 0,0 1 1 0 0,1-1-1 0 0,0 0 0 0 0,2 0 1 0 0,-3-30-1 0 0,5 14-32 0 0,1 1-1 0 0,1 0 0 0 0,2-1 1 0 0,1 1-1 0 0,1 1 0 0 0,10-30 1 0 0,-10 45-50 0 0,0 1 1 0 0,0 0-1 0 0,1 0 1 0 0,1 0 0 0 0,0 1-1 0 0,0 0 1 0 0,2 1-1 0 0,-1-1 1 0 0,1 2 0 0 0,1 0-1 0 0,0 0 1 0 0,0 1-1 0 0,1 0 1 0 0,0 1 0 0 0,1 0-1 0 0,0 1 1 0 0,0 1-1 0 0,0 0 1 0 0,1 0 0 0 0,23-5-1 0 0,-31 9 7 0 0,-3 1-37 0 0,0 0 0 0 0,-1 0 0 0 0,1 0 0 0 0,0 0 0 0 0,0 1 0 0 0,0-1 0 0 0,0 1 0 0 0,0 0 0 0 0,0 0 0 0 0,6 1 0 0 0,-7 0 25 0 0,1 0 0 0 0,-1 1 1 0 0,0-1-1 0 0,0 1 0 0 0,0 0 0 0 0,0 0 1 0 0,0-1-1 0 0,-1 1 0 0 0,1 1 1 0 0,0-1-1 0 0,-1 0 0 0 0,1 0 1 0 0,-1 0-1 0 0,2 5 0 0 0,15 32-53 0 0,-1 1 0 0 0,-2 0 0 0 0,10 48 0 0 0,9 23 13 0 0,-30-101 61 0 0,8 20-12 0 0,-1 2 1 0 0,-2-1 0 0 0,-1 1-1 0 0,-1 1 1 0 0,2 44 0 0 0,-13-67 68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4.96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 53 6153 0 0,'0'0'-203'0'0,"-1"-1"199"0"0,0 1 0 0 0,1 0 0 0 0,-1-1 0 0 0,0 1 0 0 0,0-1 0 0 0,1 1 0 0 0,-1-1 0 0 0,0 1 0 0 0,1-1 0 0 0,-1 0 0 0 0,1 1 0 0 0,-1-1 0 0 0,1 0 0 0 0,-1 1 0 0 0,1-1 0 0 0,-1 0 0 0 0,1 0 0 0 0,-1 0 0 0 0,1 1 0 0 0,0-1 0 0 0,0 0 0 0 0,-1 0 0 0 0,1-1 0 0 0,22-4-60 0 0,0 1 1 0 0,0 0 0 0 0,0 2-1 0 0,1 0 1 0 0,-1 2 0 0 0,41 2-1 0 0,5-2-330 0 0,59-7-1892 0 0,-94 4 1412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5.4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29 3436 0 0,'-12'-20'22'0'0,"30"15"319"0"0,-11 4-440 0 0,24-1 148 0 0,0 1 1 0 0,59 7-1 0 0,-31-1-17 0 0,23-1 2 0 0,168 5 148 0 0,-230-12-2184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6.0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324 6 2560 0 0,'0'0'150'0'0,"-16"-5"1393"0"0,14 5-1510 0 0,0 0 1 0 0,0 1-1 0 0,0-1 1 0 0,0 1-1 0 0,1-1 1 0 0,-1 1-1 0 0,0 0 0 0 0,0 0 1 0 0,1 0-1 0 0,-1 0 1 0 0,0 0-1 0 0,1 0 0 0 0,-1 0 1 0 0,1 1-1 0 0,0-1 1 0 0,-1 1-1 0 0,1-1 0 0 0,0 1 1 0 0,0-1-1 0 0,0 1 1 0 0,0-1-1 0 0,0 1 0 0 0,0 0 1 0 0,0 0-1 0 0,0 0 1 0 0,1-1-1 0 0,-1 1 0 0 0,1 0 1 0 0,0 0-1 0 0,-1 3 1 0 0,-2 11-31 0 0,1 1 0 0 0,1 29 0 0 0,0-18 75 0 0,0 1-61 0 0,1-1-1 0 0,1 1 1 0 0,2 0-1 0 0,9 42 1 0 0,39 110 105 0 0,-48-174-115 0 0,-1 0 14 0 0,1 0 0 0 0,-2 0 0 0 0,1 0 1 0 0,-1 0-1 0 0,0 0 0 0 0,0 13 0 0 0,-1-18-5 0 0,0-1-1 0 0,0 1 1 0 0,-1 0-1 0 0,1-1 1 0 0,-1 1 0 0 0,0-1-1 0 0,1 1 1 0 0,-1-1-1 0 0,0 1 1 0 0,0-1-1 0 0,0 1 1 0 0,0-1 0 0 0,0 0-1 0 0,0 0 1 0 0,0 1-1 0 0,0-1 1 0 0,-1 0-1 0 0,1 0 1 0 0,0 0 0 0 0,-1 0-1 0 0,1 0 1 0 0,-1-1-1 0 0,1 1 1 0 0,-1 0-1 0 0,1-1 1 0 0,-1 1 0 0 0,1-1-1 0 0,-1 1 1 0 0,0-1-1 0 0,1 0 1 0 0,-1 0 0 0 0,0 0-1 0 0,1 0 1 0 0,-3 0-1 0 0,-43 3 415 0 0,1-3-1 0 0,-1-1 1 0 0,1-3-1 0 0,-64-13 1 0 0,108 17-49 0 0,7-3-324 0 0,6-1-46 0 0,1 0 0 0 0,0 0 0 0 0,0 1 0 0 0,0 0 0 0 0,0 1 0 0 0,17 0 0 0 0,88 0-52 0 0,-55 2 30 0 0,238 2-1152 0 0,-302-2 1018 0 0,0-1-1 0 0,0 0 0 0 0,0 0 1 0 0,0 1-1 0 0,0-1 0 0 0,0 0 1 0 0,1-1-1 0 0,-1 1 0 0 0,0 0 0 0 0,1 0 1 0 0,-1-1-1 0 0,-1-1 0 0 0,-3-2-353 0 0,-15-7-1273 0 0,2 5 64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21" Type="http://schemas.openxmlformats.org/officeDocument/2006/relationships/customXml" Target="../ink/ink10.xml"/><Relationship Id="rId50" Type="http://schemas.openxmlformats.org/officeDocument/2006/relationships/image" Target="../media/image26.png"/><Relationship Id="rId55" Type="http://schemas.openxmlformats.org/officeDocument/2006/relationships/customXml" Target="../ink/ink16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59" Type="http://schemas.openxmlformats.org/officeDocument/2006/relationships/customXml" Target="../ink/ink18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54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53" Type="http://schemas.openxmlformats.org/officeDocument/2006/relationships/customXml" Target="../ink/ink15.xml"/><Relationship Id="rId58" Type="http://schemas.openxmlformats.org/officeDocument/2006/relationships/image" Target="../media/image30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49" Type="http://schemas.openxmlformats.org/officeDocument/2006/relationships/customXml" Target="../ink/ink13.xml"/><Relationship Id="rId57" Type="http://schemas.openxmlformats.org/officeDocument/2006/relationships/customXml" Target="../ink/ink17.xml"/><Relationship Id="rId10" Type="http://schemas.openxmlformats.org/officeDocument/2006/relationships/image" Target="../media/image6.png"/><Relationship Id="rId19" Type="http://schemas.openxmlformats.org/officeDocument/2006/relationships/customXml" Target="../ink/ink9.xml"/><Relationship Id="rId52" Type="http://schemas.openxmlformats.org/officeDocument/2006/relationships/image" Target="../media/image27.png"/><Relationship Id="rId60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48" Type="http://schemas.openxmlformats.org/officeDocument/2006/relationships/image" Target="../media/image25.png"/><Relationship Id="rId56" Type="http://schemas.openxmlformats.org/officeDocument/2006/relationships/image" Target="../media/image29.png"/><Relationship Id="rId8" Type="http://schemas.openxmlformats.org/officeDocument/2006/relationships/image" Target="../media/image5.png"/><Relationship Id="rId51" Type="http://schemas.openxmlformats.org/officeDocument/2006/relationships/customXml" Target="../ink/ink14.xml"/><Relationship Id="rId3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F2997-D401-F77B-FA82-D2484F7B7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B0B3965-F235-584B-FACA-4B9FB25DAD1F}"/>
              </a:ext>
            </a:extLst>
          </p:cNvPr>
          <p:cNvSpPr txBox="1"/>
          <p:nvPr/>
        </p:nvSpPr>
        <p:spPr>
          <a:xfrm>
            <a:off x="477520" y="226536"/>
            <a:ext cx="1029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1) Populate the vector DB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2) User asks questions.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E42B66-B5EF-9852-12AF-C2220A379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5" y="1642636"/>
            <a:ext cx="10092945" cy="524308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A9EF9A4C-1A20-2DC5-3156-E44DEDA47F96}"/>
              </a:ext>
            </a:extLst>
          </p:cNvPr>
          <p:cNvGrpSpPr/>
          <p:nvPr/>
        </p:nvGrpSpPr>
        <p:grpSpPr>
          <a:xfrm>
            <a:off x="1818864" y="2720016"/>
            <a:ext cx="2144160" cy="1731240"/>
            <a:chOff x="1818864" y="2720016"/>
            <a:chExt cx="2144160" cy="173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D06AD08-C4C4-1EA7-2756-E9D89D210895}"/>
                    </a:ext>
                  </a:extLst>
                </p14:cNvPr>
                <p14:cNvContentPartPr/>
                <p14:nvPr/>
              </p14:nvContentPartPr>
              <p14:xfrm>
                <a:off x="1818864" y="2892456"/>
                <a:ext cx="205560" cy="279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D06AD08-C4C4-1EA7-2756-E9D89D21089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782864" y="2856816"/>
                  <a:ext cx="27720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0F4E8A4-941B-F48B-0B6C-E827D59372D2}"/>
                    </a:ext>
                  </a:extLst>
                </p14:cNvPr>
                <p14:cNvContentPartPr/>
                <p14:nvPr/>
              </p14:nvContentPartPr>
              <p14:xfrm>
                <a:off x="2099304" y="2940336"/>
                <a:ext cx="528480" cy="313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0F4E8A4-941B-F48B-0B6C-E827D59372D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63304" y="2904336"/>
                  <a:ext cx="60012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1BBEB98-98A8-C681-A07A-06B75371B253}"/>
                    </a:ext>
                  </a:extLst>
                </p14:cNvPr>
                <p14:cNvContentPartPr/>
                <p14:nvPr/>
              </p14:nvContentPartPr>
              <p14:xfrm>
                <a:off x="2701224" y="2767176"/>
                <a:ext cx="210240" cy="235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1BBEB98-98A8-C681-A07A-06B75371B25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65224" y="2731536"/>
                  <a:ext cx="2818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8DB5A1A-B90D-2907-1A59-36797ECFB77A}"/>
                    </a:ext>
                  </a:extLst>
                </p14:cNvPr>
                <p14:cNvContentPartPr/>
                <p14:nvPr/>
              </p14:nvContentPartPr>
              <p14:xfrm>
                <a:off x="2777544" y="2881296"/>
                <a:ext cx="179280" cy="55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8DB5A1A-B90D-2907-1A59-36797ECFB77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41904" y="2845296"/>
                  <a:ext cx="2509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7DCD60D-8FC2-D088-25A8-9530F3FA7AB2}"/>
                    </a:ext>
                  </a:extLst>
                </p14:cNvPr>
                <p14:cNvContentPartPr/>
                <p14:nvPr/>
              </p14:nvContentPartPr>
              <p14:xfrm>
                <a:off x="2946744" y="2720016"/>
                <a:ext cx="299160" cy="68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7DCD60D-8FC2-D088-25A8-9530F3FA7AB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10744" y="2684376"/>
                  <a:ext cx="370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827D022-B304-64E9-AD66-7E0FEC9073D5}"/>
                    </a:ext>
                  </a:extLst>
                </p14:cNvPr>
                <p14:cNvContentPartPr/>
                <p14:nvPr/>
              </p14:nvContentPartPr>
              <p14:xfrm>
                <a:off x="3115224" y="2753136"/>
                <a:ext cx="62280" cy="153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827D022-B304-64E9-AD66-7E0FEC9073D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79584" y="2717136"/>
                  <a:ext cx="1339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F273FCC-4F3D-17D2-1001-5D26B22E7CF6}"/>
                    </a:ext>
                  </a:extLst>
                </p14:cNvPr>
                <p14:cNvContentPartPr/>
                <p14:nvPr/>
              </p14:nvContentPartPr>
              <p14:xfrm>
                <a:off x="3001464" y="2937096"/>
                <a:ext cx="336960" cy="76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F273FCC-4F3D-17D2-1001-5D26B22E7CF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65824" y="2901096"/>
                  <a:ext cx="4086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9BAE4A8-637B-DC36-503B-63010603DFB2}"/>
                    </a:ext>
                  </a:extLst>
                </p14:cNvPr>
                <p14:cNvContentPartPr/>
                <p14:nvPr/>
              </p14:nvContentPartPr>
              <p14:xfrm>
                <a:off x="3293064" y="3306816"/>
                <a:ext cx="432000" cy="1144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9BAE4A8-637B-DC36-503B-63010603DFB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257064" y="3270816"/>
                  <a:ext cx="503640" cy="12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6D1FF3A-6D04-9739-7936-5223FD6C9FB2}"/>
                    </a:ext>
                  </a:extLst>
                </p14:cNvPr>
                <p14:cNvContentPartPr/>
                <p14:nvPr/>
              </p14:nvContentPartPr>
              <p14:xfrm>
                <a:off x="3600864" y="4273776"/>
                <a:ext cx="282600" cy="177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6D1FF3A-6D04-9739-7936-5223FD6C9FB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65224" y="4238136"/>
                  <a:ext cx="3542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4682511-18E4-2B3C-FF0F-AE53A0A8F87D}"/>
                    </a:ext>
                  </a:extLst>
                </p14:cNvPr>
                <p14:cNvContentPartPr/>
                <p14:nvPr/>
              </p14:nvContentPartPr>
              <p14:xfrm>
                <a:off x="3518784" y="2954736"/>
                <a:ext cx="444240" cy="221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4682511-18E4-2B3C-FF0F-AE53A0A8F87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482784" y="2919096"/>
                  <a:ext cx="5158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76CBE0C-1F5F-F3AE-E4E4-E9BD6C8BB432}"/>
                    </a:ext>
                  </a:extLst>
                </p14:cNvPr>
                <p14:cNvContentPartPr/>
                <p14:nvPr/>
              </p14:nvContentPartPr>
              <p14:xfrm>
                <a:off x="3856464" y="3041496"/>
                <a:ext cx="105120" cy="204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76CBE0C-1F5F-F3AE-E4E4-E9BD6C8BB43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820824" y="3005856"/>
                  <a:ext cx="176760" cy="27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50C047F-9DDC-EF7C-87B9-B11BAEBF5CDD}"/>
              </a:ext>
            </a:extLst>
          </p:cNvPr>
          <p:cNvGrpSpPr/>
          <p:nvPr/>
        </p:nvGrpSpPr>
        <p:grpSpPr>
          <a:xfrm>
            <a:off x="10375344" y="4344696"/>
            <a:ext cx="1795320" cy="430200"/>
            <a:chOff x="10375344" y="4344696"/>
            <a:chExt cx="179532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DB551BE-857A-4B34-AED7-26A1C6190513}"/>
                    </a:ext>
                  </a:extLst>
                </p14:cNvPr>
                <p14:cNvContentPartPr/>
                <p14:nvPr/>
              </p14:nvContentPartPr>
              <p14:xfrm>
                <a:off x="10375344" y="4424976"/>
                <a:ext cx="288360" cy="213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DB551BE-857A-4B34-AED7-26A1C619051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339344" y="4388976"/>
                  <a:ext cx="3600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A8A85F1-2F60-0975-D569-2B51C0189A54}"/>
                    </a:ext>
                  </a:extLst>
                </p14:cNvPr>
                <p14:cNvContentPartPr/>
                <p14:nvPr/>
              </p14:nvContentPartPr>
              <p14:xfrm>
                <a:off x="10766304" y="4450896"/>
                <a:ext cx="200880" cy="324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A8A85F1-2F60-0975-D569-2B51C0189A5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30664" y="4414896"/>
                  <a:ext cx="27252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23F7DFC-613B-FB6F-60E9-15A5BEC561C0}"/>
                    </a:ext>
                  </a:extLst>
                </p14:cNvPr>
                <p14:cNvContentPartPr/>
                <p14:nvPr/>
              </p14:nvContentPartPr>
              <p14:xfrm>
                <a:off x="11002464" y="4470336"/>
                <a:ext cx="413640" cy="126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23F7DFC-613B-FB6F-60E9-15A5BEC561C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966464" y="4434696"/>
                  <a:ext cx="4852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C241D95-D317-2B99-CAD2-81F3B0F0AF57}"/>
                    </a:ext>
                  </a:extLst>
                </p14:cNvPr>
                <p14:cNvContentPartPr/>
                <p14:nvPr/>
              </p14:nvContentPartPr>
              <p14:xfrm>
                <a:off x="11631384" y="4344696"/>
                <a:ext cx="207720" cy="239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C241D95-D317-2B99-CAD2-81F3B0F0AF5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595384" y="4309056"/>
                  <a:ext cx="2793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6085295-C72E-CF58-4399-050263206C5A}"/>
                    </a:ext>
                  </a:extLst>
                </p14:cNvPr>
                <p14:cNvContentPartPr/>
                <p14:nvPr/>
              </p14:nvContentPartPr>
              <p14:xfrm>
                <a:off x="11686104" y="4472856"/>
                <a:ext cx="153000" cy="19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6085295-C72E-CF58-4399-050263206C5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650104" y="4437216"/>
                  <a:ext cx="2246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3D31B3C-200C-15E2-E248-F484F91F3F32}"/>
                    </a:ext>
                  </a:extLst>
                </p14:cNvPr>
                <p14:cNvContentPartPr/>
                <p14:nvPr/>
              </p14:nvContentPartPr>
              <p14:xfrm>
                <a:off x="11929464" y="4392576"/>
                <a:ext cx="211680" cy="10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3D31B3C-200C-15E2-E248-F484F91F3F3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893464" y="4356576"/>
                  <a:ext cx="2833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8E40BCC-56A3-1BC1-F539-85FF8950812E}"/>
                    </a:ext>
                  </a:extLst>
                </p14:cNvPr>
                <p14:cNvContentPartPr/>
                <p14:nvPr/>
              </p14:nvContentPartPr>
              <p14:xfrm>
                <a:off x="11960064" y="4387536"/>
                <a:ext cx="210600" cy="224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8E40BCC-56A3-1BC1-F539-85FF8950812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924424" y="4351896"/>
                  <a:ext cx="282240" cy="295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21567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436848"/>
            <a:ext cx="112633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Steps:</a:t>
            </a: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an OpenAI API key </a:t>
            </a: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PineCone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API Key from their website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62DC-A1CB-8A2E-9595-90E82277A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9012150-FE28-E506-30D2-ED057A9684AD}"/>
              </a:ext>
            </a:extLst>
          </p:cNvPr>
          <p:cNvSpPr txBox="1"/>
          <p:nvPr/>
        </p:nvSpPr>
        <p:spPr>
          <a:xfrm>
            <a:off x="477520" y="436848"/>
            <a:ext cx="1126337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Go to directory that contains app.py and run the program: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python -m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run .\app.py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Goto browser and load a PDF document-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-company: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question related with the PDF doc: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Q1) Who is the current CTO of 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Company ?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Answers correctly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Q2) Tell me the range  of industries it serves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Answers correctly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Q3) How many professional it employs ?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Change wording -&gt; How many people are currently working here?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Answers correctly</a:t>
            </a:r>
          </a:p>
        </p:txBody>
      </p:sp>
    </p:spTree>
    <p:extLst>
      <p:ext uri="{BB962C8B-B14F-4D97-AF65-F5344CB8AC3E}">
        <p14:creationId xmlns:p14="http://schemas.microsoft.com/office/powerpoint/2010/main" val="1014834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7917-47B9-F2BC-4C54-FFBDB5A27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A75083E-F924-6E77-B1A4-4C8D718208DC}"/>
              </a:ext>
            </a:extLst>
          </p:cNvPr>
          <p:cNvSpPr txBox="1"/>
          <p:nvPr/>
        </p:nvSpPr>
        <p:spPr>
          <a:xfrm>
            <a:off x="477520" y="436848"/>
            <a:ext cx="112633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Q4) Tell me some of the new things that is happening in the company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Answer is not perfect. Missing the context somewhat. 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There is some room for improvement here: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Increase the chunks size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Use overlapping in the chunks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Use semantic splitting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Use paragraph/header splitting, etc.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230235-FE45-0EBF-1041-2721BA9C8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583" y="868680"/>
            <a:ext cx="4198492" cy="579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919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1360</TotalTime>
  <Words>188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231</cp:revision>
  <dcterms:created xsi:type="dcterms:W3CDTF">2025-09-22T02:44:38Z</dcterms:created>
  <dcterms:modified xsi:type="dcterms:W3CDTF">2026-09-05T16:19:54Z</dcterms:modified>
</cp:coreProperties>
</file>