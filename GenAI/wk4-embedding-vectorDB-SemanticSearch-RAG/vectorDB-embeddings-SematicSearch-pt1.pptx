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79" r:id="rId3"/>
    <p:sldId id="280" r:id="rId4"/>
    <p:sldId id="281" r:id="rId5"/>
    <p:sldId id="276" r:id="rId6"/>
    <p:sldId id="277" r:id="rId7"/>
    <p:sldId id="290" r:id="rId8"/>
    <p:sldId id="289" r:id="rId9"/>
    <p:sldId id="283" r:id="rId10"/>
    <p:sldId id="287" r:id="rId11"/>
    <p:sldId id="288" r:id="rId12"/>
    <p:sldId id="285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0.5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375 0 524 0 0,'-20'0'3749'0'0,"11"3"-3722"0"0,7-1 39 0 0,8-1 338 0 0,254 11-412 0 0,-64 0 25 0 0,-191-11-14 0 0,-1 0 4 0 0,1 1-1 0 0,-1-1 1 0 0,1 0-1 0 0,-1-1 1 0 0,1 1-1 0 0,-1-1 1 0 0,1 0-1 0 0,-1 0 1 0 0,1 0-1 0 0,7-2 1 0 0,16 2 156 0 0,-26 0-108 0 0,0 0-73 0 0,0 1 8 0 0,-1 0-1 0 0,1 0 0 0 0,0-1 0 0 0,-1 1 1 0 0,1 0-1 0 0,-1 0 0 0 0,0 0 0 0 0,1 1 1 0 0,-1-1-1 0 0,0 0 0 0 0,0 0 0 0 0,1 1 1 0 0,-1-1-1 0 0,0 1 0 0 0,0-1 1 0 0,-1 1-1 0 0,1-1 0 0 0,0 1 0 0 0,0-1 1 0 0,-1 1-1 0 0,1 0 0 0 0,-1 0 0 0 0,1-1 1 0 0,-1 1-1 0 0,0 0 0 0 0,0 0 0 0 0,0-1 1 0 0,0 1-1 0 0,0 2 0 0 0,2 72-54 0 0,-2-59 66 0 0,19 261-89 0 0,-9-185 32 0 0,-3-43 52 0 0,28 186 44 0 0,-32-198-65 0 0,-3 41-1 0 0,0-37 52 0 0,-7 74-2 0 0,4-90 2 0 0,2 1-1 0 0,0-1 1 0 0,4 32 0 0 0,3 5-57 0 0,-6-60 28 0 0,3 28 39 0 0,-2-23-21 0 0,0 0 0 0 0,0 0 0 0 0,1 0 0 0 0,1-1-1 0 0,5 14 1 0 0,-5-13 4 0 0,0 0-1 0 0,0 0 0 0 0,-1 0 0 0 0,0 1 0 0 0,2 15 0 0 0,15 29-2 0 0,-8-5-78 0 0,-11-46 77 0 0,5 46 38 0 0,-5-47-37 0 0,-4 17 277 0 0,0-9 374 0 0,-18-6-458 0 0,-68-1 77 0 0,87-2-257 0 0,-26-2 33 0 0,-24 0 14 0 0,-54-10 0 0 0,44 4-53 0 0,-70 0 1 0 0,10 5-7 0 0,-80 2-34 0 0,121 3 21 0 0,0-2 3 0 0,79 0-2 0 0,0 0 1 0 0,-10 0-2 0 0,10 0 2 0 0,0 0-8 0 0,-8 2 6 0 0,8-2 22 0 0,-27 2 80 0 0,28-1-66 0 0,1-3-419 0 0,1 0 129 0 0,0-1-1 0 0,0 1 0 0 0,0 0 0 0 0,0 0 0 0 0,0 0 1 0 0,0 0-1 0 0,0 0 0 0 0,1 0 0 0 0,-1 0 0 0 0,1 0 0 0 0,0 0 1 0 0,-1 0-1 0 0,3-3 0 0 0,5-11-854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2.6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0 285 3628 0 0,'0'0'-241'0'0,"5"-1"-538"0"0,171-20 561 0 0,99-9 324 0 0,276-2 503 0 0,-463 27 112 0 0,-86 5-631 0 0,35-3 1068 0 0,-35 3-1280 0 0,19-2 1541 0 0,-18-5-527 0 0,-13-5-934 0 0,-7-2 38 0 0,0 1 0 0 0,-1 0 0 0 0,0 2 1 0 0,-1 0-1 0 0,-1 1 0 0 0,1 1 0 0 0,-2 1 1 0 0,-30-8-1 0 0,-75-30-17 0 0,64 26-21 0 0,60 20 35 0 0,9 3-719 0 0,252 75 633 0 0,23 9 172 0 0,-196-58-60 0 0,-84-29-11 0 0,6 4 11 0 0,-7-4-23 0 0,0 0 0 0 0,-1 0-1 0 0,1 0 1 0 0,0 0 0 0 0,-1 0-1 0 0,1 1 1 0 0,0-1 0 0 0,0 0-1 0 0,-1 0 1 0 0,1 1 0 0 0,0-1-1 0 0,-1 0 1 0 0,1 1 0 0 0,0-1-1 0 0,-1 0 1 0 0,1 1 0 0 0,-1-1-1 0 0,1 1 1 0 0,-1-1-1 0 0,1 1 1 0 0,-1-1 0 0 0,1 1-1 0 0,-1 0 1 0 0,1-1 0 0 0,-1 1-1 0 0,0 0 1 0 0,1-1 0 0 0,-1 1-1 0 0,0 0 1 0 0,0-1 0 0 0,1 1-1 0 0,-1 0 1 0 0,0 0 0 0 0,0 0-1 0 0,-18 19-5 0 0,-2 0 1 0 0,0-2-1 0 0,-1 0 0 0 0,-45 28 0 0 0,15-10 3 0 0,-138 86-15 0 0,171-111 10 0 0,3-1 70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1.8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100 149 5529 0 0,'-16'-51'973'0'0,"15"50"-984"0"0,1 6-382 0 0,-1 44 357 0 0,2 0 1 0 0,13 77-1 0 0,-3-39 64 0 0,16 152 152 0 0,-24-199 1736 0 0,-6-46-1799 0 0,-23-55-89 0 0,3-1 0 0 0,3-1 0 0 0,3-1 0 0 0,-11-77-1 0 0,10-19-102 0 0,17 156 56 0 0,1 0-1 0 0,-1 0 0 0 0,1 0 1 0 0,0 0-1 0 0,0 0 1 0 0,0 0-1 0 0,0 0 0 0 0,1 0 1 0 0,-1 0-1 0 0,1 0 1 0 0,0 0-1 0 0,1 0 0 0 0,-1 0 1 0 0,0 1-1 0 0,1-1 1 0 0,0 1-1 0 0,0-1 0 0 0,0 1 1 0 0,1-1-1 0 0,-1 1 1 0 0,1 0-1 0 0,-1 0 0 0 0,5-3 1 0 0,2 0-34 0 0,0 1 0 0 0,0 0 0 0 0,0 1-1 0 0,0 0 1 0 0,1 1 0 0 0,-1 0 0 0 0,1 0 0 0 0,20-2 0 0 0,-14 3 10 0 0,0 0-1 0 0,0 2 1 0 0,0 0-1 0 0,0 1 1 0 0,0 1 0 0 0,-1 0-1 0 0,1 1 1 0 0,0 0-1 0 0,-1 2 1 0 0,0 0 0 0 0,0 0-1 0 0,0 1 1 0 0,-1 1-1 0 0,23 14 1 0 0,-13-4-29 0 0,0 0 1 0 0,0 1-1 0 0,-2 1 1 0 0,0 2-1 0 0,-2 0 1 0 0,0 1-1 0 0,20 30 1 0 0,-35-46 67 0 0,-1 0 1 0 0,1 0 0 0 0,-2 1 0 0 0,1-1 0 0 0,-1 1 0 0 0,0 0 0 0 0,0 0-1 0 0,-1 0 1 0 0,0 0 0 0 0,0 1 0 0 0,-1-1 0 0 0,0 1 0 0 0,0-1 0 0 0,0 1 0 0 0,-1-1-1 0 0,0 1 1 0 0,-1-1 0 0 0,0 1 0 0 0,0-1 0 0 0,-1 1 0 0 0,0-1 0 0 0,0 0-1 0 0,0 0 1 0 0,-1 0 0 0 0,0 0 0 0 0,0 0 0 0 0,-1-1 0 0 0,0 1 0 0 0,0-1 0 0 0,-1 0-1 0 0,0 0 1 0 0,0 0 0 0 0,0-1 0 0 0,0 0 0 0 0,-1 0 0 0 0,-12 8 0 0 0,-18 11 60 0 0,-75 40 1 0 0,24-17 221 0 0,51-32 157 0 0,35-14-264 0 0,-4 1 254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4.0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217 165 5048 0 0,'-4'-2'-23'0'0,"1"0"-1"0"0,-1 0 0 0 0,0 0 0 0 0,-1 1 0 0 0,1-1 0 0 0,0 1 0 0 0,0 0 0 0 0,0 0 0 0 0,-1 0 0 0 0,1 1 0 0 0,-1 0 1 0 0,1-1-1 0 0,0 1 0 0 0,-1 1 0 0 0,1-1 0 0 0,-1 1 0 0 0,1 0 0 0 0,0 0 0 0 0,0 0 0 0 0,-1 0 0 0 0,1 1 0 0 0,0 0 1 0 0,0 0-1 0 0,1 0 0 0 0,-1 0 0 0 0,0 0 0 0 0,1 1 0 0 0,-6 5 0 0 0,-1 0 4 0 0,1 0 1 0 0,0 1-1 0 0,1 1 0 0 0,0-1 0 0 0,0 1 1 0 0,1 1-1 0 0,0 0 0 0 0,1 0 0 0 0,-6 13 1 0 0,11-21 17 0 0,-1 1 0 0 0,1-1 1 0 0,0 1-1 0 0,0 0 1 0 0,0 0-1 0 0,0-1 0 0 0,1 1 1 0 0,0 0-1 0 0,0 0 0 0 0,0 0 1 0 0,0-1-1 0 0,0 1 0 0 0,1 0 1 0 0,-1 0-1 0 0,1-1 1 0 0,0 1-1 0 0,1 0 0 0 0,1 4 1 0 0,0-3 3 0 0,0 0 0 0 0,0 0 0 0 0,1-1 0 0 0,0 1 1 0 0,0-1-1 0 0,0 0 0 0 0,0 0 0 0 0,0 0 0 0 0,1-1 1 0 0,10 6-1 0 0,-1-1 42 0 0,1-1-1 0 0,0-1 1 0 0,1 0 0 0 0,-1-1 0 0 0,1-1 0 0 0,0 0 0 0 0,20 1 0 0 0,-31-5-27 0 0,0 0 0 0 0,0 0 0 0 0,0-1 0 0 0,0 0 0 0 0,0 0 0 0 0,0 0 0 0 0,0-1 0 0 0,0 0 0 0 0,0 0 0 0 0,-1 0 0 0 0,1 0 0 0 0,-1-1 0 0 0,0 0 0 0 0,1 1 0 0 0,-1-2 1 0 0,0 1-1 0 0,-1 0 0 0 0,1-1 0 0 0,3-4 0 0 0,-2 2-6 0 0,0 0 1 0 0,0 0-1 0 0,0-1 0 0 0,-1 0 1 0 0,0 1-1 0 0,-1-1 1 0 0,1-1-1 0 0,-1 1 1 0 0,-1 0-1 0 0,1-1 0 0 0,1-8 1 0 0,-4 11-17 0 0,1 1 0 0 0,-1 0 0 0 0,0 0 0 0 0,0 0 1 0 0,0-1-1 0 0,0 1 0 0 0,-1 0 0 0 0,0 0 0 0 0,0 0 0 0 0,0 0 1 0 0,0 0-1 0 0,-1 0 0 0 0,1 0 0 0 0,-1 0 0 0 0,0 0 0 0 0,0 1 1 0 0,-1-1-1 0 0,1 1 0 0 0,-1-1 0 0 0,1 1 0 0 0,-1 0 1 0 0,0 0-1 0 0,-5-4 0 0 0,-5-1-14 0 0,1 1 0 0 0,-1 0 0 0 0,0 1-1 0 0,0 1 1 0 0,-21-6 0 0 0,-18-9 54 0 0,50 19-22 0 0,-3 0 24 0 0,0-1-1 0 0,0 1 0 0 0,0-2 1 0 0,1 1-1 0 0,-1 0 1 0 0,1-1-1 0 0,-7-5 0 0 0,17 4-65 0 0,-1 0-1 0 0,1 1 0 0 0,1-1 0 0 0,-1 1 0 0 0,0 0 0 0 0,1 1 1 0 0,-1 0-1 0 0,1 0 0 0 0,0 0 0 0 0,9-1 0 0 0,84-5-235 0 0,-44 4 24 0 0,112-8 19 0 0,-165 11 353 0 0,-2 1-139 0 0,0 0 0 0 0,0 0 0 0 0,1 0 0 0 0,-1 0 0 0 0,0 0 0 0 0,0 0 0 0 0,1 0 0 0 0,-1 0 0 0 0,0 0-1 0 0,0 1 1 0 0,0-1 0 0 0,1 1 0 0 0,-1-1 0 0 0,0 0 0 0 0,0 1 0 0 0,0 0 0 0 0,0-1 0 0 0,0 1 0 0 0,0 0 0 0 0,0-1 0 0 0,0 1 0 0 0,1 1 0 0 0,-2 17-86 0 0,0 23 31 0 0,1 0 0 0 0,12 74 1 0 0,8-3 28 0 0,-19-105 90 0 0,2 19 3077 0 0,-13-46-3147 0 0,1 0 0 0 0,1-1 1 0 0,0 1-1 0 0,1-2 0 0 0,-5-36 0 0 0,5 10-217 0 0,0-75 1 0 0,6 116 168 0 0,0 0 1 0 0,0 0 0 0 0,1 1 0 0 0,-1-1 0 0 0,1 0-1 0 0,1 1 1 0 0,-1-1 0 0 0,1 0 0 0 0,0 1 0 0 0,0 0-1 0 0,1-1 1 0 0,-1 1 0 0 0,1 0 0 0 0,0 0 0 0 0,1 1 0 0 0,-1-1-1 0 0,1 1 1 0 0,0-1 0 0 0,0 1 0 0 0,0 0 0 0 0,1 1-1 0 0,-1-1 1 0 0,1 1 0 0 0,0 0 0 0 0,0 0 0 0 0,9-4-1 0 0,-13 6 41 0 0,1 0 0 0 0,-1 1 0 0 0,1-1 0 0 0,0 0-1 0 0,-1 1 1 0 0,1-1 0 0 0,0 1 0 0 0,0 0 0 0 0,-1-1 0 0 0,1 1-1 0 0,0 0 1 0 0,0 0 0 0 0,-1 0 0 0 0,1 0 0 0 0,0 1-1 0 0,0-1 1 0 0,-1 0 0 0 0,1 1 0 0 0,0-1 0 0 0,-1 1-1 0 0,4 1 1 0 0,-2 0 0 0 0,0 0-1 0 0,0 0 0 0 0,-1 0 0 0 0,1 1 1 0 0,0-1-1 0 0,-1 1 0 0 0,0 0 1 0 0,1 0-1 0 0,-1-1 0 0 0,2 5 1 0 0,2 5-17 0 0,0 1 0 0 0,0 0 0 0 0,-1 0 1 0 0,3 14-1 0 0,41 126-242 0 0,-43-124 263 0 0,-3-13 24 0 0,0 0 1 0 0,2 0-1 0 0,-1 0 1 0 0,2-1-1 0 0,8 18 1 0 0,-11-28 6 0 0,0-1 0 0 0,0 1 0 0 0,1-1 0 0 0,-1 0 1 0 0,1 0-1 0 0,0-1 0 0 0,0 1 0 0 0,0-1 0 0 0,0 0 1 0 0,1 0-1 0 0,-1 0 0 0 0,1 0 0 0 0,0-1 0 0 0,0 0 0 0 0,0 0 1 0 0,0 0-1 0 0,0-1 0 0 0,0 1 0 0 0,10 0 0 0 0,-3-1 1 0 0,-1 0 0 0 0,1-2-1 0 0,-1 1 1 0 0,1-1-1 0 0,-1-1 1 0 0,1 0 0 0 0,-1 0-1 0 0,0-1 1 0 0,0-1-1 0 0,0 0 1 0 0,-1-1 0 0 0,1 1-1 0 0,-1-2 1 0 0,0 0 0 0 0,0 0-1 0 0,-1-1 1 0 0,0 0-1 0 0,0 0 1 0 0,-1-1 0 0 0,12-13-1 0 0,-1-1 71 0 0,0-1-1 0 0,-2-1 0 0 0,-1 0 0 0 0,-1-1 1 0 0,-1-1-1 0 0,21-53 0 0 0,-34 74-39 0 0,0 1 0 0 0,-1 0-1 0 0,1-1 1 0 0,-1 1 0 0 0,0-1-1 0 0,0 1 1 0 0,0-1 0 0 0,-1 1 0 0 0,1-1-1 0 0,-1 1 1 0 0,0 0 0 0 0,-1-1-1 0 0,-1-4 1 0 0,3 8-48 0 0,-22 0 3 0 0,13 5-12 0 0,1 0 0 0 0,0 0 0 0 0,0 1 0 0 0,0 0 0 0 0,0 0 0 0 0,1 1 0 0 0,-1 0 0 0 0,1 0 0 0 0,1 1-1 0 0,-1-1 1 0 0,1 2 0 0 0,1-1 0 0 0,-1 1 0 0 0,1 0 0 0 0,1 0 0 0 0,-1 0 0 0 0,1 0 0 0 0,1 1 0 0 0,-1 0 0 0 0,-2 14 0 0 0,3-15 5 0 0,1 1 0 0 0,-1 0-1 0 0,2 0 1 0 0,-1 0 0 0 0,1 0-1 0 0,1 0 1 0 0,0 1 0 0 0,0-1 0 0 0,1 0-1 0 0,0 0 1 0 0,0 0 0 0 0,6 18-1 0 0,-4-20 3 0 0,1 0 0 0 0,0 1 0 0 0,0-2 0 0 0,1 1 0 0 0,0 0-1 0 0,0-1 1 0 0,0 0 0 0 0,1 0 0 0 0,0 0 0 0 0,0-1 0 0 0,1 0-1 0 0,-1 0 1 0 0,1-1 0 0 0,0 0 0 0 0,8 4 0 0 0,13 5 20 0 0,0-1 1 0 0,1-2-1 0 0,0-1 1 0 0,53 10-1 0 0,-23-10 15 0 0,89 3 0 0 0,-125-13-407 0 0,0 0 0 0 0,-1-1-1 0 0,1-1 1 0 0,0-1 0 0 0,35-12 0 0 0,-21 4-523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6.0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171 42 3608 0 0,'0'0'1402'0'0,"-7"0"-1368"0"0,-23 0-16 0 0,26 1-15 0 0,-1-1 0 0 0,1 1 0 0 0,-1 0 0 0 0,1 0 0 0 0,-1 1 0 0 0,1-1 0 0 0,0 1 0 0 0,-1 0 0 0 0,1 0 0 0 0,0 0 0 0 0,0 1 0 0 0,1-1 0 0 0,-1 1 0 0 0,0 0 0 0 0,-4 6 0 0 0,0-1-21 0 0,0 1 1 0 0,1 0-1 0 0,0 0 1 0 0,-8 15-1 0 0,13-19 12 0 0,-1 0-1 0 0,1 0 1 0 0,0 0-1 0 0,0 0 1 0 0,0 0-1 0 0,1 0 0 0 0,-1 1 1 0 0,2-1-1 0 0,-1 1 1 0 0,0-1-1 0 0,1 0 0 0 0,0 1 1 0 0,0-1-1 0 0,1 1 1 0 0,-1-1-1 0 0,4 11 1 0 0,-1-9 7 0 0,0 0-1 0 0,0 0 1 0 0,0 0 0 0 0,1 0 0 0 0,0-1 0 0 0,1 1 0 0 0,0-1 0 0 0,-1-1 0 0 0,2 1 0 0 0,-1-1 0 0 0,7 6 0 0 0,0-2 18 0 0,1 1-1 0 0,0-2 1 0 0,1 0-1 0 0,0-1 1 0 0,0 0 0 0 0,0-1-1 0 0,1 0 1 0 0,0-1-1 0 0,0-1 1 0 0,1-1 0 0 0,18 3-1 0 0,-27-6 4 0 0,0 0-1 0 0,0 0 1 0 0,1 0-1 0 0,-1-1 1 0 0,0 0 0 0 0,0-1-1 0 0,0 1 1 0 0,0-2-1 0 0,0 1 1 0 0,0-1-1 0 0,0 1 1 0 0,-1-2 0 0 0,0 1-1 0 0,1-1 1 0 0,-1 0-1 0 0,5-5 1 0 0,-7 6-27 0 0,-1-1 0 0 0,0 1 0 0 0,0-1 0 0 0,0 1 1 0 0,0-1-1 0 0,-1 0 0 0 0,1 0 0 0 0,-1 0 0 0 0,0-1 0 0 0,0 1 1 0 0,-1 0-1 0 0,1-1 0 0 0,-1 1 0 0 0,0-1 0 0 0,0 1 0 0 0,-1-1 1 0 0,1 0-1 0 0,-1 1 0 0 0,0-1 0 0 0,0 0 0 0 0,-1 1 0 0 0,1-1 1 0 0,-1 0-1 0 0,0 1 0 0 0,0-1 0 0 0,-2-4 0 0 0,0 3-7 0 0,1 0 0 0 0,-1 0-1 0 0,0 0 1 0 0,-1 0 0 0 0,0 0 0 0 0,0 1-1 0 0,0-1 1 0 0,0 1 0 0 0,-1 0-1 0 0,0 1 1 0 0,0-1 0 0 0,0 1 0 0 0,-1 0-1 0 0,1 0 1 0 0,-1 1 0 0 0,-9-5 0 0 0,-9-3-6 0 0,-1 2 1 0 0,0 1 0 0 0,-26-6-1 0 0,-25-7 122 0 0,69 19-100 0 0,-20-10-219 0 0,66 6 112 0 0,71-1-1 0 0,-70 6 51 0 0,-1-1 0 0 0,49-10 0 0 0,-12 7 680 0 0,-74 4-381 0 0,30-2-156 0 0,-31 7-111 0 0,0 1 0 0 0,0-1 0 0 0,0 1 0 0 0,-1-1-1 0 0,1 1 1 0 0,-1-1 0 0 0,0 1 0 0 0,-1 0 0 0 0,1-1 0 0 0,-3 9 0 0 0,1 29-36 0 0,7-2 39 0 0,3 1 1 0 0,1-1 0 0 0,25 70-1 0 0,-11-37 3729 0 0,-28-82-3703 0 0,0-1-1 0 0,1 0 0 0 0,0 1 0 0 0,1-2 0 0 0,0 1 0 0 0,0 0 0 0 0,1-1 0 0 0,1 1 0 0 0,0-1 0 0 0,0 1 0 0 0,1-1 0 0 0,0 0 0 0 0,1 1 0 0 0,3-16 0 0 0,4-20-307 0 0,3 1 1 0 0,16-44-1 0 0,-21 70 220 0 0,-5 15 31 0 0,0 0-1 0 0,1 0 0 0 0,-1 0 1 0 0,1 1-1 0 0,0-1 1 0 0,1 0-1 0 0,-1 1 1 0 0,0 0-1 0 0,1-1 1 0 0,0 1-1 0 0,0 0 1 0 0,0 1-1 0 0,0-1 0 0 0,0 0 1 0 0,0 1-1 0 0,1 0 1 0 0,0 0-1 0 0,-1 0 1 0 0,1 0-1 0 0,0 0 1 0 0,0 1-1 0 0,0-1 1 0 0,0 1-1 0 0,0 0 0 0 0,0 1 1 0 0,0-1-1 0 0,0 1 1 0 0,5-1-1 0 0,-6 1-6 0 0,1 1 8 0 0,0-1 23 0 0,0 1 1 0 0,0-1 0 0 0,0 1-1 0 0,0 0 1 0 0,0 1 0 0 0,0-1-1 0 0,0 1 1 0 0,0-1 0 0 0,0 1 0 0 0,-1 0-1 0 0,1 1 1 0 0,-1-1 0 0 0,1 1-1 0 0,-1-1 1 0 0,0 1 0 0 0,0 0-1 0 0,0 0 1 0 0,-1 0 0 0 0,1 1 0 0 0,-1-1-1 0 0,1 1 1 0 0,-1-1 0 0 0,0 1-1 0 0,-1 0 1 0 0,1 0 0 0 0,-1 0-1 0 0,1 0 1 0 0,-1 0 0 0 0,0 0-1 0 0,0 8 1 0 0,16 133-212 0 0,-16-136 250 0 0,1 0 0 0 0,1 1 0 0 0,-1-1 1 0 0,2-1-1 0 0,-1 1 0 0 0,1 0 1 0 0,0-1-1 0 0,1 0 0 0 0,0 0 0 0 0,0 0 1 0 0,1 0-1 0 0,0-1 0 0 0,0 0 1 0 0,1 0-1 0 0,0-1 0 0 0,0 0 0 0 0,0 0 1 0 0,1-1-1 0 0,15 9 0 0 0,-10-7-264 0 0,-1-1 1 0 0,1 0-1 0 0,0-1 0 0 0,1-1 0 0 0,-1 0 0 0 0,1-1 0 0 0,0 0 0 0 0,0-1 1 0 0,0 0-1 0 0,0-1 0 0 0,0-1 0 0 0,23-3 0 0 0,-3-3-472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7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19 114 3436 0 0,'-11'-88'2358'0'0,"11"87"-2157"0"0,-2-11 315 0 0,-2-1-576 0 0,2 83-27 0 0,4 0-1 0 0,3 0 0 0 0,21 110 1 0 0,-7-61 67 0 0,-13-73 61 0 0,2-2 0 0 0,14 45-1 0 0,-18-77-34 0 0,0 0-1 0 0,0-1 1 0 0,1 1-1 0 0,1-1 0 0 0,-1 0 1 0 0,2-1-1 0 0,0 0 1 0 0,0 0-1 0 0,1 0 1 0 0,0-1-1 0 0,0 0 0 0 0,17 13 1 0 0,-15-14-53 0 0,1-1-1 0 0,0-1 1 0 0,0 0-1 0 0,1 0 1 0 0,0-1 0 0 0,0-1-1 0 0,0 0 1 0 0,0 0-1 0 0,26 3 1 0 0,-31-7 12 0 0,0 1-1 0 0,-1-2 0 0 0,1 1 1 0 0,0-1-1 0 0,0 0 1 0 0,0 0-1 0 0,-1-1 1 0 0,1 0-1 0 0,-1 0 0 0 0,1 0 1 0 0,-1-1-1 0 0,0 0 1 0 0,0-1-1 0 0,0 1 1 0 0,0-1-1 0 0,-1 0 0 0 0,1 0 1 0 0,-1-1-1 0 0,0 0 1 0 0,5-6-1 0 0,3-5 358 0 0,-1-2 1 0 0,-1 0-1 0 0,-1 0 0 0 0,0-1 0 0 0,-1 0 0 0 0,10-34 0 0 0,-15 42-28 0 0,-3 10-209 0 0,0 0-61 0 0,2-6-11 0 0,-2 5-22 0 0,0 23-318 0 0,-1-18 320 0 0,1 1-1 0 0,-1-1 1 0 0,0 0-1 0 0,1 0 1 0 0,0 1-1 0 0,0-1 1 0 0,0 0-1 0 0,0 0 1 0 0,0 0 0 0 0,0 0-1 0 0,1 0 1 0 0,0 0-1 0 0,-1 0 1 0 0,1-1-1 0 0,0 1 1 0 0,0 0-1 0 0,1-1 1 0 0,-1 0 0 0 0,0 1-1 0 0,1-1 1 0 0,0 0-1 0 0,4 2 1 0 0,5 4-18 0 0,1-1-1 0 0,0-1 1 0 0,22 9 0 0 0,-27-12-4 0 0,10 4-63 0 0,1-1 0 0 0,0-1 1 0 0,0 0-1 0 0,0-1 0 0 0,0-1 1 0 0,1-1-1 0 0,-1-1 0 0 0,37-2 1 0 0,-48 0 62 0 0,0 0-1 0 0,1-1 1 0 0,-1 0 0 0 0,0 0 0 0 0,0-1 0 0 0,0 1 0 0 0,-1-2 0 0 0,1 1-1 0 0,-1-1 1 0 0,0 0 0 0 0,0-1 0 0 0,0 0 0 0 0,0 0 0 0 0,-1 0-1 0 0,0-1 1 0 0,0 0 0 0 0,0 0 0 0 0,-1 0 0 0 0,0-1 0 0 0,0 0-1 0 0,-1 0 1 0 0,7-15 0 0 0,-3 2 224 0 0,-2-1 0 0 0,8-35 0 0 0,-3 7 256 0 0,-11 48-443 0 0,1-6 30 0 0,-2 5-94 0 0,0 6-316 0 0,-7 33 337 0 0,2-1 0 0 0,1 1-1 0 0,2 1 1 0 0,2-1 0 0 0,1 0 0 0 0,6 46 0 0 0,51 225 43 0 0,-50-277 2 0 0,-2-14-12 0 0,-2 1-1 0 0,0-1 0 0 0,-1 1 1 0 0,0-1-1 0 0,-2 1 0 0 0,0 0 1 0 0,-1-1-1 0 0,-6 34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9.3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205 90 3784 0 0,'0'0'-72'0'0,"-7"-21"-26"0"0,4 18 98 0 0,-6-4-9 0 0,-22 6 18 0 0,23 3-17 0 0,0-1 0 0 0,1 1 0 0 0,-1 0 0 0 0,1 1-1 0 0,0 0 1 0 0,0 0 0 0 0,0 0 0 0 0,0 1 0 0 0,0 0-1 0 0,0 1 1 0 0,1-1 0 0 0,0 1 0 0 0,0 0 0 0 0,1 1-1 0 0,-1 0 1 0 0,1-1 0 0 0,0 2 0 0 0,1-1 0 0 0,-1 0-1 0 0,1 1 1 0 0,-6 13 0 0 0,8-14 11 0 0,0 0-1 0 0,0 0 1 0 0,0 0 0 0 0,0 0 0 0 0,1 0-1 0 0,0 1 1 0 0,1-1 0 0 0,-1 0-1 0 0,1 1 1 0 0,0-1 0 0 0,1 1-1 0 0,-1-1 1 0 0,2 0 0 0 0,-1 1 0 0 0,0-1-1 0 0,1 0 1 0 0,0 0 0 0 0,1 0-1 0 0,-1 0 1 0 0,1-1 0 0 0,0 1-1 0 0,1-1 1 0 0,-1 1 0 0 0,1-1 0 0 0,0 0-1 0 0,0 0 1 0 0,9 7 0 0 0,-1-2 21 0 0,1 0 1 0 0,0-1 0 0 0,0 0-1 0 0,1-1 1 0 0,0-1 0 0 0,1 0-1 0 0,-1-1 1 0 0,2 0 0 0 0,-1-1 0 0 0,0-1-1 0 0,1-1 1 0 0,0 0 0 0 0,0-1-1 0 0,29 1 1 0 0,-36-3 1 0 0,1-1 1 0 0,-1 0-1 0 0,1 0 1 0 0,-1-1-1 0 0,0 0 1 0 0,1 0-1 0 0,-1-1 1 0 0,0-1 0 0 0,0 1-1 0 0,-1-2 1 0 0,1 1-1 0 0,-1-1 1 0 0,0 0-1 0 0,0-1 1 0 0,-1 0-1 0 0,1 0 1 0 0,-1 0-1 0 0,-1-1 1 0 0,1 0-1 0 0,-1-1 1 0 0,0 1-1 0 0,-1-1 1 0 0,0 0-1 0 0,0-1 1 0 0,7-16-1 0 0,-11 21-1 0 0,1 0 1 0 0,-1 0-1 0 0,0 0 0 0 0,0 0 1 0 0,0 0-1 0 0,0 0 0 0 0,-1 0 1 0 0,0 0-1 0 0,0 0 0 0 0,0 0 1 0 0,0 0-1 0 0,-1 0 0 0 0,1 0 0 0 0,-1 0 1 0 0,0 0-1 0 0,0 0 0 0 0,-1 0 1 0 0,1 0-1 0 0,-1 0 0 0 0,0 1 1 0 0,0-1-1 0 0,0 1 0 0 0,0-1 1 0 0,-1 1-1 0 0,1 0 0 0 0,-1 0 1 0 0,0 0-1 0 0,0 0 0 0 0,0 1 0 0 0,0-1 1 0 0,-1 1-1 0 0,1-1 0 0 0,-6-2 1 0 0,-14-7 0 0 0,0 2 0 0 0,0 0 1 0 0,-1 1-1 0 0,-35-8 0 0 0,15 3 35 0 0,-9 0-4 0 0,51 13-52 0 0,-17-6 26 0 0,9 2-93 0 0,9 2-264 0 0,195 2 186 0 0,9 0-27 0 0,-50-1 1422 0 0,-149 2-1089 0 0,23 2-117 0 0,-24-2-87 0 0,0 48-349 0 0,-6-19 368 0 0,2 0 1 0 0,1 0 0 0 0,1-1-1 0 0,2 1 1 0 0,1 0 0 0 0,1-1 0 0 0,1 0-1 0 0,1 0 1 0 0,14 32 0 0 0,-13-24 3263 0 0,-15-52-2706 0 0,-2-10-486 0 0,2 0 0 0 0,0-1 0 0 0,2 0 0 0 0,-4-52-1 0 0,8 62-152 0 0,1 1 0 0 0,0 0 0 0 0,1 0 0 0 0,1 0 0 0 0,1 1-1 0 0,0-1 1 0 0,1 0 0 0 0,1 1 0 0 0,10-23 0 0 0,-12 32 40 0 0,1 0 0 0 0,0 0 0 0 0,0 1 1 0 0,1-1-1 0 0,0 1 0 0 0,0 0 0 0 0,0 1 0 0 0,0-1 1 0 0,1 1-1 0 0,-1 0 0 0 0,1 1 0 0 0,0-1 0 0 0,0 1 1 0 0,1 0-1 0 0,-1 1 0 0 0,1-1 0 0 0,-1 1 0 0 0,1 0 1 0 0,0 1-1 0 0,0 0 0 0 0,0 0 0 0 0,0 1 0 0 0,11 0 0 0 0,-7 0 0 0 0,1 0-1 0 0,0 1 0 0 0,0 1 0 0 0,0 0 1 0 0,-1 1-1 0 0,1 0 0 0 0,-1 1 0 0 0,0 0 0 0 0,0 1 1 0 0,0 0-1 0 0,-1 1 0 0 0,1 0 0 0 0,9 8 1 0 0,-5-1 19 0 0,-1 1 1 0 0,-1 0 0 0 0,0 1 0 0 0,-1 1-1 0 0,-1 0 1 0 0,0 0 0 0 0,-1 1-1 0 0,-1 1 1 0 0,0-1 0 0 0,-2 1 0 0 0,0 1-1 0 0,-1 0 1 0 0,0-1 0 0 0,3 33 0 0 0,-2-27-67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2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175 82 4080 0 0,'1'0'1'0'0,"1"-1"-1"0"0,-1 0 0 0 0,0 0 0 0 0,0 0 0 0 0,0 0 0 0 0,0 0 0 0 0,0 0 1 0 0,0 0-1 0 0,-1 0 0 0 0,1 0 0 0 0,0 0 0 0 0,0 0 0 0 0,-1 0 1 0 0,1-1-1 0 0,-1 1 0 0 0,1 0 0 0 0,-1-1 0 0 0,0 1 0 0 0,1 0 0 0 0,-1-1 1 0 0,0 1-1 0 0,0 0 0 0 0,0-1 0 0 0,0 1 0 0 0,0-2 0 0 0,-2 0 24 0 0,0 1-1 0 0,0 0 1 0 0,0 0-1 0 0,0 0 0 0 0,0 0 1 0 0,-1 0-1 0 0,1 0 1 0 0,-1 1-1 0 0,1-1 1 0 0,-1 1-1 0 0,0 0 0 0 0,1 0 1 0 0,-1 0-1 0 0,0 0 1 0 0,0 0-1 0 0,-4 0 0 0 0,4 0-40 0 0,-24 8-34 0 0,18-2 47 0 0,0 2-1 0 0,1-1 0 0 0,0 1 0 0 0,0 1 0 0 0,1-1 1 0 0,-1 1-1 0 0,2 0 0 0 0,-1 1 0 0 0,1 0 0 0 0,1 0 0 0 0,-1 0 1 0 0,1 1-1 0 0,1-1 0 0 0,0 1 0 0 0,1 0 0 0 0,-4 15 1 0 0,5-18 10 0 0,1 0 1 0 0,0 0 0 0 0,1 0 0 0 0,0 0-1 0 0,0 0 1 0 0,0 0 0 0 0,1-1 0 0 0,0 1 0 0 0,0 0-1 0 0,0 0 1 0 0,1-1 0 0 0,0 1 0 0 0,1 0 0 0 0,0-1-1 0 0,-1 0 1 0 0,2 0 0 0 0,-1 0 0 0 0,1 0-1 0 0,0 0 1 0 0,0-1 0 0 0,1 0 0 0 0,-1 0 0 0 0,1 0-1 0 0,1 0 1 0 0,-1-1 0 0 0,11 8 0 0 0,2-2 17 0 0,1-1 0 0 0,0 0 0 0 0,0-2 0 0 0,0 0 0 0 0,1-1 0 0 0,0-1 0 0 0,0 0 0 0 0,1-2 0 0 0,-1 0 1 0 0,23-1-1 0 0,-9-2 9 0 0,0-1 0 0 0,0-2 0 0 0,-1-1 0 0 0,1-1 0 0 0,44-14 0 0 0,-56 12-6 0 0,0-1 0 0 0,-1-1 0 0 0,0 0 0 0 0,0-2 0 0 0,-1-1 0 0 0,-1 0 0 0 0,0-1 0 0 0,0-1 0 0 0,-2-1 0 0 0,0-1 0 0 0,0 0 0 0 0,-2-1-1 0 0,0-1 1 0 0,-1 0 0 0 0,-1-1 0 0 0,0 0 0 0 0,-2-1 0 0 0,13-28 0 0 0,-23 45-9 0 0,0 0-1 0 0,0 1 1 0 0,-1-1-1 0 0,1 0 1 0 0,-1 1 0 0 0,1-1-1 0 0,-1 0 1 0 0,0 0-1 0 0,0 0 1 0 0,0 1 0 0 0,0-1-1 0 0,-1 0 1 0 0,1 0-1 0 0,-1 1 1 0 0,1-1-1 0 0,-1 0 1 0 0,0 1 0 0 0,0-1-1 0 0,0 0 1 0 0,-1 1-1 0 0,1 0 1 0 0,-1-1-1 0 0,-2-3 1 0 0,1 3-15 0 0,0 1 0 0 0,0 0-1 0 0,0 0 1 0 0,0 0 0 0 0,0 0 0 0 0,0 0-1 0 0,-1 0 1 0 0,1 1 0 0 0,-1 0-1 0 0,1 0 1 0 0,-1 0 0 0 0,1 0 0 0 0,-1 0-1 0 0,0 1 1 0 0,1-1 0 0 0,-1 1 0 0 0,0 0-1 0 0,1 0 1 0 0,-7 1 0 0 0,-2 2-22 0 0,0 0 1 0 0,1 1 0 0 0,-1 1-1 0 0,1-1 1 0 0,-1 2-1 0 0,2 0 1 0 0,-1 0-1 0 0,1 1 1 0 0,-1 0 0 0 0,2 1-1 0 0,-1 0 1 0 0,1 0-1 0 0,1 1 1 0 0,-1 0-1 0 0,1 1 1 0 0,1 0-1 0 0,-7 11 1 0 0,10-14 10 0 0,-1 0 0 0 0,1 1 0 0 0,1 0 0 0 0,0 0 0 0 0,0-1 0 0 0,0 2 0 0 0,1-1 1 0 0,0 0-1 0 0,1 0 0 0 0,0 1 0 0 0,0 14 0 0 0,1-17 9 0 0,1 0 0 0 0,0 0 1 0 0,0-1-1 0 0,1 1 1 0 0,-1 0-1 0 0,1-1 0 0 0,1 0 1 0 0,-1 1-1 0 0,1-1 0 0 0,0 0 1 0 0,0 0-1 0 0,0 0 0 0 0,1-1 1 0 0,-1 1-1 0 0,1-1 0 0 0,0 0 1 0 0,1 0-1 0 0,6 5 1 0 0,9 5 14 0 0,0-1 0 0 0,1-1 1 0 0,1-1-1 0 0,0-1 0 0 0,0-1 1 0 0,45 12-1 0 0,-31-12 45 0 0,0-2 0 0 0,1-2 0 0 0,68 2 0 0 0,-85-7 56 0 0,1-1-1 0 0,33-6 1 0 0,-50 7-319 0 0,1-1-1 0 0,0 0 1 0 0,0-1 0 0 0,-1 1 0 0 0,1-1-1 0 0,-1 0 1 0 0,1 0 0 0 0,-1 0-1 0 0,0 0 1 0 0,0-1 0 0 0,0 0-1 0 0,0 0 1 0 0,0 0 0 0 0,-1 0-1 0 0,1-1 1 0 0,-1 1 0 0 0,3-5 0 0 0,-3 0-576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4552 0 0,'0'0'4193'0'0,"13"-5"-2953"0"0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7885 0 0,'2'40'5340'0'0,"-1"-38"-5001"0"0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1.9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17 6049 0 0,'3'-11'-207'0'0,"-1"5"491"0"0,-1 8 52 0 0,37 259-590 0 0,-24-213-1353 0 0,8-65-1138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5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50 3972 0 0,'-12'-4'-260'0'0,"6"2"334"0"0,7-1 318 0 0,71-9-405 0 0,-1 2-1 0 0,124 1 1 0 0,-62 4-3 0 0,126 0 14 0 0,-256 5 10 0 0,1 0-17 0 0,25 3-1936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92 2848 0 0,'0'0'8'0'0,"35"-1"984"0"0,601-65-706 0 0,-534 57 80 0 0,-100 9-459 0 0,-1-1-1 0 0,1 1 1 0 0,0 0-1 0 0,0-1 0 0 0,0 1 1 0 0,0-1-1 0 0,0 0 1 0 0,0 0-1 0 0,-1 0 0 0 0,1 0 1 0 0,0 0-1 0 0,-1 0 0 0 0,1 0 1 0 0,-1 0-1 0 0,3-3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3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18 105 3452 0 0,'-8'-13'994'0'0,"-1"7"773"0"0,9 19-1776 0 0,0 1 1 0 0,0 0 0 0 0,1-1 0 0 0,1 1 0 0 0,0 0 0 0 0,1-1-1 0 0,5 15 1 0 0,2 1 78 0 0,2-1 1 0 0,24 45-1 0 0,-35-136 2029 0 0,-3-32-2407 0 0,2 86 268 0 0,1 0 0 0 0,0 0 1 0 0,1 0-1 0 0,0 0 0 0 0,0 0 1 0 0,1 1-1 0 0,0-1 1 0 0,1 1-1 0 0,-1 0 0 0 0,2 0 1 0 0,-1 0-1 0 0,1 0 0 0 0,0 1 1 0 0,9-10-1 0 0,-9 13 5 0 0,0-1 0 0 0,1 1 1 0 0,0 0-1 0 0,0 0 0 0 0,0 0 1 0 0,0 1-1 0 0,0 0 0 0 0,1 0 0 0 0,-1 1 1 0 0,1-1-1 0 0,0 1 0 0 0,-1 1 0 0 0,1 0 1 0 0,0 0-1 0 0,0 0 0 0 0,0 0 0 0 0,0 1 1 0 0,0 1-1 0 0,10 0 0 0 0,-2 2-3 0 0,0 0 1 0 0,0 0-1 0 0,0 2 0 0 0,0 0 0 0 0,-1 0 0 0 0,0 1 0 0 0,0 1 0 0 0,-1 0 0 0 0,1 1 0 0 0,18 16 1 0 0,-14-9-8 0 0,0 1 0 0 0,-1 0 1 0 0,-2 2-1 0 0,1-1 1 0 0,-2 2-1 0 0,16 25 1 0 0,-24-32 36 0 0,1-1 0 0 0,0 0 0 0 0,1-1 1 0 0,0 0-1 0 0,18 17 0 0 0,-21-24-203 0 0,0 1 0 0 0,0-1 0 0 0,1 0 1 0 0,-1 0-1 0 0,1-1 0 0 0,0 0 0 0 0,0 0 0 0 0,-1 0 0 0 0,2 0 0 0 0,-1-1 0 0 0,0 0 0 0 0,0-1 0 0 0,0 1 0 0 0,8-2 0 0 0,13 1-853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3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44 143 3732 0 0,'-4'-9'135'0'0,"0"1"0"0"0,0-1 0 0 0,1 1-1 0 0,0-1 1 0 0,0 0 0 0 0,1 0-1 0 0,-2-17 1 0 0,-4-12 1684 0 0,8 37-1616 0 0,-9-16 210 0 0,12 68-447 0 0,14 74 1 0 0,-1-13 44 0 0,-13-87-8 0 0,0 0 0 0 0,2 0 0 0 0,1 0 0 0 0,1 0 0 0 0,11 25 0 0 0,-14-44 2 0 0,0 1 1 0 0,1-1-1 0 0,0 0 0 0 0,0 0 0 0 0,0 0 0 0 0,1-1 0 0 0,0 0 0 0 0,0 0 1 0 0,0-1-1 0 0,0 1 0 0 0,1-1 0 0 0,0-1 0 0 0,0 1 0 0 0,0-1 0 0 0,0 0 0 0 0,1-1 1 0 0,-1 0-1 0 0,0 0 0 0 0,1 0 0 0 0,15 0 0 0 0,8 1-239 0 0,-1-1 0 0 0,1-2-1 0 0,56-6 1 0 0,-44 0-1394 0 0,62-18 1 0 0,-60 12 360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6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67 3936 0 0,'0'0'-163'0'0,"-10"-1"-170"0"0,10 1 324 0 0,0 0 1 0 0,0 0-1 0 0,0 0 1 0 0,0 0-1 0 0,0 0 1 0 0,0 0-1 0 0,0 0 1 0 0,0 0-1 0 0,0-1 1 0 0,0 1-1 0 0,0 0 1 0 0,0 0-1 0 0,0 0 1 0 0,0 0-1 0 0,0 0 1 0 0,0 0-1 0 0,0 0 1 0 0,0 0-1 0 0,0-1 1 0 0,0 1-1 0 0,0 0 1 0 0,0 0-1 0 0,0 0 1 0 0,0 0-1 0 0,0 0 1 0 0,0 0-1 0 0,0-1 1 0 0,354-52-1806 0 0,-306 44 1314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67 2024 0 0,'-19'-65'2658'0'0,"19"63"-2519"0"0,-6 20 218 0 0,7-5-359 0 0,1-1 0 0 0,0 1 0 0 0,1-1 0 0 0,0 1 0 0 0,1-1 0 0 0,0 0-1 0 0,8 13 1 0 0,6 23 21 0 0,13 38 63 0 0,71 139 1 0 0,-100-222-76 0 0,28 61 3096 0 0,-34-69-2907 0 0,1 1-188 0 0,0 0 0 0 0,0 0 0 0 0,1-1 1 0 0,-1 1-1 0 0,1-1 0 0 0,0 1 0 0 0,0-1 0 0 0,1 0 0 0 0,-1 0 1 0 0,1 0-1 0 0,0 0 0 0 0,1 0 0 0 0,-1 0 0 0 0,1 0 1 0 0,0 0-1 0 0,0 0 0 0 0,0 0 0 0 0,1 0 0 0 0,0 0 0 0 0,0 0 1 0 0,2-7-1 0 0,1 4-82 0 0,0-1 1 0 0,0 1-1 0 0,1 0 1 0 0,0 0 0 0 0,0 1-1 0 0,1-1 1 0 0,0 1-1 0 0,0 0 1 0 0,1 1-1 0 0,0-1 1 0 0,0 1 0 0 0,0 1-1 0 0,1-1 1 0 0,0 1-1 0 0,0 1 1 0 0,0-1-1 0 0,1 1 1 0 0,-1 1 0 0 0,1 0-1 0 0,0 0 1 0 0,0 1-1 0 0,0 0 1 0 0,0 0-1 0 0,16 0 1 0 0,-9 1 1 0 0,-1 0 0 0 0,1 2 0 0 0,-1 0 0 0 0,1 0 0 0 0,-1 2 0 0 0,0 0 0 0 0,0 1 0 0 0,0 0 0 0 0,0 1 0 0 0,-1 1 0 0 0,1 0 0 0 0,-2 1 0 0 0,1 0 0 0 0,19 15 0 0 0,23 18-116 0 0,-29-22 92 0 0,-1 2 0 0 0,36 34-1 0 0,-24-23-463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8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99 125 3628 0 0,'5'-2'-73'0'0,"70"-36"-583"0"0,-71 35 720 0 0,1 0-1 0 0,0 0 1 0 0,-1 0 0 0 0,1 0-1 0 0,-1-1 1 0 0,0 0 0 0 0,-1 0 0 0 0,1 0-1 0 0,0 0 1 0 0,-1-1 0 0 0,0 0-1 0 0,3-5 1 0 0,-6 9-45 0 0,1 0-1 0 0,-1 1 1 0 0,1-1-1 0 0,-1 0 1 0 0,0 1-1 0 0,1-1 1 0 0,-1 0-1 0 0,0 0 1 0 0,0 0-1 0 0,0 1 1 0 0,0-1-1 0 0,0 0 1 0 0,0 0-1 0 0,0 0 1 0 0,0 1-1 0 0,0-1 1 0 0,0 0-1 0 0,0 0 1 0 0,0 0-1 0 0,0 1 1 0 0,-1-1-1 0 0,1 0 1 0 0,0 0-1 0 0,-1 1 1 0 0,1-1-1 0 0,-1 0 1 0 0,1 1-1 0 0,0-1 1 0 0,-1 0-1 0 0,0 1 1 0 0,1-1-1 0 0,-1 1 1 0 0,1-1-1 0 0,-2 0 1 0 0,0 0-3 0 0,0 0 1 0 0,-1 1-1 0 0,1-1 1 0 0,0 1-1 0 0,-1 0 0 0 0,1 0 1 0 0,0 0-1 0 0,-1 0 1 0 0,1 0-1 0 0,-1 0 0 0 0,-3 1 1 0 0,-5 2-15 0 0,0 0 0 0 0,1 0 1 0 0,0 1-1 0 0,-16 7 0 0 0,8 0-13 0 0,1 0-1 0 0,0 1 1 0 0,-16 16 0 0 0,30-25 6 0 0,-1 0 0 0 0,0 0 0 0 0,1 1 0 0 0,0 0 0 0 0,0 0 0 0 0,0 0 0 0 0,0 0 0 0 0,1 0 0 0 0,0 0 0 0 0,0 1 0 0 0,0-1 0 0 0,0 1 0 0 0,0-1 0 0 0,1 1 0 0 0,0 0 0 0 0,0 0 0 0 0,1-1 0 0 0,-1 1 0 0 0,1 7 0 0 0,1-9 11 0 0,0 0-1 0 0,0 0 1 0 0,0 0-1 0 0,0 0 1 0 0,1-1-1 0 0,0 1 0 0 0,-1 0 1 0 0,1-1-1 0 0,0 1 1 0 0,0-1-1 0 0,0 0 1 0 0,1 0-1 0 0,-1 1 0 0 0,1-1 1 0 0,-1-1-1 0 0,1 1 1 0 0,-1 0-1 0 0,1-1 1 0 0,5 3-1 0 0,63 22 103 0 0,-59-22-90 0 0,23 7-430 0 0,-1-2-1 0 0,2-2 1 0 0,-1-1 0 0 0,62 2 0 0 0,-58-9-344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6.8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0 133 3356 0 0,'2'-5'65'0'0,"-1"-1"0"0"0,-1 0 0 0 0,1 1-1 0 0,-1-1 1 0 0,0 0 0 0 0,-1-7 0 0 0,3-30 1087 0 0,-1 19-49 0 0,-2 7-845 0 0,2 15-262 0 0,-1 8-99 0 0,11 78 117 0 0,3 0 1 0 0,4-1-1 0 0,54 153 1 0 0,-63-213 75 0 0,-5-17 142 0 0,-2 0 1 0 0,1 1-1 0 0,-1-1 1 0 0,0 1-1 0 0,0 0 0 0 0,-1-1 1 0 0,1 8-1 0 0,-7-17-79 0 0,-5-6-109 0 0,0 0 0 0 0,0-1 0 0 0,1 0 0 0 0,0-1 0 0 0,1 0 0 0 0,0 0 0 0 0,0 0 0 0 0,2-1 0 0 0,-1-1 0 0 0,1 1 0 0 0,-5-19-1 0 0,10 29-75 0 0,0 0 0 0 0,0 1-1 0 0,1-2 1 0 0,-1 1 0 0 0,0 0-1 0 0,1 0 1 0 0,0 0-1 0 0,-1 0 1 0 0,1 0 0 0 0,0 0-1 0 0,0 0 1 0 0,0 0-1 0 0,0-1 1 0 0,1 1 0 0 0,-1 0-1 0 0,1 0 1 0 0,-1 0-1 0 0,1 0 1 0 0,0 0 0 0 0,-1 0-1 0 0,3-3 1 0 0,-1 2-8 0 0,0 1 0 0 0,1 0 0 0 0,-1 0-1 0 0,0 0 1 0 0,1 0 0 0 0,-1 1 0 0 0,1-1 0 0 0,0 0 0 0 0,-1 1 0 0 0,1 0 0 0 0,0 0 0 0 0,0 0 0 0 0,0 0 0 0 0,0 0-1 0 0,5 0 1 0 0,19-3-82 0 0,-1 2-1 0 0,1 0 1 0 0,0 2 0 0 0,0 1-1 0 0,0 2 1 0 0,0 0-1 0 0,29 8 1 0 0,16 8-85 0 0,90 34-1 0 0,-144-46 136 0 0,1 0 0 0 0,-1 1-1 0 0,0 0 1 0 0,-1 2 0 0 0,27 18-1 0 0,-43-27 69 0 0,0 0 1 0 0,0-1-1 0 0,-1 1 0 0 0,1 0 0 0 0,0-1 0 0 0,0 1 0 0 0,-1 0 0 0 0,1 0 1 0 0,0 0-1 0 0,-1 0 0 0 0,1 0 0 0 0,-1 0 0 0 0,1 0 0 0 0,-1 0 1 0 0,0 0-1 0 0,1 0 0 0 0,-1 0 0 0 0,0 0 0 0 0,0 0 0 0 0,0 0 1 0 0,0 0-1 0 0,0 0 0 0 0,0 0 0 0 0,0 0 0 0 0,0 0 0 0 0,0 0 1 0 0,0 0-1 0 0,0 0 0 0 0,-1 0 0 0 0,1 0 0 0 0,0 0 0 0 0,-1 0 0 0 0,1 0 1 0 0,-1 0-1 0 0,1 0 0 0 0,-1 0 0 0 0,0 0 0 0 0,1 0 0 0 0,-1 0 1 0 0,0-1-1 0 0,0 1 0 0 0,1 0 0 0 0,-1-1 0 0 0,0 1 0 0 0,0 0 1 0 0,0-1-1 0 0,0 1 0 0 0,0-1 0 0 0,0 1 0 0 0,-1 0 0 0 0,-7 3-7 0 0,0 0 0 0 0,0 0-1 0 0,0 0 1 0 0,-12 2 0 0 0,-34 8 150 0 0,0-3 0 0 0,-1-2 1 0 0,-93 3-1 0 0,129-16-184 0 0,19-6-818 0 0,2 7 645 0 0,1 1 1 0 0,-1 0-1 0 0,1-1 1 0 0,0 1-1 0 0,0 0 1 0 0,0 0-1 0 0,0 1 1 0 0,1-1-1 0 0,3-2 1 0 0,18-10-870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7.3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151 218 3692 0 0,'0'0'-192'0'0,"-2"3"-283"0"0,2-3 470 0 0,0 0 1 0 0,0 0 0 0 0,0 0 0 0 0,0 1-1 0 0,0-1 1 0 0,0 0 0 0 0,0 0 0 0 0,0 1-1 0 0,0-1 1 0 0,0 0 0 0 0,0 0-1 0 0,0 1 1 0 0,0-1 0 0 0,0 0 0 0 0,0 0-1 0 0,0 0 1 0 0,0 1 0 0 0,0-1 0 0 0,1 0-1 0 0,-1 0 1 0 0,0 0 0 0 0,0 1 0 0 0,0-1-1 0 0,0 0 1 0 0,0 0 0 0 0,1 0 0 0 0,-1 0-1 0 0,0 0 1 0 0,0 1 0 0 0,0-1 0 0 0,1 0-1 0 0,-1 0 1 0 0,0 0 0 0 0,0 0 0 0 0,0 0-1 0 0,1 0 1 0 0,-1 0 0 0 0,0 0 0 0 0,0 0-1 0 0,0 0 1 0 0,1 0 0 0 0,-1 1 0 0 0,0-1-1 0 0,0-1 1 0 0,1 1 0 0 0,-1 0 0 0 0,0 0-1 0 0,0 0 1 0 0,0 0 0 0 0,1 0 0 0 0,-1 0-1 0 0,0 0 1 0 0,0 0 0 0 0,1 0 0 0 0,-1 0-1 0 0,15-4-12 0 0,-1-1 1 0 0,0 0-1 0 0,0-1 0 0 0,0 0 0 0 0,-1-1 0 0 0,15-10 0 0 0,-22 13 52 0 0,-1 1 0 0 0,0-1-1 0 0,0-1 1 0 0,0 1-1 0 0,-1-1 1 0 0,0 0-1 0 0,0 0 1 0 0,0 0-1 0 0,0-1 1 0 0,-1 1 0 0 0,0-1-1 0 0,0 0 1 0 0,0 0-1 0 0,-1 0 1 0 0,0 0-1 0 0,0 0 1 0 0,-1 0-1 0 0,2-7 1 0 0,-3 10-17 0 0,0 1-1 0 0,0-1 1 0 0,1 1 0 0 0,-2-1 0 0 0,1 1-1 0 0,0 0 1 0 0,0-1 0 0 0,-1 1-1 0 0,1-1 1 0 0,-1 1 0 0 0,0 0 0 0 0,0 0-1 0 0,0-1 1 0 0,0 1 0 0 0,0 0 0 0 0,0 0-1 0 0,-1 0 1 0 0,1 0 0 0 0,-1 0-1 0 0,1 0 1 0 0,-1 0 0 0 0,0 1 0 0 0,1-1-1 0 0,-1 1 1 0 0,0-1 0 0 0,0 1-1 0 0,0 0 1 0 0,-5-3 0 0 0,1 2-13 0 0,0 1 0 0 0,0-1 0 0 0,0 1 0 0 0,0 0 1 0 0,0 0-1 0 0,0 1 0 0 0,-1-1 0 0 0,1 2 0 0 0,0-1 0 0 0,0 1 0 0 0,0-1 1 0 0,-8 4-1 0 0,-1-1-21 0 0,1 2 1 0 0,1 0 0 0 0,-1 0-1 0 0,1 2 1 0 0,0-1-1 0 0,0 2 1 0 0,1 0 0 0 0,-16 12-1 0 0,21-14 9 0 0,0 0 0 0 0,0 1 0 0 0,0-1 1 0 0,0 2-1 0 0,1-1 0 0 0,1 1 0 0 0,-1 0 0 0 0,1 0 0 0 0,0 0 0 0 0,1 1 0 0 0,0-1 0 0 0,1 1 0 0 0,-4 13 0 0 0,6-18 12 0 0,1-1-1 0 0,0 0 0 0 0,1 1 1 0 0,-1-1-1 0 0,1 1 1 0 0,-1-1-1 0 0,1 0 0 0 0,0 1 1 0 0,0-1-1 0 0,0 0 0 0 0,1 0 1 0 0,-1 0-1 0 0,1 0 0 0 0,0 0 1 0 0,0 0-1 0 0,0 0 1 0 0,0-1-1 0 0,0 1 0 0 0,1-1 1 0 0,-1 1-1 0 0,1-1 0 0 0,-1 0 1 0 0,1 0-1 0 0,0 0 0 0 0,0 0 1 0 0,5 2-1 0 0,9 5 35 0 0,1 0-1 0 0,0-1 0 0 0,22 7 1 0 0,-35-13-35 0 0,19 6-167 0 0,1 0 0 0 0,1-2 0 0 0,-1 0 0 0 0,1-2-1 0 0,0-1 1 0 0,0-1 0 0 0,0-1 0 0 0,1-1-1 0 0,25-4 1 0 0,-4-3-295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2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363 34 3116 0 0,'-30'-13'162'0'0,"18"8"-146"0"0,-1 1 0 0 0,0 1 0 0 0,0 0 0 0 0,-1 0 0 0 0,1 2 0 0 0,0 0 1 0 0,-1 0-1 0 0,1 1 0 0 0,0 1 0 0 0,-1 0 0 0 0,1 1 0 0 0,0 0 0 0 0,0 1 0 0 0,0 0 0 0 0,0 1 0 0 0,1 1 0 0 0,-1 0 0 0 0,1 1 0 0 0,0 0 0 0 0,1 1 0 0 0,-21 15 0 0 0,30-21-14 0 0,0 1 1 0 0,0-1-1 0 0,-1 1 0 0 0,1 0 0 0 0,0 0 1 0 0,1 0-1 0 0,-1 0 0 0 0,0 0 1 0 0,0 0-1 0 0,1 0 0 0 0,-1 1 0 0 0,1-1 1 0 0,0 1-1 0 0,0-1 0 0 0,0 1 0 0 0,0-1 1 0 0,0 1-1 0 0,1 0 0 0 0,-1 3 1 0 0,1-4 4 0 0,1 0 0 0 0,0 1 0 0 0,-1-1 0 0 0,1 0 0 0 0,1 1 0 0 0,-1-1 0 0 0,0 0 0 0 0,0 0 0 0 0,1 0 0 0 0,-1 0 0 0 0,1 0 0 0 0,-1-1 0 0 0,1 1 0 0 0,0 0 0 0 0,0-1 0 0 0,0 1 0 0 0,0-1 0 0 0,0 1 0 0 0,0-1 0 0 0,0 0 0 0 0,5 2 0 0 0,6 3 14 0 0,0 0-1 0 0,0-1 1 0 0,1-1-1 0 0,0 0 1 0 0,0 0-1 0 0,0-2 1 0 0,0 0-1 0 0,0 0 1 0 0,0-1-1 0 0,19-2 1 0 0,-27 1-10 0 0,0 0 0 0 0,0-1 0 0 0,0 0 0 0 0,0 0 0 0 0,0 0 0 0 0,-1-1 0 0 0,1 0 0 0 0,0 0 1 0 0,-1-1-1 0 0,1 1 0 0 0,-1-1 0 0 0,0 0 0 0 0,0-1 0 0 0,0 1 0 0 0,0-1 0 0 0,0 0 0 0 0,-1 0 0 0 0,0-1 0 0 0,0 1 0 0 0,0-1 0 0 0,0 0 0 0 0,-1 0 0 0 0,0 0 1 0 0,0 0-1 0 0,0-1 0 0 0,2-7 0 0 0,24-74 1190 0 0,-28 85-1196 0 0,-2 7-151 0 0,-2 15 137 0 0,1 0-1 0 0,1 0 1 0 0,1 0-1 0 0,1 0 1 0 0,1 0-1 0 0,0 0 1 0 0,1 0-1 0 0,2-1 1 0 0,8 27-1 0 0,11 18 49 0 0,45 86-1 0 0,-39-88-21 0 0,-25-53-8 0 0,-1 1-1 0 0,0-1 1 0 0,-1 1-1 0 0,0 0 1 0 0,-1 0-1 0 0,0 0 0 0 0,0 0 1 0 0,-1 1-1 0 0,0-1 1 0 0,-1 0-1 0 0,0 1 1 0 0,-2 11-1 0 0,1-15 2 0 0,-1-1 0 0 0,0 1-1 0 0,0-1 1 0 0,-1 1-1 0 0,0-1 1 0 0,0 0 0 0 0,0 0-1 0 0,-1-1 1 0 0,0 1-1 0 0,0-1 1 0 0,0 0-1 0 0,-1 0 1 0 0,1 0 0 0 0,-1 0-1 0 0,-1-1 1 0 0,1 0-1 0 0,0 0 1 0 0,-1 0 0 0 0,-8 3-1 0 0,-3 2 13 0 0,-1-1 0 0 0,1-1 0 0 0,-2-1-1 0 0,1-1 1 0 0,0 0 0 0 0,-1-1 0 0 0,-19 1-1 0 0,27-4 56 0 0,1 0-1 0 0,-1-1 0 0 0,1 0 0 0 0,0 0 0 0 0,-1-1 0 0 0,1-1 0 0 0,0 0 0 0 0,0 0 1 0 0,0-1-1 0 0,0 0 0 0 0,0-1 0 0 0,1 0 0 0 0,-1-1 0 0 0,-12-8 0 0 0,19 11-47 0 0,1 0-1 0 0,-1 0 0 0 0,1 0 1 0 0,0 0-1 0 0,0 0 1 0 0,0-1-1 0 0,0 1 0 0 0,0-1 1 0 0,1 0-1 0 0,-1 1 1 0 0,1-1-1 0 0,-1 0 0 0 0,1 0 1 0 0,0 0-1 0 0,0 0 1 0 0,1 0-1 0 0,-1 0 0 0 0,0 0 1 0 0,1-4-1 0 0,0 1-3 0 0,0 1 1 0 0,1-1-1 0 0,0 0 1 0 0,0 1-1 0 0,0-1 0 0 0,1 1 1 0 0,0 0-1 0 0,0-1 0 0 0,5-8 1 0 0,4-4-24 0 0,0 2 0 0 0,1-1 0 0 0,1 2 1 0 0,27-27-1 0 0,-25 29-110 0 0,2 1-1 0 0,0 0 1 0 0,1 1-1 0 0,-1 1 1 0 0,2 1-1 0 0,24-9 1 0 0,28-15-2705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5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26 4056 0 0,'-4'-16'654'0'0,"-2"7"1181"0"0,3 17-1823 0 0,0-1 0 0 0,1 1 1 0 0,1 0-1 0 0,-1 0 0 0 0,1 1 0 0 0,1-1 0 0 0,-1 0 0 0 0,1 0 0 0 0,1 0 0 0 0,0 0 0 0 0,0 0 0 0 0,0 0 0 0 0,1 0 0 0 0,0 0 0 0 0,1 0 1 0 0,3 7-1 0 0,-4-10-84 0 0,1 0 1 0 0,0 0-1 0 0,0 0 0 0 0,0-1 1 0 0,1 1-1 0 0,0-1 1 0 0,0 0-1 0 0,0 0 1 0 0,0-1-1 0 0,1 1 1 0 0,-1-1-1 0 0,1 0 1 0 0,0 0-1 0 0,0 0 0 0 0,0-1 1 0 0,0 0-1 0 0,0 0 1 0 0,1 0-1 0 0,-1 0 1 0 0,1-1-1 0 0,-1 0 1 0 0,1 0-1 0 0,0-1 1 0 0,-1 1-1 0 0,7-2 0 0 0,10 0-1456 0 0,5-2 22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7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 23 4756 0 0,'-43'-22'1230'0'0,"42"22"-1509"0"0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9.4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1 3884 0 0,'-24'35'448'0'0,"24"-33"-466"0"0,-3 38-88 0 0,7-18 101 0 0,0 0 0 0 0,2-1 0 0 0,1 0 0 0 0,0 0 0 0 0,14 26 0 0 0,-6-11 40 0 0,-5-9 2005 0 0,-20-43-663 0 0,-16-48-568 0 0,24 53-789 0 0,1 0 0 0 0,0-1 0 0 0,1 1 0 0 0,0-1 0 0 0,1 1 0 0 0,0-1 0 0 0,4-14 0 0 0,-4 21-50 0 0,0 0 0 0 0,1 0 0 0 0,-1 1 0 0 0,1-1 0 0 0,0 1 0 0 0,1-1 0 0 0,-1 1 0 0 0,1 0 0 0 0,0 0 0 0 0,0 0-1 0 0,0 0 1 0 0,0 0 0 0 0,1 1 0 0 0,-1-1 0 0 0,1 1 0 0 0,0 0 0 0 0,0 0 0 0 0,0 1 0 0 0,5-3 0 0 0,-4 3 0 0 0,0 1-1 0 0,0 0 1 0 0,0 0-1 0 0,0 1 1 0 0,-1-1-1 0 0,1 1 1 0 0,0 0 0 0 0,0 1-1 0 0,0-1 1 0 0,0 1-1 0 0,0 0 1 0 0,0 0-1 0 0,0 0 1 0 0,0 1-1 0 0,-1 0 1 0 0,1 0 0 0 0,-1 0-1 0 0,1 0 1 0 0,-1 1-1 0 0,8 5 1 0 0,9 8-55 0 0,-1 0 1 0 0,30 31-1 0 0,-41-38 41 0 0,36 31-43 0 0,-27-25-14 0 0,0 1 0 0 0,-1 1 0 0 0,18 24 0 0 0,-28-35-217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1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56 3872 0 0,'0'-1'6'0'0,"-1"1"0"0"0,1-1-1 0 0,0 1 1 0 0,-1-1 0 0 0,1 1-1 0 0,-1-1 1 0 0,1 1 0 0 0,-1-1-1 0 0,1 1 1 0 0,-1-1 0 0 0,1 1-1 0 0,-1 0 1 0 0,1-1 0 0 0,-1 1-1 0 0,1 0 1 0 0,-1 0 0 0 0,1-1-1 0 0,-1 1 1 0 0,0 0 0 0 0,1 0-1 0 0,-1 0 1 0 0,0 0-1 0 0,1 0 1 0 0,-1 0 0 0 0,1 0-1 0 0,-1 0 1 0 0,0 0 0 0 0,1 0-1 0 0,-1 0 1 0 0,0 0 0 0 0,1 0-1 0 0,-1 0 1 0 0,1 1 0 0 0,-1-1-1 0 0,0 0 1 0 0,1 0 0 0 0,-1 1-1 0 0,0 0 1 0 0,0 1-11 0 0,0 0 1 0 0,0-1-1 0 0,1 1 0 0 0,-1 1 1 0 0,0-1-1 0 0,1 0 0 0 0,-1 0 1 0 0,1 0-1 0 0,0 0 0 0 0,0 0 1 0 0,0 4-1 0 0,9 62-137 0 0,18 29 3953 0 0,-33-109-3659 0 0,0 0 0 0 0,1 0 0 0 0,-5-22-1 0 0,7 21-126 0 0,2 0-1 0 0,-1 0 0 0 0,2 0 0 0 0,-1 0 1 0 0,3-17-1 0 0,-1 26-55 0 0,0 1-1 0 0,0-1 1 0 0,0 0 0 0 0,0 0-1 0 0,0 1 1 0 0,1-1 0 0 0,-1 1-1 0 0,1-1 1 0 0,0 1 0 0 0,0 0-1 0 0,1 0 1 0 0,-1 0 0 0 0,1 0-1 0 0,-1 0 1 0 0,1 0-1 0 0,0 1 1 0 0,0-1 0 0 0,0 1-1 0 0,0 0 1 0 0,1 0 0 0 0,6-3-1 0 0,-4 3 0 0 0,-1 0-1 0 0,1 1 1 0 0,-1 0-1 0 0,1 0 1 0 0,0 0-1 0 0,0 1 0 0 0,-1 0 1 0 0,1 0-1 0 0,0 0 1 0 0,0 1-1 0 0,-1 0 1 0 0,1 0-1 0 0,0 1 1 0 0,-1-1-1 0 0,1 1 0 0 0,-1 0 1 0 0,6 3-1 0 0,9 5-56 0 0,-2 0-1 0 0,1 2 0 0 0,20 15 1 0 0,-23-14 2 0 0,-2 1 0 0 0,21 22 1 0 0,-23-21-6 0 0,2-1 1 0 0,21 17-1 0 0,-33-30 1 0 0,0 1 0 0 0,0-1 1 0 0,-1 0-1 0 0,1 0 0 0 0,-1 1 0 0 0,1-1 1 0 0,-1 1-1 0 0,0-1 0 0 0,1 1 0 0 0,-1-1 0 0 0,0 1 1 0 0,0 0-1 0 0,0 0 0 0 0,0 0 0 0 0,0 0 1 0 0,-1-1-1 0 0,1 1 0 0 0,0 0 0 0 0,-1 0 1 0 0,0 0-1 0 0,1 3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3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4344 0 0,'0'0'36'0'0,"0"0"-43"0"0,0 0-1 0 0,0-1 0 0 0,0 1 1 0 0,0 0-1 0 0,0 0 0 0 0,0 0 1 0 0,0-1-1 0 0,0 1 0 0 0,0 0 1 0 0,1 0-1 0 0,-1-1 0 0 0,0 1 1 0 0,0 0-1 0 0,0 0 0 0 0,0 0 1 0 0,1 0-1 0 0,-1-1 0 0 0,0 1 1 0 0,0 0-1 0 0,0 0 0 0 0,1 0 1 0 0,-1 0-1 0 0,0 0 0 0 0,0 0 1 0 0,0-1-1 0 0,1 1 0 0 0,-1 0 1 0 0,0 0-1 0 0,0 0 0 0 0,1 0 1 0 0,-1 0-1 0 0,0 0 0 0 0,0 0 0 0 0,1 0 1 0 0,-1 0-1 0 0,0 0 0 0 0,0 0 1 0 0,1 0-1 0 0,-1 0 0 0 0,0 0 1 0 0,0 1-1 0 0,0-1 0 0 0,1 0 1 0 0,-1 0-1 0 0,0 0 0 0 0,0 0 1 0 0,1 0-1 0 0,-1 0 0 0 0,0 1 1 0 0,0-1-1 0 0,51 199-1277 0 0,-43-190-231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35 3148 0 0,'-8'-10'764'0'0,"5"3"336"0"0,-5-1-31 0 0,2-2-1305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1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 1 3992 0 0,'-3'5'-193'0'0,"0"0"1"0"0,0 0-1 0 0,1 1 0 0 0,0-1 0 0 0,0 1 0 0 0,0-1 0 0 0,1 1 0 0 0,0 0 0 0 0,-1 11 0 0 0,0 59 277 0 0,3-48-215 0 0,1 48 5364 0 0,-12-92-4835 0 0,7 10-322 0 0,1-1 0 0 0,0 0 1 0 0,1 1-1 0 0,-1-1 0 0 0,1 0 1 0 0,1 0-1 0 0,-1 0 0 0 0,1 0 0 0 0,1 0 1 0 0,-1 0-1 0 0,1 0 0 0 0,0 0 1 0 0,0 1-1 0 0,1-1 0 0 0,0 0 1 0 0,1 1-1 0 0,-1-1 0 0 0,1 1 1 0 0,0 0-1 0 0,1 0 0 0 0,4-8 1 0 0,-4 11-95 0 0,-1-1 0 0 0,1 1 1 0 0,0-1-1 0 0,0 1 0 0 0,0 0 1 0 0,1 0-1 0 0,-1 1 1 0 0,1 0-1 0 0,-1-1 0 0 0,1 1 1 0 0,0 1-1 0 0,0-1 1 0 0,0 1-1 0 0,0 0 0 0 0,0 0 1 0 0,0 0-1 0 0,7 0 0 0 0,-5 2-14 0 0,0 0 0 0 0,0 0-1 0 0,0 1 1 0 0,0-1 0 0 0,0 2-1 0 0,-1-1 1 0 0,1 1 0 0 0,-1 0 0 0 0,1 0-1 0 0,-1 0 1 0 0,7 6 0 0 0,4 5-47 0 0,0 0 1 0 0,-1 1 0 0 0,0 1 0 0 0,-1 1 0 0 0,-1 0 0 0 0,23 36-1 0 0,-25-35 4 0 0,-9-15 15 0 0,0 0 0 0 0,-1 0-1 0 0,0 0 1 0 0,1 0 0 0 0,-1 1 0 0 0,-1-1 0 0 0,1 0 0 0 0,0 1 0 0 0,-1 0 0 0 0,1-1 0 0 0,-1 1-1 0 0,0 0 1 0 0,-1-1 0 0 0,1 1 0 0 0,0 7 0 0 0,-2-9-279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2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222 37 4668 0 0,'1'0'-3'0'0,"-1"0"-1"0"0,1-1 1 0 0,-1 1-1 0 0,1-1 0 0 0,-1 1 1 0 0,0-1-1 0 0,1 1 1 0 0,-1-1-1 0 0,0 1 0 0 0,1-1 1 0 0,-1 1-1 0 0,0-1 1 0 0,1 1-1 0 0,-1-1 0 0 0,0 0 1 0 0,0 1-1 0 0,0-1 1 0 0,0 0-1 0 0,0 1 0 0 0,0-1 1 0 0,0 1-1 0 0,0-1 0 0 0,0 0 1 0 0,0 1-1 0 0,0-1 1 0 0,0 0-1 0 0,0 1 0 0 0,0-1 1 0 0,0 1-1 0 0,-1-1 1 0 0,1 0-1 0 0,0 1 0 0 0,0-1 1 0 0,-1 1-1 0 0,1-1 1 0 0,0 1-1 0 0,-1-1 0 0 0,1 1 1 0 0,-1-1-1 0 0,0 0 1 0 0,-1-1 6 0 0,0 1 1 0 0,1 0 0 0 0,-1-1-1 0 0,0 1 1 0 0,0 0 0 0 0,0 0-1 0 0,0 0 1 0 0,0 0 0 0 0,-1 0-1 0 0,-3 0 1 0 0,4 0-26 0 0,-2 2-3 0 0,-1-1 16 0 0,1 0 1 0 0,0 0 0 0 0,0 0 0 0 0,0 1 0 0 0,0-1-1 0 0,-1 1 1 0 0,1 0 0 0 0,0 1 0 0 0,0-1-1 0 0,1 1 1 0 0,-1 0 0 0 0,0 0 0 0 0,0 0-1 0 0,1 0 1 0 0,0 0 0 0 0,-1 1 0 0 0,1 0-1 0 0,0-1 1 0 0,0 1 0 0 0,0 0 0 0 0,0 1-1 0 0,1-1 1 0 0,0 0 0 0 0,-1 1 0 0 0,1 0-1 0 0,-2 3 1 0 0,4-5 15 0 0,0 0 0 0 0,0 0 1 0 0,0 0-1 0 0,0-1 0 0 0,0 1 0 0 0,1 0 0 0 0,-1 0 0 0 0,0-1 1 0 0,1 1-1 0 0,-1 0 0 0 0,1 0 0 0 0,0-1 0 0 0,0 1 0 0 0,-1-1 1 0 0,1 1-1 0 0,0 0 0 0 0,0-1 0 0 0,1 0 0 0 0,-1 1 0 0 0,0-1 1 0 0,0 0-1 0 0,3 3 0 0 0,31 22 55 0 0,-31-24-64 0 0,0 1-1 0 0,0-1 1 0 0,0 0-1 0 0,1 0 1 0 0,-1-1-1 0 0,1 1 1 0 0,-1-1-1 0 0,1 0 1 0 0,-1 0-1 0 0,1-1 1 0 0,0 1-1 0 0,-1-1 1 0 0,1 0-1 0 0,0-1 0 0 0,-1 1 1 0 0,1-1-1 0 0,0 1 1 0 0,-1-1-1 0 0,1-1 1 0 0,-1 1-1 0 0,1-1 1 0 0,-1 0-1 0 0,0 0 1 0 0,0 0-1 0 0,0 0 1 0 0,0-1-1 0 0,0 1 1 0 0,0-1-1 0 0,-1 0 1 0 0,1 0-1 0 0,-1-1 0 0 0,0 1 1 0 0,0-1-1 0 0,0 1 1 0 0,0-1-1 0 0,-1 0 1 0 0,1 0-1 0 0,2-7 1 0 0,0 1 469 0 0,17-26 1222 0 0,-21 36-1684 0 0,-1 0-1 0 0,0 0 0 0 0,0 0 0 0 0,0 0 0 0 0,0 0 0 0 0,0 0 0 0 0,0 0 0 0 0,0 0 0 0 0,1 0 0 0 0,-1 0 1 0 0,0 0-1 0 0,0 0 0 0 0,0 0 0 0 0,0 0 0 0 0,0 0 0 0 0,0 0 0 0 0,0 0 0 0 0,1 0 0 0 0,-1 0 1 0 0,0 0-1 0 0,0 0 0 0 0,0 0 0 0 0,0 0 0 0 0,0 0 0 0 0,0 0 0 0 0,1 0 0 0 0,-1 0 0 0 0,0 0 1 0 0,0 0-1 0 0,0 1 0 0 0,0-1 0 0 0,0 0 0 0 0,0 0 0 0 0,0 0 0 0 0,0 0 0 0 0,0 0 0 0 0,0 0 1 0 0,1 0-1 0 0,-1 0 0 0 0,0 0 0 0 0,0 1 0 0 0,0-1 0 0 0,0 0 0 0 0,0 0 0 0 0,0 0 0 0 0,0 0 0 0 0,0 0 1 0 0,0 0-1 0 0,0 1 0 0 0,0-1 0 0 0,0 0 0 0 0,0 0 0 0 0,0 0 0 0 0,0 0 0 0 0,0 0 0 0 0,0 0 1 0 0,0 1-1 0 0,0-1 0 0 0,0 0 0 0 0,0 0 0 0 0,0 0 0 0 0,0 0 0 0 0,-1 0 0 0 0,1 0 0 0 0,0 0 1 0 0,0 1-1 0 0,-3 26-163 0 0,-2 2 146 0 0,2-1 0 0 0,1 1 0 0 0,2 0 0 0 0,5 52 0 0 0,29 108 30 0 0,-18-118-42 0 0,6 82 0 0 0,-21-140 16 0 0,0 1 0 0 0,-1-1 0 0 0,-1 1 1 0 0,0 0-1 0 0,-1-1 0 0 0,-1 0 0 0 0,0 1 1 0 0,0-1-1 0 0,-2 0 0 0 0,1 0 0 0 0,-8 12 0 0 0,7-16 12 0 0,0 0 0 0 0,-1-1-1 0 0,0 0 1 0 0,0 0 0 0 0,-1 0-1 0 0,0-1 1 0 0,-1 0-1 0 0,1-1 1 0 0,-1 1 0 0 0,-1-1-1 0 0,1-1 1 0 0,-1 0-1 0 0,0 0 1 0 0,0-1 0 0 0,-13 5-1 0 0,4-3 21 0 0,0-1 0 0 0,0 0-1 0 0,-1-1 1 0 0,-27 1 0 0 0,40-4 2 0 0,1-1 1 0 0,0 1-1 0 0,0-1 0 0 0,0-1 0 0 0,0 1 1 0 0,-1-1-1 0 0,1 0 0 0 0,0 0 1 0 0,0 0-1 0 0,0-1 0 0 0,1 0 1 0 0,-1 0-1 0 0,0 0 0 0 0,0 0 1 0 0,1-1-1 0 0,0 0 0 0 0,-1 0 1 0 0,1 0-1 0 0,0 0 0 0 0,1-1 1 0 0,-5-4-1 0 0,6 5-12 0 0,1-1 0 0 0,-1 0 1 0 0,1 0-1 0 0,-1 1 0 0 0,1-1 0 0 0,0 0 0 0 0,1 0 1 0 0,-1 0-1 0 0,1 0 0 0 0,0 0 0 0 0,-1 0 0 0 0,2 0 1 0 0,-1 0-1 0 0,0 0 0 0 0,1 0 0 0 0,0 0 0 0 0,0 0 1 0 0,0 0-1 0 0,1 0 0 0 0,-1 0 0 0 0,1 1 0 0 0,0-1 1 0 0,0 0-1 0 0,0 1 0 0 0,4-6 0 0 0,3-3-14 0 0,0-1-1 0 0,1 1 1 0 0,1 1 0 0 0,0 0-1 0 0,17-14 1 0 0,-12 12-133 0 0,1 1 0 0 0,1 0 0 0 0,0 1 0 0 0,1 1 1 0 0,0 1-1 0 0,0 1 0 0 0,1 0 0 0 0,0 2 0 0 0,1 0 1 0 0,-1 1-1 0 0,1 1 0 0 0,24-1 0 0 0,-42 5-357 0 0,13 2-1688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0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1 299 24575,'0'0'0,"0"0"0,0-1 0,0 1 0,0 0 0,0 0 0,0 0 0,0 0 0,0-1 0,0 1 0,0 0 0,0 0 0,0 0 0,0 0 0,0 0 0,0-1 0,0 1 0,0 0 0,0 0 0,0 0 0,1 0 0,-1 0 0,0-1 0,0 1 0,0 0 0,0 0 0,0 0 0,0 0 0,0 0 0,1 0 0,-1 0 0,0 0 0,0 0 0,0 0 0,0-1 0,0 1 0,1 0 0,-1 0 0,0 0 0,0 0 0,0 0 0,0 0 0,0 0 0,1 0 0,-1 0 0,0 0 0,0 0 0,0 0 0,0 0 0,1 0 0,-1 1 0,0-1 0,0 0 0,0 0 0,0 0 0,1 0 0,11 9 0,10 13 0,46 66 0,-38-47 0,56 59 0,-84-98 0,0 0 0,0-1 0,0 1 0,1 0 0,-1-1 0,0 0 0,1 1 0,-1-1 0,1 0 0,-1 0 0,1 0 0,0-1 0,-1 1 0,1-1 0,0 1 0,-1-1 0,1 0 0,0 0 0,0 0 0,-1 0 0,1-1 0,0 1 0,-1-1 0,1 1 0,0-1 0,-1 0 0,1 0 0,-1 0 0,1-1 0,-1 1 0,0 0 0,0-1 0,3-2 0,9-7 0,-1 0 0,0-2 0,-1 1 0,13-19 0,-6 9 0,338-369 0,-305 325-1365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4.3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24575,'1070'0'-1365,"-1048"0"-5461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7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24575,'3545'0'-1365,"-3515"0"-5461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2.png"/><Relationship Id="rId42" Type="http://schemas.openxmlformats.org/officeDocument/2006/relationships/image" Target="../media/image26.png"/><Relationship Id="rId47" Type="http://schemas.openxmlformats.org/officeDocument/2006/relationships/customXml" Target="../ink/ink23.xml"/><Relationship Id="rId50" Type="http://schemas.openxmlformats.org/officeDocument/2006/relationships/image" Target="../media/image30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customXml" Target="../ink/ink29.xml"/><Relationship Id="rId2" Type="http://schemas.openxmlformats.org/officeDocument/2006/relationships/customXml" Target="../ink/ink1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18.xml"/><Relationship Id="rId40" Type="http://schemas.openxmlformats.org/officeDocument/2006/relationships/image" Target="../media/image25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61" Type="http://schemas.openxmlformats.org/officeDocument/2006/relationships/image" Target="../media/image3.png"/><Relationship Id="rId10" Type="http://schemas.openxmlformats.org/officeDocument/2006/relationships/image" Target="../media/image10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7.png"/><Relationship Id="rId52" Type="http://schemas.openxmlformats.org/officeDocument/2006/relationships/image" Target="../media/image31.png"/><Relationship Id="rId60" Type="http://schemas.openxmlformats.org/officeDocument/2006/relationships/image" Target="../media/image35.png"/><Relationship Id="rId4" Type="http://schemas.openxmlformats.org/officeDocument/2006/relationships/image" Target="../media/image70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9.png"/><Relationship Id="rId56" Type="http://schemas.openxmlformats.org/officeDocument/2006/relationships/image" Target="../media/image33.png"/><Relationship Id="rId8" Type="http://schemas.openxmlformats.org/officeDocument/2006/relationships/image" Target="../media/image90.png"/><Relationship Id="rId51" Type="http://schemas.openxmlformats.org/officeDocument/2006/relationships/customXml" Target="../ink/ink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7.png"/><Relationship Id="rId5" Type="http://schemas.openxmlformats.org/officeDocument/2006/relationships/image" Target="../media/image40.png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32384" y="1058640"/>
            <a:ext cx="113456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Database?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“Computers don’t understand text directly… they understand numbers.”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numbers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(AKA Embeddings)?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powerful“ → [0.21, -0.45, 0.78, 0.11, ..., -0.45]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quick brown fox jumps”    -&gt; [0.023, -0.045, 0.128, -0.011, ..., 0.087, -0.032, 0.114]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list of numbers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( AKA embedding)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CEFA-33B1-3FDE-3BB0-13F997B3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494AE6-931D-90F9-41C0-E1F4354A444E}"/>
              </a:ext>
            </a:extLst>
          </p:cNvPr>
          <p:cNvSpPr txBox="1"/>
          <p:nvPr/>
        </p:nvSpPr>
        <p:spPr>
          <a:xfrm>
            <a:off x="233680" y="628872"/>
            <a:ext cx="72369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Vector DB 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normal search is that it performs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perform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 on "car“,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would be articles containing: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insurance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repair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tires  ✅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a normal search would miss 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4-wheeler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Toyota ❌ (missed!)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6A83A-5A59-C8E1-A224-171E89DE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15" y="4630528"/>
            <a:ext cx="2278097" cy="22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13E4-08AE-6D49-FEFF-43403841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04E001-2ED3-5D1E-E95C-8A609690387F}"/>
              </a:ext>
            </a:extLst>
          </p:cNvPr>
          <p:cNvSpPr txBox="1"/>
          <p:nvPr/>
        </p:nvSpPr>
        <p:spPr>
          <a:xfrm>
            <a:off x="233680" y="1003776"/>
            <a:ext cx="736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Vector DB comes in.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search is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 ( =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exact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Search: "car"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based on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 would be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Vehicle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Transport ✅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0A36A6-8E33-B130-7614-A572D50AF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280" y="1634816"/>
            <a:ext cx="3336376" cy="326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DB90-6127-1533-23A0-F9C56AE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50D440-D151-4E74-4775-0713F2FB63AA}"/>
              </a:ext>
            </a:extLst>
          </p:cNvPr>
          <p:cNvSpPr txBox="1"/>
          <p:nvPr/>
        </p:nvSpPr>
        <p:spPr>
          <a:xfrm>
            <a:off x="233680" y="373856"/>
            <a:ext cx="9760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Semantic Search works (Step-by-step)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We convert the content into embedded vectors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We store the vectors in Vector DB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User enters query. Convert query → embeddings/vector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Search in Vector DB and find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similar vectors and return the result.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C916A-0B65-0F43-7EC8-407DC6F20E94}"/>
              </a:ext>
            </a:extLst>
          </p:cNvPr>
          <p:cNvSpPr txBox="1"/>
          <p:nvPr/>
        </p:nvSpPr>
        <p:spPr>
          <a:xfrm>
            <a:off x="124968" y="2671402"/>
            <a:ext cx="5772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user query: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"best laptop for coding"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 can retrieve: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"top programming laptops"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“good computers for developers”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 words are different ✅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2D1313-67C9-34DE-BFE9-E6C1B3AAD707}"/>
              </a:ext>
            </a:extLst>
          </p:cNvPr>
          <p:cNvGrpSpPr/>
          <p:nvPr/>
        </p:nvGrpSpPr>
        <p:grpSpPr>
          <a:xfrm>
            <a:off x="6300144" y="858816"/>
            <a:ext cx="969840" cy="593280"/>
            <a:chOff x="6300144" y="858816"/>
            <a:chExt cx="9698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14:cNvPr>
                <p14:cNvContentPartPr/>
                <p14:nvPr/>
              </p14:nvContentPartPr>
              <p14:xfrm>
                <a:off x="6300144" y="858816"/>
                <a:ext cx="385920" cy="59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64504" y="822816"/>
                  <a:ext cx="4575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14:cNvPr>
                <p14:cNvContentPartPr/>
                <p14:nvPr/>
              </p14:nvContentPartPr>
              <p14:xfrm>
                <a:off x="6757704" y="1060416"/>
                <a:ext cx="512280" cy="186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1704" y="1024776"/>
                  <a:ext cx="5839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EC2411C-5819-47A1-CAFF-686195A3B4AD}"/>
              </a:ext>
            </a:extLst>
          </p:cNvPr>
          <p:cNvGrpSpPr/>
          <p:nvPr/>
        </p:nvGrpSpPr>
        <p:grpSpPr>
          <a:xfrm>
            <a:off x="7408224" y="767376"/>
            <a:ext cx="4566240" cy="961560"/>
            <a:chOff x="7408224" y="767376"/>
            <a:chExt cx="4566240" cy="9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14:cNvPr>
                <p14:cNvContentPartPr/>
                <p14:nvPr/>
              </p14:nvContentPartPr>
              <p14:xfrm>
                <a:off x="7408224" y="868536"/>
                <a:ext cx="225720" cy="24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72584" y="832896"/>
                  <a:ext cx="2973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14:cNvPr>
                <p14:cNvContentPartPr/>
                <p14:nvPr/>
              </p14:nvContentPartPr>
              <p14:xfrm>
                <a:off x="7701624" y="926496"/>
                <a:ext cx="650880" cy="19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65984" y="890496"/>
                  <a:ext cx="722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14:cNvPr>
                <p14:cNvContentPartPr/>
                <p14:nvPr/>
              </p14:nvContentPartPr>
              <p14:xfrm>
                <a:off x="8578224" y="976176"/>
                <a:ext cx="420480" cy="158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2224" y="940176"/>
                  <a:ext cx="492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14:cNvPr>
                <p14:cNvContentPartPr/>
                <p14:nvPr/>
              </p14:nvContentPartPr>
              <p14:xfrm>
                <a:off x="9003384" y="767376"/>
                <a:ext cx="412920" cy="497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67384" y="731376"/>
                  <a:ext cx="4845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14:cNvPr>
                <p14:cNvContentPartPr/>
                <p14:nvPr/>
              </p14:nvContentPartPr>
              <p14:xfrm>
                <a:off x="9758664" y="990936"/>
                <a:ext cx="461520" cy="167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22664" y="955296"/>
                  <a:ext cx="533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14:cNvPr>
                <p14:cNvContentPartPr/>
                <p14:nvPr/>
              </p14:nvContentPartPr>
              <p14:xfrm>
                <a:off x="10298664" y="1005336"/>
                <a:ext cx="446400" cy="16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63024" y="969336"/>
                  <a:ext cx="518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14:cNvPr>
                <p14:cNvContentPartPr/>
                <p14:nvPr/>
              </p14:nvContentPartPr>
              <p14:xfrm>
                <a:off x="10794024" y="1030536"/>
                <a:ext cx="5400" cy="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58384" y="994536"/>
                  <a:ext cx="77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14:cNvPr>
                <p14:cNvContentPartPr/>
                <p14:nvPr/>
              </p14:nvContentPartPr>
              <p14:xfrm>
                <a:off x="10880784" y="1143936"/>
                <a:ext cx="1440" cy="15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45144" y="1108296"/>
                  <a:ext cx="73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14:cNvPr>
                <p14:cNvContentPartPr/>
                <p14:nvPr/>
              </p14:nvContentPartPr>
              <p14:xfrm>
                <a:off x="8385984" y="1323936"/>
                <a:ext cx="29160" cy="111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9984" y="1287936"/>
                  <a:ext cx="100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14:cNvPr>
                <p14:cNvContentPartPr/>
                <p14:nvPr/>
              </p14:nvContentPartPr>
              <p14:xfrm>
                <a:off x="8263584" y="1289016"/>
                <a:ext cx="27648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27944" y="1253016"/>
                  <a:ext cx="348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14:cNvPr>
                <p14:cNvContentPartPr/>
                <p14:nvPr/>
              </p14:nvContentPartPr>
              <p14:xfrm>
                <a:off x="8292024" y="1485216"/>
                <a:ext cx="289800" cy="3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56384" y="1449576"/>
                  <a:ext cx="361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14:cNvPr>
                <p14:cNvContentPartPr/>
                <p14:nvPr/>
              </p14:nvContentPartPr>
              <p14:xfrm>
                <a:off x="8620344" y="1383696"/>
                <a:ext cx="27144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84704" y="1347696"/>
                  <a:ext cx="343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14:cNvPr>
                <p14:cNvContentPartPr/>
                <p14:nvPr/>
              </p14:nvContentPartPr>
              <p14:xfrm>
                <a:off x="9186624" y="1259136"/>
                <a:ext cx="214560" cy="20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50624" y="1223136"/>
                  <a:ext cx="286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14:cNvPr>
                <p14:cNvContentPartPr/>
                <p14:nvPr/>
              </p14:nvContentPartPr>
              <p14:xfrm>
                <a:off x="9205704" y="1357416"/>
                <a:ext cx="145080" cy="2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0064" y="1321776"/>
                  <a:ext cx="216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14:cNvPr>
                <p14:cNvContentPartPr/>
                <p14:nvPr/>
              </p14:nvContentPartPr>
              <p14:xfrm>
                <a:off x="9413784" y="1232136"/>
                <a:ext cx="30024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77784" y="1196136"/>
                  <a:ext cx="371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14:cNvPr>
                <p14:cNvContentPartPr/>
                <p14:nvPr/>
              </p14:nvContentPartPr>
              <p14:xfrm>
                <a:off x="9812664" y="1345536"/>
                <a:ext cx="145440" cy="10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77024" y="1309896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14:cNvPr>
                <p14:cNvContentPartPr/>
                <p14:nvPr/>
              </p14:nvContentPartPr>
              <p14:xfrm>
                <a:off x="10188864" y="1254456"/>
                <a:ext cx="256680" cy="22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52864" y="1218456"/>
                  <a:ext cx="328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14:cNvPr>
                <p14:cNvContentPartPr/>
                <p14:nvPr/>
              </p14:nvContentPartPr>
              <p14:xfrm>
                <a:off x="10532664" y="1356336"/>
                <a:ext cx="172080" cy="127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96664" y="1320336"/>
                  <a:ext cx="243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14:cNvPr>
                <p14:cNvContentPartPr/>
                <p14:nvPr/>
              </p14:nvContentPartPr>
              <p14:xfrm>
                <a:off x="10737504" y="1371096"/>
                <a:ext cx="194040" cy="294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701864" y="1335096"/>
                  <a:ext cx="2656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14:cNvPr>
                <p14:cNvContentPartPr/>
                <p14:nvPr/>
              </p14:nvContentPartPr>
              <p14:xfrm>
                <a:off x="10939104" y="1401696"/>
                <a:ext cx="68760" cy="78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903104" y="1366056"/>
                  <a:ext cx="140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14:cNvPr>
                <p14:cNvContentPartPr/>
                <p14:nvPr/>
              </p14:nvContentPartPr>
              <p14:xfrm>
                <a:off x="11000304" y="1300536"/>
                <a:ext cx="162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64664" y="1264896"/>
                  <a:ext cx="87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14:cNvPr>
                <p14:cNvContentPartPr/>
                <p14:nvPr/>
              </p14:nvContentPartPr>
              <p14:xfrm>
                <a:off x="11108304" y="1376856"/>
                <a:ext cx="162360" cy="10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72304" y="1341216"/>
                  <a:ext cx="234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14:cNvPr>
                <p14:cNvContentPartPr/>
                <p14:nvPr/>
              </p14:nvContentPartPr>
              <p14:xfrm>
                <a:off x="11338704" y="1362456"/>
                <a:ext cx="148680" cy="88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03064" y="1326816"/>
                  <a:ext cx="220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14:cNvPr>
                <p14:cNvContentPartPr/>
                <p14:nvPr/>
              </p14:nvContentPartPr>
              <p14:xfrm>
                <a:off x="11553264" y="1379736"/>
                <a:ext cx="25200" cy="75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17624" y="1343736"/>
                  <a:ext cx="96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14:cNvPr>
                <p14:cNvContentPartPr/>
                <p14:nvPr/>
              </p14:nvContentPartPr>
              <p14:xfrm>
                <a:off x="11567304" y="1321056"/>
                <a:ext cx="9360" cy="1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31304" y="1285056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14:cNvPr>
                <p14:cNvContentPartPr/>
                <p14:nvPr/>
              </p14:nvContentPartPr>
              <p14:xfrm>
                <a:off x="11652984" y="1363536"/>
                <a:ext cx="1360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616984" y="1327896"/>
                  <a:ext cx="207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14:cNvPr>
                <p14:cNvContentPartPr/>
                <p14:nvPr/>
              </p14:nvContentPartPr>
              <p14:xfrm>
                <a:off x="11829024" y="1376136"/>
                <a:ext cx="145440" cy="352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793024" y="1340136"/>
                  <a:ext cx="217080" cy="424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A2C981-4628-11A3-C0B7-641F8FA9B26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709161" y="2336916"/>
            <a:ext cx="7500744" cy="39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2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FD76-2814-CB39-0010-D5C10469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E25A4-AEA8-DEDD-E2B5-EE330627CFEF}"/>
              </a:ext>
            </a:extLst>
          </p:cNvPr>
          <p:cNvSpPr txBox="1"/>
          <p:nvPr/>
        </p:nvSpPr>
        <p:spPr>
          <a:xfrm>
            <a:off x="0" y="1093032"/>
            <a:ext cx="80901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Use Cases of Vector DB: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(like ChatGPT, or e-commerce website)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search 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– (“Recommend me good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flicks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pipelines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7CB72-F553-C0B9-B763-A63A09A6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0D255A-2629-252B-53E0-895E2DAA3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1" y="180845"/>
            <a:ext cx="3825240" cy="6439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6CD4CA-E9FE-E3D0-699A-A56FBF4152CF}"/>
                  </a:ext>
                </a:extLst>
              </p14:cNvPr>
              <p14:cNvContentPartPr/>
              <p14:nvPr/>
            </p14:nvContentPartPr>
            <p14:xfrm>
              <a:off x="9189504" y="304056"/>
              <a:ext cx="294120" cy="20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6CD4CA-E9FE-E3D0-699A-A56FBF4152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1864" y="286416"/>
                <a:ext cx="3297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E7A7B7-74EA-8165-4254-07B354CDC99C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E7A7B7-74EA-8165-4254-07B354CDC9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74984" y="584856"/>
                <a:ext cx="617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74A6B1-E784-23E9-5EE9-83A9C77E6E02}"/>
                  </a:ext>
                </a:extLst>
              </p14:cNvPr>
              <p14:cNvContentPartPr/>
              <p14:nvPr/>
            </p14:nvContentPartPr>
            <p14:xfrm>
              <a:off x="9729144" y="1051416"/>
              <a:ext cx="39384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74A6B1-E784-23E9-5EE9-83A9C77E6E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11504" y="1033776"/>
                <a:ext cx="429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1034580-57D1-6619-2567-4084BC3ADDA9}"/>
                  </a:ext>
                </a:extLst>
              </p14:cNvPr>
              <p14:cNvContentPartPr/>
              <p14:nvPr/>
            </p14:nvContentPartPr>
            <p14:xfrm>
              <a:off x="8503704" y="1316736"/>
              <a:ext cx="1287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1034580-57D1-6619-2567-4084BC3ADD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85704" y="1298736"/>
                <a:ext cx="1323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287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CEE5-7301-1AF4-80DD-66AFA4D0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9A2110-4B66-1711-4CD1-E67EF9EBF118}"/>
              </a:ext>
            </a:extLst>
          </p:cNvPr>
          <p:cNvSpPr txBox="1"/>
          <p:nvPr/>
        </p:nvSpPr>
        <p:spPr>
          <a:xfrm>
            <a:off x="0" y="125952"/>
            <a:ext cx="8081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embeddings: (See python code)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08D1B-79BB-0F65-E1C2-A7F1AF60B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87617"/>
            <a:ext cx="7370065" cy="613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0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DCED-2C58-562C-4848-C36AEA5A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70884D-95B0-D4DE-A0C9-B3CCBA492BFC}"/>
              </a:ext>
            </a:extLst>
          </p:cNvPr>
          <p:cNvSpPr txBox="1"/>
          <p:nvPr/>
        </p:nvSpPr>
        <p:spPr>
          <a:xfrm>
            <a:off x="0" y="125952"/>
            <a:ext cx="8081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embeddings: (See python code)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B7E91D-AB46-8F05-C513-78FEBE52C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38" y="1097280"/>
            <a:ext cx="10137806" cy="253983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5D1331A-324B-74F8-A676-B61CD53A13BF}"/>
              </a:ext>
            </a:extLst>
          </p:cNvPr>
          <p:cNvSpPr/>
          <p:nvPr/>
        </p:nvSpPr>
        <p:spPr>
          <a:xfrm>
            <a:off x="3894328" y="4599431"/>
            <a:ext cx="2972816" cy="1600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Embedding Model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366BB29-FCE5-077E-FBCB-25C7FE4FB117}"/>
              </a:ext>
            </a:extLst>
          </p:cNvPr>
          <p:cNvSpPr/>
          <p:nvPr/>
        </p:nvSpPr>
        <p:spPr>
          <a:xfrm>
            <a:off x="2668016" y="5084064"/>
            <a:ext cx="1115568" cy="630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E78522E-AFE1-AE4F-9201-0550F432896B}"/>
              </a:ext>
            </a:extLst>
          </p:cNvPr>
          <p:cNvSpPr/>
          <p:nvPr/>
        </p:nvSpPr>
        <p:spPr>
          <a:xfrm>
            <a:off x="7140448" y="5084063"/>
            <a:ext cx="1115568" cy="630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0E2FA-1D12-5240-2290-5D8E7BAED78F}"/>
              </a:ext>
            </a:extLst>
          </p:cNvPr>
          <p:cNvSpPr txBox="1"/>
          <p:nvPr/>
        </p:nvSpPr>
        <p:spPr>
          <a:xfrm>
            <a:off x="153518" y="4984033"/>
            <a:ext cx="3284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“How to reset your account password”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F89602-9AC8-0D5E-ECF1-B60BBAB2237C}"/>
              </a:ext>
            </a:extLst>
          </p:cNvPr>
          <p:cNvSpPr txBox="1"/>
          <p:nvPr/>
        </p:nvSpPr>
        <p:spPr>
          <a:xfrm>
            <a:off x="8444078" y="4956600"/>
            <a:ext cx="3284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[0.042, - 0.0008,….]</a:t>
            </a:r>
          </a:p>
        </p:txBody>
      </p:sp>
    </p:spTree>
    <p:extLst>
      <p:ext uri="{BB962C8B-B14F-4D97-AF65-F5344CB8AC3E}">
        <p14:creationId xmlns:p14="http://schemas.microsoft.com/office/powerpoint/2010/main" val="330054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D712-C89C-CF51-6C72-BE6744AF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A35251-5AFF-B66E-3F41-2D6B095CCF73}"/>
              </a:ext>
            </a:extLst>
          </p:cNvPr>
          <p:cNvSpPr txBox="1"/>
          <p:nvPr/>
        </p:nvSpPr>
        <p:spPr>
          <a:xfrm>
            <a:off x="477520" y="473424"/>
            <a:ext cx="80812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kind of data does vector DB store?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44B118-FA00-669A-02C3-61240A866D80}"/>
              </a:ext>
            </a:extLst>
          </p:cNvPr>
          <p:cNvGraphicFramePr>
            <a:graphicFrameLocks noGrp="1"/>
          </p:cNvGraphicFramePr>
          <p:nvPr/>
        </p:nvGraphicFramePr>
        <p:xfrm>
          <a:off x="5430520" y="1465441"/>
          <a:ext cx="6054344" cy="2316480"/>
        </p:xfrm>
        <a:graphic>
          <a:graphicData uri="http://schemas.openxmlformats.org/drawingml/2006/table">
            <a:tbl>
              <a:tblPr/>
              <a:tblGrid>
                <a:gridCol w="2539309">
                  <a:extLst>
                    <a:ext uri="{9D8B030D-6E8A-4147-A177-3AD203B41FA5}">
                      <a16:colId xmlns:a16="http://schemas.microsoft.com/office/drawing/2014/main" val="622533729"/>
                    </a:ext>
                  </a:extLst>
                </a:gridCol>
                <a:gridCol w="3515035">
                  <a:extLst>
                    <a:ext uri="{9D8B030D-6E8A-4147-A177-3AD203B41FA5}">
                      <a16:colId xmlns:a16="http://schemas.microsoft.com/office/drawing/2014/main" val="4045055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Stored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76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 (numbers)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2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3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108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61A7750-C005-F976-CB55-6A9739D30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704" y="4528380"/>
            <a:ext cx="2278097" cy="222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EB958-6398-63C5-895C-9C8236DE3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057" y="1635244"/>
            <a:ext cx="721539" cy="895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EA7FE3-AE9C-398C-E140-212ACF045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913" y="2530487"/>
            <a:ext cx="893320" cy="763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73C0BF-13CE-110F-6C5B-0F1FA23F2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936" y="3344427"/>
            <a:ext cx="893320" cy="6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FC3E-E37E-A3E7-BA5E-BDC0E57E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F25FC-A0CC-1840-505F-3DD437F3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14" y="1335024"/>
            <a:ext cx="9384092" cy="4992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8B15F4-DA80-4721-FF3A-0035DE67AF7D}"/>
              </a:ext>
            </a:extLst>
          </p:cNvPr>
          <p:cNvSpPr txBox="1"/>
          <p:nvPr/>
        </p:nvSpPr>
        <p:spPr>
          <a:xfrm>
            <a:off x="233680" y="213328"/>
            <a:ext cx="1128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(Facebook AI Similarity Search)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be done locally.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76226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0028-CFF7-F866-E575-BB50342D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B16F8-465F-C06B-E59C-50B9094D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938036"/>
            <a:ext cx="8250554" cy="4389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08F5D-DB0B-C230-F5C7-B4AFE250E38D}"/>
              </a:ext>
            </a:extLst>
          </p:cNvPr>
          <p:cNvSpPr txBox="1"/>
          <p:nvPr/>
        </p:nvSpPr>
        <p:spPr>
          <a:xfrm>
            <a:off x="233680" y="213328"/>
            <a:ext cx="112877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 Vector DB: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need to login (free)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 and use it (Look at docs on how to use API keys with python code)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have up to 5 index for free.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42034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2D5D-3A06-2BA2-453D-84FA32E6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EE28D6-86D4-4118-DE97-97F3018B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46" y="2255313"/>
            <a:ext cx="8250554" cy="438908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40C0D-904C-B09A-946F-F0861A12E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9588"/>
              </p:ext>
            </p:extLst>
          </p:nvPr>
        </p:nvGraphicFramePr>
        <p:xfrm>
          <a:off x="580136" y="830358"/>
          <a:ext cx="9189720" cy="1828800"/>
        </p:xfrm>
        <a:graphic>
          <a:graphicData uri="http://schemas.openxmlformats.org/drawingml/2006/table">
            <a:tbl>
              <a:tblPr/>
              <a:tblGrid>
                <a:gridCol w="2128520">
                  <a:extLst>
                    <a:ext uri="{9D8B030D-6E8A-4147-A177-3AD203B41FA5}">
                      <a16:colId xmlns:a16="http://schemas.microsoft.com/office/drawing/2014/main" val="3052785715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561522023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276394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FAISS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Pinecone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825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41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/ small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886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1F1835-AE60-7FF7-E696-32C4F3F63D4F}"/>
              </a:ext>
            </a:extLst>
          </p:cNvPr>
          <p:cNvSpPr txBox="1"/>
          <p:nvPr/>
        </p:nvSpPr>
        <p:spPr>
          <a:xfrm>
            <a:off x="580136" y="213606"/>
            <a:ext cx="618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vs Pinecone:</a:t>
            </a:r>
          </a:p>
        </p:txBody>
      </p:sp>
    </p:spTree>
    <p:extLst>
      <p:ext uri="{BB962C8B-B14F-4D97-AF65-F5344CB8AC3E}">
        <p14:creationId xmlns:p14="http://schemas.microsoft.com/office/powerpoint/2010/main" val="247205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315A-9333-1F7A-934F-444117FA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92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1181</TotalTime>
  <Words>492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208</cp:revision>
  <dcterms:created xsi:type="dcterms:W3CDTF">2025-09-22T02:44:38Z</dcterms:created>
  <dcterms:modified xsi:type="dcterms:W3CDTF">2026-08-25T08:06:00Z</dcterms:modified>
</cp:coreProperties>
</file>