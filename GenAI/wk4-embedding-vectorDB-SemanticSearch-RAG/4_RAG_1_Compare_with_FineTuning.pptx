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7" r:id="rId2"/>
    <p:sldId id="281" r:id="rId3"/>
    <p:sldId id="286" r:id="rId4"/>
    <p:sldId id="287" r:id="rId5"/>
    <p:sldId id="288" r:id="rId6"/>
    <p:sldId id="289" r:id="rId7"/>
    <p:sldId id="285" r:id="rId8"/>
    <p:sldId id="27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14.57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252 0 24575,'-5'1'0,"1"0"0,-1 0 0,1 0 0,0 0 0,-1 1 0,1 0 0,0-1 0,0 2 0,0-1 0,0 0 0,0 1 0,1 0 0,-1-1 0,1 2 0,0-1 0,0 0 0,-4 6 0,-6 8 0,0 1 0,-12 23 0,21-34 0,-8 18 0,1 1 0,1 0 0,1 1 0,2 0 0,-8 49 0,-6 24 0,9-48 0,-5 68 0,10-64 0,6-34 0,0 0 0,2 1 0,0-1 0,8 37 0,-3-28 0,0 44 0,-6-44 0,0 14 0,2-1 0,11 65 0,-4-61 0,2-1 0,3 0 0,1 0 0,3-2 0,1 0 0,2-1 0,43 65 0,2-3 0,72 162 0,-46-84 0,-75-152 0,5 11 0,2-1 0,36 50 0,-36-70-1365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15.49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9 263 24575,'-5'-20'0,"1"-4"0,8 21 0,9 10 0,91 89 0,-74-65 0,58 45 0,-74-66 0,4 4 0,1-1 0,0 0 0,0-2 0,35 15 0,-50-24 0,1 0 0,0-1 0,0 0 0,-1 0 0,1 0 0,0 0 0,0-1 0,0 1 0,0-1 0,0-1 0,0 1 0,0-1 0,0 0 0,0 0 0,-1 0 0,1 0 0,0-1 0,-1 0 0,1 0 0,-1 0 0,1-1 0,-1 0 0,0 1 0,0-2 0,0 1 0,6-7 0,17-23 0,-2-2 0,-1-1 0,36-73 0,-2 3 0,-48 91-195,-1-2 0,0 1 0,-1-1 0,-1 0 0,-1-1 0,5-22 0,-7 16-6631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16.68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 32 24575,'-1'-14'0,"1"-4"0,6 28 0,1 17 0,-1 1 0,-2 0 0,0 1 0,-1 33 0,-1-22 0,8 49 0,0-16 0,-5-64-1365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17.99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611 51 24575,'-6'-5'0,"1"0"0,-1 0 0,-1 1 0,1-1 0,0 1 0,-1 1 0,0-1 0,0 1 0,0 1 0,0-1 0,-1 1 0,1 0 0,-1 1 0,1-1 0,-11 1 0,6 1 0,-1 1 0,1 0 0,-1 1 0,1 1 0,0 0 0,0 0 0,0 1 0,-19 9 0,2 3 0,1 0 0,1 2 0,0 1 0,1 2 0,1 0 0,-29 33 0,38-37 0,0 2 0,1 0 0,1 1 0,1 0 0,1 1 0,1 0 0,0 1 0,-11 36 0,18-41 0,0 0 0,1 0 0,0 0 0,2 0 0,0 0 0,1 0 0,0 1 0,2-1 0,0 0 0,1 0 0,0 0 0,11 29 0,-8-30 0,0 0 0,1 0 0,1 0 0,1-1 0,0-1 0,1 1 0,0-1 0,1-1 0,1 0 0,0 0 0,0-1 0,2-1 0,-1 0 0,1-1 0,1-1 0,0 0 0,0-1 0,1 0 0,0-1 0,0-1 0,19 5 0,-2-1 0,0-1 0,0-2 0,1-1 0,-1-1 0,56 0 0,-74-6 0,0 0 0,0 0 0,-1-2 0,1 1 0,-1-2 0,1 0 0,-1-1 0,-1 0 0,1-1 0,16-10 0,-10 2 0,0 0 0,0-2 0,-2 0 0,0-1 0,22-26 0,-29 29 0,0 0 0,-1 0 0,0 0 0,-1-2 0,-1 1 0,0-1 0,-1 0 0,-1-1 0,0 1 0,4-24 0,-4 13 0,-4 18 0,0 0 0,0 0 0,0 0 0,-1 0 0,-1 0 0,0-1 0,0 1 0,-1 0 0,-3-17 0,0 8 0,0-4 0,0 1 0,-2 0 0,-1 0 0,0 0 0,-1 1 0,-2 1 0,-20-35 0,16 36 0,-2 0 0,1 1 0,-2 0 0,0 2 0,-30-22 0,3 8 0,-63-32 0,38 36-204,51 20-957,-2-1-5665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21.55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56 325 24575,'0'-1'0,"0"0"0,0 1 0,0-1 0,0 0 0,0 0 0,0 0 0,0 1 0,0-1 0,0 0 0,0 0 0,0 1 0,-1-1 0,1 0 0,0 0 0,-1 1 0,1-1 0,0 0 0,-1 1 0,1-1 0,-1 0 0,1 1 0,-1-1 0,1 1 0,-1-1 0,1 1 0,-1-1 0,0 1 0,1-1 0,-1 1 0,0 0 0,1-1 0,-1 1 0,0 0 0,1-1 0,-1 1 0,0 0 0,0 0 0,1 0 0,-1 0 0,0 0 0,0 0 0,-1 0 0,1 0 0,-1 1 0,1-1 0,0 1 0,-1-1 0,1 1 0,0-1 0,-1 1 0,1 0 0,0 0 0,0 0 0,0 0 0,0 0 0,0 0 0,0 0 0,0 0 0,0 0 0,0 0 0,0 1 0,1-1 0,-1 0 0,0 1 0,1-1 0,-1 2 0,-2 10 0,0 0 0,1 1 0,1-1 0,0 1 0,1-1 0,2 22 0,18 81 0,-15-94 0,7 31 0,-10-46 0,-8-36 0,0 4 0,1 0 0,2 0 0,0-1 0,2 1 0,3-48 0,28-143 0,-28 205 0,0-7 0,1 0 0,1 0 0,1 0 0,8-23 0,-11 36 0,1 1 0,-1-1 0,0 1 0,1 0 0,0 0 0,0 0 0,1 0 0,-1 0 0,1 1 0,-1 0 0,1-1 0,0 1 0,0 0 0,1 1 0,-1-1 0,0 1 0,1 0 0,0 0 0,-1 0 0,1 1 0,5-1 0,-6 1 0,1 1 0,-1-1 0,0 1 0,0 1 0,0-1 0,1 0 0,-1 1 0,0 0 0,0 0 0,0 0 0,0 1 0,0-1 0,0 1 0,-1 0 0,1 0 0,0 0 0,-1 0 0,0 1 0,1 0 0,-1-1 0,0 1 0,0 0 0,-1 1 0,1-1 0,3 5 0,4 9 0,1 0 0,-2 1 0,14 36 0,-20-45 0,18 50 0,14 71 0,-32-113 0,-1-1 0,0 33 0,4 20 0,1-55-1365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2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22 73 24575,'-5'0'0,"-5"0"0,3-5 0,7 0 0,8-5 0,7 0 0,5 1 0,4 3 0,1 1 0,2-1 0,0-1 0,0 1 0,-5 2-8191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22.73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272 1 24575,'-34'0'0,"3"-1"0,-51 6 0,73-4 0,0 1 0,0 0 0,0 0 0,0 1 0,0 0 0,1 0 0,0 1 0,0 0 0,0 1 0,-9 6 0,16-10 0,-1 0 0,1 0 0,-1 0 0,1 0 0,-1 0 0,1 1 0,0-1 0,0 0 0,-1 1 0,1-1 0,0 1 0,0 0 0,1-1 0,-1 1 0,0-1 0,0 1 0,1 0 0,-1 0 0,1-1 0,0 1 0,-1 0 0,1 0 0,0 0 0,0 0 0,0 1 0,1 0 0,0-1 0,1 1 0,-1-1 0,0 0 0,1 0 0,-1 0 0,1 1 0,0-2 0,0 1 0,0 0 0,0 0 0,0 0 0,0-1 0,0 1 0,3 0 0,10 6 0,1 0 0,0-2 0,32 9 0,11 0 0,50 14 0,-99-25 0,1 0 0,0 1 0,-1 0 0,0 0 0,0 1 0,0 1 0,10 9 0,-19-16 0,0 1 0,0 0 0,0 0 0,0 0 0,0 0 0,0 0 0,0 0 0,0 0 0,0 1 0,-1-1 0,1 0 0,0 0 0,-1 1 0,1-1 0,-1 0 0,1 1 0,-1-1 0,0 0 0,0 1 0,0-1 0,1 1 0,-1-1 0,0 1 0,-1-1 0,1 0 0,0 1 0,0-1 0,-1 2 0,-1 0 0,1-1 0,-1 1 0,0-1 0,0 1 0,0-1 0,0 0 0,-1 0 0,1 0 0,0 0 0,-1 0 0,0 0 0,-3 1 0,-8 4 0,0-1 0,0-1 0,-1 0 0,-17 4 0,-4-4 0,1-1 0,0-2 0,-1-2 0,-56-5 0,90 5-52,0 0-1,0 0 1,0 0-1,0-1 1,0 1-1,1 0 1,-1-1-1,0 1 1,0-1-1,1 0 1,-1 0-1,0 0 1,1 1-1,-1-1 1,0-1-1,1 1 1,0 0-1,-1 0 1,1-1-1,0 1 0,-1 0 1,1-1-1,0 0 1,0 1-1,-1-3 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23.49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5 369 24575,'-4'-3'0,"13"-5"0,13-5 0,-4 5 0,0-1 0,-1 0 0,-1-1 0,1-1 0,-1-1 0,21-19 0,-34 27 0,1 0 0,-1 0 0,1 0 0,-1-1 0,0 1 0,-1-1 0,1 1 0,-1-1 0,0 0 0,0 0 0,-1 0 0,1 0 0,-1-1 0,0 1 0,0 0 0,-1 0 0,0-1 0,0 1 0,0 0 0,-1-1 0,1 1 0,-1 0 0,0 0 0,-1-1 0,1 1 0,-1 0 0,0 0 0,-5-8 0,2 3 0,-1-1 0,0 1 0,-1 0 0,0 1 0,-1-1 0,0 2 0,0-1 0,-16-12 0,24 21 0,-1-1 0,0 1 0,0-1 0,0 0 0,1 1 0,-1 0 0,0-1 0,0 1 0,0-1 0,0 1 0,0 0 0,0 0 0,0 0 0,0-1 0,0 1 0,0 0 0,0 0 0,0 0 0,0 1 0,0-1 0,0 0 0,0 0 0,0 0 0,0 1 0,0-1 0,0 1 0,-1 0 0,1 0 0,-1 0 0,1 1 0,0-1 0,0 1 0,0-1 0,0 1 0,0 0 0,0-1 0,0 1 0,0 0 0,1 0 0,-1-1 0,0 4 0,0 3 0,-1 0 0,1 0 0,1 0 0,0 1 0,1 12 0,32 234 0,-28-168 0,-5-65 0,1 0 0,1 0 0,6 26 0,-8-46-96,0-1 62,0-1 1,0 1 0,0-1-1,0 1 1,0 0 0,0-1-1,0 1 1,0-1-1,1 1 1,-1-1 0,0 1-1,0 0 1,0-1-1,1 1 1,-1-1 0,0 1-1,1-1 1,-1 1-1,0-1 1,1 0 0,-1 1-1,1-1 1,-1 1-1,0-1 1,1 0 0,-1 1-1,1-1 1,-1 0-1,1 1 1,-1-1 0,1 0-1,0 0 1,-1 0 0,1 0-1,-1 1 1,1-1-1,1 0 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24.34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 58 24575,'0'0'0,"-1"-1"0,1 0 0,-1 1 0,1-1 0,0 0 0,-1 1 0,1-1 0,0 0 0,0 0 0,-1 1 0,1-1 0,0 0 0,0 0 0,0 1 0,0-1 0,0 0 0,0 0 0,0 1 0,0-1 0,0 0 0,0 0 0,1 1 0,-1-1 0,0 0 0,0 0 0,1 1 0,-1-1 0,1 0 0,-1 1 0,0-1 0,1 0 0,-1 1 0,1-1 0,-1 1 0,1-1 0,0 1 0,-1-1 0,1 1 0,0-1 0,-1 1 0,1 0 0,0-1 0,-1 1 0,1 0 0,0-1 0,1 1 0,35-15 0,-14 10 0,0 1 0,43 0 0,-54 3 0,0 2 0,0-1 0,0 1 0,0 1 0,0 1 0,-1-1 0,16 7 0,-25-8 0,0-1 0,0 1 0,0 0 0,0-1 0,0 1 0,-1 0 0,1 1 0,0-1 0,-1 0 0,1 0 0,-1 1 0,1-1 0,-1 1 0,0-1 0,1 1 0,-1-1 0,0 1 0,0 0 0,0 0 0,0 0 0,-1-1 0,1 1 0,0 0 0,-1 0 0,1 0 0,-1 0 0,0 0 0,0 0 0,0 0 0,0 0 0,0 0 0,0 0 0,0 0 0,0 0 0,-1 0 0,1 0 0,-1 0 0,0 0 0,0 0 0,1 0 0,-3 2 0,0 2 0,-1-2 0,1 1 0,-1 0 0,0-1 0,0 0 0,-1 1 0,1-2 0,-1 1 0,0 0 0,0-1 0,0 0 0,0 0 0,-6 2 0,-22 5 0,-1-1 0,0-1 0,0-2 0,-49 2 0,121 7 0,30 1 0,-1 3 0,94 40 0,-156-57-124,-1 0 0,1 0 0,0-1 0,0 0 0,0 1 0,0-2-1,0 1 1,0 0 0,0-1 0,9-1 0,5-2-6702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25.15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239 26 24575,'-1'-1'0,"1"0"0,-1 0 0,1 0 0,-1 0 0,1 0 0,-1 0 0,0 0 0,1 0 0,-1 0 0,0 0 0,0 0 0,0 0 0,0 1 0,0-1 0,0 0 0,0 1 0,0-1 0,0 0 0,0 1 0,0 0 0,0-1 0,0 1 0,-1-1 0,1 1 0,0 0 0,0 0 0,-2 0 0,-39-5 0,37 5 0,-4-1 0,-75 1 0,80 0 0,0 0 0,0 0 0,0 1 0,0 0 0,1 0 0,-1 0 0,0 0 0,0 1 0,0-1 0,1 1 0,-1 0 0,1 0 0,-1 0 0,1 1 0,0-1 0,0 1 0,-3 3 0,5-4 0,0-1 0,1 0 0,0 1 0,-1-1 0,1 0 0,0 1 0,0-1 0,0 0 0,0 1 0,0-1 0,0 0 0,0 1 0,0-1 0,1 1 0,-1-1 0,0 0 0,1 0 0,-1 1 0,1-1 0,-1 0 0,1 0 0,0 1 0,0-1 0,-1 0 0,1 0 0,0 0 0,0 0 0,0 0 0,0 0 0,0-1 0,0 1 0,1 0 0,-1 0 0,0-1 0,0 1 0,1-1 0,0 1 0,56 27 0,-52-26 0,114 56 0,-52-23 0,-67-35 0,1 1 0,-1-1 0,1 1 0,-1 0 0,1 0 0,-1 0 0,1 0 0,-1 0 0,0 0 0,1 0 0,-1 0 0,0 0 0,0 0 0,0 1 0,0-1 0,0 1 0,0-1 0,0 1 0,-1-1 0,1 1 0,-1-1 0,1 1 0,-1-1 0,1 4 0,-1-3 0,-1-1 0,1 0 0,-1 1 0,0-1 0,0 0 0,1 1 0,-1-1 0,0 0 0,0 0 0,0 0 0,0 0 0,0 0 0,-1 0 0,1 0 0,0 0 0,0 0 0,-1-1 0,1 1 0,0 0 0,-1-1 0,1 1 0,-1-1 0,1 1 0,-1-1 0,1 0 0,-1 0 0,-2 0 0,-33 4 0,0-1 0,-1-3 0,-58-6 0,71 2-1365,3-1-5461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45.30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26 2346 24575,'-1'0'0,"0"0"0,1 0 0,-1 1 0,0-1 0,0 0 0,0 0 0,0 0 0,0-1 0,0 1 0,0 0 0,0 0 0,1 0 0,-1-1 0,0 1 0,0 0 0,0-1 0,1 1 0,-1-1 0,0 1 0,0-1 0,1 1 0,-1-1 0,0 0 0,1 1 0,-1-1 0,0 0 0,1 1 0,-1-1 0,1 0 0,0 0 0,-1 0 0,1 1 0,0-1 0,-1 0 0,1 0 0,0 0 0,0 0 0,-1 0 0,1 0 0,0 1 0,0-1 0,0 0 0,0 0 0,1 0 0,-1 0 0,0 0 0,0 0 0,0 0 0,1 1 0,-1-1 0,0 0 0,1 0 0,-1 0 0,1 1 0,-1-1 0,1 0 0,-1 0 0,2 0 0,2-6 0,0 0 0,0 1 0,1 0 0,0 0 0,9-8 0,15-11 0,-1-1 0,-1-1 0,-2-1 0,0-2 0,-2 0 0,-1-1 0,28-56 0,-22 25 0,-2-1 0,26-106 0,2-12 0,-47 149 0,-1 6 0,-1-2 0,0 1 0,-1-36 0,-2 31 0,11-60 0,-4 37 0,11-64 0,-8 52 0,-2 0 0,0-86 0,-9 19 0,-4-113 0,-21 95 0,22 138 0,-1 0 0,0 0 0,-1 0 0,0 1 0,-13-26 0,16 37 0,0 0 0,0 0 0,0 0 0,0 0 0,-1 0 0,1 0 0,-1 0 0,1 1 0,-1-1 0,0 1 0,0-1 0,0 1 0,0-1 0,0 1 0,0 0 0,0 0 0,0 0 0,0 0 0,-1 0 0,1 1 0,0-1 0,0 1 0,-1-1 0,1 1 0,-1 0 0,1 0 0,0 0 0,-1 0 0,1 0 0,0 1 0,-1-1 0,1 1 0,0 0 0,0-1 0,-1 1 0,1 0 0,0 0 0,0 0 0,0 1 0,0-1 0,0 0 0,-3 4 0,-31 23 0,0 2 0,-41 46 0,38-37 0,-45 36 0,82-75 0,5-7 0,12-19 0,23-32 0,-22 35 0,0 1 0,2 1 0,1 0 0,0 1 0,2 1 0,0 1 0,1 1 0,1 1 0,0 1 0,41-19 0,-58 31 0,0 0 0,0 1 0,1 0 0,-1 0 0,1 0 0,-1 1 0,1 0 0,0 0 0,0 1 0,-1 0 0,1 0 0,0 0 0,-1 1 0,1 0 0,0 1 0,-1-1 0,1 1 0,-1 0 0,0 1 0,0 0 0,12 6 0,210 94 0,-202-90 120,-26-13-143,1 1 1,-1-1-1,0 0 1,1 0-1,-1 0 1,0 1-1,1-1 1,-1 0-1,0 0 1,0 1-1,1-1 1,-1 0-1,0 0 1,0 1-1,1-1 1,-1 0-1,0 1 1,0-1-1,0 0 1,0 1-1,1-1 1,-1 1-1,0-1 1,0 0-1,0 1 1,0-1-1,0 0 1,0 1-1,0-1 1,0 1-1,0-1 1,0 0-1,0 1 1,0-1-1,-1 1 1,1-1-1,0 0 1,0 1-1,0-1 1,0 0-1,-1 1 1,1-1-1,0 0 1,0 1-1,0-1 1,-1 0-1,1 0 1,0 1-1,-1-1 1,1 0-1,0 0 1,-1 0-1,1 1 1,0-1-1,-1 0 1,1 0-1,0 0 1,-1 0-1,1 0 1,0 1-1,-1-1 1,1 0-1,-1 0 1,1 0-1,-1 0 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2:43.95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122 34 24575,'0'-1'0,"0"0"0,0-1 0,0 1 0,-1-1 0,1 1 0,0 0 0,-1-1 0,1 1 0,-1 0 0,1-1 0,-1 1 0,1 0 0,-1 0 0,0-1 0,0 1 0,0 0 0,0 0 0,0 0 0,0 0 0,0 0 0,0 0 0,0 1 0,0-1 0,0 0 0,-1 0 0,1 1 0,0-1 0,-1 1 0,1-1 0,0 1 0,-1 0 0,1-1 0,0 1 0,-1 0 0,1 0 0,-1 0 0,-1 0 0,-1 0 0,0 0 0,1 1 0,-1-1 0,1 1 0,-1-1 0,0 1 0,1 0 0,-1 1 0,1-1 0,0 1 0,0-1 0,-1 1 0,-3 3 0,4-2 0,0 0 0,0 1 0,0-1 0,1 1 0,-1 0 0,1 0 0,0 0 0,0 0 0,0 0 0,0 0 0,1 1 0,0-1 0,0 0 0,0 1 0,0-1 0,1 6 0,0-8 0,0 0 0,0 0 0,0-1 0,0 1 0,0 0 0,1-1 0,-1 1 0,1 0 0,0-1 0,-1 1 0,1-1 0,0 1 0,0-1 0,0 1 0,0-1 0,0 0 0,0 1 0,0-1 0,0 0 0,1 0 0,-1 0 0,0 0 0,1 0 0,-1 0 0,1 0 0,-1 0 0,1-1 0,-1 1 0,1-1 0,0 1 0,-1-1 0,1 1 0,0-1 0,-1 0 0,1 0 0,0 0 0,0 0 0,-1 0 0,1 0 0,0 0 0,-1-1 0,1 1 0,0-1 0,2 0 0,8-2 0,1 0 0,0-1 0,16-8 0,-27 12 0,1-1 0,0 0 0,-1 0 0,1-1 0,-1 1 0,0-1 0,1 1 0,-1-1 0,0 0 0,0 0 0,0 1 0,0-2 0,0 1 0,0 0 0,-1 0 0,1 0 0,-1-1 0,1 1 0,-1-1 0,0 1 0,1-6 0,-2 7 0,0 1 0,0-1 0,0 0 0,0 1 0,0-1 0,0 0 0,0 1 0,0-1 0,0 0 0,-1 1 0,1-1 0,0 1 0,-1-1 0,1 0 0,0 1 0,-1-1 0,1 1 0,0-1 0,-1 1 0,1-1 0,-1 1 0,1-1 0,-1 1 0,0 0 0,1-1 0,-1 1 0,1 0 0,-1-1 0,0 1 0,0-1 0,-27 2 0,24 0 0,-1 1 0,1-1 0,-1 1 0,1-1 0,-1 1 0,1 1 0,0-1 0,0 1 0,-5 3 0,-16 19-1365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2:45.10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182 20 24575,'0'-1'0,"0"0"0,-1 0 0,1 0 0,-1 0 0,1 0 0,-1 0 0,1 0 0,-1 0 0,0 0 0,1 0 0,-1 1 0,0-1 0,0 0 0,0 0 0,0 1 0,0-1 0,1 0 0,-1 1 0,0-1 0,0 1 0,0-1 0,-1 1 0,1 0 0,0-1 0,0 1 0,0 0 0,0 0 0,0 0 0,0 0 0,0 0 0,0 0 0,-1 0 0,1 0 0,-1 0 0,-40 5 0,35-3 0,0 1 0,1-1 0,-1 1 0,1 1 0,-8 4 0,12-7 0,1 0 0,-1 0 0,0 0 0,1 0 0,-1 1 0,1-1 0,-1 1 0,1-1 0,0 1 0,0-1 0,-1 1 0,1 0 0,0 0 0,0 0 0,1-1 0,-1 1 0,0 0 0,1 0 0,-1 0 0,1 0 0,0 0 0,-1 3 0,1-4 0,0 0 0,1-1 0,-1 1 0,0 0 0,0-1 0,0 1 0,1 0 0,-1-1 0,0 1 0,1-1 0,-1 1 0,0 0 0,1-1 0,-1 1 0,1-1 0,-1 1 0,1-1 0,-1 1 0,1-1 0,-1 0 0,1 1 0,-1-1 0,1 1 0,0-1 0,-1 0 0,1 0 0,0 1 0,-1-1 0,1 0 0,1 0 0,27-3 0,-26 2 0,1 0 0,-1 0 0,0 0 0,0 0 0,0-1 0,0 1 0,0-1 0,0 0 0,-1 0 0,1 0 0,-1 0 0,1 0 0,-1 0 0,4-5 0,-6 7 0,0 0 0,0 0 0,0 0 0,0-1 0,0 1 0,0 0 0,0 0 0,0 0 0,0 0 0,0 0 0,0-1 0,0 1 0,0 0 0,0 0 0,0 0 0,0 0 0,0 0 0,0-1 0,0 1 0,0 0 0,0 0 0,-1 0 0,1 0 0,0 0 0,0 0 0,0 0 0,0-1 0,0 1 0,0 0 0,0 0 0,0 0 0,-1 0 0,1 0 0,0 0 0,0 0 0,0 0 0,0 0 0,0 0 0,-1 0 0,1 0 0,0 0 0,0 0 0,0-1 0,0 1 0,0 0 0,-1 0 0,1 1 0,0-1 0,0 0 0,0 0 0,0 0 0,-1 0 0,-12 3 0,-10 9 0,13 1 0,13-5 0,-1-7 0,0-1 0,0 1 0,0-1 0,0 1 0,0-1 0,0 0 0,0 0 0,0 0 0,0 0 0,0 0 0,0-1 0,2 0 0,-3 1 0,1 0 0,-1 0 0,0-1 0,1 1 0,-1 0 0,0-1 0,0 1 0,1-1 0,-1 0 0,0 1 0,0-1 0,0 0 0,0 0 0,0 1 0,0-1 0,0 0 0,1-2 0,-6-6 0,-16-1 0,14 8-114,0 1 1,0 0-1,-1 0 0,1 0 0,0 1 1,0 0-1,0 0 0,-1 0 0,1 1 1,0 0-1,-12 4 0,0 0-6712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2:58.21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 62 24575,'0'0'0,"0"0"0,0 0 0,-1 1 0,1-1 0,0 0 0,0 0 0,0 0 0,0 0 0,-1 0 0,1 0 0,0 0 0,0 0 0,0 0 0,0 0 0,-1 0 0,1 0 0,0 0 0,0 0 0,0 0 0,-1 0 0,1 0 0,0 0 0,0 0 0,0-1 0,0 1 0,-1 0 0,1 0 0,0 0 0,0 0 0,0 0 0,0 0 0,0 0 0,0-1 0,-1 1 0,1 0 0,0 0 0,0 0 0,0 0 0,0 0 0,0-1 0,0 1 0,0 0 0,0 0 0,0 0 0,0-1 0,0 1 0,0 0 0,0 0 0,0 0 0,0 0 0,0-1 0,0 1 0,0 0 0,0 0 0,-1 1 0,1 0 0,0 0 0,0 0 0,-1 0 0,1 1 0,0-1 0,0 0 0,0 0 0,0 0 0,0 0 0,1 1 0,-1-1 0,0 0 0,1 0 0,-1 0 0,0 0 0,1 0 0,-1 0 0,1 1 0,1 0 0,13 16 0,0 0 0,2-1 0,0-1 0,1-1 0,0 0 0,31 18 0,-20-13 0,3 2 0,0-2 0,1-1 0,1-1 0,1-2 0,40 12 0,-15-11 0,0-3 0,2-2 0,77 4 0,-101-14 0,-1-2 0,1-2 0,0-1 0,-1-2 0,1-2 0,41-12 0,25-17 0,-2-4 0,176-98 0,-199 100 0,-56 29 0,-1-1 0,0-1 0,-1-1 0,0-1 0,-1-1 0,36-32 0,-46 30-1365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2:59.04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8 24575,'0'-8'0,"0"11"0,8 17 0,3-6 0,0 0 0,1 0 0,0-1 0,2-1 0,-1 0 0,1-1 0,19 11 0,-12-7 0,0 1 0,24 24 0,-44-39-34,0-1 0,0 1 0,-1 0 0,1-1 0,0 1-1,0 0 1,-1 0 0,1-1 0,0 1 0,-1 0 0,1 0 0,-1 0 0,1 0-1,-1 0 1,0 0 0,1 0 0,-1 0 0,0 0 0,0 0 0,1 0-1,-1 0 1,0 0 0,0 0 0,0 0 0,0 0 0,0 0 0,-1 0 0,1 0-1,0 0 1,0 0 0,-1 0 0,1-1 0,0 1 0,-1 0 0,1 0 0,-1 0-1,1 0 1,-1 0 0,-1 1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3:00.60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317 240 24575,'-8'-2'0,"1"0"0,-1-1 0,1 0 0,-1 0 0,1 0 0,0-1 0,0 0 0,1-1 0,-1 0 0,1 0 0,0 0 0,-6-7 0,-4-2 0,-66-47 0,-24-19 0,105 79-91,-1-1 0,1 1 0,-1-1 0,1 1 0,-1-1 0,1 0 0,0 0 0,0 0 0,0 1 0,0-1 0,0 0 0,1 0 0,-1 0 0,0-3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3:01.14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504 1 24575,'-12'1'0,"-1"0"0,0 1 0,1 0 0,0 1 0,-1 0 0,1 1 0,1 0 0,-20 11 0,-9 7 0,-40 31 0,23-15 0,-122 94-1365,160-120-5461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3:03.02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244 64 24575,'-7'-7'0,"0"0"0,-1 0 0,0 1 0,0 0 0,0 0 0,-1 1 0,1 0 0,-15-5 0,19 9 0,0 0 0,0 0 0,0 0 0,0 1 0,0-1 0,0 1 0,0 0 0,0 0 0,0 1 0,0-1 0,1 1 0,-1 0 0,0 0 0,0 0 0,0 0 0,1 1 0,-1 0 0,1 0 0,-1 0 0,1 0 0,0 0 0,-1 0 0,1 1 0,-3 3 0,0 0 0,1-1 0,0 1 0,0 0 0,0 1 0,1-1 0,0 1 0,0-1 0,1 1 0,-1 1 0,2-1 0,-1 0 0,-2 13 0,5-17 0,-1 0 0,1 0 0,0 0 0,0 0 0,0 0 0,1 0 0,-1 1 0,1-1 0,0 0 0,-1 0 0,1 0 0,1-1 0,-1 1 0,0 0 0,1 0 0,-1-1 0,1 1 0,0 0 0,0-1 0,0 0 0,0 1 0,0-1 0,1 0 0,-1 0 0,1 0 0,-1-1 0,1 1 0,0-1 0,-1 1 0,1-1 0,0 0 0,0 0 0,4 1 0,1 0 0,1 0 0,-1 0 0,0-1 0,1 0 0,-1-1 0,1 0 0,-1 0 0,1 0 0,-1-1 0,0-1 0,1 0 0,-1 0 0,9-3 0,-12 3 0,-1 0 0,1 0 0,-1 0 0,1 0 0,-1-1 0,0 0 0,0 0 0,0 0 0,0 0 0,-1-1 0,1 1 0,-1-1 0,0 0 0,0 0 0,0 0 0,-1-1 0,1 1 0,-1-1 0,0 1 0,0-1 0,-1 0 0,0 1 0,2-9 0,-3 9 0,0 1 0,1 0 0,-2-1 0,1 1 0,0 0 0,-1-1 0,0 1 0,1 0 0,-1-1 0,0 1 0,-1 0 0,1 0 0,-1 0 0,1 0 0,-1 0 0,0 0 0,0 1 0,0-1 0,0 1 0,-1-1 0,1 1 0,-1 0 0,0 0 0,1 0 0,-1 0 0,0 0 0,0 1 0,0-1 0,0 1 0,0 0 0,-6-2 0,2 1 0,0 0 0,0 1 0,0-1 0,-1 1 0,1 1 0,0 0 0,0 0 0,0 0 0,-1 1 0,1 0 0,0 0 0,0 1 0,0-1 0,-7 5 0,4-1 0,0 1 0,0 0 0,1 1 0,0 0 0,-9 10 0,15-14 0,0 0 0,0 0 0,0 1 0,1-1 0,-1 1 0,1 0 0,-3 6 0,4-8 0,1-1 0,0 1 0,-1-1 0,1 0 0,0 1 0,0-1 0,0 1 0,0-1 0,0 0 0,0 1 0,0-1 0,0 1 0,0-1 0,1 0 0,-1 1 0,1-1 0,-1 0 0,1 1 0,-1-1 0,1 0 0,0 0 0,1 3 0,0-3 0,0 1 0,0-1 0,0 0 0,0 0 0,1 0 0,-1 0 0,0 0 0,0-1 0,1 1 0,-1-1 0,0 1 0,1-1 0,-1 0 0,1 0 0,-1 0 0,0 0 0,1 0 0,-1-1 0,0 1 0,1-1 0,-1 1 0,0-1 0,0 0 0,1 0 0,-1 0 0,0 0 0,2-2 0,3 0 0,0-1 0,0 0 0,-1 0 0,1-1 0,-1 1 0,0-1 0,7-8 0,-13 12 0,1 1 0,-1 0 0,1-1 0,-1 1 0,1-1 0,-1 1 0,1-1 0,-1 0 0,0 1 0,1-1 0,-1 1 0,0-1 0,1 0 0,-1 1 0,0-1 0,0 0 0,0 1 0,0-1 0,0 0 0,1 1 0,-1-1 0,0 0 0,0 1 0,-1-1 0,1 0 0,0 1 0,0-1 0,0 0 0,-1 0 0,-16-2 0,-26 16 0,29 0-1365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3:04.47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248 25 24575,'-3'-3'0,"-1"1"0,0-1 0,1 1 0,-1 0 0,0 0 0,0 0 0,-1 0 0,1 1 0,0-1 0,-1 1 0,1 0 0,0 0 0,-1 1 0,1 0 0,-1-1 0,1 2 0,-1-1 0,1 0 0,-1 1 0,1 0 0,-6 1 0,1 0 0,1 1 0,0 0 0,0 0 0,0 1 0,0 0 0,0 0 0,1 1 0,0 0 0,0 0 0,-6 7 0,7-6 0,0 1 0,0-1 0,1 2 0,0-1 0,1 0 0,-1 1 0,1 0 0,1 0 0,0 0 0,0 0 0,0 0 0,-1 13 0,3-18 0,1 0 0,0 1 0,0-1 0,0 0 0,0 1 0,1-1 0,-1 0 0,1 0 0,0 1 0,0-1 0,0 0 0,0 0 0,1 0 0,-1 0 0,1 0 0,0 0 0,0 0 0,0-1 0,0 1 0,0-1 0,0 1 0,1-1 0,-1 0 0,1 0 0,0 0 0,-1 0 0,1-1 0,0 1 0,0-1 0,0 1 0,0-1 0,1 0 0,-1 0 0,0-1 0,5 2 0,2 0 0,1-1 0,-1 1 0,0-2 0,0 0 0,1 0 0,-1 0 0,0-1 0,0-1 0,0 0 0,0 0 0,17-7 0,-23 8 0,-1-1 0,1 0 0,0 0 0,-1 0 0,1 0 0,-1-1 0,0 1 0,1-1 0,-1 0 0,0 0 0,-1 0 0,1 0 0,-1 0 0,1-1 0,-1 1 0,0-1 0,0 0 0,0 1 0,-1-1 0,1 0 0,-1 0 0,0 0 0,0 0 0,-1 0 0,1-1 0,-1 1 0,0 0 0,0 0 0,0 0 0,0 0 0,-2-7 0,1 9 0,1 0 0,-1-1 0,1 1 0,-1-1 0,0 1 0,0 0 0,0-1 0,0 1 0,-1 0 0,1 0 0,0 0 0,-1 0 0,0 0 0,1 0 0,-1 0 0,0 1 0,0-1 0,0 0 0,0 1 0,0 0 0,0-1 0,-1 1 0,-4-2 0,3 2 0,0 0 0,0 1 0,-1-1 0,1 1 0,0 0 0,-1 0 0,1 0 0,-1 0 0,1 1 0,0 0 0,0 0 0,-1 0 0,-4 2 0,4-1 0,1 0 0,-1 0 0,1 1 0,-1-1 0,1 1 0,0 0 0,0 0 0,0 0 0,0 1 0,1 0 0,-6 6 0,7-7 0,1-1 0,-1 0 0,1 1 0,0 0 0,0-1 0,0 1 0,0 0 0,0-1 0,1 1 0,-1 0 0,1 0 0,0 0 0,-1 0 0,1 0 0,1-1 0,-1 1 0,0 0 0,1 0 0,-1 0 0,1-1 0,1 5 0,-1-6 0,-1 1 0,1-1 0,-1 0 0,1 0 0,0 1 0,-1-1 0,1 0 0,0 0 0,0 0 0,0 0 0,0 0 0,0 0 0,0 0 0,0 0 0,0 0 0,0-1 0,0 1 0,0 0 0,1-1 0,-1 1 0,0-1 0,1 1 0,-1-1 0,0 0 0,2 1 0,0-1 0,-1 0 0,1-1 0,-1 1 0,1-1 0,-1 1 0,1-1 0,-1 0 0,0 0 0,1 0 0,-1 0 0,0 0 0,0 0 0,2-2 0,0 0 0,0 0 0,0 0 0,-1 0 0,1 0 0,-1-1 0,0 1 0,0-1 0,0 0 0,-1 0 0,1 0 0,-1 0 0,0-1 0,0 1 0,2-8 0,-4 12 0,0-1 0,0 0 0,0 0 0,0 1 0,0-1 0,0 0 0,0 0 0,0 1 0,0-1 0,0 0 0,-1 0 0,1 1 0,0-1 0,0 0 0,-1 1 0,1-1 0,-1 0 0,1 1 0,-1-1 0,1 0 0,-1 1 0,1-1 0,-1 1 0,1-1 0,-1 1 0,0-1 0,1 1 0,-1 0 0,0-1 0,1 1 0,-1 0 0,0-1 0,1 1 0,-1 0 0,0 0 0,0 0 0,-2-1 0,0 1 0,0 0 0,1 0 0,-1 0 0,0 1 0,1-1 0,-1 1 0,0-1 0,1 1 0,-6 2 0,6-2 0,1-1 0,-1 1 0,0 0 0,0 0 0,1 0 0,-1 0 0,0 1 0,1-1 0,0 0 0,-1 1 0,1-1 0,0 1 0,-1-1 0,0 3 0,2-3 0,-1 0 0,1 0 0,0 0 0,0-1 0,0 1 0,0 0 0,0 0 0,0 0 0,0-1 0,0 1 0,1 0 0,-1 0 0,0 0 0,0-1 0,1 1 0,-1 0 0,0 0 0,1-1 0,-1 1 0,1 0 0,-1-1 0,1 1 0,-1 0 0,1-1 0,0 1 0,-1-1 0,1 1 0,-1-1 0,1 1 0,0-1 0,0 1 0,-1-1 0,1 0 0,0 1 0,1-1 0,0 1 0,1 0 0,-1 0 0,0 0 0,1 0 0,-1-1 0,1 1 0,-1-1 0,1 1 0,-1-1 0,1 0 0,-1 0 0,1 0 0,-1-1 0,1 1 0,-1-1 0,1 1 0,-1-1 0,5-1 0,-7 1-25,0 1-1,0 0 0,0 0 1,0-1-1,1 1 0,-1 0 1,0 0-1,0-1 0,0 1 1,0 0-1,0-1 0,0 1 0,0 0 1,0 0-1,0-1 0,0 1 1,0 0-1,-1 0 0,1-1 1,0 1-1,0 0 0,0 0 1,0-1-1,0 1 0,0 0 1,0 0-1,-1-1 0,1 1 1,0 0-1,0 0 0,0 0 1,-1-1-1,1 1 0,0 0 1,0 0-1,-1 0 0,1 0 1,0 0-1,0-1 0,-1 1 1,1 0-1,0 0 0,0 0 1,-1 0-1,1 0 0,0 0 1,-1 0-1,1 0 0,0 0 1,0 0-1,-1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59.42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80 39 3856 0 0,'-18'-3'238'0'0,"2"-1"2605"0"0,29-10-2005 0 0,-9 11-846 0 0,0 1 1 0 0,1 0-1 0 0,-1 1 1 0 0,0-1 0 0 0,1 1-1 0 0,-1-1 1 0 0,1 1-1 0 0,0 1 1 0 0,-1-1 0 0 0,1 1-1 0 0,0 0 1 0 0,-1 0-1 0 0,6 0 1 0 0,14 0-47 0 0,-21-1 42 0 0,0 0 0 0 0,1 1 0 0 0,-1 0 0 0 0,0 0 1 0 0,0 0-1 0 0,1 0 0 0 0,-1 0 0 0 0,0 1 0 0 0,0 0 0 0 0,1-1 1 0 0,-1 1-1 0 0,0 0 0 0 0,0 0 0 0 0,0 1 0 0 0,0-1 0 0 0,0 1 1 0 0,4 2-1 0 0,-6-2 11 0 0,0-1-1 0 0,0 1 1 0 0,0-1 0 0 0,-1 1 0 0 0,1-1 0 0 0,0 1 0 0 0,-1-1-1 0 0,1 1 1 0 0,-1 0 0 0 0,1-1 0 0 0,-1 1 0 0 0,0 0-1 0 0,1-1 1 0 0,-1 1 0 0 0,0 0 0 0 0,0 0 0 0 0,0-1-1 0 0,-1 1 1 0 0,1 0 0 0 0,0-1 0 0 0,-1 1 0 0 0,1 0 0 0 0,-1-1-1 0 0,1 1 1 0 0,-1 0 0 0 0,0-1 0 0 0,0 1 0 0 0,1-1-1 0 0,-1 0 1 0 0,0 1 0 0 0,-1-1 0 0 0,0 2 0 0 0,-19 27 21 0 0,-2 0 0 0 0,-1-2 0 0 0,-1 0 1 0 0,-1-2-1 0 0,-53 42 0 0 0,79-68-19 0 0,-1 0 1 0 0,0 0-1 0 0,1 0 1 0 0,-1 1-1 0 0,1-1 0 0 0,-1 0 1 0 0,1 0-1 0 0,-1 1 1 0 0,1-1-1 0 0,-1 0 0 0 0,1 1 1 0 0,0-1-1 0 0,-1 1 1 0 0,1-1-1 0 0,-1 0 0 0 0,1 1 1 0 0,0-1-1 0 0,-1 1 1 0 0,1-1-1 0 0,0 1 0 0 0,0-1 1 0 0,-1 1-1 0 0,1-1 1 0 0,0 1-1 0 0,0-1 0 0 0,0 1 1 0 0,0 0-1 0 0,0-1 1 0 0,0 1-1 0 0,0-1 0 0 0,0 1 1 0 0,0-1-1 0 0,0 1 1 0 0,0 0-1 0 0,0-1 0 0 0,0 1 1 0 0,24 6 101 0 0,58-11 101 0 0,-59 2-178 0 0,245 4-76 0 0,-265-2 56 0 0,-3 1-23 0 0,1-1 1 0 0,-1 0-1 0 0,1 0 1 0 0,-1 1-1 0 0,0-1 1 0 0,1 0-1 0 0,-1 0 1 0 0,1 0-1 0 0,-1 0 1 0 0,1 0-1 0 0,-1 0 1 0 0,1 0-1 0 0,-1 0 1 0 0,1 0-1 0 0,-1 0 1 0 0,1 0-1 0 0,-1 0 1 0 0,1 0-1 0 0,-1 0 0 0 0,0 0 1 0 0,1 0-1 0 0,-1 0 1 0 0,1-1-1 0 0,-1 1 1 0 0,1 0-1 0 0,-1 0 1 0 0,0 0-1 0 0,1-1 1 0 0,-1 1-1 0 0,1-1 1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2:00.38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560 127 5072 0 0,'-20'-29'-527'0'0,"17"25"566"0"0,0 0 0 0 0,0 1-1 0 0,0 0 1 0 0,-1-1 0 0 0,1 1-1 0 0,-1 0 1 0 0,0 1 0 0 0,1-1 0 0 0,-2 1-1 0 0,1-1 1 0 0,0 1 0 0 0,0 1 0 0 0,0-1-1 0 0,-7-1 1 0 0,-1 0 62 0 0,1 1 1 0 0,-1 0-1 0 0,0 1 0 0 0,-16 0 1 0 0,5 3-54 0 0,1 2 1 0 0,-1 0 0 0 0,1 2 0 0 0,0 0 0 0 0,0 1-1 0 0,1 1 1 0 0,0 1 0 0 0,0 1 0 0 0,-27 19 0 0 0,33-20-39 0 0,0 1 0 0 0,1 1 0 0 0,0 1 0 0 0,1 0 1 0 0,-14 15-1 0 0,21-20-8 0 0,0 0 1 0 0,0 1-1 0 0,1-1 0 0 0,0 1 1 0 0,1 0-1 0 0,0 1 1 0 0,0-1-1 0 0,1 1 0 0 0,0-1 1 0 0,0 1-1 0 0,-2 14 1 0 0,3-14 9 0 0,1 0 0 0 0,0 0 0 0 0,0 0 0 0 0,1 0 0 0 0,0 0 0 0 0,1 0 1 0 0,0 0-1 0 0,0 0 0 0 0,1 0 0 0 0,0 0 0 0 0,0 0 0 0 0,1-1 0 0 0,0 1 0 0 0,1-1 1 0 0,0 0-1 0 0,0 0 0 0 0,1 0 0 0 0,0 0 0 0 0,8 8 0 0 0,1-2 8 0 0,0 0 0 0 0,1-1 0 0 0,0-1 0 0 0,2 0 0 0 0,-1-1 0 0 0,1-1 0 0 0,0-1 0 0 0,1 0 0 0 0,0-1 0 0 0,1-1-1 0 0,0-1 1 0 0,28 6 0 0 0,-22-7 88 0 0,1-1 0 0 0,1-1-1 0 0,-1-1 1 0 0,0-1 0 0 0,0-2-1 0 0,1 0 1 0 0,-1-2 0 0 0,51-12-1 0 0,-57 9 9 0 0,-1-1-1 0 0,0-1 0 0 0,0-1 0 0 0,-1 0 0 0 0,0-2 0 0 0,0 0 0 0 0,-1-1 1 0 0,-1-1-1 0 0,29-27 0 0 0,-35 30-20 0 0,-1-1 0 0 0,0 0 0 0 0,-1 0 0 0 0,0 0 0 0 0,0-1 0 0 0,-1 0 0 0 0,-1-1 0 0 0,0 1 0 0 0,-1-1 0 0 0,0 0-1 0 0,-1-1 1 0 0,0 1 0 0 0,-1-1 0 0 0,-1 0 0 0 0,2-21 0 0 0,-5 25-58 0 0,-1 0 0 0 0,1 0 1 0 0,-2 0-1 0 0,1 1 0 0 0,-1-1 0 0 0,-1 1 0 0 0,0-1 0 0 0,0 1 0 0 0,-1 0 0 0 0,0 0 0 0 0,0 1 0 0 0,-1-1 1 0 0,0 1-1 0 0,-1 1 0 0 0,1-1 0 0 0,-2 1 0 0 0,1 0 0 0 0,-1 1 0 0 0,-9-7 0 0 0,-2 0-18 0 0,0 0 0 0 0,-1 2 0 0 0,0 0 0 0 0,-1 1 0 0 0,0 1 0 0 0,0 1 0 0 0,-33-8 0 0 0,14 8-559 0 0,-1 2 0 0 0,1 2 0 0 0,-50 0 0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2:02.70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27 42 6205 0 0,'0'0'-194'0'0,"-27"-41"3220"0"0,30 71-3064 0 0,1 0-1 0 0,2 1 1 0 0,1-2 0 0 0,16 45-1 0 0,3 10 60 0 0,-14-43-31 0 0,-7-25-41 0 0,0 0 0 0 0,-1 0-1 0 0,-1 1 1 0 0,0-1 0 0 0,0 24-1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2:03.61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8 134 6081 0 0,'-8'-38'-1581'0'0,"14"-30"2685"0"0,-5 67-1097 0 0,-1-1 1 0 0,2 1 0 0 0,-1 0-1 0 0,0 0 1 0 0,0 0-1 0 0,0 0 1 0 0,0 0 0 0 0,1 0-1 0 0,-1 0 1 0 0,0 0-1 0 0,1 1 1 0 0,-1-1-1 0 0,1 1 1 0 0,-1-1 0 0 0,1 1-1 0 0,-1-1 1 0 0,1 1-1 0 0,-1 0 1 0 0,3-1 0 0 0,27-5-24 0 0,0 3-9 0 0,0 1 0 0 0,-1 1 0 0 0,1 2 0 0 0,0 1 0 0 0,-1 1 1 0 0,0 2-1 0 0,0 1 0 0 0,0 1 0 0 0,0 2 0 0 0,-1 1 0 0 0,31 15 0 0 0,-56-23 23 0 0,-1 0-1 0 0,1 0 0 0 0,-1 0 1 0 0,1 1-1 0 0,-1-1 0 0 0,1 1 1 0 0,-1 0-1 0 0,0 0 1 0 0,-1 0-1 0 0,1 0 0 0 0,0 0 1 0 0,-1 1-1 0 0,0-1 1 0 0,1 1-1 0 0,-2 0 0 0 0,1 0 1 0 0,2 6-1 0 0,-3-7 11 0 0,-1 0-1 0 0,1 0 1 0 0,-1 0-1 0 0,0 0 1 0 0,0 0 0 0 0,-1 0-1 0 0,1 0 1 0 0,0 0 0 0 0,-1 0-1 0 0,0-1 1 0 0,1 1-1 0 0,-1 0 1 0 0,0 0 0 0 0,-1-1-1 0 0,1 1 1 0 0,0 0-1 0 0,-1-1 1 0 0,0 1 0 0 0,1-1-1 0 0,-1 0 1 0 0,0 0-1 0 0,0 1 1 0 0,0-1 0 0 0,0-1-1 0 0,-4 4 1 0 0,-6 4 18 0 0,-1-1 0 0 0,1-1 0 0 0,-1 1 0 0 0,-1-2 0 0 0,1 0 0 0 0,-1 0 0 0 0,-18 3 0 0 0,-11 1 239 0 0,-47 5 0 0 0,74-13-116 0 0,-30 3 891 0 0,43-5-880 0 0,-30 2 347 0 0,43-1-547 0 0,25 4-12 0 0,0 1 0 0 0,0 2 0 0 0,-1 2 0 0 0,0 0 0 0 0,35 18 0 0 0,-5 2-88 0 0,105 65-1 0 0,-109-52 88 0 0,-59-42 30 0 0,2 2 22 0 0,0-1-437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2:04.25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78 175 4672 0 0,'0'0'-191'0'0,"45"-19"-522"0"0,-41 17 766 0 0,1-1 1 0 0,-1 1-1 0 0,0-1 1 0 0,0 0-1 0 0,0 0 1 0 0,0 0-1 0 0,-1 0 1 0 0,1-1 0 0 0,-1 0-1 0 0,0 0 1 0 0,0 0-1 0 0,0 0 1 0 0,-1 0-1 0 0,1 0 1 0 0,-1-1-1 0 0,0 1 1 0 0,2-7-1 0 0,-3 8-3 0 0,0 0-1 0 0,-1 0 0 0 0,1 0 1 0 0,0-1-1 0 0,-1 1 0 0 0,0 0 0 0 0,0 0 1 0 0,0-1-1 0 0,0 1 0 0 0,-1 0 1 0 0,1-1-1 0 0,-1 1 0 0 0,1 0 1 0 0,-1 0-1 0 0,0 0 0 0 0,-1 0 0 0 0,1 0 1 0 0,-1 0-1 0 0,1 0 0 0 0,-1 0 1 0 0,0 0-1 0 0,0 1 0 0 0,0-1 1 0 0,-4-3-1 0 0,5 5-40 0 0,0 0-7 0 0,0 0 0 0 0,0 1 0 0 0,-1-1-1 0 0,1 1 1 0 0,0 0 0 0 0,0-1 0 0 0,-1 1 0 0 0,1 0-1 0 0,0 0 1 0 0,-1 0 0 0 0,1 0 0 0 0,0 0 0 0 0,0 0-1 0 0,-1 0 1 0 0,1 0 0 0 0,0 1 0 0 0,-1-1 0 0 0,1 0 0 0 0,0 1-1 0 0,0-1 1 0 0,-2 1 0 0 0,-31 10-23 0 0,26-6 11 0 0,1 0 0 0 0,-1 1 0 0 0,1 0 0 0 0,1 0 0 0 0,-1 1 0 0 0,1-1 0 0 0,0 2 0 0 0,1-1 0 0 0,-1 0 1 0 0,1 1-1 0 0,1 0 0 0 0,0 0 0 0 0,0 0 0 0 0,0 1 0 0 0,1 0 0 0 0,0-1 0 0 0,-2 16 0 0 0,4-19 10 0 0,1 0-1 0 0,-1 0 1 0 0,1 0-1 0 0,0 1 1 0 0,1-1-1 0 0,-1 0 1 0 0,1 0-1 0 0,0 0 1 0 0,1 1-1 0 0,-1-1 1 0 0,1-1-1 0 0,0 1 1 0 0,0 0-1 0 0,0 0 1 0 0,1-1-1 0 0,-1 1 1 0 0,1-1-1 0 0,0 0 1 0 0,1 1-1 0 0,-1-2 1 0 0,1 1-1 0 0,0 0 1 0 0,0-1-1 0 0,0 1 1 0 0,0-1-1 0 0,0 0 1 0 0,1-1-1 0 0,-1 1 1 0 0,1-1-1 0 0,0 0 1 0 0,9 3-1 0 0,-8-3-120 0 0,-1 0 0 0 0,1 0 0 0 0,-1-1 0 0 0,1 0 0 0 0,0 0 0 0 0,0 0 0 0 0,0-1 0 0 0,0 0-1 0 0,-1 0 1 0 0,1 0 0 0 0,0-1 0 0 0,0 0 0 0 0,0 0 0 0 0,-1 0 0 0 0,1-1 0 0 0,0 0 0 0 0,-1 0 0 0 0,1 0 0 0 0,-1-1 0 0 0,0 0-1 0 0,0 0 1 0 0,8-6 0 0 0,6-6-1035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2:04.84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242 27 4004 0 0,'-19'-18'-446'0'0,"11"16"446"0"0,-1 0 1 0 0,0 0 0 0 0,0 1 0 0 0,1 0 0 0 0,-1 0 0 0 0,0 1-1 0 0,0 1 1 0 0,0-1 0 0 0,1 1 0 0 0,-1 1 0 0 0,0 0 0 0 0,1 0-1 0 0,-1 0 1 0 0,1 1 0 0 0,0 1 0 0 0,-1-1 0 0 0,2 1 0 0 0,-1 1-1 0 0,0-1 1 0 0,1 1 0 0 0,0 0 0 0 0,0 1 0 0 0,-10 11 0 0 0,16-16 8 0 0,0 1 0 0 0,-1 0-1 0 0,1-1 1 0 0,0 1 0 0 0,0 0 0 0 0,1 0 0 0 0,-1 0 0 0 0,0 0 0 0 0,1 0 0 0 0,-1 0 0 0 0,1 0 0 0 0,-1 0 0 0 0,1 0 0 0 0,0 0 0 0 0,0 0 0 0 0,0 0 0 0 0,0 0 0 0 0,1 0 0 0 0,-1 0 0 0 0,0 0 0 0 0,2 3-1 0 0,-1-1 7 0 0,1 0-1 0 0,0-1 1 0 0,0 1-1 0 0,1 0 1 0 0,-1-1-1 0 0,1 0 1 0 0,0 1-1 0 0,0-1 1 0 0,6 5-1 0 0,6 3 17 0 0,0 0-1 0 0,1-2 1 0 0,28 14-1 0 0,-44-23-30 0 0,67 35 50 0 0,87 58-1 0 0,-153-92-38 0 0,1 0 0 0 0,-1-1 0 0 0,0 1 0 0 0,1 0-1 0 0,-1 0 1 0 0,0 0 0 0 0,0-1 0 0 0,1 1 0 0 0,-1 1-1 0 0,0-1 1 0 0,0 0 0 0 0,0 0 0 0 0,0 0 0 0 0,-1 0 0 0 0,1 1-1 0 0,0-1 1 0 0,0 0 0 0 0,-1 1 0 0 0,1-1 0 0 0,-1 1-1 0 0,1-1 1 0 0,-1 1 0 0 0,0-1 0 0 0,1 1 0 0 0,-1-1-1 0 0,0 1 1 0 0,0-1 0 0 0,0 3 0 0 0,-2-1 9 0 0,1-1 0 0 0,0 0 1 0 0,-1 0-1 0 0,1 0 0 0 0,-1 0 1 0 0,0-1-1 0 0,0 1 0 0 0,0 0 1 0 0,0-1-1 0 0,0 1 0 0 0,0-1 1 0 0,0 0-1 0 0,0 1 0 0 0,-1-1 0 0 0,-2 1 1 0 0,-12 4 73 0 0,-1 0 1 0 0,0-1 0 0 0,-26 4-1 0 0,16-4 242 0 0,-56 0-1 0 0,74-5-250 0 0,0 0 0 0 0,0-1 0 0 0,0 0 0 0 0,0-1 0 0 0,0 0 0 0 0,0-1 0 0 0,1 0-1 0 0,-1 0 1 0 0,-10-6 0 0 0,18 7-170 0 0,1 1-1 0 0,-1 0 0 0 0,1 0 0 0 0,-1-1 1 0 0,1 1-1 0 0,0 0 0 0 0,0-1 0 0 0,0 1 1 0 0,-1-1-1 0 0,2 0 0 0 0,-1 1 1 0 0,0-1-1 0 0,0 0 0 0 0,0 0 0 0 0,1 0 1 0 0,-1 1-1 0 0,1-1 0 0 0,0 0 1 0 0,-1 0-1 0 0,1 0 0 0 0,0 0 0 0 0,0 0 1 0 0,0 0-1 0 0,0 0 0 0 0,1 1 0 0 0,-1-1 1 0 0,0 0-1 0 0,1 0 0 0 0,-1 0 1 0 0,1 0-1 0 0,0 1 0 0 0,-1-1 0 0 0,1 0 1 0 0,0 0-1 0 0,0 1 0 0 0,0-1 0 0 0,1 1 1 0 0,-1-1-1 0 0,2-1 0 0 0,8-10-1306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2:05.82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10 48 4320 0 0,'11'-47'2771'0'0,"-10"51"-2763"0"0,1 16-10 0 0,1 30-9 0 0,3 0-1 0 0,2-1 1 0 0,2 0-1 0 0,2 0 1 0 0,20 50 0 0 0,-8-49 4 0 0,52 80 0 0 0,-14-28 35 0 0,-60-98 20 0 0,0-2 21 0 0,-1 1 0 0 0,1 0 0 0 0,-1-1 0 0 0,0 1 0 0 0,0 0 0 0 0,0 0 0 0 0,0 0 0 0 0,0-1 0 0 0,0 7 866 0 0,-6-12-730 0 0,-6-3-128 0 0,0-1-1 0 0,1 0 0 0 0,0-1 1 0 0,0 0-1 0 0,1-1 0 0 0,1 0 1 0 0,-1-1-1 0 0,1 1 0 0 0,1-1 1 0 0,0-1-1 0 0,0 0 0 0 0,1 0 1 0 0,-6-14-1 0 0,-13-31-3 0 0,-24-83 0 0 0,41 115-44 0 0,-26-125 12 0 0,14 53-110 0 0,19 93 54 0 0,0 0-1 0 0,0 0 1 0 0,1 0 0 0 0,-1 0-1 0 0,1 0 1 0 0,0-1-1 0 0,0 1 1 0 0,0 0 0 0 0,0 0-1 0 0,1 0 1 0 0,-1 0-1 0 0,1 0 1 0 0,-1-1 0 0 0,1 1-1 0 0,2-3 1 0 0,-2 5 3 0 0,0-1-1 0 0,1 0 1 0 0,-1 0 0 0 0,1 1-1 0 0,0-1 1 0 0,0 0 0 0 0,0 1-1 0 0,0 0 1 0 0,0-1 0 0 0,0 1-1 0 0,0 0 1 0 0,0 0 0 0 0,0 0-1 0 0,0 1 1 0 0,0-1 0 0 0,1 0-1 0 0,-1 1 1 0 0,0-1 0 0 0,3 1 0 0 0,12-2-29 0 0,-1 1 0 0 0,0 1 0 0 0,0 1 0 0 0,0 0 0 0 0,0 1 0 0 0,0 1 1 0 0,0 0-1 0 0,0 1 0 0 0,0 1 0 0 0,15 7 0 0 0,-11-4 1 0 0,0 1 0 0 0,-1 1 1 0 0,0 1-1 0 0,-1 1 0 0 0,-1 0 0 0 0,0 1 0 0 0,17 18 0 0 0,-31-29 33 0 0,-1 0 1 0 0,1 0-1 0 0,-1 0 0 0 0,0 1 0 0 0,0-1 0 0 0,0 1 0 0 0,-1 0 0 0 0,1-1 0 0 0,-1 1 0 0 0,1 0 0 0 0,-1 0 0 0 0,0 0 0 0 0,0 0 0 0 0,0 0 0 0 0,0 0 0 0 0,-1 0 0 0 0,1 0 0 0 0,-1 1 0 0 0,0-1 0 0 0,0 0 0 0 0,0 4 0 0 0,-2-3 8 0 0,1-1 0 0 0,-1 1 0 0 0,1-1 1 0 0,-1 0-1 0 0,0 0 0 0 0,0 0 0 0 0,-1 0 0 0 0,1 0 0 0 0,-1 0 1 0 0,1-1-1 0 0,-1 1 0 0 0,0-1 0 0 0,0 0 0 0 0,0 0 0 0 0,0 0 1 0 0,0 0-1 0 0,-1 0 0 0 0,-4 1 0 0 0,-20 9 20 0 0,-1-2 0 0 0,-1-2 0 0 0,1 0 0 0 0,-1-2 0 0 0,-1-1 0 0 0,1-2 0 0 0,-41 0 0 0 0,37-8-188 0 0,33 4-24 0 0,-1 1 0 0 0,1 0 0 0 0,0-1 0 0 0,0 0 0 0 0,-1 1 0 0 0,1-1 0 0 0,0 0 0 0 0,0 1 0 0 0,0-1 0 0 0,0 0 0 0 0,0 0 0 0 0,0 0 0 0 0,0 0 0 0 0,0 0 0 0 0,0 0 0 0 0,1 0 0 0 0,-1 0 0 0 0,0 0 0 0 0,1 0 0 0 0,-1-1 0 0 0,1 1 0 0 0,-1-2 0 0 0,-2-9-2237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2:07.19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179 116 5637 0 0,'0'0'-152'0'0,"-6"0"-375"0"0,-18-2 510 0 0,18 2-11 0 0,2 2 0 0 0,-2 0 18 0 0,-5 2-8 0 0,-1 1 0 0 0,2 0-1 0 0,-1 1 1 0 0,-16 11-1 0 0,24-14 15 0 0,0-1 0 0 0,0 0 0 0 0,0 1 0 0 0,1 0 0 0 0,-1-1 0 0 0,1 1 0 0 0,0 0 0 0 0,0 1 0 0 0,0-1 0 0 0,0 0 0 0 0,0 0 0 0 0,1 1 0 0 0,-1-1 0 0 0,1 1 0 0 0,0-1 0 0 0,0 1 0 0 0,0 0 0 0 0,1-1 0 0 0,-1 1 0 0 0,1 0 0 0 0,0 0 0 0 0,1 4 0 0 0,-1-2 9 0 0,2 1 0 0 0,-1-1-1 0 0,1 0 1 0 0,0 0 0 0 0,0 0 0 0 0,0 0 0 0 0,1 0-1 0 0,0 0 1 0 0,0-1 0 0 0,1 1 0 0 0,-1-1 0 0 0,1 0-1 0 0,1 0 1 0 0,-1 0 0 0 0,0-1 0 0 0,10 8-1 0 0,-6-6 58 0 0,0-1-1 0 0,0 0 0 0 0,1 0 1 0 0,0-1-1 0 0,0 0 0 0 0,0 0 1 0 0,0-1-1 0 0,0-1 0 0 0,1 1 1 0 0,10 0-1 0 0,-17-3-35 0 0,-1 1 0 0 0,1-2 0 0 0,0 1-1 0 0,-1 0 1 0 0,1 0 0 0 0,-1-1 0 0 0,1 0 0 0 0,-1 1-1 0 0,1-1 1 0 0,-1 0 0 0 0,1 0 0 0 0,-1 0 0 0 0,1-1-1 0 0,-1 1 1 0 0,0 0 0 0 0,0-1 0 0 0,0 0-1 0 0,0 1 1 0 0,0-1 0 0 0,0 0 0 0 0,0 0 0 0 0,-1 0-1 0 0,1 0 1 0 0,-1-1 0 0 0,1 1 0 0 0,-1 0 0 0 0,0 0-1 0 0,0-1 1 0 0,0 1 0 0 0,0-1 0 0 0,0 1 0 0 0,-1-1-1 0 0,1 0 1 0 0,0-2 0 0 0,0-3 7 0 0,1 1 0 0 0,-1 0-1 0 0,-1-1 1 0 0,1 1 0 0 0,-1-1 0 0 0,0 1-1 0 0,-1 0 1 0 0,0-1 0 0 0,0 1 0 0 0,-4-11 0 0 0,3 11-20 0 0,-2 0 0 0 0,1 1 0 0 0,-1-1 0 0 0,0 1 0 0 0,0 0 0 0 0,-1 0 0 0 0,0 1 0 0 0,0-1 0 0 0,0 1 0 0 0,0 0 0 0 0,-10-6 0 0 0,-2 0-7 0 0,-1 1-1 0 0,-33-14 0 0 0,25 13-9 0 0,-54-19-10 0 0,78 30-27 0 0,50-20-217 0 0,179-19-95 0 0,-225 38 366 0 0,51-9 200 0 0,-52 11-221 0 0,0-1-1 0 0,0 1 0 0 0,0-1 1 0 0,0 1-1 0 0,0-1 0 0 0,0 1 1 0 0,0 0-1 0 0,0-1 1 0 0,0 1-1 0 0,0 0 0 0 0,-1 0 1 0 0,1-1-1 0 0,0 1 0 0 0,0 0 1 0 0,-1 0-1 0 0,1 0 0 0 0,0 0 1 0 0,-1 0-1 0 0,1 0 1 0 0,-1 0-1 0 0,1 1 0 0 0,-1-1 1 0 0,0 0-1 0 0,0 0 0 0 0,1 0 1 0 0,-1 0-1 0 0,0 0 1 0 0,0 1-1 0 0,0-1 0 0 0,0 0 1 0 0,0 0-1 0 0,0 0 0 0 0,0 1 1 0 0,-1 1-1 0 0,-7 65-115 0 0,3-24 81 0 0,6-22 31 0 0,1 0 0 0 0,2 0 0 0 0,9 36 1 0 0,2 14 11 0 0,-10-23 2848 0 0,-5-49-2812 0 0,-10-9 78 0 0,1-1 1 0 0,0 0-1 0 0,0-1 1 0 0,1 0 0 0 0,0 0-1 0 0,1-1 1 0 0,1 0-1 0 0,0 0 1 0 0,0 0-1 0 0,-4-17 1 0 0,4 13-106 0 0,1-1-1 0 0,1 0 1 0 0,1 0 0 0 0,0 0 0 0 0,1 0 0 0 0,1 0 0 0 0,1-1-1 0 0,1-17 1 0 0,-1 32-30 0 0,1 0 0 0 0,-1 1 0 0 0,1-1 0 0 0,0 0 0 0 0,-1 1 0 0 0,1-1 0 0 0,0 1 0 0 0,0-1 0 0 0,1 1 0 0 0,-1 0 0 0 0,0-1 0 0 0,1 1 0 0 0,0 0 0 0 0,-1 0 0 0 0,1 0 0 0 0,0 0 0 0 0,0 0 0 0 0,0 0 0 0 0,0 1 0 0 0,3-2 0 0 0,-1 1-13 0 0,0 0 1 0 0,1 0-1 0 0,-1 1 1 0 0,1-1 0 0 0,-1 1-1 0 0,1 0 1 0 0,-1 1-1 0 0,1-1 1 0 0,0 1-1 0 0,8 0 1 0 0,1 1-31 0 0,0 1 1 0 0,1 1 0 0 0,-1 0-1 0 0,0 1 1 0 0,-1 0-1 0 0,23 11 1 0 0,-20-7 7 0 0,0 1 1 0 0,0 1 0 0 0,-1 1-1 0 0,-1 0 1 0 0,1 1 0 0 0,22 25-1 0 0,-30-29 42 0 0,-1-1-1 0 0,0 1 0 0 0,0 0 0 0 0,-1 0 0 0 0,0 1 0 0 0,0-1 0 0 0,-1 1 0 0 0,0 0 0 0 0,-1 1 1 0 0,0-1-1 0 0,0 1 0 0 0,-1-1 0 0 0,0 1 0 0 0,0 12 0 0 0,-2-19-4 0 0,0 0 0 0 0,0 0 0 0 0,-1 0 0 0 0,1 0 0 0 0,-1 0 0 0 0,0 0 0 0 0,1 0 1 0 0,-1-1-1 0 0,-1 1 0 0 0,1 0 0 0 0,0-1 0 0 0,-1 1 0 0 0,1-1 0 0 0,-1 1 0 0 0,0-1 0 0 0,-3 4 0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2:08.17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271 21 5677 0 0,'0'0'-267'0'0,"-16"-13"-701"0"0,5 10 947 0 0,1 1 1 0 0,0 1 0 0 0,-1 0 0 0 0,1 0-1 0 0,-1 1 1 0 0,1 1 0 0 0,-1 0 0 0 0,1 0-1 0 0,0 1 1 0 0,-1 0 0 0 0,1 0-1 0 0,0 2 1 0 0,0-1 0 0 0,1 1 0 0 0,-1 0-1 0 0,1 1 1 0 0,0 0 0 0 0,0 1-1 0 0,0 0 1 0 0,1 0 0 0 0,0 1 0 0 0,0 0-1 0 0,-9 11 1 0 0,15-16 26 0 0,1-1-1 0 0,0 1 1 0 0,0 0 0 0 0,0-1 0 0 0,-1 1-1 0 0,2 0 1 0 0,-1 0 0 0 0,0 0 0 0 0,0 0-1 0 0,1 0 1 0 0,-1 0 0 0 0,1 0-1 0 0,-1 0 1 0 0,1 0 0 0 0,0 0 0 0 0,0 0-1 0 0,0 0 1 0 0,0 0 0 0 0,0 0 0 0 0,1 0-1 0 0,0 4 1 0 0,0-2 0 0 0,1 0 1 0 0,0 0-1 0 0,0 0 0 0 0,1 0 1 0 0,-1-1-1 0 0,1 1 0 0 0,0-1 1 0 0,-1 1-1 0 0,7 5 0 0 0,7 4 6 0 0,1-1 0 0 0,0 0 0 0 0,26 13 0 0 0,-37-22-7 0 0,44 24 3 0 0,-28-18-20 0 0,0 2 1 0 0,-1 1-1 0 0,-1 1 0 0 0,0 0 1 0 0,-1 2-1 0 0,-1 0 0 0 0,21 21 1 0 0,-38-35 19 0 0,0 1 1 0 0,0-1 0 0 0,1 0-1 0 0,-1 1 1 0 0,0-1-1 0 0,0 1 1 0 0,0 0 0 0 0,-1-1-1 0 0,1 1 1 0 0,0 0-1 0 0,0 0 1 0 0,-1-1 0 0 0,1 1-1 0 0,-1 0 1 0 0,0 0 0 0 0,0 0-1 0 0,1-1 1 0 0,-1 1-1 0 0,0 0 1 0 0,0 0 0 0 0,-1 0-1 0 0,1 0 1 0 0,0 0-1 0 0,-1-1 1 0 0,1 1 0 0 0,-1 0-1 0 0,0 2 1 0 0,-2-1 17 0 0,1-1-1 0 0,0 1 1 0 0,-1 0 0 0 0,0-1-1 0 0,0 0 1 0 0,1 1 0 0 0,-1-1-1 0 0,0 0 1 0 0,-1-1 0 0 0,1 1-1 0 0,0 0 1 0 0,-1-1 0 0 0,-3 1-1 0 0,-14 5 116 0 0,-1-2 1 0 0,-1 0-1 0 0,-30 1 0 0 0,52-6-136 0 0,-11 2 198 0 0,1 0 0 0 0,-1-1-1 0 0,1-1 1 0 0,-1 0 0 0 0,0 0 0 0 0,1-1 0 0 0,-1-1 0 0 0,1 0-1 0 0,0 0 1 0 0,-1-1 0 0 0,-14-6 0 0 0,25 8-184 0 0,0 0-1 0 0,-1 1 1 0 0,1-1 0 0 0,0 0-1 0 0,0 0 1 0 0,0 0 0 0 0,0 1-1 0 0,-1-1 1 0 0,1 0 0 0 0,0 0-1 0 0,1-1 1 0 0,-1 1 0 0 0,0 0-1 0 0,0 0 1 0 0,0 0 0 0 0,1-1-1 0 0,-1 1 1 0 0,0 0 0 0 0,1-1-1 0 0,0 1 1 0 0,-1 0 0 0 0,1-1-1 0 0,0 1 1 0 0,-1-1 0 0 0,1 1-1 0 0,0-1 1 0 0,0 1 0 0 0,0-2-1 0 0,1 0-14 0 0,0 0-1 0 0,1 1 0 0 0,-1-1 0 0 0,0 0 0 0 0,1 1 0 0 0,0-1 0 0 0,-1 1 0 0 0,1-1 0 0 0,0 1 0 0 0,0 0 0 0 0,1 0 0 0 0,3-3 0 0 0,8-6-91 0 0,1 1 0 0 0,0 1 0 0 0,22-10 0 0 0,35-14-32 0 0,91-48-415 0 0,-146 71 766 0 0,0-1 0 0 0,-1-1 0 0 0,-1 0 0 0 0,0-2 1 0 0,0 1-1 0 0,24-32 0 0 0,-27 15 486 0 0,-12 29-535 0 0,-4 2-188 0 0,0 0 0 0 0,-1 0 1 0 0,1 0-1 0 0,0 0 0 0 0,0 1 0 0 0,0 0 1 0 0,1 0-1 0 0,-1 0 0 0 0,0 0 0 0 0,1 0 1 0 0,-1 1-1 0 0,1-1 0 0 0,0 1 0 0 0,0 0 1 0 0,0 0-1 0 0,0 1 0 0 0,0-1 0 0 0,1 0 1 0 0,-1 1-1 0 0,1 0 0 0 0,0-1 0 0 0,0 1 1 0 0,-1 5-1 0 0,1-6-7 0 0,0 1 0 0 0,0 0 1 0 0,1 0-1 0 0,-1 0 0 0 0,1 0 0 0 0,0 0 1 0 0,0 0-1 0 0,1 0 0 0 0,-1 0 0 0 0,1 0 1 0 0,0 0-1 0 0,0 1 0 0 0,0-1 0 0 0,1 0 1 0 0,-1 0-1 0 0,1 0 0 0 0,0 0 0 0 0,0 0 1 0 0,1 0-1 0 0,-1 0 0 0 0,1 0 0 0 0,0-1 1 0 0,4 7-1 0 0,2-3 9 0 0,0 0 0 0 0,0 0 0 0 0,1-1 1 0 0,0 0-1 0 0,1 0 0 0 0,-1-1 0 0 0,1-1 0 0 0,0 1 1 0 0,20 4-1 0 0,104 20-23 0 0,-95-22 5 0 0,24 4-359 0 0,103 3 1 0 0,-117-13-1457 0 0,56-8-1 0 0,-39-2-1146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16.68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 32 24575,'-1'-14'0,"1"-4"0,6 28 0,1 17 0,-1 1 0,-2 0 0,0 1 0,-1 33 0,-1-22 0,8 49 0,0-16 0,-5-64-1365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17.99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611 51 24575,'-6'-5'0,"1"0"0,-1 0 0,-1 1 0,1-1 0,0 1 0,-1 1 0,0-1 0,0 1 0,0 1 0,0-1 0,-1 1 0,1 0 0,-1 1 0,1-1 0,-11 1 0,6 1 0,-1 1 0,1 0 0,-1 1 0,1 1 0,0 0 0,0 0 0,0 1 0,-19 9 0,2 3 0,1 0 0,1 2 0,0 1 0,1 2 0,1 0 0,-29 33 0,38-37 0,0 2 0,1 0 0,1 1 0,1 0 0,1 1 0,1 0 0,0 1 0,-11 36 0,18-41 0,0 0 0,1 0 0,0 0 0,2 0 0,0 0 0,1 0 0,0 1 0,2-1 0,0 0 0,1 0 0,0 0 0,11 29 0,-8-30 0,0 0 0,1 0 0,1 0 0,1-1 0,0-1 0,1 1 0,0-1 0,1-1 0,1 0 0,0 0 0,0-1 0,2-1 0,-1 0 0,1-1 0,1-1 0,0 0 0,0-1 0,1 0 0,0-1 0,0-1 0,19 5 0,-2-1 0,0-1 0,0-2 0,1-1 0,-1-1 0,56 0 0,-74-6 0,0 0 0,0 0 0,-1-2 0,1 1 0,-1-2 0,1 0 0,-1-1 0,-1 0 0,1-1 0,16-10 0,-10 2 0,0 0 0,0-2 0,-2 0 0,0-1 0,22-26 0,-29 29 0,0 0 0,-1 0 0,0 0 0,-1-2 0,-1 1 0,0-1 0,-1 0 0,-1-1 0,0 1 0,4-24 0,-4 13 0,-4 18 0,0 0 0,0 0 0,0 0 0,-1 0 0,-1 0 0,0-1 0,0 1 0,-1 0 0,-3-17 0,0 8 0,0-4 0,0 1 0,-2 0 0,-1 0 0,0 0 0,-1 1 0,-2 1 0,-20-35 0,16 36 0,-2 0 0,1 1 0,-2 0 0,0 2 0,-30-22 0,3 8 0,-63-32 0,38 36-204,51 20-957,-2-1-5665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21.55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56 325 24575,'0'-1'0,"0"0"0,0 1 0,0-1 0,0 0 0,0 0 0,0 0 0,0 1 0,0-1 0,0 0 0,0 0 0,0 1 0,-1-1 0,1 0 0,0 0 0,-1 1 0,1-1 0,0 0 0,-1 1 0,1-1 0,-1 0 0,1 1 0,-1-1 0,1 1 0,-1-1 0,1 1 0,-1-1 0,0 1 0,1-1 0,-1 1 0,0 0 0,1-1 0,-1 1 0,0 0 0,1-1 0,-1 1 0,0 0 0,0 0 0,1 0 0,-1 0 0,0 0 0,0 0 0,-1 0 0,1 0 0,-1 1 0,1-1 0,0 1 0,-1-1 0,1 1 0,0-1 0,-1 1 0,1 0 0,0 0 0,0 0 0,0 0 0,0 0 0,0 0 0,0 0 0,0 0 0,0 0 0,0 0 0,0 1 0,1-1 0,-1 0 0,0 1 0,1-1 0,-1 2 0,-2 10 0,0 0 0,1 1 0,1-1 0,0 1 0,1-1 0,2 22 0,18 81 0,-15-94 0,7 31 0,-10-46 0,-8-36 0,0 4 0,1 0 0,2 0 0,0-1 0,2 1 0,3-48 0,28-143 0,-28 205 0,0-7 0,1 0 0,1 0 0,1 0 0,8-23 0,-11 36 0,1 1 0,-1-1 0,0 1 0,1 0 0,0 0 0,0 0 0,1 0 0,-1 0 0,1 1 0,-1 0 0,1-1 0,0 1 0,0 0 0,1 1 0,-1-1 0,0 1 0,1 0 0,0 0 0,-1 0 0,1 1 0,5-1 0,-6 1 0,1 1 0,-1-1 0,0 1 0,0 1 0,0-1 0,1 0 0,-1 1 0,0 0 0,0 0 0,0 0 0,0 1 0,0-1 0,0 1 0,-1 0 0,1 0 0,0 0 0,-1 0 0,0 1 0,1 0 0,-1-1 0,0 1 0,0 0 0,-1 1 0,1-1 0,3 5 0,4 9 0,1 0 0,-2 1 0,14 36 0,-20-45 0,18 50 0,14 71 0,-32-113 0,-1-1 0,0 33 0,4 20 0,1-55-1365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2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22 73 24575,'-5'0'0,"-5"0"0,3-5 0,7 0 0,8-5 0,7 0 0,5 1 0,4 3 0,1 1 0,2-1 0,0-1 0,0 1 0,-5 2-8191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22.73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272 1 24575,'-34'0'0,"3"-1"0,-51 6 0,73-4 0,0 1 0,0 0 0,0 0 0,0 1 0,0 0 0,1 0 0,0 1 0,0 0 0,0 1 0,-9 6 0,16-10 0,-1 0 0,1 0 0,-1 0 0,1 0 0,-1 0 0,1 1 0,0-1 0,0 0 0,-1 1 0,1-1 0,0 1 0,0 0 0,1-1 0,-1 1 0,0-1 0,0 1 0,1 0 0,-1 0 0,1-1 0,0 1 0,-1 0 0,1 0 0,0 0 0,0 0 0,0 1 0,1 0 0,0-1 0,1 1 0,-1-1 0,0 0 0,1 0 0,-1 0 0,1 1 0,0-2 0,0 1 0,0 0 0,0 0 0,0 0 0,0-1 0,0 1 0,3 0 0,10 6 0,1 0 0,0-2 0,32 9 0,11 0 0,50 14 0,-99-25 0,1 0 0,0 1 0,-1 0 0,0 0 0,0 1 0,0 1 0,10 9 0,-19-16 0,0 1 0,0 0 0,0 0 0,0 0 0,0 0 0,0 0 0,0 0 0,0 0 0,0 1 0,-1-1 0,1 0 0,0 0 0,-1 1 0,1-1 0,-1 0 0,1 1 0,-1-1 0,0 0 0,0 1 0,0-1 0,1 1 0,-1-1 0,0 1 0,-1-1 0,1 0 0,0 1 0,0-1 0,-1 2 0,-1 0 0,1-1 0,-1 1 0,0-1 0,0 1 0,0-1 0,0 0 0,-1 0 0,1 0 0,0 0 0,-1 0 0,0 0 0,-3 1 0,-8 4 0,0-1 0,0-1 0,-1 0 0,-17 4 0,-4-4 0,1-1 0,0-2 0,-1-2 0,-56-5 0,90 5-52,0 0-1,0 0 1,0 0-1,0-1 1,0 1-1,1 0 1,-1-1-1,0 1 1,0-1-1,1 0 1,-1 0-1,0 0 1,1 1-1,-1-1 1,0-1-1,1 1 1,0 0-1,-1 0 1,1-1-1,0 1 0,-1 0 1,1-1-1,0 0 1,0 1-1,-1-3 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23.49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5 369 24575,'-4'-3'0,"13"-5"0,13-5 0,-4 5 0,0-1 0,-1 0 0,-1-1 0,1-1 0,-1-1 0,21-19 0,-34 27 0,1 0 0,-1 0 0,1 0 0,-1-1 0,0 1 0,-1-1 0,1 1 0,-1-1 0,0 0 0,0 0 0,-1 0 0,1 0 0,-1-1 0,0 1 0,0 0 0,-1 0 0,0-1 0,0 1 0,0 0 0,-1-1 0,1 1 0,-1 0 0,0 0 0,-1-1 0,1 1 0,-1 0 0,0 0 0,-5-8 0,2 3 0,-1-1 0,0 1 0,-1 0 0,0 1 0,-1-1 0,0 2 0,0-1 0,-16-12 0,24 21 0,-1-1 0,0 1 0,0-1 0,0 0 0,1 1 0,-1 0 0,0-1 0,0 1 0,0-1 0,0 1 0,0 0 0,0 0 0,0 0 0,0-1 0,0 1 0,0 0 0,0 0 0,0 0 0,0 1 0,0-1 0,0 0 0,0 0 0,0 0 0,0 1 0,0-1 0,0 1 0,-1 0 0,1 0 0,-1 0 0,1 1 0,0-1 0,0 1 0,0-1 0,0 1 0,0 0 0,0-1 0,0 1 0,0 0 0,1 0 0,-1-1 0,0 4 0,0 3 0,-1 0 0,1 0 0,1 0 0,0 1 0,1 12 0,32 234 0,-28-168 0,-5-65 0,1 0 0,1 0 0,6 26 0,-8-46-96,0-1 62,0-1 1,0 1 0,0-1-1,0 1 1,0 0 0,0-1-1,0 1 1,0-1-1,1 1 1,-1-1 0,0 1-1,0 0 1,0-1-1,1 1 1,-1-1 0,0 1-1,1-1 1,-1 1-1,0-1 1,1 0 0,-1 1-1,1-1 1,-1 1-1,0-1 1,1 0 0,-1 1-1,1-1 1,-1 0-1,1 1 1,-1-1 0,1 0-1,0 0 1,-1 0 0,1 0-1,-1 1 1,1-1-1,1 0 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24.34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 58 24575,'0'0'0,"-1"-1"0,1 0 0,-1 1 0,1-1 0,0 0 0,-1 1 0,1-1 0,0 0 0,0 0 0,-1 1 0,1-1 0,0 0 0,0 0 0,0 1 0,0-1 0,0 0 0,0 0 0,0 1 0,0-1 0,0 0 0,0 0 0,1 1 0,-1-1 0,0 0 0,0 0 0,1 1 0,-1-1 0,1 0 0,-1 1 0,0-1 0,1 0 0,-1 1 0,1-1 0,-1 1 0,1-1 0,0 1 0,-1-1 0,1 1 0,0-1 0,-1 1 0,1 0 0,0-1 0,-1 1 0,1 0 0,0-1 0,1 1 0,35-15 0,-14 10 0,0 1 0,43 0 0,-54 3 0,0 2 0,0-1 0,0 1 0,0 1 0,0 1 0,-1-1 0,16 7 0,-25-8 0,0-1 0,0 1 0,0 0 0,0-1 0,0 1 0,-1 0 0,1 1 0,0-1 0,-1 0 0,1 0 0,-1 1 0,1-1 0,-1 1 0,0-1 0,1 1 0,-1-1 0,0 1 0,0 0 0,0 0 0,0 0 0,-1-1 0,1 1 0,0 0 0,-1 0 0,1 0 0,-1 0 0,0 0 0,0 0 0,0 0 0,0 0 0,0 0 0,0 0 0,0 0 0,0 0 0,-1 0 0,1 0 0,-1 0 0,0 0 0,0 0 0,1 0 0,-3 2 0,0 2 0,-1-2 0,1 1 0,-1 0 0,0-1 0,0 0 0,-1 1 0,1-2 0,-1 1 0,0 0 0,0-1 0,0 0 0,0 0 0,-6 2 0,-22 5 0,-1-1 0,0-1 0,0-2 0,-49 2 0,121 7 0,30 1 0,-1 3 0,94 40 0,-156-57-124,-1 0 0,1 0 0,0-1 0,0 0 0,0 1 0,0-2-1,0 1 1,0 0 0,0-1 0,9-1 0,5-2-6702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25.15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239 26 24575,'-1'-1'0,"1"0"0,-1 0 0,1 0 0,-1 0 0,1 0 0,-1 0 0,0 0 0,1 0 0,-1 0 0,0 0 0,0 0 0,0 0 0,0 1 0,0-1 0,0 0 0,0 1 0,0-1 0,0 0 0,0 1 0,0 0 0,0-1 0,0 1 0,-1-1 0,1 1 0,0 0 0,0 0 0,-2 0 0,-39-5 0,37 5 0,-4-1 0,-75 1 0,80 0 0,0 0 0,0 0 0,0 1 0,0 0 0,1 0 0,-1 0 0,0 0 0,0 1 0,0-1 0,1 1 0,-1 0 0,1 0 0,-1 0 0,1 1 0,0-1 0,0 1 0,-3 3 0,5-4 0,0-1 0,1 0 0,0 1 0,-1-1 0,1 0 0,0 1 0,0-1 0,0 0 0,0 1 0,0-1 0,0 0 0,0 1 0,0-1 0,1 1 0,-1-1 0,0 0 0,1 0 0,-1 1 0,1-1 0,-1 0 0,1 0 0,0 1 0,0-1 0,-1 0 0,1 0 0,0 0 0,0 0 0,0 0 0,0 0 0,0-1 0,0 1 0,1 0 0,-1 0 0,0-1 0,0 1 0,1-1 0,0 1 0,56 27 0,-52-26 0,114 56 0,-52-23 0,-67-35 0,1 1 0,-1-1 0,1 1 0,-1 0 0,1 0 0,-1 0 0,1 0 0,-1 0 0,0 0 0,1 0 0,-1 0 0,0 0 0,0 0 0,0 1 0,0-1 0,0 1 0,0-1 0,0 1 0,-1-1 0,1 1 0,-1-1 0,1 1 0,-1-1 0,1 4 0,-1-3 0,-1-1 0,1 0 0,-1 1 0,0-1 0,0 0 0,1 1 0,-1-1 0,0 0 0,0 0 0,0 0 0,0 0 0,0 0 0,-1 0 0,1 0 0,0 0 0,0 0 0,-1-1 0,1 1 0,0 0 0,-1-1 0,1 1 0,-1-1 0,1 1 0,-1-1 0,1 0 0,-1 0 0,-2 0 0,-33 4 0,0-1 0,-1-3 0,-58-6 0,71 2-1365,3-1-5461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28.58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1 228 24575,'22'0'0,"4"-3"0,0 0 0,-1-4 0,49-15 0,77-14 0,2058-120 0,-644 224 0,-1437-42-34,32 10 155,-153-36-212,2 0 1,-2 3-1,2-3 0,-2 0 0,-1-3 1,4 3-1,-4 0 0,4-3 0,-4-1 1,1 4-1,2-3 0,-2 0 0,-1 0 0,0-1 1,14-9-1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29.25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171 4 24575,'-35'-3'0,"47"3"0,85 6 0,265 85 0,-150-42 0,-4 10 0,254 103 0,-456-162 0,1 3 0,-4 1 0,3-4 0,1 3 0,-4 0 0,3 0 0,-3 1 0,4-1 0,-4 0 0,0 0 0,4 4 0,-4-4 0,0 0 0,0 4 0,0-4 0,1 4 0,-1-4 0,0 3 0,0-2 0,4 12 0,-7-13 0,0 4 0,-4-4 0,4 0 0,0 4 0,0-4 0,-3 3 0,3-2 0,-3-1 0,3 3 0,-3-2 0,0-1 0,3 3 0,-4-2 0,1-1 0,0 0 0,0 0 0,0 4 0,-1-4 0,-2 4 0,-23 15 0,-3 1 0,3-3 0,-3-1 0,-64 30 0,-786 269 7,514-201-1379,297-91-5454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45.30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26 2346 24575,'-1'0'0,"0"0"0,1 0 0,-1 1 0,0-1 0,0 0 0,0 0 0,0 0 0,0-1 0,0 1 0,0 0 0,0 0 0,1 0 0,-1-1 0,0 1 0,0 0 0,0-1 0,1 1 0,-1-1 0,0 1 0,0-1 0,1 1 0,-1-1 0,0 0 0,1 1 0,-1-1 0,0 0 0,1 1 0,-1-1 0,1 0 0,0 0 0,-1 0 0,1 1 0,0-1 0,-1 0 0,1 0 0,0 0 0,0 0 0,-1 0 0,1 0 0,0 1 0,0-1 0,0 0 0,0 0 0,1 0 0,-1 0 0,0 0 0,0 0 0,0 0 0,1 1 0,-1-1 0,0 0 0,1 0 0,-1 0 0,1 1 0,-1-1 0,1 0 0,-1 0 0,2 0 0,2-6 0,0 0 0,0 1 0,1 0 0,0 0 0,9-8 0,15-11 0,-1-1 0,-1-1 0,-2-1 0,0-2 0,-2 0 0,-1-1 0,28-56 0,-22 25 0,-2-1 0,26-106 0,2-12 0,-47 149 0,-1 6 0,-1-2 0,0 1 0,-1-36 0,-2 31 0,11-60 0,-4 37 0,11-64 0,-8 52 0,-2 0 0,0-86 0,-9 19 0,-4-113 0,-21 95 0,22 138 0,-1 0 0,0 0 0,-1 0 0,0 1 0,-13-26 0,16 37 0,0 0 0,0 0 0,0 0 0,0 0 0,-1 0 0,1 0 0,-1 0 0,1 1 0,-1-1 0,0 1 0,0-1 0,0 1 0,0-1 0,0 1 0,0 0 0,0 0 0,0 0 0,0 0 0,-1 0 0,1 1 0,0-1 0,0 1 0,-1-1 0,1 1 0,-1 0 0,1 0 0,0 0 0,-1 0 0,1 0 0,0 1 0,-1-1 0,1 1 0,0 0 0,0-1 0,-1 1 0,1 0 0,0 0 0,0 0 0,0 1 0,0-1 0,0 0 0,-3 4 0,-31 23 0,0 2 0,-41 46 0,38-37 0,-45 36 0,82-75 0,5-7 0,12-19 0,23-32 0,-22 35 0,0 1 0,2 1 0,1 0 0,0 1 0,2 1 0,0 1 0,1 1 0,1 1 0,0 1 0,41-19 0,-58 31 0,0 0 0,0 1 0,1 0 0,-1 0 0,1 0 0,-1 1 0,1 0 0,0 0 0,0 1 0,-1 0 0,1 0 0,0 0 0,-1 1 0,1 0 0,0 1 0,-1-1 0,1 1 0,-1 0 0,0 1 0,0 0 0,12 6 0,210 94 0,-202-90 120,-26-13-143,1 1 1,-1-1-1,0 0 1,1 0-1,-1 0 1,0 1-1,1-1 1,-1 0-1,0 0 1,0 1-1,1-1 1,-1 0-1,0 0 1,0 1-1,1-1 1,-1 0-1,0 1 1,0-1-1,0 0 1,0 1-1,1-1 1,-1 1-1,0-1 1,0 0-1,0 1 1,0-1-1,0 0 1,0 1-1,0-1 1,0 1-1,0-1 1,0 0-1,0 1 1,0-1-1,-1 1 1,1-1-1,0 0 1,0 1-1,0-1 1,0 0-1,-1 1 1,1-1-1,0 0 1,0 1-1,0-1 1,-1 0-1,1 0 1,0 1-1,-1-1 1,1 0-1,0 0 1,-1 0-1,1 1 1,0-1-1,-1 0 1,1 0-1,0 0 1,-1 0-1,1 0 1,0 1-1,-1-1 1,1 0-1,-1 0 1,1 0-1,-1 0 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2:15.31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51 108 24575,'-2'-3'0,"1"1"0,-1 0 0,1-1 0,0 1 0,-1-1 0,1 1 0,1-1 0,-1 0 0,0 1 0,1-1 0,-1 0 0,1 1 0,0-1 0,0 0 0,0 0 0,0 1 0,0-1 0,1 0 0,-1 0 0,1 1 0,0-4 0,0 4 0,0 0 0,-1-1 0,1 1 0,-1-1 0,1 1 0,-1 0 0,0-1 0,0 1 0,-1-1 0,1 1 0,0-1 0,-1 1 0,1 0 0,-1-1 0,0 1 0,0 0 0,-2-4 0,3 6 0,-1 0 0,1 0 0,-1 0 0,0 0 0,1 0 0,-1 0 0,0 0 0,1 1 0,-1-1 0,1 0 0,-1 0 0,0 1 0,1-1 0,-1 0 0,1 1 0,-1-1 0,1 1 0,-1-1 0,1 1 0,0-1 0,-1 1 0,1-1 0,-1 1 0,1-1 0,0 1 0,0-1 0,-1 1 0,1 0 0,0-1 0,0 1 0,-1 0 0,-10 21 0,9-16 0,0 0 0,0 0 0,1 1 0,0-1 0,0 0 0,0 1 0,1-1 0,0 1 0,0-1 0,0 0 0,1 1 0,0-1 0,0 1 0,1-1 0,0 0 0,0 0 0,0 0 0,1 0 0,0 0 0,0-1 0,0 1 0,1-1 0,0 0 0,8 9 0,-4-7 0,1 0 0,0 0 0,0-1 0,0 0 0,1-1 0,0 0 0,0-1 0,0 0 0,0 0 0,1-1 0,-1 0 0,1-1 0,0 0 0,11 0 0,-8-1 0,0-1 0,1 0 0,-1 0 0,0-1 0,0-1 0,14-4 0,-23 5 0,0-1 0,1 0 0,-1 0 0,0-1 0,-1 1 0,1-1 0,0 0 0,-1 0 0,1-1 0,-1 1 0,0-1 0,0 0 0,-1 0 0,1 0 0,-1-1 0,0 1 0,0-1 0,3-6 0,21-60 0,-25 66 0,-1 0 0,1-1 0,-1 1 0,-1 0 0,1 0 0,-1-1 0,0 1 0,0 0 0,0-1 0,-1 1 0,-2-10 0,3 15 0,0 0 0,0 0 0,0 0 0,0-1 0,0 1 0,0 0 0,0 0 0,0 0 0,0-1 0,-1 1 0,1 0 0,0 0 0,0 0 0,0 0 0,0-1 0,0 1 0,0 0 0,-1 0 0,1 0 0,0 0 0,0 0 0,0-1 0,-1 1 0,1 0 0,0 0 0,0 0 0,0 0 0,0 0 0,-1 0 0,1 0 0,0 0 0,0 0 0,-1 0 0,1 0 0,0 0 0,0 0 0,0 0 0,-1 0 0,1 0 0,0 0 0,0 0 0,0 0 0,-1 0 0,1 0 0,0 1 0,-9 9 0,-4 17 0,9-12 0,1 0 0,1 0 0,0 0 0,1 0 0,0 1 0,2-1 0,-1 0 0,2 0 0,5 23 0,2 51 0,-9-64 0,-1-20 0,0 1 0,1-1 0,0 1 0,0-1 0,0 1 0,1-1 0,0 1 0,0-1 0,0 1 0,3 5 0,5-5-1365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2:16.88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710 100 24575,'-1'-2'0,"1"-1"0,-1 1 0,0 0 0,0-1 0,0 1 0,0 0 0,0-1 0,0 1 0,-1 0 0,1 0 0,-1 0 0,1 0 0,-1 0 0,0 1 0,0-1 0,0 0 0,0 1 0,0-1 0,-3-1 0,-49-25 0,44 23 0,-3 0 0,0 0 0,0 2 0,0-1 0,-1 2 0,1-1 0,-1 2 0,1 0 0,-1 1 0,0 0 0,1 1 0,-1 0 0,-23 6 0,7 0 0,-1 2 0,2 1 0,-1 2 0,-40 21 0,53-23 0,1 1 0,0 0 0,1 1 0,0 1 0,1 0 0,0 1 0,1 1 0,1 0 0,0 1 0,1 0 0,1 0 0,0 1 0,2 1 0,0 0 0,0 0 0,2 0 0,0 1 0,1 0 0,2 0 0,-3 24 0,5-31 0,1-1 0,0 1 0,1 0 0,0-1 0,1 1 0,0-1 0,1 1 0,0-1 0,1 0 0,0 0 0,0 0 0,2-1 0,10 18 0,-3-8 0,2-1 0,0 0 0,1-1 0,0-1 0,33 26 0,-30-29 0,2 0 0,0-2 0,0 0 0,1-2 0,0 0 0,38 10 0,5-3 0,76 10 0,-107-22 0,-1-2 0,1-1 0,0-2 0,-1-2 0,1 0 0,48-11 0,-61 8 0,0-1 0,0 0 0,-1-1 0,0-2 0,0 0 0,-1-1 0,0-1 0,-1 0 0,0-2 0,-1 0 0,19-19 0,-27 24 0,-1-1 0,0 0 0,-1 0 0,0-1 0,0 0 0,-1 0 0,-1-1 0,1 0 0,-2 0 0,1 0 0,-2 0 0,1-1 0,-2 1 0,0-1 0,0 0 0,-1 0 0,0 0 0,-1 0 0,0 1 0,-1-1 0,0 0 0,-1 0 0,-1 0 0,0 1 0,0-1 0,-1 1 0,0 0 0,-11-18 0,3 8 0,-1 1 0,-2 0 0,1 1 0,-2 1 0,-1 1 0,0 0 0,-1 1 0,0 1 0,-29-18 0,17 15 0,-1 1 0,-1 1 0,0 2 0,-1 2 0,-61-16 0,-58-6-1365,130 28-5461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2:43.95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122 34 24575,'0'-1'0,"0"0"0,0-1 0,0 1 0,-1-1 0,1 1 0,0 0 0,-1-1 0,1 1 0,-1 0 0,1-1 0,-1 1 0,1 0 0,-1 0 0,0-1 0,0 1 0,0 0 0,0 0 0,0 0 0,0 0 0,0 0 0,0 0 0,0 1 0,0-1 0,0 0 0,-1 0 0,1 1 0,0-1 0,-1 1 0,1-1 0,0 1 0,-1 0 0,1-1 0,0 1 0,-1 0 0,1 0 0,-1 0 0,-1 0 0,-1 0 0,0 0 0,1 1 0,-1-1 0,1 1 0,-1-1 0,0 1 0,1 0 0,-1 1 0,1-1 0,0 1 0,0-1 0,-1 1 0,-3 3 0,4-2 0,0 0 0,0 1 0,0-1 0,1 1 0,-1 0 0,1 0 0,0 0 0,0 0 0,0 0 0,0 0 0,1 1 0,0-1 0,0 0 0,0 1 0,0-1 0,1 6 0,0-8 0,0 0 0,0 0 0,0-1 0,0 1 0,0 0 0,1-1 0,-1 1 0,1 0 0,0-1 0,-1 1 0,1-1 0,0 1 0,0-1 0,0 1 0,0-1 0,0 0 0,0 1 0,0-1 0,0 0 0,1 0 0,-1 0 0,0 0 0,1 0 0,-1 0 0,1 0 0,-1 0 0,1-1 0,-1 1 0,1-1 0,0 1 0,-1-1 0,1 1 0,0-1 0,-1 0 0,1 0 0,0 0 0,0 0 0,-1 0 0,1 0 0,0 0 0,-1-1 0,1 1 0,0-1 0,2 0 0,8-2 0,1 0 0,0-1 0,16-8 0,-27 12 0,1-1 0,0 0 0,-1 0 0,1-1 0,-1 1 0,0-1 0,1 1 0,-1-1 0,0 0 0,0 0 0,0 1 0,0-2 0,0 1 0,0 0 0,-1 0 0,1 0 0,-1-1 0,1 1 0,-1-1 0,0 1 0,1-6 0,-2 7 0,0 1 0,0-1 0,0 0 0,0 1 0,0-1 0,0 0 0,0 1 0,0-1 0,0 0 0,-1 1 0,1-1 0,0 1 0,-1-1 0,1 0 0,0 1 0,-1-1 0,1 1 0,0-1 0,-1 1 0,1-1 0,-1 1 0,1-1 0,-1 1 0,0 0 0,1-1 0,-1 1 0,1 0 0,-1-1 0,0 1 0,0-1 0,-27 2 0,24 0 0,-1 1 0,1-1 0,-1 1 0,1-1 0,-1 1 0,1 1 0,0-1 0,0 1 0,-5 3 0,-16 19-1365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2:45.10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182 20 24575,'0'-1'0,"0"0"0,-1 0 0,1 0 0,-1 0 0,1 0 0,-1 0 0,1 0 0,-1 0 0,0 0 0,1 0 0,-1 1 0,0-1 0,0 0 0,0 0 0,0 1 0,0-1 0,1 0 0,-1 1 0,0-1 0,0 1 0,0-1 0,-1 1 0,1 0 0,0-1 0,0 1 0,0 0 0,0 0 0,0 0 0,0 0 0,0 0 0,0 0 0,-1 0 0,1 0 0,-1 0 0,-40 5 0,35-3 0,0 1 0,1-1 0,-1 1 0,1 1 0,-8 4 0,12-7 0,1 0 0,-1 0 0,0 0 0,1 0 0,-1 1 0,1-1 0,-1 1 0,1-1 0,0 1 0,0-1 0,-1 1 0,1 0 0,0 0 0,0 0 0,1-1 0,-1 1 0,0 0 0,1 0 0,-1 0 0,1 0 0,0 0 0,-1 3 0,1-4 0,0 0 0,1-1 0,-1 1 0,0 0 0,0-1 0,0 1 0,1 0 0,-1-1 0,0 1 0,1-1 0,-1 1 0,0 0 0,1-1 0,-1 1 0,1-1 0,-1 1 0,1-1 0,-1 1 0,1-1 0,-1 0 0,1 1 0,-1-1 0,1 1 0,0-1 0,-1 0 0,1 0 0,0 1 0,-1-1 0,1 0 0,1 0 0,27-3 0,-26 2 0,1 0 0,-1 0 0,0 0 0,0 0 0,0-1 0,0 1 0,0-1 0,0 0 0,-1 0 0,1 0 0,-1 0 0,1 0 0,-1 0 0,4-5 0,-6 7 0,0 0 0,0 0 0,0 0 0,0-1 0,0 1 0,0 0 0,0 0 0,0 0 0,0 0 0,0 0 0,0-1 0,0 1 0,0 0 0,0 0 0,0 0 0,0 0 0,0 0 0,0-1 0,0 1 0,0 0 0,0 0 0,-1 0 0,1 0 0,0 0 0,0 0 0,0 0 0,0-1 0,0 1 0,0 0 0,0 0 0,0 0 0,-1 0 0,1 0 0,0 0 0,0 0 0,0 0 0,0 0 0,0 0 0,-1 0 0,1 0 0,0 0 0,0 0 0,0-1 0,0 1 0,0 0 0,-1 0 0,1 1 0,0-1 0,0 0 0,0 0 0,0 0 0,-1 0 0,-12 3 0,-10 9 0,13 1 0,13-5 0,-1-7 0,0-1 0,0 1 0,0-1 0,0 1 0,0-1 0,0 0 0,0 0 0,0 0 0,0 0 0,0 0 0,0-1 0,2 0 0,-3 1 0,1 0 0,-1 0 0,0-1 0,1 1 0,-1 0 0,0-1 0,0 1 0,1-1 0,-1 0 0,0 1 0,0-1 0,0 0 0,0 0 0,0 1 0,0-1 0,0 0 0,1-2 0,-6-6 0,-16-1 0,14 8-114,0 1 1,0 0-1,-1 0 0,1 0 0,0 1 1,0 0-1,0 0 0,-1 0 0,1 1 1,0 0-1,-12 4 0,0 0-6712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2:58.21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 62 24575,'0'0'0,"0"0"0,0 0 0,-1 1 0,1-1 0,0 0 0,0 0 0,0 0 0,0 0 0,-1 0 0,1 0 0,0 0 0,0 0 0,0 0 0,0 0 0,-1 0 0,1 0 0,0 0 0,0 0 0,0 0 0,-1 0 0,1 0 0,0 0 0,0 0 0,0-1 0,0 1 0,-1 0 0,1 0 0,0 0 0,0 0 0,0 0 0,0 0 0,0 0 0,0-1 0,-1 1 0,1 0 0,0 0 0,0 0 0,0 0 0,0 0 0,0-1 0,0 1 0,0 0 0,0 0 0,0 0 0,0-1 0,0 1 0,0 0 0,0 0 0,0 0 0,0 0 0,0-1 0,0 1 0,0 0 0,0 0 0,-1 1 0,1 0 0,0 0 0,0 0 0,-1 0 0,1 1 0,0-1 0,0 0 0,0 0 0,0 0 0,0 0 0,1 1 0,-1-1 0,0 0 0,1 0 0,-1 0 0,0 0 0,1 0 0,-1 0 0,1 1 0,1 0 0,13 16 0,0 0 0,2-1 0,0-1 0,1-1 0,0 0 0,31 18 0,-20-13 0,3 2 0,0-2 0,1-1 0,1-1 0,1-2 0,40 12 0,-15-11 0,0-3 0,2-2 0,77 4 0,-101-14 0,-1-2 0,1-2 0,0-1 0,-1-2 0,1-2 0,41-12 0,25-17 0,-2-4 0,176-98 0,-199 100 0,-56 29 0,-1-1 0,0-1 0,-1-1 0,0-1 0,-1-1 0,36-32 0,-46 30-1365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2:59.04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8 24575,'0'-8'0,"0"11"0,8 17 0,3-6 0,0 0 0,1 0 0,0-1 0,2-1 0,-1 0 0,1-1 0,19 11 0,-12-7 0,0 1 0,24 24 0,-44-39-34,0-1 0,0 1 0,-1 0 0,1-1 0,0 1-1,0 0 1,-1 0 0,1-1 0,0 1 0,-1 0 0,1 0 0,-1 0 0,1 0-1,-1 0 1,0 0 0,1 0 0,-1 0 0,0 0 0,0 0 0,1 0-1,-1 0 1,0 0 0,0 0 0,0 0 0,0 0 0,0 0 0,-1 0 0,1 0-1,0 0 1,0 0 0,-1 0 0,1-1 0,0 1 0,-1 0 0,1 0 0,-1 0-1,1 0 1,-1 0 0,-1 1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3:00.60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317 240 24575,'-8'-2'0,"1"0"0,-1-1 0,1 0 0,-1 0 0,1 0 0,0-1 0,0 0 0,1-1 0,-1 0 0,1 0 0,0 0 0,-6-7 0,-4-2 0,-66-47 0,-24-19 0,105 79-91,-1-1 0,1 1 0,-1-1 0,1 1 0,-1-1 0,1 0 0,0 0 0,0 0 0,0 1 0,0-1 0,0 0 0,1 0 0,-1 0 0,0-3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3:01.14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504 1 24575,'-12'1'0,"-1"0"0,0 1 0,1 0 0,0 1 0,-1 0 0,1 1 0,1 0 0,-20 11 0,-9 7 0,-40 31 0,23-15 0,-122 94-1365,160-120-5461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3:03.02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244 64 24575,'-7'-7'0,"0"0"0,-1 0 0,0 1 0,0 0 0,0 0 0,-1 1 0,1 0 0,-15-5 0,19 9 0,0 0 0,0 0 0,0 0 0,0 1 0,0-1 0,0 1 0,0 0 0,0 0 0,0 1 0,0-1 0,1 1 0,-1 0 0,0 0 0,0 0 0,0 0 0,1 1 0,-1 0 0,1 0 0,-1 0 0,1 0 0,0 0 0,-1 0 0,1 1 0,-3 3 0,0 0 0,1-1 0,0 1 0,0 0 0,0 1 0,1-1 0,0 1 0,0-1 0,1 1 0,-1 1 0,2-1 0,-1 0 0,-2 13 0,5-17 0,-1 0 0,1 0 0,0 0 0,0 0 0,0 0 0,1 0 0,-1 1 0,1-1 0,0 0 0,-1 0 0,1 0 0,1-1 0,-1 1 0,0 0 0,1 0 0,-1-1 0,1 1 0,0 0 0,0-1 0,0 0 0,0 1 0,0-1 0,1 0 0,-1 0 0,1 0 0,-1-1 0,1 1 0,0-1 0,-1 1 0,1-1 0,0 0 0,0 0 0,4 1 0,1 0 0,1 0 0,-1 0 0,0-1 0,1 0 0,-1-1 0,1 0 0,-1 0 0,1 0 0,-1-1 0,0-1 0,1 0 0,-1 0 0,9-3 0,-12 3 0,-1 0 0,1 0 0,-1 0 0,1 0 0,-1-1 0,0 0 0,0 0 0,0 0 0,0 0 0,-1-1 0,1 1 0,-1-1 0,0 0 0,0 0 0,0 0 0,-1-1 0,1 1 0,-1-1 0,0 1 0,0-1 0,-1 0 0,0 1 0,2-9 0,-3 9 0,0 1 0,1 0 0,-2-1 0,1 1 0,0 0 0,-1-1 0,0 1 0,1 0 0,-1-1 0,0 1 0,-1 0 0,1 0 0,-1 0 0,1 0 0,-1 0 0,0 0 0,0 1 0,0-1 0,0 1 0,-1-1 0,1 1 0,-1 0 0,0 0 0,1 0 0,-1 0 0,0 0 0,0 1 0,0-1 0,0 1 0,0 0 0,-6-2 0,2 1 0,0 0 0,0 1 0,0-1 0,-1 1 0,1 1 0,0 0 0,0 0 0,0 0 0,-1 1 0,1 0 0,0 0 0,0 1 0,0-1 0,-7 5 0,4-1 0,0 1 0,0 0 0,1 1 0,0 0 0,-9 10 0,15-14 0,0 0 0,0 0 0,0 1 0,1-1 0,-1 1 0,1 0 0,-3 6 0,4-8 0,1-1 0,0 1 0,-1-1 0,1 0 0,0 1 0,0-1 0,0 1 0,0-1 0,0 0 0,0 1 0,0-1 0,0 1 0,0-1 0,1 0 0,-1 1 0,1-1 0,-1 0 0,1 1 0,-1-1 0,1 0 0,0 0 0,1 3 0,0-3 0,0 1 0,0-1 0,0 0 0,0 0 0,1 0 0,-1 0 0,0 0 0,0-1 0,1 1 0,-1-1 0,0 1 0,1-1 0,-1 0 0,1 0 0,-1 0 0,0 0 0,1 0 0,-1-1 0,0 1 0,1-1 0,-1 1 0,0-1 0,0 0 0,1 0 0,-1 0 0,0 0 0,2-2 0,3 0 0,0-1 0,0 0 0,-1 0 0,1-1 0,-1 1 0,0-1 0,7-8 0,-13 12 0,1 1 0,-1 0 0,1-1 0,-1 1 0,1-1 0,-1 1 0,1-1 0,-1 0 0,0 1 0,1-1 0,-1 1 0,0-1 0,1 0 0,-1 1 0,0-1 0,0 0 0,0 1 0,0-1 0,0 0 0,1 1 0,-1-1 0,0 0 0,0 1 0,-1-1 0,1 0 0,0 1 0,0-1 0,0 0 0,-1 0 0,-16-2 0,-26 16 0,29 0-1365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3:04.47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248 25 24575,'-3'-3'0,"-1"1"0,0-1 0,1 1 0,-1 0 0,0 0 0,0 0 0,-1 0 0,1 1 0,0-1 0,-1 1 0,1 0 0,0 0 0,-1 1 0,1 0 0,-1-1 0,1 2 0,-1-1 0,1 0 0,-1 1 0,1 0 0,-6 1 0,1 0 0,1 1 0,0 0 0,0 0 0,0 1 0,0 0 0,0 0 0,1 1 0,0 0 0,0 0 0,-6 7 0,7-6 0,0 1 0,0-1 0,1 2 0,0-1 0,1 0 0,-1 1 0,1 0 0,1 0 0,0 0 0,0 0 0,0 0 0,-1 13 0,3-18 0,1 0 0,0 1 0,0-1 0,0 0 0,0 1 0,1-1 0,-1 0 0,1 0 0,0 1 0,0-1 0,0 0 0,0 0 0,1 0 0,-1 0 0,1 0 0,0 0 0,0 0 0,0-1 0,0 1 0,0-1 0,0 1 0,1-1 0,-1 0 0,1 0 0,0 0 0,-1 0 0,1-1 0,0 1 0,0-1 0,0 1 0,0-1 0,1 0 0,-1 0 0,0-1 0,5 2 0,2 0 0,1-1 0,-1 1 0,0-2 0,0 0 0,1 0 0,-1 0 0,0-1 0,0-1 0,0 0 0,0 0 0,17-7 0,-23 8 0,-1-1 0,1 0 0,0 0 0,-1 0 0,1 0 0,-1-1 0,0 1 0,1-1 0,-1 0 0,0 0 0,-1 0 0,1 0 0,-1 0 0,1-1 0,-1 1 0,0-1 0,0 0 0,0 1 0,-1-1 0,1 0 0,-1 0 0,0 0 0,0 0 0,-1 0 0,1-1 0,-1 1 0,0 0 0,0 0 0,0 0 0,0 0 0,-2-7 0,1 9 0,1 0 0,-1-1 0,1 1 0,-1-1 0,0 1 0,0 0 0,0-1 0,0 1 0,-1 0 0,1 0 0,0 0 0,-1 0 0,0 0 0,1 0 0,-1 0 0,0 1 0,0-1 0,0 0 0,0 1 0,0 0 0,0-1 0,-1 1 0,-4-2 0,3 2 0,0 0 0,0 1 0,-1-1 0,1 1 0,0 0 0,-1 0 0,1 0 0,-1 0 0,1 1 0,0 0 0,0 0 0,-1 0 0,-4 2 0,4-1 0,1 0 0,-1 0 0,1 1 0,-1-1 0,1 1 0,0 0 0,0 0 0,0 0 0,0 1 0,1 0 0,-6 6 0,7-7 0,1-1 0,-1 0 0,1 1 0,0 0 0,0-1 0,0 1 0,0 0 0,0-1 0,1 1 0,-1 0 0,1 0 0,0 0 0,-1 0 0,1 0 0,1-1 0,-1 1 0,0 0 0,1 0 0,-1 0 0,1-1 0,1 5 0,-1-6 0,-1 1 0,1-1 0,-1 0 0,1 0 0,0 1 0,-1-1 0,1 0 0,0 0 0,0 0 0,0 0 0,0 0 0,0 0 0,0 0 0,0 0 0,0 0 0,0-1 0,0 1 0,0 0 0,1-1 0,-1 1 0,0-1 0,1 1 0,-1-1 0,0 0 0,2 1 0,0-1 0,-1 0 0,1-1 0,-1 1 0,1-1 0,-1 1 0,1-1 0,-1 0 0,0 0 0,1 0 0,-1 0 0,0 0 0,0 0 0,2-2 0,0 0 0,0 0 0,0 0 0,-1 0 0,1 0 0,-1-1 0,0 1 0,0-1 0,0 0 0,-1 0 0,1 0 0,-1 0 0,0-1 0,0 1 0,2-8 0,-4 12 0,0-1 0,0 0 0,0 0 0,0 1 0,0-1 0,0 0 0,0 0 0,0 1 0,0-1 0,0 0 0,-1 0 0,1 1 0,0-1 0,0 0 0,-1 1 0,1-1 0,-1 0 0,1 1 0,-1-1 0,1 0 0,-1 1 0,1-1 0,-1 1 0,1-1 0,-1 1 0,0-1 0,1 1 0,-1 0 0,0-1 0,1 1 0,-1 0 0,0-1 0,1 1 0,-1 0 0,0 0 0,0 0 0,-2-1 0,0 1 0,0 0 0,1 0 0,-1 0 0,0 1 0,1-1 0,-1 1 0,0-1 0,1 1 0,-6 2 0,6-2 0,1-1 0,-1 1 0,0 0 0,0 0 0,1 0 0,-1 0 0,0 1 0,1-1 0,0 0 0,-1 1 0,1-1 0,0 1 0,-1-1 0,0 3 0,2-3 0,-1 0 0,1 0 0,0 0 0,0-1 0,0 1 0,0 0 0,0 0 0,0 0 0,0-1 0,0 1 0,1 0 0,-1 0 0,0 0 0,0-1 0,1 1 0,-1 0 0,0 0 0,1-1 0,-1 1 0,1 0 0,-1-1 0,1 1 0,-1 0 0,1-1 0,0 1 0,-1-1 0,1 1 0,-1-1 0,1 1 0,0-1 0,0 1 0,-1-1 0,1 0 0,0 1 0,1-1 0,0 1 0,1 0 0,-1 0 0,0 0 0,1 0 0,-1-1 0,1 1 0,-1-1 0,1 1 0,-1-1 0,1 0 0,-1 0 0,1 0 0,-1-1 0,1 1 0,-1-1 0,1 1 0,-1-1 0,5-1 0,-7 1-25,0 1-1,0 0 0,0 0 1,0-1-1,1 1 0,-1 0 1,0 0-1,0-1 0,0 1 1,0 0-1,0-1 0,0 1 0,0 0 1,0 0-1,0-1 0,0 1 1,0 0-1,-1 0 0,1-1 1,0 1-1,0 0 0,0 0 1,0-1-1,0 1 0,0 0 1,0 0-1,-1-1 0,1 1 1,0 0-1,0 0 0,0 0 1,-1-1-1,1 1 0,0 0 1,0 0-1,-1 0 0,1 0 1,0 0-1,0-1 0,-1 1 1,1 0-1,0 0 0,0 0 1,-1 0-1,1 0 0,0 0 1,-1 0-1,1 0 0,0 0 1,0 0-1,-1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0:18.51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34 1 4776 0 0,'-6'38'3739'0'0,"5"-35"-3311"0"0,-25-17-7515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02.98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22 174 5701 0 0,'0'0'189'0'0,"-3"0"-60"0"0,-15 0 1467 0 0,24-15-1398 0 0,-2 10-193 0 0,0 0 0 0 0,0 1-1 0 0,0-1 1 0 0,0 1-1 0 0,1 0 1 0 0,0 0 0 0 0,0 1-1 0 0,0-1 1 0 0,0 1 0 0 0,10-4-1 0 0,68-27-6 0 0,-59 25-15 0 0,23-9-59 0 0,1 2 0 0 0,89-17 0 0 0,-134 33 54 0 0,1 1-4 0 0,-1-1 19 0 0,1 1-1 0 0,-1 0 1 0 0,0 0-1 0 0,1 0 1 0 0,-1 1-1 0 0,0-1 1 0 0,0 1-1 0 0,0-1 1 0 0,0 1-1 0 0,0 0 1 0 0,-1 0-1 0 0,1 1 1 0 0,0-1-1 0 0,-1 0 1 0 0,0 1-1 0 0,1-1 1 0 0,-1 1-1 0 0,0 0 1 0 0,-1 0-1 0 0,4 5 1 0 0,-4-4 7 0 0,0 1 1 0 0,0-1-1 0 0,0 0 1 0 0,0 1-1 0 0,-1-1 1 0 0,0 1-1 0 0,0-1 1 0 0,0 1-1 0 0,0-1 1 0 0,-1 1-1 0 0,0-1 1 0 0,0 1 0 0 0,0-1-1 0 0,0 1 1 0 0,-1-1-1 0 0,-2 5 1 0 0,-4 8 5 0 0,-2 0 0 0 0,0 0 1 0 0,-1-2-1 0 0,0 1 1 0 0,-2-1-1 0 0,1-1 0 0 0,-2 0 1 0 0,-24 19-1 0 0,-133 87 71 0 0,147-105-65 0 0,22-14-15 0 0,-6 3 8 0 0,1-1 0 0 0,0 1 0 0 0,0 0 0 0 0,0 0 0 0 0,1 1 0 0 0,-9 7 0 0 0,15-11-25 0 0,1 0-11 0 0,0 0 26 0 0,1-1 0 0 0,-1 1 0 0 0,1 0 0 0 0,-1 0 0 0 0,1-1 0 0 0,-1 1 0 0 0,1-1 0 0 0,-1 1 0 0 0,1-1 0 0 0,0 0 0 0 0,-1 0 0 0 0,1 0 0 0 0,0 0 0 0 0,-1 0 0 0 0,1 0 0 0 0,0 0 0 0 0,-1 0 0 0 0,1 0 0 0 0,2-1 0 0 0,56-7 4 0 0,-48 7-12 0 0,667-85-49 0 0,-571 74 574 0 0,-106 11-448 0 0,-1 0-185 0 0,-1 0 0 0 0,0 0 0 0 0,0-1 1 0 0,-1 1-1 0 0,1 0 0 0 0,0 0 0 0 0,0-1 0 0 0,-1 1 0 0 0,1 0 0 0 0,0 0 1 0 0,-1 0-1 0 0,1-1 0 0 0,-1 1 0 0 0,0 0 0 0 0,1 0 0 0 0,-1 0 0 0 0,0 0 1 0 0,0 0-1 0 0,0 0 0 0 0,1 0 0 0 0,-3-1 0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04.42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1281 69 5408 0 0,'0'0'-166'0'0,"-39"-28"302"0"0,28 23-58 0 0,1 0 1 0 0,-1 0-1 0 0,0 1 1 0 0,0 1-1 0 0,0 0 1 0 0,-22-3-1 0 0,-77-2 39 0 0,66 6-60 0 0,-1 3-34 0 0,-1 2 0 0 0,1 1 0 0 0,0 3 0 0 0,-56 15 0 0 0,47-10-29 0 0,-18 6 4 0 0,1 3 0 0 0,-121 54 1 0 0,163-60-12 0 0,2 1 0 0 0,0 2 1 0 0,1 0-1 0 0,0 2 1 0 0,2 1-1 0 0,0 0 0 0 0,2 2 1 0 0,-26 32-1 0 0,41-46 1 0 0,0-1 1 0 0,1 1-1 0 0,0 0 0 0 0,0 1 0 0 0,1-1 1 0 0,0 1-1 0 0,1 0 0 0 0,0 0 0 0 0,0 1 0 0 0,1-1 1 0 0,0 1-1 0 0,1 0 0 0 0,1-1 0 0 0,-1 1 0 0 0,2 0 1 0 0,-1 0-1 0 0,2 0 0 0 0,-1 0 0 0 0,2 0 0 0 0,-1 0 1 0 0,1 0-1 0 0,1-1 0 0 0,0 1 0 0 0,1-1 1 0 0,0 0-1 0 0,0 0 0 0 0,1 0 0 0 0,0 0 0 0 0,1-1 1 0 0,9 12-1 0 0,-2-4 11 0 0,2-1 0 0 0,-1-1 0 0 0,2-1 0 0 0,0 0 0 0 0,0-1 0 0 0,2 0 0 0 0,-1-2 0 0 0,2 0 0 0 0,-1-1 0 0 0,1-1 0 0 0,1 0 0 0 0,0-2 0 0 0,28 8 0 0 0,18-2 38 0 0,1-2 1 0 0,124 4-1 0 0,-159-14-31 0 0,70 2 25 0 0,140-16 1 0 0,-177 7 79 0 0,1-4 0 0 0,-1-2 1 0 0,-1-3-1 0 0,-1-3 0 0 0,0-3 1 0 0,-1-2-1 0 0,77-42 0 0 0,-126 57 31 0 0,-1-1 1 0 0,0 0-1 0 0,-1-1 0 0 0,1 0 0 0 0,-2 0 0 0 0,0-2 0 0 0,0 1 1 0 0,-1-1-1 0 0,0-1 0 0 0,-1 1 0 0 0,-1-1 0 0 0,0-1 0 0 0,-1 1 0 0 0,0-1 1 0 0,4-15-1 0 0,-4 7-27 0 0,0 0-1 0 0,-2 0 1 0 0,-1-1 0 0 0,0 1-1 0 0,-2-1 1 0 0,0 0 0 0 0,-2 1-1 0 0,0-1 1 0 0,-7-33 0 0 0,6 47-93 0 0,-1 0 0 0 0,1-1 1 0 0,-2 1-1 0 0,1 0 0 0 0,-2 0 0 0 0,1 1 0 0 0,-1-1 1 0 0,0 1-1 0 0,0 0 0 0 0,-1 0 0 0 0,-1 1 1 0 0,-7-8-1 0 0,3 5-11 0 0,0 1 1 0 0,-1 0 0 0 0,-1 1 0 0 0,1 0-1 0 0,-1 1 1 0 0,-1 0 0 0 0,-15-5 0 0 0,-13-1-14 0 0,-1 1 1 0 0,0 3-1 0 0,-1 1 1 0 0,-56-2-1 0 0,-3 4-16 0 0,-161 14-1 0 0,165-1-1691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05.84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490 0 6645 0 0,'13'0'-566'0'0,"-10"0"272"0"0,-11 1-1509 0 0,-64 8 1712 0 0,-89 21 1 0 0,135-24 71 0 0,-1 2-1 0 0,2 0 1 0 0,-1 1 0 0 0,1 2 0 0 0,1 1-1 0 0,0 0 1 0 0,1 2 0 0 0,-28 21 0 0 0,48-33 2 0 0,-3 9-4 0 0,8-2 27 0 0,8 0 1 0 0,-2-5-1 0 0,1 1-1 0 0,0-2 1 0 0,0 1 0 0 0,0-1-1 0 0,0-1 1 0 0,0 0-1 0 0,12 2 1 0 0,77 4 3 0 0,-39-4-7 0 0,273 56-54 0 0,-328-59 53 0 0,-3-1 7 0 0,0 0-1 0 0,-1 0 0 0 0,1 0 0 0 0,0 0 0 0 0,0 0 1 0 0,0 1-1 0 0,0-1 0 0 0,0 0 0 0 0,0 0 0 0 0,0 1 0 0 0,0-1 1 0 0,0 0-1 0 0,-1 1 0 0 0,1-1 0 0 0,0 1 0 0 0,0-1 1 0 0,0 1-1 0 0,-1-1 0 0 0,1 1 0 0 0,0 0 0 0 0,-1-1 1 0 0,1 1-1 0 0,-1 0 0 0 0,1 0 0 0 0,-1-1 0 0 0,1 1 1 0 0,-1 0-1 0 0,1 0 0 0 0,-1 0 0 0 0,0 0 0 0 0,1 0 1 0 0,-1 0-1 0 0,0-1 0 0 0,0 1 0 0 0,1 0 0 0 0,-1 0 1 0 0,0 0-1 0 0,0 0 0 0 0,0 0 0 0 0,0 0 0 0 0,-1 0 1 0 0,1 0-1 0 0,0 0 0 0 0,0 0 0 0 0,0 0 0 0 0,-1-1 1 0 0,1 1-1 0 0,-1 0 0 0 0,1 0 0 0 0,0 0 0 0 0,-1 0 0 0 0,1-1 1 0 0,-1 1-1 0 0,0 0 0 0 0,1 0 0 0 0,-1-1 0 0 0,0 1 1 0 0,1-1-1 0 0,-3 2 0 0 0,-3 5 54 0 0,-1-1 0 0 0,0 0-1 0 0,0 0 1 0 0,-11 7 0 0 0,-9 2 89 0 0,0-2 0 0 0,-1 0-1 0 0,-1-2 1 0 0,-59 16 0 0 0,-124 12 1017 0 0,108-29-534 0 0,101-10-569 0 0,-14 0 68 0 0,16 1-142 0 0,0-1 1 0 0,0 1 0 0 0,0-1-1 0 0,0 0 1 0 0,0 1 0 0 0,-1-1-1 0 0,1 0 1 0 0,0 0 0 0 0,0 0 0 0 0,0 0-1 0 0,0 0 1 0 0,0 0 0 0 0,0 0-1 0 0,0 0 1 0 0,0-1 0 0 0,0 1 0 0 0,0 0-1 0 0,0-1 1 0 0,-2 0 0 0 0,3 1-42 0 0,0-1 0 0 0,-1 1 0 0 0,1-1 0 0 0,0 1 0 0 0,0-1 0 0 0,-1 1 0 0 0,1-1 0 0 0,0 1 0 0 0,0-1 0 0 0,0 1 0 0 0,0-1 0 0 0,0 0 0 0 0,0 1 0 0 0,0-1 0 0 0,0 1 0 0 0,0-1 0 0 0,0 0 0 0 0,0 1 0 0 0,0-1 0 0 0,0 1 0 0 0,0-1 0 0 0,0 1 0 0 0,1-1 0 0 0,-1 1 0 0 0,0-1 0 0 0,0 1 0 0 0,1-1-1 0 0,-1 1 1 0 0,0-1 0 0 0,1 1 0 0 0,-1-1 0 0 0,1 1 0 0 0,-1-1 0 0 0,1 0 0 0 0,21-16-1230 0 0,-13 10 531 0 0,11-10-480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06.54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97 182 3964 0 0,'0'0'-12'0'0,"36"-6"18"0"0,-7-5 10 0 0,-4 3 101 0 0,-1-2 1 0 0,24-13-1 0 0,-42 20-51 0 0,-1 0 1 0 0,0-1 0 0 0,1 1 0 0 0,-1-1-1 0 0,-1 0 1 0 0,1-1 0 0 0,0 1-1 0 0,-1-1 1 0 0,0 0 0 0 0,0 0 0 0 0,-1 0-1 0 0,1 0 1 0 0,4-12 0 0 0,-7 16-47 0 0,0-1 0 0 0,-1 1 0 0 0,1-1 0 0 0,0 1 0 0 0,-1-1 1 0 0,1 1-1 0 0,-1-1 0 0 0,0 0 0 0 0,0 1 0 0 0,0-1 0 0 0,0 1 0 0 0,0-1 0 0 0,0 0 0 0 0,0 1 1 0 0,0-1-1 0 0,0 1 0 0 0,-1-1 0 0 0,1 0 0 0 0,-1 1 0 0 0,1-1 0 0 0,-1 1 0 0 0,0-1 0 0 0,1 1 1 0 0,-3-3-1 0 0,1 3-11 0 0,1 0 1 0 0,-1-1 0 0 0,0 1-1 0 0,0 0 1 0 0,0 1-1 0 0,0-1 1 0 0,0 0 0 0 0,0 0-1 0 0,0 1 1 0 0,0-1 0 0 0,-1 1-1 0 0,1 0 1 0 0,0 0 0 0 0,0 0-1 0 0,-4 0 1 0 0,-7 1-4 0 0,1 1-1 0 0,-1 0 1 0 0,1 1 0 0 0,0 1-1 0 0,-14 5 1 0 0,10-2-9 0 0,0 1 0 0 0,1 0 0 0 0,0 2-1 0 0,0-1 1 0 0,1 2 0 0 0,-21 20 0 0 0,28-24-11 0 0,-1 0-1 0 0,2 1 1 0 0,-1 0 0 0 0,1 0 0 0 0,0 1-1 0 0,1 0 1 0 0,0 0 0 0 0,0 0 0 0 0,1 0 0 0 0,0 1-1 0 0,1 0 1 0 0,-4 17 0 0 0,6-23 7 0 0,1-1 1 0 0,0 1-1 0 0,-1-1 0 0 0,2 1 1 0 0,-1-1-1 0 0,0 1 0 0 0,1-1 1 0 0,-1 1-1 0 0,1-1 1 0 0,0 0-1 0 0,0 1 0 0 0,0-1 1 0 0,1 0-1 0 0,-1 1 0 0 0,1-1 1 0 0,0 0-1 0 0,3 4 0 0 0,-1-3 5 0 0,0 0 0 0 0,1 0-1 0 0,-1 0 1 0 0,1-1-1 0 0,-1 1 1 0 0,1-1-1 0 0,0-1 1 0 0,0 1 0 0 0,0-1-1 0 0,6 2 1 0 0,13 3 12 0 0,0-1 0 0 0,0-1 0 0 0,1-2 0 0 0,25 1 0 0 0,-35-2-7 0 0,103 1 224 0 0,-107-3-345 0 0,-1-1 0 0 0,1 0 0 0 0,0-1 0 0 0,-1 0 0 0 0,0-1 0 0 0,1 0 0 0 0,-1 0 0 0 0,17-9 0 0 0,-13 0-2130 0 0,-7 6 1536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07.34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305 62 3368 0 0,'1'-2'38'0'0,"0"0"-1"0"0,-1 0 1 0 0,1-1-1 0 0,-1 1 0 0 0,0 0 1 0 0,0 0-1 0 0,0-1 1 0 0,0 1-1 0 0,0 0 1 0 0,0 0-1 0 0,-1-1 0 0 0,1 1 1 0 0,-1 0-1 0 0,1 0 1 0 0,-1 0-1 0 0,0 0 1 0 0,0 0-1 0 0,0-1 1 0 0,0 2-1 0 0,-2-4 0 0 0,2 4 48 0 0,-2-1-45 0 0,-1 0 1 0 0,1 1-1 0 0,-1-1 0 0 0,1 1 1 0 0,-1 0-1 0 0,0 0 0 0 0,1 0 1 0 0,-1 1-1 0 0,0-1 0 0 0,0 1 0 0 0,0 0 1 0 0,-5 0-1 0 0,-6 4-19 0 0,0 0-1 0 0,0 2 1 0 0,1-1-1 0 0,0 2 1 0 0,0 0-1 0 0,0 0 1 0 0,1 1-1 0 0,-19 15 1 0 0,23-16-30 0 0,1 1 1 0 0,-1 0 0 0 0,1 0 0 0 0,1 0 0 0 0,-1 1 0 0 0,1 0 0 0 0,1 1-1 0 0,0-1 1 0 0,0 1 0 0 0,1 0 0 0 0,0 1 0 0 0,-5 17 0 0 0,9-25 7 0 0,0 0 1 0 0,0 0 0 0 0,1 1 0 0 0,-1-1-1 0 0,1 0 1 0 0,0 0 0 0 0,0 0-1 0 0,0 0 1 0 0,0 0 0 0 0,1 0 0 0 0,-1 0-1 0 0,1 1 1 0 0,0-1 0 0 0,0 0-1 0 0,0-1 1 0 0,0 1 0 0 0,1 0 0 0 0,-1 0-1 0 0,1 0 1 0 0,-1-1 0 0 0,1 1-1 0 0,0-1 1 0 0,0 1 0 0 0,0-1 0 0 0,0 0-1 0 0,1 0 1 0 0,-1 0 0 0 0,1 0-1 0 0,-1 0 1 0 0,1 0 0 0 0,-1-1 0 0 0,1 1-1 0 0,0-1 1 0 0,0 0 0 0 0,0 0-1 0 0,0 0 1 0 0,4 1 0 0 0,0-1 33 0 0,-1 1 1 0 0,0-2-1 0 0,0 1 1 0 0,1-1-1 0 0,-1 1 0 0 0,0-2 1 0 0,1 1-1 0 0,-1-1 1 0 0,0 0-1 0 0,0 0 0 0 0,0-1 1 0 0,1 1-1 0 0,-1-2 1 0 0,-1 1-1 0 0,1 0 1 0 0,0-1-1 0 0,-1 0 0 0 0,8-6 1 0 0,2-5 129 0 0,-1-1 0 0 0,-1-1-1 0 0,0 0 1 0 0,-1-1 0 0 0,-1 0 0 0 0,0 0 0 0 0,-2-1 0 0 0,0-1 0 0 0,-1 0-1 0 0,10-35 1 0 0,-8 15 543 0 0,-14 41-711 0 0,1 1-1 0 0,0 0 1 0 0,-1 0-1 0 0,1 0 1 0 0,0 0-1 0 0,1 0 0 0 0,-1 1 1 0 0,0 0-1 0 0,1-1 1 0 0,0 1-1 0 0,0 0 0 0 0,0 0 1 0 0,0 0-1 0 0,1 0 1 0 0,0 0-1 0 0,-1 1 1 0 0,1-1-1 0 0,1 0 0 0 0,-1 1 1 0 0,1-1-1 0 0,0 7 1 0 0,0-4-11 0 0,0 0 0 0 0,1-1 0 0 0,0 1 0 0 0,0 0 0 0 0,0-1 0 0 0,1 1 0 0 0,0-1 0 0 0,0 0 0 0 0,1 0 0 0 0,0 0 0 0 0,0 0 1 0 0,0 0-1 0 0,1 0 0 0 0,0-1 0 0 0,8 9 0 0 0,-6-7 48 0 0,1-1 1 0 0,1 0-1 0 0,-1 0 0 0 0,1-1 1 0 0,0 0-1 0 0,1-1 1 0 0,-1 1-1 0 0,1-2 0 0 0,0 1 1 0 0,13 3-1 0 0,-10-4-287 0 0,1 0 0 0 0,-1-1 0 0 0,1 0-1 0 0,0-1 1 0 0,0-1 0 0 0,-1 0 0 0 0,1-1 0 0 0,0 0 0 0 0,0 0-1 0 0,-1-2 1 0 0,1 0 0 0 0,-1 0 0 0 0,1-1 0 0 0,-1 0 0 0 0,0-1-1 0 0,19-12 1 0 0,-9 1-1493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08.06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31 117 4528 0 0,'0'0'-268'0'0,"-16"-6"185"0"0,2 1 939 0 0,14 2-375 0 0,25 3-286 0 0,38 6-349 0 0,-58-5 151 0 0,211 37-72 0 0,-177-29 59 0 0,0 1-1 0 0,-1 3 1 0 0,49 23-1 0 0,-83-35 22 0 0,-1 1 1 0 0,1 0-1 0 0,-1 0 0 0 0,1 0 0 0 0,-1 1 1 0 0,0-1-1 0 0,0 1 0 0 0,0 0 1 0 0,-1-1-1 0 0,1 1 0 0 0,-1 1 0 0 0,1-1 1 0 0,-1 0-1 0 0,0 1 0 0 0,0-1 0 0 0,0 1 1 0 0,-1-1-1 0 0,1 1 0 0 0,0 6 0 0 0,-1-7 5 0 0,-1-1-1 0 0,0 1 1 0 0,0 0-1 0 0,-1 0 1 0 0,1 0-1 0 0,0-1 0 0 0,-1 1 1 0 0,0 0-1 0 0,0 0 1 0 0,0-1-1 0 0,0 1 1 0 0,0-1-1 0 0,0 1 0 0 0,-1-1 1 0 0,1 1-1 0 0,-1-1 1 0 0,0 0-1 0 0,0 1 1 0 0,1-1-1 0 0,-1 0 0 0 0,-1 0 1 0 0,1-1-1 0 0,0 1 1 0 0,0 0-1 0 0,-1-1 1 0 0,1 1-1 0 0,-1-1 0 0 0,-3 1 1 0 0,2 1 70 0 0,-1-1 0 0 0,1 0 0 0 0,-1 0-1 0 0,0-1 1 0 0,1 1 0 0 0,-1-1 0 0 0,0 0 0 0 0,0 0 0 0 0,0-1 0 0 0,0 0 0 0 0,0 1 0 0 0,0-2-1 0 0,0 1 1 0 0,0 0 0 0 0,-5-2 0 0 0,7 1-50 0 0,-1-1 0 0 0,1 1 0 0 0,0-1 0 0 0,0 1 0 0 0,0-1 0 0 0,0 0 1 0 0,0 0-1 0 0,0 0 0 0 0,1-1 0 0 0,-1 1 0 0 0,1 0 0 0 0,0-1 0 0 0,-1 0 0 0 0,1 0 0 0 0,0 1 0 0 0,0-1 0 0 0,1 0 0 0 0,-1-1 0 0 0,1 1 0 0 0,-1 0 0 0 0,0-7 0 0 0,0 1-35 0 0,0 0-1 0 0,2 0 0 0 0,-1-1 0 0 0,1 1 0 0 0,0 0 0 0 0,1 0 0 0 0,0 0 0 0 0,0-1 1 0 0,1 1-1 0 0,1 0 0 0 0,-1 1 0 0 0,1-1 0 0 0,1 0 0 0 0,5-9 0 0 0,-3 4-42 0 0,2 1 0 0 0,0 0-1 0 0,0 0 1 0 0,1 1 0 0 0,0 0-1 0 0,1 1 1 0 0,23-20 0 0 0,14 1-150 0 0,-28 25-3905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09.13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161 475 3736 0 0,'-46'37'-616'0'0,"36"-30"593"0"0,0 0 0 0 0,0 0 1 0 0,1 1-1 0 0,0 0 1 0 0,0 1-1 0 0,1-1 0 0 0,0 2 1 0 0,1-1-1 0 0,0 1 0 0 0,0 0 1 0 0,1 1-1 0 0,-5 11 1 0 0,10-19 21 0 0,1-1 0 0 0,-1 0 0 0 0,1 0 0 0 0,-1 0 0 0 0,1 1 0 0 0,0-1 0 0 0,0 0 0 0 0,0 1 0 0 0,0-1 0 0 0,0 0 0 0 0,1 0 0 0 0,-1 1 0 0 0,1-1 0 0 0,-1 0 0 0 0,1 0 0 0 0,0 0 0 0 0,0 0 0 0 0,0 1 0 0 0,0-1 0 0 0,0 0 0 0 0,0-1 0 0 0,0 1 0 0 0,1 0 0 0 0,-1 0 0 0 0,3 2 0 0 0,1 0 7 0 0,0 0 0 0 0,0-1 0 0 0,0 1 0 0 0,1-1 0 0 0,-1 0-1 0 0,7 2 1 0 0,-8-3 1 0 0,16 5 111 0 0,0 0 1 0 0,1-1-1 0 0,0-1 1 0 0,0-1-1 0 0,0-1 1 0 0,0 0-1 0 0,0-2 1 0 0,0 0-1 0 0,1-2 1 0 0,-1 0-1 0 0,31-7 1 0 0,-46 6-20 0 0,0 0 0 0 0,-1 0 0 0 0,1-1 0 0 0,-1 1 0 0 0,0-1 0 0 0,0-1 0 0 0,0 1 0 0 0,0-1 0 0 0,-1 0 0 0 0,1 0 0 0 0,-1 0 0 0 0,0 0 0 0 0,0-1 0 0 0,-1 0 1 0 0,1 0-1 0 0,-1 0 0 0 0,0 0 0 0 0,-1 0 0 0 0,1-1 0 0 0,-1 1 0 0 0,0-1 0 0 0,0 1 0 0 0,0-1 0 0 0,-1 0 0 0 0,1-8 0 0 0,2-16 65 0 0,-1-1 1 0 0,-2 0-1 0 0,-3-50 0 0 0,1 55-68 0 0,-1-15-5 0 0,1-18 84 0 0,-3 1 0 0 0,-17-88 1 0 0,-1 34 93 0 0,22 111-266 0 0,-4-14-223 0 0,-1 34 202 0 0,1 2 0 0 0,1-1 0 0 0,1 0-1 0 0,1 1 1 0 0,1-1 0 0 0,0 0-1 0 0,2 1 1 0 0,6 31 0 0 0,49 167-195 0 0,-39-161 197 0 0,47 126 85 0 0,-60-160 1013 0 0,-15-33-294 0 0,6 5-716 0 0,1 0 1 0 0,0-1-1 0 0,0 0 1 0 0,1 0 0 0 0,0 0-1 0 0,0 0 1 0 0,-3-10 0 0 0,4 9-81 0 0,1 0 1 0 0,0 0-1 0 0,0-1 0 0 0,0 1 1 0 0,1 0-1 0 0,0 0 1 0 0,0 0-1 0 0,1 0 1 0 0,-1 0-1 0 0,1 1 1 0 0,1-1-1 0 0,-1 0 1 0 0,1 1-1 0 0,0-1 0 0 0,0 1 1 0 0,0 0-1 0 0,1 0 1 0 0,0 0-1 0 0,0 1 1 0 0,0-1-1 0 0,1 1 1 0 0,-1 0-1 0 0,1 0 1 0 0,0 1-1 0 0,0-1 1 0 0,0 1-1 0 0,1 0 0 0 0,-1 1 1 0 0,1-1-1 0 0,0 1 1 0 0,-1 0-1 0 0,1 0 1 0 0,0 1-1 0 0,0 0 1 0 0,0 0-1 0 0,0 0 1 0 0,0 1-1 0 0,1 0 0 0 0,-1 0 1 0 0,0 0-1 0 0,0 1 1 0 0,0 0-1 0 0,0 0 1 0 0,10 4-1 0 0,24 10-164 0 0,62 33-1 0 0,-62-28-102 0 0,61 22 1 0 0,-96-41-75 0 0,1 0-1 0 0,-1-1 1 0 0,1 1-1 0 0,-1-1 0 0 0,1-1 1 0 0,0 1-1 0 0,-1-1 1 0 0,0 0-1 0 0,1 0 1 0 0,-1-1-1 0 0,1 1 1 0 0,-1-1-1 0 0,9-5 0 0 0,10-4-2060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21.95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57 5477 0 0,'3'-22'-695'0'0,"-4"1"1456"0"0,2 8 234 0 0,9 29-996 0 0,65 160-155 0 0,-46-103 122 0 0,-22-58 34 0 0,7 19 11 0 0,-1 0 1 0 0,-2 1 0 0 0,8 38-1 0 0,-7-24 207 0 0,-12-48-253 0 0,5-28-3606 0 0,-2 4 2562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23.18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 25 3700 0 0,'0'0'-183'0'0,"-9"1"-414"0"0,6 0 558 0 0,9-3-207 0 0,6-3 249 0 0,58-8-5 0 0,-55 10-13 0 0,0 1 0 0 0,1 1 1 0 0,-1 0-1 0 0,0 2 0 0 0,1-1 1 0 0,-1 2-1 0 0,0 0 0 0 0,1 1 1 0 0,-1 0-1 0 0,21 9 0 0 0,-18-7 1 0 0,-1 1-1 0 0,0 1 0 0 0,-1 1 1 0 0,0 0-1 0 0,27 18 0 0 0,-39-22 17 0 0,1 1-1 0 0,0-1 1 0 0,-1 1-1 0 0,0 0 0 0 0,0 0 1 0 0,-1 0-1 0 0,1 0 1 0 0,-1 1-1 0 0,0-1 1 0 0,0 1-1 0 0,-1 0 0 0 0,0 0 1 0 0,0 0-1 0 0,0 0 1 0 0,-1 0-1 0 0,0 0 1 0 0,0 1-1 0 0,0 11 1 0 0,-1-13 17 0 0,0 0 0 0 0,-1-1 0 0 0,1 1 1 0 0,-1 0-1 0 0,-1 0 0 0 0,1-1 0 0 0,0 1 1 0 0,-1-1-1 0 0,0 1 0 0 0,0-1 0 0 0,0 1 1 0 0,-1-1-1 0 0,0 0 0 0 0,1 0 0 0 0,-1-1 1 0 0,-1 1-1 0 0,1 0 0 0 0,0-1 0 0 0,-1 0 1 0 0,0 0-1 0 0,0 0 0 0 0,0 0 0 0 0,0-1 1 0 0,0 1-1 0 0,-9 3 0 0 0,-7 1 112 0 0,0 0-1 0 0,0-1 1 0 0,-1-1 0 0 0,1 0-1 0 0,-1-2 1 0 0,-41 1-1 0 0,59-4-62 0 0,-25 0 443 0 0,28 0-484 0 0,-1 0-1 0 0,0 0 1 0 0,0 1-1 0 0,0-1 1 0 0,0 0-1 0 0,0 0 1 0 0,0 0-1 0 0,1 0 1 0 0,-1-1-1 0 0,0 1 1 0 0,0 0-1 0 0,0 0 1 0 0,0-1-1 0 0,0 1 1 0 0,1 0-1 0 0,-1-1 1 0 0,0 1-1 0 0,0 0 1 0 0,1-1-1 0 0,-1 1 1 0 0,0-1-1 0 0,0 0 1 0 0,1 1-1 0 0,-1-1 1 0 0,0 0-1 0 0,6-2-31 0 0,1 1 0 0 0,-1 0 0 0 0,1 0 0 0 0,0 0 0 0 0,0 1 0 0 0,-1-1 0 0 0,1 2 0 0 0,0-1 0 0 0,0 1 0 0 0,9 0-1 0 0,-13 0-4 0 0,3 0-8 0 0,10 2-6 0 0,0 0 1 0 0,0 1-1 0 0,-1 1 1 0 0,1 0 0 0 0,-1 1-1 0 0,0 0 1 0 0,13 8-1 0 0,10 8-43 0 0,41 32 0 0 0,-55-38 67 0 0,16 10 2 0 0,-16-10-3 0 0,36 28 0 0 0,-58-42 23 0 0,13 14-1795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24.03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0 139 3776 0 0,'29'5'-751'0'0,"-20"-5"669"0"0,12 0 67 0 0,1 0 0 0 0,0-2 0 0 0,40-8 0 0 0,-56 9 88 0 0,0 0 1 0 0,-1-1-1 0 0,0 0 1 0 0,1 0-1 0 0,-1-1 1 0 0,0 1-1 0 0,0-1 1 0 0,0 0-1 0 0,0 0 1 0 0,-1-1-1 0 0,0 1 1 0 0,1-1-1 0 0,-1 0 1 0 0,0-1-1 0 0,-1 1 1 0 0,1 0-1 0 0,-1-1 1 0 0,0 0-1 0 0,0 0 1 0 0,4-10-1 0 0,-6 14-57 0 0,-1 0 0 0 0,1-1 0 0 0,-1 1 0 0 0,1 0 0 0 0,-1 0 0 0 0,0 0 0 0 0,0-1 0 0 0,1 1 0 0 0,-1 0 0 0 0,0-1 0 0 0,0 1 0 0 0,0 0 0 0 0,0 0 0 0 0,-1-1 0 0 0,1 1 0 0 0,0 0 0 0 0,-1 0 0 0 0,1 0 0 0 0,0-1 0 0 0,-1 1 0 0 0,1 0 0 0 0,-1 0-1 0 0,0 0 1 0 0,1 0 0 0 0,-1 0 0 0 0,0 0 0 0 0,0 0 0 0 0,0 0 0 0 0,1 0 0 0 0,-1 0 0 0 0,0 0 0 0 0,0 1 0 0 0,0-1 0 0 0,-2-1 0 0 0,-36-9 106 0 0,35 11-108 0 0,1-1-3 0 0,-20 6-17 0 0,14-3 7 0 0,0 0 1 0 0,1 1-1 0 0,-1 0 1 0 0,1 0-1 0 0,0 1 0 0 0,0 0 1 0 0,0 1-1 0 0,0 0 1 0 0,1 0-1 0 0,0 0 1 0 0,0 1-1 0 0,-7 7 0 0 0,10-9-11 0 0,0 1 1 0 0,0-1-1 0 0,0 1 0 0 0,1 0 0 0 0,0 0 0 0 0,0 0 0 0 0,0 1 0 0 0,0-1 0 0 0,1 1 0 0 0,0-1 0 0 0,0 1 0 0 0,1 0 0 0 0,-1 0 0 0 0,1 0 1 0 0,0 0-1 0 0,1 0 0 0 0,0 11 0 0 0,1-13 8 0 0,0-1 1 0 0,0 1-1 0 0,0-1 1 0 0,0 1-1 0 0,1-1 1 0 0,0 0-1 0 0,0 0 1 0 0,0 1-1 0 0,0-1 1 0 0,0-1-1 0 0,0 1 1 0 0,1 0-1 0 0,-1 0 0 0 0,1-1 1 0 0,0 0-1 0 0,0 1 1 0 0,0-1-1 0 0,0 0 1 0 0,0 0-1 0 0,1-1 1 0 0,-1 1-1 0 0,6 1 1 0 0,10 4 26 0 0,0-1 0 0 0,38 7 0 0 0,-38-9-5 0 0,-8-2-234 0 0,1-1-1 0 0,-1 0 0 0 0,1-1 0 0 0,0 0 0 0 0,-1-1 0 0 0,1 0 0 0 0,-1-1 1 0 0,1 0-1 0 0,-1-1 0 0 0,22-8 0 0 0,-5-1-592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24.61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6 101 3352 0 0,'-5'-98'3058'0'0,"5"96"-2805"0"0,1 7-248 0 0,37 97-26 0 0,76 197-24 0 0,-101-267 67 0 0,-1-1 0 0 0,-2 1 0 0 0,-1 1 0 0 0,-1 0 0 0 0,-2 0 0 0 0,-2 1 0 0 0,1 34 0 0 0,-5-67 11 0 0,0 6 228 0 0,0-5-562 0 0,1-37-3193 0 0,1 14 2073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24.96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 79 4196 0 0,'-9'1'-227'0'0,"6"-2"179"0"0,8-2-263 0 0,32-8 339 0 0,0 1 0 0 0,1 2 1 0 0,70-6-1 0 0,-53 8-1136 0 0,64-15 0 0 0,-101 16 565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25.70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7 1 2068 0 0,'0'0'266'0'0,"-7"6"1091"0"0,7-6-1336 0 0,79 26-21 0 0,71 29-40 0 0,-133-48 26 0 0,-1 2 1 0 0,1 0-1 0 0,-2 1 0 0 0,1 1 0 0 0,-1 0 0 0 0,21 21 1 0 0,-32-28 11 0 0,0 1 1 0 0,0-1-1 0 0,0 1 1 0 0,-1 1 0 0 0,0-1-1 0 0,0 0 1 0 0,0 1-1 0 0,0-1 1 0 0,2 10 0 0 0,-4-12 14 0 0,-1 0 1 0 0,1 0-1 0 0,-1-1 0 0 0,0 1 1 0 0,1 0-1 0 0,-1 0 1 0 0,0 0-1 0 0,-1-1 1 0 0,1 1-1 0 0,0 0 1 0 0,-1 0-1 0 0,0 0 1 0 0,0-1-1 0 0,1 1 0 0 0,-1 0 1 0 0,-1-1-1 0 0,1 1 1 0 0,0-1-1 0 0,-1 0 1 0 0,1 1-1 0 0,-1-1 1 0 0,-3 3-1 0 0,3-2 43 0 0,0 0 0 0 0,0-1 0 0 0,-1 0 0 0 0,1 1-1 0 0,-1-1 1 0 0,1 0 0 0 0,-1 0 0 0 0,0-1 0 0 0,0 1 0 0 0,0-1 0 0 0,0 1 0 0 0,0-1-1 0 0,0 0 1 0 0,0 0 0 0 0,-1 0 0 0 0,1 0 0 0 0,0-1 0 0 0,0 1 0 0 0,-1-1 0 0 0,1 0 0 0 0,0 0-1 0 0,-1 0 1 0 0,1 0 0 0 0,0-1 0 0 0,-1 0 0 0 0,1 1 0 0 0,0-1 0 0 0,0 0 0 0 0,0 0-1 0 0,0-1 1 0 0,0 1 0 0 0,0-1 0 0 0,0 1 0 0 0,0-1 0 0 0,0 0 0 0 0,1 0 0 0 0,-1 0 0 0 0,1-1-1 0 0,-1 1 1 0 0,1-1 0 0 0,0 1 0 0 0,0-1 0 0 0,0 0 0 0 0,0 1 0 0 0,1-1 0 0 0,-1 0-1 0 0,1 0 1 0 0,0 0 0 0 0,-1 0 0 0 0,1-1 0 0 0,1 1 0 0 0,-1 0 0 0 0,0-5 0 0 0,1-1-38 0 0,-1 1 1 0 0,2-1 0 0 0,0 1-1 0 0,0-1 1 0 0,0 1 0 0 0,1-1-1 0 0,0 1 1 0 0,1-1 0 0 0,0 1-1 0 0,0 0 1 0 0,1 1 0 0 0,-1-1-1 0 0,2 0 1 0 0,-1 1 0 0 0,8-9-1 0 0,6-7-101 0 0,0 1 1 0 0,2 1-1 0 0,23-21 0 0 0,-27 31-203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26.05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1 4684 0 0,'0'0'-127'0'0,"16"-1"-631"0"0,-9 13 703 0 0,0 0-1 0 0,0 0 1 0 0,-2 1-1 0 0,1-1 1 0 0,-2 1-1 0 0,0 1 1 0 0,5 22-1 0 0,6 20-1 0 0,22 75 177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26.22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23 23 2248 0 0,'-22'-22'500'0'0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26.85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123 156 3544 0 0,'4'1'57'0'0,"0"-1"-1"0"0,-1 1 0 0 0,1 0 0 0 0,0-1 0 0 0,0 0 1 0 0,-1 0-1 0 0,1 0 0 0 0,0 0 0 0 0,0 0 0 0 0,-1-1 1 0 0,1 0-1 0 0,0 0 0 0 0,0 0 0 0 0,-1 0 0 0 0,1 0 1 0 0,-1-1-1 0 0,0 0 0 0 0,1 0 0 0 0,-1 0 0 0 0,0 0 1 0 0,0 0-1 0 0,0 0 0 0 0,0-1 0 0 0,0 1 0 0 0,-1-1 1 0 0,5-5-1 0 0,-4 3-2 0 0,0 0 1 0 0,1 1-1 0 0,-2-1 1 0 0,1 0-1 0 0,-1-1 1 0 0,0 1-1 0 0,0 0 1 0 0,0-1-1 0 0,-1 1 1 0 0,1-1-1 0 0,-1 0 1 0 0,-1 1-1 0 0,1-1 0 0 0,-1 0 1 0 0,0 0-1 0 0,-2-9 1 0 0,2 14-51 0 0,0 0 0 0 0,-1 0 0 0 0,0-1 0 0 0,1 1 0 0 0,-1 0 0 0 0,0 0 0 0 0,0 0 0 0 0,1 0 0 0 0,-1 0 0 0 0,0 0 0 0 0,0 0 0 0 0,0 0 0 0 0,0 0 0 0 0,0 0 0 0 0,0 1 0 0 0,-1-1 0 0 0,1 0 0 0 0,0 1 0 0 0,0-1-1 0 0,-1 1 1 0 0,1-1 0 0 0,0 1 0 0 0,0 0 0 0 0,-1-1 0 0 0,1 1 0 0 0,0 0 0 0 0,-1 0 0 0 0,1 0 0 0 0,0 0 0 0 0,-1 0 0 0 0,1 0 0 0 0,-2 1 0 0 0,-43 7-1 0 0,44-8-4 0 0,-9 4-9 0 0,0 1-1 0 0,0 1 1 0 0,1-1-1 0 0,-1 1 1 0 0,1 1-1 0 0,1 0 1 0 0,-1 1-1 0 0,1 0 1 0 0,0 0-1 0 0,1 0 1 0 0,0 1-1 0 0,1 1 1 0 0,-1-1-1 0 0,2 1 1 0 0,-10 18-1 0 0,15-26 5 0 0,0 0 0 0 0,0 0 0 0 0,0 0-1 0 0,0 0 1 0 0,1 1 0 0 0,-1-1 0 0 0,1 0-1 0 0,-1 1 1 0 0,1-1 0 0 0,0 1 0 0 0,0-1-1 0 0,0 0 1 0 0,0 1 0 0 0,0-1 0 0 0,1 1-1 0 0,-1-1 1 0 0,1 0 0 0 0,-1 1 0 0 0,1-1 0 0 0,0 0-1 0 0,2 4 1 0 0,-1-3 11 0 0,0 0 0 0 0,1 0 1 0 0,0 0-1 0 0,-1-1 0 0 0,1 1 0 0 0,0-1 0 0 0,0 1 0 0 0,1-1 1 0 0,-1 0-1 0 0,0 0 0 0 0,1 0 0 0 0,4 1 0 0 0,2 1-66 0 0,1-1 0 0 0,-1 0 0 0 0,1-1 0 0 0,0 0 0 0 0,-1 0 0 0 0,1-2 0 0 0,0 1 0 0 0,21-2 0 0 0,-21-2-493 0 0,1 1 0 0 0,-1-2 0 0 0,1 1 0 0 0,19-11 0 0 0,-8 0-154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27.49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84 3560 0 0,'0'0'30'0'0,"3"-20"536"0"0,-4 19-517 0 0,1 1 1 0 0,0 0 0 0 0,0-1-1 0 0,0 1 1 0 0,0-1-1 0 0,0 1 1 0 0,0 0-1 0 0,0-1 1 0 0,0 1-1 0 0,-1-1 1 0 0,1 1-1 0 0,1 0 1 0 0,-1-1-1 0 0,0 1 1 0 0,0-1-1 0 0,0 1 1 0 0,0 0-1 0 0,0-1 1 0 0,0 1-1 0 0,0-1 1 0 0,1 1 0 0 0,-1 0-1 0 0,0-1 1 0 0,0 1-1 0 0,0 0 1 0 0,1-1-1 0 0,-1 1 1 0 0,0 0-1 0 0,0-1 1 0 0,1 1-1 0 0,-1 0 1 0 0,0 0-1 0 0,1-1 1 0 0,-1 1-1 0 0,0 0 1 0 0,1 0-1 0 0,-1 0 1 0 0,1 0 0 0 0,-1-1-1 0 0,1 1 1 0 0,136 187-140 0 0,-32-65 235 0 0,-104-121-66 0 0,15 5 2937 0 0,-16-6-2969 0 0,4-40 81 0 0,1 1 0 0 0,2 0 0 0 0,1 0 0 0 0,3 1 0 0 0,27-68 0 0 0,-36 100-236 0 0,0-1 0 0 0,0 1 0 0 0,0-1 0 0 0,-1 0 0 0 0,1-13 0 0 0,-2 19-122 0 0,0-9-1219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28.03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0 144 5465 0 0,'2'1'-65'0'0,"-1"0"0"0"0,0 0 1 0 0,1 0-1 0 0,-1 0 0 0 0,1 0 1 0 0,-1-1-1 0 0,1 1 0 0 0,-1 0 1 0 0,1-1-1 0 0,-1 1 1 0 0,1-1-1 0 0,0 1 0 0 0,-1-1 1 0 0,1 0-1 0 0,0 0 0 0 0,-1 0 1 0 0,1 0-1 0 0,0 0 1 0 0,-1 0-1 0 0,1 0 0 0 0,0 0 1 0 0,-1-1-1 0 0,3 0 0 0 0,43-15-32 0 0,-38 11 224 0 0,0 0 0 0 0,0 0 1 0 0,-1-1-1 0 0,0 0 1 0 0,0 0-1 0 0,0-1 0 0 0,-1 0 1 0 0,0-1-1 0 0,-1 0 1 0 0,1 0-1 0 0,-1 0 0 0 0,-1 0 1 0 0,0-1-1 0 0,6-14 1 0 0,-10 23-117 0 0,-1 0 1 0 0,0-1-1 0 0,1 1 1 0 0,-1-1-1 0 0,0 1 1 0 0,0 0 0 0 0,1-1-1 0 0,-1 1 1 0 0,0-1-1 0 0,0 1 1 0 0,0-1-1 0 0,0 1 1 0 0,0-1 0 0 0,1 1-1 0 0,-1-1 1 0 0,0 1-1 0 0,0-1 1 0 0,0 1 0 0 0,0-1-1 0 0,-1 1 1 0 0,1-1-1 0 0,0 1 1 0 0,0-1-1 0 0,0 1 1 0 0,0-1 0 0 0,0 1-1 0 0,-1-1 1 0 0,1 1-1 0 0,0-1 1 0 0,0 1 0 0 0,-1 0-1 0 0,1-1 1 0 0,0 1-1 0 0,-1-1 1 0 0,1 1-1 0 0,-1-1 1 0 0,-19 3 128 0 0,-22 17-102 0 0,30-10-46 0 0,0 0 0 0 0,1 1 0 0 0,0 1 0 0 0,1-1-1 0 0,0 2 1 0 0,0 0 0 0 0,2 0 0 0 0,-1 0 0 0 0,1 1-1 0 0,-10 24 1 0 0,17-35 4 0 0,1 0-1 0 0,-1 0 1 0 0,1 0 0 0 0,-1 0-1 0 0,1 0 1 0 0,0 0-1 0 0,0 1 1 0 0,0-1-1 0 0,0 0 1 0 0,0 0 0 0 0,0 0-1 0 0,1 0 1 0 0,-1 0-1 0 0,1 0 1 0 0,-1 0-1 0 0,1 0 1 0 0,0 0 0 0 0,0 0-1 0 0,0 0 1 0 0,2 3-1 0 0,0-2 8 0 0,-1-1-1 0 0,1 1 0 0 0,0 0 1 0 0,0-1-1 0 0,0 0 0 0 0,0 0 1 0 0,1 0-1 0 0,-1 0 0 0 0,1 0 1 0 0,5 2-1 0 0,6 0-12 0 0,0 0 0 0 0,1 0 0 0 0,0-1 0 0 0,21 0 1 0 0,4-2-690 0 0,0-2 0 0 0,0-1 1 0 0,44-9-1 0 0,-23-1-777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30.66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 36 4124 0 0,'0'0'-300'0'0,"-9"3"-743"0"0,6-2 1037 0 0,7-2-14 0 0,71-19 259 0 0,-72 19-219 0 0,-2 0-12 0 0,7-2-16 0 0,-1 0 9 0 0,1 1 0 0 0,-1-1 1 0 0,1 2-1 0 0,0-1 0 0 0,0 1 0 0 0,0 0 0 0 0,15 1 0 0 0,-20 0-3 0 0,1 0-7 0 0,4 1-7 0 0,1 0 0 0 0,-1 1-1 0 0,0 0 1 0 0,0 1 0 0 0,1-1-1 0 0,-1 2 1 0 0,8 4 0 0 0,-14-7 19 0 0,0 0 0 0 0,1 0 0 0 0,-1 0 0 0 0,0 1 0 0 0,-1-1 0 0 0,1 1 0 0 0,0 0 1 0 0,0-1-1 0 0,-1 1 0 0 0,1 0 0 0 0,-1 0 0 0 0,1 0 0 0 0,-1 0 0 0 0,0 0 0 0 0,0 0 0 0 0,0 1 1 0 0,0-1-1 0 0,0 0 0 0 0,0 1 0 0 0,-1-1 0 0 0,1 0 0 0 0,-1 1 0 0 0,0-1 0 0 0,1 1 0 0 0,-1-1 1 0 0,0 0-1 0 0,-1 1 0 0 0,1-1 0 0 0,-1 3 0 0 0,-1 0 16 0 0,-1 0 1 0 0,0-1-1 0 0,-1 1 1 0 0,1-1-1 0 0,-1 0 1 0 0,0 0-1 0 0,0 0 0 0 0,0 0 1 0 0,0-1-1 0 0,-1 0 1 0 0,1 0-1 0 0,-1 0 1 0 0,0 0-1 0 0,-8 3 1 0 0,7-3-1 0 0,-143 64 829 0 0,147-66-760 0 0,-12 3 99 0 0,7-2-45 0 0,10-2 47 0 0,32-6-209 0 0,-1 1-1 0 0,61 0 1 0 0,-81 6 14 0 0,-1-1 0 0 0,1 2 0 0 0,-1 0 0 0 0,0 0 0 0 0,0 2 1 0 0,0-1-1 0 0,0 2 0 0 0,0 0 0 0 0,-1 0 0 0 0,17 10 0 0 0,-27-14 8 0 0,-1 0 1 0 0,1-1-1 0 0,-1 1 1 0 0,1 0-1 0 0,-1 0 1 0 0,0 0 0 0 0,1 0-1 0 0,-1 0 1 0 0,0 0-1 0 0,0 0 1 0 0,1 1-1 0 0,-1-1 1 0 0,0 0-1 0 0,0 1 1 0 0,0-1-1 0 0,-1 1 1 0 0,1-1 0 0 0,0 1-1 0 0,-1-1 1 0 0,1 1-1 0 0,-1-1 1 0 0,1 1-1 0 0,-1 0 1 0 0,1-1-1 0 0,-1 1 1 0 0,0 0-1 0 0,0-1 1 0 0,0 1 0 0 0,0 0-1 0 0,0-1 1 0 0,-1 1-1 0 0,1 0 1 0 0,0-1-1 0 0,-1 1 1 0 0,1-1-1 0 0,-1 1 1 0 0,1 0-1 0 0,-1-1 1 0 0,0 1 0 0 0,0-1-1 0 0,0 0 1 0 0,0 1-1 0 0,0-1 1 0 0,0 0-1 0 0,0 1 1 0 0,0-1-1 0 0,0 0 1 0 0,-3 1-1 0 0,-3 5 27 0 0,-1-1-1 0 0,1-1 0 0 0,-1 0 0 0 0,-1 0 0 0 0,-16 7 0 0 0,-7 0 263 0 0,-1-3 0 0 0,0-1 1 0 0,-1-1-1 0 0,1-1 0 0 0,-69 1 0 0 0,101-7-318 0 0,0 0 0 0 0,0 0 0 0 0,0 0 0 0 0,0 0 0 0 0,0 0 0 0 0,0-1 0 0 0,0 1 0 0 0,0 0 0 0 0,1 0 1 0 0,-1 0-1 0 0,0-1 0 0 0,0 1 0 0 0,0-1 0 0 0,0 1 0 0 0,1-1 0 0 0,-1 1 0 0 0,0-1 0 0 0,0 1 0 0 0,1-1 0 0 0,-1 1 0 0 0,0-1 0 0 0,1 0 0 0 0,-1 1 0 0 0,1-1 0 0 0,-1 0 1 0 0,1 0-1 0 0,-1 0 0 0 0,1 1 0 0 0,-1-1 0 0 0,1 0 0 0 0,-1-1 0 0 0,1 0-198 0 0,0-1 0 0 0,0 1 0 0 0,0-1 0 0 0,0 1 1 0 0,0-1-1 0 0,0 1 0 0 0,0 0 0 0 0,1-1 0 0 0,0 1 0 0 0,-1-1 0 0 0,3-3 1 0 0,5-13-1014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31.74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600 53 4000 0 0,'0'-2'-14'0'0,"-1"0"0"0"0,1 1 0 0 0,-1-1 0 0 0,1 0 0 0 0,-1 0 0 0 0,1 1 0 0 0,-1-1 0 0 0,0 0 0 0 0,0 1 0 0 0,0-1 0 0 0,0 1 0 0 0,0-1 0 0 0,0 1 0 0 0,0-1-1 0 0,0 1 1 0 0,-1 0 0 0 0,1 0 0 0 0,0-1 0 0 0,-1 1 0 0 0,1 0 0 0 0,-4-1 0 0 0,4 1 46 0 0,-59-6 215 0 0,34 10-247 0 0,1 2 0 0 0,-1 1 0 0 0,1 1 0 0 0,1 1 0 0 0,0 1 1 0 0,0 1-1 0 0,0 1 0 0 0,2 1 0 0 0,-1 1 0 0 0,2 1 0 0 0,0 1 0 0 0,0 1 1 0 0,-21 22-1 0 0,19-15-16 0 0,0 1 1 0 0,2 1 0 0 0,0 0-1 0 0,-28 49 1 0 0,44-65 11 0 0,1-1 0 0 0,0 1 0 0 0,1 0 0 0 0,0 0 0 0 0,0 0 0 0 0,1 0 0 0 0,0 0 0 0 0,0 1 0 0 0,1-1 0 0 0,1 0 0 0 0,-1 1 0 0 0,2-1 0 0 0,-1 1 0 0 0,1-1 0 0 0,1 1 1 0 0,-1-1-1 0 0,2 0 0 0 0,-1 0 0 0 0,1 0 0 0 0,8 17 0 0 0,-4-13 11 0 0,0-1 0 0 0,0 1 0 0 0,1-1 1 0 0,0 0-1 0 0,2-1 0 0 0,-1 0 0 0 0,1 0 0 0 0,0-1 1 0 0,1-1-1 0 0,1 0 0 0 0,-1 0 0 0 0,1-1 0 0 0,1 0 1 0 0,-1-1-1 0 0,1-1 0 0 0,0 0 0 0 0,1-1 0 0 0,0 0 1 0 0,0-1-1 0 0,18 3 0 0 0,-9-2 79 0 0,1-2 0 0 0,-1 0 0 0 0,1-2 0 0 0,0 0 0 0 0,0-2 0 0 0,-1 0 1 0 0,1-2-1 0 0,-1-1 0 0 0,26-7 0 0 0,-35 7 56 0 0,0-1 1 0 0,0 0 0 0 0,0-1 0 0 0,0-1-1 0 0,-1 0 1 0 0,0-1 0 0 0,-1 0-1 0 0,0-1 1 0 0,0-1 0 0 0,-1 0-1 0 0,0 0 1 0 0,-1-1 0 0 0,0 0-1 0 0,0-1 1 0 0,10-18 0 0 0,-11 17 6 0 0,-1-1 1 0 0,0 0-1 0 0,-2-1 1 0 0,1 0 0 0 0,-2 0-1 0 0,0 0 1 0 0,0-1-1 0 0,-2 0 1 0 0,0 1 0 0 0,-1-1-1 0 0,0 0 1 0 0,-1-1-1 0 0,-3-27 1 0 0,1 31-98 0 0,-1 0-1 0 0,0 0 1 0 0,-1 0 0 0 0,-1 1 0 0 0,0-1 0 0 0,-1 1-1 0 0,0 0 1 0 0,-1 1 0 0 0,0-1 0 0 0,-1 1-1 0 0,0 0 1 0 0,0 1 0 0 0,-2 0 0 0 0,1 0 0 0 0,-1 0-1 0 0,-11-8 1 0 0,1 2-30 0 0,-2 1 1 0 0,0 1-1 0 0,-1 1 0 0 0,0 1 1 0 0,-1 1-1 0 0,0 1 0 0 0,-30-10 1 0 0,22 10-75 0 0,-5-3-578 0 0,10 6-4108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3:20.18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8560 1 3940 0 0,'0'0'4756'0'0,"-4"2"-4720"0"0,-20 6 17 0 0,-1-1 0 0 0,1-2 0 0 0,-2 0 0 0 0,-48 2 0 0 0,2 2-39 0 0,-533 79 192 0 0,317-38-132 0 0,176-28-54 0 0,-438 101 146 0 0,433-95-109 0 0,-634 156 381 0 0,398-91-330 0 0,160-40-67 0 0,-282 103-8 0 0,257-62-8 0 0,-41 15 10 0 0,-44-7 7 0 0,70-25 8 0 0,-44 14 17 0 0,-169 64 10 0 0,-175 114-1 0 0,519-228-83 0 0,-184 104 1 0 0,140-63-2 0 0,-37 23-28 0 0,-123 90 17 0 0,256-156 4 0 0,3 2-1 0 0,1 1 1 0 0,2 3-1 0 0,-39 53 1 0 0,2-16 11 0 0,57-61 1 0 0,1 2 1 0 0,-26 33-1 0 0,24-29-27 0 0,-9 15-7 0 0,-43 82-28 0 0,30-51 85 0 0,-2-3 1 0 0,-101 110-1 0 0,108-131-15 0 0,-34 30 33 0 0,-112 93 1 0 0,87-84-36 0 0,3 5 5 0 0,69-61-6 0 0,1-3 1361 0 0,26-33-1339 0 0,0 1 1 0 0,0 0-1 0 0,0-1 1 0 0,0 0-1 0 0,1 1 1 0 0,0-1-1 0 0,0 0 0 0 0,0 0 1 0 0,0 0-1 0 0,0 0 1 0 0,1-6-1 0 0,-2 2 12 0 0,-8-40 49 0 0,-25-97 52 0 0,22 80-112 0 0,-3-7-135 0 0,16 71 76 0 0,-3-10-736 0 0,3 29 486 0 0,45 267-76 0 0,-39-249 365 0 0,0-6 4 0 0,-1-1 1 0 0,0 33 0 0 0,-5-61-12 0 0,0 0 1 0 0,-1 0-1 0 0,1 1 1 0 0,0-1-1 0 0,0 0 1 0 0,0 0-1 0 0,1 1 1 0 0,-1-1 0 0 0,0 0-1 0 0,0 0 1 0 0,1 1-1 0 0,-1-1 1 0 0,0 0-1 0 0,1 0 1 0 0,-1 0-1 0 0,1 0 1 0 0,0 0-1 0 0,-1 0 1 0 0,1 1 0 0 0,0-2-1 0 0,0 1 1 0 0,-1 0-1 0 0,1 0 1 0 0,0 0-1 0 0,0 0 1 0 0,0 0-1 0 0,0-1 1 0 0,0 1-1 0 0,0 0 1 0 0,1-1 0 0 0,-1 1-1 0 0,0-1 1 0 0,0 1-1 0 0,0-1 1 0 0,0 0-1 0 0,1 1 1 0 0,-1-1-1 0 0,0 0 1 0 0,0 0-1 0 0,1 0 1 0 0,-1 0 0 0 0,0 0-1 0 0,0 0 1 0 0,1 0-1 0 0,1-1 1 0 0,7-2-27 0 0,0 0 1 0 0,0 0 0 0 0,-1-1-1 0 0,17-8 1 0 0,-8 3 57 0 0,67-23-93 0 0,155-36 0 0 0,-64 22-87 0 0,-173 45 144 0 0,13-2-9 0 0,-7 1 120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6:33.77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517 83 1104 0 0,'1'-1'46'0'0,"-1"0"100"0"0,1 0 0 0 0,0 0-1 0 0,-1 0 1 0 0,1 0 0 0 0,-1 0 0 0 0,1 0 0 0 0,-1-1 0 0 0,1 1 0 0 0,-1 0 0 0 0,0 0-1 0 0,0-1 1 0 0,1 1 0 0 0,-1 0 0 0 0,0-1 0 0 0,0 1 0 0 0,0 0 0 0 0,-1-1 0 0 0,1 1-1 0 0,0 0 1 0 0,0 0 0 0 0,-1-1 0 0 0,1 1 0 0 0,-1 0 0 0 0,1 0 0 0 0,-1 0 0 0 0,1-1-1 0 0,-1 1 1 0 0,0 0 0 0 0,1 0 0 0 0,-1 0 0 0 0,0 0 0 0 0,0 0 0 0 0,0 0 0 0 0,0 1-1 0 0,-1-2 1 0 0,0 0 21 0 0,0 0-98 0 0,-1-1 1 0 0,0 1-1 0 0,0 0 1 0 0,0 0-1 0 0,0 0 0 0 0,0 0 1 0 0,-1 1-1 0 0,1-1 1 0 0,0 1-1 0 0,-1-1 0 0 0,1 1 1 0 0,-1 0-1 0 0,-3 0 1 0 0,0-1 33 0 0,0 0-64 0 0,0-1 1 0 0,0 1-1 0 0,0 1 0 0 0,0 0 0 0 0,0 0 0 0 0,-1 0 0 0 0,-10 1 0 0 0,3 1-33 0 0,-1 2 0 0 0,1 0 0 0 0,-23 7 0 0 0,20-2-22 0 0,0 1 0 0 0,0 0 0 0 0,1 1 0 0 0,0 1-1 0 0,1 0 1 0 0,0 2 0 0 0,1 0 0 0 0,0 0 0 0 0,1 1 0 0 0,-12 16 0 0 0,12-12-15 0 0,0 0 1 0 0,1 0 0 0 0,1 1-1 0 0,1 1 1 0 0,-16 36 0 0 0,23-46 6 0 0,0 0 0 0 0,1 0 1 0 0,0 1-1 0 0,1-1 0 0 0,0 1 1 0 0,1 0-1 0 0,0-1 0 0 0,0 1 1 0 0,1 0-1 0 0,2 15 1 0 0,0-17 10 0 0,0-1 1 0 0,0 0 0 0 0,1 0-1 0 0,0 0 1 0 0,0 0 0 0 0,1 0 0 0 0,0-1-1 0 0,0 0 1 0 0,1 0 0 0 0,0 0-1 0 0,0 0 1 0 0,1-1 0 0 0,12 11 0 0 0,-6-6 11 0 0,1-1 1 0 0,1 0-1 0 0,0-1 1 0 0,0 0-1 0 0,1-2 1 0 0,0 1-1 0 0,0-2 1 0 0,0 0-1 0 0,1-1 1 0 0,0-1-1 0 0,0 0 1 0 0,1-1-1 0 0,-1 0 1 0 0,1-2-1 0 0,-1 0 1 0 0,1-1-1 0 0,-1 0 1 0 0,1-2-1 0 0,0 0 0 0 0,17-5 1 0 0,317-73 212 0 0,-281 63-131 0 0,-68 16 59 0 0,3-18-3654 0 0,-7 9 1273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6:34.67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 86 5657 0 0,'-11'-65'875'0'0,"11"63"-598"0"0,-1-10 52 0 0,2 5-197 0 0,0 10-297 0 0,44 144 105 0 0,57 167-86 0 0,-56-175 234 0 0,-40-120 2486 0 0,-17-81-1415 0 0,13 56-1215 0 0,-1 0-1 0 0,1-1 0 0 0,0 1 0 0 0,0 0 1 0 0,1 0-1 0 0,0 0 0 0 0,0 1 1 0 0,0-1-1 0 0,1 0 0 0 0,0 1 1 0 0,0 0-1 0 0,0 0 0 0 0,0 0 0 0 0,1 1 1 0 0,0 0-1 0 0,0 0 0 0 0,0 0 1 0 0,1 0-1 0 0,-1 1 0 0 0,1-1 0 0 0,0 2 1 0 0,0-1-1 0 0,8-2 0 0 0,-9 3-3 0 0,0 0-1 0 0,0 1 0 0 0,1-1 0 0 0,-1 1 0 0 0,1 0 1 0 0,-1 1-1 0 0,1-1 0 0 0,-1 1 0 0 0,0 1 1 0 0,1-1-1 0 0,-1 1 0 0 0,1-1 0 0 0,-1 1 0 0 0,0 1 1 0 0,1-1-1 0 0,-1 1 0 0 0,0 0 0 0 0,0 0 0 0 0,0 1 1 0 0,0-1-1 0 0,-1 1 0 0 0,1 0 0 0 0,-1 1 1 0 0,1-1-1 0 0,-1 1 0 0 0,0-1 0 0 0,5 8 0 0 0,1 4 22 0 0,-2 0-1 0 0,1 0 0 0 0,-2 1 0 0 0,0 0 0 0 0,-1 0 0 0 0,-1 1 0 0 0,-1-1 1 0 0,0 1-1 0 0,-1 0 0 0 0,0 0 0 0 0,-2 1 0 0 0,0 25 0 0 0,-1-42-11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6:35.87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41 105 4812 0 0,'0'0'-136'0'0,"-11"-43"800"0"0,11 41-479 0 0,-2-4 414 0 0,2 6-567 0 0,1 0 0 0 0,-1-1 1 0 0,0 1-1 0 0,0 0 0 0 0,0 0 1 0 0,0-1-1 0 0,0 1 0 0 0,0 0 0 0 0,0 0 1 0 0,0-1-1 0 0,0 1 0 0 0,0 0 1 0 0,0 0-1 0 0,0-1 0 0 0,0 1 1 0 0,0 0-1 0 0,0-1 0 0 0,0 1 1 0 0,0 0-1 0 0,0 0 0 0 0,0-1 0 0 0,0 1 1 0 0,0 0-1 0 0,0 0 0 0 0,-1-1 1 0 0,1 1-1 0 0,0 0 0 0 0,0 0 1 0 0,0 0-1 0 0,0-1 0 0 0,-1 1 1 0 0,1 0-1 0 0,0 0 0 0 0,0 0 0 0 0,0 0 1 0 0,-1-1-1 0 0,1 1 0 0 0,0 0 1 0 0,0 0-1 0 0,-1 0 0 0 0,1 0 1 0 0,0 0-1 0 0,0 0 0 0 0,-1 0 1 0 0,1 0-1 0 0,0-1 0 0 0,0 1 1 0 0,-1 0-1 0 0,1 0 0 0 0,0 0 0 0 0,-1 0 1 0 0,1 1-1 0 0,-4 6-47 0 0,1 1 0 0 0,0-1 0 0 0,0 1 0 0 0,1 0 1 0 0,0 0-1 0 0,0 0 0 0 0,1 0 0 0 0,0 1 0 0 0,0-1 0 0 0,1 0 0 0 0,0 0 0 0 0,1 1 0 0 0,0-1 0 0 0,0 0 1 0 0,0 0-1 0 0,1 0 0 0 0,1 0 0 0 0,-1 0 0 0 0,7 13 0 0 0,-5-11 8 0 0,1 0 1 0 0,-1 0-1 0 0,2-1 0 0 0,-1 0 0 0 0,1 0 1 0 0,1 0-1 0 0,0-1 0 0 0,0 0 1 0 0,0 0-1 0 0,1-1 0 0 0,0 0 1 0 0,1 0-1 0 0,-1-1 0 0 0,1 0 0 0 0,14 7 1 0 0,-20-12 10 0 0,0 0 1 0 0,0 0 0 0 0,0 0 0 0 0,0 0-1 0 0,0-1 1 0 0,0 1 0 0 0,0-1-1 0 0,0 0 1 0 0,0 0 0 0 0,0 0 0 0 0,0 0-1 0 0,0 0 1 0 0,1-1 0 0 0,-1 1-1 0 0,0-1 1 0 0,0 0 0 0 0,-1 0 0 0 0,1 0-1 0 0,4-3 1 0 0,-2 1 3 0 0,0-1 0 0 0,0 1 1 0 0,-1-1-1 0 0,0 0 0 0 0,0 0 0 0 0,0-1 0 0 0,0 1 0 0 0,-1-1 1 0 0,6-9-1 0 0,2-8 28 0 0,-1 0-1 0 0,-1-1 1 0 0,11-42 0 0 0,-19 62-33 0 0,34-160 1663 0 0,-35 161-1594 0 0,-1 7-127 0 0,0 6 31 0 0,0 0-1 0 0,1 0 1 0 0,0 1-1 0 0,1-1 1 0 0,0 0-1 0 0,0 0 0 0 0,1 0 1 0 0,1-1-1 0 0,0 1 1 0 0,0 0-1 0 0,1-1 1 0 0,1 0-1 0 0,-1 0 1 0 0,2 0-1 0 0,7 10 1 0 0,0-1-110 0 0,1-1 0 0 0,0-1 0 0 0,1 0 0 0 0,1-1 0 0 0,1-1 0 0 0,32 22 0 0 0,-47-35-94 0 0,1 0-1 0 0,0-1 1 0 0,0 0-1 0 0,-1 0 1 0 0,1 0 0 0 0,0 0-1 0 0,0 0 1 0 0,0 0-1 0 0,0-1 1 0 0,0 0 0 0 0,0 1-1 0 0,1-1 1 0 0,-1 0-1 0 0,0-1 1 0 0,0 1 0 0 0,0 0-1 0 0,0-1 1 0 0,4-1-1 0 0,7-5-1681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6:36.60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7 31 5200 0 0,'-7'-14'-50'0'0,"10"41"-10"0"0,10 49-44 0 0,38 89-4 0 0,-26-88 153 0 0,-21-63-495 0 0,2 6 2824 0 0,-15-34-696 0 0,-1-8-1618 0 0,1 0-1 0 0,0 0 1 0 0,2-1-1 0 0,0 0 1 0 0,2 0-1 0 0,0-1 1 0 0,2 1-1 0 0,1-1 1 0 0,0 0-1 0 0,3-25 1 0 0,-1 44-95 0 0,1 0 1 0 0,0-1 0 0 0,0 1 0 0 0,1 0 0 0 0,-1 0 0 0 0,1 0 0 0 0,0 0-1 0 0,1 0 1 0 0,-1 0 0 0 0,1 0 0 0 0,0 1 0 0 0,0-1 0 0 0,7-7 0 0 0,-7 9-11 0 0,0 1 0 0 0,0-1 1 0 0,0 1-1 0 0,0 0 0 0 0,1 0 0 0 0,-1 0 1 0 0,1 1-1 0 0,-1-1 0 0 0,1 1 1 0 0,-1-1-1 0 0,1 1 0 0 0,0 1 0 0 0,0-1 1 0 0,0 0-1 0 0,-1 1 0 0 0,1 0 0 0 0,0 0 1 0 0,7 0-1 0 0,-7 1 22 0 0,0 0 0 0 0,-1 0-1 0 0,1 1 1 0 0,-1-1 0 0 0,1 1 0 0 0,-1 0 0 0 0,0 0-1 0 0,1 0 1 0 0,-1 0 0 0 0,0 0 0 0 0,0 1 0 0 0,-1-1-1 0 0,1 1 1 0 0,0 0 0 0 0,-1 0 0 0 0,0 0 0 0 0,0 0-1 0 0,3 5 1 0 0,3 6-50 0 0,-1 0 1 0 0,10 26-1 0 0,5 44-52 0 0,-17-61 1 0 0,1-1-1 0 0,12 30 0 0 0,-10-44-143 0 0,23-29-4302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6:37.70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0 419 4860 0 0,'14'-14'83'0'0,"-1"-1"0"0"0,-1 0-1 0 0,-1-1 1 0 0,0 0-1 0 0,9-19 1 0 0,-18 27-13 0 0,1-1-1 0 0,-2 1 1 0 0,1-1 0 0 0,-1 1 0 0 0,0-1 0 0 0,-1 0-1 0 0,0 1 1 0 0,0-1 0 0 0,-3-12 0 0 0,-22-79 1509 0 0,15 66-777 0 0,-9-38 928 0 0,18 70-1673 0 0,1 2-77 0 0,0 0 0 0 0,0 0 0 0 0,0 0-1 0 0,0 0 1 0 0,0 1 0 0 0,0-1 0 0 0,-1 0 0 0 0,1 0 0 0 0,0 0 0 0 0,0 0 0 0 0,0 0 0 0 0,0 0 0 0 0,0 0 0 0 0,0 0 0 0 0,-1 0 0 0 0,1 0 0 0 0,0 0 0 0 0,0 0 0 0 0,0 0 0 0 0,0 0 0 0 0,0 0 0 0 0,-1 0 0 0 0,1 0 0 0 0,0 0 0 0 0,0 0 0 0 0,0 0 0 0 0,0 0 0 0 0,0 0 0 0 0,-1 0 0 0 0,1 0 0 0 0,0 0 0 0 0,0 0 0 0 0,0 0 0 0 0,0 0 0 0 0,0 0 0 0 0,0 0 0 0 0,-1 0 0 0 0,1-1 0 0 0,0 1-1 0 0,0 0 1 0 0,0 0 0 0 0,0 0 0 0 0,0 0 0 0 0,0 0 0 0 0,0 0 0 0 0,0 0 0 0 0,0-1 0 0 0,-1 1 0 0 0,1 0 0 0 0,0 0 0 0 0,1 41-103 0 0,2 0 0 0 0,2-1 0 0 0,2 1 0 0 0,15 53 0 0 0,-9-39 65 0 0,18 64 16 0 0,54 126-1 0 0,-82-235 50 0 0,-1 0 1228 0 0,-14-27-962 0 0,-16-34-337 0 0,21 31-11 0 0,0-1-1 0 0,1 0 1 0 0,1 0 0 0 0,1-1 0 0 0,0 1 0 0 0,2-1-1 0 0,1 0 1 0 0,1 0 0 0 0,0 1 0 0 0,2-1 0 0 0,0 0-1 0 0,2 1 1 0 0,0-1 0 0 0,9-26 0 0 0,-9 41 21 0 0,-1 1 1 0 0,1-1-1 0 0,0 0 1 0 0,1 1-1 0 0,-1 0 1 0 0,1 0-1 0 0,0 0 1 0 0,1 1 0 0 0,-1 0-1 0 0,1 0 1 0 0,0 0-1 0 0,1 0 1 0 0,-1 1-1 0 0,1 0 1 0 0,12-5-1 0 0,-14 7 17 0 0,1 0-1 0 0,0 0 1 0 0,0 0-1 0 0,0 0 0 0 0,0 1 1 0 0,1 0-1 0 0,-1 1 1 0 0,0-1-1 0 0,1 1 1 0 0,-1 0-1 0 0,0 1 0 0 0,0-1 1 0 0,1 1-1 0 0,-1 1 1 0 0,0-1-1 0 0,0 1 1 0 0,0 0-1 0 0,0 0 1 0 0,9 6-1 0 0,-13-7 30 0 0,-1-1 1 0 0,1 1-1 0 0,0 1 0 0 0,0-1 1 0 0,-1 0-1 0 0,1 0 1 0 0,-1 1-1 0 0,1-1 0 0 0,-1 1 1 0 0,1-1-1 0 0,-1 1 0 0 0,0-1 1 0 0,0 1-1 0 0,0 0 0 0 0,0 0 1 0 0,0-1-1 0 0,0 1 1 0 0,0 0-1 0 0,-1 0 0 0 0,1 0 1 0 0,-1 0-1 0 0,1 0 0 0 0,-1 3 1 0 0,0-2 3 0 0,-1-1 0 0 0,1 1-1 0 0,-1 0 1 0 0,0 0 0 0 0,0-1 0 0 0,0 1 0 0 0,-1 0 0 0 0,1-1 0 0 0,0 1-1 0 0,-1-1 1 0 0,0 1 0 0 0,0-1 0 0 0,1 0 0 0 0,-4 3 0 0 0,-9 7 1 0 0,0-1 0 0 0,0 0 0 0 0,-1-1 0 0 0,-17 9 0 0 0,27-16-3 0 0,-139 79-183 0 0,143-81 150 0 0,1 0 4 0 0,1 0 33 0 0,-1 0 1 0 0,1 0-1 0 0,0 0 0 0 0,-1 0 0 0 0,1 0 0 0 0,0 0 0 0 0,0 0 0 0 0,-1-1 0 0 0,1 1 0 0 0,0 0 0 0 0,0-1 0 0 0,0 1 0 0 0,0 0 1 0 0,0-1-1 0 0,0 1 0 0 0,0-1 0 0 0,0 0 0 0 0,0 1 0 0 0,0-1 0 0 0,0 0 0 0 0,0 1 0 0 0,2-1 0 0 0,32 8-30 0 0,-28-7 22 0 0,55 12-53 0 0,43 8-13 0 0,179 61 0 0 0,-281-81 61 0 0,1 0 0 0 0,-1 1 1 0 0,0-1-1 0 0,1 1 0 0 0,-1 0 0 0 0,0-1 1 0 0,0 2-1 0 0,0-1 0 0 0,0 0 0 0 0,0 1 1 0 0,-1-1-1 0 0,1 1 0 0 0,-1 0 0 0 0,0-1 1 0 0,4 6-1 0 0,-7-6-201 0 0,0 0 0 0 0,0 0 1 0 0,0-1-1 0 0,0 1 0 0 0,0-1 0 0 0,0 1 1 0 0,0 0-1 0 0,-1-1 0 0 0,1 0 1 0 0,0 1-1 0 0,-1-1 0 0 0,1 0 0 0 0,-4 2 1 0 0,-5 3-1001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6:38.77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 49 4396 0 0,'-3'-20'13'0'0,"-1"-8"1279"0"0,4 45-874 0 0,5 29-424 0 0,3 0 1 0 0,1 0-1 0 0,22 59 0 0 0,-10-33 29 0 0,-15-52-247 0 0,8 36 654 0 0,-10-19-3393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6:39.23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20 99 4748 0 0,'-19'3'1393'0'0,"398"-70"-1158"0"0,-255 52-163 0 0,144 0-1 0 0,-209 11-1905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6:40.67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315 66 4288 0 0,'0'0'-190'0'0,"-6"-33"3183"0"0,1 31-2910 0 0,1 0 0 0 0,-1 0 0 0 0,1 0 0 0 0,-1 0 1 0 0,0 0-1 0 0,0 1 0 0 0,0 0 0 0 0,-8-1 0 0 0,10 2-51 0 0,-1 0-8 0 0,-6 0-28 0 0,1 1 1 0 0,-1 0-1 0 0,1 1 0 0 0,0-1 1 0 0,0 2-1 0 0,0-1 1 0 0,0 2-1 0 0,0-1 0 0 0,0 1 1 0 0,1 0-1 0 0,0 1 1 0 0,0 0-1 0 0,0 0 0 0 0,0 1 1 0 0,1 0-1 0 0,0 0 1 0 0,0 0-1 0 0,1 1 1 0 0,-1 0-1 0 0,-6 12 0 0 0,4-7-23 0 0,1 0 0 0 0,0 1-1 0 0,1 0 1 0 0,0 0-1 0 0,1 1 1 0 0,0 0 0 0 0,2 0-1 0 0,-1 1 1 0 0,2-1 0 0 0,0 1-1 0 0,0 0 1 0 0,2 0-1 0 0,0-1 1 0 0,0 1 0 0 0,2 0-1 0 0,0 0 1 0 0,0 0-1 0 0,1 0 1 0 0,1 0 0 0 0,1-1-1 0 0,0 1 1 0 0,1-1 0 0 0,0 0-1 0 0,1 0 1 0 0,1-1-1 0 0,0 0 1 0 0,13 19 0 0 0,-10-22 14 0 0,-1-1 0 0 0,1 0 1 0 0,1-1-1 0 0,-1 0 0 0 0,2-1 1 0 0,-1 0-1 0 0,1-1 1 0 0,0 0-1 0 0,0-1 0 0 0,0 0 1 0 0,1 0-1 0 0,0-2 0 0 0,0 0 1 0 0,0 0-1 0 0,0-1 0 0 0,23 0 1 0 0,9 0 19 0 0,0-3 0 0 0,-1-1 0 0 0,74-14 0 0 0,-90 11 43 0 0,1-2 1 0 0,-2 0-1 0 0,1-2 1 0 0,-1-1-1 0 0,-1-1 0 0 0,1-1 1 0 0,-2-2-1 0 0,24-16 1 0 0,-40 24 28 0 0,0 0 1 0 0,0-1 0 0 0,-1 0-1 0 0,0 0 1 0 0,-1-1 0 0 0,1 0-1 0 0,-2-1 1 0 0,1 1 0 0 0,-1-1-1 0 0,0-1 1 0 0,-1 1 0 0 0,0-1-1 0 0,-1 0 1 0 0,0 0 0 0 0,0 0-1 0 0,-1 0 1 0 0,0-1 0 0 0,-1 1-1 0 0,0-1 1 0 0,-1 0 0 0 0,0 0-1 0 0,-1 0 1 0 0,0 1 0 0 0,-3-17 0 0 0,2 19-66 0 0,-1-1 0 0 0,0 1 1 0 0,-1 0-1 0 0,1 0 0 0 0,-2 0 1 0 0,1 0-1 0 0,-1 1 1 0 0,0-1-1 0 0,-1 1 0 0 0,0 0 1 0 0,0 0-1 0 0,-8-8 0 0 0,3 5 33 0 0,-1 1 0 0 0,0 0 0 0 0,0 0 0 0 0,-1 1 0 0 0,0 1-1 0 0,-23-10 1 0 0,-7 1 66 0 0,0 1 0 0 0,-1 3-1 0 0,-71-12 1 0 0,87 20-525 0 0,-1 0-1 0 0,0 2 1 0 0,0 1 0 0 0,-53 4-1 0 0,76 4-693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6:41.11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71 64 5128 0 0,'-71'-64'2644'0'0,"83"81"-2504"0"0,25 19-174 0 0,3-1 0 0 0,76 51 0 0 0,8 6 17 0 0,1 9-1033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6:44.82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46 115 4972 0 0,'0'0'-226'0'0,"-26"-34"-316"0"0,8-11 3461 0 0,18 49-3041 0 0,-1 5 115 0 0,1 0 1 0 0,0 0-1 0 0,1 0 1 0 0,0-1-1 0 0,0 1 1 0 0,1 0 0 0 0,0-1-1 0 0,1 1 1 0 0,-1-1-1 0 0,2 1 1 0 0,-1-1-1 0 0,1 0 1 0 0,0-1-1 0 0,1 1 1 0 0,0-1 0 0 0,0 0-1 0 0,1 0 1 0 0,0 0-1 0 0,0-1 1 0 0,0 0-1 0 0,1 0 1 0 0,0 0-1 0 0,0-1 1 0 0,0 0 0 0 0,1 0-1 0 0,0-1 1 0 0,0 0-1 0 0,0-1 1 0 0,0 0-1 0 0,1 0 1 0 0,-1 0-1 0 0,1-1 1 0 0,-1-1 0 0 0,1 1-1 0 0,17-1 1 0 0,-24-1 12 0 0,1 0 1 0 0,0-1-1 0 0,0 1 0 0 0,-1-1 1 0 0,1 0-1 0 0,0 0 1 0 0,-1 0-1 0 0,1 0 1 0 0,-1 0-1 0 0,1-1 1 0 0,-1 1-1 0 0,0-1 1 0 0,0 0-1 0 0,1 1 1 0 0,-1-1-1 0 0,0 0 1 0 0,-1 0-1 0 0,1 0 0 0 0,0-1 1 0 0,0 1-1 0 0,-1 0 1 0 0,0-1-1 0 0,1 1 1 0 0,1-5-1 0 0,2-6 18 0 0,-1 1 1 0 0,0-1-1 0 0,4-21 0 0 0,-7 27-14 0 0,5-23 219 0 0,-2-1 1 0 0,0-46 0 0 0,-4 88-278 0 0,1-1 1 0 0,0 1-1 0 0,0 0 0 0 0,2 0 1 0 0,-1-1-1 0 0,1 1 0 0 0,1-1 0 0 0,8 18 1 0 0,-5-19-46 0 0,-1 0 0 0 0,2-1 0 0 0,-1 0 0 0 0,1 0 0 0 0,1-1 0 0 0,-1 0 0 0 0,1 0 1 0 0,1-1-1 0 0,-1 0 0 0 0,1-1 0 0 0,0 0 0 0 0,0 0 0 0 0,0-1 0 0 0,1-1 0 0 0,14 4 1 0 0,-22-7-121 0 0,0 1 0 0 0,0-1 0 0 0,0 0 0 0 0,1 0 0 0 0,-1-1 0 0 0,0 1 0 0 0,0-1 0 0 0,0 1 0 0 0,0-1 0 0 0,3-1 0 0 0,3-1-489 0 0,10-2-208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6:45.34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93 154 3528 0 0,'0'0'-153'0'0,"31"-8"-102"0"0,-26 5 356 0 0,-1 1 0 0 0,0-1 0 0 0,0 0 0 0 0,-1 0 0 0 0,1 0 0 0 0,-1 0 0 0 0,1 0 0 0 0,-1-1 0 0 0,0 0 0 0 0,0 0 0 0 0,-1 0 0 0 0,1 0 0 0 0,-1 0 0 0 0,0 0 0 0 0,0-1 1 0 0,0 1-1 0 0,-1-1 0 0 0,1 1 0 0 0,-1-1 0 0 0,0 0 0 0 0,0 1 0 0 0,-1-1 0 0 0,0 0 0 0 0,1 0 0 0 0,-2 0 0 0 0,1 1 0 0 0,-2-10 0 0 0,1 12-71 0 0,-1 0 0 0 0,1 0 0 0 0,0 1 1 0 0,-1-1-1 0 0,0 1 0 0 0,1-1 0 0 0,-1 1 0 0 0,0-1 0 0 0,0 1 0 0 0,1 0 0 0 0,-1 0 0 0 0,0 0 0 0 0,0 0 0 0 0,-1 0 0 0 0,1 0 1 0 0,0 1-1 0 0,0-1 0 0 0,0 1 0 0 0,0-1 0 0 0,-1 1 0 0 0,-1 0 0 0 0,3 0-18 0 0,-2-1 23 0 0,-1 3-13 0 0,-4 2-25 0 0,-1 1 0 0 0,1 0 0 0 0,0 0 0 0 0,0 0 0 0 0,1 1 0 0 0,-1 1 0 0 0,1-1 0 0 0,1 1 0 0 0,-1 1 0 0 0,1-1 0 0 0,1 1 0 0 0,-1 0 0 0 0,1 0 0 0 0,1 0 0 0 0,-1 1 0 0 0,1 0 0 0 0,1 0 0 0 0,0 0 0 0 0,0 0 0 0 0,-2 16 0 0 0,3-17-7 0 0,1-1 0 0 0,0 1-1 0 0,1 0 1 0 0,0-1 0 0 0,0 1-1 0 0,1 0 1 0 0,-1-1-1 0 0,2 1 1 0 0,-1-1 0 0 0,1 1-1 0 0,0-1 1 0 0,4 8 0 0 0,-4-10 1 0 0,1 0 1 0 0,0-1 0 0 0,0 1 0 0 0,0 0 0 0 0,1-1-1 0 0,0 0 1 0 0,0 0 0 0 0,0 0 0 0 0,0 0 0 0 0,0-1 0 0 0,1 0-1 0 0,0 0 1 0 0,-1 0 0 0 0,1 0 0 0 0,0-1 0 0 0,0 0-1 0 0,11 4 1 0 0,-9-5-206 0 0,-1 0 0 0 0,0 0-1 0 0,1 0 1 0 0,-1-1-1 0 0,0 0 1 0 0,1 0 0 0 0,-1 0-1 0 0,1-1 1 0 0,-1 0 0 0 0,0 0-1 0 0,0-1 1 0 0,1 0 0 0 0,-1 0-1 0 0,0 0 1 0 0,7-4 0 0 0,8-6-836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6:45.95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124 34 4032 0 0,'0'-1'6'0'0,"1"0"0"0"0,-1 0 0 0 0,0 1 0 0 0,1-1 0 0 0,-1 0 0 0 0,0 0-1 0 0,0 0 1 0 0,1 0 0 0 0,-1 0 0 0 0,0 1 0 0 0,0-1 0 0 0,0 0 0 0 0,0 0 0 0 0,0 0-1 0 0,0 0 1 0 0,0 0 0 0 0,-1 0 0 0 0,1 0 0 0 0,0 1 0 0 0,0-1 0 0 0,-1 0 0 0 0,1 0-1 0 0,0 0 1 0 0,-1 0 0 0 0,1 1 0 0 0,-1-1 0 0 0,1 0 0 0 0,-1 0 0 0 0,1 1-1 0 0,-1-1 1 0 0,0 1 0 0 0,1-1 0 0 0,-1 0 0 0 0,0 1 0 0 0,0-1 0 0 0,1 1 0 0 0,-1-1-1 0 0,0 1 1 0 0,0 0 0 0 0,0-1 0 0 0,1 1 0 0 0,-1 0 0 0 0,0 0 0 0 0,0-1 0 0 0,-2 1-1 0 0,1 0 29 0 0,-3 0-12 0 0,3 0-14 0 0,-4-1-6 0 0,1 1 1 0 0,-1 0 0 0 0,0 0-1 0 0,0 0 1 0 0,0 1 0 0 0,0 0-1 0 0,0 0 1 0 0,1 0 0 0 0,-1 1-1 0 0,0 0 1 0 0,1 0 0 0 0,0 1-1 0 0,-1-1 1 0 0,-5 5 0 0 0,10-6-4 0 0,1 0-1 0 0,-1 0 1 0 0,0 0 0 0 0,1 0 0 0 0,-1 0-1 0 0,0 0 1 0 0,1 0 0 0 0,0 1 0 0 0,-1-1-1 0 0,1 0 1 0 0,0 0 0 0 0,-1 1 0 0 0,1-1 0 0 0,0 0-1 0 0,0 0 1 0 0,0 1 0 0 0,0-1 0 0 0,0 0-1 0 0,0 0 1 0 0,1 1 0 0 0,-1-1 0 0 0,0 0-1 0 0,1 0 1 0 0,-1 1 0 0 0,1-1 0 0 0,-1 0 0 0 0,1 0-1 0 0,-1 0 1 0 0,1 0 0 0 0,0 0 0 0 0,0 0-1 0 0,0 1 1 0 0,31 32-1 0 0,-7-16 0 0 0,2-1 0 0 0,36 17-1 0 0,-34-19-12 0 0,0 2 0 0 0,28 20-1 0 0,-56-36 24 0 0,1 0-1 0 0,-1 0 0 0 0,1 0 0 0 0,-1 0 0 0 0,1 0 0 0 0,-1 1 1 0 0,0-1-1 0 0,1 1 0 0 0,-1-1 0 0 0,0 1 0 0 0,0-1 0 0 0,0 1 1 0 0,0-1-1 0 0,0 1 0 0 0,0 0 0 0 0,-1 0 0 0 0,1-1 0 0 0,-1 1 0 0 0,1 0 1 0 0,-1 0-1 0 0,0 0 0 0 0,1 0 0 0 0,-1 0 0 0 0,0 0 0 0 0,0-1 1 0 0,-1 4-1 0 0,0-3 20 0 0,0 0-1 0 0,0 1 1 0 0,-1-1 0 0 0,1 0 0 0 0,-1 0 0 0 0,0 0-1 0 0,1 0 1 0 0,-1 0 0 0 0,0 0 0 0 0,0 0 0 0 0,0-1-1 0 0,0 1 1 0 0,-1-1 0 0 0,1 1 0 0 0,0-1 0 0 0,-1 0 0 0 0,1 0-1 0 0,-4 1 1 0 0,-9 3 162 0 0,1-1 0 0 0,-1-1 0 0 0,-1 0 0 0 0,1-1-1 0 0,0-1 1 0 0,0 0 0 0 0,-1-1 0 0 0,1-1 0 0 0,-1 0 0 0 0,1-1-1 0 0,-22-5 1 0 0,35 7-260 0 0,1 0-1 0 0,-1-1 0 0 0,1 1 1 0 0,0 0-1 0 0,-1-1 0 0 0,1 1 1 0 0,0 0-1 0 0,-1-1 0 0 0,1 0 1 0 0,0 1-1 0 0,-1-1 0 0 0,1 0 1 0 0,0 1-1 0 0,0-1 0 0 0,0 0 1 0 0,0 0-1 0 0,0 0 0 0 0,0 0 1 0 0,0 0-1 0 0,0 0 0 0 0,0-1 1 0 0,0 1-1 0 0,1 0 0 0 0,-1 0 1 0 0,0-1-1 0 0,1 1 0 0 0,-1 0 1 0 0,1-1-1 0 0,-1 1 1 0 0,1 0-1 0 0,0-1 0 0 0,0 1 1 0 0,-1-1-1 0 0,1 1 0 0 0,0 0 1 0 0,0-1-1 0 0,0 1 0 0 0,1-1 1 0 0,-1 1-1 0 0,0-1 0 0 0,1 1 1 0 0,-1 0-1 0 0,0-1 0 0 0,1 1 1 0 0,0 0-1 0 0,-1-1 0 0 0,1 1 1 0 0,0 0-1 0 0,-1 0 0 0 0,1 0 1 0 0,0 0-1 0 0,0 0 0 0 0,2-2 1 0 0,5-6-1483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6:46.48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 82 4548 0 0,'-8'-81'3565'0'0,"10"104"-3221"0"0,11 38-392 0 0,33 92 0 0 0,-29-102 51 0 0,-2 0 0 0 0,13 81 1 0 0,-24-95 2 0 0,11 132 221 0 0,-15-167-262 0 0,3 3-637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6:46.79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5 80 5096 0 0,'0'0'-251'0'0,"-4"-4"-614"0"0,4 3 854 0 0,0 1 0 0 0,0 0 0 0 0,0 0-1 0 0,0-1 1 0 0,0 1 0 0 0,0 0 0 0 0,0 0 0 0 0,0 0 0 0 0,0-1 0 0 0,0 1 0 0 0,0 0 0 0 0,0 0 0 0 0,0-1 0 0 0,0 1 0 0 0,1 0 0 0 0,-1 0 0 0 0,0 0 0 0 0,0-1 0 0 0,0 1 0 0 0,0 0 0 0 0,0 0 0 0 0,1 0 0 0 0,-1 0 0 0 0,0-1 0 0 0,27-11-260 0 0,1 1 0 0 0,0 1 0 0 0,1 1 0 0 0,0 1 0 0 0,0 2 0 0 0,1 1 0 0 0,31-1 0 0 0,-43 4-281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6:47.09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0 2496 0 0,'0'0'470'0'0,"3"23"85"0"0,3 13-543 0 0,1 0 0 0 0,14 40 0 0 0,8 42-78 0 0,-27-102-1584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6:47.28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83 56 3556 0 0,'-38'-47'3367'0'0,"35"45"-3123"0"0,3 2-273 0 0,-1-1-1 0 0,1 1 0 0 0,0 0 1 0 0,0-1-1 0 0,0 1 1 0 0,-1 0-1 0 0,1-1 0 0 0,0 1 1 0 0,-1 0-1 0 0,1-1 1 0 0,0 1-1 0 0,-1 0 0 0 0,1 0 1 0 0,0-1-1 0 0,-1 1 1 0 0,1 0-1 0 0,0 0 0 0 0,-1 0 1 0 0,1-1-1 0 0,-1 1 1 0 0,1 0-1 0 0,0 0 0 0 0,-1 0 1 0 0,1 0-1 0 0,-1 0 1 0 0,1 0-1 0 0,0 0 0 0 0,-1 0 1 0 0,1 0-1 0 0,-1 0 1 0 0,1 0-1 0 0,-1 0 0 0 0,1 0 1 0 0,-1 1-1 0 0,0-1-230 0 0,-1 0 118 0 0,1 0 0 0 0,-1 0 0 0 0,1 1 0 0 0,0-1 0 0 0,-1 1 0 0 0,1-1 0 0 0,0 1 0 0 0,-1-1 0 0 0,1 1 0 0 0,0 0 0 0 0,0-1 0 0 0,0 1 1 0 0,0 0-1 0 0,-1 0 0 0 0,1 0 0 0 0,-1 1 0 0 0,-2 7-1460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6:48.72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154 168 4668 0 0,'0'0'-102'0'0,"1"0"109"0"0,-1 0 0 0 0,0 0-1 0 0,0 0 1 0 0,0-1 0 0 0,0 1 0 0 0,1 0 0 0 0,-1 0 0 0 0,0 0 0 0 0,0 0 0 0 0,0-1 0 0 0,0 1-1 0 0,0 0 1 0 0,0 0 0 0 0,0 0 0 0 0,0 0 0 0 0,0-1 0 0 0,1 1 0 0 0,-1 0 0 0 0,0 0 0 0 0,0 0 0 0 0,0-1-1 0 0,0 1 1 0 0,0 0 0 0 0,0 0 0 0 0,0-1 0 0 0,0 1 0 0 0,0 0 0 0 0,-1 0 0 0 0,1 0 0 0 0,0-1-1 0 0,0 1 1 0 0,0 0 0 0 0,0 0 0 0 0,0 0 0 0 0,0 0 0 0 0,0-1 0 0 0,0 1 0 0 0,0 0 0 0 0,-1 0 0 0 0,1 0-1 0 0,0 0 1 0 0,0-1 0 0 0,0 1 0 0 0,0 0 0 0 0,-1 0 0 0 0,1 0 0 0 0,-4 0-10 0 0,0 0 0 0 0,-1 0 0 0 0,1 0 0 0 0,0 1 0 0 0,0 0-1 0 0,0 0 1 0 0,0 0 0 0 0,0 0 0 0 0,0 0 0 0 0,0 1 0 0 0,0 0 0 0 0,1 0 0 0 0,-1 0 0 0 0,0 0 0 0 0,1 1 0 0 0,0-1 0 0 0,-1 1 0 0 0,1 0 0 0 0,0 0 0 0 0,1 0 0 0 0,-1 0 0 0 0,-2 4 0 0 0,-5 5-20 0 0,1 0 1 0 0,0 1-1 0 0,1 0 0 0 0,0 0 1 0 0,-7 18-1 0 0,13-25 14 0 0,0 0 0 0 0,1 1 0 0 0,-1-1 0 0 0,1 1 0 0 0,1-1 0 0 0,-1 1 0 0 0,1 0 0 0 0,0-1 0 0 0,1 1 0 0 0,0-1 0 0 0,0 1 0 0 0,0-1 0 0 0,0 1 0 0 0,1-1 0 0 0,0 0 0 0 0,1 0-1 0 0,0 0 1 0 0,-1 0 0 0 0,8 10 0 0 0,-8-12 22 0 0,1 0-1 0 0,0-1 0 0 0,0 1 0 0 0,0-1 1 0 0,0 0-1 0 0,0 0 0 0 0,1 0 1 0 0,-1 0-1 0 0,1-1 0 0 0,0 1 0 0 0,0-1 1 0 0,0 0-1 0 0,0 0 0 0 0,0 0 1 0 0,0-1-1 0 0,0 0 0 0 0,1 1 0 0 0,-1-1 1 0 0,0-1-1 0 0,1 1 0 0 0,-1-1 1 0 0,1 0-1 0 0,-1 0 0 0 0,1 0 0 0 0,-1 0 1 0 0,1-1-1 0 0,-1 1 0 0 0,1-1 1 0 0,7-3-1 0 0,-7 1 5 0 0,0 1 0 0 0,0-1 1 0 0,0 0-1 0 0,-1 0 0 0 0,1-1 1 0 0,-1 1-1 0 0,0-1 0 0 0,0 0 1 0 0,0 0-1 0 0,0-1 0 0 0,-1 1 1 0 0,0-1-1 0 0,1 0 0 0 0,-2 1 1 0 0,1-1-1 0 0,-1-1 0 0 0,1 1 1 0 0,-1 0-1 0 0,-1 0 0 0 0,1-1 1 0 0,-1 1-1 0 0,0-1 0 0 0,0 0 1 0 0,0-9-1 0 0,-1 7 1 0 0,1 1 0 0 0,-1-1 0 0 0,-1 1 0 0 0,0-1-1 0 0,0 0 1 0 0,0 1 0 0 0,-1-1 0 0 0,0 1 0 0 0,0 0 0 0 0,-1-1 0 0 0,0 1 0 0 0,0 0 0 0 0,0 1 0 0 0,-1-1-1 0 0,0 1 1 0 0,-1-1 0 0 0,-9-10 0 0 0,-6 4 52 0 0,-1 0 0 0 0,0 1 0 0 0,-40-16 0 0 0,46 21-6 0 0,13 6-32 0 0,1 1-33 0 0,0 0 0 0 0,-1-1 0 0 0,1 1 0 0 0,0 0-1 0 0,0-1 1 0 0,0 1 0 0 0,0-1 0 0 0,0 0 0 0 0,0 1 0 0 0,0-1 0 0 0,0 0-1 0 0,0 0 1 0 0,0 0 0 0 0,0 0 0 0 0,0 0 0 0 0,0 0 0 0 0,-1-2 0 0 0,28-4-58 0 0,0 1 1 0 0,1 2-1 0 0,48-4 1 0 0,90 7-39 0 0,-97 2 308 0 0,-65-1-22 0 0,-2 0-164 0 0,1 0 43 0 0,0-1 0 0 0,0 1 0 0 0,0 0 0 0 0,0 0 0 0 0,0 0 0 0 0,-1 0 0 0 0,1 1 0 0 0,0-1-1 0 0,0 0 1 0 0,0 1 0 0 0,0 0 0 0 0,0-1 0 0 0,1 2 0 0 0,-2 0-65 0 0,0 0-1 0 0,0-1 1 0 0,-1 1 0 0 0,1 0 0 0 0,-1 0 0 0 0,0 0-1 0 0,1 0 1 0 0,-1 0 0 0 0,0 0 0 0 0,0 0-1 0 0,0 0 1 0 0,-1 4 0 0 0,1 1-47 0 0,2 8 16 0 0,1 0-1 0 0,0 0 1 0 0,1 0 0 0 0,0 0 0 0 0,1-1 0 0 0,1 1-1 0 0,12 21 1 0 0,8 22 46 0 0,-20-33 576 0 0,-7-25-572 0 0,1 0 0 0 0,0 1 0 0 0,0-1 0 0 0,0 0 0 0 0,0 0 0 0 0,0 0 0 0 0,-1 0 0 0 0,1 0 0 0 0,0 0 0 0 0,0 1 0 0 0,0-1 0 0 0,0 0 0 0 0,-1 0 0 0 0,1 0 0 0 0,0 0 0 0 0,0 0 0 0 0,0 0 0 0 0,-1 0 0 0 0,1 0 0 0 0,0 0 0 0 0,0 0 0 0 0,0 0 0 0 0,-1 0 0 0 0,1 0 0 0 0,0 0 1 0 0,0 0-1 0 0,0 0 0 0 0,-1 0 0 0 0,1 0 0 0 0,0 0 0 0 0,0-1 0 0 0,0 1 0 0 0,-1 0 0 0 0,1 0 0 0 0,0 0 0 0 0,0 0 0 0 0,0 0 0 0 0,0 0 0 0 0,0 0 0 0 0,-1-1 0 0 0,1 1 0 0 0,0 0 0 0 0,0 0 0 0 0,0 0 0 0 0,0 0 0 0 0,0-1 0 0 0,0 1 0 0 0,0 0 0 0 0,0 0 0 0 0,-1-1 0 0 0,-1-2 69 0 0,-1 0 0 0 0,1 0 0 0 0,0 0 0 0 0,0 0-1 0 0,0-1 1 0 0,0 1 0 0 0,1-1 0 0 0,0 1 0 0 0,-1-1-1 0 0,0-6 1 0 0,1-4-31 0 0,1 1 0 0 0,0-1-1 0 0,1 1 1 0 0,0-1-1 0 0,1 1 1 0 0,1-1 0 0 0,0 1-1 0 0,1 0 1 0 0,1 0 0 0 0,6-14-1 0 0,-5 12-47 0 0,2 1-1 0 0,0 0 0 0 0,0 0 0 0 0,1 0 0 0 0,1 1 0 0 0,0 1 0 0 0,1 0 0 0 0,16-15 0 0 0,-23 24-33 0 0,0 0-1 0 0,-1 0 1 0 0,1 1-1 0 0,0 0 0 0 0,0 0 1 0 0,0 0-1 0 0,0 0 1 0 0,1 1-1 0 0,-1-1 1 0 0,0 1-1 0 0,1 0 1 0 0,-1 0-1 0 0,1 1 0 0 0,-1-1 1 0 0,1 1-1 0 0,-1 0 1 0 0,7 1-1 0 0,-3 1 21 0 0,0-1 1 0 0,-1 2-1 0 0,1-1 0 0 0,-1 1 0 0 0,1 0 0 0 0,-1 1 1 0 0,0-1-1 0 0,0 2 0 0 0,8 5 0 0 0,3 5-313 0 0,0 1 0 0 0,0 1-1 0 0,-2 1 1 0 0,0 0-1 0 0,21 34 1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6:54.35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2723 123 5324 0 0,'0'0'-208'0'0,"-43"-10"424"0"0,-155-29 0 0 0,-151-24 371 0 0,224 53-399 0 0,-152 9 1 0 0,125 3-85 0 0,-117 6 119 0 0,-74 26-123 0 0,307-29-112 0 0,0 2 0 0 0,1 0 1 0 0,0 3-1 0 0,0 1 1 0 0,1 1-1 0 0,1 2 0 0 0,0 1 1 0 0,1 2-1 0 0,-31 21 1 0 0,63-37 10 0 0,-65 45-87 0 0,-92 85 1 0 0,123-99 67 0 0,2 2 1 0 0,1 1-1 0 0,2 2 1 0 0,1 1-1 0 0,2 1 1 0 0,1 1-1 0 0,3 1 1 0 0,-29 70-1 0 0,24-30-26 0 0,-20 104 0 0 0,39-140 22 0 0,2-1-1 0 0,1 2 1 0 0,3-1 0 0 0,4 51-1 0 0,18 103-13 0 0,23 55-63 0 0,-33-209 65 0 0,2-1 0 0 0,3-1 0 0 0,31 68 0 0 0,-15-54 3 0 0,60 86 0 0 0,-56-96 12 0 0,2-2 1 0 0,2-1 0 0 0,2-2 0 0 0,47 36 0 0 0,-58-55 28 0 0,1-1 0 0 0,1-2 0 0 0,1-1 0 0 0,1-2 0 0 0,41 15 1 0 0,183 50-3 0 0,-133-54 33 0 0,196 20 0 0 0,-152-28-6 0 0,160 5 39 0 0,-228-20-45 0 0,230-3 32 0 0,-170-4 35 0 0,-104 0-102 0 0,25 2-20 0 0,327-7 53 0 0,-180 5-30 0 0,-121 3 9 0 0,745-43 36 0 0,-804 37-39 0 0,90-10 56 0 0,170-41 1 0 0,-254 43-13 0 0,-1-3 0 0 0,-1-1 1 0 0,0-3-1 0 0,-1-2 1 0 0,-2-3-1 0 0,75-47 1 0 0,-88 41 293 0 0,-1-1 0 0 0,-1-1 0 0 0,-2-2 0 0 0,-1-2 0 0 0,-2-1 0 0 0,25-41 0 0 0,-29 39 90 0 0,-2-1 0 0 0,-2-1 0 0 0,25-64 0 0 0,-42 93-288 0 0,-1-1 0 0 0,-1 1 0 0 0,0-1-1 0 0,-1 0 1 0 0,-1 0 0 0 0,0 0 0 0 0,-1 0-1 0 0,-2-27 1 0 0,-5 0 129 0 0,-19-66 1 0 0,7 35-153 0 0,9 41-71 0 0,-2 0 1 0 0,-1 1-1 0 0,-1 0 0 0 0,-29-43 1 0 0,-4-5-60 0 0,-4 2 1 0 0,-93-107 0 0 0,101 133-11 0 0,-2 2 1 0 0,-2 2 0 0 0,-3 3 0 0 0,-86-60 0 0 0,70 66-2 0 0,-1 4-1 0 0,-73-26 0 0 0,7 3 19 0 0,-43-12-3 0 0,121 45 14 0 0,-31-11-44 0 0,-91-34 24 0 0,120 47 36 0 0,6 2-32 0 0,-1 1 0 0 0,-1 3 0 0 0,0 2 0 0 0,-63-7-1 0 0,-16 8-27 0 0,36 2 55 0 0,-48-3-16 0 0,37 4-30 0 0,27 4 35 0 0,-13-5 15 0 0,-69-4-35 0 0,160 13 10 0 0,-40-4-28 0 0,27 5 23 0 0,3-2 8 0 0,6 1 3 0 0,-7 0 1 0 0,7 0 9 0 0,-7-1 5 0 0,-36-5-2 0 0,45 6-10 0 0,2 1 0 0 0,-9-2-2 0 0,8 2-5 0 0,-43-8 51 0 0,42 6 624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6:56.52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29 768 6493 0 0,'0'0'-446'0'0,"-16"2"1145"0"0,15-3-687 0 0,1 1 1 0 0,-1 0-1 0 0,1 0 0 0 0,-1 0 0 0 0,0-1 1 0 0,1 1-1 0 0,-1 0 0 0 0,1-1 1 0 0,-1 1-1 0 0,1 0 0 0 0,-1-1 0 0 0,1 1 1 0 0,-1-1-1 0 0,1 1 0 0 0,-1-1 1 0 0,1 1-1 0 0,0-1 0 0 0,-1 1 0 0 0,1-1 1 0 0,0 1-1 0 0,-1-1 0 0 0,1 0 1 0 0,0 1-1 0 0,0-1 0 0 0,-1 1 0 0 0,1-1 1 0 0,0 0-1 0 0,0 1 0 0 0,0-1 1 0 0,0 0-1 0 0,0 1 0 0 0,0-1 1 0 0,0 1-1 0 0,0-1 0 0 0,0 0 0 0 0,1 0 1 0 0,-1-1 33 0 0,55-56 156 0 0,-2 23-233 0 0,2 3 0 0 0,2 2 0 0 0,75-29-1 0 0,-58 26 35 0 0,46-23-15 0 0,-32 14-18 0 0,183-60 0 0 0,-76 34-30 0 0,25-3 79 0 0,-174 57-18 0 0,120-35 41 0 0,-117 32 31 0 0,-47 16-63 0 0,0 0-2 0 0,7-2 12 0 0,-7 2-1 0 0,13-2 198 0 0,-23-5-10 0 0,-30-4-98 0 0,-191-4-78 0 0,223 15-33 0 0,-64-1 7 0 0,66 2 4 0 0,1 0-5 0 0,-43-5-19 0 0,43 5 18 0 0,10-2-325 0 0,36-6 293 0 0,1 3 0 0 0,82-2 1 0 0,-4 2 24 0 0,-115 6 6 0 0,50-3 20 0 0,-29 3 0 0 0,15-4-76 0 0,-43 5 50 0 0,0-1 0 0 0,-1 1 0 0 0,1-1 0 0 0,-1 1-1 0 0,1-1 1 0 0,-1 0 0 0 0,0 1 0 0 0,1-1 0 0 0,-1 0-1 0 0,0 0 1 0 0,0 0 0 0 0,0 1 0 0 0,0-1 0 0 0,0 0 0 0 0,0 0-1 0 0,-2 1 1 0 0,2-1 3 0 0,-145 155-89 0 0,144-152 90 0 0,-179 187 11 0 0,180-190-12 0 0,-12 14 350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16.68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 32 24575,'-1'-14'0,"1"-4"0,6 28 0,1 17 0,-1 1 0,-2 0 0,0 1 0,-1 33 0,-1-22 0,8 49 0,0-16 0,-5-64-1365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17.99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611 51 24575,'-6'-5'0,"1"0"0,-1 0 0,-1 1 0,1-1 0,0 1 0,-1 1 0,0-1 0,0 1 0,0 1 0,0-1 0,-1 1 0,1 0 0,-1 1 0,1-1 0,-11 1 0,6 1 0,-1 1 0,1 0 0,-1 1 0,1 1 0,0 0 0,0 0 0,0 1 0,-19 9 0,2 3 0,1 0 0,1 2 0,0 1 0,1 2 0,1 0 0,-29 33 0,38-37 0,0 2 0,1 0 0,1 1 0,1 0 0,1 1 0,1 0 0,0 1 0,-11 36 0,18-41 0,0 0 0,1 0 0,0 0 0,2 0 0,0 0 0,1 0 0,0 1 0,2-1 0,0 0 0,1 0 0,0 0 0,11 29 0,-8-30 0,0 0 0,1 0 0,1 0 0,1-1 0,0-1 0,1 1 0,0-1 0,1-1 0,1 0 0,0 0 0,0-1 0,2-1 0,-1 0 0,1-1 0,1-1 0,0 0 0,0-1 0,1 0 0,0-1 0,0-1 0,19 5 0,-2-1 0,0-1 0,0-2 0,1-1 0,-1-1 0,56 0 0,-74-6 0,0 0 0,0 0 0,-1-2 0,1 1 0,-1-2 0,1 0 0,-1-1 0,-1 0 0,1-1 0,16-10 0,-10 2 0,0 0 0,0-2 0,-2 0 0,0-1 0,22-26 0,-29 29 0,0 0 0,-1 0 0,0 0 0,-1-2 0,-1 1 0,0-1 0,-1 0 0,-1-1 0,0 1 0,4-24 0,-4 13 0,-4 18 0,0 0 0,0 0 0,0 0 0,-1 0 0,-1 0 0,0-1 0,0 1 0,-1 0 0,-3-17 0,0 8 0,0-4 0,0 1 0,-2 0 0,-1 0 0,0 0 0,-1 1 0,-2 1 0,-20-35 0,16 36 0,-2 0 0,1 1 0,-2 0 0,0 2 0,-30-22 0,3 8 0,-63-32 0,38 36-204,51 20-957,-2-1-5665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21.55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56 325 24575,'0'-1'0,"0"0"0,0 1 0,0-1 0,0 0 0,0 0 0,0 0 0,0 1 0,0-1 0,0 0 0,0 0 0,0 1 0,-1-1 0,1 0 0,0 0 0,-1 1 0,1-1 0,0 0 0,-1 1 0,1-1 0,-1 0 0,1 1 0,-1-1 0,1 1 0,-1-1 0,1 1 0,-1-1 0,0 1 0,1-1 0,-1 1 0,0 0 0,1-1 0,-1 1 0,0 0 0,1-1 0,-1 1 0,0 0 0,0 0 0,1 0 0,-1 0 0,0 0 0,0 0 0,-1 0 0,1 0 0,-1 1 0,1-1 0,0 1 0,-1-1 0,1 1 0,0-1 0,-1 1 0,1 0 0,0 0 0,0 0 0,0 0 0,0 0 0,0 0 0,0 0 0,0 0 0,0 0 0,0 0 0,0 1 0,1-1 0,-1 0 0,0 1 0,1-1 0,-1 2 0,-2 10 0,0 0 0,1 1 0,1-1 0,0 1 0,1-1 0,2 22 0,18 81 0,-15-94 0,7 31 0,-10-46 0,-8-36 0,0 4 0,1 0 0,2 0 0,0-1 0,2 1 0,3-48 0,28-143 0,-28 205 0,0-7 0,1 0 0,1 0 0,1 0 0,8-23 0,-11 36 0,1 1 0,-1-1 0,0 1 0,1 0 0,0 0 0,0 0 0,1 0 0,-1 0 0,1 1 0,-1 0 0,1-1 0,0 1 0,0 0 0,1 1 0,-1-1 0,0 1 0,1 0 0,0 0 0,-1 0 0,1 1 0,5-1 0,-6 1 0,1 1 0,-1-1 0,0 1 0,0 1 0,0-1 0,1 0 0,-1 1 0,0 0 0,0 0 0,0 0 0,0 1 0,0-1 0,0 1 0,-1 0 0,1 0 0,0 0 0,-1 0 0,0 1 0,1 0 0,-1-1 0,0 1 0,0 0 0,-1 1 0,1-1 0,3 5 0,4 9 0,1 0 0,-2 1 0,14 36 0,-20-45 0,18 50 0,14 71 0,-32-113 0,-1-1 0,0 33 0,4 20 0,1-55-1365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2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22 73 24575,'-5'0'0,"-5"0"0,3-5 0,7 0 0,8-5 0,7 0 0,5 1 0,4 3 0,1 1 0,2-1 0,0-1 0,0 1 0,-5 2-8191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22.73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272 1 24575,'-34'0'0,"3"-1"0,-51 6 0,73-4 0,0 1 0,0 0 0,0 0 0,0 1 0,0 0 0,1 0 0,0 1 0,0 0 0,0 1 0,-9 6 0,16-10 0,-1 0 0,1 0 0,-1 0 0,1 0 0,-1 0 0,1 1 0,0-1 0,0 0 0,-1 1 0,1-1 0,0 1 0,0 0 0,1-1 0,-1 1 0,0-1 0,0 1 0,1 0 0,-1 0 0,1-1 0,0 1 0,-1 0 0,1 0 0,0 0 0,0 0 0,0 1 0,1 0 0,0-1 0,1 1 0,-1-1 0,0 0 0,1 0 0,-1 0 0,1 1 0,0-2 0,0 1 0,0 0 0,0 0 0,0 0 0,0-1 0,0 1 0,3 0 0,10 6 0,1 0 0,0-2 0,32 9 0,11 0 0,50 14 0,-99-25 0,1 0 0,0 1 0,-1 0 0,0 0 0,0 1 0,0 1 0,10 9 0,-19-16 0,0 1 0,0 0 0,0 0 0,0 0 0,0 0 0,0 0 0,0 0 0,0 0 0,0 1 0,-1-1 0,1 0 0,0 0 0,-1 1 0,1-1 0,-1 0 0,1 1 0,-1-1 0,0 0 0,0 1 0,0-1 0,1 1 0,-1-1 0,0 1 0,-1-1 0,1 0 0,0 1 0,0-1 0,-1 2 0,-1 0 0,1-1 0,-1 1 0,0-1 0,0 1 0,0-1 0,0 0 0,-1 0 0,1 0 0,0 0 0,-1 0 0,0 0 0,-3 1 0,-8 4 0,0-1 0,0-1 0,-1 0 0,-17 4 0,-4-4 0,1-1 0,0-2 0,-1-2 0,-56-5 0,90 5-52,0 0-1,0 0 1,0 0-1,0-1 1,0 1-1,1 0 1,-1-1-1,0 1 1,0-1-1,1 0 1,-1 0-1,0 0 1,1 1-1,-1-1 1,0-1-1,1 1 1,0 0-1,-1 0 1,1-1-1,0 1 0,-1 0 1,1-1-1,0 0 1,0 1-1,-1-3 1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23.49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5 369 24575,'-4'-3'0,"13"-5"0,13-5 0,-4 5 0,0-1 0,-1 0 0,-1-1 0,1-1 0,-1-1 0,21-19 0,-34 27 0,1 0 0,-1 0 0,1 0 0,-1-1 0,0 1 0,-1-1 0,1 1 0,-1-1 0,0 0 0,0 0 0,-1 0 0,1 0 0,-1-1 0,0 1 0,0 0 0,-1 0 0,0-1 0,0 1 0,0 0 0,-1-1 0,1 1 0,-1 0 0,0 0 0,-1-1 0,1 1 0,-1 0 0,0 0 0,-5-8 0,2 3 0,-1-1 0,0 1 0,-1 0 0,0 1 0,-1-1 0,0 2 0,0-1 0,-16-12 0,24 21 0,-1-1 0,0 1 0,0-1 0,0 0 0,1 1 0,-1 0 0,0-1 0,0 1 0,0-1 0,0 1 0,0 0 0,0 0 0,0 0 0,0-1 0,0 1 0,0 0 0,0 0 0,0 0 0,0 1 0,0-1 0,0 0 0,0 0 0,0 0 0,0 1 0,0-1 0,0 1 0,-1 0 0,1 0 0,-1 0 0,1 1 0,0-1 0,0 1 0,0-1 0,0 1 0,0 0 0,0-1 0,0 1 0,0 0 0,1 0 0,-1-1 0,0 4 0,0 3 0,-1 0 0,1 0 0,1 0 0,0 1 0,1 12 0,32 234 0,-28-168 0,-5-65 0,1 0 0,1 0 0,6 26 0,-8-46-96,0-1 62,0-1 1,0 1 0,0-1-1,0 1 1,0 0 0,0-1-1,0 1 1,0-1-1,1 1 1,-1-1 0,0 1-1,0 0 1,0-1-1,1 1 1,-1-1 0,0 1-1,1-1 1,-1 1-1,0-1 1,1 0 0,-1 1-1,1-1 1,-1 1-1,0-1 1,1 0 0,-1 1-1,1-1 1,-1 0-1,1 1 1,-1-1 0,1 0-1,0 0 1,-1 0 0,1 0-1,-1 1 1,1-1-1,1 0 1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24.34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 58 24575,'0'0'0,"-1"-1"0,1 0 0,-1 1 0,1-1 0,0 0 0,-1 1 0,1-1 0,0 0 0,0 0 0,-1 1 0,1-1 0,0 0 0,0 0 0,0 1 0,0-1 0,0 0 0,0 0 0,0 1 0,0-1 0,0 0 0,0 0 0,1 1 0,-1-1 0,0 0 0,0 0 0,1 1 0,-1-1 0,1 0 0,-1 1 0,0-1 0,1 0 0,-1 1 0,1-1 0,-1 1 0,1-1 0,0 1 0,-1-1 0,1 1 0,0-1 0,-1 1 0,1 0 0,0-1 0,-1 1 0,1 0 0,0-1 0,1 1 0,35-15 0,-14 10 0,0 1 0,43 0 0,-54 3 0,0 2 0,0-1 0,0 1 0,0 1 0,0 1 0,-1-1 0,16 7 0,-25-8 0,0-1 0,0 1 0,0 0 0,0-1 0,0 1 0,-1 0 0,1 1 0,0-1 0,-1 0 0,1 0 0,-1 1 0,1-1 0,-1 1 0,0-1 0,1 1 0,-1-1 0,0 1 0,0 0 0,0 0 0,0 0 0,-1-1 0,1 1 0,0 0 0,-1 0 0,1 0 0,-1 0 0,0 0 0,0 0 0,0 0 0,0 0 0,0 0 0,0 0 0,0 0 0,0 0 0,-1 0 0,1 0 0,-1 0 0,0 0 0,0 0 0,1 0 0,-3 2 0,0 2 0,-1-2 0,1 1 0,-1 0 0,0-1 0,0 0 0,-1 1 0,1-2 0,-1 1 0,0 0 0,0-1 0,0 0 0,0 0 0,-6 2 0,-22 5 0,-1-1 0,0-1 0,0-2 0,-49 2 0,121 7 0,30 1 0,-1 3 0,94 40 0,-156-57-124,-1 0 0,1 0 0,0-1 0,0 0 0,0 1 0,0-2-1,0 1 1,0 0 0,0-1 0,9-1 0,5-2-6702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25.15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239 26 24575,'-1'-1'0,"1"0"0,-1 0 0,1 0 0,-1 0 0,1 0 0,-1 0 0,0 0 0,1 0 0,-1 0 0,0 0 0,0 0 0,0 0 0,0 1 0,0-1 0,0 0 0,0 1 0,0-1 0,0 0 0,0 1 0,0 0 0,0-1 0,0 1 0,-1-1 0,1 1 0,0 0 0,0 0 0,-2 0 0,-39-5 0,37 5 0,-4-1 0,-75 1 0,80 0 0,0 0 0,0 0 0,0 1 0,0 0 0,1 0 0,-1 0 0,0 0 0,0 1 0,0-1 0,1 1 0,-1 0 0,1 0 0,-1 0 0,1 1 0,0-1 0,0 1 0,-3 3 0,5-4 0,0-1 0,1 0 0,0 1 0,-1-1 0,1 0 0,0 1 0,0-1 0,0 0 0,0 1 0,0-1 0,0 0 0,0 1 0,0-1 0,1 1 0,-1-1 0,0 0 0,1 0 0,-1 1 0,1-1 0,-1 0 0,1 0 0,0 1 0,0-1 0,-1 0 0,1 0 0,0 0 0,0 0 0,0 0 0,0 0 0,0-1 0,0 1 0,1 0 0,-1 0 0,0-1 0,0 1 0,1-1 0,0 1 0,56 27 0,-52-26 0,114 56 0,-52-23 0,-67-35 0,1 1 0,-1-1 0,1 1 0,-1 0 0,1 0 0,-1 0 0,1 0 0,-1 0 0,0 0 0,1 0 0,-1 0 0,0 0 0,0 0 0,0 1 0,0-1 0,0 1 0,0-1 0,0 1 0,-1-1 0,1 1 0,-1-1 0,1 1 0,-1-1 0,1 4 0,-1-3 0,-1-1 0,1 0 0,-1 1 0,0-1 0,0 0 0,1 1 0,-1-1 0,0 0 0,0 0 0,0 0 0,0 0 0,0 0 0,-1 0 0,1 0 0,0 0 0,0 0 0,-1-1 0,1 1 0,0 0 0,-1-1 0,1 1 0,-1-1 0,1 1 0,-1-1 0,1 0 0,-1 0 0,-2 0 0,-33 4 0,0-1 0,-1-3 0,-58-6 0,71 2-1365,3-1-5461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28.58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1 228 24575,'22'0'0,"4"-3"0,0 0 0,-1-4 0,49-15 0,77-14 0,2058-120 0,-644 224 0,-1437-42-34,32 10 155,-153-36-212,2 0 1,-2 3-1,2-3 0,-2 0 0,-1-3 1,4 3-1,-4 0 0,4-3 0,-4-1 1,1 4-1,2-3 0,-2 0 0,-1 0 0,0-1 1,14-9-1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29.25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171 4 24575,'-35'-3'0,"47"3"0,85 6 0,265 85 0,-150-42 0,-4 10 0,254 103 0,-456-162 0,1 3 0,-4 1 0,3-4 0,1 3 0,-4 0 0,3 0 0,-3 1 0,4-1 0,-4 0 0,0 0 0,4 4 0,-4-4 0,0 0 0,0 4 0,0-4 0,1 4 0,-1-4 0,0 3 0,0-2 0,4 12 0,-7-13 0,0 4 0,-4-4 0,4 0 0,0 4 0,0-4 0,-3 3 0,3-2 0,-3-1 0,3 3 0,-3-2 0,0-1 0,3 3 0,-4-2 0,1-1 0,0 0 0,0 0 0,0 4 0,-1-4 0,-2 4 0,-23 15 0,-3 1 0,3-3 0,-3-1 0,-64 30 0,-786 269 7,514-201-1379,297-91-5454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45.30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26 2346 24575,'-1'0'0,"0"0"0,1 0 0,-1 1 0,0-1 0,0 0 0,0 0 0,0 0 0,0-1 0,0 1 0,0 0 0,0 0 0,1 0 0,-1-1 0,0 1 0,0 0 0,0-1 0,1 1 0,-1-1 0,0 1 0,0-1 0,1 1 0,-1-1 0,0 0 0,1 1 0,-1-1 0,0 0 0,1 1 0,-1-1 0,1 0 0,0 0 0,-1 0 0,1 1 0,0-1 0,-1 0 0,1 0 0,0 0 0,0 0 0,-1 0 0,1 0 0,0 1 0,0-1 0,0 0 0,0 0 0,1 0 0,-1 0 0,0 0 0,0 0 0,0 0 0,1 1 0,-1-1 0,0 0 0,1 0 0,-1 0 0,1 1 0,-1-1 0,1 0 0,-1 0 0,2 0 0,2-6 0,0 0 0,0 1 0,1 0 0,0 0 0,9-8 0,15-11 0,-1-1 0,-1-1 0,-2-1 0,0-2 0,-2 0 0,-1-1 0,28-56 0,-22 25 0,-2-1 0,26-106 0,2-12 0,-47 149 0,-1 6 0,-1-2 0,0 1 0,-1-36 0,-2 31 0,11-60 0,-4 37 0,11-64 0,-8 52 0,-2 0 0,0-86 0,-9 19 0,-4-113 0,-21 95 0,22 138 0,-1 0 0,0 0 0,-1 0 0,0 1 0,-13-26 0,16 37 0,0 0 0,0 0 0,0 0 0,0 0 0,-1 0 0,1 0 0,-1 0 0,1 1 0,-1-1 0,0 1 0,0-1 0,0 1 0,0-1 0,0 1 0,0 0 0,0 0 0,0 0 0,0 0 0,-1 0 0,1 1 0,0-1 0,0 1 0,-1-1 0,1 1 0,-1 0 0,1 0 0,0 0 0,-1 0 0,1 0 0,0 1 0,-1-1 0,1 1 0,0 0 0,0-1 0,-1 1 0,1 0 0,0 0 0,0 0 0,0 1 0,0-1 0,0 0 0,-3 4 0,-31 23 0,0 2 0,-41 46 0,38-37 0,-45 36 0,82-75 0,5-7 0,12-19 0,23-32 0,-22 35 0,0 1 0,2 1 0,1 0 0,0 1 0,2 1 0,0 1 0,1 1 0,1 1 0,0 1 0,41-19 0,-58 31 0,0 0 0,0 1 0,1 0 0,-1 0 0,1 0 0,-1 1 0,1 0 0,0 0 0,0 1 0,-1 0 0,1 0 0,0 0 0,-1 1 0,1 0 0,0 1 0,-1-1 0,1 1 0,-1 0 0,0 1 0,0 0 0,12 6 0,210 94 0,-202-90 120,-26-13-143,1 1 1,-1-1-1,0 0 1,1 0-1,-1 0 1,0 1-1,1-1 1,-1 0-1,0 0 1,0 1-1,1-1 1,-1 0-1,0 0 1,0 1-1,1-1 1,-1 0-1,0 1 1,0-1-1,0 0 1,0 1-1,1-1 1,-1 1-1,0-1 1,0 0-1,0 1 1,0-1-1,0 0 1,0 1-1,0-1 1,0 1-1,0-1 1,0 0-1,0 1 1,0-1-1,-1 1 1,1-1-1,0 0 1,0 1-1,0-1 1,0 0-1,-1 1 1,1-1-1,0 0 1,0 1-1,0-1 1,-1 0-1,1 0 1,0 1-1,-1-1 1,1 0-1,0 0 1,-1 0-1,1 1 1,0-1-1,-1 0 1,1 0-1,0 0 1,-1 0-1,1 0 1,0 1-1,-1-1 1,1 0-1,-1 0 1,1 0-1,-1 0 1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2:15.31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51 108 24575,'-2'-3'0,"1"1"0,-1 0 0,1-1 0,0 1 0,-1-1 0,1 1 0,1-1 0,-1 0 0,0 1 0,1-1 0,-1 0 0,1 1 0,0-1 0,0 0 0,0 0 0,0 1 0,0-1 0,1 0 0,-1 0 0,1 1 0,0-4 0,0 4 0,0 0 0,-1-1 0,1 1 0,-1-1 0,1 1 0,-1 0 0,0-1 0,0 1 0,-1-1 0,1 1 0,0-1 0,-1 1 0,1 0 0,-1-1 0,0 1 0,0 0 0,-2-4 0,3 6 0,-1 0 0,1 0 0,-1 0 0,0 0 0,1 0 0,-1 0 0,0 0 0,1 1 0,-1-1 0,1 0 0,-1 0 0,0 1 0,1-1 0,-1 0 0,1 1 0,-1-1 0,1 1 0,-1-1 0,1 1 0,0-1 0,-1 1 0,1-1 0,-1 1 0,1-1 0,0 1 0,0-1 0,-1 1 0,1 0 0,0-1 0,0 1 0,-1 0 0,-10 21 0,9-16 0,0 0 0,0 0 0,1 1 0,0-1 0,0 0 0,0 1 0,1-1 0,0 1 0,0-1 0,0 0 0,1 1 0,0-1 0,0 1 0,1-1 0,0 0 0,0 0 0,0 0 0,1 0 0,0 0 0,0-1 0,0 1 0,1-1 0,0 0 0,8 9 0,-4-7 0,1 0 0,0 0 0,0-1 0,0 0 0,1-1 0,0 0 0,0-1 0,0 0 0,0 0 0,1-1 0,-1 0 0,1-1 0,0 0 0,11 0 0,-8-1 0,0-1 0,1 0 0,-1 0 0,0-1 0,0-1 0,14-4 0,-23 5 0,0-1 0,1 0 0,-1 0 0,0-1 0,-1 1 0,1-1 0,0 0 0,-1 0 0,1-1 0,-1 1 0,0-1 0,0 0 0,-1 0 0,1 0 0,-1-1 0,0 1 0,0-1 0,3-6 0,21-60 0,-25 66 0,-1 0 0,1-1 0,-1 1 0,-1 0 0,1 0 0,-1-1 0,0 1 0,0 0 0,0-1 0,-1 1 0,-2-10 0,3 15 0,0 0 0,0 0 0,0 0 0,0-1 0,0 1 0,0 0 0,0 0 0,0 0 0,0-1 0,-1 1 0,1 0 0,0 0 0,0 0 0,0 0 0,0-1 0,0 1 0,0 0 0,-1 0 0,1 0 0,0 0 0,0 0 0,0-1 0,-1 1 0,1 0 0,0 0 0,0 0 0,0 0 0,0 0 0,-1 0 0,1 0 0,0 0 0,0 0 0,-1 0 0,1 0 0,0 0 0,0 0 0,0 0 0,-1 0 0,1 0 0,0 0 0,0 0 0,0 0 0,-1 0 0,1 0 0,0 1 0,-9 9 0,-4 17 0,9-12 0,1 0 0,1 0 0,0 0 0,1 0 0,0 1 0,2-1 0,-1 0 0,2 0 0,5 23 0,2 51 0,-9-64 0,-1-20 0,0 1 0,1-1 0,0 1 0,0-1 0,0 1 0,1-1 0,0 1 0,0-1 0,0 1 0,3 5 0,5-5-1365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2:16.88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710 100 24575,'-1'-2'0,"1"-1"0,-1 1 0,0 0 0,0-1 0,0 1 0,0 0 0,0-1 0,0 1 0,-1 0 0,1 0 0,-1 0 0,1 0 0,-1 0 0,0 1 0,0-1 0,0 0 0,0 1 0,0-1 0,-3-1 0,-49-25 0,44 23 0,-3 0 0,0 0 0,0 2 0,0-1 0,-1 2 0,1-1 0,-1 2 0,1 0 0,-1 1 0,0 0 0,1 1 0,-1 0 0,-23 6 0,7 0 0,-1 2 0,2 1 0,-1 2 0,-40 21 0,53-23 0,1 1 0,0 0 0,1 1 0,0 1 0,1 0 0,0 1 0,1 1 0,1 0 0,0 1 0,1 0 0,1 0 0,0 1 0,2 1 0,0 0 0,0 0 0,2 0 0,0 1 0,1 0 0,2 0 0,-3 24 0,5-31 0,1-1 0,0 1 0,1 0 0,0-1 0,1 1 0,0-1 0,1 1 0,0-1 0,1 0 0,0 0 0,0 0 0,2-1 0,10 18 0,-3-8 0,2-1 0,0 0 0,1-1 0,0-1 0,33 26 0,-30-29 0,2 0 0,0-2 0,0 0 0,1-2 0,0 0 0,38 10 0,5-3 0,76 10 0,-107-22 0,-1-2 0,1-1 0,0-2 0,-1-2 0,1 0 0,48-11 0,-61 8 0,0-1 0,0 0 0,-1-1 0,0-2 0,0 0 0,-1-1 0,0-1 0,-1 0 0,0-2 0,-1 0 0,19-19 0,-27 24 0,-1-1 0,0 0 0,-1 0 0,0-1 0,0 0 0,-1 0 0,-1-1 0,1 0 0,-2 0 0,1 0 0,-2 0 0,1-1 0,-2 1 0,0-1 0,0 0 0,-1 0 0,0 0 0,-1 0 0,0 1 0,-1-1 0,0 0 0,-1 0 0,-1 0 0,0 1 0,0-1 0,-1 1 0,0 0 0,-11-18 0,3 8 0,-1 1 0,-2 0 0,1 1 0,-2 1 0,-1 1 0,0 0 0,-1 1 0,0 1 0,-29-18 0,17 15 0,-1 1 0,-1 1 0,0 2 0,-1 2 0,-61-16 0,-58-6-1365,130 28-5461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2:43.95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122 34 24575,'0'-1'0,"0"0"0,0-1 0,0 1 0,-1-1 0,1 1 0,0 0 0,-1-1 0,1 1 0,-1 0 0,1-1 0,-1 1 0,1 0 0,-1 0 0,0-1 0,0 1 0,0 0 0,0 0 0,0 0 0,0 0 0,0 0 0,0 0 0,0 1 0,0-1 0,0 0 0,-1 0 0,1 1 0,0-1 0,-1 1 0,1-1 0,0 1 0,-1 0 0,1-1 0,0 1 0,-1 0 0,1 0 0,-1 0 0,-1 0 0,-1 0 0,0 0 0,1 1 0,-1-1 0,1 1 0,-1-1 0,0 1 0,1 0 0,-1 1 0,1-1 0,0 1 0,0-1 0,-1 1 0,-3 3 0,4-2 0,0 0 0,0 1 0,0-1 0,1 1 0,-1 0 0,1 0 0,0 0 0,0 0 0,0 0 0,0 0 0,1 1 0,0-1 0,0 0 0,0 1 0,0-1 0,1 6 0,0-8 0,0 0 0,0 0 0,0-1 0,0 1 0,0 0 0,1-1 0,-1 1 0,1 0 0,0-1 0,-1 1 0,1-1 0,0 1 0,0-1 0,0 1 0,0-1 0,0 0 0,0 1 0,0-1 0,0 0 0,1 0 0,-1 0 0,0 0 0,1 0 0,-1 0 0,1 0 0,-1 0 0,1-1 0,-1 1 0,1-1 0,0 1 0,-1-1 0,1 1 0,0-1 0,-1 0 0,1 0 0,0 0 0,0 0 0,-1 0 0,1 0 0,0 0 0,-1-1 0,1 1 0,0-1 0,2 0 0,8-2 0,1 0 0,0-1 0,16-8 0,-27 12 0,1-1 0,0 0 0,-1 0 0,1-1 0,-1 1 0,0-1 0,1 1 0,-1-1 0,0 0 0,0 0 0,0 1 0,0-2 0,0 1 0,0 0 0,-1 0 0,1 0 0,-1-1 0,1 1 0,-1-1 0,0 1 0,1-6 0,-2 7 0,0 1 0,0-1 0,0 0 0,0 1 0,0-1 0,0 0 0,0 1 0,0-1 0,0 0 0,-1 1 0,1-1 0,0 1 0,-1-1 0,1 0 0,0 1 0,-1-1 0,1 1 0,0-1 0,-1 1 0,1-1 0,-1 1 0,1-1 0,-1 1 0,0 0 0,1-1 0,-1 1 0,1 0 0,-1-1 0,0 1 0,0-1 0,-27 2 0,24 0 0,-1 1 0,1-1 0,-1 1 0,1-1 0,-1 1 0,1 1 0,0-1 0,0 1 0,-5 3 0,-16 19-1365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2:45.10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182 20 24575,'0'-1'0,"0"0"0,-1 0 0,1 0 0,-1 0 0,1 0 0,-1 0 0,1 0 0,-1 0 0,0 0 0,1 0 0,-1 1 0,0-1 0,0 0 0,0 0 0,0 1 0,0-1 0,1 0 0,-1 1 0,0-1 0,0 1 0,0-1 0,-1 1 0,1 0 0,0-1 0,0 1 0,0 0 0,0 0 0,0 0 0,0 0 0,0 0 0,0 0 0,-1 0 0,1 0 0,-1 0 0,-40 5 0,35-3 0,0 1 0,1-1 0,-1 1 0,1 1 0,-8 4 0,12-7 0,1 0 0,-1 0 0,0 0 0,1 0 0,-1 1 0,1-1 0,-1 1 0,1-1 0,0 1 0,0-1 0,-1 1 0,1 0 0,0 0 0,0 0 0,1-1 0,-1 1 0,0 0 0,1 0 0,-1 0 0,1 0 0,0 0 0,-1 3 0,1-4 0,0 0 0,1-1 0,-1 1 0,0 0 0,0-1 0,0 1 0,1 0 0,-1-1 0,0 1 0,1-1 0,-1 1 0,0 0 0,1-1 0,-1 1 0,1-1 0,-1 1 0,1-1 0,-1 1 0,1-1 0,-1 0 0,1 1 0,-1-1 0,1 1 0,0-1 0,-1 0 0,1 0 0,0 1 0,-1-1 0,1 0 0,1 0 0,27-3 0,-26 2 0,1 0 0,-1 0 0,0 0 0,0 0 0,0-1 0,0 1 0,0-1 0,0 0 0,-1 0 0,1 0 0,-1 0 0,1 0 0,-1 0 0,4-5 0,-6 7 0,0 0 0,0 0 0,0 0 0,0-1 0,0 1 0,0 0 0,0 0 0,0 0 0,0 0 0,0 0 0,0-1 0,0 1 0,0 0 0,0 0 0,0 0 0,0 0 0,0 0 0,0-1 0,0 1 0,0 0 0,0 0 0,-1 0 0,1 0 0,0 0 0,0 0 0,0 0 0,0-1 0,0 1 0,0 0 0,0 0 0,0 0 0,-1 0 0,1 0 0,0 0 0,0 0 0,0 0 0,0 0 0,0 0 0,-1 0 0,1 0 0,0 0 0,0 0 0,0-1 0,0 1 0,0 0 0,-1 0 0,1 1 0,0-1 0,0 0 0,0 0 0,0 0 0,-1 0 0,-12 3 0,-10 9 0,13 1 0,13-5 0,-1-7 0,0-1 0,0 1 0,0-1 0,0 1 0,0-1 0,0 0 0,0 0 0,0 0 0,0 0 0,0 0 0,0-1 0,2 0 0,-3 1 0,1 0 0,-1 0 0,0-1 0,1 1 0,-1 0 0,0-1 0,0 1 0,1-1 0,-1 0 0,0 1 0,0-1 0,0 0 0,0 0 0,0 1 0,0-1 0,0 0 0,1-2 0,-6-6 0,-16-1 0,14 8-114,0 1 1,0 0-1,-1 0 0,1 0 0,0 1 1,0 0-1,0 0 0,-1 0 0,1 1 1,0 0-1,-12 4 0,0 0-6712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2:58.21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 62 24575,'0'0'0,"0"0"0,0 0 0,-1 1 0,1-1 0,0 0 0,0 0 0,0 0 0,0 0 0,-1 0 0,1 0 0,0 0 0,0 0 0,0 0 0,0 0 0,-1 0 0,1 0 0,0 0 0,0 0 0,0 0 0,-1 0 0,1 0 0,0 0 0,0 0 0,0-1 0,0 1 0,-1 0 0,1 0 0,0 0 0,0 0 0,0 0 0,0 0 0,0 0 0,0-1 0,-1 1 0,1 0 0,0 0 0,0 0 0,0 0 0,0 0 0,0-1 0,0 1 0,0 0 0,0 0 0,0 0 0,0-1 0,0 1 0,0 0 0,0 0 0,0 0 0,0 0 0,0-1 0,0 1 0,0 0 0,0 0 0,-1 1 0,1 0 0,0 0 0,0 0 0,-1 0 0,1 1 0,0-1 0,0 0 0,0 0 0,0 0 0,0 0 0,1 1 0,-1-1 0,0 0 0,1 0 0,-1 0 0,0 0 0,1 0 0,-1 0 0,1 1 0,1 0 0,13 16 0,0 0 0,2-1 0,0-1 0,1-1 0,0 0 0,31 18 0,-20-13 0,3 2 0,0-2 0,1-1 0,1-1 0,1-2 0,40 12 0,-15-11 0,0-3 0,2-2 0,77 4 0,-101-14 0,-1-2 0,1-2 0,0-1 0,-1-2 0,1-2 0,41-12 0,25-17 0,-2-4 0,176-98 0,-199 100 0,-56 29 0,-1-1 0,0-1 0,-1-1 0,0-1 0,-1-1 0,36-32 0,-46 30-1365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2:59.04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8 24575,'0'-8'0,"0"11"0,8 17 0,3-6 0,0 0 0,1 0 0,0-1 0,2-1 0,-1 0 0,1-1 0,19 11 0,-12-7 0,0 1 0,24 24 0,-44-39-34,0-1 0,0 1 0,-1 0 0,1-1 0,0 1-1,0 0 1,-1 0 0,1-1 0,0 1 0,-1 0 0,1 0 0,-1 0 0,1 0-1,-1 0 1,0 0 0,1 0 0,-1 0 0,0 0 0,0 0 0,1 0-1,-1 0 1,0 0 0,0 0 0,0 0 0,0 0 0,0 0 0,-1 0 0,1 0-1,0 0 1,0 0 0,-1 0 0,1-1 0,0 1 0,-1 0 0,1 0 0,-1 0-1,1 0 1,-1 0 0,-1 1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3:00.60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317 240 24575,'-8'-2'0,"1"0"0,-1-1 0,1 0 0,-1 0 0,1 0 0,0-1 0,0 0 0,1-1 0,-1 0 0,1 0 0,0 0 0,-6-7 0,-4-2 0,-66-47 0,-24-19 0,105 79-91,-1-1 0,1 1 0,-1-1 0,1 1 0,-1-1 0,1 0 0,0 0 0,0 0 0,0 1 0,0-1 0,0 0 0,1 0 0,-1 0 0,0-3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3:01.14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504 1 24575,'-12'1'0,"-1"0"0,0 1 0,1 0 0,0 1 0,-1 0 0,1 1 0,1 0 0,-20 11 0,-9 7 0,-40 31 0,23-15 0,-122 94-1365,160-120-5461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3:03.02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244 64 24575,'-7'-7'0,"0"0"0,-1 0 0,0 1 0,0 0 0,0 0 0,-1 1 0,1 0 0,-15-5 0,19 9 0,0 0 0,0 0 0,0 0 0,0 1 0,0-1 0,0 1 0,0 0 0,0 0 0,0 1 0,0-1 0,1 1 0,-1 0 0,0 0 0,0 0 0,0 0 0,1 1 0,-1 0 0,1 0 0,-1 0 0,1 0 0,0 0 0,-1 0 0,1 1 0,-3 3 0,0 0 0,1-1 0,0 1 0,0 0 0,0 1 0,1-1 0,0 1 0,0-1 0,1 1 0,-1 1 0,2-1 0,-1 0 0,-2 13 0,5-17 0,-1 0 0,1 0 0,0 0 0,0 0 0,0 0 0,1 0 0,-1 1 0,1-1 0,0 0 0,-1 0 0,1 0 0,1-1 0,-1 1 0,0 0 0,1 0 0,-1-1 0,1 1 0,0 0 0,0-1 0,0 0 0,0 1 0,0-1 0,1 0 0,-1 0 0,1 0 0,-1-1 0,1 1 0,0-1 0,-1 1 0,1-1 0,0 0 0,0 0 0,4 1 0,1 0 0,1 0 0,-1 0 0,0-1 0,1 0 0,-1-1 0,1 0 0,-1 0 0,1 0 0,-1-1 0,0-1 0,1 0 0,-1 0 0,9-3 0,-12 3 0,-1 0 0,1 0 0,-1 0 0,1 0 0,-1-1 0,0 0 0,0 0 0,0 0 0,0 0 0,-1-1 0,1 1 0,-1-1 0,0 0 0,0 0 0,0 0 0,-1-1 0,1 1 0,-1-1 0,0 1 0,0-1 0,-1 0 0,0 1 0,2-9 0,-3 9 0,0 1 0,1 0 0,-2-1 0,1 1 0,0 0 0,-1-1 0,0 1 0,1 0 0,-1-1 0,0 1 0,-1 0 0,1 0 0,-1 0 0,1 0 0,-1 0 0,0 0 0,0 1 0,0-1 0,0 1 0,-1-1 0,1 1 0,-1 0 0,0 0 0,1 0 0,-1 0 0,0 0 0,0 1 0,0-1 0,0 1 0,0 0 0,-6-2 0,2 1 0,0 0 0,0 1 0,0-1 0,-1 1 0,1 1 0,0 0 0,0 0 0,0 0 0,-1 1 0,1 0 0,0 0 0,0 1 0,0-1 0,-7 5 0,4-1 0,0 1 0,0 0 0,1 1 0,0 0 0,-9 10 0,15-14 0,0 0 0,0 0 0,0 1 0,1-1 0,-1 1 0,1 0 0,-3 6 0,4-8 0,1-1 0,0 1 0,-1-1 0,1 0 0,0 1 0,0-1 0,0 1 0,0-1 0,0 0 0,0 1 0,0-1 0,0 1 0,0-1 0,1 0 0,-1 1 0,1-1 0,-1 0 0,1 1 0,-1-1 0,1 0 0,0 0 0,1 3 0,0-3 0,0 1 0,0-1 0,0 0 0,0 0 0,1 0 0,-1 0 0,0 0 0,0-1 0,1 1 0,-1-1 0,0 1 0,1-1 0,-1 0 0,1 0 0,-1 0 0,0 0 0,1 0 0,-1-1 0,0 1 0,1-1 0,-1 1 0,0-1 0,0 0 0,1 0 0,-1 0 0,0 0 0,2-2 0,3 0 0,0-1 0,0 0 0,-1 0 0,1-1 0,-1 1 0,0-1 0,7-8 0,-13 12 0,1 1 0,-1 0 0,1-1 0,-1 1 0,1-1 0,-1 1 0,1-1 0,-1 0 0,0 1 0,1-1 0,-1 1 0,0-1 0,1 0 0,-1 1 0,0-1 0,0 0 0,0 1 0,0-1 0,0 0 0,1 1 0,-1-1 0,0 0 0,0 1 0,-1-1 0,1 0 0,0 1 0,0-1 0,0 0 0,-1 0 0,-16-2 0,-26 16 0,29 0-1365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3:04.47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248 25 24575,'-3'-3'0,"-1"1"0,0-1 0,1 1 0,-1 0 0,0 0 0,0 0 0,-1 0 0,1 1 0,0-1 0,-1 1 0,1 0 0,0 0 0,-1 1 0,1 0 0,-1-1 0,1 2 0,-1-1 0,1 0 0,-1 1 0,1 0 0,-6 1 0,1 0 0,1 1 0,0 0 0,0 0 0,0 1 0,0 0 0,0 0 0,1 1 0,0 0 0,0 0 0,-6 7 0,7-6 0,0 1 0,0-1 0,1 2 0,0-1 0,1 0 0,-1 1 0,1 0 0,1 0 0,0 0 0,0 0 0,0 0 0,-1 13 0,3-18 0,1 0 0,0 1 0,0-1 0,0 0 0,0 1 0,1-1 0,-1 0 0,1 0 0,0 1 0,0-1 0,0 0 0,0 0 0,1 0 0,-1 0 0,1 0 0,0 0 0,0 0 0,0-1 0,0 1 0,0-1 0,0 1 0,1-1 0,-1 0 0,1 0 0,0 0 0,-1 0 0,1-1 0,0 1 0,0-1 0,0 1 0,0-1 0,1 0 0,-1 0 0,0-1 0,5 2 0,2 0 0,1-1 0,-1 1 0,0-2 0,0 0 0,1 0 0,-1 0 0,0-1 0,0-1 0,0 0 0,0 0 0,17-7 0,-23 8 0,-1-1 0,1 0 0,0 0 0,-1 0 0,1 0 0,-1-1 0,0 1 0,1-1 0,-1 0 0,0 0 0,-1 0 0,1 0 0,-1 0 0,1-1 0,-1 1 0,0-1 0,0 0 0,0 1 0,-1-1 0,1 0 0,-1 0 0,0 0 0,0 0 0,-1 0 0,1-1 0,-1 1 0,0 0 0,0 0 0,0 0 0,0 0 0,-2-7 0,1 9 0,1 0 0,-1-1 0,1 1 0,-1-1 0,0 1 0,0 0 0,0-1 0,0 1 0,-1 0 0,1 0 0,0 0 0,-1 0 0,0 0 0,1 0 0,-1 0 0,0 1 0,0-1 0,0 0 0,0 1 0,0 0 0,0-1 0,-1 1 0,-4-2 0,3 2 0,0 0 0,0 1 0,-1-1 0,1 1 0,0 0 0,-1 0 0,1 0 0,-1 0 0,1 1 0,0 0 0,0 0 0,-1 0 0,-4 2 0,4-1 0,1 0 0,-1 0 0,1 1 0,-1-1 0,1 1 0,0 0 0,0 0 0,0 0 0,0 1 0,1 0 0,-6 6 0,7-7 0,1-1 0,-1 0 0,1 1 0,0 0 0,0-1 0,0 1 0,0 0 0,0-1 0,1 1 0,-1 0 0,1 0 0,0 0 0,-1 0 0,1 0 0,1-1 0,-1 1 0,0 0 0,1 0 0,-1 0 0,1-1 0,1 5 0,-1-6 0,-1 1 0,1-1 0,-1 0 0,1 0 0,0 1 0,-1-1 0,1 0 0,0 0 0,0 0 0,0 0 0,0 0 0,0 0 0,0 0 0,0 0 0,0 0 0,0-1 0,0 1 0,0 0 0,1-1 0,-1 1 0,0-1 0,1 1 0,-1-1 0,0 0 0,2 1 0,0-1 0,-1 0 0,1-1 0,-1 1 0,1-1 0,-1 1 0,1-1 0,-1 0 0,0 0 0,1 0 0,-1 0 0,0 0 0,0 0 0,2-2 0,0 0 0,0 0 0,0 0 0,-1 0 0,1 0 0,-1-1 0,0 1 0,0-1 0,0 0 0,-1 0 0,1 0 0,-1 0 0,0-1 0,0 1 0,2-8 0,-4 12 0,0-1 0,0 0 0,0 0 0,0 1 0,0-1 0,0 0 0,0 0 0,0 1 0,0-1 0,0 0 0,-1 0 0,1 1 0,0-1 0,0 0 0,-1 1 0,1-1 0,-1 0 0,1 1 0,-1-1 0,1 0 0,-1 1 0,1-1 0,-1 1 0,1-1 0,-1 1 0,0-1 0,1 1 0,-1 0 0,0-1 0,1 1 0,-1 0 0,0-1 0,1 1 0,-1 0 0,0 0 0,0 0 0,-2-1 0,0 1 0,0 0 0,1 0 0,-1 0 0,0 1 0,1-1 0,-1 1 0,0-1 0,1 1 0,-6 2 0,6-2 0,1-1 0,-1 1 0,0 0 0,0 0 0,1 0 0,-1 0 0,0 1 0,1-1 0,0 0 0,-1 1 0,1-1 0,0 1 0,-1-1 0,0 3 0,2-3 0,-1 0 0,1 0 0,0 0 0,0-1 0,0 1 0,0 0 0,0 0 0,0 0 0,0-1 0,0 1 0,1 0 0,-1 0 0,0 0 0,0-1 0,1 1 0,-1 0 0,0 0 0,1-1 0,-1 1 0,1 0 0,-1-1 0,1 1 0,-1 0 0,1-1 0,0 1 0,-1-1 0,1 1 0,-1-1 0,1 1 0,0-1 0,0 1 0,-1-1 0,1 0 0,0 1 0,1-1 0,0 1 0,1 0 0,-1 0 0,0 0 0,1 0 0,-1-1 0,1 1 0,-1-1 0,1 1 0,-1-1 0,1 0 0,-1 0 0,1 0 0,-1-1 0,1 1 0,-1-1 0,1 1 0,-1-1 0,5-1 0,-7 1-25,0 1-1,0 0 0,0 0 1,0-1-1,1 1 0,-1 0 1,0 0-1,0-1 0,0 1 1,0 0-1,0-1 0,0 1 0,0 0 1,0 0-1,0-1 0,0 1 1,0 0-1,-1 0 0,1-1 1,0 1-1,0 0 0,0 0 1,0-1-1,0 1 0,0 0 1,0 0-1,-1-1 0,1 1 1,0 0-1,0 0 0,0 0 1,-1-1-1,1 1 0,0 0 1,0 0-1,-1 0 0,1 0 1,0 0-1,0-1 0,-1 1 1,1 0-1,0 0 0,0 0 1,-1 0-1,1 0 0,0 0 1,-1 0-1,1 0 0,0 0 1,0 0-1,-1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0:18.51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34 1 4776 0 0,'-6'38'3739'0'0,"5"-35"-3311"0"0,-25-17-7515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02.98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22 174 5701 0 0,'0'0'189'0'0,"-3"0"-60"0"0,-15 0 1467 0 0,24-15-1398 0 0,-2 10-193 0 0,0 0 0 0 0,0 1-1 0 0,0-1 1 0 0,0 1-1 0 0,1 0 1 0 0,0 0 0 0 0,0 1-1 0 0,0-1 1 0 0,0 1 0 0 0,10-4-1 0 0,68-27-6 0 0,-59 25-15 0 0,23-9-59 0 0,1 2 0 0 0,89-17 0 0 0,-134 33 54 0 0,1 1-4 0 0,-1-1 19 0 0,1 1-1 0 0,-1 0 1 0 0,0 0-1 0 0,1 0 1 0 0,-1 1-1 0 0,0-1 1 0 0,0 1-1 0 0,0-1 1 0 0,0 1-1 0 0,0 0 1 0 0,-1 0-1 0 0,1 1 1 0 0,0-1-1 0 0,-1 0 1 0 0,0 1-1 0 0,1-1 1 0 0,-1 1-1 0 0,0 0 1 0 0,-1 0-1 0 0,4 5 1 0 0,-4-4 7 0 0,0 1 1 0 0,0-1-1 0 0,0 0 1 0 0,0 1-1 0 0,-1-1 1 0 0,0 1-1 0 0,0-1 1 0 0,0 1-1 0 0,0-1 1 0 0,-1 1-1 0 0,0-1 1 0 0,0 1 0 0 0,0-1-1 0 0,0 1 1 0 0,-1-1-1 0 0,-2 5 1 0 0,-4 8 5 0 0,-2 0 0 0 0,0 0 1 0 0,-1-2-1 0 0,0 1 1 0 0,-2-1-1 0 0,1-1 0 0 0,-2 0 1 0 0,-24 19-1 0 0,-133 87 71 0 0,147-105-65 0 0,22-14-15 0 0,-6 3 8 0 0,1-1 0 0 0,0 1 0 0 0,0 0 0 0 0,0 0 0 0 0,1 1 0 0 0,-9 7 0 0 0,15-11-25 0 0,1 0-11 0 0,0 0 26 0 0,1-1 0 0 0,-1 1 0 0 0,1 0 0 0 0,-1 0 0 0 0,1-1 0 0 0,-1 1 0 0 0,1-1 0 0 0,-1 1 0 0 0,1-1 0 0 0,0 0 0 0 0,-1 0 0 0 0,1 0 0 0 0,0 0 0 0 0,-1 0 0 0 0,1 0 0 0 0,0 0 0 0 0,-1 0 0 0 0,1 0 0 0 0,2-1 0 0 0,56-7 4 0 0,-48 7-12 0 0,667-85-49 0 0,-571 74 574 0 0,-106 11-448 0 0,-1 0-185 0 0,-1 0 0 0 0,0 0 0 0 0,0-1 1 0 0,-1 1-1 0 0,1 0 0 0 0,0 0 0 0 0,0-1 0 0 0,-1 1 0 0 0,1 0 0 0 0,0 0 1 0 0,-1 0-1 0 0,1-1 0 0 0,-1 1 0 0 0,0 0 0 0 0,1 0 0 0 0,-1 0 0 0 0,0 0 1 0 0,0 0-1 0 0,0 0 0 0 0,1 0 0 0 0,-3-1 0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04.42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1281 69 5408 0 0,'0'0'-166'0'0,"-39"-28"302"0"0,28 23-58 0 0,1 0 1 0 0,-1 0-1 0 0,0 1 1 0 0,0 1-1 0 0,0 0 1 0 0,-22-3-1 0 0,-77-2 39 0 0,66 6-60 0 0,-1 3-34 0 0,-1 2 0 0 0,1 1 0 0 0,0 3 0 0 0,-56 15 0 0 0,47-10-29 0 0,-18 6 4 0 0,1 3 0 0 0,-121 54 1 0 0,163-60-12 0 0,2 1 0 0 0,0 2 1 0 0,1 0-1 0 0,0 2 1 0 0,2 1-1 0 0,0 0 0 0 0,2 2 1 0 0,-26 32-1 0 0,41-46 1 0 0,0-1 1 0 0,1 1-1 0 0,0 0 0 0 0,0 1 0 0 0,1-1 1 0 0,0 1-1 0 0,1 0 0 0 0,0 0 0 0 0,0 1 0 0 0,1-1 1 0 0,0 1-1 0 0,1 0 0 0 0,1-1 0 0 0,-1 1 0 0 0,2 0 1 0 0,-1 0-1 0 0,2 0 0 0 0,-1 0 0 0 0,2 0 0 0 0,-1 0 1 0 0,1 0-1 0 0,1-1 0 0 0,0 1 0 0 0,1-1 1 0 0,0 0-1 0 0,0 0 0 0 0,1 0 0 0 0,0 0 0 0 0,1-1 1 0 0,9 12-1 0 0,-2-4 11 0 0,2-1 0 0 0,-1-1 0 0 0,2-1 0 0 0,0 0 0 0 0,0-1 0 0 0,2 0 0 0 0,-1-2 0 0 0,2 0 0 0 0,-1-1 0 0 0,1-1 0 0 0,1 0 0 0 0,0-2 0 0 0,28 8 0 0 0,18-2 38 0 0,1-2 1 0 0,124 4-1 0 0,-159-14-31 0 0,70 2 25 0 0,140-16 1 0 0,-177 7 79 0 0,1-4 0 0 0,-1-2 1 0 0,-1-3-1 0 0,-1-3 0 0 0,0-3 1 0 0,-1-2-1 0 0,77-42 0 0 0,-126 57 31 0 0,-1-1 1 0 0,0 0-1 0 0,-1-1 0 0 0,1 0 0 0 0,-2 0 0 0 0,0-2 0 0 0,0 1 1 0 0,-1-1-1 0 0,0-1 0 0 0,-1 1 0 0 0,-1-1 0 0 0,0-1 0 0 0,-1 1 0 0 0,0-1 1 0 0,4-15-1 0 0,-4 7-27 0 0,0 0-1 0 0,-2 0 1 0 0,-1-1 0 0 0,0 1-1 0 0,-2-1 1 0 0,0 0 0 0 0,-2 1-1 0 0,0-1 1 0 0,-7-33 0 0 0,6 47-93 0 0,-1 0 0 0 0,1-1 1 0 0,-2 1-1 0 0,1 0 0 0 0,-2 0 0 0 0,1 1 0 0 0,-1-1 1 0 0,0 1-1 0 0,0 0 0 0 0,-1 0 0 0 0,-1 1 1 0 0,-7-8-1 0 0,3 5-11 0 0,0 1 1 0 0,-1 0 0 0 0,-1 1 0 0 0,1 0-1 0 0,-1 1 1 0 0,-1 0 0 0 0,-15-5 0 0 0,-13-1-14 0 0,-1 1 1 0 0,0 3-1 0 0,-1 1 1 0 0,-56-2-1 0 0,-3 4-16 0 0,-161 14-1 0 0,165-1-1691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05.84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490 0 6645 0 0,'13'0'-566'0'0,"-10"0"272"0"0,-11 1-1509 0 0,-64 8 1712 0 0,-89 21 1 0 0,135-24 71 0 0,-1 2-1 0 0,2 0 1 0 0,-1 1 0 0 0,1 2 0 0 0,1 1-1 0 0,0 0 1 0 0,1 2 0 0 0,-28 21 0 0 0,48-33 2 0 0,-3 9-4 0 0,8-2 27 0 0,8 0 1 0 0,-2-5-1 0 0,1 1-1 0 0,0-2 1 0 0,0 1 0 0 0,0-1-1 0 0,0-1 1 0 0,0 0-1 0 0,12 2 1 0 0,77 4 3 0 0,-39-4-7 0 0,273 56-54 0 0,-328-59 53 0 0,-3-1 7 0 0,0 0-1 0 0,-1 0 0 0 0,1 0 0 0 0,0 0 0 0 0,0 0 1 0 0,0 1-1 0 0,0-1 0 0 0,0 0 0 0 0,0 0 0 0 0,0 1 0 0 0,0-1 1 0 0,0 0-1 0 0,-1 1 0 0 0,1-1 0 0 0,0 1 0 0 0,0-1 1 0 0,0 1-1 0 0,-1-1 0 0 0,1 1 0 0 0,0 0 0 0 0,-1-1 1 0 0,1 1-1 0 0,-1 0 0 0 0,1 0 0 0 0,-1-1 0 0 0,1 1 1 0 0,-1 0-1 0 0,1 0 0 0 0,-1 0 0 0 0,0 0 0 0 0,1 0 1 0 0,-1 0-1 0 0,0-1 0 0 0,0 1 0 0 0,1 0 0 0 0,-1 0 1 0 0,0 0-1 0 0,0 0 0 0 0,0 0 0 0 0,0 0 0 0 0,-1 0 1 0 0,1 0-1 0 0,0 0 0 0 0,0 0 0 0 0,0 0 0 0 0,-1-1 1 0 0,1 1-1 0 0,-1 0 0 0 0,1 0 0 0 0,0 0 0 0 0,-1 0 0 0 0,1-1 1 0 0,-1 1-1 0 0,0 0 0 0 0,1 0 0 0 0,-1-1 0 0 0,0 1 1 0 0,1-1-1 0 0,-3 2 0 0 0,-3 5 54 0 0,-1-1 0 0 0,0 0-1 0 0,0 0 1 0 0,-11 7 0 0 0,-9 2 89 0 0,0-2 0 0 0,-1 0-1 0 0,-1-2 1 0 0,-59 16 0 0 0,-124 12 1017 0 0,108-29-534 0 0,101-10-569 0 0,-14 0 68 0 0,16 1-142 0 0,0-1 1 0 0,0 1 0 0 0,0-1-1 0 0,0 0 1 0 0,0 1 0 0 0,-1-1-1 0 0,1 0 1 0 0,0 0 0 0 0,0 0 0 0 0,0 0-1 0 0,0 0 1 0 0,0 0 0 0 0,0 0-1 0 0,0 0 1 0 0,0-1 0 0 0,0 1 0 0 0,0 0-1 0 0,0-1 1 0 0,-2 0 0 0 0,3 1-42 0 0,0-1 0 0 0,-1 1 0 0 0,1-1 0 0 0,0 1 0 0 0,0-1 0 0 0,-1 1 0 0 0,1-1 0 0 0,0 1 0 0 0,0-1 0 0 0,0 1 0 0 0,0-1 0 0 0,0 0 0 0 0,0 1 0 0 0,0-1 0 0 0,0 1 0 0 0,0-1 0 0 0,0 0 0 0 0,0 1 0 0 0,0-1 0 0 0,0 1 0 0 0,0-1 0 0 0,0 1 0 0 0,1-1 0 0 0,-1 1 0 0 0,0-1 0 0 0,0 1 0 0 0,1-1-1 0 0,-1 1 1 0 0,0-1 0 0 0,1 1 0 0 0,-1-1 0 0 0,1 1 0 0 0,-1-1 0 0 0,1 0 0 0 0,21-16-1230 0 0,-13 10 531 0 0,11-10-480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06.54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97 182 3964 0 0,'0'0'-12'0'0,"36"-6"18"0"0,-7-5 10 0 0,-4 3 101 0 0,-1-2 1 0 0,24-13-1 0 0,-42 20-51 0 0,-1 0 1 0 0,0-1 0 0 0,1 1 0 0 0,-1-1-1 0 0,-1 0 1 0 0,1-1 0 0 0,0 1-1 0 0,-1-1 1 0 0,0 0 0 0 0,0 0 0 0 0,-1 0-1 0 0,1 0 1 0 0,4-12 0 0 0,-7 16-47 0 0,0-1 0 0 0,-1 1 0 0 0,1-1 0 0 0,0 1 0 0 0,-1-1 1 0 0,1 1-1 0 0,-1-1 0 0 0,0 0 0 0 0,0 1 0 0 0,0-1 0 0 0,0 1 0 0 0,0-1 0 0 0,0 0 0 0 0,0 1 1 0 0,0-1-1 0 0,0 1 0 0 0,-1-1 0 0 0,1 0 0 0 0,-1 1 0 0 0,1-1 0 0 0,-1 1 0 0 0,0-1 0 0 0,1 1 1 0 0,-3-3-1 0 0,1 3-11 0 0,1 0 1 0 0,-1-1 0 0 0,0 1-1 0 0,0 0 1 0 0,0 1-1 0 0,0-1 1 0 0,0 0 0 0 0,0 0-1 0 0,0 1 1 0 0,0-1 0 0 0,-1 1-1 0 0,1 0 1 0 0,0 0 0 0 0,0 0-1 0 0,-4 0 1 0 0,-7 1-4 0 0,1 1-1 0 0,-1 0 1 0 0,1 1 0 0 0,0 1-1 0 0,-14 5 1 0 0,10-2-9 0 0,0 1 0 0 0,1 0 0 0 0,0 2-1 0 0,0-1 1 0 0,1 2 0 0 0,-21 20 0 0 0,28-24-11 0 0,-1 0-1 0 0,2 1 1 0 0,-1 0 0 0 0,1 0 0 0 0,0 1-1 0 0,1 0 1 0 0,0 0 0 0 0,0 0 0 0 0,1 0 0 0 0,0 1-1 0 0,1 0 1 0 0,-4 17 0 0 0,6-23 7 0 0,1-1 1 0 0,0 1-1 0 0,-1-1 0 0 0,2 1 1 0 0,-1-1-1 0 0,0 1 0 0 0,1-1 1 0 0,-1 1-1 0 0,1-1 1 0 0,0 0-1 0 0,0 1 0 0 0,0-1 1 0 0,1 0-1 0 0,-1 1 0 0 0,1-1 1 0 0,0 0-1 0 0,3 4 0 0 0,-1-3 5 0 0,0 0 0 0 0,1 0-1 0 0,-1 0 1 0 0,1-1-1 0 0,-1 1 1 0 0,1-1-1 0 0,0-1 1 0 0,0 1 0 0 0,0-1-1 0 0,6 2 1 0 0,13 3 12 0 0,0-1 0 0 0,0-1 0 0 0,1-2 0 0 0,25 1 0 0 0,-35-2-7 0 0,103 1 224 0 0,-107-3-345 0 0,-1-1 0 0 0,1 0 0 0 0,0-1 0 0 0,-1 0 0 0 0,0-1 0 0 0,1 0 0 0 0,-1 0 0 0 0,17-9 0 0 0,-13 0-2130 0 0,-7 6 1536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07.34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305 62 3368 0 0,'1'-2'38'0'0,"0"0"-1"0"0,-1 0 1 0 0,1-1-1 0 0,-1 1 0 0 0,0 0 1 0 0,0 0-1 0 0,0-1 1 0 0,0 1-1 0 0,0 0 1 0 0,0 0-1 0 0,-1-1 0 0 0,1 1 1 0 0,-1 0-1 0 0,1 0 1 0 0,-1 0-1 0 0,0 0 1 0 0,0 0-1 0 0,0-1 1 0 0,0 2-1 0 0,-2-4 0 0 0,2 4 48 0 0,-2-1-45 0 0,-1 0 1 0 0,1 1-1 0 0,-1-1 0 0 0,1 1 1 0 0,-1 0-1 0 0,0 0 0 0 0,1 0 1 0 0,-1 1-1 0 0,0-1 0 0 0,0 1 0 0 0,0 0 1 0 0,-5 0-1 0 0,-6 4-19 0 0,0 0-1 0 0,0 2 1 0 0,1-1-1 0 0,0 2 1 0 0,0 0-1 0 0,0 0 1 0 0,1 1-1 0 0,-19 15 1 0 0,23-16-30 0 0,1 1 1 0 0,-1 0 0 0 0,1 0 0 0 0,1 0 0 0 0,-1 1 0 0 0,1 0 0 0 0,1 1-1 0 0,0-1 1 0 0,0 1 0 0 0,1 0 0 0 0,0 1 0 0 0,-5 17 0 0 0,9-25 7 0 0,0 0 1 0 0,0 0 0 0 0,1 1 0 0 0,-1-1-1 0 0,1 0 1 0 0,0 0 0 0 0,0 0-1 0 0,0 0 1 0 0,0 0 0 0 0,1 0 0 0 0,-1 0-1 0 0,1 1 1 0 0,0-1 0 0 0,0 0-1 0 0,0-1 1 0 0,0 1 0 0 0,1 0 0 0 0,-1 0-1 0 0,1 0 1 0 0,-1-1 0 0 0,1 1-1 0 0,0-1 1 0 0,0 1 0 0 0,0-1 0 0 0,0 0-1 0 0,1 0 1 0 0,-1 0 0 0 0,1 0-1 0 0,-1 0 1 0 0,1 0 0 0 0,-1-1 0 0 0,1 1-1 0 0,0-1 1 0 0,0 0 0 0 0,0 0-1 0 0,0 0 1 0 0,4 1 0 0 0,0-1 33 0 0,-1 1 1 0 0,0-2-1 0 0,0 1 1 0 0,1-1-1 0 0,-1 1 0 0 0,0-2 1 0 0,1 1-1 0 0,-1-1 1 0 0,0 0-1 0 0,0 0 0 0 0,0-1 1 0 0,1 1-1 0 0,-1-2 1 0 0,-1 1-1 0 0,1 0 1 0 0,0-1-1 0 0,-1 0 0 0 0,8-6 1 0 0,2-5 129 0 0,-1-1 0 0 0,-1-1-1 0 0,0 0 1 0 0,-1-1 0 0 0,-1 0 0 0 0,0 0 0 0 0,-2-1 0 0 0,0-1 0 0 0,-1 0-1 0 0,10-35 1 0 0,-8 15 543 0 0,-14 41-711 0 0,1 1-1 0 0,0 0 1 0 0,-1 0-1 0 0,1 0 1 0 0,0 0-1 0 0,1 0 0 0 0,-1 1 1 0 0,0 0-1 0 0,1-1 1 0 0,0 1-1 0 0,0 0 0 0 0,0 0 1 0 0,0 0-1 0 0,1 0 1 0 0,0 0-1 0 0,-1 1 1 0 0,1-1-1 0 0,1 0 0 0 0,-1 1 1 0 0,1-1-1 0 0,0 7 1 0 0,0-4-11 0 0,0 0 0 0 0,1-1 0 0 0,0 1 0 0 0,0 0 0 0 0,0-1 0 0 0,1 1 0 0 0,0-1 0 0 0,0 0 0 0 0,1 0 0 0 0,0 0 0 0 0,0 0 1 0 0,0 0-1 0 0,1 0 0 0 0,0-1 0 0 0,8 9 0 0 0,-6-7 48 0 0,1-1 1 0 0,1 0-1 0 0,-1 0 0 0 0,1-1 1 0 0,0 0-1 0 0,1-1 1 0 0,-1 1-1 0 0,1-2 0 0 0,0 1 1 0 0,13 3-1 0 0,-10-4-287 0 0,1 0 0 0 0,-1-1 0 0 0,1 0-1 0 0,0-1 1 0 0,0-1 0 0 0,-1 0 0 0 0,1-1 0 0 0,0 0 0 0 0,0 0-1 0 0,-1-2 1 0 0,1 0 0 0 0,-1 0 0 0 0,1-1 0 0 0,-1 0 0 0 0,0-1-1 0 0,19-12 1 0 0,-9 1-1493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08.06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31 117 4528 0 0,'0'0'-268'0'0,"-16"-6"185"0"0,2 1 939 0 0,14 2-375 0 0,25 3-286 0 0,38 6-349 0 0,-58-5 151 0 0,211 37-72 0 0,-177-29 59 0 0,0 1-1 0 0,-1 3 1 0 0,49 23-1 0 0,-83-35 22 0 0,-1 1 1 0 0,1 0-1 0 0,-1 0 0 0 0,1 0 0 0 0,-1 1 1 0 0,0-1-1 0 0,0 1 0 0 0,0 0 1 0 0,-1-1-1 0 0,1 1 0 0 0,-1 1 0 0 0,1-1 1 0 0,-1 0-1 0 0,0 1 0 0 0,0-1 0 0 0,0 1 1 0 0,-1-1-1 0 0,1 1 0 0 0,0 6 0 0 0,-1-7 5 0 0,-1-1-1 0 0,0 1 1 0 0,0 0-1 0 0,-1 0 1 0 0,1 0-1 0 0,0-1 0 0 0,-1 1 1 0 0,0 0-1 0 0,0 0 1 0 0,0-1-1 0 0,0 1 1 0 0,0-1-1 0 0,0 1 0 0 0,-1-1 1 0 0,1 1-1 0 0,-1-1 1 0 0,0 0-1 0 0,0 1 1 0 0,1-1-1 0 0,-1 0 0 0 0,-1 0 1 0 0,1-1-1 0 0,0 1 1 0 0,0 0-1 0 0,-1-1 1 0 0,1 1-1 0 0,-1-1 0 0 0,-3 1 1 0 0,2 1 70 0 0,-1-1 0 0 0,1 0 0 0 0,-1 0-1 0 0,0-1 1 0 0,1 1 0 0 0,-1-1 0 0 0,0 0 0 0 0,0 0 0 0 0,0-1 0 0 0,0 0 0 0 0,0 1 0 0 0,0-2-1 0 0,0 1 1 0 0,0 0 0 0 0,-5-2 0 0 0,7 1-50 0 0,-1-1 0 0 0,1 1 0 0 0,0-1 0 0 0,0 1 0 0 0,0-1 0 0 0,0 0 1 0 0,0 0-1 0 0,0 0 0 0 0,1-1 0 0 0,-1 1 0 0 0,1 0 0 0 0,0-1 0 0 0,-1 0 0 0 0,1 0 0 0 0,0 1 0 0 0,0-1 0 0 0,1 0 0 0 0,-1-1 0 0 0,1 1 0 0 0,-1 0 0 0 0,0-7 0 0 0,0 1-35 0 0,0 0-1 0 0,2 0 0 0 0,-1-1 0 0 0,1 1 0 0 0,0 0 0 0 0,1 0 0 0 0,0 0 0 0 0,0-1 1 0 0,1 1-1 0 0,1 0 0 0 0,-1 1 0 0 0,1-1 0 0 0,1 0 0 0 0,5-9 0 0 0,-3 4-42 0 0,2 1 0 0 0,0 0-1 0 0,0 0 1 0 0,1 1 0 0 0,0 0-1 0 0,1 1 1 0 0,23-20 0 0 0,14 1-150 0 0,-28 25-3905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09.13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161 475 3736 0 0,'-46'37'-616'0'0,"36"-30"593"0"0,0 0 0 0 0,0 0 1 0 0,1 1-1 0 0,0 0 1 0 0,0 1-1 0 0,1-1 0 0 0,0 2 1 0 0,1-1-1 0 0,0 1 0 0 0,0 0 1 0 0,1 1-1 0 0,-5 11 1 0 0,10-19 21 0 0,1-1 0 0 0,-1 0 0 0 0,1 0 0 0 0,-1 0 0 0 0,1 1 0 0 0,0-1 0 0 0,0 0 0 0 0,0 1 0 0 0,0-1 0 0 0,0 0 0 0 0,1 0 0 0 0,-1 1 0 0 0,1-1 0 0 0,-1 0 0 0 0,1 0 0 0 0,0 0 0 0 0,0 0 0 0 0,0 1 0 0 0,0-1 0 0 0,0 0 0 0 0,0-1 0 0 0,0 1 0 0 0,1 0 0 0 0,-1 0 0 0 0,3 2 0 0 0,1 0 7 0 0,0 0 0 0 0,0-1 0 0 0,0 1 0 0 0,1-1 0 0 0,-1 0-1 0 0,7 2 1 0 0,-8-3 1 0 0,16 5 111 0 0,0 0 1 0 0,1-1-1 0 0,0-1 1 0 0,0-1-1 0 0,0-1 1 0 0,0 0-1 0 0,0-2 1 0 0,0 0-1 0 0,1-2 1 0 0,-1 0-1 0 0,31-7 1 0 0,-46 6-20 0 0,0 0 0 0 0,-1 0 0 0 0,1-1 0 0 0,-1 1 0 0 0,0-1 0 0 0,0-1 0 0 0,0 1 0 0 0,0-1 0 0 0,-1 0 0 0 0,1 0 0 0 0,-1 0 0 0 0,0 0 0 0 0,0-1 0 0 0,-1 0 1 0 0,1 0-1 0 0,-1 0 0 0 0,0 0 0 0 0,-1 0 0 0 0,1-1 0 0 0,-1 1 0 0 0,0-1 0 0 0,0 1 0 0 0,0-1 0 0 0,-1 0 0 0 0,1-8 0 0 0,2-16 65 0 0,-1-1 1 0 0,-2 0-1 0 0,-3-50 0 0 0,1 55-68 0 0,-1-15-5 0 0,1-18 84 0 0,-3 1 0 0 0,-17-88 1 0 0,-1 34 93 0 0,22 111-266 0 0,-4-14-223 0 0,-1 34 202 0 0,1 2 0 0 0,1-1 0 0 0,1 0-1 0 0,1 1 1 0 0,1-1 0 0 0,0 0-1 0 0,2 1 1 0 0,6 31 0 0 0,49 167-195 0 0,-39-161 197 0 0,47 126 85 0 0,-60-160 1013 0 0,-15-33-294 0 0,6 5-716 0 0,1 0 1 0 0,0-1-1 0 0,0 0 1 0 0,1 0 0 0 0,0 0-1 0 0,0 0 1 0 0,-3-10 0 0 0,4 9-81 0 0,1 0 1 0 0,0 0-1 0 0,0-1 0 0 0,0 1 1 0 0,1 0-1 0 0,0 0 1 0 0,0 0-1 0 0,1 0 1 0 0,-1 0-1 0 0,1 1 1 0 0,1-1-1 0 0,-1 0 1 0 0,1 1-1 0 0,0-1 0 0 0,0 1 1 0 0,0 0-1 0 0,1 0 1 0 0,0 0-1 0 0,0 1 1 0 0,0-1-1 0 0,1 1 1 0 0,-1 0-1 0 0,1 0 1 0 0,0 1-1 0 0,0-1 1 0 0,0 1-1 0 0,1 0 0 0 0,-1 1 1 0 0,1-1-1 0 0,0 1 1 0 0,-1 0-1 0 0,1 0 1 0 0,0 1-1 0 0,0 0 1 0 0,0 0-1 0 0,0 0 1 0 0,0 1-1 0 0,1 0 0 0 0,-1 0 1 0 0,0 0-1 0 0,0 1 1 0 0,0 0-1 0 0,0 0 1 0 0,10 4-1 0 0,24 10-164 0 0,62 33-1 0 0,-62-28-102 0 0,61 22 1 0 0,-96-41-75 0 0,1 0-1 0 0,-1-1 1 0 0,1 1-1 0 0,-1-1 0 0 0,1-1 1 0 0,0 1-1 0 0,-1-1 1 0 0,0 0-1 0 0,1 0 1 0 0,-1-1-1 0 0,1 1 1 0 0,-1-1-1 0 0,9-5 0 0 0,10-4-2060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21.95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57 5477 0 0,'3'-22'-695'0'0,"-4"1"1456"0"0,2 8 234 0 0,9 29-996 0 0,65 160-155 0 0,-46-103 122 0 0,-22-58 34 0 0,7 19 11 0 0,-1 0 1 0 0,-2 1 0 0 0,8 38-1 0 0,-7-24 207 0 0,-12-48-253 0 0,5-28-3606 0 0,-2 4 2562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23.18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 25 3700 0 0,'0'0'-183'0'0,"-9"1"-414"0"0,6 0 558 0 0,9-3-207 0 0,6-3 249 0 0,58-8-5 0 0,-55 10-13 0 0,0 1 0 0 0,1 1 1 0 0,-1 0-1 0 0,0 2 0 0 0,1-1 1 0 0,-1 2-1 0 0,0 0 0 0 0,1 1 1 0 0,-1 0-1 0 0,21 9 0 0 0,-18-7 1 0 0,-1 1-1 0 0,0 1 0 0 0,-1 1 1 0 0,0 0-1 0 0,27 18 0 0 0,-39-22 17 0 0,1 1-1 0 0,0-1 1 0 0,-1 1-1 0 0,0 0 0 0 0,0 0 1 0 0,-1 0-1 0 0,1 0 1 0 0,-1 1-1 0 0,0-1 1 0 0,0 1-1 0 0,-1 0 0 0 0,0 0 1 0 0,0 0-1 0 0,0 0 1 0 0,-1 0-1 0 0,0 0 1 0 0,0 1-1 0 0,0 11 1 0 0,-1-13 17 0 0,0 0 0 0 0,-1-1 0 0 0,1 1 1 0 0,-1 0-1 0 0,-1 0 0 0 0,1-1 0 0 0,0 1 1 0 0,-1-1-1 0 0,0 1 0 0 0,0-1 0 0 0,0 1 1 0 0,-1-1-1 0 0,0 0 0 0 0,1 0 0 0 0,-1-1 1 0 0,-1 1-1 0 0,1 0 0 0 0,0-1 0 0 0,-1 0 1 0 0,0 0-1 0 0,0 0 0 0 0,0 0 0 0 0,0-1 1 0 0,0 1-1 0 0,-9 3 0 0 0,-7 1 112 0 0,0 0-1 0 0,0-1 1 0 0,-1-1 0 0 0,1 0-1 0 0,-1-2 1 0 0,-41 1-1 0 0,59-4-62 0 0,-25 0 443 0 0,28 0-484 0 0,-1 0-1 0 0,0 0 1 0 0,0 1-1 0 0,0-1 1 0 0,0 0-1 0 0,0 0 1 0 0,0 0-1 0 0,1 0 1 0 0,-1-1-1 0 0,0 1 1 0 0,0 0-1 0 0,0 0 1 0 0,0-1-1 0 0,0 1 1 0 0,1 0-1 0 0,-1-1 1 0 0,0 1-1 0 0,0 0 1 0 0,1-1-1 0 0,-1 1 1 0 0,0-1-1 0 0,0 0 1 0 0,1 1-1 0 0,-1-1 1 0 0,0 0-1 0 0,6-2-31 0 0,1 1 0 0 0,-1 0 0 0 0,1 0 0 0 0,0 0 0 0 0,0 1 0 0 0,-1-1 0 0 0,1 2 0 0 0,0-1 0 0 0,0 1 0 0 0,9 0-1 0 0,-13 0-4 0 0,3 0-8 0 0,10 2-6 0 0,0 0 1 0 0,0 1-1 0 0,-1 1 1 0 0,1 0 0 0 0,-1 1-1 0 0,0 0 1 0 0,13 8-1 0 0,10 8-43 0 0,41 32 0 0 0,-55-38 67 0 0,16 10 2 0 0,-16-10-3 0 0,36 28 0 0 0,-58-42 23 0 0,13 14-1795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24.03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0 139 3776 0 0,'29'5'-751'0'0,"-20"-5"669"0"0,12 0 67 0 0,1 0 0 0 0,0-2 0 0 0,40-8 0 0 0,-56 9 88 0 0,0 0 1 0 0,-1-1-1 0 0,0 0 1 0 0,1 0-1 0 0,-1-1 1 0 0,0 1-1 0 0,0-1 1 0 0,0 0-1 0 0,0 0 1 0 0,-1-1-1 0 0,0 1 1 0 0,1-1-1 0 0,-1 0 1 0 0,0-1-1 0 0,-1 1 1 0 0,1 0-1 0 0,-1-1 1 0 0,0 0-1 0 0,0 0 1 0 0,4-10-1 0 0,-6 14-57 0 0,-1 0 0 0 0,1-1 0 0 0,-1 1 0 0 0,1 0 0 0 0,-1 0 0 0 0,0 0 0 0 0,0-1 0 0 0,1 1 0 0 0,-1 0 0 0 0,0-1 0 0 0,0 1 0 0 0,0 0 0 0 0,0 0 0 0 0,-1-1 0 0 0,1 1 0 0 0,0 0 0 0 0,-1 0 0 0 0,1 0 0 0 0,0-1 0 0 0,-1 1 0 0 0,1 0 0 0 0,-1 0-1 0 0,0 0 1 0 0,1 0 0 0 0,-1 0 0 0 0,0 0 0 0 0,0 0 0 0 0,0 0 0 0 0,1 0 0 0 0,-1 0 0 0 0,0 0 0 0 0,0 1 0 0 0,0-1 0 0 0,-2-1 0 0 0,-36-9 106 0 0,35 11-108 0 0,1-1-3 0 0,-20 6-17 0 0,14-3 7 0 0,0 0 1 0 0,1 1-1 0 0,-1 0 1 0 0,1 0-1 0 0,0 1 0 0 0,0 0 1 0 0,0 1-1 0 0,0 0 1 0 0,1 0-1 0 0,0 0 1 0 0,0 1-1 0 0,-7 7 0 0 0,10-9-11 0 0,0 1 1 0 0,0-1-1 0 0,0 1 0 0 0,1 0 0 0 0,0 0 0 0 0,0 0 0 0 0,0 1 0 0 0,0-1 0 0 0,1 1 0 0 0,0-1 0 0 0,0 1 0 0 0,1 0 0 0 0,-1 0 0 0 0,1 0 1 0 0,0 0-1 0 0,1 0 0 0 0,0 11 0 0 0,1-13 8 0 0,0-1 1 0 0,0 1-1 0 0,0-1 1 0 0,0 1-1 0 0,1-1 1 0 0,0 0-1 0 0,0 0 1 0 0,0 1-1 0 0,0-1 1 0 0,0-1-1 0 0,0 1 1 0 0,1 0-1 0 0,-1 0 0 0 0,1-1 1 0 0,0 0-1 0 0,0 1 1 0 0,0-1-1 0 0,0 0 1 0 0,0 0-1 0 0,1-1 1 0 0,-1 1-1 0 0,6 1 1 0 0,10 4 26 0 0,0-1 0 0 0,38 7 0 0 0,-38-9-5 0 0,-8-2-234 0 0,1-1-1 0 0,-1 0 0 0 0,1-1 0 0 0,0 0 0 0 0,-1-1 0 0 0,1 0 0 0 0,-1-1 1 0 0,1 0-1 0 0,-1-1 0 0 0,22-8 0 0 0,-5-1-592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24.61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6 101 3352 0 0,'-5'-98'3058'0'0,"5"96"-2805"0"0,1 7-248 0 0,37 97-26 0 0,76 197-24 0 0,-101-267 67 0 0,-1-1 0 0 0,-2 1 0 0 0,-1 1 0 0 0,-1 0 0 0 0,-2 0 0 0 0,-2 1 0 0 0,1 34 0 0 0,-5-67 11 0 0,0 6 228 0 0,0-5-562 0 0,1-37-3193 0 0,1 14 2073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24.96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 79 4196 0 0,'-9'1'-227'0'0,"6"-2"179"0"0,8-2-263 0 0,32-8 339 0 0,0 1 0 0 0,1 2 1 0 0,70-6-1 0 0,-53 8-1136 0 0,64-15 0 0 0,-101 16 565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25.70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7 1 2068 0 0,'0'0'266'0'0,"-7"6"1091"0"0,7-6-1336 0 0,79 26-21 0 0,71 29-40 0 0,-133-48 26 0 0,-1 2 1 0 0,1 0-1 0 0,-2 1 0 0 0,1 1 0 0 0,-1 0 0 0 0,21 21 1 0 0,-32-28 11 0 0,0 1 1 0 0,0-1-1 0 0,0 1 1 0 0,-1 1 0 0 0,0-1-1 0 0,0 0 1 0 0,0 1-1 0 0,0-1 1 0 0,2 10 0 0 0,-4-12 14 0 0,-1 0 1 0 0,1 0-1 0 0,-1-1 0 0 0,0 1 1 0 0,1 0-1 0 0,-1 0 1 0 0,0 0-1 0 0,-1-1 1 0 0,1 1-1 0 0,0 0 1 0 0,-1 0-1 0 0,0 0 1 0 0,0-1-1 0 0,1 1 0 0 0,-1 0 1 0 0,-1-1-1 0 0,1 1 1 0 0,0-1-1 0 0,-1 0 1 0 0,1 1-1 0 0,-1-1 1 0 0,-3 3-1 0 0,3-2 43 0 0,0 0 0 0 0,0-1 0 0 0,-1 0 0 0 0,1 1-1 0 0,-1-1 1 0 0,1 0 0 0 0,-1 0 0 0 0,0-1 0 0 0,0 1 0 0 0,0-1 0 0 0,0 1 0 0 0,0-1-1 0 0,0 0 1 0 0,0 0 0 0 0,-1 0 0 0 0,1 0 0 0 0,0-1 0 0 0,0 1 0 0 0,-1-1 0 0 0,1 0 0 0 0,0 0-1 0 0,-1 0 1 0 0,1 0 0 0 0,0-1 0 0 0,-1 0 0 0 0,1 1 0 0 0,0-1 0 0 0,0 0 0 0 0,0 0-1 0 0,0-1 1 0 0,0 1 0 0 0,0-1 0 0 0,0 1 0 0 0,0-1 0 0 0,0 0 0 0 0,1 0 0 0 0,-1 0 0 0 0,1-1-1 0 0,-1 1 1 0 0,1-1 0 0 0,0 1 0 0 0,0-1 0 0 0,0 0 0 0 0,0 1 0 0 0,1-1 0 0 0,-1 0-1 0 0,1 0 1 0 0,0 0 0 0 0,-1 0 0 0 0,1-1 0 0 0,1 1 0 0 0,-1 0 0 0 0,0-5 0 0 0,1-1-38 0 0,-1 1 1 0 0,2-1 0 0 0,0 1-1 0 0,0-1 1 0 0,0 1 0 0 0,1-1-1 0 0,0 1 1 0 0,1-1 0 0 0,0 1-1 0 0,0 0 1 0 0,1 1 0 0 0,-1-1-1 0 0,2 0 1 0 0,-1 1 0 0 0,8-9-1 0 0,6-7-101 0 0,0 1 1 0 0,2 1-1 0 0,23-21 0 0 0,-27 31-203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26.05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1 4684 0 0,'0'0'-127'0'0,"16"-1"-631"0"0,-9 13 703 0 0,0 0-1 0 0,0 0 1 0 0,-2 1-1 0 0,1-1 1 0 0,-2 1-1 0 0,0 1 1 0 0,5 22-1 0 0,6 20-1 0 0,22 75 177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26.22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23 23 2248 0 0,'-22'-22'500'0'0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26.85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123 156 3544 0 0,'4'1'57'0'0,"0"-1"-1"0"0,-1 1 0 0 0,1 0 0 0 0,0-1 0 0 0,0 0 1 0 0,-1 0-1 0 0,1 0 0 0 0,0 0 0 0 0,0 0 0 0 0,-1-1 1 0 0,1 0-1 0 0,0 0 0 0 0,0 0 0 0 0,-1 0 0 0 0,1 0 1 0 0,-1-1-1 0 0,0 0 0 0 0,1 0 0 0 0,-1 0 0 0 0,0 0 1 0 0,0 0-1 0 0,0 0 0 0 0,0-1 0 0 0,0 1 0 0 0,-1-1 1 0 0,5-5-1 0 0,-4 3-2 0 0,0 0 1 0 0,1 1-1 0 0,-2-1 1 0 0,1 0-1 0 0,-1-1 1 0 0,0 1-1 0 0,0 0 1 0 0,0-1-1 0 0,-1 1 1 0 0,1-1-1 0 0,-1 0 1 0 0,-1 1-1 0 0,1-1 0 0 0,-1 0 1 0 0,0 0-1 0 0,-2-9 1 0 0,2 14-51 0 0,0 0 0 0 0,-1 0 0 0 0,0-1 0 0 0,1 1 0 0 0,-1 0 0 0 0,0 0 0 0 0,0 0 0 0 0,1 0 0 0 0,-1 0 0 0 0,0 0 0 0 0,0 0 0 0 0,0 0 0 0 0,0 0 0 0 0,0 0 0 0 0,0 1 0 0 0,-1-1 0 0 0,1 0 0 0 0,0 1 0 0 0,0-1-1 0 0,-1 1 1 0 0,1-1 0 0 0,0 1 0 0 0,0 0 0 0 0,-1-1 0 0 0,1 1 0 0 0,0 0 0 0 0,-1 0 0 0 0,1 0 0 0 0,0 0 0 0 0,-1 0 0 0 0,1 0 0 0 0,-2 1 0 0 0,-43 7-1 0 0,44-8-4 0 0,-9 4-9 0 0,0 1-1 0 0,0 1 1 0 0,1-1-1 0 0,-1 1 1 0 0,1 1-1 0 0,1 0 1 0 0,-1 1-1 0 0,1 0 1 0 0,0 0-1 0 0,1 0 1 0 0,0 1-1 0 0,1 1 1 0 0,-1-1-1 0 0,2 1 1 0 0,-10 18-1 0 0,15-26 5 0 0,0 0 0 0 0,0 0 0 0 0,0 0-1 0 0,0 0 1 0 0,1 1 0 0 0,-1-1 0 0 0,1 0-1 0 0,-1 1 1 0 0,1-1 0 0 0,0 1 0 0 0,0-1-1 0 0,0 0 1 0 0,0 1 0 0 0,0-1 0 0 0,1 1-1 0 0,-1-1 1 0 0,1 0 0 0 0,-1 1 0 0 0,1-1 0 0 0,0 0-1 0 0,2 4 1 0 0,-1-3 11 0 0,0 0 0 0 0,1 0 1 0 0,0 0-1 0 0,-1-1 0 0 0,1 1 0 0 0,0-1 0 0 0,0 1 0 0 0,1-1 1 0 0,-1 0-1 0 0,0 0 0 0 0,1 0 0 0 0,4 1 0 0 0,2 1-66 0 0,1-1 0 0 0,-1 0 0 0 0,1-1 0 0 0,0 0 0 0 0,-1 0 0 0 0,1-2 0 0 0,0 1 0 0 0,21-2 0 0 0,-21-2-493 0 0,1 1 0 0 0,-1-2 0 0 0,1 1 0 0 0,19-11 0 0 0,-8 0-154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27.49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84 3560 0 0,'0'0'30'0'0,"3"-20"536"0"0,-4 19-517 0 0,1 1 1 0 0,0 0 0 0 0,0-1-1 0 0,0 1 1 0 0,0-1-1 0 0,0 1 1 0 0,0 0-1 0 0,0-1 1 0 0,0 1-1 0 0,-1-1 1 0 0,1 1-1 0 0,1 0 1 0 0,-1-1-1 0 0,0 1 1 0 0,0-1-1 0 0,0 1 1 0 0,0 0-1 0 0,0-1 1 0 0,0 1-1 0 0,0-1 1 0 0,1 1 0 0 0,-1 0-1 0 0,0-1 1 0 0,0 1-1 0 0,0 0 1 0 0,1-1-1 0 0,-1 1 1 0 0,0 0-1 0 0,0-1 1 0 0,1 1-1 0 0,-1 0 1 0 0,0 0-1 0 0,1-1 1 0 0,-1 1-1 0 0,0 0 1 0 0,1 0-1 0 0,-1 0 1 0 0,1 0 0 0 0,-1-1-1 0 0,1 1 1 0 0,136 187-140 0 0,-32-65 235 0 0,-104-121-66 0 0,15 5 2937 0 0,-16-6-2969 0 0,4-40 81 0 0,1 1 0 0 0,2 0 0 0 0,1 0 0 0 0,3 1 0 0 0,27-68 0 0 0,-36 100-236 0 0,0-1 0 0 0,0 1 0 0 0,0-1 0 0 0,-1 0 0 0 0,1-13 0 0 0,-2 19-122 0 0,0-9-1219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28.03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0 144 5465 0 0,'2'1'-65'0'0,"-1"0"0"0"0,0 0 1 0 0,1 0-1 0 0,-1 0 0 0 0,1 0 1 0 0,-1-1-1 0 0,1 1 0 0 0,-1 0 1 0 0,1-1-1 0 0,-1 1 1 0 0,1-1-1 0 0,0 1 0 0 0,-1-1 1 0 0,1 0-1 0 0,0 0 0 0 0,-1 0 1 0 0,1 0-1 0 0,0 0 1 0 0,-1 0-1 0 0,1 0 0 0 0,0 0 1 0 0,-1-1-1 0 0,3 0 0 0 0,43-15-32 0 0,-38 11 224 0 0,0 0 0 0 0,0 0 1 0 0,-1-1-1 0 0,0 0 1 0 0,0 0-1 0 0,0-1 0 0 0,-1 0 1 0 0,0-1-1 0 0,-1 0 1 0 0,1 0-1 0 0,-1 0 0 0 0,-1 0 1 0 0,0-1-1 0 0,6-14 1 0 0,-10 23-117 0 0,-1 0 1 0 0,0-1-1 0 0,1 1 1 0 0,-1-1-1 0 0,0 1 1 0 0,0 0 0 0 0,1-1-1 0 0,-1 1 1 0 0,0-1-1 0 0,0 1 1 0 0,0-1-1 0 0,0 1 1 0 0,0-1 0 0 0,1 1-1 0 0,-1-1 1 0 0,0 1-1 0 0,0-1 1 0 0,0 1 0 0 0,0-1-1 0 0,-1 1 1 0 0,1-1-1 0 0,0 1 1 0 0,0-1-1 0 0,0 1 1 0 0,0-1 0 0 0,0 1-1 0 0,-1-1 1 0 0,1 1-1 0 0,0-1 1 0 0,0 1 0 0 0,-1 0-1 0 0,1-1 1 0 0,0 1-1 0 0,-1-1 1 0 0,1 1-1 0 0,-1-1 1 0 0,-19 3 128 0 0,-22 17-102 0 0,30-10-46 0 0,0 0 0 0 0,1 1 0 0 0,0 1 0 0 0,1-1-1 0 0,0 2 1 0 0,0 0 0 0 0,2 0 0 0 0,-1 0 0 0 0,1 1-1 0 0,-10 24 1 0 0,17-35 4 0 0,1 0-1 0 0,-1 0 1 0 0,1 0 0 0 0,-1 0-1 0 0,1 0 1 0 0,0 0-1 0 0,0 1 1 0 0,0-1-1 0 0,0 0 1 0 0,0 0 0 0 0,0 0-1 0 0,1 0 1 0 0,-1 0-1 0 0,1 0 1 0 0,-1 0-1 0 0,1 0 1 0 0,0 0 0 0 0,0 0-1 0 0,0 0 1 0 0,2 3-1 0 0,0-2 8 0 0,-1-1-1 0 0,1 1 0 0 0,0 0 1 0 0,0-1-1 0 0,0 0 0 0 0,0 0 1 0 0,1 0-1 0 0,-1 0 0 0 0,1 0 1 0 0,5 2-1 0 0,6 0-12 0 0,0 0 0 0 0,1 0 0 0 0,0-1 0 0 0,21 0 1 0 0,4-2-690 0 0,0-2 0 0 0,0-1 1 0 0,44-9-1 0 0,-23-1-777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30.66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 36 4124 0 0,'0'0'-300'0'0,"-9"3"-743"0"0,6-2 1037 0 0,7-2-14 0 0,71-19 259 0 0,-72 19-219 0 0,-2 0-12 0 0,7-2-16 0 0,-1 0 9 0 0,1 1 0 0 0,-1-1 1 0 0,1 2-1 0 0,0-1 0 0 0,0 1 0 0 0,0 0 0 0 0,15 1 0 0 0,-20 0-3 0 0,1 0-7 0 0,4 1-7 0 0,1 0 0 0 0,-1 1-1 0 0,0 0 1 0 0,0 1 0 0 0,1-1-1 0 0,-1 2 1 0 0,8 4 0 0 0,-14-7 19 0 0,0 0 0 0 0,1 0 0 0 0,-1 0 0 0 0,0 1 0 0 0,-1-1 0 0 0,1 1 0 0 0,0 0 1 0 0,0-1-1 0 0,-1 1 0 0 0,1 0 0 0 0,-1 0 0 0 0,1 0 0 0 0,-1 0 0 0 0,0 0 0 0 0,0 0 0 0 0,0 1 1 0 0,0-1-1 0 0,0 0 0 0 0,0 1 0 0 0,-1-1 0 0 0,1 0 0 0 0,-1 1 0 0 0,0-1 0 0 0,1 1 0 0 0,-1-1 1 0 0,0 0-1 0 0,-1 1 0 0 0,1-1 0 0 0,-1 3 0 0 0,-1 0 16 0 0,-1 0 1 0 0,0-1-1 0 0,-1 1 1 0 0,1-1-1 0 0,-1 0 1 0 0,0 0-1 0 0,0 0 0 0 0,0 0 1 0 0,0-1-1 0 0,-1 0 1 0 0,1 0-1 0 0,-1 0 1 0 0,0 0-1 0 0,-8 3 1 0 0,7-3-1 0 0,-143 64 829 0 0,147-66-760 0 0,-12 3 99 0 0,7-2-45 0 0,10-2 47 0 0,32-6-209 0 0,-1 1-1 0 0,61 0 1 0 0,-81 6 14 0 0,-1-1 0 0 0,1 2 0 0 0,-1 0 0 0 0,0 0 0 0 0,0 2 1 0 0,0-1-1 0 0,0 2 0 0 0,0 0 0 0 0,-1 0 0 0 0,17 10 0 0 0,-27-14 8 0 0,-1 0 1 0 0,1-1-1 0 0,-1 1 1 0 0,1 0-1 0 0,-1 0 1 0 0,0 0 0 0 0,1 0-1 0 0,-1 0 1 0 0,0 0-1 0 0,0 0 1 0 0,1 1-1 0 0,-1-1 1 0 0,0 0-1 0 0,0 1 1 0 0,0-1-1 0 0,-1 1 1 0 0,1-1 0 0 0,0 1-1 0 0,-1-1 1 0 0,1 1-1 0 0,-1-1 1 0 0,1 1-1 0 0,-1 0 1 0 0,1-1-1 0 0,-1 1 1 0 0,0 0-1 0 0,0-1 1 0 0,0 1 0 0 0,0 0-1 0 0,0-1 1 0 0,-1 1-1 0 0,1 0 1 0 0,0-1-1 0 0,-1 1 1 0 0,1-1-1 0 0,-1 1 1 0 0,1 0-1 0 0,-1-1 1 0 0,0 1 0 0 0,0-1-1 0 0,0 0 1 0 0,0 1-1 0 0,0-1 1 0 0,0 0-1 0 0,0 1 1 0 0,0-1-1 0 0,0 0 1 0 0,-3 1-1 0 0,-3 5 27 0 0,-1-1-1 0 0,1-1 0 0 0,-1 0 0 0 0,-1 0 0 0 0,-16 7 0 0 0,-7 0 263 0 0,-1-3 0 0 0,0-1 1 0 0,-1-1-1 0 0,1-1 0 0 0,-69 1 0 0 0,101-7-318 0 0,0 0 0 0 0,0 0 0 0 0,0 0 0 0 0,0 0 0 0 0,0 0 0 0 0,0-1 0 0 0,0 1 0 0 0,0 0 0 0 0,1 0 1 0 0,-1 0-1 0 0,0-1 0 0 0,0 1 0 0 0,0-1 0 0 0,0 1 0 0 0,1-1 0 0 0,-1 1 0 0 0,0-1 0 0 0,0 1 0 0 0,1-1 0 0 0,-1 1 0 0 0,0-1 0 0 0,1 0 0 0 0,-1 1 0 0 0,1-1 0 0 0,-1 0 1 0 0,1 0-1 0 0,-1 0 0 0 0,1 1 0 0 0,-1-1 0 0 0,1 0 0 0 0,-1-1 0 0 0,1 0-198 0 0,0-1 0 0 0,0 1 0 0 0,0-1 0 0 0,0 1 1 0 0,0-1-1 0 0,0 1 0 0 0,0 0 0 0 0,1-1 0 0 0,0 1 0 0 0,-1-1 0 0 0,3-3 1 0 0,5-13-1014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31.74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600 53 4000 0 0,'0'-2'-14'0'0,"-1"0"0"0"0,1 1 0 0 0,-1-1 0 0 0,1 0 0 0 0,-1 0 0 0 0,1 1 0 0 0,-1-1 0 0 0,0 0 0 0 0,0 1 0 0 0,0-1 0 0 0,0 1 0 0 0,0-1 0 0 0,0 1 0 0 0,0-1-1 0 0,0 1 1 0 0,-1 0 0 0 0,1 0 0 0 0,0-1 0 0 0,-1 1 0 0 0,1 0 0 0 0,-4-1 0 0 0,4 1 46 0 0,-59-6 215 0 0,34 10-247 0 0,1 2 0 0 0,-1 1 0 0 0,1 1 0 0 0,1 1 0 0 0,0 1 1 0 0,0 1-1 0 0,0 1 0 0 0,2 1 0 0 0,-1 1 0 0 0,2 1 0 0 0,0 1 0 0 0,0 1 1 0 0,-21 22-1 0 0,19-15-16 0 0,0 1 1 0 0,2 1 0 0 0,0 0-1 0 0,-28 49 1 0 0,44-65 11 0 0,1-1 0 0 0,0 1 0 0 0,1 0 0 0 0,0 0 0 0 0,0 0 0 0 0,1 0 0 0 0,0 0 0 0 0,0 1 0 0 0,1-1 0 0 0,1 0 0 0 0,-1 1 0 0 0,2-1 0 0 0,-1 1 0 0 0,1-1 0 0 0,1 1 1 0 0,-1-1-1 0 0,2 0 0 0 0,-1 0 0 0 0,1 0 0 0 0,8 17 0 0 0,-4-13 11 0 0,0-1 0 0 0,0 1 0 0 0,1-1 1 0 0,0 0-1 0 0,2-1 0 0 0,-1 0 0 0 0,1 0 0 0 0,0-1 1 0 0,1-1-1 0 0,1 0 0 0 0,-1 0 0 0 0,1-1 0 0 0,1 0 1 0 0,-1-1-1 0 0,1-1 0 0 0,0 0 0 0 0,1-1 0 0 0,0 0 1 0 0,0-1-1 0 0,18 3 0 0 0,-9-2 79 0 0,1-2 0 0 0,-1 0 0 0 0,1-2 0 0 0,0 0 0 0 0,0-2 0 0 0,-1 0 1 0 0,1-2-1 0 0,-1-1 0 0 0,26-7 0 0 0,-35 7 56 0 0,0-1 1 0 0,0 0 0 0 0,0-1 0 0 0,0-1-1 0 0,-1 0 1 0 0,0-1 0 0 0,-1 0-1 0 0,0-1 1 0 0,0-1 0 0 0,-1 0-1 0 0,0 0 1 0 0,-1-1 0 0 0,0 0-1 0 0,0-1 1 0 0,10-18 0 0 0,-11 17 6 0 0,-1-1 1 0 0,0 0-1 0 0,-2-1 1 0 0,1 0 0 0 0,-2 0-1 0 0,0 0 1 0 0,0-1-1 0 0,-2 0 1 0 0,0 1 0 0 0,-1-1-1 0 0,0 0 1 0 0,-1-1-1 0 0,-3-27 1 0 0,1 31-98 0 0,-1 0-1 0 0,0 0 1 0 0,-1 0 0 0 0,-1 1 0 0 0,0-1 0 0 0,-1 1-1 0 0,0 0 1 0 0,-1 1 0 0 0,0-1 0 0 0,-1 1-1 0 0,0 0 1 0 0,0 1 0 0 0,-2 0 0 0 0,1 0 0 0 0,-1 0-1 0 0,-11-8 1 0 0,1 2-30 0 0,-2 1 1 0 0,0 1-1 0 0,-1 1 0 0 0,0 1 1 0 0,-1 1-1 0 0,0 1 0 0 0,-30-10 1 0 0,22 10-75 0 0,-5-3-578 0 0,10 6-4108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3:20.18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8560 1 3940 0 0,'0'0'4756'0'0,"-4"2"-4720"0"0,-20 6 17 0 0,-1-1 0 0 0,1-2 0 0 0,-2 0 0 0 0,-48 2 0 0 0,2 2-39 0 0,-533 79 192 0 0,317-38-132 0 0,176-28-54 0 0,-438 101 146 0 0,433-95-109 0 0,-634 156 381 0 0,398-91-330 0 0,160-40-67 0 0,-282 103-8 0 0,257-62-8 0 0,-41 15 10 0 0,-44-7 7 0 0,70-25 8 0 0,-44 14 17 0 0,-169 64 10 0 0,-175 114-1 0 0,519-228-83 0 0,-184 104 1 0 0,140-63-2 0 0,-37 23-28 0 0,-123 90 17 0 0,256-156 4 0 0,3 2-1 0 0,1 1 1 0 0,2 3-1 0 0,-39 53 1 0 0,2-16 11 0 0,57-61 1 0 0,1 2 1 0 0,-26 33-1 0 0,24-29-27 0 0,-9 15-7 0 0,-43 82-28 0 0,30-51 85 0 0,-2-3 1 0 0,-101 110-1 0 0,108-131-15 0 0,-34 30 33 0 0,-112 93 1 0 0,87-84-36 0 0,3 5 5 0 0,69-61-6 0 0,1-3 1361 0 0,26-33-1339 0 0,0 1 1 0 0,0 0-1 0 0,0-1 1 0 0,0 0-1 0 0,1 1 1 0 0,0-1-1 0 0,0 0 0 0 0,0 0 1 0 0,0 0-1 0 0,0 0 1 0 0,1-6-1 0 0,-2 2 12 0 0,-8-40 49 0 0,-25-97 52 0 0,22 80-112 0 0,-3-7-135 0 0,16 71 76 0 0,-3-10-736 0 0,3 29 486 0 0,45 267-76 0 0,-39-249 365 0 0,0-6 4 0 0,-1-1 1 0 0,0 33 0 0 0,-5-61-12 0 0,0 0 1 0 0,-1 0-1 0 0,1 1 1 0 0,0-1-1 0 0,0 0 1 0 0,0 0-1 0 0,1 1 1 0 0,-1-1 0 0 0,0 0-1 0 0,0 0 1 0 0,1 1-1 0 0,-1-1 1 0 0,0 0-1 0 0,1 0 1 0 0,-1 0-1 0 0,1 0 1 0 0,0 0-1 0 0,-1 0 1 0 0,1 1 0 0 0,0-2-1 0 0,0 1 1 0 0,-1 0-1 0 0,1 0 1 0 0,0 0-1 0 0,0 0 1 0 0,0 0-1 0 0,0-1 1 0 0,0 1-1 0 0,0 0 1 0 0,1-1 0 0 0,-1 1-1 0 0,0-1 1 0 0,0 1-1 0 0,0-1 1 0 0,0 0-1 0 0,1 1 1 0 0,-1-1-1 0 0,0 0 1 0 0,0 0-1 0 0,1 0 1 0 0,-1 0 0 0 0,0 0-1 0 0,0 0 1 0 0,1 0-1 0 0,1-1 1 0 0,7-2-27 0 0,0 0 1 0 0,0 0 0 0 0,-1-1-1 0 0,17-8 1 0 0,-8 3 57 0 0,67-23-93 0 0,155-36 0 0 0,-64 22-87 0 0,-173 45 144 0 0,13-2-9 0 0,-7 1 120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7:25.51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517 83 1104 0 0,'1'-1'46'0'0,"-1"0"100"0"0,1 0 0 0 0,0 0-1 0 0,-1 0 1 0 0,1 0 0 0 0,-1 0 0 0 0,1 0 0 0 0,-1-1 0 0 0,1 1 0 0 0,-1 0 0 0 0,0 0-1 0 0,0-1 1 0 0,1 1 0 0 0,-1 0 0 0 0,0-1 0 0 0,0 1 0 0 0,0 0 0 0 0,-1-1 0 0 0,1 1-1 0 0,0 0 1 0 0,0 0 0 0 0,-1-1 0 0 0,1 1 0 0 0,-1 0 0 0 0,1 0 0 0 0,-1 0 0 0 0,1-1-1 0 0,-1 1 1 0 0,0 0 0 0 0,1 0 0 0 0,-1 0 0 0 0,0 0 0 0 0,0 0 0 0 0,0 0 0 0 0,0 1-1 0 0,-1-2 1 0 0,0 0 21 0 0,0 0-98 0 0,-1-1 1 0 0,0 1-1 0 0,0 0 1 0 0,0 0-1 0 0,0 0 0 0 0,0 0 1 0 0,-1 1-1 0 0,1-1 1 0 0,0 1-1 0 0,-1-1 0 0 0,1 1 1 0 0,-1 0-1 0 0,-3 0 1 0 0,0-1 33 0 0,0 0-64 0 0,0-1 1 0 0,0 1-1 0 0,0 1 0 0 0,0 0 0 0 0,0 0 0 0 0,-1 0 0 0 0,-10 1 0 0 0,3 1-33 0 0,-1 2 0 0 0,1 0 0 0 0,-23 7 0 0 0,20-2-22 0 0,0 1 0 0 0,0 0 0 0 0,1 1 0 0 0,0 1-1 0 0,1 0 1 0 0,0 2 0 0 0,1 0 0 0 0,0 0 0 0 0,1 1 0 0 0,-12 16 0 0 0,12-12-15 0 0,0 0 1 0 0,1 0 0 0 0,1 1-1 0 0,1 1 1 0 0,-16 36 0 0 0,23-46 6 0 0,0 0 0 0 0,1 0 1 0 0,0 1-1 0 0,1-1 0 0 0,0 1 1 0 0,1 0-1 0 0,0-1 0 0 0,0 1 1 0 0,1 0-1 0 0,2 15 1 0 0,0-17 10 0 0,0-1 1 0 0,0 0 0 0 0,1 0-1 0 0,0 0 1 0 0,0 0 0 0 0,1 0 0 0 0,0-1-1 0 0,0 0 1 0 0,1 0 0 0 0,0 0-1 0 0,0 0 1 0 0,1-1 0 0 0,12 11 0 0 0,-6-6 11 0 0,1-1 1 0 0,1 0-1 0 0,0-1 1 0 0,0 0-1 0 0,1-2 1 0 0,0 1-1 0 0,0-2 1 0 0,0 0-1 0 0,1-1 1 0 0,0-1-1 0 0,0 0 1 0 0,1-1-1 0 0,-1 0 1 0 0,1-2-1 0 0,-1 0 1 0 0,1-1-1 0 0,-1 0 1 0 0,1-2-1 0 0,0 0 0 0 0,17-5 1 0 0,317-73 212 0 0,-281 63-131 0 0,-68 16 59 0 0,3-18-3654 0 0,-7 9 1273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7:25.51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 86 5657 0 0,'-11'-65'875'0'0,"11"63"-598"0"0,-1-10 52 0 0,2 5-197 0 0,0 10-297 0 0,44 144 105 0 0,57 167-86 0 0,-56-175 234 0 0,-40-120 2486 0 0,-17-81-1415 0 0,13 56-1215 0 0,-1 0-1 0 0,1-1 0 0 0,0 1 0 0 0,0 0 1 0 0,1 0-1 0 0,0 0 0 0 0,0 1 1 0 0,0-1-1 0 0,1 0 0 0 0,0 1 1 0 0,0 0-1 0 0,0 0 0 0 0,0 0 0 0 0,1 1 1 0 0,0 0-1 0 0,0 0 0 0 0,0 0 1 0 0,1 0-1 0 0,-1 1 0 0 0,1-1 0 0 0,0 2 1 0 0,0-1-1 0 0,8-2 0 0 0,-9 3-3 0 0,0 0-1 0 0,0 1 0 0 0,1-1 0 0 0,-1 1 0 0 0,1 0 1 0 0,-1 1-1 0 0,1-1 0 0 0,-1 1 0 0 0,0 1 1 0 0,1-1-1 0 0,-1 1 0 0 0,1-1 0 0 0,-1 1 0 0 0,0 1 1 0 0,1-1-1 0 0,-1 1 0 0 0,0 0 0 0 0,0 0 0 0 0,0 1 1 0 0,0-1-1 0 0,-1 1 0 0 0,1 0 0 0 0,-1 1 1 0 0,1-1-1 0 0,-1 1 0 0 0,0-1 0 0 0,5 8 0 0 0,1 4 22 0 0,-2 0-1 0 0,1 0 0 0 0,-2 1 0 0 0,0 0 0 0 0,-1 0 0 0 0,-1 1 0 0 0,-1-1 1 0 0,0 1-1 0 0,-1 0 0 0 0,0 0 0 0 0,-2 1 0 0 0,0 25 0 0 0,-1-42-11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7:25.51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41 105 4812 0 0,'0'0'-136'0'0,"-11"-43"800"0"0,11 41-479 0 0,-2-4 414 0 0,2 6-567 0 0,1 0 0 0 0,-1-1 1 0 0,0 1-1 0 0,0 0 0 0 0,0 0 1 0 0,0-1-1 0 0,0 1 0 0 0,0 0 0 0 0,0 0 1 0 0,0-1-1 0 0,0 1 0 0 0,0 0 1 0 0,0 0-1 0 0,0-1 0 0 0,0 1 1 0 0,0 0-1 0 0,0-1 0 0 0,0 1 1 0 0,0 0-1 0 0,0 0 0 0 0,0-1 0 0 0,0 1 1 0 0,0 0-1 0 0,0 0 0 0 0,-1-1 1 0 0,1 1-1 0 0,0 0 0 0 0,0 0 1 0 0,0 0-1 0 0,0-1 0 0 0,-1 1 1 0 0,1 0-1 0 0,0 0 0 0 0,0 0 0 0 0,0 0 1 0 0,-1-1-1 0 0,1 1 0 0 0,0 0 1 0 0,0 0-1 0 0,-1 0 0 0 0,1 0 1 0 0,0 0-1 0 0,0 0 0 0 0,-1 0 1 0 0,1 0-1 0 0,0-1 0 0 0,0 1 1 0 0,-1 0-1 0 0,1 0 0 0 0,0 0 0 0 0,-1 0 1 0 0,1 1-1 0 0,-4 6-47 0 0,1 1 0 0 0,0-1 0 0 0,0 1 0 0 0,1 0 1 0 0,0 0-1 0 0,0 0 0 0 0,1 0 0 0 0,0 1 0 0 0,0-1 0 0 0,1 0 0 0 0,0 0 0 0 0,1 1 0 0 0,0-1 0 0 0,0 0 1 0 0,0 0-1 0 0,1 0 0 0 0,1 0 0 0 0,-1 0 0 0 0,7 13 0 0 0,-5-11 8 0 0,1 0 1 0 0,-1 0-1 0 0,2-1 0 0 0,-1 0 0 0 0,1 0 1 0 0,1 0-1 0 0,0-1 0 0 0,0 0 1 0 0,0 0-1 0 0,1-1 0 0 0,0 0 1 0 0,1 0-1 0 0,-1-1 0 0 0,1 0 0 0 0,14 7 1 0 0,-20-12 10 0 0,0 0 1 0 0,0 0 0 0 0,0 0 0 0 0,0 0-1 0 0,0-1 1 0 0,0 1 0 0 0,0-1-1 0 0,0 0 1 0 0,0 0 0 0 0,0 0 0 0 0,0 0-1 0 0,0 0 1 0 0,1-1 0 0 0,-1 1-1 0 0,0-1 1 0 0,0 0 0 0 0,-1 0 0 0 0,1 0-1 0 0,4-3 1 0 0,-2 1 3 0 0,0-1 0 0 0,0 1 1 0 0,-1-1-1 0 0,0 0 0 0 0,0 0 0 0 0,0-1 0 0 0,0 1 0 0 0,-1-1 1 0 0,6-9-1 0 0,2-8 28 0 0,-1 0-1 0 0,-1-1 1 0 0,11-42 0 0 0,-19 62-33 0 0,34-160 1663 0 0,-35 161-1594 0 0,-1 7-127 0 0,0 6 31 0 0,0 0-1 0 0,1 0 1 0 0,0 1-1 0 0,1-1 1 0 0,0 0-1 0 0,0 0 0 0 0,1 0 1 0 0,1-1-1 0 0,0 1 1 0 0,0 0-1 0 0,1-1 1 0 0,1 0-1 0 0,-1 0 1 0 0,2 0-1 0 0,7 10 1 0 0,0-1-110 0 0,1-1 0 0 0,0-1 0 0 0,1 0 0 0 0,1-1 0 0 0,1-1 0 0 0,32 22 0 0 0,-47-35-94 0 0,1 0-1 0 0,0-1 1 0 0,0 0-1 0 0,-1 0 1 0 0,1 0 0 0 0,0 0-1 0 0,0 0 1 0 0,0 0-1 0 0,0-1 1 0 0,0 0 0 0 0,0 1-1 0 0,1-1 1 0 0,-1 0-1 0 0,0-1 1 0 0,0 1 0 0 0,0 0-1 0 0,0-1 1 0 0,4-1-1 0 0,7-5-1681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7:25.51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7 31 5200 0 0,'-7'-14'-50'0'0,"10"41"-10"0"0,10 49-44 0 0,38 89-4 0 0,-26-88 153 0 0,-21-63-495 0 0,2 6 2824 0 0,-15-34-696 0 0,-1-8-1618 0 0,1 0-1 0 0,0 0 1 0 0,2-1-1 0 0,0 0 1 0 0,2 0-1 0 0,0-1 1 0 0,2 1-1 0 0,1-1 1 0 0,0 0-1 0 0,3-25 1 0 0,-1 44-95 0 0,1 0 1 0 0,0-1 0 0 0,0 1 0 0 0,1 0 0 0 0,-1 0 0 0 0,1 0 0 0 0,0 0-1 0 0,1 0 1 0 0,-1 0 0 0 0,1 0 0 0 0,0 1 0 0 0,0-1 0 0 0,7-7 0 0 0,-7 9-11 0 0,0 1 0 0 0,0-1 1 0 0,0 1-1 0 0,0 0 0 0 0,1 0 0 0 0,-1 0 1 0 0,1 1-1 0 0,-1-1 0 0 0,1 1 1 0 0,-1-1-1 0 0,1 1 0 0 0,0 1 0 0 0,0-1 1 0 0,0 0-1 0 0,-1 1 0 0 0,1 0 0 0 0,0 0 1 0 0,7 0-1 0 0,-7 1 22 0 0,0 0 0 0 0,-1 0-1 0 0,1 1 1 0 0,-1-1 0 0 0,1 1 0 0 0,-1 0 0 0 0,0 0-1 0 0,1 0 1 0 0,-1 0 0 0 0,0 0 0 0 0,0 1 0 0 0,-1-1-1 0 0,1 1 1 0 0,0 0 0 0 0,-1 0 0 0 0,0 0 0 0 0,0 0-1 0 0,3 5 1 0 0,3 6-50 0 0,-1 0 1 0 0,10 26-1 0 0,5 44-52 0 0,-17-61 1 0 0,1-1-1 0 0,12 30 0 0 0,-10-44-143 0 0,23-29-4302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7:25.51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0 419 4860 0 0,'14'-14'83'0'0,"-1"-1"0"0"0,-1 0-1 0 0,-1-1 1 0 0,0 0-1 0 0,9-19 1 0 0,-18 27-13 0 0,1-1-1 0 0,-2 1 1 0 0,1-1 0 0 0,-1 1 0 0 0,0-1 0 0 0,-1 0-1 0 0,0 1 1 0 0,0-1 0 0 0,-3-12 0 0 0,-22-79 1509 0 0,15 66-777 0 0,-9-38 928 0 0,18 70-1673 0 0,1 2-77 0 0,0 0 0 0 0,0 0 0 0 0,0 0-1 0 0,0 0 1 0 0,0 1 0 0 0,0-1 0 0 0,-1 0 0 0 0,1 0 0 0 0,0 0 0 0 0,0 0 0 0 0,0 0 0 0 0,0 0 0 0 0,0 0 0 0 0,0 0 0 0 0,-1 0 0 0 0,1 0 0 0 0,0 0 0 0 0,0 0 0 0 0,0 0 0 0 0,0 0 0 0 0,0 0 0 0 0,-1 0 0 0 0,1 0 0 0 0,0 0 0 0 0,0 0 0 0 0,0 0 0 0 0,0 0 0 0 0,0 0 0 0 0,-1 0 0 0 0,1 0 0 0 0,0 0 0 0 0,0 0 0 0 0,0 0 0 0 0,0 0 0 0 0,0 0 0 0 0,0 0 0 0 0,-1 0 0 0 0,1-1 0 0 0,0 1-1 0 0,0 0 1 0 0,0 0 0 0 0,0 0 0 0 0,0 0 0 0 0,0 0 0 0 0,0 0 0 0 0,0 0 0 0 0,0-1 0 0 0,-1 1 0 0 0,1 0 0 0 0,0 0 0 0 0,1 41-103 0 0,2 0 0 0 0,2-1 0 0 0,2 1 0 0 0,15 53 0 0 0,-9-39 65 0 0,18 64 16 0 0,54 126-1 0 0,-82-235 50 0 0,-1 0 1228 0 0,-14-27-962 0 0,-16-34-337 0 0,21 31-11 0 0,0-1-1 0 0,1 0 1 0 0,1 0 0 0 0,1-1 0 0 0,0 1 0 0 0,2-1-1 0 0,1 0 1 0 0,1 0 0 0 0,0 1 0 0 0,2-1 0 0 0,0 0-1 0 0,2 1 1 0 0,0-1 0 0 0,9-26 0 0 0,-9 41 21 0 0,-1 1 1 0 0,1-1-1 0 0,0 0 1 0 0,1 1-1 0 0,-1 0 1 0 0,1 0-1 0 0,0 0 1 0 0,1 1 0 0 0,-1 0-1 0 0,1 0 1 0 0,0 0-1 0 0,1 0 1 0 0,-1 1-1 0 0,1 0 1 0 0,12-5-1 0 0,-14 7 17 0 0,1 0-1 0 0,0 0 1 0 0,0 0-1 0 0,0 0 0 0 0,0 1 1 0 0,1 0-1 0 0,-1 1 1 0 0,0-1-1 0 0,1 1 1 0 0,-1 0-1 0 0,0 1 0 0 0,0-1 1 0 0,1 1-1 0 0,-1 1 1 0 0,0-1-1 0 0,0 1 1 0 0,0 0-1 0 0,0 0 1 0 0,9 6-1 0 0,-13-7 30 0 0,-1-1 1 0 0,1 1-1 0 0,0 1 0 0 0,0-1 1 0 0,-1 0-1 0 0,1 0 1 0 0,-1 1-1 0 0,1-1 0 0 0,-1 1 1 0 0,1-1-1 0 0,-1 1 0 0 0,0-1 1 0 0,0 1-1 0 0,0 0 0 0 0,0 0 1 0 0,0-1-1 0 0,0 1 1 0 0,0 0-1 0 0,-1 0 0 0 0,1 0 1 0 0,-1 0-1 0 0,1 0 0 0 0,-1 3 1 0 0,0-2 3 0 0,-1-1 0 0 0,1 1-1 0 0,-1 0 1 0 0,0 0 0 0 0,0-1 0 0 0,0 1 0 0 0,-1 0 0 0 0,1-1 0 0 0,0 1-1 0 0,-1-1 1 0 0,0 1 0 0 0,0-1 0 0 0,1 0 0 0 0,-4 3 0 0 0,-9 7 1 0 0,0-1 0 0 0,0 0 0 0 0,-1-1 0 0 0,-17 9 0 0 0,27-16-3 0 0,-139 79-183 0 0,143-81 150 0 0,1 0 4 0 0,1 0 33 0 0,-1 0 1 0 0,1 0-1 0 0,0 0 0 0 0,-1 0 0 0 0,1 0 0 0 0,0 0 0 0 0,0 0 0 0 0,-1-1 0 0 0,1 1 0 0 0,0 0 0 0 0,0-1 0 0 0,0 1 0 0 0,0 0 1 0 0,0-1-1 0 0,0 1 0 0 0,0-1 0 0 0,0 0 0 0 0,0 1 0 0 0,0-1 0 0 0,0 0 0 0 0,0 1 0 0 0,2-1 0 0 0,32 8-30 0 0,-28-7 22 0 0,55 12-53 0 0,43 8-13 0 0,179 61 0 0 0,-281-81 61 0 0,1 0 0 0 0,-1 1 1 0 0,0-1-1 0 0,1 1 0 0 0,-1 0 0 0 0,0-1 1 0 0,0 2-1 0 0,0-1 0 0 0,0 0 0 0 0,0 1 1 0 0,-1-1-1 0 0,1 1 0 0 0,-1 0 0 0 0,0-1 1 0 0,4 6-1 0 0,-7-6-201 0 0,0 0 0 0 0,0 0 1 0 0,0-1-1 0 0,0 1 0 0 0,0-1 0 0 0,0 1 1 0 0,0 0-1 0 0,-1-1 0 0 0,1 0 1 0 0,0 1-1 0 0,-1-1 0 0 0,1 0 0 0 0,-4 2 1 0 0,-5 3-1001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7:25.51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 49 4396 0 0,'-3'-20'13'0'0,"-1"-8"1279"0"0,4 45-874 0 0,5 29-424 0 0,3 0 1 0 0,1 0-1 0 0,22 59 0 0 0,-10-33 29 0 0,-15-52-247 0 0,8 36 654 0 0,-10-19-3393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7:25.52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20 99 4748 0 0,'-19'3'1393'0'0,"398"-70"-1158"0"0,-255 52-163 0 0,144 0-1 0 0,-209 11-1905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7:25.52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315 66 4288 0 0,'0'0'-190'0'0,"-6"-33"3183"0"0,1 31-2910 0 0,1 0 0 0 0,-1 0 0 0 0,1 0 0 0 0,-1 0 1 0 0,0 0-1 0 0,0 1 0 0 0,0 0 0 0 0,-8-1 0 0 0,10 2-51 0 0,-1 0-8 0 0,-6 0-28 0 0,1 1 1 0 0,-1 0-1 0 0,1 1 0 0 0,0-1 1 0 0,0 2-1 0 0,0-1 1 0 0,0 2-1 0 0,0-1 0 0 0,0 1 1 0 0,1 0-1 0 0,0 1 1 0 0,0 0-1 0 0,0 0 0 0 0,0 1 1 0 0,1 0-1 0 0,0 0 1 0 0,0 0-1 0 0,1 1 1 0 0,-1 0-1 0 0,-6 12 0 0 0,4-7-23 0 0,1 0 0 0 0,0 1-1 0 0,1 0 1 0 0,0 0-1 0 0,1 1 1 0 0,0 0 0 0 0,2 0-1 0 0,-1 1 1 0 0,2-1 0 0 0,0 1-1 0 0,0 0 1 0 0,2 0-1 0 0,0-1 1 0 0,0 1 0 0 0,2 0-1 0 0,0 0 1 0 0,0 0-1 0 0,1 0 1 0 0,1 0 0 0 0,1-1-1 0 0,0 1 1 0 0,1-1 0 0 0,0 0-1 0 0,1 0 1 0 0,1-1-1 0 0,0 0 1 0 0,13 19 0 0 0,-10-22 14 0 0,-1-1 0 0 0,1 0 1 0 0,1-1-1 0 0,-1 0 0 0 0,2-1 1 0 0,-1 0-1 0 0,1-1 1 0 0,0 0-1 0 0,0-1 0 0 0,0 0 1 0 0,1 0-1 0 0,0-2 0 0 0,0 0 1 0 0,0 0-1 0 0,0-1 0 0 0,23 0 1 0 0,9 0 19 0 0,0-3 0 0 0,-1-1 0 0 0,74-14 0 0 0,-90 11 43 0 0,1-2 1 0 0,-2 0-1 0 0,1-2 1 0 0,-1-1-1 0 0,-1-1 0 0 0,1-1 1 0 0,-2-2-1 0 0,24-16 1 0 0,-40 24 28 0 0,0 0 1 0 0,0-1 0 0 0,-1 0-1 0 0,0 0 1 0 0,-1-1 0 0 0,1 0-1 0 0,-2-1 1 0 0,1 1 0 0 0,-1-1-1 0 0,0-1 1 0 0,-1 1 0 0 0,0-1-1 0 0,-1 0 1 0 0,0 0 0 0 0,0 0-1 0 0,-1 0 1 0 0,0-1 0 0 0,-1 1-1 0 0,0-1 1 0 0,-1 0 0 0 0,0 0-1 0 0,-1 0 1 0 0,0 1 0 0 0,-3-17 0 0 0,2 19-66 0 0,-1-1 0 0 0,0 1 1 0 0,-1 0-1 0 0,1 0 0 0 0,-2 0 1 0 0,1 0-1 0 0,-1 1 1 0 0,0-1-1 0 0,-1 1 0 0 0,0 0 1 0 0,0 0-1 0 0,-8-8 0 0 0,3 5 33 0 0,-1 1 0 0 0,0 0 0 0 0,0 0 0 0 0,-1 1 0 0 0,0 1-1 0 0,-23-10 1 0 0,-7 1 66 0 0,0 1 0 0 0,-1 3-1 0 0,-71-12 1 0 0,87 20-525 0 0,-1 0-1 0 0,0 2 1 0 0,0 1 0 0 0,-53 4-1 0 0,76 4-693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7:25.52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71 64 5128 0 0,'-71'-64'2644'0'0,"83"81"-2504"0"0,25 19-174 0 0,3-1 0 0 0,76 51 0 0 0,8 6 17 0 0,1 9-1033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7:25.52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46 115 4972 0 0,'0'0'-226'0'0,"-26"-34"-316"0"0,8-11 3461 0 0,18 49-3041 0 0,-1 5 115 0 0,1 0 1 0 0,0 0-1 0 0,1 0 1 0 0,0-1-1 0 0,0 1 1 0 0,1 0 0 0 0,0-1-1 0 0,1 1 1 0 0,-1-1-1 0 0,2 1 1 0 0,-1-1-1 0 0,1 0 1 0 0,0-1-1 0 0,1 1 1 0 0,0-1 0 0 0,0 0-1 0 0,1 0 1 0 0,0 0-1 0 0,0-1 1 0 0,0 0-1 0 0,1 0 1 0 0,0 0-1 0 0,0-1 1 0 0,0 0 0 0 0,1 0-1 0 0,0-1 1 0 0,0 0-1 0 0,0-1 1 0 0,0 0-1 0 0,1 0 1 0 0,-1 0-1 0 0,1-1 1 0 0,-1-1 0 0 0,1 1-1 0 0,17-1 1 0 0,-24-1 12 0 0,1 0 1 0 0,0-1-1 0 0,0 1 0 0 0,-1-1 1 0 0,1 0-1 0 0,0 0 1 0 0,-1 0-1 0 0,1 0 1 0 0,-1 0-1 0 0,1-1 1 0 0,-1 1-1 0 0,0-1 1 0 0,0 0-1 0 0,1 1 1 0 0,-1-1-1 0 0,0 0 1 0 0,-1 0-1 0 0,1 0 0 0 0,0-1 1 0 0,0 1-1 0 0,-1 0 1 0 0,0-1-1 0 0,1 1 1 0 0,1-5-1 0 0,2-6 18 0 0,-1 1 1 0 0,0-1-1 0 0,4-21 0 0 0,-7 27-14 0 0,5-23 219 0 0,-2-1 1 0 0,0-46 0 0 0,-4 88-278 0 0,1-1 1 0 0,0 1-1 0 0,0 0 0 0 0,2 0 1 0 0,-1-1-1 0 0,1 1 0 0 0,1-1 0 0 0,8 18 1 0 0,-5-19-46 0 0,-1 0 0 0 0,2-1 0 0 0,-1 0 0 0 0,1 0 0 0 0,1-1 0 0 0,-1 0 0 0 0,1 0 1 0 0,1-1-1 0 0,-1 0 0 0 0,1-1 0 0 0,0 0 0 0 0,0 0 0 0 0,0-1 0 0 0,1-1 0 0 0,14 4 1 0 0,-22-7-121 0 0,0 1 0 0 0,0-1 0 0 0,0 0 0 0 0,1 0 0 0 0,-1-1 0 0 0,0 1 0 0 0,0-1 0 0 0,0 1 0 0 0,0-1 0 0 0,3-1 0 0 0,3-1-489 0 0,10-2-208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7:25.52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93 154 3528 0 0,'0'0'-153'0'0,"31"-8"-102"0"0,-26 5 356 0 0,-1 1 0 0 0,0-1 0 0 0,0 0 0 0 0,-1 0 0 0 0,1 0 0 0 0,-1 0 0 0 0,1 0 0 0 0,-1-1 0 0 0,0 0 0 0 0,0 0 0 0 0,-1 0 0 0 0,1 0 0 0 0,-1 0 0 0 0,0 0 0 0 0,0-1 1 0 0,0 1-1 0 0,-1-1 0 0 0,1 1 0 0 0,-1-1 0 0 0,0 0 0 0 0,0 1 0 0 0,-1-1 0 0 0,0 0 0 0 0,1 0 0 0 0,-2 0 0 0 0,1 1 0 0 0,-2-10 0 0 0,1 12-71 0 0,-1 0 0 0 0,1 0 0 0 0,0 1 1 0 0,-1-1-1 0 0,0 1 0 0 0,1-1 0 0 0,-1 1 0 0 0,0-1 0 0 0,0 1 0 0 0,1 0 0 0 0,-1 0 0 0 0,0 0 0 0 0,0 0 0 0 0,-1 0 0 0 0,1 0 1 0 0,0 1-1 0 0,0-1 0 0 0,0 1 0 0 0,0-1 0 0 0,-1 1 0 0 0,-1 0 0 0 0,3 0-18 0 0,-2-1 23 0 0,-1 3-13 0 0,-4 2-25 0 0,-1 1 0 0 0,1 0 0 0 0,0 0 0 0 0,0 0 0 0 0,1 1 0 0 0,-1 1 0 0 0,1-1 0 0 0,1 1 0 0 0,-1 1 0 0 0,1-1 0 0 0,1 1 0 0 0,-1 0 0 0 0,1 0 0 0 0,1 0 0 0 0,-1 1 0 0 0,1 0 0 0 0,1 0 0 0 0,0 0 0 0 0,0 0 0 0 0,-2 16 0 0 0,3-17-7 0 0,1-1 0 0 0,0 1-1 0 0,1 0 1 0 0,0-1 0 0 0,0 1-1 0 0,1 0 1 0 0,-1-1-1 0 0,2 1 1 0 0,-1-1 0 0 0,1 1-1 0 0,0-1 1 0 0,4 8 0 0 0,-4-10 1 0 0,1 0 1 0 0,0-1 0 0 0,0 1 0 0 0,0 0 0 0 0,1-1-1 0 0,0 0 1 0 0,0 0 0 0 0,0 0 0 0 0,0 0 0 0 0,0-1 0 0 0,1 0-1 0 0,0 0 1 0 0,-1 0 0 0 0,1 0 0 0 0,0-1 0 0 0,0 0-1 0 0,11 4 1 0 0,-9-5-206 0 0,-1 0 0 0 0,0 0-1 0 0,1 0 1 0 0,-1-1-1 0 0,0 0 1 0 0,1 0 0 0 0,-1 0-1 0 0,1-1 1 0 0,-1 0 0 0 0,0 0-1 0 0,0-1 1 0 0,1 0 0 0 0,-1 0-1 0 0,0 0 1 0 0,7-4 0 0 0,8-6-836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7:25.52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124 34 4032 0 0,'0'-1'6'0'0,"1"0"0"0"0,-1 0 0 0 0,0 1 0 0 0,1-1 0 0 0,-1 0 0 0 0,0 0-1 0 0,0 0 1 0 0,1 0 0 0 0,-1 0 0 0 0,0 1 0 0 0,0-1 0 0 0,0 0 0 0 0,0 0 0 0 0,0 0-1 0 0,0 0 1 0 0,0 0 0 0 0,-1 0 0 0 0,1 0 0 0 0,0 1 0 0 0,0-1 0 0 0,-1 0 0 0 0,1 0-1 0 0,0 0 1 0 0,-1 0 0 0 0,1 1 0 0 0,-1-1 0 0 0,1 0 0 0 0,-1 0 0 0 0,1 1-1 0 0,-1-1 1 0 0,0 1 0 0 0,1-1 0 0 0,-1 0 0 0 0,0 1 0 0 0,0-1 0 0 0,1 1 0 0 0,-1-1-1 0 0,0 1 1 0 0,0 0 0 0 0,0-1 0 0 0,1 1 0 0 0,-1 0 0 0 0,0 0 0 0 0,0-1 0 0 0,-2 1-1 0 0,1 0 29 0 0,-3 0-12 0 0,3 0-14 0 0,-4-1-6 0 0,1 1 1 0 0,-1 0 0 0 0,0 0-1 0 0,0 0 1 0 0,0 1 0 0 0,0 0-1 0 0,0 0 1 0 0,1 0 0 0 0,-1 1-1 0 0,0 0 1 0 0,1 0 0 0 0,0 1-1 0 0,-1-1 1 0 0,-5 5 0 0 0,10-6-4 0 0,1 0-1 0 0,-1 0 1 0 0,0 0 0 0 0,1 0 0 0 0,-1 0-1 0 0,0 0 1 0 0,1 0 0 0 0,0 1 0 0 0,-1-1-1 0 0,1 0 1 0 0,0 0 0 0 0,-1 1 0 0 0,1-1 0 0 0,0 0-1 0 0,0 0 1 0 0,0 1 0 0 0,0-1 0 0 0,0 0-1 0 0,0 0 1 0 0,1 1 0 0 0,-1-1 0 0 0,0 0-1 0 0,1 0 1 0 0,-1 1 0 0 0,1-1 0 0 0,-1 0 0 0 0,1 0-1 0 0,-1 0 1 0 0,1 0 0 0 0,0 0 0 0 0,0 0-1 0 0,0 1 1 0 0,31 32-1 0 0,-7-16 0 0 0,2-1 0 0 0,36 17-1 0 0,-34-19-12 0 0,0 2 0 0 0,28 20-1 0 0,-56-36 24 0 0,1 0-1 0 0,-1 0 0 0 0,1 0 0 0 0,-1 0 0 0 0,1 0 0 0 0,-1 1 1 0 0,0-1-1 0 0,1 1 0 0 0,-1-1 0 0 0,0 1 0 0 0,0-1 0 0 0,0 1 1 0 0,0-1-1 0 0,0 1 0 0 0,0 0 0 0 0,-1 0 0 0 0,1-1 0 0 0,-1 1 0 0 0,1 0 1 0 0,-1 0-1 0 0,0 0 0 0 0,1 0 0 0 0,-1 0 0 0 0,0 0 0 0 0,0-1 1 0 0,-1 4-1 0 0,0-3 20 0 0,0 0-1 0 0,0 1 1 0 0,-1-1 0 0 0,1 0 0 0 0,-1 0 0 0 0,0 0-1 0 0,1 0 1 0 0,-1 0 0 0 0,0 0 0 0 0,0 0 0 0 0,0-1-1 0 0,0 1 1 0 0,-1-1 0 0 0,1 1 0 0 0,0-1 0 0 0,-1 0 0 0 0,1 0-1 0 0,-4 1 1 0 0,-9 3 162 0 0,1-1 0 0 0,-1-1 0 0 0,-1 0 0 0 0,1-1-1 0 0,0-1 1 0 0,0 0 0 0 0,-1-1 0 0 0,1-1 0 0 0,-1 0 0 0 0,1-1-1 0 0,-22-5 1 0 0,35 7-260 0 0,1 0-1 0 0,-1-1 0 0 0,1 1 1 0 0,0 0-1 0 0,-1-1 0 0 0,1 1 1 0 0,0 0-1 0 0,-1-1 0 0 0,1 0 1 0 0,0 1-1 0 0,-1-1 0 0 0,1 0 1 0 0,0 1-1 0 0,0-1 0 0 0,0 0 1 0 0,0 0-1 0 0,0 0 0 0 0,0 0 1 0 0,0 0-1 0 0,0 0 0 0 0,0-1 1 0 0,0 1-1 0 0,1 0 0 0 0,-1 0 1 0 0,0-1-1 0 0,1 1 0 0 0,-1 0 1 0 0,1-1-1 0 0,-1 1 1 0 0,1 0-1 0 0,0-1 0 0 0,0 1 1 0 0,-1-1-1 0 0,1 1 0 0 0,0 0 1 0 0,0-1-1 0 0,0 1 0 0 0,1-1 1 0 0,-1 1-1 0 0,0-1 0 0 0,1 1 1 0 0,-1 0-1 0 0,0-1 0 0 0,1 1 1 0 0,0 0-1 0 0,-1-1 0 0 0,1 1 1 0 0,0 0-1 0 0,-1 0 0 0 0,1 0 1 0 0,0 0-1 0 0,0 0 0 0 0,2-2 1 0 0,5-6-1483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7:25.52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 82 4548 0 0,'-8'-81'3565'0'0,"10"104"-3221"0"0,11 38-392 0 0,33 92 0 0 0,-29-102 51 0 0,-2 0 0 0 0,13 81 1 0 0,-24-95 2 0 0,11 132 221 0 0,-15-167-262 0 0,3 3-637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7:25.52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5 80 5096 0 0,'0'0'-251'0'0,"-4"-4"-614"0"0,4 3 854 0 0,0 1 0 0 0,0 0 0 0 0,0 0-1 0 0,0-1 1 0 0,0 1 0 0 0,0 0 0 0 0,0 0 0 0 0,0 0 0 0 0,0-1 0 0 0,0 1 0 0 0,0 0 0 0 0,0 0 0 0 0,0-1 0 0 0,0 1 0 0 0,1 0 0 0 0,-1 0 0 0 0,0 0 0 0 0,0-1 0 0 0,0 1 0 0 0,0 0 0 0 0,0 0 0 0 0,1 0 0 0 0,-1 0 0 0 0,0-1 0 0 0,27-11-260 0 0,1 1 0 0 0,0 1 0 0 0,1 1 0 0 0,0 1 0 0 0,0 2 0 0 0,1 1 0 0 0,31-1 0 0 0,-43 4-281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7:25.52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0 2496 0 0,'0'0'470'0'0,"3"23"85"0"0,3 13-543 0 0,1 0 0 0 0,14 40 0 0 0,8 42-78 0 0,-27-102-1584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7:25.52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83 56 3556 0 0,'-38'-47'3367'0'0,"35"45"-3123"0"0,3 2-273 0 0,-1-1-1 0 0,1 1 0 0 0,0 0 1 0 0,0-1-1 0 0,0 1 1 0 0,-1 0-1 0 0,1-1 0 0 0,0 1 1 0 0,-1 0-1 0 0,1-1 1 0 0,0 1-1 0 0,-1 0 0 0 0,1 0 1 0 0,0-1-1 0 0,-1 1 1 0 0,1 0-1 0 0,0 0 0 0 0,-1 0 1 0 0,1-1-1 0 0,-1 1 1 0 0,1 0-1 0 0,0 0 0 0 0,-1 0 1 0 0,1 0-1 0 0,-1 0 1 0 0,1 0-1 0 0,0 0 0 0 0,-1 0 1 0 0,1 0-1 0 0,-1 0 1 0 0,1 0-1 0 0,-1 0 0 0 0,1 0 1 0 0,-1 1-1 0 0,0-1-230 0 0,-1 0 118 0 0,1 0 0 0 0,-1 0 0 0 0,1 1 0 0 0,0-1 0 0 0,-1 1 0 0 0,1-1 0 0 0,0 1 0 0 0,-1-1 0 0 0,1 1 0 0 0,0 0 0 0 0,0-1 0 0 0,0 1 1 0 0,0 0-1 0 0,-1 0 0 0 0,1 0 0 0 0,-1 1 0 0 0,-2 7-1460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7:25.53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154 168 4668 0 0,'0'0'-102'0'0,"1"0"109"0"0,-1 0 0 0 0,0 0-1 0 0,0 0 1 0 0,0-1 0 0 0,0 1 0 0 0,1 0 0 0 0,-1 0 0 0 0,0 0 0 0 0,0 0 0 0 0,0-1 0 0 0,0 1-1 0 0,0 0 1 0 0,0 0 0 0 0,0 0 0 0 0,0 0 0 0 0,0-1 0 0 0,1 1 0 0 0,-1 0 0 0 0,0 0 0 0 0,0 0 0 0 0,0-1-1 0 0,0 1 1 0 0,0 0 0 0 0,0 0 0 0 0,0-1 0 0 0,0 1 0 0 0,0 0 0 0 0,-1 0 0 0 0,1 0 0 0 0,0-1-1 0 0,0 1 1 0 0,0 0 0 0 0,0 0 0 0 0,0 0 0 0 0,0 0 0 0 0,0-1 0 0 0,0 1 0 0 0,0 0 0 0 0,-1 0 0 0 0,1 0-1 0 0,0 0 1 0 0,0-1 0 0 0,0 1 0 0 0,0 0 0 0 0,-1 0 0 0 0,1 0 0 0 0,-4 0-10 0 0,0 0 0 0 0,-1 0 0 0 0,1 0 0 0 0,0 1 0 0 0,0 0-1 0 0,0 0 1 0 0,0 0 0 0 0,0 0 0 0 0,0 0 0 0 0,0 1 0 0 0,0 0 0 0 0,1 0 0 0 0,-1 0 0 0 0,0 0 0 0 0,1 1 0 0 0,0-1 0 0 0,-1 1 0 0 0,1 0 0 0 0,0 0 0 0 0,1 0 0 0 0,-1 0 0 0 0,-2 4 0 0 0,-5 5-20 0 0,1 0 1 0 0,0 1-1 0 0,1 0 0 0 0,0 0 1 0 0,-7 18-1 0 0,13-25 14 0 0,0 0 0 0 0,1 1 0 0 0,-1-1 0 0 0,1 1 0 0 0,1-1 0 0 0,-1 1 0 0 0,1 0 0 0 0,0-1 0 0 0,1 1 0 0 0,0-1 0 0 0,0 1 0 0 0,0-1 0 0 0,0 1 0 0 0,1-1 0 0 0,0 0 0 0 0,1 0-1 0 0,0 0 1 0 0,-1 0 0 0 0,8 10 0 0 0,-8-12 22 0 0,1 0-1 0 0,0-1 0 0 0,0 1 0 0 0,0-1 1 0 0,0 0-1 0 0,0 0 0 0 0,1 0 1 0 0,-1 0-1 0 0,1-1 0 0 0,0 1 0 0 0,0-1 1 0 0,0 0-1 0 0,0 0 0 0 0,0 0 1 0 0,0-1-1 0 0,0 0 0 0 0,1 1 0 0 0,-1-1 1 0 0,0-1-1 0 0,1 1 0 0 0,-1-1 1 0 0,1 0-1 0 0,-1 0 0 0 0,1 0 0 0 0,-1 0 1 0 0,1-1-1 0 0,-1 1 0 0 0,1-1 1 0 0,7-3-1 0 0,-7 1 5 0 0,0 1 0 0 0,0-1 1 0 0,0 0-1 0 0,-1 0 0 0 0,1-1 1 0 0,-1 1-1 0 0,0-1 0 0 0,0 0 1 0 0,0 0-1 0 0,0-1 0 0 0,-1 1 1 0 0,0-1-1 0 0,1 0 0 0 0,-2 1 1 0 0,1-1-1 0 0,-1-1 0 0 0,1 1 1 0 0,-1 0-1 0 0,-1 0 0 0 0,1-1 1 0 0,-1 1-1 0 0,0-1 0 0 0,0 0 1 0 0,0-9-1 0 0,-1 7 1 0 0,1 1 0 0 0,-1-1 0 0 0,-1 1 0 0 0,0-1-1 0 0,0 0 1 0 0,0 1 0 0 0,-1-1 0 0 0,0 1 0 0 0,0 0 0 0 0,-1-1 0 0 0,0 1 0 0 0,0 0 0 0 0,0 1 0 0 0,-1-1-1 0 0,0 1 1 0 0,-1-1 0 0 0,-9-10 0 0 0,-6 4 52 0 0,-1 0 0 0 0,0 1 0 0 0,-40-16 0 0 0,46 21-6 0 0,13 6-32 0 0,1 1-33 0 0,0 0 0 0 0,-1-1 0 0 0,1 1 0 0 0,0 0-1 0 0,0-1 1 0 0,0 1 0 0 0,0-1 0 0 0,0 0 0 0 0,0 1 0 0 0,0-1 0 0 0,0 0-1 0 0,0 0 1 0 0,0 0 0 0 0,0 0 0 0 0,0 0 0 0 0,0 0 0 0 0,-1-2 0 0 0,28-4-58 0 0,0 1 1 0 0,1 2-1 0 0,48-4 1 0 0,90 7-39 0 0,-97 2 308 0 0,-65-1-22 0 0,-2 0-164 0 0,1 0 43 0 0,0-1 0 0 0,0 1 0 0 0,0 0 0 0 0,0 0 0 0 0,0 0 0 0 0,-1 0 0 0 0,1 1 0 0 0,0-1-1 0 0,0 0 1 0 0,0 1 0 0 0,0 0 0 0 0,0-1 0 0 0,1 2 0 0 0,-2 0-65 0 0,0 0-1 0 0,0-1 1 0 0,-1 1 0 0 0,1 0 0 0 0,-1 0 0 0 0,0 0-1 0 0,1 0 1 0 0,-1 0 0 0 0,0 0 0 0 0,0 0-1 0 0,0 0 1 0 0,-1 4 0 0 0,1 1-47 0 0,2 8 16 0 0,1 0-1 0 0,0 0 1 0 0,1 0 0 0 0,0 0 0 0 0,1-1 0 0 0,1 1-1 0 0,12 21 1 0 0,8 22 46 0 0,-20-33 576 0 0,-7-25-572 0 0,1 0 0 0 0,0 1 0 0 0,0-1 0 0 0,0 0 0 0 0,0 0 0 0 0,0 0 0 0 0,-1 0 0 0 0,1 0 0 0 0,0 0 0 0 0,0 1 0 0 0,0-1 0 0 0,0 0 0 0 0,-1 0 0 0 0,1 0 0 0 0,0 0 0 0 0,0 0 0 0 0,0 0 0 0 0,-1 0 0 0 0,1 0 0 0 0,0 0 0 0 0,0 0 0 0 0,0 0 0 0 0,-1 0 0 0 0,1 0 0 0 0,0 0 1 0 0,0 0-1 0 0,0 0 0 0 0,-1 0 0 0 0,1 0 0 0 0,0 0 0 0 0,0-1 0 0 0,0 1 0 0 0,-1 0 0 0 0,1 0 0 0 0,0 0 0 0 0,0 0 0 0 0,0 0 0 0 0,0 0 0 0 0,0 0 0 0 0,-1-1 0 0 0,1 1 0 0 0,0 0 0 0 0,0 0 0 0 0,0 0 0 0 0,0 0 0 0 0,0-1 0 0 0,0 1 0 0 0,0 0 0 0 0,0 0 0 0 0,-1-1 0 0 0,-1-2 69 0 0,-1 0 0 0 0,1 0 0 0 0,0 0 0 0 0,0 0-1 0 0,0-1 1 0 0,0 1 0 0 0,1-1 0 0 0,0 1 0 0 0,-1-1-1 0 0,0-6 1 0 0,1-4-31 0 0,1 1 0 0 0,0-1-1 0 0,1 1 1 0 0,0-1-1 0 0,1 1 1 0 0,1-1 0 0 0,0 1-1 0 0,1 0 1 0 0,1 0 0 0 0,6-14-1 0 0,-5 12-47 0 0,2 1-1 0 0,0 0 0 0 0,0 0 0 0 0,1 0 0 0 0,1 1 0 0 0,0 1 0 0 0,1 0 0 0 0,16-15 0 0 0,-23 24-33 0 0,0 0-1 0 0,-1 0 1 0 0,1 1-1 0 0,0 0 0 0 0,0 0 1 0 0,0 0-1 0 0,0 0 1 0 0,1 1-1 0 0,-1-1 1 0 0,0 1-1 0 0,1 0 1 0 0,-1 0-1 0 0,1 1 0 0 0,-1-1 1 0 0,1 1-1 0 0,-1 0 1 0 0,7 1-1 0 0,-3 1 21 0 0,0-1 1 0 0,-1 2-1 0 0,1-1 0 0 0,-1 1 0 0 0,1 0 0 0 0,-1 1 1 0 0,0-1-1 0 0,0 2 0 0 0,8 5 0 0 0,3 5-313 0 0,0 1 0 0 0,0 1-1 0 0,-2 1 1 0 0,0 0-1 0 0,21 34 1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7:25.53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2723 123 5324 0 0,'0'0'-208'0'0,"-43"-10"424"0"0,-155-29 0 0 0,-151-24 371 0 0,224 53-399 0 0,-152 9 1 0 0,125 3-85 0 0,-117 6 119 0 0,-74 26-123 0 0,307-29-112 0 0,0 2 0 0 0,1 0 1 0 0,0 3-1 0 0,0 1 1 0 0,1 1-1 0 0,1 2 0 0 0,0 1 1 0 0,1 2-1 0 0,-31 21 1 0 0,63-37 10 0 0,-65 45-87 0 0,-92 85 1 0 0,123-99 67 0 0,2 2 1 0 0,1 1-1 0 0,2 2 1 0 0,1 1-1 0 0,2 1 1 0 0,1 1-1 0 0,3 1 1 0 0,-29 70-1 0 0,24-30-26 0 0,-20 104 0 0 0,39-140 22 0 0,2-1-1 0 0,1 2 1 0 0,3-1 0 0 0,4 51-1 0 0,18 103-13 0 0,23 55-63 0 0,-33-209 65 0 0,2-1 0 0 0,3-1 0 0 0,31 68 0 0 0,-15-54 3 0 0,60 86 0 0 0,-56-96 12 0 0,2-2 1 0 0,2-1 0 0 0,2-2 0 0 0,47 36 0 0 0,-58-55 28 0 0,1-1 0 0 0,1-2 0 0 0,1-1 0 0 0,1-2 0 0 0,41 15 1 0 0,183 50-3 0 0,-133-54 33 0 0,196 20 0 0 0,-152-28-6 0 0,160 5 39 0 0,-228-20-45 0 0,230-3 32 0 0,-170-4 35 0 0,-104 0-102 0 0,25 2-20 0 0,327-7 53 0 0,-180 5-30 0 0,-121 3 9 0 0,745-43 36 0 0,-804 37-39 0 0,90-10 56 0 0,170-41 1 0 0,-254 43-13 0 0,-1-3 0 0 0,-1-1 1 0 0,0-3-1 0 0,-1-2 1 0 0,-2-3-1 0 0,75-47 1 0 0,-88 41 293 0 0,-1-1 0 0 0,-1-1 0 0 0,-2-2 0 0 0,-1-2 0 0 0,-2-1 0 0 0,25-41 0 0 0,-29 39 90 0 0,-2-1 0 0 0,-2-1 0 0 0,25-64 0 0 0,-42 93-288 0 0,-1-1 0 0 0,-1 1 0 0 0,0-1-1 0 0,-1 0 1 0 0,-1 0 0 0 0,0 0 0 0 0,-1 0-1 0 0,-2-27 1 0 0,-5 0 129 0 0,-19-66 1 0 0,7 35-153 0 0,9 41-71 0 0,-2 0 1 0 0,-1 1-1 0 0,-1 0 0 0 0,-29-43 1 0 0,-4-5-60 0 0,-4 2 1 0 0,-93-107 0 0 0,101 133-11 0 0,-2 2 1 0 0,-2 2 0 0 0,-3 3 0 0 0,-86-60 0 0 0,70 66-2 0 0,-1 4-1 0 0,-73-26 0 0 0,7 3 19 0 0,-43-12-3 0 0,121 45 14 0 0,-31-11-44 0 0,-91-34 24 0 0,120 47 36 0 0,6 2-32 0 0,-1 1 0 0 0,-1 3 0 0 0,0 2 0 0 0,-63-7-1 0 0,-16 8-27 0 0,36 2 55 0 0,-48-3-16 0 0,37 4-30 0 0,27 4 35 0 0,-13-5 15 0 0,-69-4-35 0 0,160 13 10 0 0,-40-4-28 0 0,27 5 23 0 0,3-2 8 0 0,6 1 3 0 0,-7 0 1 0 0,7 0 9 0 0,-7-1 5 0 0,-36-5-2 0 0,45 6-10 0 0,2 1 0 0 0,-9-2-2 0 0,8 2-5 0 0,-43-8 51 0 0,42 6 624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7:25.53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29 768 6493 0 0,'0'0'-446'0'0,"-16"2"1145"0"0,15-3-687 0 0,1 1 1 0 0,-1 0-1 0 0,1 0 0 0 0,-1 0 0 0 0,0-1 1 0 0,1 1-1 0 0,-1 0 0 0 0,1-1 1 0 0,-1 1-1 0 0,1 0 0 0 0,-1-1 0 0 0,1 1 1 0 0,-1-1-1 0 0,1 1 0 0 0,-1-1 1 0 0,1 1-1 0 0,0-1 0 0 0,-1 1 0 0 0,1-1 1 0 0,0 1-1 0 0,-1-1 0 0 0,1 0 1 0 0,0 1-1 0 0,0-1 0 0 0,-1 1 0 0 0,1-1 1 0 0,0 0-1 0 0,0 1 0 0 0,0-1 1 0 0,0 0-1 0 0,0 1 0 0 0,0-1 1 0 0,0 1-1 0 0,0-1 0 0 0,0 0 0 0 0,1 0 1 0 0,-1-1 33 0 0,55-56 156 0 0,-2 23-233 0 0,2 3 0 0 0,2 2 0 0 0,75-29-1 0 0,-58 26 35 0 0,46-23-15 0 0,-32 14-18 0 0,183-60 0 0 0,-76 34-30 0 0,25-3 79 0 0,-174 57-18 0 0,120-35 41 0 0,-117 32 31 0 0,-47 16-63 0 0,0 0-2 0 0,7-2 12 0 0,-7 2-1 0 0,13-2 198 0 0,-23-5-10 0 0,-30-4-98 0 0,-191-4-78 0 0,223 15-33 0 0,-64-1 7 0 0,66 2 4 0 0,1 0-5 0 0,-43-5-19 0 0,43 5 18 0 0,10-2-325 0 0,36-6 293 0 0,1 3 0 0 0,82-2 1 0 0,-4 2 24 0 0,-115 6 6 0 0,50-3 20 0 0,-29 3 0 0 0,15-4-76 0 0,-43 5 50 0 0,0-1 0 0 0,-1 1 0 0 0,1-1 0 0 0,-1 1-1 0 0,1-1 1 0 0,-1 0 0 0 0,0 1 0 0 0,1-1 0 0 0,-1 0-1 0 0,0 0 1 0 0,0 0 0 0 0,0 1 0 0 0,0-1 0 0 0,0 0 0 0 0,0 0-1 0 0,-2 1 1 0 0,2-1 3 0 0,-145 155-89 0 0,144-152 90 0 0,-179 187 11 0 0,180-190-12 0 0,-12 14 350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16.68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 32 24575,'-1'-14'0,"1"-4"0,6 28 0,1 17 0,-1 1 0,-2 0 0,0 1 0,-1 33 0,-1-22 0,8 49 0,0-16 0,-5-64-1365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17.99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611 51 24575,'-6'-5'0,"1"0"0,-1 0 0,-1 1 0,1-1 0,0 1 0,-1 1 0,0-1 0,0 1 0,0 1 0,0-1 0,-1 1 0,1 0 0,-1 1 0,1-1 0,-11 1 0,6 1 0,-1 1 0,1 0 0,-1 1 0,1 1 0,0 0 0,0 0 0,0 1 0,-19 9 0,2 3 0,1 0 0,1 2 0,0 1 0,1 2 0,1 0 0,-29 33 0,38-37 0,0 2 0,1 0 0,1 1 0,1 0 0,1 1 0,1 0 0,0 1 0,-11 36 0,18-41 0,0 0 0,1 0 0,0 0 0,2 0 0,0 0 0,1 0 0,0 1 0,2-1 0,0 0 0,1 0 0,0 0 0,11 29 0,-8-30 0,0 0 0,1 0 0,1 0 0,1-1 0,0-1 0,1 1 0,0-1 0,1-1 0,1 0 0,0 0 0,0-1 0,2-1 0,-1 0 0,1-1 0,1-1 0,0 0 0,0-1 0,1 0 0,0-1 0,0-1 0,19 5 0,-2-1 0,0-1 0,0-2 0,1-1 0,-1-1 0,56 0 0,-74-6 0,0 0 0,0 0 0,-1-2 0,1 1 0,-1-2 0,1 0 0,-1-1 0,-1 0 0,1-1 0,16-10 0,-10 2 0,0 0 0,0-2 0,-2 0 0,0-1 0,22-26 0,-29 29 0,0 0 0,-1 0 0,0 0 0,-1-2 0,-1 1 0,0-1 0,-1 0 0,-1-1 0,0 1 0,4-24 0,-4 13 0,-4 18 0,0 0 0,0 0 0,0 0 0,-1 0 0,-1 0 0,0-1 0,0 1 0,-1 0 0,-3-17 0,0 8 0,0-4 0,0 1 0,-2 0 0,-1 0 0,0 0 0,-1 1 0,-2 1 0,-20-35 0,16 36 0,-2 0 0,1 1 0,-2 0 0,0 2 0,-30-22 0,3 8 0,-63-32 0,38 36-204,51 20-957,-2-1-5665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21.55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56 325 24575,'0'-1'0,"0"0"0,0 1 0,0-1 0,0 0 0,0 0 0,0 0 0,0 1 0,0-1 0,0 0 0,0 0 0,0 1 0,-1-1 0,1 0 0,0 0 0,-1 1 0,1-1 0,0 0 0,-1 1 0,1-1 0,-1 0 0,1 1 0,-1-1 0,1 1 0,-1-1 0,1 1 0,-1-1 0,0 1 0,1-1 0,-1 1 0,0 0 0,1-1 0,-1 1 0,0 0 0,1-1 0,-1 1 0,0 0 0,0 0 0,1 0 0,-1 0 0,0 0 0,0 0 0,-1 0 0,1 0 0,-1 1 0,1-1 0,0 1 0,-1-1 0,1 1 0,0-1 0,-1 1 0,1 0 0,0 0 0,0 0 0,0 0 0,0 0 0,0 0 0,0 0 0,0 0 0,0 0 0,0 0 0,0 1 0,1-1 0,-1 0 0,0 1 0,1-1 0,-1 2 0,-2 10 0,0 0 0,1 1 0,1-1 0,0 1 0,1-1 0,2 22 0,18 81 0,-15-94 0,7 31 0,-10-46 0,-8-36 0,0 4 0,1 0 0,2 0 0,0-1 0,2 1 0,3-48 0,28-143 0,-28 205 0,0-7 0,1 0 0,1 0 0,1 0 0,8-23 0,-11 36 0,1 1 0,-1-1 0,0 1 0,1 0 0,0 0 0,0 0 0,1 0 0,-1 0 0,1 1 0,-1 0 0,1-1 0,0 1 0,0 0 0,1 1 0,-1-1 0,0 1 0,1 0 0,0 0 0,-1 0 0,1 1 0,5-1 0,-6 1 0,1 1 0,-1-1 0,0 1 0,0 1 0,0-1 0,1 0 0,-1 1 0,0 0 0,0 0 0,0 0 0,0 1 0,0-1 0,0 1 0,-1 0 0,1 0 0,0 0 0,-1 0 0,0 1 0,1 0 0,-1-1 0,0 1 0,0 0 0,-1 1 0,1-1 0,3 5 0,4 9 0,1 0 0,-2 1 0,14 36 0,-20-45 0,18 50 0,14 71 0,-32-113 0,-1-1 0,0 33 0,4 20 0,1-55-1365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2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22 73 24575,'-5'0'0,"-5"0"0,3-5 0,7 0 0,8-5 0,7 0 0,5 1 0,4 3 0,1 1 0,2-1 0,0-1 0,0 1 0,-5 2-8191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22.73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272 1 24575,'-34'0'0,"3"-1"0,-51 6 0,73-4 0,0 1 0,0 0 0,0 0 0,0 1 0,0 0 0,1 0 0,0 1 0,0 0 0,0 1 0,-9 6 0,16-10 0,-1 0 0,1 0 0,-1 0 0,1 0 0,-1 0 0,1 1 0,0-1 0,0 0 0,-1 1 0,1-1 0,0 1 0,0 0 0,1-1 0,-1 1 0,0-1 0,0 1 0,1 0 0,-1 0 0,1-1 0,0 1 0,-1 0 0,1 0 0,0 0 0,0 0 0,0 1 0,1 0 0,0-1 0,1 1 0,-1-1 0,0 0 0,1 0 0,-1 0 0,1 1 0,0-2 0,0 1 0,0 0 0,0 0 0,0 0 0,0-1 0,0 1 0,3 0 0,10 6 0,1 0 0,0-2 0,32 9 0,11 0 0,50 14 0,-99-25 0,1 0 0,0 1 0,-1 0 0,0 0 0,0 1 0,0 1 0,10 9 0,-19-16 0,0 1 0,0 0 0,0 0 0,0 0 0,0 0 0,0 0 0,0 0 0,0 0 0,0 1 0,-1-1 0,1 0 0,0 0 0,-1 1 0,1-1 0,-1 0 0,1 1 0,-1-1 0,0 0 0,0 1 0,0-1 0,1 1 0,-1-1 0,0 1 0,-1-1 0,1 0 0,0 1 0,0-1 0,-1 2 0,-1 0 0,1-1 0,-1 1 0,0-1 0,0 1 0,0-1 0,0 0 0,-1 0 0,1 0 0,0 0 0,-1 0 0,0 0 0,-3 1 0,-8 4 0,0-1 0,0-1 0,-1 0 0,-17 4 0,-4-4 0,1-1 0,0-2 0,-1-2 0,-56-5 0,90 5-52,0 0-1,0 0 1,0 0-1,0-1 1,0 1-1,1 0 1,-1-1-1,0 1 1,0-1-1,1 0 1,-1 0-1,0 0 1,1 1-1,-1-1 1,0-1-1,1 1 1,0 0-1,-1 0 1,1-1-1,0 1 0,-1 0 1,1-1-1,0 0 1,0 1-1,-1-3 1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23.49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5 369 24575,'-4'-3'0,"13"-5"0,13-5 0,-4 5 0,0-1 0,-1 0 0,-1-1 0,1-1 0,-1-1 0,21-19 0,-34 27 0,1 0 0,-1 0 0,1 0 0,-1-1 0,0 1 0,-1-1 0,1 1 0,-1-1 0,0 0 0,0 0 0,-1 0 0,1 0 0,-1-1 0,0 1 0,0 0 0,-1 0 0,0-1 0,0 1 0,0 0 0,-1-1 0,1 1 0,-1 0 0,0 0 0,-1-1 0,1 1 0,-1 0 0,0 0 0,-5-8 0,2 3 0,-1-1 0,0 1 0,-1 0 0,0 1 0,-1-1 0,0 2 0,0-1 0,-16-12 0,24 21 0,-1-1 0,0 1 0,0-1 0,0 0 0,1 1 0,-1 0 0,0-1 0,0 1 0,0-1 0,0 1 0,0 0 0,0 0 0,0 0 0,0-1 0,0 1 0,0 0 0,0 0 0,0 0 0,0 1 0,0-1 0,0 0 0,0 0 0,0 0 0,0 1 0,0-1 0,0 1 0,-1 0 0,1 0 0,-1 0 0,1 1 0,0-1 0,0 1 0,0-1 0,0 1 0,0 0 0,0-1 0,0 1 0,0 0 0,1 0 0,-1-1 0,0 4 0,0 3 0,-1 0 0,1 0 0,1 0 0,0 1 0,1 12 0,32 234 0,-28-168 0,-5-65 0,1 0 0,1 0 0,6 26 0,-8-46-96,0-1 62,0-1 1,0 1 0,0-1-1,0 1 1,0 0 0,0-1-1,0 1 1,0-1-1,1 1 1,-1-1 0,0 1-1,0 0 1,0-1-1,1 1 1,-1-1 0,0 1-1,1-1 1,-1 1-1,0-1 1,1 0 0,-1 1-1,1-1 1,-1 1-1,0-1 1,1 0 0,-1 1-1,1-1 1,-1 0-1,1 1 1,-1-1 0,1 0-1,0 0 1,-1 0 0,1 0-1,-1 1 1,1-1-1,1 0 1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24.34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 58 24575,'0'0'0,"-1"-1"0,1 0 0,-1 1 0,1-1 0,0 0 0,-1 1 0,1-1 0,0 0 0,0 0 0,-1 1 0,1-1 0,0 0 0,0 0 0,0 1 0,0-1 0,0 0 0,0 0 0,0 1 0,0-1 0,0 0 0,0 0 0,1 1 0,-1-1 0,0 0 0,0 0 0,1 1 0,-1-1 0,1 0 0,-1 1 0,0-1 0,1 0 0,-1 1 0,1-1 0,-1 1 0,1-1 0,0 1 0,-1-1 0,1 1 0,0-1 0,-1 1 0,1 0 0,0-1 0,-1 1 0,1 0 0,0-1 0,1 1 0,35-15 0,-14 10 0,0 1 0,43 0 0,-54 3 0,0 2 0,0-1 0,0 1 0,0 1 0,0 1 0,-1-1 0,16 7 0,-25-8 0,0-1 0,0 1 0,0 0 0,0-1 0,0 1 0,-1 0 0,1 1 0,0-1 0,-1 0 0,1 0 0,-1 1 0,1-1 0,-1 1 0,0-1 0,1 1 0,-1-1 0,0 1 0,0 0 0,0 0 0,0 0 0,-1-1 0,1 1 0,0 0 0,-1 0 0,1 0 0,-1 0 0,0 0 0,0 0 0,0 0 0,0 0 0,0 0 0,0 0 0,0 0 0,0 0 0,-1 0 0,1 0 0,-1 0 0,0 0 0,0 0 0,1 0 0,-3 2 0,0 2 0,-1-2 0,1 1 0,-1 0 0,0-1 0,0 0 0,-1 1 0,1-2 0,-1 1 0,0 0 0,0-1 0,0 0 0,0 0 0,-6 2 0,-22 5 0,-1-1 0,0-1 0,0-2 0,-49 2 0,121 7 0,30 1 0,-1 3 0,94 40 0,-156-57-124,-1 0 0,1 0 0,0-1 0,0 0 0,0 1 0,0-2-1,0 1 1,0 0 0,0-1 0,9-1 0,5-2-6702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25.15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239 26 24575,'-1'-1'0,"1"0"0,-1 0 0,1 0 0,-1 0 0,1 0 0,-1 0 0,0 0 0,1 0 0,-1 0 0,0 0 0,0 0 0,0 0 0,0 1 0,0-1 0,0 0 0,0 1 0,0-1 0,0 0 0,0 1 0,0 0 0,0-1 0,0 1 0,-1-1 0,1 1 0,0 0 0,0 0 0,-2 0 0,-39-5 0,37 5 0,-4-1 0,-75 1 0,80 0 0,0 0 0,0 0 0,0 1 0,0 0 0,1 0 0,-1 0 0,0 0 0,0 1 0,0-1 0,1 1 0,-1 0 0,1 0 0,-1 0 0,1 1 0,0-1 0,0 1 0,-3 3 0,5-4 0,0-1 0,1 0 0,0 1 0,-1-1 0,1 0 0,0 1 0,0-1 0,0 0 0,0 1 0,0-1 0,0 0 0,0 1 0,0-1 0,1 1 0,-1-1 0,0 0 0,1 0 0,-1 1 0,1-1 0,-1 0 0,1 0 0,0 1 0,0-1 0,-1 0 0,1 0 0,0 0 0,0 0 0,0 0 0,0 0 0,0-1 0,0 1 0,1 0 0,-1 0 0,0-1 0,0 1 0,1-1 0,0 1 0,56 27 0,-52-26 0,114 56 0,-52-23 0,-67-35 0,1 1 0,-1-1 0,1 1 0,-1 0 0,1 0 0,-1 0 0,1 0 0,-1 0 0,0 0 0,1 0 0,-1 0 0,0 0 0,0 0 0,0 1 0,0-1 0,0 1 0,0-1 0,0 1 0,-1-1 0,1 1 0,-1-1 0,1 1 0,-1-1 0,1 4 0,-1-3 0,-1-1 0,1 0 0,-1 1 0,0-1 0,0 0 0,1 1 0,-1-1 0,0 0 0,0 0 0,0 0 0,0 0 0,0 0 0,-1 0 0,1 0 0,0 0 0,0 0 0,-1-1 0,1 1 0,0 0 0,-1-1 0,1 1 0,-1-1 0,1 1 0,-1-1 0,1 0 0,-1 0 0,-2 0 0,-33 4 0,0-1 0,-1-3 0,-58-6 0,71 2-1365,3-1-5461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28.58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1 228 24575,'22'0'0,"4"-3"0,0 0 0,-1-4 0,49-15 0,77-14 0,2058-120 0,-644 224 0,-1437-42-34,32 10 155,-153-36-212,2 0 1,-2 3-1,2-3 0,-2 0 0,-1-3 1,4 3-1,-4 0 0,4-3 0,-4-1 1,1 4-1,2-3 0,-2 0 0,-1 0 0,0-1 1,14-9-1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29.25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171 4 24575,'-35'-3'0,"47"3"0,85 6 0,265 85 0,-150-42 0,-4 10 0,254 103 0,-456-162 0,1 3 0,-4 1 0,3-4 0,1 3 0,-4 0 0,3 0 0,-3 1 0,4-1 0,-4 0 0,0 0 0,4 4 0,-4-4 0,0 0 0,0 4 0,0-4 0,1 4 0,-1-4 0,0 3 0,0-2 0,4 12 0,-7-13 0,0 4 0,-4-4 0,4 0 0,0 4 0,0-4 0,-3 3 0,3-2 0,-3-1 0,3 3 0,-3-2 0,0-1 0,3 3 0,-4-2 0,1-1 0,0 0 0,0 0 0,0 4 0,-1-4 0,-2 4 0,-23 15 0,-3 1 0,3-3 0,-3-1 0,-64 30 0,-786 269 7,514-201-1379,297-91-5454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45.30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26 2346 24575,'-1'0'0,"0"0"0,1 0 0,-1 1 0,0-1 0,0 0 0,0 0 0,0 0 0,0-1 0,0 1 0,0 0 0,0 0 0,1 0 0,-1-1 0,0 1 0,0 0 0,0-1 0,1 1 0,-1-1 0,0 1 0,0-1 0,1 1 0,-1-1 0,0 0 0,1 1 0,-1-1 0,0 0 0,1 1 0,-1-1 0,1 0 0,0 0 0,-1 0 0,1 1 0,0-1 0,-1 0 0,1 0 0,0 0 0,0 0 0,-1 0 0,1 0 0,0 1 0,0-1 0,0 0 0,0 0 0,1 0 0,-1 0 0,0 0 0,0 0 0,0 0 0,1 1 0,-1-1 0,0 0 0,1 0 0,-1 0 0,1 1 0,-1-1 0,1 0 0,-1 0 0,2 0 0,2-6 0,0 0 0,0 1 0,1 0 0,0 0 0,9-8 0,15-11 0,-1-1 0,-1-1 0,-2-1 0,0-2 0,-2 0 0,-1-1 0,28-56 0,-22 25 0,-2-1 0,26-106 0,2-12 0,-47 149 0,-1 6 0,-1-2 0,0 1 0,-1-36 0,-2 31 0,11-60 0,-4 37 0,11-64 0,-8 52 0,-2 0 0,0-86 0,-9 19 0,-4-113 0,-21 95 0,22 138 0,-1 0 0,0 0 0,-1 0 0,0 1 0,-13-26 0,16 37 0,0 0 0,0 0 0,0 0 0,0 0 0,-1 0 0,1 0 0,-1 0 0,1 1 0,-1-1 0,0 1 0,0-1 0,0 1 0,0-1 0,0 1 0,0 0 0,0 0 0,0 0 0,0 0 0,-1 0 0,1 1 0,0-1 0,0 1 0,-1-1 0,1 1 0,-1 0 0,1 0 0,0 0 0,-1 0 0,1 0 0,0 1 0,-1-1 0,1 1 0,0 0 0,0-1 0,-1 1 0,1 0 0,0 0 0,0 0 0,0 1 0,0-1 0,0 0 0,-3 4 0,-31 23 0,0 2 0,-41 46 0,38-37 0,-45 36 0,82-75 0,5-7 0,12-19 0,23-32 0,-22 35 0,0 1 0,2 1 0,1 0 0,0 1 0,2 1 0,0 1 0,1 1 0,1 1 0,0 1 0,41-19 0,-58 31 0,0 0 0,0 1 0,1 0 0,-1 0 0,1 0 0,-1 1 0,1 0 0,0 0 0,0 1 0,-1 0 0,1 0 0,0 0 0,-1 1 0,1 0 0,0 1 0,-1-1 0,1 1 0,-1 0 0,0 1 0,0 0 0,12 6 0,210 94 0,-202-90 120,-26-13-143,1 1 1,-1-1-1,0 0 1,1 0-1,-1 0 1,0 1-1,1-1 1,-1 0-1,0 0 1,0 1-1,1-1 1,-1 0-1,0 0 1,0 1-1,1-1 1,-1 0-1,0 1 1,0-1-1,0 0 1,0 1-1,1-1 1,-1 1-1,0-1 1,0 0-1,0 1 1,0-1-1,0 0 1,0 1-1,0-1 1,0 1-1,0-1 1,0 0-1,0 1 1,0-1-1,-1 1 1,1-1-1,0 0 1,0 1-1,0-1 1,0 0-1,-1 1 1,1-1-1,0 0 1,0 1-1,0-1 1,-1 0-1,1 0 1,0 1-1,-1-1 1,1 0-1,0 0 1,-1 0-1,1 1 1,0-1-1,-1 0 1,1 0-1,0 0 1,-1 0-1,1 0 1,0 1-1,-1-1 1,1 0-1,-1 0 1,1 0-1,-1 0 1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2:15.31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51 108 24575,'-2'-3'0,"1"1"0,-1 0 0,1-1 0,0 1 0,-1-1 0,1 1 0,1-1 0,-1 0 0,0 1 0,1-1 0,-1 0 0,1 1 0,0-1 0,0 0 0,0 0 0,0 1 0,0-1 0,1 0 0,-1 0 0,1 1 0,0-4 0,0 4 0,0 0 0,-1-1 0,1 1 0,-1-1 0,1 1 0,-1 0 0,0-1 0,0 1 0,-1-1 0,1 1 0,0-1 0,-1 1 0,1 0 0,-1-1 0,0 1 0,0 0 0,-2-4 0,3 6 0,-1 0 0,1 0 0,-1 0 0,0 0 0,1 0 0,-1 0 0,0 0 0,1 1 0,-1-1 0,1 0 0,-1 0 0,0 1 0,1-1 0,-1 0 0,1 1 0,-1-1 0,1 1 0,-1-1 0,1 1 0,0-1 0,-1 1 0,1-1 0,-1 1 0,1-1 0,0 1 0,0-1 0,-1 1 0,1 0 0,0-1 0,0 1 0,-1 0 0,-10 21 0,9-16 0,0 0 0,0 0 0,1 1 0,0-1 0,0 0 0,0 1 0,1-1 0,0 1 0,0-1 0,0 0 0,1 1 0,0-1 0,0 1 0,1-1 0,0 0 0,0 0 0,0 0 0,1 0 0,0 0 0,0-1 0,0 1 0,1-1 0,0 0 0,8 9 0,-4-7 0,1 0 0,0 0 0,0-1 0,0 0 0,1-1 0,0 0 0,0-1 0,0 0 0,0 0 0,1-1 0,-1 0 0,1-1 0,0 0 0,11 0 0,-8-1 0,0-1 0,1 0 0,-1 0 0,0-1 0,0-1 0,14-4 0,-23 5 0,0-1 0,1 0 0,-1 0 0,0-1 0,-1 1 0,1-1 0,0 0 0,-1 0 0,1-1 0,-1 1 0,0-1 0,0 0 0,-1 0 0,1 0 0,-1-1 0,0 1 0,0-1 0,3-6 0,21-60 0,-25 66 0,-1 0 0,1-1 0,-1 1 0,-1 0 0,1 0 0,-1-1 0,0 1 0,0 0 0,0-1 0,-1 1 0,-2-10 0,3 15 0,0 0 0,0 0 0,0 0 0,0-1 0,0 1 0,0 0 0,0 0 0,0 0 0,0-1 0,-1 1 0,1 0 0,0 0 0,0 0 0,0 0 0,0-1 0,0 1 0,0 0 0,-1 0 0,1 0 0,0 0 0,0 0 0,0-1 0,-1 1 0,1 0 0,0 0 0,0 0 0,0 0 0,0 0 0,-1 0 0,1 0 0,0 0 0,0 0 0,-1 0 0,1 0 0,0 0 0,0 0 0,0 0 0,-1 0 0,1 0 0,0 0 0,0 0 0,0 0 0,-1 0 0,1 0 0,0 1 0,-9 9 0,-4 17 0,9-12 0,1 0 0,1 0 0,0 0 0,1 0 0,0 1 0,2-1 0,-1 0 0,2 0 0,5 23 0,2 51 0,-9-64 0,-1-20 0,0 1 0,1-1 0,0 1 0,0-1 0,0 1 0,1-1 0,0 1 0,0-1 0,0 1 0,3 5 0,5-5-1365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2:16.88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710 100 24575,'-1'-2'0,"1"-1"0,-1 1 0,0 0 0,0-1 0,0 1 0,0 0 0,0-1 0,0 1 0,-1 0 0,1 0 0,-1 0 0,1 0 0,-1 0 0,0 1 0,0-1 0,0 0 0,0 1 0,0-1 0,-3-1 0,-49-25 0,44 23 0,-3 0 0,0 0 0,0 2 0,0-1 0,-1 2 0,1-1 0,-1 2 0,1 0 0,-1 1 0,0 0 0,1 1 0,-1 0 0,-23 6 0,7 0 0,-1 2 0,2 1 0,-1 2 0,-40 21 0,53-23 0,1 1 0,0 0 0,1 1 0,0 1 0,1 0 0,0 1 0,1 1 0,1 0 0,0 1 0,1 0 0,1 0 0,0 1 0,2 1 0,0 0 0,0 0 0,2 0 0,0 1 0,1 0 0,2 0 0,-3 24 0,5-31 0,1-1 0,0 1 0,1 0 0,0-1 0,1 1 0,0-1 0,1 1 0,0-1 0,1 0 0,0 0 0,0 0 0,2-1 0,10 18 0,-3-8 0,2-1 0,0 0 0,1-1 0,0-1 0,33 26 0,-30-29 0,2 0 0,0-2 0,0 0 0,1-2 0,0 0 0,38 10 0,5-3 0,76 10 0,-107-22 0,-1-2 0,1-1 0,0-2 0,-1-2 0,1 0 0,48-11 0,-61 8 0,0-1 0,0 0 0,-1-1 0,0-2 0,0 0 0,-1-1 0,0-1 0,-1 0 0,0-2 0,-1 0 0,19-19 0,-27 24 0,-1-1 0,0 0 0,-1 0 0,0-1 0,0 0 0,-1 0 0,-1-1 0,1 0 0,-2 0 0,1 0 0,-2 0 0,1-1 0,-2 1 0,0-1 0,0 0 0,-1 0 0,0 0 0,-1 0 0,0 1 0,-1-1 0,0 0 0,-1 0 0,-1 0 0,0 1 0,0-1 0,-1 1 0,0 0 0,-11-18 0,3 8 0,-1 1 0,-2 0 0,1 1 0,-2 1 0,-1 1 0,0 0 0,-1 1 0,0 1 0,-29-18 0,17 15 0,-1 1 0,-1 1 0,0 2 0,-1 2 0,-61-16 0,-58-6-1365,130 28-5461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2:43.95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122 34 24575,'0'-1'0,"0"0"0,0-1 0,0 1 0,-1-1 0,1 1 0,0 0 0,-1-1 0,1 1 0,-1 0 0,1-1 0,-1 1 0,1 0 0,-1 0 0,0-1 0,0 1 0,0 0 0,0 0 0,0 0 0,0 0 0,0 0 0,0 0 0,0 1 0,0-1 0,0 0 0,-1 0 0,1 1 0,0-1 0,-1 1 0,1-1 0,0 1 0,-1 0 0,1-1 0,0 1 0,-1 0 0,1 0 0,-1 0 0,-1 0 0,-1 0 0,0 0 0,1 1 0,-1-1 0,1 1 0,-1-1 0,0 1 0,1 0 0,-1 1 0,1-1 0,0 1 0,0-1 0,-1 1 0,-3 3 0,4-2 0,0 0 0,0 1 0,0-1 0,1 1 0,-1 0 0,1 0 0,0 0 0,0 0 0,0 0 0,0 0 0,1 1 0,0-1 0,0 0 0,0 1 0,0-1 0,1 6 0,0-8 0,0 0 0,0 0 0,0-1 0,0 1 0,0 0 0,1-1 0,-1 1 0,1 0 0,0-1 0,-1 1 0,1-1 0,0 1 0,0-1 0,0 1 0,0-1 0,0 0 0,0 1 0,0-1 0,0 0 0,1 0 0,-1 0 0,0 0 0,1 0 0,-1 0 0,1 0 0,-1 0 0,1-1 0,-1 1 0,1-1 0,0 1 0,-1-1 0,1 1 0,0-1 0,-1 0 0,1 0 0,0 0 0,0 0 0,-1 0 0,1 0 0,0 0 0,-1-1 0,1 1 0,0-1 0,2 0 0,8-2 0,1 0 0,0-1 0,16-8 0,-27 12 0,1-1 0,0 0 0,-1 0 0,1-1 0,-1 1 0,0-1 0,1 1 0,-1-1 0,0 0 0,0 0 0,0 1 0,0-2 0,0 1 0,0 0 0,-1 0 0,1 0 0,-1-1 0,1 1 0,-1-1 0,0 1 0,1-6 0,-2 7 0,0 1 0,0-1 0,0 0 0,0 1 0,0-1 0,0 0 0,0 1 0,0-1 0,0 0 0,-1 1 0,1-1 0,0 1 0,-1-1 0,1 0 0,0 1 0,-1-1 0,1 1 0,0-1 0,-1 1 0,1-1 0,-1 1 0,1-1 0,-1 1 0,0 0 0,1-1 0,-1 1 0,1 0 0,-1-1 0,0 1 0,0-1 0,-27 2 0,24 0 0,-1 1 0,1-1 0,-1 1 0,1-1 0,-1 1 0,1 1 0,0-1 0,0 1 0,-5 3 0,-16 19-1365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2:45.10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182 20 24575,'0'-1'0,"0"0"0,-1 0 0,1 0 0,-1 0 0,1 0 0,-1 0 0,1 0 0,-1 0 0,0 0 0,1 0 0,-1 1 0,0-1 0,0 0 0,0 0 0,0 1 0,0-1 0,1 0 0,-1 1 0,0-1 0,0 1 0,0-1 0,-1 1 0,1 0 0,0-1 0,0 1 0,0 0 0,0 0 0,0 0 0,0 0 0,0 0 0,0 0 0,-1 0 0,1 0 0,-1 0 0,-40 5 0,35-3 0,0 1 0,1-1 0,-1 1 0,1 1 0,-8 4 0,12-7 0,1 0 0,-1 0 0,0 0 0,1 0 0,-1 1 0,1-1 0,-1 1 0,1-1 0,0 1 0,0-1 0,-1 1 0,1 0 0,0 0 0,0 0 0,1-1 0,-1 1 0,0 0 0,1 0 0,-1 0 0,1 0 0,0 0 0,-1 3 0,1-4 0,0 0 0,1-1 0,-1 1 0,0 0 0,0-1 0,0 1 0,1 0 0,-1-1 0,0 1 0,1-1 0,-1 1 0,0 0 0,1-1 0,-1 1 0,1-1 0,-1 1 0,1-1 0,-1 1 0,1-1 0,-1 0 0,1 1 0,-1-1 0,1 1 0,0-1 0,-1 0 0,1 0 0,0 1 0,-1-1 0,1 0 0,1 0 0,27-3 0,-26 2 0,1 0 0,-1 0 0,0 0 0,0 0 0,0-1 0,0 1 0,0-1 0,0 0 0,-1 0 0,1 0 0,-1 0 0,1 0 0,-1 0 0,4-5 0,-6 7 0,0 0 0,0 0 0,0 0 0,0-1 0,0 1 0,0 0 0,0 0 0,0 0 0,0 0 0,0 0 0,0-1 0,0 1 0,0 0 0,0 0 0,0 0 0,0 0 0,0 0 0,0-1 0,0 1 0,0 0 0,0 0 0,-1 0 0,1 0 0,0 0 0,0 0 0,0 0 0,0-1 0,0 1 0,0 0 0,0 0 0,0 0 0,-1 0 0,1 0 0,0 0 0,0 0 0,0 0 0,0 0 0,0 0 0,-1 0 0,1 0 0,0 0 0,0 0 0,0-1 0,0 1 0,0 0 0,-1 0 0,1 1 0,0-1 0,0 0 0,0 0 0,0 0 0,-1 0 0,-12 3 0,-10 9 0,13 1 0,13-5 0,-1-7 0,0-1 0,0 1 0,0-1 0,0 1 0,0-1 0,0 0 0,0 0 0,0 0 0,0 0 0,0 0 0,0-1 0,2 0 0,-3 1 0,1 0 0,-1 0 0,0-1 0,1 1 0,-1 0 0,0-1 0,0 1 0,1-1 0,-1 0 0,0 1 0,0-1 0,0 0 0,0 0 0,0 1 0,0-1 0,0 0 0,1-2 0,-6-6 0,-16-1 0,14 8-114,0 1 1,0 0-1,-1 0 0,1 0 0,0 1 1,0 0-1,0 0 0,-1 0 0,1 1 1,0 0-1,-12 4 0,0 0-6712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2:58.21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 62 24575,'0'0'0,"0"0"0,0 0 0,-1 1 0,1-1 0,0 0 0,0 0 0,0 0 0,0 0 0,-1 0 0,1 0 0,0 0 0,0 0 0,0 0 0,0 0 0,-1 0 0,1 0 0,0 0 0,0 0 0,0 0 0,-1 0 0,1 0 0,0 0 0,0 0 0,0-1 0,0 1 0,-1 0 0,1 0 0,0 0 0,0 0 0,0 0 0,0 0 0,0 0 0,0-1 0,-1 1 0,1 0 0,0 0 0,0 0 0,0 0 0,0 0 0,0-1 0,0 1 0,0 0 0,0 0 0,0 0 0,0-1 0,0 1 0,0 0 0,0 0 0,0 0 0,0 0 0,0-1 0,0 1 0,0 0 0,0 0 0,-1 1 0,1 0 0,0 0 0,0 0 0,-1 0 0,1 1 0,0-1 0,0 0 0,0 0 0,0 0 0,0 0 0,1 1 0,-1-1 0,0 0 0,1 0 0,-1 0 0,0 0 0,1 0 0,-1 0 0,1 1 0,1 0 0,13 16 0,0 0 0,2-1 0,0-1 0,1-1 0,0 0 0,31 18 0,-20-13 0,3 2 0,0-2 0,1-1 0,1-1 0,1-2 0,40 12 0,-15-11 0,0-3 0,2-2 0,77 4 0,-101-14 0,-1-2 0,1-2 0,0-1 0,-1-2 0,1-2 0,41-12 0,25-17 0,-2-4 0,176-98 0,-199 100 0,-56 29 0,-1-1 0,0-1 0,-1-1 0,0-1 0,-1-1 0,36-32 0,-46 30-1365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2:59.04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8 24575,'0'-8'0,"0"11"0,8 17 0,3-6 0,0 0 0,1 0 0,0-1 0,2-1 0,-1 0 0,1-1 0,19 11 0,-12-7 0,0 1 0,24 24 0,-44-39-34,0-1 0,0 1 0,-1 0 0,1-1 0,0 1-1,0 0 1,-1 0 0,1-1 0,0 1 0,-1 0 0,1 0 0,-1 0 0,1 0-1,-1 0 1,0 0 0,1 0 0,-1 0 0,0 0 0,0 0 0,1 0-1,-1 0 1,0 0 0,0 0 0,0 0 0,0 0 0,0 0 0,-1 0 0,1 0-1,0 0 1,0 0 0,-1 0 0,1-1 0,0 1 0,-1 0 0,1 0 0,-1 0-1,1 0 1,-1 0 0,-1 1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3:00.60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317 240 24575,'-8'-2'0,"1"0"0,-1-1 0,1 0 0,-1 0 0,1 0 0,0-1 0,0 0 0,1-1 0,-1 0 0,1 0 0,0 0 0,-6-7 0,-4-2 0,-66-47 0,-24-19 0,105 79-91,-1-1 0,1 1 0,-1-1 0,1 1 0,-1-1 0,1 0 0,0 0 0,0 0 0,0 1 0,0-1 0,0 0 0,1 0 0,-1 0 0,0-3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3:01.14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504 1 24575,'-12'1'0,"-1"0"0,0 1 0,1 0 0,0 1 0,-1 0 0,1 1 0,1 0 0,-20 11 0,-9 7 0,-40 31 0,23-15 0,-122 94-1365,160-120-5461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3:03.02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244 64 24575,'-7'-7'0,"0"0"0,-1 0 0,0 1 0,0 0 0,0 0 0,-1 1 0,1 0 0,-15-5 0,19 9 0,0 0 0,0 0 0,0 0 0,0 1 0,0-1 0,0 1 0,0 0 0,0 0 0,0 1 0,0-1 0,1 1 0,-1 0 0,0 0 0,0 0 0,0 0 0,1 1 0,-1 0 0,1 0 0,-1 0 0,1 0 0,0 0 0,-1 0 0,1 1 0,-3 3 0,0 0 0,1-1 0,0 1 0,0 0 0,0 1 0,1-1 0,0 1 0,0-1 0,1 1 0,-1 1 0,2-1 0,-1 0 0,-2 13 0,5-17 0,-1 0 0,1 0 0,0 0 0,0 0 0,0 0 0,1 0 0,-1 1 0,1-1 0,0 0 0,-1 0 0,1 0 0,1-1 0,-1 1 0,0 0 0,1 0 0,-1-1 0,1 1 0,0 0 0,0-1 0,0 0 0,0 1 0,0-1 0,1 0 0,-1 0 0,1 0 0,-1-1 0,1 1 0,0-1 0,-1 1 0,1-1 0,0 0 0,0 0 0,4 1 0,1 0 0,1 0 0,-1 0 0,0-1 0,1 0 0,-1-1 0,1 0 0,-1 0 0,1 0 0,-1-1 0,0-1 0,1 0 0,-1 0 0,9-3 0,-12 3 0,-1 0 0,1 0 0,-1 0 0,1 0 0,-1-1 0,0 0 0,0 0 0,0 0 0,0 0 0,-1-1 0,1 1 0,-1-1 0,0 0 0,0 0 0,0 0 0,-1-1 0,1 1 0,-1-1 0,0 1 0,0-1 0,-1 0 0,0 1 0,2-9 0,-3 9 0,0 1 0,1 0 0,-2-1 0,1 1 0,0 0 0,-1-1 0,0 1 0,1 0 0,-1-1 0,0 1 0,-1 0 0,1 0 0,-1 0 0,1 0 0,-1 0 0,0 0 0,0 1 0,0-1 0,0 1 0,-1-1 0,1 1 0,-1 0 0,0 0 0,1 0 0,-1 0 0,0 0 0,0 1 0,0-1 0,0 1 0,0 0 0,-6-2 0,2 1 0,0 0 0,0 1 0,0-1 0,-1 1 0,1 1 0,0 0 0,0 0 0,0 0 0,-1 1 0,1 0 0,0 0 0,0 1 0,0-1 0,-7 5 0,4-1 0,0 1 0,0 0 0,1 1 0,0 0 0,-9 10 0,15-14 0,0 0 0,0 0 0,0 1 0,1-1 0,-1 1 0,1 0 0,-3 6 0,4-8 0,1-1 0,0 1 0,-1-1 0,1 0 0,0 1 0,0-1 0,0 1 0,0-1 0,0 0 0,0 1 0,0-1 0,0 1 0,0-1 0,1 0 0,-1 1 0,1-1 0,-1 0 0,1 1 0,-1-1 0,1 0 0,0 0 0,1 3 0,0-3 0,0 1 0,0-1 0,0 0 0,0 0 0,1 0 0,-1 0 0,0 0 0,0-1 0,1 1 0,-1-1 0,0 1 0,1-1 0,-1 0 0,1 0 0,-1 0 0,0 0 0,1 0 0,-1-1 0,0 1 0,1-1 0,-1 1 0,0-1 0,0 0 0,1 0 0,-1 0 0,0 0 0,2-2 0,3 0 0,0-1 0,0 0 0,-1 0 0,1-1 0,-1 1 0,0-1 0,7-8 0,-13 12 0,1 1 0,-1 0 0,1-1 0,-1 1 0,1-1 0,-1 1 0,1-1 0,-1 0 0,0 1 0,1-1 0,-1 1 0,0-1 0,1 0 0,-1 1 0,0-1 0,0 0 0,0 1 0,0-1 0,0 0 0,1 1 0,-1-1 0,0 0 0,0 1 0,-1-1 0,1 0 0,0 1 0,0-1 0,0 0 0,-1 0 0,-16-2 0,-26 16 0,29 0-1365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3:04.47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248 25 24575,'-3'-3'0,"-1"1"0,0-1 0,1 1 0,-1 0 0,0 0 0,0 0 0,-1 0 0,1 1 0,0-1 0,-1 1 0,1 0 0,0 0 0,-1 1 0,1 0 0,-1-1 0,1 2 0,-1-1 0,1 0 0,-1 1 0,1 0 0,-6 1 0,1 0 0,1 1 0,0 0 0,0 0 0,0 1 0,0 0 0,0 0 0,1 1 0,0 0 0,0 0 0,-6 7 0,7-6 0,0 1 0,0-1 0,1 2 0,0-1 0,1 0 0,-1 1 0,1 0 0,1 0 0,0 0 0,0 0 0,0 0 0,-1 13 0,3-18 0,1 0 0,0 1 0,0-1 0,0 0 0,0 1 0,1-1 0,-1 0 0,1 0 0,0 1 0,0-1 0,0 0 0,0 0 0,1 0 0,-1 0 0,1 0 0,0 0 0,0 0 0,0-1 0,0 1 0,0-1 0,0 1 0,1-1 0,-1 0 0,1 0 0,0 0 0,-1 0 0,1-1 0,0 1 0,0-1 0,0 1 0,0-1 0,1 0 0,-1 0 0,0-1 0,5 2 0,2 0 0,1-1 0,-1 1 0,0-2 0,0 0 0,1 0 0,-1 0 0,0-1 0,0-1 0,0 0 0,0 0 0,17-7 0,-23 8 0,-1-1 0,1 0 0,0 0 0,-1 0 0,1 0 0,-1-1 0,0 1 0,1-1 0,-1 0 0,0 0 0,-1 0 0,1 0 0,-1 0 0,1-1 0,-1 1 0,0-1 0,0 0 0,0 1 0,-1-1 0,1 0 0,-1 0 0,0 0 0,0 0 0,-1 0 0,1-1 0,-1 1 0,0 0 0,0 0 0,0 0 0,0 0 0,-2-7 0,1 9 0,1 0 0,-1-1 0,1 1 0,-1-1 0,0 1 0,0 0 0,0-1 0,0 1 0,-1 0 0,1 0 0,0 0 0,-1 0 0,0 0 0,1 0 0,-1 0 0,0 1 0,0-1 0,0 0 0,0 1 0,0 0 0,0-1 0,-1 1 0,-4-2 0,3 2 0,0 0 0,0 1 0,-1-1 0,1 1 0,0 0 0,-1 0 0,1 0 0,-1 0 0,1 1 0,0 0 0,0 0 0,-1 0 0,-4 2 0,4-1 0,1 0 0,-1 0 0,1 1 0,-1-1 0,1 1 0,0 0 0,0 0 0,0 0 0,0 1 0,1 0 0,-6 6 0,7-7 0,1-1 0,-1 0 0,1 1 0,0 0 0,0-1 0,0 1 0,0 0 0,0-1 0,1 1 0,-1 0 0,1 0 0,0 0 0,-1 0 0,1 0 0,1-1 0,-1 1 0,0 0 0,1 0 0,-1 0 0,1-1 0,1 5 0,-1-6 0,-1 1 0,1-1 0,-1 0 0,1 0 0,0 1 0,-1-1 0,1 0 0,0 0 0,0 0 0,0 0 0,0 0 0,0 0 0,0 0 0,0 0 0,0 0 0,0-1 0,0 1 0,0 0 0,1-1 0,-1 1 0,0-1 0,1 1 0,-1-1 0,0 0 0,2 1 0,0-1 0,-1 0 0,1-1 0,-1 1 0,1-1 0,-1 1 0,1-1 0,-1 0 0,0 0 0,1 0 0,-1 0 0,0 0 0,0 0 0,2-2 0,0 0 0,0 0 0,0 0 0,-1 0 0,1 0 0,-1-1 0,0 1 0,0-1 0,0 0 0,-1 0 0,1 0 0,-1 0 0,0-1 0,0 1 0,2-8 0,-4 12 0,0-1 0,0 0 0,0 0 0,0 1 0,0-1 0,0 0 0,0 0 0,0 1 0,0-1 0,0 0 0,-1 0 0,1 1 0,0-1 0,0 0 0,-1 1 0,1-1 0,-1 0 0,1 1 0,-1-1 0,1 0 0,-1 1 0,1-1 0,-1 1 0,1-1 0,-1 1 0,0-1 0,1 1 0,-1 0 0,0-1 0,1 1 0,-1 0 0,0-1 0,1 1 0,-1 0 0,0 0 0,0 0 0,-2-1 0,0 1 0,0 0 0,1 0 0,-1 0 0,0 1 0,1-1 0,-1 1 0,0-1 0,1 1 0,-6 2 0,6-2 0,1-1 0,-1 1 0,0 0 0,0 0 0,1 0 0,-1 0 0,0 1 0,1-1 0,0 0 0,-1 1 0,1-1 0,0 1 0,-1-1 0,0 3 0,2-3 0,-1 0 0,1 0 0,0 0 0,0-1 0,0 1 0,0 0 0,0 0 0,0 0 0,0-1 0,0 1 0,1 0 0,-1 0 0,0 0 0,0-1 0,1 1 0,-1 0 0,0 0 0,1-1 0,-1 1 0,1 0 0,-1-1 0,1 1 0,-1 0 0,1-1 0,0 1 0,-1-1 0,1 1 0,-1-1 0,1 1 0,0-1 0,0 1 0,-1-1 0,1 0 0,0 1 0,1-1 0,0 1 0,1 0 0,-1 0 0,0 0 0,1 0 0,-1-1 0,1 1 0,-1-1 0,1 1 0,-1-1 0,1 0 0,-1 0 0,1 0 0,-1-1 0,1 1 0,-1-1 0,1 1 0,-1-1 0,5-1 0,-7 1-25,0 1-1,0 0 0,0 0 1,0-1-1,1 1 0,-1 0 1,0 0-1,0-1 0,0 1 1,0 0-1,0-1 0,0 1 0,0 0 1,0 0-1,0-1 0,0 1 1,0 0-1,-1 0 0,1-1 1,0 1-1,0 0 0,0 0 1,0-1-1,0 1 0,0 0 1,0 0-1,-1-1 0,1 1 1,0 0-1,0 0 0,0 0 1,-1-1-1,1 1 0,0 0 1,0 0-1,-1 0 0,1 0 1,0 0-1,0-1 0,-1 1 1,1 0-1,0 0 0,0 0 1,-1 0-1,1 0 0,0 0 1,-1 0-1,1 0 0,0 0 1,0 0-1,-1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0:18.51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34 1 4776 0 0,'-6'38'3739'0'0,"5"-35"-3311"0"0,-25-17-7515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02.98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22 174 5701 0 0,'0'0'189'0'0,"-3"0"-60"0"0,-15 0 1467 0 0,24-15-1398 0 0,-2 10-193 0 0,0 0 0 0 0,0 1-1 0 0,0-1 1 0 0,0 1-1 0 0,1 0 1 0 0,0 0 0 0 0,0 1-1 0 0,0-1 1 0 0,0 1 0 0 0,10-4-1 0 0,68-27-6 0 0,-59 25-15 0 0,23-9-59 0 0,1 2 0 0 0,89-17 0 0 0,-134 33 54 0 0,1 1-4 0 0,-1-1 19 0 0,1 1-1 0 0,-1 0 1 0 0,0 0-1 0 0,1 0 1 0 0,-1 1-1 0 0,0-1 1 0 0,0 1-1 0 0,0-1 1 0 0,0 1-1 0 0,0 0 1 0 0,-1 0-1 0 0,1 1 1 0 0,0-1-1 0 0,-1 0 1 0 0,0 1-1 0 0,1-1 1 0 0,-1 1-1 0 0,0 0 1 0 0,-1 0-1 0 0,4 5 1 0 0,-4-4 7 0 0,0 1 1 0 0,0-1-1 0 0,0 0 1 0 0,0 1-1 0 0,-1-1 1 0 0,0 1-1 0 0,0-1 1 0 0,0 1-1 0 0,0-1 1 0 0,-1 1-1 0 0,0-1 1 0 0,0 1 0 0 0,0-1-1 0 0,0 1 1 0 0,-1-1-1 0 0,-2 5 1 0 0,-4 8 5 0 0,-2 0 0 0 0,0 0 1 0 0,-1-2-1 0 0,0 1 1 0 0,-2-1-1 0 0,1-1 0 0 0,-2 0 1 0 0,-24 19-1 0 0,-133 87 71 0 0,147-105-65 0 0,22-14-15 0 0,-6 3 8 0 0,1-1 0 0 0,0 1 0 0 0,0 0 0 0 0,0 0 0 0 0,1 1 0 0 0,-9 7 0 0 0,15-11-25 0 0,1 0-11 0 0,0 0 26 0 0,1-1 0 0 0,-1 1 0 0 0,1 0 0 0 0,-1 0 0 0 0,1-1 0 0 0,-1 1 0 0 0,1-1 0 0 0,-1 1 0 0 0,1-1 0 0 0,0 0 0 0 0,-1 0 0 0 0,1 0 0 0 0,0 0 0 0 0,-1 0 0 0 0,1 0 0 0 0,0 0 0 0 0,-1 0 0 0 0,1 0 0 0 0,2-1 0 0 0,56-7 4 0 0,-48 7-12 0 0,667-85-49 0 0,-571 74 574 0 0,-106 11-448 0 0,-1 0-185 0 0,-1 0 0 0 0,0 0 0 0 0,0-1 1 0 0,-1 1-1 0 0,1 0 0 0 0,0 0 0 0 0,0-1 0 0 0,-1 1 0 0 0,1 0 0 0 0,0 0 1 0 0,-1 0-1 0 0,1-1 0 0 0,-1 1 0 0 0,0 0 0 0 0,1 0 0 0 0,-1 0 0 0 0,0 0 1 0 0,0 0-1 0 0,0 0 0 0 0,1 0 0 0 0,-3-1 0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04.42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1281 69 5408 0 0,'0'0'-166'0'0,"-39"-28"302"0"0,28 23-58 0 0,1 0 1 0 0,-1 0-1 0 0,0 1 1 0 0,0 1-1 0 0,0 0 1 0 0,-22-3-1 0 0,-77-2 39 0 0,66 6-60 0 0,-1 3-34 0 0,-1 2 0 0 0,1 1 0 0 0,0 3 0 0 0,-56 15 0 0 0,47-10-29 0 0,-18 6 4 0 0,1 3 0 0 0,-121 54 1 0 0,163-60-12 0 0,2 1 0 0 0,0 2 1 0 0,1 0-1 0 0,0 2 1 0 0,2 1-1 0 0,0 0 0 0 0,2 2 1 0 0,-26 32-1 0 0,41-46 1 0 0,0-1 1 0 0,1 1-1 0 0,0 0 0 0 0,0 1 0 0 0,1-1 1 0 0,0 1-1 0 0,1 0 0 0 0,0 0 0 0 0,0 1 0 0 0,1-1 1 0 0,0 1-1 0 0,1 0 0 0 0,1-1 0 0 0,-1 1 0 0 0,2 0 1 0 0,-1 0-1 0 0,2 0 0 0 0,-1 0 0 0 0,2 0 0 0 0,-1 0 1 0 0,1 0-1 0 0,1-1 0 0 0,0 1 0 0 0,1-1 1 0 0,0 0-1 0 0,0 0 0 0 0,1 0 0 0 0,0 0 0 0 0,1-1 1 0 0,9 12-1 0 0,-2-4 11 0 0,2-1 0 0 0,-1-1 0 0 0,2-1 0 0 0,0 0 0 0 0,0-1 0 0 0,2 0 0 0 0,-1-2 0 0 0,2 0 0 0 0,-1-1 0 0 0,1-1 0 0 0,1 0 0 0 0,0-2 0 0 0,28 8 0 0 0,18-2 38 0 0,1-2 1 0 0,124 4-1 0 0,-159-14-31 0 0,70 2 25 0 0,140-16 1 0 0,-177 7 79 0 0,1-4 0 0 0,-1-2 1 0 0,-1-3-1 0 0,-1-3 0 0 0,0-3 1 0 0,-1-2-1 0 0,77-42 0 0 0,-126 57 31 0 0,-1-1 1 0 0,0 0-1 0 0,-1-1 0 0 0,1 0 0 0 0,-2 0 0 0 0,0-2 0 0 0,0 1 1 0 0,-1-1-1 0 0,0-1 0 0 0,-1 1 0 0 0,-1-1 0 0 0,0-1 0 0 0,-1 1 0 0 0,0-1 1 0 0,4-15-1 0 0,-4 7-27 0 0,0 0-1 0 0,-2 0 1 0 0,-1-1 0 0 0,0 1-1 0 0,-2-1 1 0 0,0 0 0 0 0,-2 1-1 0 0,0-1 1 0 0,-7-33 0 0 0,6 47-93 0 0,-1 0 0 0 0,1-1 1 0 0,-2 1-1 0 0,1 0 0 0 0,-2 0 0 0 0,1 1 0 0 0,-1-1 1 0 0,0 1-1 0 0,0 0 0 0 0,-1 0 0 0 0,-1 1 1 0 0,-7-8-1 0 0,3 5-11 0 0,0 1 1 0 0,-1 0 0 0 0,-1 1 0 0 0,1 0-1 0 0,-1 1 1 0 0,-1 0 0 0 0,-15-5 0 0 0,-13-1-14 0 0,-1 1 1 0 0,0 3-1 0 0,-1 1 1 0 0,-56-2-1 0 0,-3 4-16 0 0,-161 14-1 0 0,165-1-1691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05.84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490 0 6645 0 0,'13'0'-566'0'0,"-10"0"272"0"0,-11 1-1509 0 0,-64 8 1712 0 0,-89 21 1 0 0,135-24 71 0 0,-1 2-1 0 0,2 0 1 0 0,-1 1 0 0 0,1 2 0 0 0,1 1-1 0 0,0 0 1 0 0,1 2 0 0 0,-28 21 0 0 0,48-33 2 0 0,-3 9-4 0 0,8-2 27 0 0,8 0 1 0 0,-2-5-1 0 0,1 1-1 0 0,0-2 1 0 0,0 1 0 0 0,0-1-1 0 0,0-1 1 0 0,0 0-1 0 0,12 2 1 0 0,77 4 3 0 0,-39-4-7 0 0,273 56-54 0 0,-328-59 53 0 0,-3-1 7 0 0,0 0-1 0 0,-1 0 0 0 0,1 0 0 0 0,0 0 0 0 0,0 0 1 0 0,0 1-1 0 0,0-1 0 0 0,0 0 0 0 0,0 0 0 0 0,0 1 0 0 0,0-1 1 0 0,0 0-1 0 0,-1 1 0 0 0,1-1 0 0 0,0 1 0 0 0,0-1 1 0 0,0 1-1 0 0,-1-1 0 0 0,1 1 0 0 0,0 0 0 0 0,-1-1 1 0 0,1 1-1 0 0,-1 0 0 0 0,1 0 0 0 0,-1-1 0 0 0,1 1 1 0 0,-1 0-1 0 0,1 0 0 0 0,-1 0 0 0 0,0 0 0 0 0,1 0 1 0 0,-1 0-1 0 0,0-1 0 0 0,0 1 0 0 0,1 0 0 0 0,-1 0 1 0 0,0 0-1 0 0,0 0 0 0 0,0 0 0 0 0,0 0 0 0 0,-1 0 1 0 0,1 0-1 0 0,0 0 0 0 0,0 0 0 0 0,0 0 0 0 0,-1-1 1 0 0,1 1-1 0 0,-1 0 0 0 0,1 0 0 0 0,0 0 0 0 0,-1 0 0 0 0,1-1 1 0 0,-1 1-1 0 0,0 0 0 0 0,1 0 0 0 0,-1-1 0 0 0,0 1 1 0 0,1-1-1 0 0,-3 2 0 0 0,-3 5 54 0 0,-1-1 0 0 0,0 0-1 0 0,0 0 1 0 0,-11 7 0 0 0,-9 2 89 0 0,0-2 0 0 0,-1 0-1 0 0,-1-2 1 0 0,-59 16 0 0 0,-124 12 1017 0 0,108-29-534 0 0,101-10-569 0 0,-14 0 68 0 0,16 1-142 0 0,0-1 1 0 0,0 1 0 0 0,0-1-1 0 0,0 0 1 0 0,0 1 0 0 0,-1-1-1 0 0,1 0 1 0 0,0 0 0 0 0,0 0 0 0 0,0 0-1 0 0,0 0 1 0 0,0 0 0 0 0,0 0-1 0 0,0 0 1 0 0,0-1 0 0 0,0 1 0 0 0,0 0-1 0 0,0-1 1 0 0,-2 0 0 0 0,3 1-42 0 0,0-1 0 0 0,-1 1 0 0 0,1-1 0 0 0,0 1 0 0 0,0-1 0 0 0,-1 1 0 0 0,1-1 0 0 0,0 1 0 0 0,0-1 0 0 0,0 1 0 0 0,0-1 0 0 0,0 0 0 0 0,0 1 0 0 0,0-1 0 0 0,0 1 0 0 0,0-1 0 0 0,0 0 0 0 0,0 1 0 0 0,0-1 0 0 0,0 1 0 0 0,0-1 0 0 0,0 1 0 0 0,1-1 0 0 0,-1 1 0 0 0,0-1 0 0 0,0 1 0 0 0,1-1-1 0 0,-1 1 1 0 0,0-1 0 0 0,1 1 0 0 0,-1-1 0 0 0,1 1 0 0 0,-1-1 0 0 0,1 0 0 0 0,21-16-1230 0 0,-13 10 531 0 0,11-10-480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06.54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97 182 3964 0 0,'0'0'-12'0'0,"36"-6"18"0"0,-7-5 10 0 0,-4 3 101 0 0,-1-2 1 0 0,24-13-1 0 0,-42 20-51 0 0,-1 0 1 0 0,0-1 0 0 0,1 1 0 0 0,-1-1-1 0 0,-1 0 1 0 0,1-1 0 0 0,0 1-1 0 0,-1-1 1 0 0,0 0 0 0 0,0 0 0 0 0,-1 0-1 0 0,1 0 1 0 0,4-12 0 0 0,-7 16-47 0 0,0-1 0 0 0,-1 1 0 0 0,1-1 0 0 0,0 1 0 0 0,-1-1 1 0 0,1 1-1 0 0,-1-1 0 0 0,0 0 0 0 0,0 1 0 0 0,0-1 0 0 0,0 1 0 0 0,0-1 0 0 0,0 0 0 0 0,0 1 1 0 0,0-1-1 0 0,0 1 0 0 0,-1-1 0 0 0,1 0 0 0 0,-1 1 0 0 0,1-1 0 0 0,-1 1 0 0 0,0-1 0 0 0,1 1 1 0 0,-3-3-1 0 0,1 3-11 0 0,1 0 1 0 0,-1-1 0 0 0,0 1-1 0 0,0 0 1 0 0,0 1-1 0 0,0-1 1 0 0,0 0 0 0 0,0 0-1 0 0,0 1 1 0 0,0-1 0 0 0,-1 1-1 0 0,1 0 1 0 0,0 0 0 0 0,0 0-1 0 0,-4 0 1 0 0,-7 1-4 0 0,1 1-1 0 0,-1 0 1 0 0,1 1 0 0 0,0 1-1 0 0,-14 5 1 0 0,10-2-9 0 0,0 1 0 0 0,1 0 0 0 0,0 2-1 0 0,0-1 1 0 0,1 2 0 0 0,-21 20 0 0 0,28-24-11 0 0,-1 0-1 0 0,2 1 1 0 0,-1 0 0 0 0,1 0 0 0 0,0 1-1 0 0,1 0 1 0 0,0 0 0 0 0,0 0 0 0 0,1 0 0 0 0,0 1-1 0 0,1 0 1 0 0,-4 17 0 0 0,6-23 7 0 0,1-1 1 0 0,0 1-1 0 0,-1-1 0 0 0,2 1 1 0 0,-1-1-1 0 0,0 1 0 0 0,1-1 1 0 0,-1 1-1 0 0,1-1 1 0 0,0 0-1 0 0,0 1 0 0 0,0-1 1 0 0,1 0-1 0 0,-1 1 0 0 0,1-1 1 0 0,0 0-1 0 0,3 4 0 0 0,-1-3 5 0 0,0 0 0 0 0,1 0-1 0 0,-1 0 1 0 0,1-1-1 0 0,-1 1 1 0 0,1-1-1 0 0,0-1 1 0 0,0 1 0 0 0,0-1-1 0 0,6 2 1 0 0,13 3 12 0 0,0-1 0 0 0,0-1 0 0 0,1-2 0 0 0,25 1 0 0 0,-35-2-7 0 0,103 1 224 0 0,-107-3-345 0 0,-1-1 0 0 0,1 0 0 0 0,0-1 0 0 0,-1 0 0 0 0,0-1 0 0 0,1 0 0 0 0,-1 0 0 0 0,17-9 0 0 0,-13 0-2130 0 0,-7 6 1536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07.34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305 62 3368 0 0,'1'-2'38'0'0,"0"0"-1"0"0,-1 0 1 0 0,1-1-1 0 0,-1 1 0 0 0,0 0 1 0 0,0 0-1 0 0,0-1 1 0 0,0 1-1 0 0,0 0 1 0 0,0 0-1 0 0,-1-1 0 0 0,1 1 1 0 0,-1 0-1 0 0,1 0 1 0 0,-1 0-1 0 0,0 0 1 0 0,0 0-1 0 0,0-1 1 0 0,0 2-1 0 0,-2-4 0 0 0,2 4 48 0 0,-2-1-45 0 0,-1 0 1 0 0,1 1-1 0 0,-1-1 0 0 0,1 1 1 0 0,-1 0-1 0 0,0 0 0 0 0,1 0 1 0 0,-1 1-1 0 0,0-1 0 0 0,0 1 0 0 0,0 0 1 0 0,-5 0-1 0 0,-6 4-19 0 0,0 0-1 0 0,0 2 1 0 0,1-1-1 0 0,0 2 1 0 0,0 0-1 0 0,0 0 1 0 0,1 1-1 0 0,-19 15 1 0 0,23-16-30 0 0,1 1 1 0 0,-1 0 0 0 0,1 0 0 0 0,1 0 0 0 0,-1 1 0 0 0,1 0 0 0 0,1 1-1 0 0,0-1 1 0 0,0 1 0 0 0,1 0 0 0 0,0 1 0 0 0,-5 17 0 0 0,9-25 7 0 0,0 0 1 0 0,0 0 0 0 0,1 1 0 0 0,-1-1-1 0 0,1 0 1 0 0,0 0 0 0 0,0 0-1 0 0,0 0 1 0 0,0 0 0 0 0,1 0 0 0 0,-1 0-1 0 0,1 1 1 0 0,0-1 0 0 0,0 0-1 0 0,0-1 1 0 0,0 1 0 0 0,1 0 0 0 0,-1 0-1 0 0,1 0 1 0 0,-1-1 0 0 0,1 1-1 0 0,0-1 1 0 0,0 1 0 0 0,0-1 0 0 0,0 0-1 0 0,1 0 1 0 0,-1 0 0 0 0,1 0-1 0 0,-1 0 1 0 0,1 0 0 0 0,-1-1 0 0 0,1 1-1 0 0,0-1 1 0 0,0 0 0 0 0,0 0-1 0 0,0 0 1 0 0,4 1 0 0 0,0-1 33 0 0,-1 1 1 0 0,0-2-1 0 0,0 1 1 0 0,1-1-1 0 0,-1 1 0 0 0,0-2 1 0 0,1 1-1 0 0,-1-1 1 0 0,0 0-1 0 0,0 0 0 0 0,0-1 1 0 0,1 1-1 0 0,-1-2 1 0 0,-1 1-1 0 0,1 0 1 0 0,0-1-1 0 0,-1 0 0 0 0,8-6 1 0 0,2-5 129 0 0,-1-1 0 0 0,-1-1-1 0 0,0 0 1 0 0,-1-1 0 0 0,-1 0 0 0 0,0 0 0 0 0,-2-1 0 0 0,0-1 0 0 0,-1 0-1 0 0,10-35 1 0 0,-8 15 543 0 0,-14 41-711 0 0,1 1-1 0 0,0 0 1 0 0,-1 0-1 0 0,1 0 1 0 0,0 0-1 0 0,1 0 0 0 0,-1 1 1 0 0,0 0-1 0 0,1-1 1 0 0,0 1-1 0 0,0 0 0 0 0,0 0 1 0 0,0 0-1 0 0,1 0 1 0 0,0 0-1 0 0,-1 1 1 0 0,1-1-1 0 0,1 0 0 0 0,-1 1 1 0 0,1-1-1 0 0,0 7 1 0 0,0-4-11 0 0,0 0 0 0 0,1-1 0 0 0,0 1 0 0 0,0 0 0 0 0,0-1 0 0 0,1 1 0 0 0,0-1 0 0 0,0 0 0 0 0,1 0 0 0 0,0 0 0 0 0,0 0 1 0 0,0 0-1 0 0,1 0 0 0 0,0-1 0 0 0,8 9 0 0 0,-6-7 48 0 0,1-1 1 0 0,1 0-1 0 0,-1 0 0 0 0,1-1 1 0 0,0 0-1 0 0,1-1 1 0 0,-1 1-1 0 0,1-2 0 0 0,0 1 1 0 0,13 3-1 0 0,-10-4-287 0 0,1 0 0 0 0,-1-1 0 0 0,1 0-1 0 0,0-1 1 0 0,0-1 0 0 0,-1 0 0 0 0,1-1 0 0 0,0 0 0 0 0,0 0-1 0 0,-1-2 1 0 0,1 0 0 0 0,-1 0 0 0 0,1-1 0 0 0,-1 0 0 0 0,0-1-1 0 0,19-12 1 0 0,-9 1-1493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08.06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31 117 4528 0 0,'0'0'-268'0'0,"-16"-6"185"0"0,2 1 939 0 0,14 2-375 0 0,25 3-286 0 0,38 6-349 0 0,-58-5 151 0 0,211 37-72 0 0,-177-29 59 0 0,0 1-1 0 0,-1 3 1 0 0,49 23-1 0 0,-83-35 22 0 0,-1 1 1 0 0,1 0-1 0 0,-1 0 0 0 0,1 0 0 0 0,-1 1 1 0 0,0-1-1 0 0,0 1 0 0 0,0 0 1 0 0,-1-1-1 0 0,1 1 0 0 0,-1 1 0 0 0,1-1 1 0 0,-1 0-1 0 0,0 1 0 0 0,0-1 0 0 0,0 1 1 0 0,-1-1-1 0 0,1 1 0 0 0,0 6 0 0 0,-1-7 5 0 0,-1-1-1 0 0,0 1 1 0 0,0 0-1 0 0,-1 0 1 0 0,1 0-1 0 0,0-1 0 0 0,-1 1 1 0 0,0 0-1 0 0,0 0 1 0 0,0-1-1 0 0,0 1 1 0 0,0-1-1 0 0,0 1 0 0 0,-1-1 1 0 0,1 1-1 0 0,-1-1 1 0 0,0 0-1 0 0,0 1 1 0 0,1-1-1 0 0,-1 0 0 0 0,-1 0 1 0 0,1-1-1 0 0,0 1 1 0 0,0 0-1 0 0,-1-1 1 0 0,1 1-1 0 0,-1-1 0 0 0,-3 1 1 0 0,2 1 70 0 0,-1-1 0 0 0,1 0 0 0 0,-1 0-1 0 0,0-1 1 0 0,1 1 0 0 0,-1-1 0 0 0,0 0 0 0 0,0 0 0 0 0,0-1 0 0 0,0 0 0 0 0,0 1 0 0 0,0-2-1 0 0,0 1 1 0 0,0 0 0 0 0,-5-2 0 0 0,7 1-50 0 0,-1-1 0 0 0,1 1 0 0 0,0-1 0 0 0,0 1 0 0 0,0-1 0 0 0,0 0 1 0 0,0 0-1 0 0,0 0 0 0 0,1-1 0 0 0,-1 1 0 0 0,1 0 0 0 0,0-1 0 0 0,-1 0 0 0 0,1 0 0 0 0,0 1 0 0 0,0-1 0 0 0,1 0 0 0 0,-1-1 0 0 0,1 1 0 0 0,-1 0 0 0 0,0-7 0 0 0,0 1-35 0 0,0 0-1 0 0,2 0 0 0 0,-1-1 0 0 0,1 1 0 0 0,0 0 0 0 0,1 0 0 0 0,0 0 0 0 0,0-1 1 0 0,1 1-1 0 0,1 0 0 0 0,-1 1 0 0 0,1-1 0 0 0,1 0 0 0 0,5-9 0 0 0,-3 4-42 0 0,2 1 0 0 0,0 0-1 0 0,0 0 1 0 0,1 1 0 0 0,0 0-1 0 0,1 1 1 0 0,23-20 0 0 0,14 1-150 0 0,-28 25-3905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09.13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161 475 3736 0 0,'-46'37'-616'0'0,"36"-30"593"0"0,0 0 0 0 0,0 0 1 0 0,1 1-1 0 0,0 0 1 0 0,0 1-1 0 0,1-1 0 0 0,0 2 1 0 0,1-1-1 0 0,0 1 0 0 0,0 0 1 0 0,1 1-1 0 0,-5 11 1 0 0,10-19 21 0 0,1-1 0 0 0,-1 0 0 0 0,1 0 0 0 0,-1 0 0 0 0,1 1 0 0 0,0-1 0 0 0,0 0 0 0 0,0 1 0 0 0,0-1 0 0 0,0 0 0 0 0,1 0 0 0 0,-1 1 0 0 0,1-1 0 0 0,-1 0 0 0 0,1 0 0 0 0,0 0 0 0 0,0 0 0 0 0,0 1 0 0 0,0-1 0 0 0,0 0 0 0 0,0-1 0 0 0,0 1 0 0 0,1 0 0 0 0,-1 0 0 0 0,3 2 0 0 0,1 0 7 0 0,0 0 0 0 0,0-1 0 0 0,0 1 0 0 0,1-1 0 0 0,-1 0-1 0 0,7 2 1 0 0,-8-3 1 0 0,16 5 111 0 0,0 0 1 0 0,1-1-1 0 0,0-1 1 0 0,0-1-1 0 0,0-1 1 0 0,0 0-1 0 0,0-2 1 0 0,0 0-1 0 0,1-2 1 0 0,-1 0-1 0 0,31-7 1 0 0,-46 6-20 0 0,0 0 0 0 0,-1 0 0 0 0,1-1 0 0 0,-1 1 0 0 0,0-1 0 0 0,0-1 0 0 0,0 1 0 0 0,0-1 0 0 0,-1 0 0 0 0,1 0 0 0 0,-1 0 0 0 0,0 0 0 0 0,0-1 0 0 0,-1 0 1 0 0,1 0-1 0 0,-1 0 0 0 0,0 0 0 0 0,-1 0 0 0 0,1-1 0 0 0,-1 1 0 0 0,0-1 0 0 0,0 1 0 0 0,0-1 0 0 0,-1 0 0 0 0,1-8 0 0 0,2-16 65 0 0,-1-1 1 0 0,-2 0-1 0 0,-3-50 0 0 0,1 55-68 0 0,-1-15-5 0 0,1-18 84 0 0,-3 1 0 0 0,-17-88 1 0 0,-1 34 93 0 0,22 111-266 0 0,-4-14-223 0 0,-1 34 202 0 0,1 2 0 0 0,1-1 0 0 0,1 0-1 0 0,1 1 1 0 0,1-1 0 0 0,0 0-1 0 0,2 1 1 0 0,6 31 0 0 0,49 167-195 0 0,-39-161 197 0 0,47 126 85 0 0,-60-160 1013 0 0,-15-33-294 0 0,6 5-716 0 0,1 0 1 0 0,0-1-1 0 0,0 0 1 0 0,1 0 0 0 0,0 0-1 0 0,0 0 1 0 0,-3-10 0 0 0,4 9-81 0 0,1 0 1 0 0,0 0-1 0 0,0-1 0 0 0,0 1 1 0 0,1 0-1 0 0,0 0 1 0 0,0 0-1 0 0,1 0 1 0 0,-1 0-1 0 0,1 1 1 0 0,1-1-1 0 0,-1 0 1 0 0,1 1-1 0 0,0-1 0 0 0,0 1 1 0 0,0 0-1 0 0,1 0 1 0 0,0 0-1 0 0,0 1 1 0 0,0-1-1 0 0,1 1 1 0 0,-1 0-1 0 0,1 0 1 0 0,0 1-1 0 0,0-1 1 0 0,0 1-1 0 0,1 0 0 0 0,-1 1 1 0 0,1-1-1 0 0,0 1 1 0 0,-1 0-1 0 0,1 0 1 0 0,0 1-1 0 0,0 0 1 0 0,0 0-1 0 0,0 0 1 0 0,0 1-1 0 0,1 0 0 0 0,-1 0 1 0 0,0 0-1 0 0,0 1 1 0 0,0 0-1 0 0,0 0 1 0 0,10 4-1 0 0,24 10-164 0 0,62 33-1 0 0,-62-28-102 0 0,61 22 1 0 0,-96-41-75 0 0,1 0-1 0 0,-1-1 1 0 0,1 1-1 0 0,-1-1 0 0 0,1-1 1 0 0,0 1-1 0 0,-1-1 1 0 0,0 0-1 0 0,1 0 1 0 0,-1-1-1 0 0,1 1 1 0 0,-1-1-1 0 0,9-5 0 0 0,10-4-2060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21.95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57 5477 0 0,'3'-22'-695'0'0,"-4"1"1456"0"0,2 8 234 0 0,9 29-996 0 0,65 160-155 0 0,-46-103 122 0 0,-22-58 34 0 0,7 19 11 0 0,-1 0 1 0 0,-2 1 0 0 0,8 38-1 0 0,-7-24 207 0 0,-12-48-253 0 0,5-28-3606 0 0,-2 4 2562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23.18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 25 3700 0 0,'0'0'-183'0'0,"-9"1"-414"0"0,6 0 558 0 0,9-3-207 0 0,6-3 249 0 0,58-8-5 0 0,-55 10-13 0 0,0 1 0 0 0,1 1 1 0 0,-1 0-1 0 0,0 2 0 0 0,1-1 1 0 0,-1 2-1 0 0,0 0 0 0 0,1 1 1 0 0,-1 0-1 0 0,21 9 0 0 0,-18-7 1 0 0,-1 1-1 0 0,0 1 0 0 0,-1 1 1 0 0,0 0-1 0 0,27 18 0 0 0,-39-22 17 0 0,1 1-1 0 0,0-1 1 0 0,-1 1-1 0 0,0 0 0 0 0,0 0 1 0 0,-1 0-1 0 0,1 0 1 0 0,-1 1-1 0 0,0-1 1 0 0,0 1-1 0 0,-1 0 0 0 0,0 0 1 0 0,0 0-1 0 0,0 0 1 0 0,-1 0-1 0 0,0 0 1 0 0,0 1-1 0 0,0 11 1 0 0,-1-13 17 0 0,0 0 0 0 0,-1-1 0 0 0,1 1 1 0 0,-1 0-1 0 0,-1 0 0 0 0,1-1 0 0 0,0 1 1 0 0,-1-1-1 0 0,0 1 0 0 0,0-1 0 0 0,0 1 1 0 0,-1-1-1 0 0,0 0 0 0 0,1 0 0 0 0,-1-1 1 0 0,-1 1-1 0 0,1 0 0 0 0,0-1 0 0 0,-1 0 1 0 0,0 0-1 0 0,0 0 0 0 0,0 0 0 0 0,0-1 1 0 0,0 1-1 0 0,-9 3 0 0 0,-7 1 112 0 0,0 0-1 0 0,0-1 1 0 0,-1-1 0 0 0,1 0-1 0 0,-1-2 1 0 0,-41 1-1 0 0,59-4-62 0 0,-25 0 443 0 0,28 0-484 0 0,-1 0-1 0 0,0 0 1 0 0,0 1-1 0 0,0-1 1 0 0,0 0-1 0 0,0 0 1 0 0,0 0-1 0 0,1 0 1 0 0,-1-1-1 0 0,0 1 1 0 0,0 0-1 0 0,0 0 1 0 0,0-1-1 0 0,0 1 1 0 0,1 0-1 0 0,-1-1 1 0 0,0 1-1 0 0,0 0 1 0 0,1-1-1 0 0,-1 1 1 0 0,0-1-1 0 0,0 0 1 0 0,1 1-1 0 0,-1-1 1 0 0,0 0-1 0 0,6-2-31 0 0,1 1 0 0 0,-1 0 0 0 0,1 0 0 0 0,0 0 0 0 0,0 1 0 0 0,-1-1 0 0 0,1 2 0 0 0,0-1 0 0 0,0 1 0 0 0,9 0-1 0 0,-13 0-4 0 0,3 0-8 0 0,10 2-6 0 0,0 0 1 0 0,0 1-1 0 0,-1 1 1 0 0,1 0 0 0 0,-1 1-1 0 0,0 0 1 0 0,13 8-1 0 0,10 8-43 0 0,41 32 0 0 0,-55-38 67 0 0,16 10 2 0 0,-16-10-3 0 0,36 28 0 0 0,-58-42 23 0 0,13 14-1795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24.03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0 139 3776 0 0,'29'5'-751'0'0,"-20"-5"669"0"0,12 0 67 0 0,1 0 0 0 0,0-2 0 0 0,40-8 0 0 0,-56 9 88 0 0,0 0 1 0 0,-1-1-1 0 0,0 0 1 0 0,1 0-1 0 0,-1-1 1 0 0,0 1-1 0 0,0-1 1 0 0,0 0-1 0 0,0 0 1 0 0,-1-1-1 0 0,0 1 1 0 0,1-1-1 0 0,-1 0 1 0 0,0-1-1 0 0,-1 1 1 0 0,1 0-1 0 0,-1-1 1 0 0,0 0-1 0 0,0 0 1 0 0,4-10-1 0 0,-6 14-57 0 0,-1 0 0 0 0,1-1 0 0 0,-1 1 0 0 0,1 0 0 0 0,-1 0 0 0 0,0 0 0 0 0,0-1 0 0 0,1 1 0 0 0,-1 0 0 0 0,0-1 0 0 0,0 1 0 0 0,0 0 0 0 0,0 0 0 0 0,-1-1 0 0 0,1 1 0 0 0,0 0 0 0 0,-1 0 0 0 0,1 0 0 0 0,0-1 0 0 0,-1 1 0 0 0,1 0 0 0 0,-1 0-1 0 0,0 0 1 0 0,1 0 0 0 0,-1 0 0 0 0,0 0 0 0 0,0 0 0 0 0,0 0 0 0 0,1 0 0 0 0,-1 0 0 0 0,0 0 0 0 0,0 1 0 0 0,0-1 0 0 0,-2-1 0 0 0,-36-9 106 0 0,35 11-108 0 0,1-1-3 0 0,-20 6-17 0 0,14-3 7 0 0,0 0 1 0 0,1 1-1 0 0,-1 0 1 0 0,1 0-1 0 0,0 1 0 0 0,0 0 1 0 0,0 1-1 0 0,0 0 1 0 0,1 0-1 0 0,0 0 1 0 0,0 1-1 0 0,-7 7 0 0 0,10-9-11 0 0,0 1 1 0 0,0-1-1 0 0,0 1 0 0 0,1 0 0 0 0,0 0 0 0 0,0 0 0 0 0,0 1 0 0 0,0-1 0 0 0,1 1 0 0 0,0-1 0 0 0,0 1 0 0 0,1 0 0 0 0,-1 0 0 0 0,1 0 1 0 0,0 0-1 0 0,1 0 0 0 0,0 11 0 0 0,1-13 8 0 0,0-1 1 0 0,0 1-1 0 0,0-1 1 0 0,0 1-1 0 0,1-1 1 0 0,0 0-1 0 0,0 0 1 0 0,0 1-1 0 0,0-1 1 0 0,0-1-1 0 0,0 1 1 0 0,1 0-1 0 0,-1 0 0 0 0,1-1 1 0 0,0 0-1 0 0,0 1 1 0 0,0-1-1 0 0,0 0 1 0 0,0 0-1 0 0,1-1 1 0 0,-1 1-1 0 0,6 1 1 0 0,10 4 26 0 0,0-1 0 0 0,38 7 0 0 0,-38-9-5 0 0,-8-2-234 0 0,1-1-1 0 0,-1 0 0 0 0,1-1 0 0 0,0 0 0 0 0,-1-1 0 0 0,1 0 0 0 0,-1-1 1 0 0,1 0-1 0 0,-1-1 0 0 0,22-8 0 0 0,-5-1-592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24.61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6 101 3352 0 0,'-5'-98'3058'0'0,"5"96"-2805"0"0,1 7-248 0 0,37 97-26 0 0,76 197-24 0 0,-101-267 67 0 0,-1-1 0 0 0,-2 1 0 0 0,-1 1 0 0 0,-1 0 0 0 0,-2 0 0 0 0,-2 1 0 0 0,1 34 0 0 0,-5-67 11 0 0,0 6 228 0 0,0-5-562 0 0,1-37-3193 0 0,1 14 2073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24.96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 79 4196 0 0,'-9'1'-227'0'0,"6"-2"179"0"0,8-2-263 0 0,32-8 339 0 0,0 1 0 0 0,1 2 1 0 0,70-6-1 0 0,-53 8-1136 0 0,64-15 0 0 0,-101 16 565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25.70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7 1 2068 0 0,'0'0'266'0'0,"-7"6"1091"0"0,7-6-1336 0 0,79 26-21 0 0,71 29-40 0 0,-133-48 26 0 0,-1 2 1 0 0,1 0-1 0 0,-2 1 0 0 0,1 1 0 0 0,-1 0 0 0 0,21 21 1 0 0,-32-28 11 0 0,0 1 1 0 0,0-1-1 0 0,0 1 1 0 0,-1 1 0 0 0,0-1-1 0 0,0 0 1 0 0,0 1-1 0 0,0-1 1 0 0,2 10 0 0 0,-4-12 14 0 0,-1 0 1 0 0,1 0-1 0 0,-1-1 0 0 0,0 1 1 0 0,1 0-1 0 0,-1 0 1 0 0,0 0-1 0 0,-1-1 1 0 0,1 1-1 0 0,0 0 1 0 0,-1 0-1 0 0,0 0 1 0 0,0-1-1 0 0,1 1 0 0 0,-1 0 1 0 0,-1-1-1 0 0,1 1 1 0 0,0-1-1 0 0,-1 0 1 0 0,1 1-1 0 0,-1-1 1 0 0,-3 3-1 0 0,3-2 43 0 0,0 0 0 0 0,0-1 0 0 0,-1 0 0 0 0,1 1-1 0 0,-1-1 1 0 0,1 0 0 0 0,-1 0 0 0 0,0-1 0 0 0,0 1 0 0 0,0-1 0 0 0,0 1 0 0 0,0-1-1 0 0,0 0 1 0 0,0 0 0 0 0,-1 0 0 0 0,1 0 0 0 0,0-1 0 0 0,0 1 0 0 0,-1-1 0 0 0,1 0 0 0 0,0 0-1 0 0,-1 0 1 0 0,1 0 0 0 0,0-1 0 0 0,-1 0 0 0 0,1 1 0 0 0,0-1 0 0 0,0 0 0 0 0,0 0-1 0 0,0-1 1 0 0,0 1 0 0 0,0-1 0 0 0,0 1 0 0 0,0-1 0 0 0,0 0 0 0 0,1 0 0 0 0,-1 0 0 0 0,1-1-1 0 0,-1 1 1 0 0,1-1 0 0 0,0 1 0 0 0,0-1 0 0 0,0 0 0 0 0,0 1 0 0 0,1-1 0 0 0,-1 0-1 0 0,1 0 1 0 0,0 0 0 0 0,-1 0 0 0 0,1-1 0 0 0,1 1 0 0 0,-1 0 0 0 0,0-5 0 0 0,1-1-38 0 0,-1 1 1 0 0,2-1 0 0 0,0 1-1 0 0,0-1 1 0 0,0 1 0 0 0,1-1-1 0 0,0 1 1 0 0,1-1 0 0 0,0 1-1 0 0,0 0 1 0 0,1 1 0 0 0,-1-1-1 0 0,2 0 1 0 0,-1 1 0 0 0,8-9-1 0 0,6-7-101 0 0,0 1 1 0 0,2 1-1 0 0,23-21 0 0 0,-27 31-203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26.05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1 4684 0 0,'0'0'-127'0'0,"16"-1"-631"0"0,-9 13 703 0 0,0 0-1 0 0,0 0 1 0 0,-2 1-1 0 0,1-1 1 0 0,-2 1-1 0 0,0 1 1 0 0,5 22-1 0 0,6 20-1 0 0,22 75 177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26.22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23 23 2248 0 0,'-22'-22'500'0'0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26.85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123 156 3544 0 0,'4'1'57'0'0,"0"-1"-1"0"0,-1 1 0 0 0,1 0 0 0 0,0-1 0 0 0,0 0 1 0 0,-1 0-1 0 0,1 0 0 0 0,0 0 0 0 0,0 0 0 0 0,-1-1 1 0 0,1 0-1 0 0,0 0 0 0 0,0 0 0 0 0,-1 0 0 0 0,1 0 1 0 0,-1-1-1 0 0,0 0 0 0 0,1 0 0 0 0,-1 0 0 0 0,0 0 1 0 0,0 0-1 0 0,0 0 0 0 0,0-1 0 0 0,0 1 0 0 0,-1-1 1 0 0,5-5-1 0 0,-4 3-2 0 0,0 0 1 0 0,1 1-1 0 0,-2-1 1 0 0,1 0-1 0 0,-1-1 1 0 0,0 1-1 0 0,0 0 1 0 0,0-1-1 0 0,-1 1 1 0 0,1-1-1 0 0,-1 0 1 0 0,-1 1-1 0 0,1-1 0 0 0,-1 0 1 0 0,0 0-1 0 0,-2-9 1 0 0,2 14-51 0 0,0 0 0 0 0,-1 0 0 0 0,0-1 0 0 0,1 1 0 0 0,-1 0 0 0 0,0 0 0 0 0,0 0 0 0 0,1 0 0 0 0,-1 0 0 0 0,0 0 0 0 0,0 0 0 0 0,0 0 0 0 0,0 0 0 0 0,0 0 0 0 0,0 1 0 0 0,-1-1 0 0 0,1 0 0 0 0,0 1 0 0 0,0-1-1 0 0,-1 1 1 0 0,1-1 0 0 0,0 1 0 0 0,0 0 0 0 0,-1-1 0 0 0,1 1 0 0 0,0 0 0 0 0,-1 0 0 0 0,1 0 0 0 0,0 0 0 0 0,-1 0 0 0 0,1 0 0 0 0,-2 1 0 0 0,-43 7-1 0 0,44-8-4 0 0,-9 4-9 0 0,0 1-1 0 0,0 1 1 0 0,1-1-1 0 0,-1 1 1 0 0,1 1-1 0 0,1 0 1 0 0,-1 1-1 0 0,1 0 1 0 0,0 0-1 0 0,1 0 1 0 0,0 1-1 0 0,1 1 1 0 0,-1-1-1 0 0,2 1 1 0 0,-10 18-1 0 0,15-26 5 0 0,0 0 0 0 0,0 0 0 0 0,0 0-1 0 0,0 0 1 0 0,1 1 0 0 0,-1-1 0 0 0,1 0-1 0 0,-1 1 1 0 0,1-1 0 0 0,0 1 0 0 0,0-1-1 0 0,0 0 1 0 0,0 1 0 0 0,0-1 0 0 0,1 1-1 0 0,-1-1 1 0 0,1 0 0 0 0,-1 1 0 0 0,1-1 0 0 0,0 0-1 0 0,2 4 1 0 0,-1-3 11 0 0,0 0 0 0 0,1 0 1 0 0,0 0-1 0 0,-1-1 0 0 0,1 1 0 0 0,0-1 0 0 0,0 1 0 0 0,1-1 1 0 0,-1 0-1 0 0,0 0 0 0 0,1 0 0 0 0,4 1 0 0 0,2 1-66 0 0,1-1 0 0 0,-1 0 0 0 0,1-1 0 0 0,0 0 0 0 0,-1 0 0 0 0,1-2 0 0 0,0 1 0 0 0,21-2 0 0 0,-21-2-493 0 0,1 1 0 0 0,-1-2 0 0 0,1 1 0 0 0,19-11 0 0 0,-8 0-154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27.49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84 3560 0 0,'0'0'30'0'0,"3"-20"536"0"0,-4 19-517 0 0,1 1 1 0 0,0 0 0 0 0,0-1-1 0 0,0 1 1 0 0,0-1-1 0 0,0 1 1 0 0,0 0-1 0 0,0-1 1 0 0,0 1-1 0 0,-1-1 1 0 0,1 1-1 0 0,1 0 1 0 0,-1-1-1 0 0,0 1 1 0 0,0-1-1 0 0,0 1 1 0 0,0 0-1 0 0,0-1 1 0 0,0 1-1 0 0,0-1 1 0 0,1 1 0 0 0,-1 0-1 0 0,0-1 1 0 0,0 1-1 0 0,0 0 1 0 0,1-1-1 0 0,-1 1 1 0 0,0 0-1 0 0,0-1 1 0 0,1 1-1 0 0,-1 0 1 0 0,0 0-1 0 0,1-1 1 0 0,-1 1-1 0 0,0 0 1 0 0,1 0-1 0 0,-1 0 1 0 0,1 0 0 0 0,-1-1-1 0 0,1 1 1 0 0,136 187-140 0 0,-32-65 235 0 0,-104-121-66 0 0,15 5 2937 0 0,-16-6-2969 0 0,4-40 81 0 0,1 1 0 0 0,2 0 0 0 0,1 0 0 0 0,3 1 0 0 0,27-68 0 0 0,-36 100-236 0 0,0-1 0 0 0,0 1 0 0 0,0-1 0 0 0,-1 0 0 0 0,1-13 0 0 0,-2 19-122 0 0,0-9-1219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28.03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0 144 5465 0 0,'2'1'-65'0'0,"-1"0"0"0"0,0 0 1 0 0,1 0-1 0 0,-1 0 0 0 0,1 0 1 0 0,-1-1-1 0 0,1 1 0 0 0,-1 0 1 0 0,1-1-1 0 0,-1 1 1 0 0,1-1-1 0 0,0 1 0 0 0,-1-1 1 0 0,1 0-1 0 0,0 0 0 0 0,-1 0 1 0 0,1 0-1 0 0,0 0 1 0 0,-1 0-1 0 0,1 0 0 0 0,0 0 1 0 0,-1-1-1 0 0,3 0 0 0 0,43-15-32 0 0,-38 11 224 0 0,0 0 0 0 0,0 0 1 0 0,-1-1-1 0 0,0 0 1 0 0,0 0-1 0 0,0-1 0 0 0,-1 0 1 0 0,0-1-1 0 0,-1 0 1 0 0,1 0-1 0 0,-1 0 0 0 0,-1 0 1 0 0,0-1-1 0 0,6-14 1 0 0,-10 23-117 0 0,-1 0 1 0 0,0-1-1 0 0,1 1 1 0 0,-1-1-1 0 0,0 1 1 0 0,0 0 0 0 0,1-1-1 0 0,-1 1 1 0 0,0-1-1 0 0,0 1 1 0 0,0-1-1 0 0,0 1 1 0 0,0-1 0 0 0,1 1-1 0 0,-1-1 1 0 0,0 1-1 0 0,0-1 1 0 0,0 1 0 0 0,0-1-1 0 0,-1 1 1 0 0,1-1-1 0 0,0 1 1 0 0,0-1-1 0 0,0 1 1 0 0,0-1 0 0 0,0 1-1 0 0,-1-1 1 0 0,1 1-1 0 0,0-1 1 0 0,0 1 0 0 0,-1 0-1 0 0,1-1 1 0 0,0 1-1 0 0,-1-1 1 0 0,1 1-1 0 0,-1-1 1 0 0,-19 3 128 0 0,-22 17-102 0 0,30-10-46 0 0,0 0 0 0 0,1 1 0 0 0,0 1 0 0 0,1-1-1 0 0,0 2 1 0 0,0 0 0 0 0,2 0 0 0 0,-1 0 0 0 0,1 1-1 0 0,-10 24 1 0 0,17-35 4 0 0,1 0-1 0 0,-1 0 1 0 0,1 0 0 0 0,-1 0-1 0 0,1 0 1 0 0,0 0-1 0 0,0 1 1 0 0,0-1-1 0 0,0 0 1 0 0,0 0 0 0 0,0 0-1 0 0,1 0 1 0 0,-1 0-1 0 0,1 0 1 0 0,-1 0-1 0 0,1 0 1 0 0,0 0 0 0 0,0 0-1 0 0,0 0 1 0 0,2 3-1 0 0,0-2 8 0 0,-1-1-1 0 0,1 1 0 0 0,0 0 1 0 0,0-1-1 0 0,0 0 0 0 0,0 0 1 0 0,1 0-1 0 0,-1 0 0 0 0,1 0 1 0 0,5 2-1 0 0,6 0-12 0 0,0 0 0 0 0,1 0 0 0 0,0-1 0 0 0,21 0 1 0 0,4-2-690 0 0,0-2 0 0 0,0-1 1 0 0,44-9-1 0 0,-23-1-777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30.66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 36 4124 0 0,'0'0'-300'0'0,"-9"3"-743"0"0,6-2 1037 0 0,7-2-14 0 0,71-19 259 0 0,-72 19-219 0 0,-2 0-12 0 0,7-2-16 0 0,-1 0 9 0 0,1 1 0 0 0,-1-1 1 0 0,1 2-1 0 0,0-1 0 0 0,0 1 0 0 0,0 0 0 0 0,15 1 0 0 0,-20 0-3 0 0,1 0-7 0 0,4 1-7 0 0,1 0 0 0 0,-1 1-1 0 0,0 0 1 0 0,0 1 0 0 0,1-1-1 0 0,-1 2 1 0 0,8 4 0 0 0,-14-7 19 0 0,0 0 0 0 0,1 0 0 0 0,-1 0 0 0 0,0 1 0 0 0,-1-1 0 0 0,1 1 0 0 0,0 0 1 0 0,0-1-1 0 0,-1 1 0 0 0,1 0 0 0 0,-1 0 0 0 0,1 0 0 0 0,-1 0 0 0 0,0 0 0 0 0,0 0 0 0 0,0 1 1 0 0,0-1-1 0 0,0 0 0 0 0,0 1 0 0 0,-1-1 0 0 0,1 0 0 0 0,-1 1 0 0 0,0-1 0 0 0,1 1 0 0 0,-1-1 1 0 0,0 0-1 0 0,-1 1 0 0 0,1-1 0 0 0,-1 3 0 0 0,-1 0 16 0 0,-1 0 1 0 0,0-1-1 0 0,-1 1 1 0 0,1-1-1 0 0,-1 0 1 0 0,0 0-1 0 0,0 0 0 0 0,0 0 1 0 0,0-1-1 0 0,-1 0 1 0 0,1 0-1 0 0,-1 0 1 0 0,0 0-1 0 0,-8 3 1 0 0,7-3-1 0 0,-143 64 829 0 0,147-66-760 0 0,-12 3 99 0 0,7-2-45 0 0,10-2 47 0 0,32-6-209 0 0,-1 1-1 0 0,61 0 1 0 0,-81 6 14 0 0,-1-1 0 0 0,1 2 0 0 0,-1 0 0 0 0,0 0 0 0 0,0 2 1 0 0,0-1-1 0 0,0 2 0 0 0,0 0 0 0 0,-1 0 0 0 0,17 10 0 0 0,-27-14 8 0 0,-1 0 1 0 0,1-1-1 0 0,-1 1 1 0 0,1 0-1 0 0,-1 0 1 0 0,0 0 0 0 0,1 0-1 0 0,-1 0 1 0 0,0 0-1 0 0,0 0 1 0 0,1 1-1 0 0,-1-1 1 0 0,0 0-1 0 0,0 1 1 0 0,0-1-1 0 0,-1 1 1 0 0,1-1 0 0 0,0 1-1 0 0,-1-1 1 0 0,1 1-1 0 0,-1-1 1 0 0,1 1-1 0 0,-1 0 1 0 0,1-1-1 0 0,-1 1 1 0 0,0 0-1 0 0,0-1 1 0 0,0 1 0 0 0,0 0-1 0 0,0-1 1 0 0,-1 1-1 0 0,1 0 1 0 0,0-1-1 0 0,-1 1 1 0 0,1-1-1 0 0,-1 1 1 0 0,1 0-1 0 0,-1-1 1 0 0,0 1 0 0 0,0-1-1 0 0,0 0 1 0 0,0 1-1 0 0,0-1 1 0 0,0 0-1 0 0,0 1 1 0 0,0-1-1 0 0,0 0 1 0 0,-3 1-1 0 0,-3 5 27 0 0,-1-1-1 0 0,1-1 0 0 0,-1 0 0 0 0,-1 0 0 0 0,-16 7 0 0 0,-7 0 263 0 0,-1-3 0 0 0,0-1 1 0 0,-1-1-1 0 0,1-1 0 0 0,-69 1 0 0 0,101-7-318 0 0,0 0 0 0 0,0 0 0 0 0,0 0 0 0 0,0 0 0 0 0,0 0 0 0 0,0-1 0 0 0,0 1 0 0 0,0 0 0 0 0,1 0 1 0 0,-1 0-1 0 0,0-1 0 0 0,0 1 0 0 0,0-1 0 0 0,0 1 0 0 0,1-1 0 0 0,-1 1 0 0 0,0-1 0 0 0,0 1 0 0 0,1-1 0 0 0,-1 1 0 0 0,0-1 0 0 0,1 0 0 0 0,-1 1 0 0 0,1-1 0 0 0,-1 0 1 0 0,1 0-1 0 0,-1 0 0 0 0,1 1 0 0 0,-1-1 0 0 0,1 0 0 0 0,-1-1 0 0 0,1 0-198 0 0,0-1 0 0 0,0 1 0 0 0,0-1 0 0 0,0 1 1 0 0,0-1-1 0 0,0 1 0 0 0,0 0 0 0 0,1-1 0 0 0,0 1 0 0 0,-1-1 0 0 0,3-3 1 0 0,5-13-1014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31.74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600 53 4000 0 0,'0'-2'-14'0'0,"-1"0"0"0"0,1 1 0 0 0,-1-1 0 0 0,1 0 0 0 0,-1 0 0 0 0,1 1 0 0 0,-1-1 0 0 0,0 0 0 0 0,0 1 0 0 0,0-1 0 0 0,0 1 0 0 0,0-1 0 0 0,0 1 0 0 0,0-1-1 0 0,0 1 1 0 0,-1 0 0 0 0,1 0 0 0 0,0-1 0 0 0,-1 1 0 0 0,1 0 0 0 0,-4-1 0 0 0,4 1 46 0 0,-59-6 215 0 0,34 10-247 0 0,1 2 0 0 0,-1 1 0 0 0,1 1 0 0 0,1 1 0 0 0,0 1 1 0 0,0 1-1 0 0,0 1 0 0 0,2 1 0 0 0,-1 1 0 0 0,2 1 0 0 0,0 1 0 0 0,0 1 1 0 0,-21 22-1 0 0,19-15-16 0 0,0 1 1 0 0,2 1 0 0 0,0 0-1 0 0,-28 49 1 0 0,44-65 11 0 0,1-1 0 0 0,0 1 0 0 0,1 0 0 0 0,0 0 0 0 0,0 0 0 0 0,1 0 0 0 0,0 0 0 0 0,0 1 0 0 0,1-1 0 0 0,1 0 0 0 0,-1 1 0 0 0,2-1 0 0 0,-1 1 0 0 0,1-1 0 0 0,1 1 1 0 0,-1-1-1 0 0,2 0 0 0 0,-1 0 0 0 0,1 0 0 0 0,8 17 0 0 0,-4-13 11 0 0,0-1 0 0 0,0 1 0 0 0,1-1 1 0 0,0 0-1 0 0,2-1 0 0 0,-1 0 0 0 0,1 0 0 0 0,0-1 1 0 0,1-1-1 0 0,1 0 0 0 0,-1 0 0 0 0,1-1 0 0 0,1 0 1 0 0,-1-1-1 0 0,1-1 0 0 0,0 0 0 0 0,1-1 0 0 0,0 0 1 0 0,0-1-1 0 0,18 3 0 0 0,-9-2 79 0 0,1-2 0 0 0,-1 0 0 0 0,1-2 0 0 0,0 0 0 0 0,0-2 0 0 0,-1 0 1 0 0,1-2-1 0 0,-1-1 0 0 0,26-7 0 0 0,-35 7 56 0 0,0-1 1 0 0,0 0 0 0 0,0-1 0 0 0,0-1-1 0 0,-1 0 1 0 0,0-1 0 0 0,-1 0-1 0 0,0-1 1 0 0,0-1 0 0 0,-1 0-1 0 0,0 0 1 0 0,-1-1 0 0 0,0 0-1 0 0,0-1 1 0 0,10-18 0 0 0,-11 17 6 0 0,-1-1 1 0 0,0 0-1 0 0,-2-1 1 0 0,1 0 0 0 0,-2 0-1 0 0,0 0 1 0 0,0-1-1 0 0,-2 0 1 0 0,0 1 0 0 0,-1-1-1 0 0,0 0 1 0 0,-1-1-1 0 0,-3-27 1 0 0,1 31-98 0 0,-1 0-1 0 0,0 0 1 0 0,-1 0 0 0 0,-1 1 0 0 0,0-1 0 0 0,-1 1-1 0 0,0 0 1 0 0,-1 1 0 0 0,0-1 0 0 0,-1 1-1 0 0,0 0 1 0 0,0 1 0 0 0,-2 0 0 0 0,1 0 0 0 0,-1 0-1 0 0,-11-8 1 0 0,1 2-30 0 0,-2 1 1 0 0,0 1-1 0 0,-1 1 0 0 0,0 1 1 0 0,-1 1-1 0 0,0 1 0 0 0,-30-10 1 0 0,22 10-75 0 0,-5-3-578 0 0,10 6-4108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3:20.18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8560 1 3940 0 0,'0'0'4756'0'0,"-4"2"-4720"0"0,-20 6 17 0 0,-1-1 0 0 0,1-2 0 0 0,-2 0 0 0 0,-48 2 0 0 0,2 2-39 0 0,-533 79 192 0 0,317-38-132 0 0,176-28-54 0 0,-438 101 146 0 0,433-95-109 0 0,-634 156 381 0 0,398-91-330 0 0,160-40-67 0 0,-282 103-8 0 0,257-62-8 0 0,-41 15 10 0 0,-44-7 7 0 0,70-25 8 0 0,-44 14 17 0 0,-169 64 10 0 0,-175 114-1 0 0,519-228-83 0 0,-184 104 1 0 0,140-63-2 0 0,-37 23-28 0 0,-123 90 17 0 0,256-156 4 0 0,3 2-1 0 0,1 1 1 0 0,2 3-1 0 0,-39 53 1 0 0,2-16 11 0 0,57-61 1 0 0,1 2 1 0 0,-26 33-1 0 0,24-29-27 0 0,-9 15-7 0 0,-43 82-28 0 0,30-51 85 0 0,-2-3 1 0 0,-101 110-1 0 0,108-131-15 0 0,-34 30 33 0 0,-112 93 1 0 0,87-84-36 0 0,3 5 5 0 0,69-61-6 0 0,1-3 1361 0 0,26-33-1339 0 0,0 1 1 0 0,0 0-1 0 0,0-1 1 0 0,0 0-1 0 0,1 1 1 0 0,0-1-1 0 0,0 0 0 0 0,0 0 1 0 0,0 0-1 0 0,0 0 1 0 0,1-6-1 0 0,-2 2 12 0 0,-8-40 49 0 0,-25-97 52 0 0,22 80-112 0 0,-3-7-135 0 0,16 71 76 0 0,-3-10-736 0 0,3 29 486 0 0,45 267-76 0 0,-39-249 365 0 0,0-6 4 0 0,-1-1 1 0 0,0 33 0 0 0,-5-61-12 0 0,0 0 1 0 0,-1 0-1 0 0,1 1 1 0 0,0-1-1 0 0,0 0 1 0 0,0 0-1 0 0,1 1 1 0 0,-1-1 0 0 0,0 0-1 0 0,0 0 1 0 0,1 1-1 0 0,-1-1 1 0 0,0 0-1 0 0,1 0 1 0 0,-1 0-1 0 0,1 0 1 0 0,0 0-1 0 0,-1 0 1 0 0,1 1 0 0 0,0-2-1 0 0,0 1 1 0 0,-1 0-1 0 0,1 0 1 0 0,0 0-1 0 0,0 0 1 0 0,0 0-1 0 0,0-1 1 0 0,0 1-1 0 0,0 0 1 0 0,1-1 0 0 0,-1 1-1 0 0,0-1 1 0 0,0 1-1 0 0,0-1 1 0 0,0 0-1 0 0,1 1 1 0 0,-1-1-1 0 0,0 0 1 0 0,0 0-1 0 0,1 0 1 0 0,-1 0 0 0 0,0 0-1 0 0,0 0 1 0 0,1 0-1 0 0,1-1 1 0 0,7-2-27 0 0,0 0 1 0 0,0 0 0 0 0,-1-1-1 0 0,17-8 1 0 0,-8 3 57 0 0,67-23-93 0 0,155-36 0 0 0,-64 22-87 0 0,-173 45 144 0 0,13-2-9 0 0,-7 1 120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7:25.51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517 83 1104 0 0,'1'-1'46'0'0,"-1"0"100"0"0,1 0 0 0 0,0 0-1 0 0,-1 0 1 0 0,1 0 0 0 0,-1 0 0 0 0,1 0 0 0 0,-1-1 0 0 0,1 1 0 0 0,-1 0 0 0 0,0 0-1 0 0,0-1 1 0 0,1 1 0 0 0,-1 0 0 0 0,0-1 0 0 0,0 1 0 0 0,0 0 0 0 0,-1-1 0 0 0,1 1-1 0 0,0 0 1 0 0,0 0 0 0 0,-1-1 0 0 0,1 1 0 0 0,-1 0 0 0 0,1 0 0 0 0,-1 0 0 0 0,1-1-1 0 0,-1 1 1 0 0,0 0 0 0 0,1 0 0 0 0,-1 0 0 0 0,0 0 0 0 0,0 0 0 0 0,0 0 0 0 0,0 1-1 0 0,-1-2 1 0 0,0 0 21 0 0,0 0-98 0 0,-1-1 1 0 0,0 1-1 0 0,0 0 1 0 0,0 0-1 0 0,0 0 0 0 0,0 0 1 0 0,-1 1-1 0 0,1-1 1 0 0,0 1-1 0 0,-1-1 0 0 0,1 1 1 0 0,-1 0-1 0 0,-3 0 1 0 0,0-1 33 0 0,0 0-64 0 0,0-1 1 0 0,0 1-1 0 0,0 1 0 0 0,0 0 0 0 0,0 0 0 0 0,-1 0 0 0 0,-10 1 0 0 0,3 1-33 0 0,-1 2 0 0 0,1 0 0 0 0,-23 7 0 0 0,20-2-22 0 0,0 1 0 0 0,0 0 0 0 0,1 1 0 0 0,0 1-1 0 0,1 0 1 0 0,0 2 0 0 0,1 0 0 0 0,0 0 0 0 0,1 1 0 0 0,-12 16 0 0 0,12-12-15 0 0,0 0 1 0 0,1 0 0 0 0,1 1-1 0 0,1 1 1 0 0,-16 36 0 0 0,23-46 6 0 0,0 0 0 0 0,1 0 1 0 0,0 1-1 0 0,1-1 0 0 0,0 1 1 0 0,1 0-1 0 0,0-1 0 0 0,0 1 1 0 0,1 0-1 0 0,2 15 1 0 0,0-17 10 0 0,0-1 1 0 0,0 0 0 0 0,1 0-1 0 0,0 0 1 0 0,0 0 0 0 0,1 0 0 0 0,0-1-1 0 0,0 0 1 0 0,1 0 0 0 0,0 0-1 0 0,0 0 1 0 0,1-1 0 0 0,12 11 0 0 0,-6-6 11 0 0,1-1 1 0 0,1 0-1 0 0,0-1 1 0 0,0 0-1 0 0,1-2 1 0 0,0 1-1 0 0,0-2 1 0 0,0 0-1 0 0,1-1 1 0 0,0-1-1 0 0,0 0 1 0 0,1-1-1 0 0,-1 0 1 0 0,1-2-1 0 0,-1 0 1 0 0,1-1-1 0 0,-1 0 1 0 0,1-2-1 0 0,0 0 0 0 0,17-5 1 0 0,317-73 212 0 0,-281 63-131 0 0,-68 16 59 0 0,3-18-3654 0 0,-7 9 1273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7:25.51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 86 5657 0 0,'-11'-65'875'0'0,"11"63"-598"0"0,-1-10 52 0 0,2 5-197 0 0,0 10-297 0 0,44 144 105 0 0,57 167-86 0 0,-56-175 234 0 0,-40-120 2486 0 0,-17-81-1415 0 0,13 56-1215 0 0,-1 0-1 0 0,1-1 0 0 0,0 1 0 0 0,0 0 1 0 0,1 0-1 0 0,0 0 0 0 0,0 1 1 0 0,0-1-1 0 0,1 0 0 0 0,0 1 1 0 0,0 0-1 0 0,0 0 0 0 0,0 0 0 0 0,1 1 1 0 0,0 0-1 0 0,0 0 0 0 0,0 0 1 0 0,1 0-1 0 0,-1 1 0 0 0,1-1 0 0 0,0 2 1 0 0,0-1-1 0 0,8-2 0 0 0,-9 3-3 0 0,0 0-1 0 0,0 1 0 0 0,1-1 0 0 0,-1 1 0 0 0,1 0 1 0 0,-1 1-1 0 0,1-1 0 0 0,-1 1 0 0 0,0 1 1 0 0,1-1-1 0 0,-1 1 0 0 0,1-1 0 0 0,-1 1 0 0 0,0 1 1 0 0,1-1-1 0 0,-1 1 0 0 0,0 0 0 0 0,0 0 0 0 0,0 1 1 0 0,0-1-1 0 0,-1 1 0 0 0,1 0 0 0 0,-1 1 1 0 0,1-1-1 0 0,-1 1 0 0 0,0-1 0 0 0,5 8 0 0 0,1 4 22 0 0,-2 0-1 0 0,1 0 0 0 0,-2 1 0 0 0,0 0 0 0 0,-1 0 0 0 0,-1 1 0 0 0,-1-1 1 0 0,0 1-1 0 0,-1 0 0 0 0,0 0 0 0 0,-2 1 0 0 0,0 25 0 0 0,-1-42-11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7:25.51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41 105 4812 0 0,'0'0'-136'0'0,"-11"-43"800"0"0,11 41-479 0 0,-2-4 414 0 0,2 6-567 0 0,1 0 0 0 0,-1-1 1 0 0,0 1-1 0 0,0 0 0 0 0,0 0 1 0 0,0-1-1 0 0,0 1 0 0 0,0 0 0 0 0,0 0 1 0 0,0-1-1 0 0,0 1 0 0 0,0 0 1 0 0,0 0-1 0 0,0-1 0 0 0,0 1 1 0 0,0 0-1 0 0,0-1 0 0 0,0 1 1 0 0,0 0-1 0 0,0 0 0 0 0,0-1 0 0 0,0 1 1 0 0,0 0-1 0 0,0 0 0 0 0,-1-1 1 0 0,1 1-1 0 0,0 0 0 0 0,0 0 1 0 0,0 0-1 0 0,0-1 0 0 0,-1 1 1 0 0,1 0-1 0 0,0 0 0 0 0,0 0 0 0 0,0 0 1 0 0,-1-1-1 0 0,1 1 0 0 0,0 0 1 0 0,0 0-1 0 0,-1 0 0 0 0,1 0 1 0 0,0 0-1 0 0,0 0 0 0 0,-1 0 1 0 0,1 0-1 0 0,0-1 0 0 0,0 1 1 0 0,-1 0-1 0 0,1 0 0 0 0,0 0 0 0 0,-1 0 1 0 0,1 1-1 0 0,-4 6-47 0 0,1 1 0 0 0,0-1 0 0 0,0 1 0 0 0,1 0 1 0 0,0 0-1 0 0,0 0 0 0 0,1 0 0 0 0,0 1 0 0 0,0-1 0 0 0,1 0 0 0 0,0 0 0 0 0,1 1 0 0 0,0-1 0 0 0,0 0 1 0 0,0 0-1 0 0,1 0 0 0 0,1 0 0 0 0,-1 0 0 0 0,7 13 0 0 0,-5-11 8 0 0,1 0 1 0 0,-1 0-1 0 0,2-1 0 0 0,-1 0 0 0 0,1 0 1 0 0,1 0-1 0 0,0-1 0 0 0,0 0 1 0 0,0 0-1 0 0,1-1 0 0 0,0 0 1 0 0,1 0-1 0 0,-1-1 0 0 0,1 0 0 0 0,14 7 1 0 0,-20-12 10 0 0,0 0 1 0 0,0 0 0 0 0,0 0 0 0 0,0 0-1 0 0,0-1 1 0 0,0 1 0 0 0,0-1-1 0 0,0 0 1 0 0,0 0 0 0 0,0 0 0 0 0,0 0-1 0 0,0 0 1 0 0,1-1 0 0 0,-1 1-1 0 0,0-1 1 0 0,0 0 0 0 0,-1 0 0 0 0,1 0-1 0 0,4-3 1 0 0,-2 1 3 0 0,0-1 0 0 0,0 1 1 0 0,-1-1-1 0 0,0 0 0 0 0,0 0 0 0 0,0-1 0 0 0,0 1 0 0 0,-1-1 1 0 0,6-9-1 0 0,2-8 28 0 0,-1 0-1 0 0,-1-1 1 0 0,11-42 0 0 0,-19 62-33 0 0,34-160 1663 0 0,-35 161-1594 0 0,-1 7-127 0 0,0 6 31 0 0,0 0-1 0 0,1 0 1 0 0,0 1-1 0 0,1-1 1 0 0,0 0-1 0 0,0 0 0 0 0,1 0 1 0 0,1-1-1 0 0,0 1 1 0 0,0 0-1 0 0,1-1 1 0 0,1 0-1 0 0,-1 0 1 0 0,2 0-1 0 0,7 10 1 0 0,0-1-110 0 0,1-1 0 0 0,0-1 0 0 0,1 0 0 0 0,1-1 0 0 0,1-1 0 0 0,32 22 0 0 0,-47-35-94 0 0,1 0-1 0 0,0-1 1 0 0,0 0-1 0 0,-1 0 1 0 0,1 0 0 0 0,0 0-1 0 0,0 0 1 0 0,0 0-1 0 0,0-1 1 0 0,0 0 0 0 0,0 1-1 0 0,1-1 1 0 0,-1 0-1 0 0,0-1 1 0 0,0 1 0 0 0,0 0-1 0 0,0-1 1 0 0,4-1-1 0 0,7-5-1681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7:25.51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7 31 5200 0 0,'-7'-14'-50'0'0,"10"41"-10"0"0,10 49-44 0 0,38 89-4 0 0,-26-88 153 0 0,-21-63-495 0 0,2 6 2824 0 0,-15-34-696 0 0,-1-8-1618 0 0,1 0-1 0 0,0 0 1 0 0,2-1-1 0 0,0 0 1 0 0,2 0-1 0 0,0-1 1 0 0,2 1-1 0 0,1-1 1 0 0,0 0-1 0 0,3-25 1 0 0,-1 44-95 0 0,1 0 1 0 0,0-1 0 0 0,0 1 0 0 0,1 0 0 0 0,-1 0 0 0 0,1 0 0 0 0,0 0-1 0 0,1 0 1 0 0,-1 0 0 0 0,1 0 0 0 0,0 1 0 0 0,0-1 0 0 0,7-7 0 0 0,-7 9-11 0 0,0 1 0 0 0,0-1 1 0 0,0 1-1 0 0,0 0 0 0 0,1 0 0 0 0,-1 0 1 0 0,1 1-1 0 0,-1-1 0 0 0,1 1 1 0 0,-1-1-1 0 0,1 1 0 0 0,0 1 0 0 0,0-1 1 0 0,0 0-1 0 0,-1 1 0 0 0,1 0 0 0 0,0 0 1 0 0,7 0-1 0 0,-7 1 22 0 0,0 0 0 0 0,-1 0-1 0 0,1 1 1 0 0,-1-1 0 0 0,1 1 0 0 0,-1 0 0 0 0,0 0-1 0 0,1 0 1 0 0,-1 0 0 0 0,0 0 0 0 0,0 1 0 0 0,-1-1-1 0 0,1 1 1 0 0,0 0 0 0 0,-1 0 0 0 0,0 0 0 0 0,0 0-1 0 0,3 5 1 0 0,3 6-50 0 0,-1 0 1 0 0,10 26-1 0 0,5 44-52 0 0,-17-61 1 0 0,1-1-1 0 0,12 30 0 0 0,-10-44-143 0 0,23-29-4302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7:25.51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0 419 4860 0 0,'14'-14'83'0'0,"-1"-1"0"0"0,-1 0-1 0 0,-1-1 1 0 0,0 0-1 0 0,9-19 1 0 0,-18 27-13 0 0,1-1-1 0 0,-2 1 1 0 0,1-1 0 0 0,-1 1 0 0 0,0-1 0 0 0,-1 0-1 0 0,0 1 1 0 0,0-1 0 0 0,-3-12 0 0 0,-22-79 1509 0 0,15 66-777 0 0,-9-38 928 0 0,18 70-1673 0 0,1 2-77 0 0,0 0 0 0 0,0 0 0 0 0,0 0-1 0 0,0 0 1 0 0,0 1 0 0 0,0-1 0 0 0,-1 0 0 0 0,1 0 0 0 0,0 0 0 0 0,0 0 0 0 0,0 0 0 0 0,0 0 0 0 0,0 0 0 0 0,0 0 0 0 0,-1 0 0 0 0,1 0 0 0 0,0 0 0 0 0,0 0 0 0 0,0 0 0 0 0,0 0 0 0 0,0 0 0 0 0,-1 0 0 0 0,1 0 0 0 0,0 0 0 0 0,0 0 0 0 0,0 0 0 0 0,0 0 0 0 0,0 0 0 0 0,-1 0 0 0 0,1 0 0 0 0,0 0 0 0 0,0 0 0 0 0,0 0 0 0 0,0 0 0 0 0,0 0 0 0 0,0 0 0 0 0,-1 0 0 0 0,1-1 0 0 0,0 1-1 0 0,0 0 1 0 0,0 0 0 0 0,0 0 0 0 0,0 0 0 0 0,0 0 0 0 0,0 0 0 0 0,0 0 0 0 0,0-1 0 0 0,-1 1 0 0 0,1 0 0 0 0,0 0 0 0 0,1 41-103 0 0,2 0 0 0 0,2-1 0 0 0,2 1 0 0 0,15 53 0 0 0,-9-39 65 0 0,18 64 16 0 0,54 126-1 0 0,-82-235 50 0 0,-1 0 1228 0 0,-14-27-962 0 0,-16-34-337 0 0,21 31-11 0 0,0-1-1 0 0,1 0 1 0 0,1 0 0 0 0,1-1 0 0 0,0 1 0 0 0,2-1-1 0 0,1 0 1 0 0,1 0 0 0 0,0 1 0 0 0,2-1 0 0 0,0 0-1 0 0,2 1 1 0 0,0-1 0 0 0,9-26 0 0 0,-9 41 21 0 0,-1 1 1 0 0,1-1-1 0 0,0 0 1 0 0,1 1-1 0 0,-1 0 1 0 0,1 0-1 0 0,0 0 1 0 0,1 1 0 0 0,-1 0-1 0 0,1 0 1 0 0,0 0-1 0 0,1 0 1 0 0,-1 1-1 0 0,1 0 1 0 0,12-5-1 0 0,-14 7 17 0 0,1 0-1 0 0,0 0 1 0 0,0 0-1 0 0,0 0 0 0 0,0 1 1 0 0,1 0-1 0 0,-1 1 1 0 0,0-1-1 0 0,1 1 1 0 0,-1 0-1 0 0,0 1 0 0 0,0-1 1 0 0,1 1-1 0 0,-1 1 1 0 0,0-1-1 0 0,0 1 1 0 0,0 0-1 0 0,0 0 1 0 0,9 6-1 0 0,-13-7 30 0 0,-1-1 1 0 0,1 1-1 0 0,0 1 0 0 0,0-1 1 0 0,-1 0-1 0 0,1 0 1 0 0,-1 1-1 0 0,1-1 0 0 0,-1 1 1 0 0,1-1-1 0 0,-1 1 0 0 0,0-1 1 0 0,0 1-1 0 0,0 0 0 0 0,0 0 1 0 0,0-1-1 0 0,0 1 1 0 0,0 0-1 0 0,-1 0 0 0 0,1 0 1 0 0,-1 0-1 0 0,1 0 0 0 0,-1 3 1 0 0,0-2 3 0 0,-1-1 0 0 0,1 1-1 0 0,-1 0 1 0 0,0 0 0 0 0,0-1 0 0 0,0 1 0 0 0,-1 0 0 0 0,1-1 0 0 0,0 1-1 0 0,-1-1 1 0 0,0 1 0 0 0,0-1 0 0 0,1 0 0 0 0,-4 3 0 0 0,-9 7 1 0 0,0-1 0 0 0,0 0 0 0 0,-1-1 0 0 0,-17 9 0 0 0,27-16-3 0 0,-139 79-183 0 0,143-81 150 0 0,1 0 4 0 0,1 0 33 0 0,-1 0 1 0 0,1 0-1 0 0,0 0 0 0 0,-1 0 0 0 0,1 0 0 0 0,0 0 0 0 0,0 0 0 0 0,-1-1 0 0 0,1 1 0 0 0,0 0 0 0 0,0-1 0 0 0,0 1 0 0 0,0 0 1 0 0,0-1-1 0 0,0 1 0 0 0,0-1 0 0 0,0 0 0 0 0,0 1 0 0 0,0-1 0 0 0,0 0 0 0 0,0 1 0 0 0,2-1 0 0 0,32 8-30 0 0,-28-7 22 0 0,55 12-53 0 0,43 8-13 0 0,179 61 0 0 0,-281-81 61 0 0,1 0 0 0 0,-1 1 1 0 0,0-1-1 0 0,1 1 0 0 0,-1 0 0 0 0,0-1 1 0 0,0 2-1 0 0,0-1 0 0 0,0 0 0 0 0,0 1 1 0 0,-1-1-1 0 0,1 1 0 0 0,-1 0 0 0 0,0-1 1 0 0,4 6-1 0 0,-7-6-201 0 0,0 0 0 0 0,0 0 1 0 0,0-1-1 0 0,0 1 0 0 0,0-1 0 0 0,0 1 1 0 0,0 0-1 0 0,-1-1 0 0 0,1 0 1 0 0,0 1-1 0 0,-1-1 0 0 0,1 0 0 0 0,-4 2 1 0 0,-5 3-1001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7:25.51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 49 4396 0 0,'-3'-20'13'0'0,"-1"-8"1279"0"0,4 45-874 0 0,5 29-424 0 0,3 0 1 0 0,1 0-1 0 0,22 59 0 0 0,-10-33 29 0 0,-15-52-247 0 0,8 36 654 0 0,-10-19-3393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7:25.52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20 99 4748 0 0,'-19'3'1393'0'0,"398"-70"-1158"0"0,-255 52-163 0 0,144 0-1 0 0,-209 11-1905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7:25.52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315 66 4288 0 0,'0'0'-190'0'0,"-6"-33"3183"0"0,1 31-2910 0 0,1 0 0 0 0,-1 0 0 0 0,1 0 0 0 0,-1 0 1 0 0,0 0-1 0 0,0 1 0 0 0,0 0 0 0 0,-8-1 0 0 0,10 2-51 0 0,-1 0-8 0 0,-6 0-28 0 0,1 1 1 0 0,-1 0-1 0 0,1 1 0 0 0,0-1 1 0 0,0 2-1 0 0,0-1 1 0 0,0 2-1 0 0,0-1 0 0 0,0 1 1 0 0,1 0-1 0 0,0 1 1 0 0,0 0-1 0 0,0 0 0 0 0,0 1 1 0 0,1 0-1 0 0,0 0 1 0 0,0 0-1 0 0,1 1 1 0 0,-1 0-1 0 0,-6 12 0 0 0,4-7-23 0 0,1 0 0 0 0,0 1-1 0 0,1 0 1 0 0,0 0-1 0 0,1 1 1 0 0,0 0 0 0 0,2 0-1 0 0,-1 1 1 0 0,2-1 0 0 0,0 1-1 0 0,0 0 1 0 0,2 0-1 0 0,0-1 1 0 0,0 1 0 0 0,2 0-1 0 0,0 0 1 0 0,0 0-1 0 0,1 0 1 0 0,1 0 0 0 0,1-1-1 0 0,0 1 1 0 0,1-1 0 0 0,0 0-1 0 0,1 0 1 0 0,1-1-1 0 0,0 0 1 0 0,13 19 0 0 0,-10-22 14 0 0,-1-1 0 0 0,1 0 1 0 0,1-1-1 0 0,-1 0 0 0 0,2-1 1 0 0,-1 0-1 0 0,1-1 1 0 0,0 0-1 0 0,0-1 0 0 0,0 0 1 0 0,1 0-1 0 0,0-2 0 0 0,0 0 1 0 0,0 0-1 0 0,0-1 0 0 0,23 0 1 0 0,9 0 19 0 0,0-3 0 0 0,-1-1 0 0 0,74-14 0 0 0,-90 11 43 0 0,1-2 1 0 0,-2 0-1 0 0,1-2 1 0 0,-1-1-1 0 0,-1-1 0 0 0,1-1 1 0 0,-2-2-1 0 0,24-16 1 0 0,-40 24 28 0 0,0 0 1 0 0,0-1 0 0 0,-1 0-1 0 0,0 0 1 0 0,-1-1 0 0 0,1 0-1 0 0,-2-1 1 0 0,1 1 0 0 0,-1-1-1 0 0,0-1 1 0 0,-1 1 0 0 0,0-1-1 0 0,-1 0 1 0 0,0 0 0 0 0,0 0-1 0 0,-1 0 1 0 0,0-1 0 0 0,-1 1-1 0 0,0-1 1 0 0,-1 0 0 0 0,0 0-1 0 0,-1 0 1 0 0,0 1 0 0 0,-3-17 0 0 0,2 19-66 0 0,-1-1 0 0 0,0 1 1 0 0,-1 0-1 0 0,1 0 0 0 0,-2 0 1 0 0,1 0-1 0 0,-1 1 1 0 0,0-1-1 0 0,-1 1 0 0 0,0 0 1 0 0,0 0-1 0 0,-8-8 0 0 0,3 5 33 0 0,-1 1 0 0 0,0 0 0 0 0,0 0 0 0 0,-1 1 0 0 0,0 1-1 0 0,-23-10 1 0 0,-7 1 66 0 0,0 1 0 0 0,-1 3-1 0 0,-71-12 1 0 0,87 20-525 0 0,-1 0-1 0 0,0 2 1 0 0,0 1 0 0 0,-53 4-1 0 0,76 4-693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7:25.52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71 64 5128 0 0,'-71'-64'2644'0'0,"83"81"-2504"0"0,25 19-174 0 0,3-1 0 0 0,76 51 0 0 0,8 6 17 0 0,1 9-1033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7:25.52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46 115 4972 0 0,'0'0'-226'0'0,"-26"-34"-316"0"0,8-11 3461 0 0,18 49-3041 0 0,-1 5 115 0 0,1 0 1 0 0,0 0-1 0 0,1 0 1 0 0,0-1-1 0 0,0 1 1 0 0,1 0 0 0 0,0-1-1 0 0,1 1 1 0 0,-1-1-1 0 0,2 1 1 0 0,-1-1-1 0 0,1 0 1 0 0,0-1-1 0 0,1 1 1 0 0,0-1 0 0 0,0 0-1 0 0,1 0 1 0 0,0 0-1 0 0,0-1 1 0 0,0 0-1 0 0,1 0 1 0 0,0 0-1 0 0,0-1 1 0 0,0 0 0 0 0,1 0-1 0 0,0-1 1 0 0,0 0-1 0 0,0-1 1 0 0,0 0-1 0 0,1 0 1 0 0,-1 0-1 0 0,1-1 1 0 0,-1-1 0 0 0,1 1-1 0 0,17-1 1 0 0,-24-1 12 0 0,1 0 1 0 0,0-1-1 0 0,0 1 0 0 0,-1-1 1 0 0,1 0-1 0 0,0 0 1 0 0,-1 0-1 0 0,1 0 1 0 0,-1 0-1 0 0,1-1 1 0 0,-1 1-1 0 0,0-1 1 0 0,0 0-1 0 0,1 1 1 0 0,-1-1-1 0 0,0 0 1 0 0,-1 0-1 0 0,1 0 0 0 0,0-1 1 0 0,0 1-1 0 0,-1 0 1 0 0,0-1-1 0 0,1 1 1 0 0,1-5-1 0 0,2-6 18 0 0,-1 1 1 0 0,0-1-1 0 0,4-21 0 0 0,-7 27-14 0 0,5-23 219 0 0,-2-1 1 0 0,0-46 0 0 0,-4 88-278 0 0,1-1 1 0 0,0 1-1 0 0,0 0 0 0 0,2 0 1 0 0,-1-1-1 0 0,1 1 0 0 0,1-1 0 0 0,8 18 1 0 0,-5-19-46 0 0,-1 0 0 0 0,2-1 0 0 0,-1 0 0 0 0,1 0 0 0 0,1-1 0 0 0,-1 0 0 0 0,1 0 1 0 0,1-1-1 0 0,-1 0 0 0 0,1-1 0 0 0,0 0 0 0 0,0 0 0 0 0,0-1 0 0 0,1-1 0 0 0,14 4 1 0 0,-22-7-121 0 0,0 1 0 0 0,0-1 0 0 0,0 0 0 0 0,1 0 0 0 0,-1-1 0 0 0,0 1 0 0 0,0-1 0 0 0,0 1 0 0 0,0-1 0 0 0,3-1 0 0 0,3-1-489 0 0,10-2-208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7:25.52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93 154 3528 0 0,'0'0'-153'0'0,"31"-8"-102"0"0,-26 5 356 0 0,-1 1 0 0 0,0-1 0 0 0,0 0 0 0 0,-1 0 0 0 0,1 0 0 0 0,-1 0 0 0 0,1 0 0 0 0,-1-1 0 0 0,0 0 0 0 0,0 0 0 0 0,-1 0 0 0 0,1 0 0 0 0,-1 0 0 0 0,0 0 0 0 0,0-1 1 0 0,0 1-1 0 0,-1-1 0 0 0,1 1 0 0 0,-1-1 0 0 0,0 0 0 0 0,0 1 0 0 0,-1-1 0 0 0,0 0 0 0 0,1 0 0 0 0,-2 0 0 0 0,1 1 0 0 0,-2-10 0 0 0,1 12-71 0 0,-1 0 0 0 0,1 0 0 0 0,0 1 1 0 0,-1-1-1 0 0,0 1 0 0 0,1-1 0 0 0,-1 1 0 0 0,0-1 0 0 0,0 1 0 0 0,1 0 0 0 0,-1 0 0 0 0,0 0 0 0 0,0 0 0 0 0,-1 0 0 0 0,1 0 1 0 0,0 1-1 0 0,0-1 0 0 0,0 1 0 0 0,0-1 0 0 0,-1 1 0 0 0,-1 0 0 0 0,3 0-18 0 0,-2-1 23 0 0,-1 3-13 0 0,-4 2-25 0 0,-1 1 0 0 0,1 0 0 0 0,0 0 0 0 0,0 0 0 0 0,1 1 0 0 0,-1 1 0 0 0,1-1 0 0 0,1 1 0 0 0,-1 1 0 0 0,1-1 0 0 0,1 1 0 0 0,-1 0 0 0 0,1 0 0 0 0,1 0 0 0 0,-1 1 0 0 0,1 0 0 0 0,1 0 0 0 0,0 0 0 0 0,0 0 0 0 0,-2 16 0 0 0,3-17-7 0 0,1-1 0 0 0,0 1-1 0 0,1 0 1 0 0,0-1 0 0 0,0 1-1 0 0,1 0 1 0 0,-1-1-1 0 0,2 1 1 0 0,-1-1 0 0 0,1 1-1 0 0,0-1 1 0 0,4 8 0 0 0,-4-10 1 0 0,1 0 1 0 0,0-1 0 0 0,0 1 0 0 0,0 0 0 0 0,1-1-1 0 0,0 0 1 0 0,0 0 0 0 0,0 0 0 0 0,0 0 0 0 0,0-1 0 0 0,1 0-1 0 0,0 0 1 0 0,-1 0 0 0 0,1 0 0 0 0,0-1 0 0 0,0 0-1 0 0,11 4 1 0 0,-9-5-206 0 0,-1 0 0 0 0,0 0-1 0 0,1 0 1 0 0,-1-1-1 0 0,0 0 1 0 0,1 0 0 0 0,-1 0-1 0 0,1-1 1 0 0,-1 0 0 0 0,0 0-1 0 0,0-1 1 0 0,1 0 0 0 0,-1 0-1 0 0,0 0 1 0 0,7-4 0 0 0,8-6-836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7:25.52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124 34 4032 0 0,'0'-1'6'0'0,"1"0"0"0"0,-1 0 0 0 0,0 1 0 0 0,1-1 0 0 0,-1 0 0 0 0,0 0-1 0 0,0 0 1 0 0,1 0 0 0 0,-1 0 0 0 0,0 1 0 0 0,0-1 0 0 0,0 0 0 0 0,0 0 0 0 0,0 0-1 0 0,0 0 1 0 0,0 0 0 0 0,-1 0 0 0 0,1 0 0 0 0,0 1 0 0 0,0-1 0 0 0,-1 0 0 0 0,1 0-1 0 0,0 0 1 0 0,-1 0 0 0 0,1 1 0 0 0,-1-1 0 0 0,1 0 0 0 0,-1 0 0 0 0,1 1-1 0 0,-1-1 1 0 0,0 1 0 0 0,1-1 0 0 0,-1 0 0 0 0,0 1 0 0 0,0-1 0 0 0,1 1 0 0 0,-1-1-1 0 0,0 1 1 0 0,0 0 0 0 0,0-1 0 0 0,1 1 0 0 0,-1 0 0 0 0,0 0 0 0 0,0-1 0 0 0,-2 1-1 0 0,1 0 29 0 0,-3 0-12 0 0,3 0-14 0 0,-4-1-6 0 0,1 1 1 0 0,-1 0 0 0 0,0 0-1 0 0,0 0 1 0 0,0 1 0 0 0,0 0-1 0 0,0 0 1 0 0,1 0 0 0 0,-1 1-1 0 0,0 0 1 0 0,1 0 0 0 0,0 1-1 0 0,-1-1 1 0 0,-5 5 0 0 0,10-6-4 0 0,1 0-1 0 0,-1 0 1 0 0,0 0 0 0 0,1 0 0 0 0,-1 0-1 0 0,0 0 1 0 0,1 0 0 0 0,0 1 0 0 0,-1-1-1 0 0,1 0 1 0 0,0 0 0 0 0,-1 1 0 0 0,1-1 0 0 0,0 0-1 0 0,0 0 1 0 0,0 1 0 0 0,0-1 0 0 0,0 0-1 0 0,0 0 1 0 0,1 1 0 0 0,-1-1 0 0 0,0 0-1 0 0,1 0 1 0 0,-1 1 0 0 0,1-1 0 0 0,-1 0 0 0 0,1 0-1 0 0,-1 0 1 0 0,1 0 0 0 0,0 0 0 0 0,0 0-1 0 0,0 1 1 0 0,31 32-1 0 0,-7-16 0 0 0,2-1 0 0 0,36 17-1 0 0,-34-19-12 0 0,0 2 0 0 0,28 20-1 0 0,-56-36 24 0 0,1 0-1 0 0,-1 0 0 0 0,1 0 0 0 0,-1 0 0 0 0,1 0 0 0 0,-1 1 1 0 0,0-1-1 0 0,1 1 0 0 0,-1-1 0 0 0,0 1 0 0 0,0-1 0 0 0,0 1 1 0 0,0-1-1 0 0,0 1 0 0 0,0 0 0 0 0,-1 0 0 0 0,1-1 0 0 0,-1 1 0 0 0,1 0 1 0 0,-1 0-1 0 0,0 0 0 0 0,1 0 0 0 0,-1 0 0 0 0,0 0 0 0 0,0-1 1 0 0,-1 4-1 0 0,0-3 20 0 0,0 0-1 0 0,0 1 1 0 0,-1-1 0 0 0,1 0 0 0 0,-1 0 0 0 0,0 0-1 0 0,1 0 1 0 0,-1 0 0 0 0,0 0 0 0 0,0 0 0 0 0,0-1-1 0 0,0 1 1 0 0,-1-1 0 0 0,1 1 0 0 0,0-1 0 0 0,-1 0 0 0 0,1 0-1 0 0,-4 1 1 0 0,-9 3 162 0 0,1-1 0 0 0,-1-1 0 0 0,-1 0 0 0 0,1-1-1 0 0,0-1 1 0 0,0 0 0 0 0,-1-1 0 0 0,1-1 0 0 0,-1 0 0 0 0,1-1-1 0 0,-22-5 1 0 0,35 7-260 0 0,1 0-1 0 0,-1-1 0 0 0,1 1 1 0 0,0 0-1 0 0,-1-1 0 0 0,1 1 1 0 0,0 0-1 0 0,-1-1 0 0 0,1 0 1 0 0,0 1-1 0 0,-1-1 0 0 0,1 0 1 0 0,0 1-1 0 0,0-1 0 0 0,0 0 1 0 0,0 0-1 0 0,0 0 0 0 0,0 0 1 0 0,0 0-1 0 0,0 0 0 0 0,0-1 1 0 0,0 1-1 0 0,1 0 0 0 0,-1 0 1 0 0,0-1-1 0 0,1 1 0 0 0,-1 0 1 0 0,1-1-1 0 0,-1 1 1 0 0,1 0-1 0 0,0-1 0 0 0,0 1 1 0 0,-1-1-1 0 0,1 1 0 0 0,0 0 1 0 0,0-1-1 0 0,0 1 0 0 0,1-1 1 0 0,-1 1-1 0 0,0-1 0 0 0,1 1 1 0 0,-1 0-1 0 0,0-1 0 0 0,1 1 1 0 0,0 0-1 0 0,-1-1 0 0 0,1 1 1 0 0,0 0-1 0 0,-1 0 0 0 0,1 0 1 0 0,0 0-1 0 0,0 0 0 0 0,2-2 1 0 0,5-6-1483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7:25.52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 82 4548 0 0,'-8'-81'3565'0'0,"10"104"-3221"0"0,11 38-392 0 0,33 92 0 0 0,-29-102 51 0 0,-2 0 0 0 0,13 81 1 0 0,-24-95 2 0 0,11 132 221 0 0,-15-167-262 0 0,3 3-637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7:25.52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5 80 5096 0 0,'0'0'-251'0'0,"-4"-4"-614"0"0,4 3 854 0 0,0 1 0 0 0,0 0 0 0 0,0 0-1 0 0,0-1 1 0 0,0 1 0 0 0,0 0 0 0 0,0 0 0 0 0,0 0 0 0 0,0-1 0 0 0,0 1 0 0 0,0 0 0 0 0,0 0 0 0 0,0-1 0 0 0,0 1 0 0 0,1 0 0 0 0,-1 0 0 0 0,0 0 0 0 0,0-1 0 0 0,0 1 0 0 0,0 0 0 0 0,0 0 0 0 0,1 0 0 0 0,-1 0 0 0 0,0-1 0 0 0,27-11-260 0 0,1 1 0 0 0,0 1 0 0 0,1 1 0 0 0,0 1 0 0 0,0 2 0 0 0,1 1 0 0 0,31-1 0 0 0,-43 4-281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7:25.52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0 2496 0 0,'0'0'470'0'0,"3"23"85"0"0,3 13-543 0 0,1 0 0 0 0,14 40 0 0 0,8 42-78 0 0,-27-102-1584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7:25.52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83 56 3556 0 0,'-38'-47'3367'0'0,"35"45"-3123"0"0,3 2-273 0 0,-1-1-1 0 0,1 1 0 0 0,0 0 1 0 0,0-1-1 0 0,0 1 1 0 0,-1 0-1 0 0,1-1 0 0 0,0 1 1 0 0,-1 0-1 0 0,1-1 1 0 0,0 1-1 0 0,-1 0 0 0 0,1 0 1 0 0,0-1-1 0 0,-1 1 1 0 0,1 0-1 0 0,0 0 0 0 0,-1 0 1 0 0,1-1-1 0 0,-1 1 1 0 0,1 0-1 0 0,0 0 0 0 0,-1 0 1 0 0,1 0-1 0 0,-1 0 1 0 0,1 0-1 0 0,0 0 0 0 0,-1 0 1 0 0,1 0-1 0 0,-1 0 1 0 0,1 0-1 0 0,-1 0 0 0 0,1 0 1 0 0,-1 1-1 0 0,0-1-230 0 0,-1 0 118 0 0,1 0 0 0 0,-1 0 0 0 0,1 1 0 0 0,0-1 0 0 0,-1 1 0 0 0,1-1 0 0 0,0 1 0 0 0,-1-1 0 0 0,1 1 0 0 0,0 0 0 0 0,0-1 0 0 0,0 1 1 0 0,0 0-1 0 0,-1 0 0 0 0,1 0 0 0 0,-1 1 0 0 0,-2 7-1460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7:25.53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154 168 4668 0 0,'0'0'-102'0'0,"1"0"109"0"0,-1 0 0 0 0,0 0-1 0 0,0 0 1 0 0,0-1 0 0 0,0 1 0 0 0,1 0 0 0 0,-1 0 0 0 0,0 0 0 0 0,0 0 0 0 0,0-1 0 0 0,0 1-1 0 0,0 0 1 0 0,0 0 0 0 0,0 0 0 0 0,0 0 0 0 0,0-1 0 0 0,1 1 0 0 0,-1 0 0 0 0,0 0 0 0 0,0 0 0 0 0,0-1-1 0 0,0 1 1 0 0,0 0 0 0 0,0 0 0 0 0,0-1 0 0 0,0 1 0 0 0,0 0 0 0 0,-1 0 0 0 0,1 0 0 0 0,0-1-1 0 0,0 1 1 0 0,0 0 0 0 0,0 0 0 0 0,0 0 0 0 0,0 0 0 0 0,0-1 0 0 0,0 1 0 0 0,0 0 0 0 0,-1 0 0 0 0,1 0-1 0 0,0 0 1 0 0,0-1 0 0 0,0 1 0 0 0,0 0 0 0 0,-1 0 0 0 0,1 0 0 0 0,-4 0-10 0 0,0 0 0 0 0,-1 0 0 0 0,1 0 0 0 0,0 1 0 0 0,0 0-1 0 0,0 0 1 0 0,0 0 0 0 0,0 0 0 0 0,0 0 0 0 0,0 1 0 0 0,0 0 0 0 0,1 0 0 0 0,-1 0 0 0 0,0 0 0 0 0,1 1 0 0 0,0-1 0 0 0,-1 1 0 0 0,1 0 0 0 0,0 0 0 0 0,1 0 0 0 0,-1 0 0 0 0,-2 4 0 0 0,-5 5-20 0 0,1 0 1 0 0,0 1-1 0 0,1 0 0 0 0,0 0 1 0 0,-7 18-1 0 0,13-25 14 0 0,0 0 0 0 0,1 1 0 0 0,-1-1 0 0 0,1 1 0 0 0,1-1 0 0 0,-1 1 0 0 0,1 0 0 0 0,0-1 0 0 0,1 1 0 0 0,0-1 0 0 0,0 1 0 0 0,0-1 0 0 0,0 1 0 0 0,1-1 0 0 0,0 0 0 0 0,1 0-1 0 0,0 0 1 0 0,-1 0 0 0 0,8 10 0 0 0,-8-12 22 0 0,1 0-1 0 0,0-1 0 0 0,0 1 0 0 0,0-1 1 0 0,0 0-1 0 0,0 0 0 0 0,1 0 1 0 0,-1 0-1 0 0,1-1 0 0 0,0 1 0 0 0,0-1 1 0 0,0 0-1 0 0,0 0 0 0 0,0 0 1 0 0,0-1-1 0 0,0 0 0 0 0,1 1 0 0 0,-1-1 1 0 0,0-1-1 0 0,1 1 0 0 0,-1-1 1 0 0,1 0-1 0 0,-1 0 0 0 0,1 0 0 0 0,-1 0 1 0 0,1-1-1 0 0,-1 1 0 0 0,1-1 1 0 0,7-3-1 0 0,-7 1 5 0 0,0 1 0 0 0,0-1 1 0 0,0 0-1 0 0,-1 0 0 0 0,1-1 1 0 0,-1 1-1 0 0,0-1 0 0 0,0 0 1 0 0,0 0-1 0 0,0-1 0 0 0,-1 1 1 0 0,0-1-1 0 0,1 0 0 0 0,-2 1 1 0 0,1-1-1 0 0,-1-1 0 0 0,1 1 1 0 0,-1 0-1 0 0,-1 0 0 0 0,1-1 1 0 0,-1 1-1 0 0,0-1 0 0 0,0 0 1 0 0,0-9-1 0 0,-1 7 1 0 0,1 1 0 0 0,-1-1 0 0 0,-1 1 0 0 0,0-1-1 0 0,0 0 1 0 0,0 1 0 0 0,-1-1 0 0 0,0 1 0 0 0,0 0 0 0 0,-1-1 0 0 0,0 1 0 0 0,0 0 0 0 0,0 1 0 0 0,-1-1-1 0 0,0 1 1 0 0,-1-1 0 0 0,-9-10 0 0 0,-6 4 52 0 0,-1 0 0 0 0,0 1 0 0 0,-40-16 0 0 0,46 21-6 0 0,13 6-32 0 0,1 1-33 0 0,0 0 0 0 0,-1-1 0 0 0,1 1 0 0 0,0 0-1 0 0,0-1 1 0 0,0 1 0 0 0,0-1 0 0 0,0 0 0 0 0,0 1 0 0 0,0-1 0 0 0,0 0-1 0 0,0 0 1 0 0,0 0 0 0 0,0 0 0 0 0,0 0 0 0 0,0 0 0 0 0,-1-2 0 0 0,28-4-58 0 0,0 1 1 0 0,1 2-1 0 0,48-4 1 0 0,90 7-39 0 0,-97 2 308 0 0,-65-1-22 0 0,-2 0-164 0 0,1 0 43 0 0,0-1 0 0 0,0 1 0 0 0,0 0 0 0 0,0 0 0 0 0,0 0 0 0 0,-1 0 0 0 0,1 1 0 0 0,0-1-1 0 0,0 0 1 0 0,0 1 0 0 0,0 0 0 0 0,0-1 0 0 0,1 2 0 0 0,-2 0-65 0 0,0 0-1 0 0,0-1 1 0 0,-1 1 0 0 0,1 0 0 0 0,-1 0 0 0 0,0 0-1 0 0,1 0 1 0 0,-1 0 0 0 0,0 0 0 0 0,0 0-1 0 0,0 0 1 0 0,-1 4 0 0 0,1 1-47 0 0,2 8 16 0 0,1 0-1 0 0,0 0 1 0 0,1 0 0 0 0,0 0 0 0 0,1-1 0 0 0,1 1-1 0 0,12 21 1 0 0,8 22 46 0 0,-20-33 576 0 0,-7-25-572 0 0,1 0 0 0 0,0 1 0 0 0,0-1 0 0 0,0 0 0 0 0,0 0 0 0 0,0 0 0 0 0,-1 0 0 0 0,1 0 0 0 0,0 0 0 0 0,0 1 0 0 0,0-1 0 0 0,0 0 0 0 0,-1 0 0 0 0,1 0 0 0 0,0 0 0 0 0,0 0 0 0 0,0 0 0 0 0,-1 0 0 0 0,1 0 0 0 0,0 0 0 0 0,0 0 0 0 0,0 0 0 0 0,-1 0 0 0 0,1 0 0 0 0,0 0 1 0 0,0 0-1 0 0,0 0 0 0 0,-1 0 0 0 0,1 0 0 0 0,0 0 0 0 0,0-1 0 0 0,0 1 0 0 0,-1 0 0 0 0,1 0 0 0 0,0 0 0 0 0,0 0 0 0 0,0 0 0 0 0,0 0 0 0 0,0 0 0 0 0,-1-1 0 0 0,1 1 0 0 0,0 0 0 0 0,0 0 0 0 0,0 0 0 0 0,0 0 0 0 0,0-1 0 0 0,0 1 0 0 0,0 0 0 0 0,0 0 0 0 0,-1-1 0 0 0,-1-2 69 0 0,-1 0 0 0 0,1 0 0 0 0,0 0 0 0 0,0 0-1 0 0,0-1 1 0 0,0 1 0 0 0,1-1 0 0 0,0 1 0 0 0,-1-1-1 0 0,0-6 1 0 0,1-4-31 0 0,1 1 0 0 0,0-1-1 0 0,1 1 1 0 0,0-1-1 0 0,1 1 1 0 0,1-1 0 0 0,0 1-1 0 0,1 0 1 0 0,1 0 0 0 0,6-14-1 0 0,-5 12-47 0 0,2 1-1 0 0,0 0 0 0 0,0 0 0 0 0,1 0 0 0 0,1 1 0 0 0,0 1 0 0 0,1 0 0 0 0,16-15 0 0 0,-23 24-33 0 0,0 0-1 0 0,-1 0 1 0 0,1 1-1 0 0,0 0 0 0 0,0 0 1 0 0,0 0-1 0 0,0 0 1 0 0,1 1-1 0 0,-1-1 1 0 0,0 1-1 0 0,1 0 1 0 0,-1 0-1 0 0,1 1 0 0 0,-1-1 1 0 0,1 1-1 0 0,-1 0 1 0 0,7 1-1 0 0,-3 1 21 0 0,0-1 1 0 0,-1 2-1 0 0,1-1 0 0 0,-1 1 0 0 0,1 0 0 0 0,-1 1 1 0 0,0-1-1 0 0,0 2 0 0 0,8 5 0 0 0,3 5-313 0 0,0 1 0 0 0,0 1-1 0 0,-2 1 1 0 0,0 0-1 0 0,21 34 1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7:25.53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2723 123 5324 0 0,'0'0'-208'0'0,"-43"-10"424"0"0,-155-29 0 0 0,-151-24 371 0 0,224 53-399 0 0,-152 9 1 0 0,125 3-85 0 0,-117 6 119 0 0,-74 26-123 0 0,307-29-112 0 0,0 2 0 0 0,1 0 1 0 0,0 3-1 0 0,0 1 1 0 0,1 1-1 0 0,1 2 0 0 0,0 1 1 0 0,1 2-1 0 0,-31 21 1 0 0,63-37 10 0 0,-65 45-87 0 0,-92 85 1 0 0,123-99 67 0 0,2 2 1 0 0,1 1-1 0 0,2 2 1 0 0,1 1-1 0 0,2 1 1 0 0,1 1-1 0 0,3 1 1 0 0,-29 70-1 0 0,24-30-26 0 0,-20 104 0 0 0,39-140 22 0 0,2-1-1 0 0,1 2 1 0 0,3-1 0 0 0,4 51-1 0 0,18 103-13 0 0,23 55-63 0 0,-33-209 65 0 0,2-1 0 0 0,3-1 0 0 0,31 68 0 0 0,-15-54 3 0 0,60 86 0 0 0,-56-96 12 0 0,2-2 1 0 0,2-1 0 0 0,2-2 0 0 0,47 36 0 0 0,-58-55 28 0 0,1-1 0 0 0,1-2 0 0 0,1-1 0 0 0,1-2 0 0 0,41 15 1 0 0,183 50-3 0 0,-133-54 33 0 0,196 20 0 0 0,-152-28-6 0 0,160 5 39 0 0,-228-20-45 0 0,230-3 32 0 0,-170-4 35 0 0,-104 0-102 0 0,25 2-20 0 0,327-7 53 0 0,-180 5-30 0 0,-121 3 9 0 0,745-43 36 0 0,-804 37-39 0 0,90-10 56 0 0,170-41 1 0 0,-254 43-13 0 0,-1-3 0 0 0,-1-1 1 0 0,0-3-1 0 0,-1-2 1 0 0,-2-3-1 0 0,75-47 1 0 0,-88 41 293 0 0,-1-1 0 0 0,-1-1 0 0 0,-2-2 0 0 0,-1-2 0 0 0,-2-1 0 0 0,25-41 0 0 0,-29 39 90 0 0,-2-1 0 0 0,-2-1 0 0 0,25-64 0 0 0,-42 93-288 0 0,-1-1 0 0 0,-1 1 0 0 0,0-1-1 0 0,-1 0 1 0 0,-1 0 0 0 0,0 0 0 0 0,-1 0-1 0 0,-2-27 1 0 0,-5 0 129 0 0,-19-66 1 0 0,7 35-153 0 0,9 41-71 0 0,-2 0 1 0 0,-1 1-1 0 0,-1 0 0 0 0,-29-43 1 0 0,-4-5-60 0 0,-4 2 1 0 0,-93-107 0 0 0,101 133-11 0 0,-2 2 1 0 0,-2 2 0 0 0,-3 3 0 0 0,-86-60 0 0 0,70 66-2 0 0,-1 4-1 0 0,-73-26 0 0 0,7 3 19 0 0,-43-12-3 0 0,121 45 14 0 0,-31-11-44 0 0,-91-34 24 0 0,120 47 36 0 0,6 2-32 0 0,-1 1 0 0 0,-1 3 0 0 0,0 2 0 0 0,-63-7-1 0 0,-16 8-27 0 0,36 2 55 0 0,-48-3-16 0 0,37 4-30 0 0,27 4 35 0 0,-13-5 15 0 0,-69-4-35 0 0,160 13 10 0 0,-40-4-28 0 0,27 5 23 0 0,3-2 8 0 0,6 1 3 0 0,-7 0 1 0 0,7 0 9 0 0,-7-1 5 0 0,-36-5-2 0 0,45 6-10 0 0,2 1 0 0 0,-9-2-2 0 0,8 2-5 0 0,-43-8 51 0 0,42 6 624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7:25.53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29 768 6493 0 0,'0'0'-446'0'0,"-16"2"1145"0"0,15-3-687 0 0,1 1 1 0 0,-1 0-1 0 0,1 0 0 0 0,-1 0 0 0 0,0-1 1 0 0,1 1-1 0 0,-1 0 0 0 0,1-1 1 0 0,-1 1-1 0 0,1 0 0 0 0,-1-1 0 0 0,1 1 1 0 0,-1-1-1 0 0,1 1 0 0 0,-1-1 1 0 0,1 1-1 0 0,0-1 0 0 0,-1 1 0 0 0,1-1 1 0 0,0 1-1 0 0,-1-1 0 0 0,1 0 1 0 0,0 1-1 0 0,0-1 0 0 0,-1 1 0 0 0,1-1 1 0 0,0 0-1 0 0,0 1 0 0 0,0-1 1 0 0,0 0-1 0 0,0 1 0 0 0,0-1 1 0 0,0 1-1 0 0,0-1 0 0 0,0 0 0 0 0,1 0 1 0 0,-1-1 33 0 0,55-56 156 0 0,-2 23-233 0 0,2 3 0 0 0,2 2 0 0 0,75-29-1 0 0,-58 26 35 0 0,46-23-15 0 0,-32 14-18 0 0,183-60 0 0 0,-76 34-30 0 0,25-3 79 0 0,-174 57-18 0 0,120-35 41 0 0,-117 32 31 0 0,-47 16-63 0 0,0 0-2 0 0,7-2 12 0 0,-7 2-1 0 0,13-2 198 0 0,-23-5-10 0 0,-30-4-98 0 0,-191-4-78 0 0,223 15-33 0 0,-64-1 7 0 0,66 2 4 0 0,1 0-5 0 0,-43-5-19 0 0,43 5 18 0 0,10-2-325 0 0,36-6 293 0 0,1 3 0 0 0,82-2 1 0 0,-4 2 24 0 0,-115 6 6 0 0,50-3 20 0 0,-29 3 0 0 0,15-4-76 0 0,-43 5 50 0 0,0-1 0 0 0,-1 1 0 0 0,1-1 0 0 0,-1 1-1 0 0,1-1 1 0 0,-1 0 0 0 0,0 1 0 0 0,1-1 0 0 0,-1 0-1 0 0,0 0 1 0 0,0 0 0 0 0,0 1 0 0 0,0-1 0 0 0,0 0 0 0 0,0 0-1 0 0,-2 1 1 0 0,2-1 3 0 0,-145 155-89 0 0,144-152 90 0 0,-179 187 11 0 0,180-190-12 0 0,-12 14 350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16.68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 32 24575,'-1'-14'0,"1"-4"0,6 28 0,1 17 0,-1 1 0,-2 0 0,0 1 0,-1 33 0,-1-22 0,8 49 0,0-16 0,-5-64-1365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17.99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611 51 24575,'-6'-5'0,"1"0"0,-1 0 0,-1 1 0,1-1 0,0 1 0,-1 1 0,0-1 0,0 1 0,0 1 0,0-1 0,-1 1 0,1 0 0,-1 1 0,1-1 0,-11 1 0,6 1 0,-1 1 0,1 0 0,-1 1 0,1 1 0,0 0 0,0 0 0,0 1 0,-19 9 0,2 3 0,1 0 0,1 2 0,0 1 0,1 2 0,1 0 0,-29 33 0,38-37 0,0 2 0,1 0 0,1 1 0,1 0 0,1 1 0,1 0 0,0 1 0,-11 36 0,18-41 0,0 0 0,1 0 0,0 0 0,2 0 0,0 0 0,1 0 0,0 1 0,2-1 0,0 0 0,1 0 0,0 0 0,11 29 0,-8-30 0,0 0 0,1 0 0,1 0 0,1-1 0,0-1 0,1 1 0,0-1 0,1-1 0,1 0 0,0 0 0,0-1 0,2-1 0,-1 0 0,1-1 0,1-1 0,0 0 0,0-1 0,1 0 0,0-1 0,0-1 0,19 5 0,-2-1 0,0-1 0,0-2 0,1-1 0,-1-1 0,56 0 0,-74-6 0,0 0 0,0 0 0,-1-2 0,1 1 0,-1-2 0,1 0 0,-1-1 0,-1 0 0,1-1 0,16-10 0,-10 2 0,0 0 0,0-2 0,-2 0 0,0-1 0,22-26 0,-29 29 0,0 0 0,-1 0 0,0 0 0,-1-2 0,-1 1 0,0-1 0,-1 0 0,-1-1 0,0 1 0,4-24 0,-4 13 0,-4 18 0,0 0 0,0 0 0,0 0 0,-1 0 0,-1 0 0,0-1 0,0 1 0,-1 0 0,-3-17 0,0 8 0,0-4 0,0 1 0,-2 0 0,-1 0 0,0 0 0,-1 1 0,-2 1 0,-20-35 0,16 36 0,-2 0 0,1 1 0,-2 0 0,0 2 0,-30-22 0,3 8 0,-63-32 0,38 36-204,51 20-957,-2-1-5665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21.55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56 325 24575,'0'-1'0,"0"0"0,0 1 0,0-1 0,0 0 0,0 0 0,0 0 0,0 1 0,0-1 0,0 0 0,0 0 0,0 1 0,-1-1 0,1 0 0,0 0 0,-1 1 0,1-1 0,0 0 0,-1 1 0,1-1 0,-1 0 0,1 1 0,-1-1 0,1 1 0,-1-1 0,1 1 0,-1-1 0,0 1 0,1-1 0,-1 1 0,0 0 0,1-1 0,-1 1 0,0 0 0,1-1 0,-1 1 0,0 0 0,0 0 0,1 0 0,-1 0 0,0 0 0,0 0 0,-1 0 0,1 0 0,-1 1 0,1-1 0,0 1 0,-1-1 0,1 1 0,0-1 0,-1 1 0,1 0 0,0 0 0,0 0 0,0 0 0,0 0 0,0 0 0,0 0 0,0 0 0,0 0 0,0 0 0,0 1 0,1-1 0,-1 0 0,0 1 0,1-1 0,-1 2 0,-2 10 0,0 0 0,1 1 0,1-1 0,0 1 0,1-1 0,2 22 0,18 81 0,-15-94 0,7 31 0,-10-46 0,-8-36 0,0 4 0,1 0 0,2 0 0,0-1 0,2 1 0,3-48 0,28-143 0,-28 205 0,0-7 0,1 0 0,1 0 0,1 0 0,8-23 0,-11 36 0,1 1 0,-1-1 0,0 1 0,1 0 0,0 0 0,0 0 0,1 0 0,-1 0 0,1 1 0,-1 0 0,1-1 0,0 1 0,0 0 0,1 1 0,-1-1 0,0 1 0,1 0 0,0 0 0,-1 0 0,1 1 0,5-1 0,-6 1 0,1 1 0,-1-1 0,0 1 0,0 1 0,0-1 0,1 0 0,-1 1 0,0 0 0,0 0 0,0 0 0,0 1 0,0-1 0,0 1 0,-1 0 0,1 0 0,0 0 0,-1 0 0,0 1 0,1 0 0,-1-1 0,0 1 0,0 0 0,-1 1 0,1-1 0,3 5 0,4 9 0,1 0 0,-2 1 0,14 36 0,-20-45 0,18 50 0,14 71 0,-32-113 0,-1-1 0,0 33 0,4 20 0,1-55-1365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2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22 73 24575,'-5'0'0,"-5"0"0,3-5 0,7 0 0,8-5 0,7 0 0,5 1 0,4 3 0,1 1 0,2-1 0,0-1 0,0 1 0,-5 2-8191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22.73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272 1 24575,'-34'0'0,"3"-1"0,-51 6 0,73-4 0,0 1 0,0 0 0,0 0 0,0 1 0,0 0 0,1 0 0,0 1 0,0 0 0,0 1 0,-9 6 0,16-10 0,-1 0 0,1 0 0,-1 0 0,1 0 0,-1 0 0,1 1 0,0-1 0,0 0 0,-1 1 0,1-1 0,0 1 0,0 0 0,1-1 0,-1 1 0,0-1 0,0 1 0,1 0 0,-1 0 0,1-1 0,0 1 0,-1 0 0,1 0 0,0 0 0,0 0 0,0 1 0,1 0 0,0-1 0,1 1 0,-1-1 0,0 0 0,1 0 0,-1 0 0,1 1 0,0-2 0,0 1 0,0 0 0,0 0 0,0 0 0,0-1 0,0 1 0,3 0 0,10 6 0,1 0 0,0-2 0,32 9 0,11 0 0,50 14 0,-99-25 0,1 0 0,0 1 0,-1 0 0,0 0 0,0 1 0,0 1 0,10 9 0,-19-16 0,0 1 0,0 0 0,0 0 0,0 0 0,0 0 0,0 0 0,0 0 0,0 0 0,0 1 0,-1-1 0,1 0 0,0 0 0,-1 1 0,1-1 0,-1 0 0,1 1 0,-1-1 0,0 0 0,0 1 0,0-1 0,1 1 0,-1-1 0,0 1 0,-1-1 0,1 0 0,0 1 0,0-1 0,-1 2 0,-1 0 0,1-1 0,-1 1 0,0-1 0,0 1 0,0-1 0,0 0 0,-1 0 0,1 0 0,0 0 0,-1 0 0,0 0 0,-3 1 0,-8 4 0,0-1 0,0-1 0,-1 0 0,-17 4 0,-4-4 0,1-1 0,0-2 0,-1-2 0,-56-5 0,90 5-52,0 0-1,0 0 1,0 0-1,0-1 1,0 1-1,1 0 1,-1-1-1,0 1 1,0-1-1,1 0 1,-1 0-1,0 0 1,1 1-1,-1-1 1,0-1-1,1 1 1,0 0-1,-1 0 1,1-1-1,0 1 0,-1 0 1,1-1-1,0 0 1,0 1-1,-1-3 1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23.49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5 369 24575,'-4'-3'0,"13"-5"0,13-5 0,-4 5 0,0-1 0,-1 0 0,-1-1 0,1-1 0,-1-1 0,21-19 0,-34 27 0,1 0 0,-1 0 0,1 0 0,-1-1 0,0 1 0,-1-1 0,1 1 0,-1-1 0,0 0 0,0 0 0,-1 0 0,1 0 0,-1-1 0,0 1 0,0 0 0,-1 0 0,0-1 0,0 1 0,0 0 0,-1-1 0,1 1 0,-1 0 0,0 0 0,-1-1 0,1 1 0,-1 0 0,0 0 0,-5-8 0,2 3 0,-1-1 0,0 1 0,-1 0 0,0 1 0,-1-1 0,0 2 0,0-1 0,-16-12 0,24 21 0,-1-1 0,0 1 0,0-1 0,0 0 0,1 1 0,-1 0 0,0-1 0,0 1 0,0-1 0,0 1 0,0 0 0,0 0 0,0 0 0,0-1 0,0 1 0,0 0 0,0 0 0,0 0 0,0 1 0,0-1 0,0 0 0,0 0 0,0 0 0,0 1 0,0-1 0,0 1 0,-1 0 0,1 0 0,-1 0 0,1 1 0,0-1 0,0 1 0,0-1 0,0 1 0,0 0 0,0-1 0,0 1 0,0 0 0,1 0 0,-1-1 0,0 4 0,0 3 0,-1 0 0,1 0 0,1 0 0,0 1 0,1 12 0,32 234 0,-28-168 0,-5-65 0,1 0 0,1 0 0,6 26 0,-8-46-96,0-1 62,0-1 1,0 1 0,0-1-1,0 1 1,0 0 0,0-1-1,0 1 1,0-1-1,1 1 1,-1-1 0,0 1-1,0 0 1,0-1-1,1 1 1,-1-1 0,0 1-1,1-1 1,-1 1-1,0-1 1,1 0 0,-1 1-1,1-1 1,-1 1-1,0-1 1,1 0 0,-1 1-1,1-1 1,-1 0-1,1 1 1,-1-1 0,1 0-1,0 0 1,-1 0 0,1 0-1,-1 1 1,1-1-1,1 0 1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24.34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 58 24575,'0'0'0,"-1"-1"0,1 0 0,-1 1 0,1-1 0,0 0 0,-1 1 0,1-1 0,0 0 0,0 0 0,-1 1 0,1-1 0,0 0 0,0 0 0,0 1 0,0-1 0,0 0 0,0 0 0,0 1 0,0-1 0,0 0 0,0 0 0,1 1 0,-1-1 0,0 0 0,0 0 0,1 1 0,-1-1 0,1 0 0,-1 1 0,0-1 0,1 0 0,-1 1 0,1-1 0,-1 1 0,1-1 0,0 1 0,-1-1 0,1 1 0,0-1 0,-1 1 0,1 0 0,0-1 0,-1 1 0,1 0 0,0-1 0,1 1 0,35-15 0,-14 10 0,0 1 0,43 0 0,-54 3 0,0 2 0,0-1 0,0 1 0,0 1 0,0 1 0,-1-1 0,16 7 0,-25-8 0,0-1 0,0 1 0,0 0 0,0-1 0,0 1 0,-1 0 0,1 1 0,0-1 0,-1 0 0,1 0 0,-1 1 0,1-1 0,-1 1 0,0-1 0,1 1 0,-1-1 0,0 1 0,0 0 0,0 0 0,0 0 0,-1-1 0,1 1 0,0 0 0,-1 0 0,1 0 0,-1 0 0,0 0 0,0 0 0,0 0 0,0 0 0,0 0 0,0 0 0,0 0 0,0 0 0,-1 0 0,1 0 0,-1 0 0,0 0 0,0 0 0,1 0 0,-3 2 0,0 2 0,-1-2 0,1 1 0,-1 0 0,0-1 0,0 0 0,-1 1 0,1-2 0,-1 1 0,0 0 0,0-1 0,0 0 0,0 0 0,-6 2 0,-22 5 0,-1-1 0,0-1 0,0-2 0,-49 2 0,121 7 0,30 1 0,-1 3 0,94 40 0,-156-57-124,-1 0 0,1 0 0,0-1 0,0 0 0,0 1 0,0-2-1,0 1 1,0 0 0,0-1 0,9-1 0,5-2-6702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25.15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239 26 24575,'-1'-1'0,"1"0"0,-1 0 0,1 0 0,-1 0 0,1 0 0,-1 0 0,0 0 0,1 0 0,-1 0 0,0 0 0,0 0 0,0 0 0,0 1 0,0-1 0,0 0 0,0 1 0,0-1 0,0 0 0,0 1 0,0 0 0,0-1 0,0 1 0,-1-1 0,1 1 0,0 0 0,0 0 0,-2 0 0,-39-5 0,37 5 0,-4-1 0,-75 1 0,80 0 0,0 0 0,0 0 0,0 1 0,0 0 0,1 0 0,-1 0 0,0 0 0,0 1 0,0-1 0,1 1 0,-1 0 0,1 0 0,-1 0 0,1 1 0,0-1 0,0 1 0,-3 3 0,5-4 0,0-1 0,1 0 0,0 1 0,-1-1 0,1 0 0,0 1 0,0-1 0,0 0 0,0 1 0,0-1 0,0 0 0,0 1 0,0-1 0,1 1 0,-1-1 0,0 0 0,1 0 0,-1 1 0,1-1 0,-1 0 0,1 0 0,0 1 0,0-1 0,-1 0 0,1 0 0,0 0 0,0 0 0,0 0 0,0 0 0,0-1 0,0 1 0,1 0 0,-1 0 0,0-1 0,0 1 0,1-1 0,0 1 0,56 27 0,-52-26 0,114 56 0,-52-23 0,-67-35 0,1 1 0,-1-1 0,1 1 0,-1 0 0,1 0 0,-1 0 0,1 0 0,-1 0 0,0 0 0,1 0 0,-1 0 0,0 0 0,0 0 0,0 1 0,0-1 0,0 1 0,0-1 0,0 1 0,-1-1 0,1 1 0,-1-1 0,1 1 0,-1-1 0,1 4 0,-1-3 0,-1-1 0,1 0 0,-1 1 0,0-1 0,0 0 0,1 1 0,-1-1 0,0 0 0,0 0 0,0 0 0,0 0 0,0 0 0,-1 0 0,1 0 0,0 0 0,0 0 0,-1-1 0,1 1 0,0 0 0,-1-1 0,1 1 0,-1-1 0,1 1 0,-1-1 0,1 0 0,-1 0 0,-2 0 0,-33 4 0,0-1 0,-1-3 0,-58-6 0,71 2-1365,3-1-5461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28.58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1 228 24575,'22'0'0,"4"-3"0,0 0 0,-1-4 0,49-15 0,77-14 0,2058-120 0,-644 224 0,-1437-42-34,32 10 155,-153-36-212,2 0 1,-2 3-1,2-3 0,-2 0 0,-1-3 1,4 3-1,-4 0 0,4-3 0,-4-1 1,1 4-1,2-3 0,-2 0 0,-1 0 0,0-1 1,14-9-1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29.25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171 4 24575,'-35'-3'0,"47"3"0,85 6 0,265 85 0,-150-42 0,-4 10 0,254 103 0,-456-162 0,1 3 0,-4 1 0,3-4 0,1 3 0,-4 0 0,3 0 0,-3 1 0,4-1 0,-4 0 0,0 0 0,4 4 0,-4-4 0,0 0 0,0 4 0,0-4 0,1 4 0,-1-4 0,0 3 0,0-2 0,4 12 0,-7-13 0,0 4 0,-4-4 0,4 0 0,0 4 0,0-4 0,-3 3 0,3-2 0,-3-1 0,3 3 0,-3-2 0,0-1 0,3 3 0,-4-2 0,1-1 0,0 0 0,0 0 0,0 4 0,-1-4 0,-2 4 0,-23 15 0,-3 1 0,3-3 0,-3-1 0,-64 30 0,-786 269 7,514-201-1379,297-91-5454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45.30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26 2346 24575,'-1'0'0,"0"0"0,1 0 0,-1 1 0,0-1 0,0 0 0,0 0 0,0 0 0,0-1 0,0 1 0,0 0 0,0 0 0,1 0 0,-1-1 0,0 1 0,0 0 0,0-1 0,1 1 0,-1-1 0,0 1 0,0-1 0,1 1 0,-1-1 0,0 0 0,1 1 0,-1-1 0,0 0 0,1 1 0,-1-1 0,1 0 0,0 0 0,-1 0 0,1 1 0,0-1 0,-1 0 0,1 0 0,0 0 0,0 0 0,-1 0 0,1 0 0,0 1 0,0-1 0,0 0 0,0 0 0,1 0 0,-1 0 0,0 0 0,0 0 0,0 0 0,1 1 0,-1-1 0,0 0 0,1 0 0,-1 0 0,1 1 0,-1-1 0,1 0 0,-1 0 0,2 0 0,2-6 0,0 0 0,0 1 0,1 0 0,0 0 0,9-8 0,15-11 0,-1-1 0,-1-1 0,-2-1 0,0-2 0,-2 0 0,-1-1 0,28-56 0,-22 25 0,-2-1 0,26-106 0,2-12 0,-47 149 0,-1 6 0,-1-2 0,0 1 0,-1-36 0,-2 31 0,11-60 0,-4 37 0,11-64 0,-8 52 0,-2 0 0,0-86 0,-9 19 0,-4-113 0,-21 95 0,22 138 0,-1 0 0,0 0 0,-1 0 0,0 1 0,-13-26 0,16 37 0,0 0 0,0 0 0,0 0 0,0 0 0,-1 0 0,1 0 0,-1 0 0,1 1 0,-1-1 0,0 1 0,0-1 0,0 1 0,0-1 0,0 1 0,0 0 0,0 0 0,0 0 0,0 0 0,-1 0 0,1 1 0,0-1 0,0 1 0,-1-1 0,1 1 0,-1 0 0,1 0 0,0 0 0,-1 0 0,1 0 0,0 1 0,-1-1 0,1 1 0,0 0 0,0-1 0,-1 1 0,1 0 0,0 0 0,0 0 0,0 1 0,0-1 0,0 0 0,-3 4 0,-31 23 0,0 2 0,-41 46 0,38-37 0,-45 36 0,82-75 0,5-7 0,12-19 0,23-32 0,-22 35 0,0 1 0,2 1 0,1 0 0,0 1 0,2 1 0,0 1 0,1 1 0,1 1 0,0 1 0,41-19 0,-58 31 0,0 0 0,0 1 0,1 0 0,-1 0 0,1 0 0,-1 1 0,1 0 0,0 0 0,0 1 0,-1 0 0,1 0 0,0 0 0,-1 1 0,1 0 0,0 1 0,-1-1 0,1 1 0,-1 0 0,0 1 0,0 0 0,12 6 0,210 94 0,-202-90 120,-26-13-143,1 1 1,-1-1-1,0 0 1,1 0-1,-1 0 1,0 1-1,1-1 1,-1 0-1,0 0 1,0 1-1,1-1 1,-1 0-1,0 0 1,0 1-1,1-1 1,-1 0-1,0 1 1,0-1-1,0 0 1,0 1-1,1-1 1,-1 1-1,0-1 1,0 0-1,0 1 1,0-1-1,0 0 1,0 1-1,0-1 1,0 1-1,0-1 1,0 0-1,0 1 1,0-1-1,-1 1 1,1-1-1,0 0 1,0 1-1,0-1 1,0 0-1,-1 1 1,1-1-1,0 0 1,0 1-1,0-1 1,-1 0-1,1 0 1,0 1-1,-1-1 1,1 0-1,0 0 1,-1 0-1,1 1 1,0-1-1,-1 0 1,1 0-1,0 0 1,-1 0-1,1 0 1,0 1-1,-1-1 1,1 0-1,-1 0 1,1 0-1,-1 0 1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2:15.31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51 108 24575,'-2'-3'0,"1"1"0,-1 0 0,1-1 0,0 1 0,-1-1 0,1 1 0,1-1 0,-1 0 0,0 1 0,1-1 0,-1 0 0,1 1 0,0-1 0,0 0 0,0 0 0,0 1 0,0-1 0,1 0 0,-1 0 0,1 1 0,0-4 0,0 4 0,0 0 0,-1-1 0,1 1 0,-1-1 0,1 1 0,-1 0 0,0-1 0,0 1 0,-1-1 0,1 1 0,0-1 0,-1 1 0,1 0 0,-1-1 0,0 1 0,0 0 0,-2-4 0,3 6 0,-1 0 0,1 0 0,-1 0 0,0 0 0,1 0 0,-1 0 0,0 0 0,1 1 0,-1-1 0,1 0 0,-1 0 0,0 1 0,1-1 0,-1 0 0,1 1 0,-1-1 0,1 1 0,-1-1 0,1 1 0,0-1 0,-1 1 0,1-1 0,-1 1 0,1-1 0,0 1 0,0-1 0,-1 1 0,1 0 0,0-1 0,0 1 0,-1 0 0,-10 21 0,9-16 0,0 0 0,0 0 0,1 1 0,0-1 0,0 0 0,0 1 0,1-1 0,0 1 0,0-1 0,0 0 0,1 1 0,0-1 0,0 1 0,1-1 0,0 0 0,0 0 0,0 0 0,1 0 0,0 0 0,0-1 0,0 1 0,1-1 0,0 0 0,8 9 0,-4-7 0,1 0 0,0 0 0,0-1 0,0 0 0,1-1 0,0 0 0,0-1 0,0 0 0,0 0 0,1-1 0,-1 0 0,1-1 0,0 0 0,11 0 0,-8-1 0,0-1 0,1 0 0,-1 0 0,0-1 0,0-1 0,14-4 0,-23 5 0,0-1 0,1 0 0,-1 0 0,0-1 0,-1 1 0,1-1 0,0 0 0,-1 0 0,1-1 0,-1 1 0,0-1 0,0 0 0,-1 0 0,1 0 0,-1-1 0,0 1 0,0-1 0,3-6 0,21-60 0,-25 66 0,-1 0 0,1-1 0,-1 1 0,-1 0 0,1 0 0,-1-1 0,0 1 0,0 0 0,0-1 0,-1 1 0,-2-10 0,3 15 0,0 0 0,0 0 0,0 0 0,0-1 0,0 1 0,0 0 0,0 0 0,0 0 0,0-1 0,-1 1 0,1 0 0,0 0 0,0 0 0,0 0 0,0-1 0,0 1 0,0 0 0,-1 0 0,1 0 0,0 0 0,0 0 0,0-1 0,-1 1 0,1 0 0,0 0 0,0 0 0,0 0 0,0 0 0,-1 0 0,1 0 0,0 0 0,0 0 0,-1 0 0,1 0 0,0 0 0,0 0 0,0 0 0,-1 0 0,1 0 0,0 0 0,0 0 0,0 0 0,-1 0 0,1 0 0,0 1 0,-9 9 0,-4 17 0,9-12 0,1 0 0,1 0 0,0 0 0,1 0 0,0 1 0,2-1 0,-1 0 0,2 0 0,5 23 0,2 51 0,-9-64 0,-1-20 0,0 1 0,1-1 0,0 1 0,0-1 0,0 1 0,1-1 0,0 1 0,0-1 0,0 1 0,3 5 0,5-5-1365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2:16.88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710 100 24575,'-1'-2'0,"1"-1"0,-1 1 0,0 0 0,0-1 0,0 1 0,0 0 0,0-1 0,0 1 0,-1 0 0,1 0 0,-1 0 0,1 0 0,-1 0 0,0 1 0,0-1 0,0 0 0,0 1 0,0-1 0,-3-1 0,-49-25 0,44 23 0,-3 0 0,0 0 0,0 2 0,0-1 0,-1 2 0,1-1 0,-1 2 0,1 0 0,-1 1 0,0 0 0,1 1 0,-1 0 0,-23 6 0,7 0 0,-1 2 0,2 1 0,-1 2 0,-40 21 0,53-23 0,1 1 0,0 0 0,1 1 0,0 1 0,1 0 0,0 1 0,1 1 0,1 0 0,0 1 0,1 0 0,1 0 0,0 1 0,2 1 0,0 0 0,0 0 0,2 0 0,0 1 0,1 0 0,2 0 0,-3 24 0,5-31 0,1-1 0,0 1 0,1 0 0,0-1 0,1 1 0,0-1 0,1 1 0,0-1 0,1 0 0,0 0 0,0 0 0,2-1 0,10 18 0,-3-8 0,2-1 0,0 0 0,1-1 0,0-1 0,33 26 0,-30-29 0,2 0 0,0-2 0,0 0 0,1-2 0,0 0 0,38 10 0,5-3 0,76 10 0,-107-22 0,-1-2 0,1-1 0,0-2 0,-1-2 0,1 0 0,48-11 0,-61 8 0,0-1 0,0 0 0,-1-1 0,0-2 0,0 0 0,-1-1 0,0-1 0,-1 0 0,0-2 0,-1 0 0,19-19 0,-27 24 0,-1-1 0,0 0 0,-1 0 0,0-1 0,0 0 0,-1 0 0,-1-1 0,1 0 0,-2 0 0,1 0 0,-2 0 0,1-1 0,-2 1 0,0-1 0,0 0 0,-1 0 0,0 0 0,-1 0 0,0 1 0,-1-1 0,0 0 0,-1 0 0,-1 0 0,0 1 0,0-1 0,-1 1 0,0 0 0,-11-18 0,3 8 0,-1 1 0,-2 0 0,1 1 0,-2 1 0,-1 1 0,0 0 0,-1 1 0,0 1 0,-29-18 0,17 15 0,-1 1 0,-1 1 0,0 2 0,-1 2 0,-61-16 0,-58-6-1365,130 28-5461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2:43.95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122 34 24575,'0'-1'0,"0"0"0,0-1 0,0 1 0,-1-1 0,1 1 0,0 0 0,-1-1 0,1 1 0,-1 0 0,1-1 0,-1 1 0,1 0 0,-1 0 0,0-1 0,0 1 0,0 0 0,0 0 0,0 0 0,0 0 0,0 0 0,0 0 0,0 1 0,0-1 0,0 0 0,-1 0 0,1 1 0,0-1 0,-1 1 0,1-1 0,0 1 0,-1 0 0,1-1 0,0 1 0,-1 0 0,1 0 0,-1 0 0,-1 0 0,-1 0 0,0 0 0,1 1 0,-1-1 0,1 1 0,-1-1 0,0 1 0,1 0 0,-1 1 0,1-1 0,0 1 0,0-1 0,-1 1 0,-3 3 0,4-2 0,0 0 0,0 1 0,0-1 0,1 1 0,-1 0 0,1 0 0,0 0 0,0 0 0,0 0 0,0 0 0,1 1 0,0-1 0,0 0 0,0 1 0,0-1 0,1 6 0,0-8 0,0 0 0,0 0 0,0-1 0,0 1 0,0 0 0,1-1 0,-1 1 0,1 0 0,0-1 0,-1 1 0,1-1 0,0 1 0,0-1 0,0 1 0,0-1 0,0 0 0,0 1 0,0-1 0,0 0 0,1 0 0,-1 0 0,0 0 0,1 0 0,-1 0 0,1 0 0,-1 0 0,1-1 0,-1 1 0,1-1 0,0 1 0,-1-1 0,1 1 0,0-1 0,-1 0 0,1 0 0,0 0 0,0 0 0,-1 0 0,1 0 0,0 0 0,-1-1 0,1 1 0,0-1 0,2 0 0,8-2 0,1 0 0,0-1 0,16-8 0,-27 12 0,1-1 0,0 0 0,-1 0 0,1-1 0,-1 1 0,0-1 0,1 1 0,-1-1 0,0 0 0,0 0 0,0 1 0,0-2 0,0 1 0,0 0 0,-1 0 0,1 0 0,-1-1 0,1 1 0,-1-1 0,0 1 0,1-6 0,-2 7 0,0 1 0,0-1 0,0 0 0,0 1 0,0-1 0,0 0 0,0 1 0,0-1 0,0 0 0,-1 1 0,1-1 0,0 1 0,-1-1 0,1 0 0,0 1 0,-1-1 0,1 1 0,0-1 0,-1 1 0,1-1 0,-1 1 0,1-1 0,-1 1 0,0 0 0,1-1 0,-1 1 0,1 0 0,-1-1 0,0 1 0,0-1 0,-27 2 0,24 0 0,-1 1 0,1-1 0,-1 1 0,1-1 0,-1 1 0,1 1 0,0-1 0,0 1 0,-5 3 0,-16 19-1365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2:45.10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182 20 24575,'0'-1'0,"0"0"0,-1 0 0,1 0 0,-1 0 0,1 0 0,-1 0 0,1 0 0,-1 0 0,0 0 0,1 0 0,-1 1 0,0-1 0,0 0 0,0 0 0,0 1 0,0-1 0,1 0 0,-1 1 0,0-1 0,0 1 0,0-1 0,-1 1 0,1 0 0,0-1 0,0 1 0,0 0 0,0 0 0,0 0 0,0 0 0,0 0 0,0 0 0,-1 0 0,1 0 0,-1 0 0,-40 5 0,35-3 0,0 1 0,1-1 0,-1 1 0,1 1 0,-8 4 0,12-7 0,1 0 0,-1 0 0,0 0 0,1 0 0,-1 1 0,1-1 0,-1 1 0,1-1 0,0 1 0,0-1 0,-1 1 0,1 0 0,0 0 0,0 0 0,1-1 0,-1 1 0,0 0 0,1 0 0,-1 0 0,1 0 0,0 0 0,-1 3 0,1-4 0,0 0 0,1-1 0,-1 1 0,0 0 0,0-1 0,0 1 0,1 0 0,-1-1 0,0 1 0,1-1 0,-1 1 0,0 0 0,1-1 0,-1 1 0,1-1 0,-1 1 0,1-1 0,-1 1 0,1-1 0,-1 0 0,1 1 0,-1-1 0,1 1 0,0-1 0,-1 0 0,1 0 0,0 1 0,-1-1 0,1 0 0,1 0 0,27-3 0,-26 2 0,1 0 0,-1 0 0,0 0 0,0 0 0,0-1 0,0 1 0,0-1 0,0 0 0,-1 0 0,1 0 0,-1 0 0,1 0 0,-1 0 0,4-5 0,-6 7 0,0 0 0,0 0 0,0 0 0,0-1 0,0 1 0,0 0 0,0 0 0,0 0 0,0 0 0,0 0 0,0-1 0,0 1 0,0 0 0,0 0 0,0 0 0,0 0 0,0 0 0,0-1 0,0 1 0,0 0 0,0 0 0,-1 0 0,1 0 0,0 0 0,0 0 0,0 0 0,0-1 0,0 1 0,0 0 0,0 0 0,0 0 0,-1 0 0,1 0 0,0 0 0,0 0 0,0 0 0,0 0 0,0 0 0,-1 0 0,1 0 0,0 0 0,0 0 0,0-1 0,0 1 0,0 0 0,-1 0 0,1 1 0,0-1 0,0 0 0,0 0 0,0 0 0,-1 0 0,-12 3 0,-10 9 0,13 1 0,13-5 0,-1-7 0,0-1 0,0 1 0,0-1 0,0 1 0,0-1 0,0 0 0,0 0 0,0 0 0,0 0 0,0 0 0,0-1 0,2 0 0,-3 1 0,1 0 0,-1 0 0,0-1 0,1 1 0,-1 0 0,0-1 0,0 1 0,1-1 0,-1 0 0,0 1 0,0-1 0,0 0 0,0 0 0,0 1 0,0-1 0,0 0 0,1-2 0,-6-6 0,-16-1 0,14 8-114,0 1 1,0 0-1,-1 0 0,1 0 0,0 1 1,0 0-1,0 0 0,-1 0 0,1 1 1,0 0-1,-12 4 0,0 0-6712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2:58.21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 62 24575,'0'0'0,"0"0"0,0 0 0,-1 1 0,1-1 0,0 0 0,0 0 0,0 0 0,0 0 0,-1 0 0,1 0 0,0 0 0,0 0 0,0 0 0,0 0 0,-1 0 0,1 0 0,0 0 0,0 0 0,0 0 0,-1 0 0,1 0 0,0 0 0,0 0 0,0-1 0,0 1 0,-1 0 0,1 0 0,0 0 0,0 0 0,0 0 0,0 0 0,0 0 0,0-1 0,-1 1 0,1 0 0,0 0 0,0 0 0,0 0 0,0 0 0,0-1 0,0 1 0,0 0 0,0 0 0,0 0 0,0-1 0,0 1 0,0 0 0,0 0 0,0 0 0,0 0 0,0-1 0,0 1 0,0 0 0,0 0 0,-1 1 0,1 0 0,0 0 0,0 0 0,-1 0 0,1 1 0,0-1 0,0 0 0,0 0 0,0 0 0,0 0 0,1 1 0,-1-1 0,0 0 0,1 0 0,-1 0 0,0 0 0,1 0 0,-1 0 0,1 1 0,1 0 0,13 16 0,0 0 0,2-1 0,0-1 0,1-1 0,0 0 0,31 18 0,-20-13 0,3 2 0,0-2 0,1-1 0,1-1 0,1-2 0,40 12 0,-15-11 0,0-3 0,2-2 0,77 4 0,-101-14 0,-1-2 0,1-2 0,0-1 0,-1-2 0,1-2 0,41-12 0,25-17 0,-2-4 0,176-98 0,-199 100 0,-56 29 0,-1-1 0,0-1 0,-1-1 0,0-1 0,-1-1 0,36-32 0,-46 30-1365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2:59.04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8 24575,'0'-8'0,"0"11"0,8 17 0,3-6 0,0 0 0,1 0 0,0-1 0,2-1 0,-1 0 0,1-1 0,19 11 0,-12-7 0,0 1 0,24 24 0,-44-39-34,0-1 0,0 1 0,-1 0 0,1-1 0,0 1-1,0 0 1,-1 0 0,1-1 0,0 1 0,-1 0 0,1 0 0,-1 0 0,1 0-1,-1 0 1,0 0 0,1 0 0,-1 0 0,0 0 0,0 0 0,1 0-1,-1 0 1,0 0 0,0 0 0,0 0 0,0 0 0,0 0 0,-1 0 0,1 0-1,0 0 1,0 0 0,-1 0 0,1-1 0,0 1 0,-1 0 0,1 0 0,-1 0-1,1 0 1,-1 0 0,-1 1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3:00.60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317 240 24575,'-8'-2'0,"1"0"0,-1-1 0,1 0 0,-1 0 0,1 0 0,0-1 0,0 0 0,1-1 0,-1 0 0,1 0 0,0 0 0,-6-7 0,-4-2 0,-66-47 0,-24-19 0,105 79-91,-1-1 0,1 1 0,-1-1 0,1 1 0,-1-1 0,1 0 0,0 0 0,0 0 0,0 1 0,0-1 0,0 0 0,1 0 0,-1 0 0,0-3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3:01.14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504 1 24575,'-12'1'0,"-1"0"0,0 1 0,1 0 0,0 1 0,-1 0 0,1 1 0,1 0 0,-20 11 0,-9 7 0,-40 31 0,23-15 0,-122 94-1365,160-120-5461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3:03.02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244 64 24575,'-7'-7'0,"0"0"0,-1 0 0,0 1 0,0 0 0,0 0 0,-1 1 0,1 0 0,-15-5 0,19 9 0,0 0 0,0 0 0,0 0 0,0 1 0,0-1 0,0 1 0,0 0 0,0 0 0,0 1 0,0-1 0,1 1 0,-1 0 0,0 0 0,0 0 0,0 0 0,1 1 0,-1 0 0,1 0 0,-1 0 0,1 0 0,0 0 0,-1 0 0,1 1 0,-3 3 0,0 0 0,1-1 0,0 1 0,0 0 0,0 1 0,1-1 0,0 1 0,0-1 0,1 1 0,-1 1 0,2-1 0,-1 0 0,-2 13 0,5-17 0,-1 0 0,1 0 0,0 0 0,0 0 0,0 0 0,1 0 0,-1 1 0,1-1 0,0 0 0,-1 0 0,1 0 0,1-1 0,-1 1 0,0 0 0,1 0 0,-1-1 0,1 1 0,0 0 0,0-1 0,0 0 0,0 1 0,0-1 0,1 0 0,-1 0 0,1 0 0,-1-1 0,1 1 0,0-1 0,-1 1 0,1-1 0,0 0 0,0 0 0,4 1 0,1 0 0,1 0 0,-1 0 0,0-1 0,1 0 0,-1-1 0,1 0 0,-1 0 0,1 0 0,-1-1 0,0-1 0,1 0 0,-1 0 0,9-3 0,-12 3 0,-1 0 0,1 0 0,-1 0 0,1 0 0,-1-1 0,0 0 0,0 0 0,0 0 0,0 0 0,-1-1 0,1 1 0,-1-1 0,0 0 0,0 0 0,0 0 0,-1-1 0,1 1 0,-1-1 0,0 1 0,0-1 0,-1 0 0,0 1 0,2-9 0,-3 9 0,0 1 0,1 0 0,-2-1 0,1 1 0,0 0 0,-1-1 0,0 1 0,1 0 0,-1-1 0,0 1 0,-1 0 0,1 0 0,-1 0 0,1 0 0,-1 0 0,0 0 0,0 1 0,0-1 0,0 1 0,-1-1 0,1 1 0,-1 0 0,0 0 0,1 0 0,-1 0 0,0 0 0,0 1 0,0-1 0,0 1 0,0 0 0,-6-2 0,2 1 0,0 0 0,0 1 0,0-1 0,-1 1 0,1 1 0,0 0 0,0 0 0,0 0 0,-1 1 0,1 0 0,0 0 0,0 1 0,0-1 0,-7 5 0,4-1 0,0 1 0,0 0 0,1 1 0,0 0 0,-9 10 0,15-14 0,0 0 0,0 0 0,0 1 0,1-1 0,-1 1 0,1 0 0,-3 6 0,4-8 0,1-1 0,0 1 0,-1-1 0,1 0 0,0 1 0,0-1 0,0 1 0,0-1 0,0 0 0,0 1 0,0-1 0,0 1 0,0-1 0,1 0 0,-1 1 0,1-1 0,-1 0 0,1 1 0,-1-1 0,1 0 0,0 0 0,1 3 0,0-3 0,0 1 0,0-1 0,0 0 0,0 0 0,1 0 0,-1 0 0,0 0 0,0-1 0,1 1 0,-1-1 0,0 1 0,1-1 0,-1 0 0,1 0 0,-1 0 0,0 0 0,1 0 0,-1-1 0,0 1 0,1-1 0,-1 1 0,0-1 0,0 0 0,1 0 0,-1 0 0,0 0 0,2-2 0,3 0 0,0-1 0,0 0 0,-1 0 0,1-1 0,-1 1 0,0-1 0,7-8 0,-13 12 0,1 1 0,-1 0 0,1-1 0,-1 1 0,1-1 0,-1 1 0,1-1 0,-1 0 0,0 1 0,1-1 0,-1 1 0,0-1 0,1 0 0,-1 1 0,0-1 0,0 0 0,0 1 0,0-1 0,0 0 0,1 1 0,-1-1 0,0 0 0,0 1 0,-1-1 0,1 0 0,0 1 0,0-1 0,0 0 0,-1 0 0,-16-2 0,-26 16 0,29 0-1365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3:04.47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248 25 24575,'-3'-3'0,"-1"1"0,0-1 0,1 1 0,-1 0 0,0 0 0,0 0 0,-1 0 0,1 1 0,0-1 0,-1 1 0,1 0 0,0 0 0,-1 1 0,1 0 0,-1-1 0,1 2 0,-1-1 0,1 0 0,-1 1 0,1 0 0,-6 1 0,1 0 0,1 1 0,0 0 0,0 0 0,0 1 0,0 0 0,0 0 0,1 1 0,0 0 0,0 0 0,-6 7 0,7-6 0,0 1 0,0-1 0,1 2 0,0-1 0,1 0 0,-1 1 0,1 0 0,1 0 0,0 0 0,0 0 0,0 0 0,-1 13 0,3-18 0,1 0 0,0 1 0,0-1 0,0 0 0,0 1 0,1-1 0,-1 0 0,1 0 0,0 1 0,0-1 0,0 0 0,0 0 0,1 0 0,-1 0 0,1 0 0,0 0 0,0 0 0,0-1 0,0 1 0,0-1 0,0 1 0,1-1 0,-1 0 0,1 0 0,0 0 0,-1 0 0,1-1 0,0 1 0,0-1 0,0 1 0,0-1 0,1 0 0,-1 0 0,0-1 0,5 2 0,2 0 0,1-1 0,-1 1 0,0-2 0,0 0 0,1 0 0,-1 0 0,0-1 0,0-1 0,0 0 0,0 0 0,17-7 0,-23 8 0,-1-1 0,1 0 0,0 0 0,-1 0 0,1 0 0,-1-1 0,0 1 0,1-1 0,-1 0 0,0 0 0,-1 0 0,1 0 0,-1 0 0,1-1 0,-1 1 0,0-1 0,0 0 0,0 1 0,-1-1 0,1 0 0,-1 0 0,0 0 0,0 0 0,-1 0 0,1-1 0,-1 1 0,0 0 0,0 0 0,0 0 0,0 0 0,-2-7 0,1 9 0,1 0 0,-1-1 0,1 1 0,-1-1 0,0 1 0,0 0 0,0-1 0,0 1 0,-1 0 0,1 0 0,0 0 0,-1 0 0,0 0 0,1 0 0,-1 0 0,0 1 0,0-1 0,0 0 0,0 1 0,0 0 0,0-1 0,-1 1 0,-4-2 0,3 2 0,0 0 0,0 1 0,-1-1 0,1 1 0,0 0 0,-1 0 0,1 0 0,-1 0 0,1 1 0,0 0 0,0 0 0,-1 0 0,-4 2 0,4-1 0,1 0 0,-1 0 0,1 1 0,-1-1 0,1 1 0,0 0 0,0 0 0,0 0 0,0 1 0,1 0 0,-6 6 0,7-7 0,1-1 0,-1 0 0,1 1 0,0 0 0,0-1 0,0 1 0,0 0 0,0-1 0,1 1 0,-1 0 0,1 0 0,0 0 0,-1 0 0,1 0 0,1-1 0,-1 1 0,0 0 0,1 0 0,-1 0 0,1-1 0,1 5 0,-1-6 0,-1 1 0,1-1 0,-1 0 0,1 0 0,0 1 0,-1-1 0,1 0 0,0 0 0,0 0 0,0 0 0,0 0 0,0 0 0,0 0 0,0 0 0,0 0 0,0-1 0,0 1 0,0 0 0,1-1 0,-1 1 0,0-1 0,1 1 0,-1-1 0,0 0 0,2 1 0,0-1 0,-1 0 0,1-1 0,-1 1 0,1-1 0,-1 1 0,1-1 0,-1 0 0,0 0 0,1 0 0,-1 0 0,0 0 0,0 0 0,2-2 0,0 0 0,0 0 0,0 0 0,-1 0 0,1 0 0,-1-1 0,0 1 0,0-1 0,0 0 0,-1 0 0,1 0 0,-1 0 0,0-1 0,0 1 0,2-8 0,-4 12 0,0-1 0,0 0 0,0 0 0,0 1 0,0-1 0,0 0 0,0 0 0,0 1 0,0-1 0,0 0 0,-1 0 0,1 1 0,0-1 0,0 0 0,-1 1 0,1-1 0,-1 0 0,1 1 0,-1-1 0,1 0 0,-1 1 0,1-1 0,-1 1 0,1-1 0,-1 1 0,0-1 0,1 1 0,-1 0 0,0-1 0,1 1 0,-1 0 0,0-1 0,1 1 0,-1 0 0,0 0 0,0 0 0,-2-1 0,0 1 0,0 0 0,1 0 0,-1 0 0,0 1 0,1-1 0,-1 1 0,0-1 0,1 1 0,-6 2 0,6-2 0,1-1 0,-1 1 0,0 0 0,0 0 0,1 0 0,-1 0 0,0 1 0,1-1 0,0 0 0,-1 1 0,1-1 0,0 1 0,-1-1 0,0 3 0,2-3 0,-1 0 0,1 0 0,0 0 0,0-1 0,0 1 0,0 0 0,0 0 0,0 0 0,0-1 0,0 1 0,1 0 0,-1 0 0,0 0 0,0-1 0,1 1 0,-1 0 0,0 0 0,1-1 0,-1 1 0,1 0 0,-1-1 0,1 1 0,-1 0 0,1-1 0,0 1 0,-1-1 0,1 1 0,-1-1 0,1 1 0,0-1 0,0 1 0,-1-1 0,1 0 0,0 1 0,1-1 0,0 1 0,1 0 0,-1 0 0,0 0 0,1 0 0,-1-1 0,1 1 0,-1-1 0,1 1 0,-1-1 0,1 0 0,-1 0 0,1 0 0,-1-1 0,1 1 0,-1-1 0,1 1 0,-1-1 0,5-1 0,-7 1-25,0 1-1,0 0 0,0 0 1,0-1-1,1 1 0,-1 0 1,0 0-1,0-1 0,0 1 1,0 0-1,0-1 0,0 1 0,0 0 1,0 0-1,0-1 0,0 1 1,0 0-1,-1 0 0,1-1 1,0 1-1,0 0 0,0 0 1,0-1-1,0 1 0,0 0 1,0 0-1,-1-1 0,1 1 1,0 0-1,0 0 0,0 0 1,-1-1-1,1 1 0,0 0 1,0 0-1,-1 0 0,1 0 1,0 0-1,0-1 0,-1 1 1,1 0-1,0 0 0,0 0 1,-1 0-1,1 0 0,0 0 1,-1 0-1,1 0 0,0 0 1,0 0-1,-1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0:18.51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34 1 4776 0 0,'-6'38'3739'0'0,"5"-35"-3311"0"0,-25-17-7515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02.98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22 174 5701 0 0,'0'0'189'0'0,"-3"0"-60"0"0,-15 0 1467 0 0,24-15-1398 0 0,-2 10-193 0 0,0 0 0 0 0,0 1-1 0 0,0-1 1 0 0,0 1-1 0 0,1 0 1 0 0,0 0 0 0 0,0 1-1 0 0,0-1 1 0 0,0 1 0 0 0,10-4-1 0 0,68-27-6 0 0,-59 25-15 0 0,23-9-59 0 0,1 2 0 0 0,89-17 0 0 0,-134 33 54 0 0,1 1-4 0 0,-1-1 19 0 0,1 1-1 0 0,-1 0 1 0 0,0 0-1 0 0,1 0 1 0 0,-1 1-1 0 0,0-1 1 0 0,0 1-1 0 0,0-1 1 0 0,0 1-1 0 0,0 0 1 0 0,-1 0-1 0 0,1 1 1 0 0,0-1-1 0 0,-1 0 1 0 0,0 1-1 0 0,1-1 1 0 0,-1 1-1 0 0,0 0 1 0 0,-1 0-1 0 0,4 5 1 0 0,-4-4 7 0 0,0 1 1 0 0,0-1-1 0 0,0 0 1 0 0,0 1-1 0 0,-1-1 1 0 0,0 1-1 0 0,0-1 1 0 0,0 1-1 0 0,0-1 1 0 0,-1 1-1 0 0,0-1 1 0 0,0 1 0 0 0,0-1-1 0 0,0 1 1 0 0,-1-1-1 0 0,-2 5 1 0 0,-4 8 5 0 0,-2 0 0 0 0,0 0 1 0 0,-1-2-1 0 0,0 1 1 0 0,-2-1-1 0 0,1-1 0 0 0,-2 0 1 0 0,-24 19-1 0 0,-133 87 71 0 0,147-105-65 0 0,22-14-15 0 0,-6 3 8 0 0,1-1 0 0 0,0 1 0 0 0,0 0 0 0 0,0 0 0 0 0,1 1 0 0 0,-9 7 0 0 0,15-11-25 0 0,1 0-11 0 0,0 0 26 0 0,1-1 0 0 0,-1 1 0 0 0,1 0 0 0 0,-1 0 0 0 0,1-1 0 0 0,-1 1 0 0 0,1-1 0 0 0,-1 1 0 0 0,1-1 0 0 0,0 0 0 0 0,-1 0 0 0 0,1 0 0 0 0,0 0 0 0 0,-1 0 0 0 0,1 0 0 0 0,0 0 0 0 0,-1 0 0 0 0,1 0 0 0 0,2-1 0 0 0,56-7 4 0 0,-48 7-12 0 0,667-85-49 0 0,-571 74 574 0 0,-106 11-448 0 0,-1 0-185 0 0,-1 0 0 0 0,0 0 0 0 0,0-1 1 0 0,-1 1-1 0 0,1 0 0 0 0,0 0 0 0 0,0-1 0 0 0,-1 1 0 0 0,1 0 0 0 0,0 0 1 0 0,-1 0-1 0 0,1-1 0 0 0,-1 1 0 0 0,0 0 0 0 0,1 0 0 0 0,-1 0 0 0 0,0 0 1 0 0,0 0-1 0 0,0 0 0 0 0,1 0 0 0 0,-3-1 0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04.42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1281 69 5408 0 0,'0'0'-166'0'0,"-39"-28"302"0"0,28 23-58 0 0,1 0 1 0 0,-1 0-1 0 0,0 1 1 0 0,0 1-1 0 0,0 0 1 0 0,-22-3-1 0 0,-77-2 39 0 0,66 6-60 0 0,-1 3-34 0 0,-1 2 0 0 0,1 1 0 0 0,0 3 0 0 0,-56 15 0 0 0,47-10-29 0 0,-18 6 4 0 0,1 3 0 0 0,-121 54 1 0 0,163-60-12 0 0,2 1 0 0 0,0 2 1 0 0,1 0-1 0 0,0 2 1 0 0,2 1-1 0 0,0 0 0 0 0,2 2 1 0 0,-26 32-1 0 0,41-46 1 0 0,0-1 1 0 0,1 1-1 0 0,0 0 0 0 0,0 1 0 0 0,1-1 1 0 0,0 1-1 0 0,1 0 0 0 0,0 0 0 0 0,0 1 0 0 0,1-1 1 0 0,0 1-1 0 0,1 0 0 0 0,1-1 0 0 0,-1 1 0 0 0,2 0 1 0 0,-1 0-1 0 0,2 0 0 0 0,-1 0 0 0 0,2 0 0 0 0,-1 0 1 0 0,1 0-1 0 0,1-1 0 0 0,0 1 0 0 0,1-1 1 0 0,0 0-1 0 0,0 0 0 0 0,1 0 0 0 0,0 0 0 0 0,1-1 1 0 0,9 12-1 0 0,-2-4 11 0 0,2-1 0 0 0,-1-1 0 0 0,2-1 0 0 0,0 0 0 0 0,0-1 0 0 0,2 0 0 0 0,-1-2 0 0 0,2 0 0 0 0,-1-1 0 0 0,1-1 0 0 0,1 0 0 0 0,0-2 0 0 0,28 8 0 0 0,18-2 38 0 0,1-2 1 0 0,124 4-1 0 0,-159-14-31 0 0,70 2 25 0 0,140-16 1 0 0,-177 7 79 0 0,1-4 0 0 0,-1-2 1 0 0,-1-3-1 0 0,-1-3 0 0 0,0-3 1 0 0,-1-2-1 0 0,77-42 0 0 0,-126 57 31 0 0,-1-1 1 0 0,0 0-1 0 0,-1-1 0 0 0,1 0 0 0 0,-2 0 0 0 0,0-2 0 0 0,0 1 1 0 0,-1-1-1 0 0,0-1 0 0 0,-1 1 0 0 0,-1-1 0 0 0,0-1 0 0 0,-1 1 0 0 0,0-1 1 0 0,4-15-1 0 0,-4 7-27 0 0,0 0-1 0 0,-2 0 1 0 0,-1-1 0 0 0,0 1-1 0 0,-2-1 1 0 0,0 0 0 0 0,-2 1-1 0 0,0-1 1 0 0,-7-33 0 0 0,6 47-93 0 0,-1 0 0 0 0,1-1 1 0 0,-2 1-1 0 0,1 0 0 0 0,-2 0 0 0 0,1 1 0 0 0,-1-1 1 0 0,0 1-1 0 0,0 0 0 0 0,-1 0 0 0 0,-1 1 1 0 0,-7-8-1 0 0,3 5-11 0 0,0 1 1 0 0,-1 0 0 0 0,-1 1 0 0 0,1 0-1 0 0,-1 1 1 0 0,-1 0 0 0 0,-15-5 0 0 0,-13-1-14 0 0,-1 1 1 0 0,0 3-1 0 0,-1 1 1 0 0,-56-2-1 0 0,-3 4-16 0 0,-161 14-1 0 0,165-1-1691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05.84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490 0 6645 0 0,'13'0'-566'0'0,"-10"0"272"0"0,-11 1-1509 0 0,-64 8 1712 0 0,-89 21 1 0 0,135-24 71 0 0,-1 2-1 0 0,2 0 1 0 0,-1 1 0 0 0,1 2 0 0 0,1 1-1 0 0,0 0 1 0 0,1 2 0 0 0,-28 21 0 0 0,48-33 2 0 0,-3 9-4 0 0,8-2 27 0 0,8 0 1 0 0,-2-5-1 0 0,1 1-1 0 0,0-2 1 0 0,0 1 0 0 0,0-1-1 0 0,0-1 1 0 0,0 0-1 0 0,12 2 1 0 0,77 4 3 0 0,-39-4-7 0 0,273 56-54 0 0,-328-59 53 0 0,-3-1 7 0 0,0 0-1 0 0,-1 0 0 0 0,1 0 0 0 0,0 0 0 0 0,0 0 1 0 0,0 1-1 0 0,0-1 0 0 0,0 0 0 0 0,0 0 0 0 0,0 1 0 0 0,0-1 1 0 0,0 0-1 0 0,-1 1 0 0 0,1-1 0 0 0,0 1 0 0 0,0-1 1 0 0,0 1-1 0 0,-1-1 0 0 0,1 1 0 0 0,0 0 0 0 0,-1-1 1 0 0,1 1-1 0 0,-1 0 0 0 0,1 0 0 0 0,-1-1 0 0 0,1 1 1 0 0,-1 0-1 0 0,1 0 0 0 0,-1 0 0 0 0,0 0 0 0 0,1 0 1 0 0,-1 0-1 0 0,0-1 0 0 0,0 1 0 0 0,1 0 0 0 0,-1 0 1 0 0,0 0-1 0 0,0 0 0 0 0,0 0 0 0 0,0 0 0 0 0,-1 0 1 0 0,1 0-1 0 0,0 0 0 0 0,0 0 0 0 0,0 0 0 0 0,-1-1 1 0 0,1 1-1 0 0,-1 0 0 0 0,1 0 0 0 0,0 0 0 0 0,-1 0 0 0 0,1-1 1 0 0,-1 1-1 0 0,0 0 0 0 0,1 0 0 0 0,-1-1 0 0 0,0 1 1 0 0,1-1-1 0 0,-3 2 0 0 0,-3 5 54 0 0,-1-1 0 0 0,0 0-1 0 0,0 0 1 0 0,-11 7 0 0 0,-9 2 89 0 0,0-2 0 0 0,-1 0-1 0 0,-1-2 1 0 0,-59 16 0 0 0,-124 12 1017 0 0,108-29-534 0 0,101-10-569 0 0,-14 0 68 0 0,16 1-142 0 0,0-1 1 0 0,0 1 0 0 0,0-1-1 0 0,0 0 1 0 0,0 1 0 0 0,-1-1-1 0 0,1 0 1 0 0,0 0 0 0 0,0 0 0 0 0,0 0-1 0 0,0 0 1 0 0,0 0 0 0 0,0 0-1 0 0,0 0 1 0 0,0-1 0 0 0,0 1 0 0 0,0 0-1 0 0,0-1 1 0 0,-2 0 0 0 0,3 1-42 0 0,0-1 0 0 0,-1 1 0 0 0,1-1 0 0 0,0 1 0 0 0,0-1 0 0 0,-1 1 0 0 0,1-1 0 0 0,0 1 0 0 0,0-1 0 0 0,0 1 0 0 0,0-1 0 0 0,0 0 0 0 0,0 1 0 0 0,0-1 0 0 0,0 1 0 0 0,0-1 0 0 0,0 0 0 0 0,0 1 0 0 0,0-1 0 0 0,0 1 0 0 0,0-1 0 0 0,0 1 0 0 0,1-1 0 0 0,-1 1 0 0 0,0-1 0 0 0,0 1 0 0 0,1-1-1 0 0,-1 1 1 0 0,0-1 0 0 0,1 1 0 0 0,-1-1 0 0 0,1 1 0 0 0,-1-1 0 0 0,1 0 0 0 0,21-16-1230 0 0,-13 10 531 0 0,11-10-480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06.54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97 182 3964 0 0,'0'0'-12'0'0,"36"-6"18"0"0,-7-5 10 0 0,-4 3 101 0 0,-1-2 1 0 0,24-13-1 0 0,-42 20-51 0 0,-1 0 1 0 0,0-1 0 0 0,1 1 0 0 0,-1-1-1 0 0,-1 0 1 0 0,1-1 0 0 0,0 1-1 0 0,-1-1 1 0 0,0 0 0 0 0,0 0 0 0 0,-1 0-1 0 0,1 0 1 0 0,4-12 0 0 0,-7 16-47 0 0,0-1 0 0 0,-1 1 0 0 0,1-1 0 0 0,0 1 0 0 0,-1-1 1 0 0,1 1-1 0 0,-1-1 0 0 0,0 0 0 0 0,0 1 0 0 0,0-1 0 0 0,0 1 0 0 0,0-1 0 0 0,0 0 0 0 0,0 1 1 0 0,0-1-1 0 0,0 1 0 0 0,-1-1 0 0 0,1 0 0 0 0,-1 1 0 0 0,1-1 0 0 0,-1 1 0 0 0,0-1 0 0 0,1 1 1 0 0,-3-3-1 0 0,1 3-11 0 0,1 0 1 0 0,-1-1 0 0 0,0 1-1 0 0,0 0 1 0 0,0 1-1 0 0,0-1 1 0 0,0 0 0 0 0,0 0-1 0 0,0 1 1 0 0,0-1 0 0 0,-1 1-1 0 0,1 0 1 0 0,0 0 0 0 0,0 0-1 0 0,-4 0 1 0 0,-7 1-4 0 0,1 1-1 0 0,-1 0 1 0 0,1 1 0 0 0,0 1-1 0 0,-14 5 1 0 0,10-2-9 0 0,0 1 0 0 0,1 0 0 0 0,0 2-1 0 0,0-1 1 0 0,1 2 0 0 0,-21 20 0 0 0,28-24-11 0 0,-1 0-1 0 0,2 1 1 0 0,-1 0 0 0 0,1 0 0 0 0,0 1-1 0 0,1 0 1 0 0,0 0 0 0 0,0 0 0 0 0,1 0 0 0 0,0 1-1 0 0,1 0 1 0 0,-4 17 0 0 0,6-23 7 0 0,1-1 1 0 0,0 1-1 0 0,-1-1 0 0 0,2 1 1 0 0,-1-1-1 0 0,0 1 0 0 0,1-1 1 0 0,-1 1-1 0 0,1-1 1 0 0,0 0-1 0 0,0 1 0 0 0,0-1 1 0 0,1 0-1 0 0,-1 1 0 0 0,1-1 1 0 0,0 0-1 0 0,3 4 0 0 0,-1-3 5 0 0,0 0 0 0 0,1 0-1 0 0,-1 0 1 0 0,1-1-1 0 0,-1 1 1 0 0,1-1-1 0 0,0-1 1 0 0,0 1 0 0 0,0-1-1 0 0,6 2 1 0 0,13 3 12 0 0,0-1 0 0 0,0-1 0 0 0,1-2 0 0 0,25 1 0 0 0,-35-2-7 0 0,103 1 224 0 0,-107-3-345 0 0,-1-1 0 0 0,1 0 0 0 0,0-1 0 0 0,-1 0 0 0 0,0-1 0 0 0,1 0 0 0 0,-1 0 0 0 0,17-9 0 0 0,-13 0-2130 0 0,-7 6 1536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07.34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305 62 3368 0 0,'1'-2'38'0'0,"0"0"-1"0"0,-1 0 1 0 0,1-1-1 0 0,-1 1 0 0 0,0 0 1 0 0,0 0-1 0 0,0-1 1 0 0,0 1-1 0 0,0 0 1 0 0,0 0-1 0 0,-1-1 0 0 0,1 1 1 0 0,-1 0-1 0 0,1 0 1 0 0,-1 0-1 0 0,0 0 1 0 0,0 0-1 0 0,0-1 1 0 0,0 2-1 0 0,-2-4 0 0 0,2 4 48 0 0,-2-1-45 0 0,-1 0 1 0 0,1 1-1 0 0,-1-1 0 0 0,1 1 1 0 0,-1 0-1 0 0,0 0 0 0 0,1 0 1 0 0,-1 1-1 0 0,0-1 0 0 0,0 1 0 0 0,0 0 1 0 0,-5 0-1 0 0,-6 4-19 0 0,0 0-1 0 0,0 2 1 0 0,1-1-1 0 0,0 2 1 0 0,0 0-1 0 0,0 0 1 0 0,1 1-1 0 0,-19 15 1 0 0,23-16-30 0 0,1 1 1 0 0,-1 0 0 0 0,1 0 0 0 0,1 0 0 0 0,-1 1 0 0 0,1 0 0 0 0,1 1-1 0 0,0-1 1 0 0,0 1 0 0 0,1 0 0 0 0,0 1 0 0 0,-5 17 0 0 0,9-25 7 0 0,0 0 1 0 0,0 0 0 0 0,1 1 0 0 0,-1-1-1 0 0,1 0 1 0 0,0 0 0 0 0,0 0-1 0 0,0 0 1 0 0,0 0 0 0 0,1 0 0 0 0,-1 0-1 0 0,1 1 1 0 0,0-1 0 0 0,0 0-1 0 0,0-1 1 0 0,0 1 0 0 0,1 0 0 0 0,-1 0-1 0 0,1 0 1 0 0,-1-1 0 0 0,1 1-1 0 0,0-1 1 0 0,0 1 0 0 0,0-1 0 0 0,0 0-1 0 0,1 0 1 0 0,-1 0 0 0 0,1 0-1 0 0,-1 0 1 0 0,1 0 0 0 0,-1-1 0 0 0,1 1-1 0 0,0-1 1 0 0,0 0 0 0 0,0 0-1 0 0,0 0 1 0 0,4 1 0 0 0,0-1 33 0 0,-1 1 1 0 0,0-2-1 0 0,0 1 1 0 0,1-1-1 0 0,-1 1 0 0 0,0-2 1 0 0,1 1-1 0 0,-1-1 1 0 0,0 0-1 0 0,0 0 0 0 0,0-1 1 0 0,1 1-1 0 0,-1-2 1 0 0,-1 1-1 0 0,1 0 1 0 0,0-1-1 0 0,-1 0 0 0 0,8-6 1 0 0,2-5 129 0 0,-1-1 0 0 0,-1-1-1 0 0,0 0 1 0 0,-1-1 0 0 0,-1 0 0 0 0,0 0 0 0 0,-2-1 0 0 0,0-1 0 0 0,-1 0-1 0 0,10-35 1 0 0,-8 15 543 0 0,-14 41-711 0 0,1 1-1 0 0,0 0 1 0 0,-1 0-1 0 0,1 0 1 0 0,0 0-1 0 0,1 0 0 0 0,-1 1 1 0 0,0 0-1 0 0,1-1 1 0 0,0 1-1 0 0,0 0 0 0 0,0 0 1 0 0,0 0-1 0 0,1 0 1 0 0,0 0-1 0 0,-1 1 1 0 0,1-1-1 0 0,1 0 0 0 0,-1 1 1 0 0,1-1-1 0 0,0 7 1 0 0,0-4-11 0 0,0 0 0 0 0,1-1 0 0 0,0 1 0 0 0,0 0 0 0 0,0-1 0 0 0,1 1 0 0 0,0-1 0 0 0,0 0 0 0 0,1 0 0 0 0,0 0 0 0 0,0 0 1 0 0,0 0-1 0 0,1 0 0 0 0,0-1 0 0 0,8 9 0 0 0,-6-7 48 0 0,1-1 1 0 0,1 0-1 0 0,-1 0 0 0 0,1-1 1 0 0,0 0-1 0 0,1-1 1 0 0,-1 1-1 0 0,1-2 0 0 0,0 1 1 0 0,13 3-1 0 0,-10-4-287 0 0,1 0 0 0 0,-1-1 0 0 0,1 0-1 0 0,0-1 1 0 0,0-1 0 0 0,-1 0 0 0 0,1-1 0 0 0,0 0 0 0 0,0 0-1 0 0,-1-2 1 0 0,1 0 0 0 0,-1 0 0 0 0,1-1 0 0 0,-1 0 0 0 0,0-1-1 0 0,19-12 1 0 0,-9 1-1493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08.06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31 117 4528 0 0,'0'0'-268'0'0,"-16"-6"185"0"0,2 1 939 0 0,14 2-375 0 0,25 3-286 0 0,38 6-349 0 0,-58-5 151 0 0,211 37-72 0 0,-177-29 59 0 0,0 1-1 0 0,-1 3 1 0 0,49 23-1 0 0,-83-35 22 0 0,-1 1 1 0 0,1 0-1 0 0,-1 0 0 0 0,1 0 0 0 0,-1 1 1 0 0,0-1-1 0 0,0 1 0 0 0,0 0 1 0 0,-1-1-1 0 0,1 1 0 0 0,-1 1 0 0 0,1-1 1 0 0,-1 0-1 0 0,0 1 0 0 0,0-1 0 0 0,0 1 1 0 0,-1-1-1 0 0,1 1 0 0 0,0 6 0 0 0,-1-7 5 0 0,-1-1-1 0 0,0 1 1 0 0,0 0-1 0 0,-1 0 1 0 0,1 0-1 0 0,0-1 0 0 0,-1 1 1 0 0,0 0-1 0 0,0 0 1 0 0,0-1-1 0 0,0 1 1 0 0,0-1-1 0 0,0 1 0 0 0,-1-1 1 0 0,1 1-1 0 0,-1-1 1 0 0,0 0-1 0 0,0 1 1 0 0,1-1-1 0 0,-1 0 0 0 0,-1 0 1 0 0,1-1-1 0 0,0 1 1 0 0,0 0-1 0 0,-1-1 1 0 0,1 1-1 0 0,-1-1 0 0 0,-3 1 1 0 0,2 1 70 0 0,-1-1 0 0 0,1 0 0 0 0,-1 0-1 0 0,0-1 1 0 0,1 1 0 0 0,-1-1 0 0 0,0 0 0 0 0,0 0 0 0 0,0-1 0 0 0,0 0 0 0 0,0 1 0 0 0,0-2-1 0 0,0 1 1 0 0,0 0 0 0 0,-5-2 0 0 0,7 1-50 0 0,-1-1 0 0 0,1 1 0 0 0,0-1 0 0 0,0 1 0 0 0,0-1 0 0 0,0 0 1 0 0,0 0-1 0 0,0 0 0 0 0,1-1 0 0 0,-1 1 0 0 0,1 0 0 0 0,0-1 0 0 0,-1 0 0 0 0,1 0 0 0 0,0 1 0 0 0,0-1 0 0 0,1 0 0 0 0,-1-1 0 0 0,1 1 0 0 0,-1 0 0 0 0,0-7 0 0 0,0 1-35 0 0,0 0-1 0 0,2 0 0 0 0,-1-1 0 0 0,1 1 0 0 0,0 0 0 0 0,1 0 0 0 0,0 0 0 0 0,0-1 1 0 0,1 1-1 0 0,1 0 0 0 0,-1 1 0 0 0,1-1 0 0 0,1 0 0 0 0,5-9 0 0 0,-3 4-42 0 0,2 1 0 0 0,0 0-1 0 0,0 0 1 0 0,1 1 0 0 0,0 0-1 0 0,1 1 1 0 0,23-20 0 0 0,14 1-150 0 0,-28 25-3905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09.13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161 475 3736 0 0,'-46'37'-616'0'0,"36"-30"593"0"0,0 0 0 0 0,0 0 1 0 0,1 1-1 0 0,0 0 1 0 0,0 1-1 0 0,1-1 0 0 0,0 2 1 0 0,1-1-1 0 0,0 1 0 0 0,0 0 1 0 0,1 1-1 0 0,-5 11 1 0 0,10-19 21 0 0,1-1 0 0 0,-1 0 0 0 0,1 0 0 0 0,-1 0 0 0 0,1 1 0 0 0,0-1 0 0 0,0 0 0 0 0,0 1 0 0 0,0-1 0 0 0,0 0 0 0 0,1 0 0 0 0,-1 1 0 0 0,1-1 0 0 0,-1 0 0 0 0,1 0 0 0 0,0 0 0 0 0,0 0 0 0 0,0 1 0 0 0,0-1 0 0 0,0 0 0 0 0,0-1 0 0 0,0 1 0 0 0,1 0 0 0 0,-1 0 0 0 0,3 2 0 0 0,1 0 7 0 0,0 0 0 0 0,0-1 0 0 0,0 1 0 0 0,1-1 0 0 0,-1 0-1 0 0,7 2 1 0 0,-8-3 1 0 0,16 5 111 0 0,0 0 1 0 0,1-1-1 0 0,0-1 1 0 0,0-1-1 0 0,0-1 1 0 0,0 0-1 0 0,0-2 1 0 0,0 0-1 0 0,1-2 1 0 0,-1 0-1 0 0,31-7 1 0 0,-46 6-20 0 0,0 0 0 0 0,-1 0 0 0 0,1-1 0 0 0,-1 1 0 0 0,0-1 0 0 0,0-1 0 0 0,0 1 0 0 0,0-1 0 0 0,-1 0 0 0 0,1 0 0 0 0,-1 0 0 0 0,0 0 0 0 0,0-1 0 0 0,-1 0 1 0 0,1 0-1 0 0,-1 0 0 0 0,0 0 0 0 0,-1 0 0 0 0,1-1 0 0 0,-1 1 0 0 0,0-1 0 0 0,0 1 0 0 0,0-1 0 0 0,-1 0 0 0 0,1-8 0 0 0,2-16 65 0 0,-1-1 1 0 0,-2 0-1 0 0,-3-50 0 0 0,1 55-68 0 0,-1-15-5 0 0,1-18 84 0 0,-3 1 0 0 0,-17-88 1 0 0,-1 34 93 0 0,22 111-266 0 0,-4-14-223 0 0,-1 34 202 0 0,1 2 0 0 0,1-1 0 0 0,1 0-1 0 0,1 1 1 0 0,1-1 0 0 0,0 0-1 0 0,2 1 1 0 0,6 31 0 0 0,49 167-195 0 0,-39-161 197 0 0,47 126 85 0 0,-60-160 1013 0 0,-15-33-294 0 0,6 5-716 0 0,1 0 1 0 0,0-1-1 0 0,0 0 1 0 0,1 0 0 0 0,0 0-1 0 0,0 0 1 0 0,-3-10 0 0 0,4 9-81 0 0,1 0 1 0 0,0 0-1 0 0,0-1 0 0 0,0 1 1 0 0,1 0-1 0 0,0 0 1 0 0,0 0-1 0 0,1 0 1 0 0,-1 0-1 0 0,1 1 1 0 0,1-1-1 0 0,-1 0 1 0 0,1 1-1 0 0,0-1 0 0 0,0 1 1 0 0,0 0-1 0 0,1 0 1 0 0,0 0-1 0 0,0 1 1 0 0,0-1-1 0 0,1 1 1 0 0,-1 0-1 0 0,1 0 1 0 0,0 1-1 0 0,0-1 1 0 0,0 1-1 0 0,1 0 0 0 0,-1 1 1 0 0,1-1-1 0 0,0 1 1 0 0,-1 0-1 0 0,1 0 1 0 0,0 1-1 0 0,0 0 1 0 0,0 0-1 0 0,0 0 1 0 0,0 1-1 0 0,1 0 0 0 0,-1 0 1 0 0,0 0-1 0 0,0 1 1 0 0,0 0-1 0 0,0 0 1 0 0,10 4-1 0 0,24 10-164 0 0,62 33-1 0 0,-62-28-102 0 0,61 22 1 0 0,-96-41-75 0 0,1 0-1 0 0,-1-1 1 0 0,1 1-1 0 0,-1-1 0 0 0,1-1 1 0 0,0 1-1 0 0,-1-1 1 0 0,0 0-1 0 0,1 0 1 0 0,-1-1-1 0 0,1 1 1 0 0,-1-1-1 0 0,9-5 0 0 0,10-4-2060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21.95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57 5477 0 0,'3'-22'-695'0'0,"-4"1"1456"0"0,2 8 234 0 0,9 29-996 0 0,65 160-155 0 0,-46-103 122 0 0,-22-58 34 0 0,7 19 11 0 0,-1 0 1 0 0,-2 1 0 0 0,8 38-1 0 0,-7-24 207 0 0,-12-48-253 0 0,5-28-3606 0 0,-2 4 2562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23.18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 25 3700 0 0,'0'0'-183'0'0,"-9"1"-414"0"0,6 0 558 0 0,9-3-207 0 0,6-3 249 0 0,58-8-5 0 0,-55 10-13 0 0,0 1 0 0 0,1 1 1 0 0,-1 0-1 0 0,0 2 0 0 0,1-1 1 0 0,-1 2-1 0 0,0 0 0 0 0,1 1 1 0 0,-1 0-1 0 0,21 9 0 0 0,-18-7 1 0 0,-1 1-1 0 0,0 1 0 0 0,-1 1 1 0 0,0 0-1 0 0,27 18 0 0 0,-39-22 17 0 0,1 1-1 0 0,0-1 1 0 0,-1 1-1 0 0,0 0 0 0 0,0 0 1 0 0,-1 0-1 0 0,1 0 1 0 0,-1 1-1 0 0,0-1 1 0 0,0 1-1 0 0,-1 0 0 0 0,0 0 1 0 0,0 0-1 0 0,0 0 1 0 0,-1 0-1 0 0,0 0 1 0 0,0 1-1 0 0,0 11 1 0 0,-1-13 17 0 0,0 0 0 0 0,-1-1 0 0 0,1 1 1 0 0,-1 0-1 0 0,-1 0 0 0 0,1-1 0 0 0,0 1 1 0 0,-1-1-1 0 0,0 1 0 0 0,0-1 0 0 0,0 1 1 0 0,-1-1-1 0 0,0 0 0 0 0,1 0 0 0 0,-1-1 1 0 0,-1 1-1 0 0,1 0 0 0 0,0-1 0 0 0,-1 0 1 0 0,0 0-1 0 0,0 0 0 0 0,0 0 0 0 0,0-1 1 0 0,0 1-1 0 0,-9 3 0 0 0,-7 1 112 0 0,0 0-1 0 0,0-1 1 0 0,-1-1 0 0 0,1 0-1 0 0,-1-2 1 0 0,-41 1-1 0 0,59-4-62 0 0,-25 0 443 0 0,28 0-484 0 0,-1 0-1 0 0,0 0 1 0 0,0 1-1 0 0,0-1 1 0 0,0 0-1 0 0,0 0 1 0 0,0 0-1 0 0,1 0 1 0 0,-1-1-1 0 0,0 1 1 0 0,0 0-1 0 0,0 0 1 0 0,0-1-1 0 0,0 1 1 0 0,1 0-1 0 0,-1-1 1 0 0,0 1-1 0 0,0 0 1 0 0,1-1-1 0 0,-1 1 1 0 0,0-1-1 0 0,0 0 1 0 0,1 1-1 0 0,-1-1 1 0 0,0 0-1 0 0,6-2-31 0 0,1 1 0 0 0,-1 0 0 0 0,1 0 0 0 0,0 0 0 0 0,0 1 0 0 0,-1-1 0 0 0,1 2 0 0 0,0-1 0 0 0,0 1 0 0 0,9 0-1 0 0,-13 0-4 0 0,3 0-8 0 0,10 2-6 0 0,0 0 1 0 0,0 1-1 0 0,-1 1 1 0 0,1 0 0 0 0,-1 1-1 0 0,0 0 1 0 0,13 8-1 0 0,10 8-43 0 0,41 32 0 0 0,-55-38 67 0 0,16 10 2 0 0,-16-10-3 0 0,36 28 0 0 0,-58-42 23 0 0,13 14-1795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24.03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0 139 3776 0 0,'29'5'-751'0'0,"-20"-5"669"0"0,12 0 67 0 0,1 0 0 0 0,0-2 0 0 0,40-8 0 0 0,-56 9 88 0 0,0 0 1 0 0,-1-1-1 0 0,0 0 1 0 0,1 0-1 0 0,-1-1 1 0 0,0 1-1 0 0,0-1 1 0 0,0 0-1 0 0,0 0 1 0 0,-1-1-1 0 0,0 1 1 0 0,1-1-1 0 0,-1 0 1 0 0,0-1-1 0 0,-1 1 1 0 0,1 0-1 0 0,-1-1 1 0 0,0 0-1 0 0,0 0 1 0 0,4-10-1 0 0,-6 14-57 0 0,-1 0 0 0 0,1-1 0 0 0,-1 1 0 0 0,1 0 0 0 0,-1 0 0 0 0,0 0 0 0 0,0-1 0 0 0,1 1 0 0 0,-1 0 0 0 0,0-1 0 0 0,0 1 0 0 0,0 0 0 0 0,0 0 0 0 0,-1-1 0 0 0,1 1 0 0 0,0 0 0 0 0,-1 0 0 0 0,1 0 0 0 0,0-1 0 0 0,-1 1 0 0 0,1 0 0 0 0,-1 0-1 0 0,0 0 1 0 0,1 0 0 0 0,-1 0 0 0 0,0 0 0 0 0,0 0 0 0 0,0 0 0 0 0,1 0 0 0 0,-1 0 0 0 0,0 0 0 0 0,0 1 0 0 0,0-1 0 0 0,-2-1 0 0 0,-36-9 106 0 0,35 11-108 0 0,1-1-3 0 0,-20 6-17 0 0,14-3 7 0 0,0 0 1 0 0,1 1-1 0 0,-1 0 1 0 0,1 0-1 0 0,0 1 0 0 0,0 0 1 0 0,0 1-1 0 0,0 0 1 0 0,1 0-1 0 0,0 0 1 0 0,0 1-1 0 0,-7 7 0 0 0,10-9-11 0 0,0 1 1 0 0,0-1-1 0 0,0 1 0 0 0,1 0 0 0 0,0 0 0 0 0,0 0 0 0 0,0 1 0 0 0,0-1 0 0 0,1 1 0 0 0,0-1 0 0 0,0 1 0 0 0,1 0 0 0 0,-1 0 0 0 0,1 0 1 0 0,0 0-1 0 0,1 0 0 0 0,0 11 0 0 0,1-13 8 0 0,0-1 1 0 0,0 1-1 0 0,0-1 1 0 0,0 1-1 0 0,1-1 1 0 0,0 0-1 0 0,0 0 1 0 0,0 1-1 0 0,0-1 1 0 0,0-1-1 0 0,0 1 1 0 0,1 0-1 0 0,-1 0 0 0 0,1-1 1 0 0,0 0-1 0 0,0 1 1 0 0,0-1-1 0 0,0 0 1 0 0,0 0-1 0 0,1-1 1 0 0,-1 1-1 0 0,6 1 1 0 0,10 4 26 0 0,0-1 0 0 0,38 7 0 0 0,-38-9-5 0 0,-8-2-234 0 0,1-1-1 0 0,-1 0 0 0 0,1-1 0 0 0,0 0 0 0 0,-1-1 0 0 0,1 0 0 0 0,-1-1 1 0 0,1 0-1 0 0,-1-1 0 0 0,22-8 0 0 0,-5-1-592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24.61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6 101 3352 0 0,'-5'-98'3058'0'0,"5"96"-2805"0"0,1 7-248 0 0,37 97-26 0 0,76 197-24 0 0,-101-267 67 0 0,-1-1 0 0 0,-2 1 0 0 0,-1 1 0 0 0,-1 0 0 0 0,-2 0 0 0 0,-2 1 0 0 0,1 34 0 0 0,-5-67 11 0 0,0 6 228 0 0,0-5-562 0 0,1-37-3193 0 0,1 14 2073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24.96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 79 4196 0 0,'-9'1'-227'0'0,"6"-2"179"0"0,8-2-263 0 0,32-8 339 0 0,0 1 0 0 0,1 2 1 0 0,70-6-1 0 0,-53 8-1136 0 0,64-15 0 0 0,-101 16 565 0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25.70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7 1 2068 0 0,'0'0'266'0'0,"-7"6"1091"0"0,7-6-1336 0 0,79 26-21 0 0,71 29-40 0 0,-133-48 26 0 0,-1 2 1 0 0,1 0-1 0 0,-2 1 0 0 0,1 1 0 0 0,-1 0 0 0 0,21 21 1 0 0,-32-28 11 0 0,0 1 1 0 0,0-1-1 0 0,0 1 1 0 0,-1 1 0 0 0,0-1-1 0 0,0 0 1 0 0,0 1-1 0 0,0-1 1 0 0,2 10 0 0 0,-4-12 14 0 0,-1 0 1 0 0,1 0-1 0 0,-1-1 0 0 0,0 1 1 0 0,1 0-1 0 0,-1 0 1 0 0,0 0-1 0 0,-1-1 1 0 0,1 1-1 0 0,0 0 1 0 0,-1 0-1 0 0,0 0 1 0 0,0-1-1 0 0,1 1 0 0 0,-1 0 1 0 0,-1-1-1 0 0,1 1 1 0 0,0-1-1 0 0,-1 0 1 0 0,1 1-1 0 0,-1-1 1 0 0,-3 3-1 0 0,3-2 43 0 0,0 0 0 0 0,0-1 0 0 0,-1 0 0 0 0,1 1-1 0 0,-1-1 1 0 0,1 0 0 0 0,-1 0 0 0 0,0-1 0 0 0,0 1 0 0 0,0-1 0 0 0,0 1 0 0 0,0-1-1 0 0,0 0 1 0 0,0 0 0 0 0,-1 0 0 0 0,1 0 0 0 0,0-1 0 0 0,0 1 0 0 0,-1-1 0 0 0,1 0 0 0 0,0 0-1 0 0,-1 0 1 0 0,1 0 0 0 0,0-1 0 0 0,-1 0 0 0 0,1 1 0 0 0,0-1 0 0 0,0 0 0 0 0,0 0-1 0 0,0-1 1 0 0,0 1 0 0 0,0-1 0 0 0,0 1 0 0 0,0-1 0 0 0,0 0 0 0 0,1 0 0 0 0,-1 0 0 0 0,1-1-1 0 0,-1 1 1 0 0,1-1 0 0 0,0 1 0 0 0,0-1 0 0 0,0 0 0 0 0,0 1 0 0 0,1-1 0 0 0,-1 0-1 0 0,1 0 1 0 0,0 0 0 0 0,-1 0 0 0 0,1-1 0 0 0,1 1 0 0 0,-1 0 0 0 0,0-5 0 0 0,1-1-38 0 0,-1 1 1 0 0,2-1 0 0 0,0 1-1 0 0,0-1 1 0 0,0 1 0 0 0,1-1-1 0 0,0 1 1 0 0,1-1 0 0 0,0 1-1 0 0,0 0 1 0 0,1 1 0 0 0,-1-1-1 0 0,2 0 1 0 0,-1 1 0 0 0,8-9-1 0 0,6-7-101 0 0,0 1 1 0 0,2 1-1 0 0,23-21 0 0 0,-27 31-203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26.05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1 4684 0 0,'0'0'-127'0'0,"16"-1"-631"0"0,-9 13 703 0 0,0 0-1 0 0,0 0 1 0 0,-2 1-1 0 0,1-1 1 0 0,-2 1-1 0 0,0 1 1 0 0,5 22-1 0 0,6 20-1 0 0,22 75 177 0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26.22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23 23 2248 0 0,'-22'-22'500'0'0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26.85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123 156 3544 0 0,'4'1'57'0'0,"0"-1"-1"0"0,-1 1 0 0 0,1 0 0 0 0,0-1 0 0 0,0 0 1 0 0,-1 0-1 0 0,1 0 0 0 0,0 0 0 0 0,0 0 0 0 0,-1-1 1 0 0,1 0-1 0 0,0 0 0 0 0,0 0 0 0 0,-1 0 0 0 0,1 0 1 0 0,-1-1-1 0 0,0 0 0 0 0,1 0 0 0 0,-1 0 0 0 0,0 0 1 0 0,0 0-1 0 0,0 0 0 0 0,0-1 0 0 0,0 1 0 0 0,-1-1 1 0 0,5-5-1 0 0,-4 3-2 0 0,0 0 1 0 0,1 1-1 0 0,-2-1 1 0 0,1 0-1 0 0,-1-1 1 0 0,0 1-1 0 0,0 0 1 0 0,0-1-1 0 0,-1 1 1 0 0,1-1-1 0 0,-1 0 1 0 0,-1 1-1 0 0,1-1 0 0 0,-1 0 1 0 0,0 0-1 0 0,-2-9 1 0 0,2 14-51 0 0,0 0 0 0 0,-1 0 0 0 0,0-1 0 0 0,1 1 0 0 0,-1 0 0 0 0,0 0 0 0 0,0 0 0 0 0,1 0 0 0 0,-1 0 0 0 0,0 0 0 0 0,0 0 0 0 0,0 0 0 0 0,0 0 0 0 0,0 0 0 0 0,0 1 0 0 0,-1-1 0 0 0,1 0 0 0 0,0 1 0 0 0,0-1-1 0 0,-1 1 1 0 0,1-1 0 0 0,0 1 0 0 0,0 0 0 0 0,-1-1 0 0 0,1 1 0 0 0,0 0 0 0 0,-1 0 0 0 0,1 0 0 0 0,0 0 0 0 0,-1 0 0 0 0,1 0 0 0 0,-2 1 0 0 0,-43 7-1 0 0,44-8-4 0 0,-9 4-9 0 0,0 1-1 0 0,0 1 1 0 0,1-1-1 0 0,-1 1 1 0 0,1 1-1 0 0,1 0 1 0 0,-1 1-1 0 0,1 0 1 0 0,0 0-1 0 0,1 0 1 0 0,0 1-1 0 0,1 1 1 0 0,-1-1-1 0 0,2 1 1 0 0,-10 18-1 0 0,15-26 5 0 0,0 0 0 0 0,0 0 0 0 0,0 0-1 0 0,0 0 1 0 0,1 1 0 0 0,-1-1 0 0 0,1 0-1 0 0,-1 1 1 0 0,1-1 0 0 0,0 1 0 0 0,0-1-1 0 0,0 0 1 0 0,0 1 0 0 0,0-1 0 0 0,1 1-1 0 0,-1-1 1 0 0,1 0 0 0 0,-1 1 0 0 0,1-1 0 0 0,0 0-1 0 0,2 4 1 0 0,-1-3 11 0 0,0 0 0 0 0,1 0 1 0 0,0 0-1 0 0,-1-1 0 0 0,1 1 0 0 0,0-1 0 0 0,0 1 0 0 0,1-1 1 0 0,-1 0-1 0 0,0 0 0 0 0,1 0 0 0 0,4 1 0 0 0,2 1-66 0 0,1-1 0 0 0,-1 0 0 0 0,1-1 0 0 0,0 0 0 0 0,-1 0 0 0 0,1-2 0 0 0,0 1 0 0 0,21-2 0 0 0,-21-2-493 0 0,1 1 0 0 0,-1-2 0 0 0,1 1 0 0 0,19-11 0 0 0,-8 0-154 0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27.49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84 3560 0 0,'0'0'30'0'0,"3"-20"536"0"0,-4 19-517 0 0,1 1 1 0 0,0 0 0 0 0,0-1-1 0 0,0 1 1 0 0,0-1-1 0 0,0 1 1 0 0,0 0-1 0 0,0-1 1 0 0,0 1-1 0 0,-1-1 1 0 0,1 1-1 0 0,1 0 1 0 0,-1-1-1 0 0,0 1 1 0 0,0-1-1 0 0,0 1 1 0 0,0 0-1 0 0,0-1 1 0 0,0 1-1 0 0,0-1 1 0 0,1 1 0 0 0,-1 0-1 0 0,0-1 1 0 0,0 1-1 0 0,0 0 1 0 0,1-1-1 0 0,-1 1 1 0 0,0 0-1 0 0,0-1 1 0 0,1 1-1 0 0,-1 0 1 0 0,0 0-1 0 0,1-1 1 0 0,-1 1-1 0 0,0 0 1 0 0,1 0-1 0 0,-1 0 1 0 0,1 0 0 0 0,-1-1-1 0 0,1 1 1 0 0,136 187-140 0 0,-32-65 235 0 0,-104-121-66 0 0,15 5 2937 0 0,-16-6-2969 0 0,4-40 81 0 0,1 1 0 0 0,2 0 0 0 0,1 0 0 0 0,3 1 0 0 0,27-68 0 0 0,-36 100-236 0 0,0-1 0 0 0,0 1 0 0 0,0-1 0 0 0,-1 0 0 0 0,1-13 0 0 0,-2 19-122 0 0,0-9-1219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28.03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0 144 5465 0 0,'2'1'-65'0'0,"-1"0"0"0"0,0 0 1 0 0,1 0-1 0 0,-1 0 0 0 0,1 0 1 0 0,-1-1-1 0 0,1 1 0 0 0,-1 0 1 0 0,1-1-1 0 0,-1 1 1 0 0,1-1-1 0 0,0 1 0 0 0,-1-1 1 0 0,1 0-1 0 0,0 0 0 0 0,-1 0 1 0 0,1 0-1 0 0,0 0 1 0 0,-1 0-1 0 0,1 0 0 0 0,0 0 1 0 0,-1-1-1 0 0,3 0 0 0 0,43-15-32 0 0,-38 11 224 0 0,0 0 0 0 0,0 0 1 0 0,-1-1-1 0 0,0 0 1 0 0,0 0-1 0 0,0-1 0 0 0,-1 0 1 0 0,0-1-1 0 0,-1 0 1 0 0,1 0-1 0 0,-1 0 0 0 0,-1 0 1 0 0,0-1-1 0 0,6-14 1 0 0,-10 23-117 0 0,-1 0 1 0 0,0-1-1 0 0,1 1 1 0 0,-1-1-1 0 0,0 1 1 0 0,0 0 0 0 0,1-1-1 0 0,-1 1 1 0 0,0-1-1 0 0,0 1 1 0 0,0-1-1 0 0,0 1 1 0 0,0-1 0 0 0,1 1-1 0 0,-1-1 1 0 0,0 1-1 0 0,0-1 1 0 0,0 1 0 0 0,0-1-1 0 0,-1 1 1 0 0,1-1-1 0 0,0 1 1 0 0,0-1-1 0 0,0 1 1 0 0,0-1 0 0 0,0 1-1 0 0,-1-1 1 0 0,1 1-1 0 0,0-1 1 0 0,0 1 0 0 0,-1 0-1 0 0,1-1 1 0 0,0 1-1 0 0,-1-1 1 0 0,1 1-1 0 0,-1-1 1 0 0,-19 3 128 0 0,-22 17-102 0 0,30-10-46 0 0,0 0 0 0 0,1 1 0 0 0,0 1 0 0 0,1-1-1 0 0,0 2 1 0 0,0 0 0 0 0,2 0 0 0 0,-1 0 0 0 0,1 1-1 0 0,-10 24 1 0 0,17-35 4 0 0,1 0-1 0 0,-1 0 1 0 0,1 0 0 0 0,-1 0-1 0 0,1 0 1 0 0,0 0-1 0 0,0 1 1 0 0,0-1-1 0 0,0 0 1 0 0,0 0 0 0 0,0 0-1 0 0,1 0 1 0 0,-1 0-1 0 0,1 0 1 0 0,-1 0-1 0 0,1 0 1 0 0,0 0 0 0 0,0 0-1 0 0,0 0 1 0 0,2 3-1 0 0,0-2 8 0 0,-1-1-1 0 0,1 1 0 0 0,0 0 1 0 0,0-1-1 0 0,0 0 0 0 0,0 0 1 0 0,1 0-1 0 0,-1 0 0 0 0,1 0 1 0 0,5 2-1 0 0,6 0-12 0 0,0 0 0 0 0,1 0 0 0 0,0-1 0 0 0,21 0 1 0 0,4-2-690 0 0,0-2 0 0 0,0-1 1 0 0,44-9-1 0 0,-23-1-777 0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30.66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 36 4124 0 0,'0'0'-300'0'0,"-9"3"-743"0"0,6-2 1037 0 0,7-2-14 0 0,71-19 259 0 0,-72 19-219 0 0,-2 0-12 0 0,7-2-16 0 0,-1 0 9 0 0,1 1 0 0 0,-1-1 1 0 0,1 2-1 0 0,0-1 0 0 0,0 1 0 0 0,0 0 0 0 0,15 1 0 0 0,-20 0-3 0 0,1 0-7 0 0,4 1-7 0 0,1 0 0 0 0,-1 1-1 0 0,0 0 1 0 0,0 1 0 0 0,1-1-1 0 0,-1 2 1 0 0,8 4 0 0 0,-14-7 19 0 0,0 0 0 0 0,1 0 0 0 0,-1 0 0 0 0,0 1 0 0 0,-1-1 0 0 0,1 1 0 0 0,0 0 1 0 0,0-1-1 0 0,-1 1 0 0 0,1 0 0 0 0,-1 0 0 0 0,1 0 0 0 0,-1 0 0 0 0,0 0 0 0 0,0 0 0 0 0,0 1 1 0 0,0-1-1 0 0,0 0 0 0 0,0 1 0 0 0,-1-1 0 0 0,1 0 0 0 0,-1 1 0 0 0,0-1 0 0 0,1 1 0 0 0,-1-1 1 0 0,0 0-1 0 0,-1 1 0 0 0,1-1 0 0 0,-1 3 0 0 0,-1 0 16 0 0,-1 0 1 0 0,0-1-1 0 0,-1 1 1 0 0,1-1-1 0 0,-1 0 1 0 0,0 0-1 0 0,0 0 0 0 0,0 0 1 0 0,0-1-1 0 0,-1 0 1 0 0,1 0-1 0 0,-1 0 1 0 0,0 0-1 0 0,-8 3 1 0 0,7-3-1 0 0,-143 64 829 0 0,147-66-760 0 0,-12 3 99 0 0,7-2-45 0 0,10-2 47 0 0,32-6-209 0 0,-1 1-1 0 0,61 0 1 0 0,-81 6 14 0 0,-1-1 0 0 0,1 2 0 0 0,-1 0 0 0 0,0 0 0 0 0,0 2 1 0 0,0-1-1 0 0,0 2 0 0 0,0 0 0 0 0,-1 0 0 0 0,17 10 0 0 0,-27-14 8 0 0,-1 0 1 0 0,1-1-1 0 0,-1 1 1 0 0,1 0-1 0 0,-1 0 1 0 0,0 0 0 0 0,1 0-1 0 0,-1 0 1 0 0,0 0-1 0 0,0 0 1 0 0,1 1-1 0 0,-1-1 1 0 0,0 0-1 0 0,0 1 1 0 0,0-1-1 0 0,-1 1 1 0 0,1-1 0 0 0,0 1-1 0 0,-1-1 1 0 0,1 1-1 0 0,-1-1 1 0 0,1 1-1 0 0,-1 0 1 0 0,1-1-1 0 0,-1 1 1 0 0,0 0-1 0 0,0-1 1 0 0,0 1 0 0 0,0 0-1 0 0,0-1 1 0 0,-1 1-1 0 0,1 0 1 0 0,0-1-1 0 0,-1 1 1 0 0,1-1-1 0 0,-1 1 1 0 0,1 0-1 0 0,-1-1 1 0 0,0 1 0 0 0,0-1-1 0 0,0 0 1 0 0,0 1-1 0 0,0-1 1 0 0,0 0-1 0 0,0 1 1 0 0,0-1-1 0 0,0 0 1 0 0,-3 1-1 0 0,-3 5 27 0 0,-1-1-1 0 0,1-1 0 0 0,-1 0 0 0 0,-1 0 0 0 0,-16 7 0 0 0,-7 0 263 0 0,-1-3 0 0 0,0-1 1 0 0,-1-1-1 0 0,1-1 0 0 0,-69 1 0 0 0,101-7-318 0 0,0 0 0 0 0,0 0 0 0 0,0 0 0 0 0,0 0 0 0 0,0 0 0 0 0,0-1 0 0 0,0 1 0 0 0,0 0 0 0 0,1 0 1 0 0,-1 0-1 0 0,0-1 0 0 0,0 1 0 0 0,0-1 0 0 0,0 1 0 0 0,1-1 0 0 0,-1 1 0 0 0,0-1 0 0 0,0 1 0 0 0,1-1 0 0 0,-1 1 0 0 0,0-1 0 0 0,1 0 0 0 0,-1 1 0 0 0,1-1 0 0 0,-1 0 1 0 0,1 0-1 0 0,-1 0 0 0 0,1 1 0 0 0,-1-1 0 0 0,1 0 0 0 0,-1-1 0 0 0,1 0-198 0 0,0-1 0 0 0,0 1 0 0 0,0-1 0 0 0,0 1 1 0 0,0-1-1 0 0,0 1 0 0 0,0 0 0 0 0,1-1 0 0 0,0 1 0 0 0,-1-1 0 0 0,3-3 1 0 0,5-13-1014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31.74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600 53 4000 0 0,'0'-2'-14'0'0,"-1"0"0"0"0,1 1 0 0 0,-1-1 0 0 0,1 0 0 0 0,-1 0 0 0 0,1 1 0 0 0,-1-1 0 0 0,0 0 0 0 0,0 1 0 0 0,0-1 0 0 0,0 1 0 0 0,0-1 0 0 0,0 1 0 0 0,0-1-1 0 0,0 1 1 0 0,-1 0 0 0 0,1 0 0 0 0,0-1 0 0 0,-1 1 0 0 0,1 0 0 0 0,-4-1 0 0 0,4 1 46 0 0,-59-6 215 0 0,34 10-247 0 0,1 2 0 0 0,-1 1 0 0 0,1 1 0 0 0,1 1 0 0 0,0 1 1 0 0,0 1-1 0 0,0 1 0 0 0,2 1 0 0 0,-1 1 0 0 0,2 1 0 0 0,0 1 0 0 0,0 1 1 0 0,-21 22-1 0 0,19-15-16 0 0,0 1 1 0 0,2 1 0 0 0,0 0-1 0 0,-28 49 1 0 0,44-65 11 0 0,1-1 0 0 0,0 1 0 0 0,1 0 0 0 0,0 0 0 0 0,0 0 0 0 0,1 0 0 0 0,0 0 0 0 0,0 1 0 0 0,1-1 0 0 0,1 0 0 0 0,-1 1 0 0 0,2-1 0 0 0,-1 1 0 0 0,1-1 0 0 0,1 1 1 0 0,-1-1-1 0 0,2 0 0 0 0,-1 0 0 0 0,1 0 0 0 0,8 17 0 0 0,-4-13 11 0 0,0-1 0 0 0,0 1 0 0 0,1-1 1 0 0,0 0-1 0 0,2-1 0 0 0,-1 0 0 0 0,1 0 0 0 0,0-1 1 0 0,1-1-1 0 0,1 0 0 0 0,-1 0 0 0 0,1-1 0 0 0,1 0 1 0 0,-1-1-1 0 0,1-1 0 0 0,0 0 0 0 0,1-1 0 0 0,0 0 1 0 0,0-1-1 0 0,18 3 0 0 0,-9-2 79 0 0,1-2 0 0 0,-1 0 0 0 0,1-2 0 0 0,0 0 0 0 0,0-2 0 0 0,-1 0 1 0 0,1-2-1 0 0,-1-1 0 0 0,26-7 0 0 0,-35 7 56 0 0,0-1 1 0 0,0 0 0 0 0,0-1 0 0 0,0-1-1 0 0,-1 0 1 0 0,0-1 0 0 0,-1 0-1 0 0,0-1 1 0 0,0-1 0 0 0,-1 0-1 0 0,0 0 1 0 0,-1-1 0 0 0,0 0-1 0 0,0-1 1 0 0,10-18 0 0 0,-11 17 6 0 0,-1-1 1 0 0,0 0-1 0 0,-2-1 1 0 0,1 0 0 0 0,-2 0-1 0 0,0 0 1 0 0,0-1-1 0 0,-2 0 1 0 0,0 1 0 0 0,-1-1-1 0 0,0 0 1 0 0,-1-1-1 0 0,-3-27 1 0 0,1 31-98 0 0,-1 0-1 0 0,0 0 1 0 0,-1 0 0 0 0,-1 1 0 0 0,0-1 0 0 0,-1 1-1 0 0,0 0 1 0 0,-1 1 0 0 0,0-1 0 0 0,-1 1-1 0 0,0 0 1 0 0,0 1 0 0 0,-2 0 0 0 0,1 0 0 0 0,-1 0-1 0 0,-11-8 1 0 0,1 2-30 0 0,-2 1 1 0 0,0 1-1 0 0,-1 1 0 0 0,0 1 1 0 0,-1 1-1 0 0,0 1 0 0 0,-30-10 1 0 0,22 10-75 0 0,-5-3-578 0 0,10 6-4108 0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3:20.18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8560 1 3940 0 0,'0'0'4756'0'0,"-4"2"-4720"0"0,-20 6 17 0 0,-1-1 0 0 0,1-2 0 0 0,-2 0 0 0 0,-48 2 0 0 0,2 2-39 0 0,-533 79 192 0 0,317-38-132 0 0,176-28-54 0 0,-438 101 146 0 0,433-95-109 0 0,-634 156 381 0 0,398-91-330 0 0,160-40-67 0 0,-282 103-8 0 0,257-62-8 0 0,-41 15 10 0 0,-44-7 7 0 0,70-25 8 0 0,-44 14 17 0 0,-169 64 10 0 0,-175 114-1 0 0,519-228-83 0 0,-184 104 1 0 0,140-63-2 0 0,-37 23-28 0 0,-123 90 17 0 0,256-156 4 0 0,3 2-1 0 0,1 1 1 0 0,2 3-1 0 0,-39 53 1 0 0,2-16 11 0 0,57-61 1 0 0,1 2 1 0 0,-26 33-1 0 0,24-29-27 0 0,-9 15-7 0 0,-43 82-28 0 0,30-51 85 0 0,-2-3 1 0 0,-101 110-1 0 0,108-131-15 0 0,-34 30 33 0 0,-112 93 1 0 0,87-84-36 0 0,3 5 5 0 0,69-61-6 0 0,1-3 1361 0 0,26-33-1339 0 0,0 1 1 0 0,0 0-1 0 0,0-1 1 0 0,0 0-1 0 0,1 1 1 0 0,0-1-1 0 0,0 0 0 0 0,0 0 1 0 0,0 0-1 0 0,0 0 1 0 0,1-6-1 0 0,-2 2 12 0 0,-8-40 49 0 0,-25-97 52 0 0,22 80-112 0 0,-3-7-135 0 0,16 71 76 0 0,-3-10-736 0 0,3 29 486 0 0,45 267-76 0 0,-39-249 365 0 0,0-6 4 0 0,-1-1 1 0 0,0 33 0 0 0,-5-61-12 0 0,0 0 1 0 0,-1 0-1 0 0,1 1 1 0 0,0-1-1 0 0,0 0 1 0 0,0 0-1 0 0,1 1 1 0 0,-1-1 0 0 0,0 0-1 0 0,0 0 1 0 0,1 1-1 0 0,-1-1 1 0 0,0 0-1 0 0,1 0 1 0 0,-1 0-1 0 0,1 0 1 0 0,0 0-1 0 0,-1 0 1 0 0,1 1 0 0 0,0-2-1 0 0,0 1 1 0 0,-1 0-1 0 0,1 0 1 0 0,0 0-1 0 0,0 0 1 0 0,0 0-1 0 0,0-1 1 0 0,0 1-1 0 0,0 0 1 0 0,1-1 0 0 0,-1 1-1 0 0,0-1 1 0 0,0 1-1 0 0,0-1 1 0 0,0 0-1 0 0,1 1 1 0 0,-1-1-1 0 0,0 0 1 0 0,0 0-1 0 0,1 0 1 0 0,-1 0 0 0 0,0 0-1 0 0,0 0 1 0 0,1 0-1 0 0,1-1 1 0 0,7-2-27 0 0,0 0 1 0 0,0 0 0 0 0,-1-1-1 0 0,17-8 1 0 0,-8 3 57 0 0,67-23-93 0 0,155-36 0 0 0,-64 22-87 0 0,-173 45 144 0 0,13-2-9 0 0,-7 1 120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7:25.51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517 83 1104 0 0,'1'-1'46'0'0,"-1"0"100"0"0,1 0 0 0 0,0 0-1 0 0,-1 0 1 0 0,1 0 0 0 0,-1 0 0 0 0,1 0 0 0 0,-1-1 0 0 0,1 1 0 0 0,-1 0 0 0 0,0 0-1 0 0,0-1 1 0 0,1 1 0 0 0,-1 0 0 0 0,0-1 0 0 0,0 1 0 0 0,0 0 0 0 0,-1-1 0 0 0,1 1-1 0 0,0 0 1 0 0,0 0 0 0 0,-1-1 0 0 0,1 1 0 0 0,-1 0 0 0 0,1 0 0 0 0,-1 0 0 0 0,1-1-1 0 0,-1 1 1 0 0,0 0 0 0 0,1 0 0 0 0,-1 0 0 0 0,0 0 0 0 0,0 0 0 0 0,0 0 0 0 0,0 1-1 0 0,-1-2 1 0 0,0 0 21 0 0,0 0-98 0 0,-1-1 1 0 0,0 1-1 0 0,0 0 1 0 0,0 0-1 0 0,0 0 0 0 0,0 0 1 0 0,-1 1-1 0 0,1-1 1 0 0,0 1-1 0 0,-1-1 0 0 0,1 1 1 0 0,-1 0-1 0 0,-3 0 1 0 0,0-1 33 0 0,0 0-64 0 0,0-1 1 0 0,0 1-1 0 0,0 1 0 0 0,0 0 0 0 0,0 0 0 0 0,-1 0 0 0 0,-10 1 0 0 0,3 1-33 0 0,-1 2 0 0 0,1 0 0 0 0,-23 7 0 0 0,20-2-22 0 0,0 1 0 0 0,0 0 0 0 0,1 1 0 0 0,0 1-1 0 0,1 0 1 0 0,0 2 0 0 0,1 0 0 0 0,0 0 0 0 0,1 1 0 0 0,-12 16 0 0 0,12-12-15 0 0,0 0 1 0 0,1 0 0 0 0,1 1-1 0 0,1 1 1 0 0,-16 36 0 0 0,23-46 6 0 0,0 0 0 0 0,1 0 1 0 0,0 1-1 0 0,1-1 0 0 0,0 1 1 0 0,1 0-1 0 0,0-1 0 0 0,0 1 1 0 0,1 0-1 0 0,2 15 1 0 0,0-17 10 0 0,0-1 1 0 0,0 0 0 0 0,1 0-1 0 0,0 0 1 0 0,0 0 0 0 0,1 0 0 0 0,0-1-1 0 0,0 0 1 0 0,1 0 0 0 0,0 0-1 0 0,0 0 1 0 0,1-1 0 0 0,12 11 0 0 0,-6-6 11 0 0,1-1 1 0 0,1 0-1 0 0,0-1 1 0 0,0 0-1 0 0,1-2 1 0 0,0 1-1 0 0,0-2 1 0 0,0 0-1 0 0,1-1 1 0 0,0-1-1 0 0,0 0 1 0 0,1-1-1 0 0,-1 0 1 0 0,1-2-1 0 0,-1 0 1 0 0,1-1-1 0 0,-1 0 1 0 0,1-2-1 0 0,0 0 0 0 0,17-5 1 0 0,317-73 212 0 0,-281 63-131 0 0,-68 16 59 0 0,3-18-3654 0 0,-7 9 1273 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7:25.51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 86 5657 0 0,'-11'-65'875'0'0,"11"63"-598"0"0,-1-10 52 0 0,2 5-197 0 0,0 10-297 0 0,44 144 105 0 0,57 167-86 0 0,-56-175 234 0 0,-40-120 2486 0 0,-17-81-1415 0 0,13 56-1215 0 0,-1 0-1 0 0,1-1 0 0 0,0 1 0 0 0,0 0 1 0 0,1 0-1 0 0,0 0 0 0 0,0 1 1 0 0,0-1-1 0 0,1 0 0 0 0,0 1 1 0 0,0 0-1 0 0,0 0 0 0 0,0 0 0 0 0,1 1 1 0 0,0 0-1 0 0,0 0 0 0 0,0 0 1 0 0,1 0-1 0 0,-1 1 0 0 0,1-1 0 0 0,0 2 1 0 0,0-1-1 0 0,8-2 0 0 0,-9 3-3 0 0,0 0-1 0 0,0 1 0 0 0,1-1 0 0 0,-1 1 0 0 0,1 0 1 0 0,-1 1-1 0 0,1-1 0 0 0,-1 1 0 0 0,0 1 1 0 0,1-1-1 0 0,-1 1 0 0 0,1-1 0 0 0,-1 1 0 0 0,0 1 1 0 0,1-1-1 0 0,-1 1 0 0 0,0 0 0 0 0,0 0 0 0 0,0 1 1 0 0,0-1-1 0 0,-1 1 0 0 0,1 0 0 0 0,-1 1 1 0 0,1-1-1 0 0,-1 1 0 0 0,0-1 0 0 0,5 8 0 0 0,1 4 22 0 0,-2 0-1 0 0,1 0 0 0 0,-2 1 0 0 0,0 0 0 0 0,-1 0 0 0 0,-1 1 0 0 0,-1-1 1 0 0,0 1-1 0 0,-1 0 0 0 0,0 0 0 0 0,-2 1 0 0 0,0 25 0 0 0,-1-42-11 0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7:25.51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41 105 4812 0 0,'0'0'-136'0'0,"-11"-43"800"0"0,11 41-479 0 0,-2-4 414 0 0,2 6-567 0 0,1 0 0 0 0,-1-1 1 0 0,0 1-1 0 0,0 0 0 0 0,0 0 1 0 0,0-1-1 0 0,0 1 0 0 0,0 0 0 0 0,0 0 1 0 0,0-1-1 0 0,0 1 0 0 0,0 0 1 0 0,0 0-1 0 0,0-1 0 0 0,0 1 1 0 0,0 0-1 0 0,0-1 0 0 0,0 1 1 0 0,0 0-1 0 0,0 0 0 0 0,0-1 0 0 0,0 1 1 0 0,0 0-1 0 0,0 0 0 0 0,-1-1 1 0 0,1 1-1 0 0,0 0 0 0 0,0 0 1 0 0,0 0-1 0 0,0-1 0 0 0,-1 1 1 0 0,1 0-1 0 0,0 0 0 0 0,0 0 0 0 0,0 0 1 0 0,-1-1-1 0 0,1 1 0 0 0,0 0 1 0 0,0 0-1 0 0,-1 0 0 0 0,1 0 1 0 0,0 0-1 0 0,0 0 0 0 0,-1 0 1 0 0,1 0-1 0 0,0-1 0 0 0,0 1 1 0 0,-1 0-1 0 0,1 0 0 0 0,0 0 0 0 0,-1 0 1 0 0,1 1-1 0 0,-4 6-47 0 0,1 1 0 0 0,0-1 0 0 0,0 1 0 0 0,1 0 1 0 0,0 0-1 0 0,0 0 0 0 0,1 0 0 0 0,0 1 0 0 0,0-1 0 0 0,1 0 0 0 0,0 0 0 0 0,1 1 0 0 0,0-1 0 0 0,0 0 1 0 0,0 0-1 0 0,1 0 0 0 0,1 0 0 0 0,-1 0 0 0 0,7 13 0 0 0,-5-11 8 0 0,1 0 1 0 0,-1 0-1 0 0,2-1 0 0 0,-1 0 0 0 0,1 0 1 0 0,1 0-1 0 0,0-1 0 0 0,0 0 1 0 0,0 0-1 0 0,1-1 0 0 0,0 0 1 0 0,1 0-1 0 0,-1-1 0 0 0,1 0 0 0 0,14 7 1 0 0,-20-12 10 0 0,0 0 1 0 0,0 0 0 0 0,0 0 0 0 0,0 0-1 0 0,0-1 1 0 0,0 1 0 0 0,0-1-1 0 0,0 0 1 0 0,0 0 0 0 0,0 0 0 0 0,0 0-1 0 0,0 0 1 0 0,1-1 0 0 0,-1 1-1 0 0,0-1 1 0 0,0 0 0 0 0,-1 0 0 0 0,1 0-1 0 0,4-3 1 0 0,-2 1 3 0 0,0-1 0 0 0,0 1 1 0 0,-1-1-1 0 0,0 0 0 0 0,0 0 0 0 0,0-1 0 0 0,0 1 0 0 0,-1-1 1 0 0,6-9-1 0 0,2-8 28 0 0,-1 0-1 0 0,-1-1 1 0 0,11-42 0 0 0,-19 62-33 0 0,34-160 1663 0 0,-35 161-1594 0 0,-1 7-127 0 0,0 6 31 0 0,0 0-1 0 0,1 0 1 0 0,0 1-1 0 0,1-1 1 0 0,0 0-1 0 0,0 0 0 0 0,1 0 1 0 0,1-1-1 0 0,0 1 1 0 0,0 0-1 0 0,1-1 1 0 0,1 0-1 0 0,-1 0 1 0 0,2 0-1 0 0,7 10 1 0 0,0-1-110 0 0,1-1 0 0 0,0-1 0 0 0,1 0 0 0 0,1-1 0 0 0,1-1 0 0 0,32 22 0 0 0,-47-35-94 0 0,1 0-1 0 0,0-1 1 0 0,0 0-1 0 0,-1 0 1 0 0,1 0 0 0 0,0 0-1 0 0,0 0 1 0 0,0 0-1 0 0,0-1 1 0 0,0 0 0 0 0,0 1-1 0 0,1-1 1 0 0,-1 0-1 0 0,0-1 1 0 0,0 1 0 0 0,0 0-1 0 0,0-1 1 0 0,4-1-1 0 0,7-5-1681 0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7:25.51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7 31 5200 0 0,'-7'-14'-50'0'0,"10"41"-10"0"0,10 49-44 0 0,38 89-4 0 0,-26-88 153 0 0,-21-63-495 0 0,2 6 2824 0 0,-15-34-696 0 0,-1-8-1618 0 0,1 0-1 0 0,0 0 1 0 0,2-1-1 0 0,0 0 1 0 0,2 0-1 0 0,0-1 1 0 0,2 1-1 0 0,1-1 1 0 0,0 0-1 0 0,3-25 1 0 0,-1 44-95 0 0,1 0 1 0 0,0-1 0 0 0,0 1 0 0 0,1 0 0 0 0,-1 0 0 0 0,1 0 0 0 0,0 0-1 0 0,1 0 1 0 0,-1 0 0 0 0,1 0 0 0 0,0 1 0 0 0,0-1 0 0 0,7-7 0 0 0,-7 9-11 0 0,0 1 0 0 0,0-1 1 0 0,0 1-1 0 0,0 0 0 0 0,1 0 0 0 0,-1 0 1 0 0,1 1-1 0 0,-1-1 0 0 0,1 1 1 0 0,-1-1-1 0 0,1 1 0 0 0,0 1 0 0 0,0-1 1 0 0,0 0-1 0 0,-1 1 0 0 0,1 0 0 0 0,0 0 1 0 0,7 0-1 0 0,-7 1 22 0 0,0 0 0 0 0,-1 0-1 0 0,1 1 1 0 0,-1-1 0 0 0,1 1 0 0 0,-1 0 0 0 0,0 0-1 0 0,1 0 1 0 0,-1 0 0 0 0,0 0 0 0 0,0 1 0 0 0,-1-1-1 0 0,1 1 1 0 0,0 0 0 0 0,-1 0 0 0 0,0 0 0 0 0,0 0-1 0 0,3 5 1 0 0,3 6-50 0 0,-1 0 1 0 0,10 26-1 0 0,5 44-52 0 0,-17-61 1 0 0,1-1-1 0 0,12 30 0 0 0,-10-44-143 0 0,23-29-4302 0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7:25.51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0 419 4860 0 0,'14'-14'83'0'0,"-1"-1"0"0"0,-1 0-1 0 0,-1-1 1 0 0,0 0-1 0 0,9-19 1 0 0,-18 27-13 0 0,1-1-1 0 0,-2 1 1 0 0,1-1 0 0 0,-1 1 0 0 0,0-1 0 0 0,-1 0-1 0 0,0 1 1 0 0,0-1 0 0 0,-3-12 0 0 0,-22-79 1509 0 0,15 66-777 0 0,-9-38 928 0 0,18 70-1673 0 0,1 2-77 0 0,0 0 0 0 0,0 0 0 0 0,0 0-1 0 0,0 0 1 0 0,0 1 0 0 0,0-1 0 0 0,-1 0 0 0 0,1 0 0 0 0,0 0 0 0 0,0 0 0 0 0,0 0 0 0 0,0 0 0 0 0,0 0 0 0 0,0 0 0 0 0,-1 0 0 0 0,1 0 0 0 0,0 0 0 0 0,0 0 0 0 0,0 0 0 0 0,0 0 0 0 0,0 0 0 0 0,-1 0 0 0 0,1 0 0 0 0,0 0 0 0 0,0 0 0 0 0,0 0 0 0 0,0 0 0 0 0,0 0 0 0 0,-1 0 0 0 0,1 0 0 0 0,0 0 0 0 0,0 0 0 0 0,0 0 0 0 0,0 0 0 0 0,0 0 0 0 0,0 0 0 0 0,-1 0 0 0 0,1-1 0 0 0,0 1-1 0 0,0 0 1 0 0,0 0 0 0 0,0 0 0 0 0,0 0 0 0 0,0 0 0 0 0,0 0 0 0 0,0 0 0 0 0,0-1 0 0 0,-1 1 0 0 0,1 0 0 0 0,0 0 0 0 0,1 41-103 0 0,2 0 0 0 0,2-1 0 0 0,2 1 0 0 0,15 53 0 0 0,-9-39 65 0 0,18 64 16 0 0,54 126-1 0 0,-82-235 50 0 0,-1 0 1228 0 0,-14-27-962 0 0,-16-34-337 0 0,21 31-11 0 0,0-1-1 0 0,1 0 1 0 0,1 0 0 0 0,1-1 0 0 0,0 1 0 0 0,2-1-1 0 0,1 0 1 0 0,1 0 0 0 0,0 1 0 0 0,2-1 0 0 0,0 0-1 0 0,2 1 1 0 0,0-1 0 0 0,9-26 0 0 0,-9 41 21 0 0,-1 1 1 0 0,1-1-1 0 0,0 0 1 0 0,1 1-1 0 0,-1 0 1 0 0,1 0-1 0 0,0 0 1 0 0,1 1 0 0 0,-1 0-1 0 0,1 0 1 0 0,0 0-1 0 0,1 0 1 0 0,-1 1-1 0 0,1 0 1 0 0,12-5-1 0 0,-14 7 17 0 0,1 0-1 0 0,0 0 1 0 0,0 0-1 0 0,0 0 0 0 0,0 1 1 0 0,1 0-1 0 0,-1 1 1 0 0,0-1-1 0 0,1 1 1 0 0,-1 0-1 0 0,0 1 0 0 0,0-1 1 0 0,1 1-1 0 0,-1 1 1 0 0,0-1-1 0 0,0 1 1 0 0,0 0-1 0 0,0 0 1 0 0,9 6-1 0 0,-13-7 30 0 0,-1-1 1 0 0,1 1-1 0 0,0 1 0 0 0,0-1 1 0 0,-1 0-1 0 0,1 0 1 0 0,-1 1-1 0 0,1-1 0 0 0,-1 1 1 0 0,1-1-1 0 0,-1 1 0 0 0,0-1 1 0 0,0 1-1 0 0,0 0 0 0 0,0 0 1 0 0,0-1-1 0 0,0 1 1 0 0,0 0-1 0 0,-1 0 0 0 0,1 0 1 0 0,-1 0-1 0 0,1 0 0 0 0,-1 3 1 0 0,0-2 3 0 0,-1-1 0 0 0,1 1-1 0 0,-1 0 1 0 0,0 0 0 0 0,0-1 0 0 0,0 1 0 0 0,-1 0 0 0 0,1-1 0 0 0,0 1-1 0 0,-1-1 1 0 0,0 1 0 0 0,0-1 0 0 0,1 0 0 0 0,-4 3 0 0 0,-9 7 1 0 0,0-1 0 0 0,0 0 0 0 0,-1-1 0 0 0,-17 9 0 0 0,27-16-3 0 0,-139 79-183 0 0,143-81 150 0 0,1 0 4 0 0,1 0 33 0 0,-1 0 1 0 0,1 0-1 0 0,0 0 0 0 0,-1 0 0 0 0,1 0 0 0 0,0 0 0 0 0,0 0 0 0 0,-1-1 0 0 0,1 1 0 0 0,0 0 0 0 0,0-1 0 0 0,0 1 0 0 0,0 0 1 0 0,0-1-1 0 0,0 1 0 0 0,0-1 0 0 0,0 0 0 0 0,0 1 0 0 0,0-1 0 0 0,0 0 0 0 0,0 1 0 0 0,2-1 0 0 0,32 8-30 0 0,-28-7 22 0 0,55 12-53 0 0,43 8-13 0 0,179 61 0 0 0,-281-81 61 0 0,1 0 0 0 0,-1 1 1 0 0,0-1-1 0 0,1 1 0 0 0,-1 0 0 0 0,0-1 1 0 0,0 2-1 0 0,0-1 0 0 0,0 0 0 0 0,0 1 1 0 0,-1-1-1 0 0,1 1 0 0 0,-1 0 0 0 0,0-1 1 0 0,4 6-1 0 0,-7-6-201 0 0,0 0 0 0 0,0 0 1 0 0,0-1-1 0 0,0 1 0 0 0,0-1 0 0 0,0 1 1 0 0,0 0-1 0 0,-1-1 0 0 0,1 0 1 0 0,0 1-1 0 0,-1-1 0 0 0,1 0 0 0 0,-4 2 1 0 0,-5 3-1001 0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7:25.51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 49 4396 0 0,'-3'-20'13'0'0,"-1"-8"1279"0"0,4 45-874 0 0,5 29-424 0 0,3 0 1 0 0,1 0-1 0 0,22 59 0 0 0,-10-33 29 0 0,-15-52-247 0 0,8 36 654 0 0,-10-19-3393 0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7:25.52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20 99 4748 0 0,'-19'3'1393'0'0,"398"-70"-1158"0"0,-255 52-163 0 0,144 0-1 0 0,-209 11-1905 0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7:25.52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315 66 4288 0 0,'0'0'-190'0'0,"-6"-33"3183"0"0,1 31-2910 0 0,1 0 0 0 0,-1 0 0 0 0,1 0 0 0 0,-1 0 1 0 0,0 0-1 0 0,0 1 0 0 0,0 0 0 0 0,-8-1 0 0 0,10 2-51 0 0,-1 0-8 0 0,-6 0-28 0 0,1 1 1 0 0,-1 0-1 0 0,1 1 0 0 0,0-1 1 0 0,0 2-1 0 0,0-1 1 0 0,0 2-1 0 0,0-1 0 0 0,0 1 1 0 0,1 0-1 0 0,0 1 1 0 0,0 0-1 0 0,0 0 0 0 0,0 1 1 0 0,1 0-1 0 0,0 0 1 0 0,0 0-1 0 0,1 1 1 0 0,-1 0-1 0 0,-6 12 0 0 0,4-7-23 0 0,1 0 0 0 0,0 1-1 0 0,1 0 1 0 0,0 0-1 0 0,1 1 1 0 0,0 0 0 0 0,2 0-1 0 0,-1 1 1 0 0,2-1 0 0 0,0 1-1 0 0,0 0 1 0 0,2 0-1 0 0,0-1 1 0 0,0 1 0 0 0,2 0-1 0 0,0 0 1 0 0,0 0-1 0 0,1 0 1 0 0,1 0 0 0 0,1-1-1 0 0,0 1 1 0 0,1-1 0 0 0,0 0-1 0 0,1 0 1 0 0,1-1-1 0 0,0 0 1 0 0,13 19 0 0 0,-10-22 14 0 0,-1-1 0 0 0,1 0 1 0 0,1-1-1 0 0,-1 0 0 0 0,2-1 1 0 0,-1 0-1 0 0,1-1 1 0 0,0 0-1 0 0,0-1 0 0 0,0 0 1 0 0,1 0-1 0 0,0-2 0 0 0,0 0 1 0 0,0 0-1 0 0,0-1 0 0 0,23 0 1 0 0,9 0 19 0 0,0-3 0 0 0,-1-1 0 0 0,74-14 0 0 0,-90 11 43 0 0,1-2 1 0 0,-2 0-1 0 0,1-2 1 0 0,-1-1-1 0 0,-1-1 0 0 0,1-1 1 0 0,-2-2-1 0 0,24-16 1 0 0,-40 24 28 0 0,0 0 1 0 0,0-1 0 0 0,-1 0-1 0 0,0 0 1 0 0,-1-1 0 0 0,1 0-1 0 0,-2-1 1 0 0,1 1 0 0 0,-1-1-1 0 0,0-1 1 0 0,-1 1 0 0 0,0-1-1 0 0,-1 0 1 0 0,0 0 0 0 0,0 0-1 0 0,-1 0 1 0 0,0-1 0 0 0,-1 1-1 0 0,0-1 1 0 0,-1 0 0 0 0,0 0-1 0 0,-1 0 1 0 0,0 1 0 0 0,-3-17 0 0 0,2 19-66 0 0,-1-1 0 0 0,0 1 1 0 0,-1 0-1 0 0,1 0 0 0 0,-2 0 1 0 0,1 0-1 0 0,-1 1 1 0 0,0-1-1 0 0,-1 1 0 0 0,0 0 1 0 0,0 0-1 0 0,-8-8 0 0 0,3 5 33 0 0,-1 1 0 0 0,0 0 0 0 0,0 0 0 0 0,-1 1 0 0 0,0 1-1 0 0,-23-10 1 0 0,-7 1 66 0 0,0 1 0 0 0,-1 3-1 0 0,-71-12 1 0 0,87 20-525 0 0,-1 0-1 0 0,0 2 1 0 0,0 1 0 0 0,-53 4-1 0 0,76 4-693 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7:25.52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71 64 5128 0 0,'-71'-64'2644'0'0,"83"81"-2504"0"0,25 19-174 0 0,3-1 0 0 0,76 51 0 0 0,8 6 17 0 0,1 9-1033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7:25.52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46 115 4972 0 0,'0'0'-226'0'0,"-26"-34"-316"0"0,8-11 3461 0 0,18 49-3041 0 0,-1 5 115 0 0,1 0 1 0 0,0 0-1 0 0,1 0 1 0 0,0-1-1 0 0,0 1 1 0 0,1 0 0 0 0,0-1-1 0 0,1 1 1 0 0,-1-1-1 0 0,2 1 1 0 0,-1-1-1 0 0,1 0 1 0 0,0-1-1 0 0,1 1 1 0 0,0-1 0 0 0,0 0-1 0 0,1 0 1 0 0,0 0-1 0 0,0-1 1 0 0,0 0-1 0 0,1 0 1 0 0,0 0-1 0 0,0-1 1 0 0,0 0 0 0 0,1 0-1 0 0,0-1 1 0 0,0 0-1 0 0,0-1 1 0 0,0 0-1 0 0,1 0 1 0 0,-1 0-1 0 0,1-1 1 0 0,-1-1 0 0 0,1 1-1 0 0,17-1 1 0 0,-24-1 12 0 0,1 0 1 0 0,0-1-1 0 0,0 1 0 0 0,-1-1 1 0 0,1 0-1 0 0,0 0 1 0 0,-1 0-1 0 0,1 0 1 0 0,-1 0-1 0 0,1-1 1 0 0,-1 1-1 0 0,0-1 1 0 0,0 0-1 0 0,1 1 1 0 0,-1-1-1 0 0,0 0 1 0 0,-1 0-1 0 0,1 0 0 0 0,0-1 1 0 0,0 1-1 0 0,-1 0 1 0 0,0-1-1 0 0,1 1 1 0 0,1-5-1 0 0,2-6 18 0 0,-1 1 1 0 0,0-1-1 0 0,4-21 0 0 0,-7 27-14 0 0,5-23 219 0 0,-2-1 1 0 0,0-46 0 0 0,-4 88-278 0 0,1-1 1 0 0,0 1-1 0 0,0 0 0 0 0,2 0 1 0 0,-1-1-1 0 0,1 1 0 0 0,1-1 0 0 0,8 18 1 0 0,-5-19-46 0 0,-1 0 0 0 0,2-1 0 0 0,-1 0 0 0 0,1 0 0 0 0,1-1 0 0 0,-1 0 0 0 0,1 0 1 0 0,1-1-1 0 0,-1 0 0 0 0,1-1 0 0 0,0 0 0 0 0,0 0 0 0 0,0-1 0 0 0,1-1 0 0 0,14 4 1 0 0,-22-7-121 0 0,0 1 0 0 0,0-1 0 0 0,0 0 0 0 0,1 0 0 0 0,-1-1 0 0 0,0 1 0 0 0,0-1 0 0 0,0 1 0 0 0,0-1 0 0 0,3-1 0 0 0,3-1-489 0 0,10-2-208 0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7:25.52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93 154 3528 0 0,'0'0'-153'0'0,"31"-8"-102"0"0,-26 5 356 0 0,-1 1 0 0 0,0-1 0 0 0,0 0 0 0 0,-1 0 0 0 0,1 0 0 0 0,-1 0 0 0 0,1 0 0 0 0,-1-1 0 0 0,0 0 0 0 0,0 0 0 0 0,-1 0 0 0 0,1 0 0 0 0,-1 0 0 0 0,0 0 0 0 0,0-1 1 0 0,0 1-1 0 0,-1-1 0 0 0,1 1 0 0 0,-1-1 0 0 0,0 0 0 0 0,0 1 0 0 0,-1-1 0 0 0,0 0 0 0 0,1 0 0 0 0,-2 0 0 0 0,1 1 0 0 0,-2-10 0 0 0,1 12-71 0 0,-1 0 0 0 0,1 0 0 0 0,0 1 1 0 0,-1-1-1 0 0,0 1 0 0 0,1-1 0 0 0,-1 1 0 0 0,0-1 0 0 0,0 1 0 0 0,1 0 0 0 0,-1 0 0 0 0,0 0 0 0 0,0 0 0 0 0,-1 0 0 0 0,1 0 1 0 0,0 1-1 0 0,0-1 0 0 0,0 1 0 0 0,0-1 0 0 0,-1 1 0 0 0,-1 0 0 0 0,3 0-18 0 0,-2-1 23 0 0,-1 3-13 0 0,-4 2-25 0 0,-1 1 0 0 0,1 0 0 0 0,0 0 0 0 0,0 0 0 0 0,1 1 0 0 0,-1 1 0 0 0,1-1 0 0 0,1 1 0 0 0,-1 1 0 0 0,1-1 0 0 0,1 1 0 0 0,-1 0 0 0 0,1 0 0 0 0,1 0 0 0 0,-1 1 0 0 0,1 0 0 0 0,1 0 0 0 0,0 0 0 0 0,0 0 0 0 0,-2 16 0 0 0,3-17-7 0 0,1-1 0 0 0,0 1-1 0 0,1 0 1 0 0,0-1 0 0 0,0 1-1 0 0,1 0 1 0 0,-1-1-1 0 0,2 1 1 0 0,-1-1 0 0 0,1 1-1 0 0,0-1 1 0 0,4 8 0 0 0,-4-10 1 0 0,1 0 1 0 0,0-1 0 0 0,0 1 0 0 0,0 0 0 0 0,1-1-1 0 0,0 0 1 0 0,0 0 0 0 0,0 0 0 0 0,0 0 0 0 0,0-1 0 0 0,1 0-1 0 0,0 0 1 0 0,-1 0 0 0 0,1 0 0 0 0,0-1 0 0 0,0 0-1 0 0,11 4 1 0 0,-9-5-206 0 0,-1 0 0 0 0,0 0-1 0 0,1 0 1 0 0,-1-1-1 0 0,0 0 1 0 0,1 0 0 0 0,-1 0-1 0 0,1-1 1 0 0,-1 0 0 0 0,0 0-1 0 0,0-1 1 0 0,1 0 0 0 0,-1 0-1 0 0,0 0 1 0 0,7-4 0 0 0,8-6-836 0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7:25.52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124 34 4032 0 0,'0'-1'6'0'0,"1"0"0"0"0,-1 0 0 0 0,0 1 0 0 0,1-1 0 0 0,-1 0 0 0 0,0 0-1 0 0,0 0 1 0 0,1 0 0 0 0,-1 0 0 0 0,0 1 0 0 0,0-1 0 0 0,0 0 0 0 0,0 0 0 0 0,0 0-1 0 0,0 0 1 0 0,0 0 0 0 0,-1 0 0 0 0,1 0 0 0 0,0 1 0 0 0,0-1 0 0 0,-1 0 0 0 0,1 0-1 0 0,0 0 1 0 0,-1 0 0 0 0,1 1 0 0 0,-1-1 0 0 0,1 0 0 0 0,-1 0 0 0 0,1 1-1 0 0,-1-1 1 0 0,0 1 0 0 0,1-1 0 0 0,-1 0 0 0 0,0 1 0 0 0,0-1 0 0 0,1 1 0 0 0,-1-1-1 0 0,0 1 1 0 0,0 0 0 0 0,0-1 0 0 0,1 1 0 0 0,-1 0 0 0 0,0 0 0 0 0,0-1 0 0 0,-2 1-1 0 0,1 0 29 0 0,-3 0-12 0 0,3 0-14 0 0,-4-1-6 0 0,1 1 1 0 0,-1 0 0 0 0,0 0-1 0 0,0 0 1 0 0,0 1 0 0 0,0 0-1 0 0,0 0 1 0 0,1 0 0 0 0,-1 1-1 0 0,0 0 1 0 0,1 0 0 0 0,0 1-1 0 0,-1-1 1 0 0,-5 5 0 0 0,10-6-4 0 0,1 0-1 0 0,-1 0 1 0 0,0 0 0 0 0,1 0 0 0 0,-1 0-1 0 0,0 0 1 0 0,1 0 0 0 0,0 1 0 0 0,-1-1-1 0 0,1 0 1 0 0,0 0 0 0 0,-1 1 0 0 0,1-1 0 0 0,0 0-1 0 0,0 0 1 0 0,0 1 0 0 0,0-1 0 0 0,0 0-1 0 0,0 0 1 0 0,1 1 0 0 0,-1-1 0 0 0,0 0-1 0 0,1 0 1 0 0,-1 1 0 0 0,1-1 0 0 0,-1 0 0 0 0,1 0-1 0 0,-1 0 1 0 0,1 0 0 0 0,0 0 0 0 0,0 0-1 0 0,0 1 1 0 0,31 32-1 0 0,-7-16 0 0 0,2-1 0 0 0,36 17-1 0 0,-34-19-12 0 0,0 2 0 0 0,28 20-1 0 0,-56-36 24 0 0,1 0-1 0 0,-1 0 0 0 0,1 0 0 0 0,-1 0 0 0 0,1 0 0 0 0,-1 1 1 0 0,0-1-1 0 0,1 1 0 0 0,-1-1 0 0 0,0 1 0 0 0,0-1 0 0 0,0 1 1 0 0,0-1-1 0 0,0 1 0 0 0,0 0 0 0 0,-1 0 0 0 0,1-1 0 0 0,-1 1 0 0 0,1 0 1 0 0,-1 0-1 0 0,0 0 0 0 0,1 0 0 0 0,-1 0 0 0 0,0 0 0 0 0,0-1 1 0 0,-1 4-1 0 0,0-3 20 0 0,0 0-1 0 0,0 1 1 0 0,-1-1 0 0 0,1 0 0 0 0,-1 0 0 0 0,0 0-1 0 0,1 0 1 0 0,-1 0 0 0 0,0 0 0 0 0,0 0 0 0 0,0-1-1 0 0,0 1 1 0 0,-1-1 0 0 0,1 1 0 0 0,0-1 0 0 0,-1 0 0 0 0,1 0-1 0 0,-4 1 1 0 0,-9 3 162 0 0,1-1 0 0 0,-1-1 0 0 0,-1 0 0 0 0,1-1-1 0 0,0-1 1 0 0,0 0 0 0 0,-1-1 0 0 0,1-1 0 0 0,-1 0 0 0 0,1-1-1 0 0,-22-5 1 0 0,35 7-260 0 0,1 0-1 0 0,-1-1 0 0 0,1 1 1 0 0,0 0-1 0 0,-1-1 0 0 0,1 1 1 0 0,0 0-1 0 0,-1-1 0 0 0,1 0 1 0 0,0 1-1 0 0,-1-1 0 0 0,1 0 1 0 0,0 1-1 0 0,0-1 0 0 0,0 0 1 0 0,0 0-1 0 0,0 0 0 0 0,0 0 1 0 0,0 0-1 0 0,0 0 0 0 0,0-1 1 0 0,0 1-1 0 0,1 0 0 0 0,-1 0 1 0 0,0-1-1 0 0,1 1 0 0 0,-1 0 1 0 0,1-1-1 0 0,-1 1 1 0 0,1 0-1 0 0,0-1 0 0 0,0 1 1 0 0,-1-1-1 0 0,1 1 0 0 0,0 0 1 0 0,0-1-1 0 0,0 1 0 0 0,1-1 1 0 0,-1 1-1 0 0,0-1 0 0 0,1 1 1 0 0,-1 0-1 0 0,0-1 0 0 0,1 1 1 0 0,0 0-1 0 0,-1-1 0 0 0,1 1 1 0 0,0 0-1 0 0,-1 0 0 0 0,1 0 1 0 0,0 0-1 0 0,0 0 0 0 0,2-2 1 0 0,5-6-1483 0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7:25.52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 82 4548 0 0,'-8'-81'3565'0'0,"10"104"-3221"0"0,11 38-392 0 0,33 92 0 0 0,-29-102 51 0 0,-2 0 0 0 0,13 81 1 0 0,-24-95 2 0 0,11 132 221 0 0,-15-167-262 0 0,3 3-637 0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7:25.52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5 80 5096 0 0,'0'0'-251'0'0,"-4"-4"-614"0"0,4 3 854 0 0,0 1 0 0 0,0 0 0 0 0,0 0-1 0 0,0-1 1 0 0,0 1 0 0 0,0 0 0 0 0,0 0 0 0 0,0 0 0 0 0,0-1 0 0 0,0 1 0 0 0,0 0 0 0 0,0 0 0 0 0,0-1 0 0 0,0 1 0 0 0,1 0 0 0 0,-1 0 0 0 0,0 0 0 0 0,0-1 0 0 0,0 1 0 0 0,0 0 0 0 0,0 0 0 0 0,1 0 0 0 0,-1 0 0 0 0,0-1 0 0 0,27-11-260 0 0,1 1 0 0 0,0 1 0 0 0,1 1 0 0 0,0 1 0 0 0,0 2 0 0 0,1 1 0 0 0,31-1 0 0 0,-43 4-281 0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7:25.52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0 2496 0 0,'0'0'470'0'0,"3"23"85"0"0,3 13-543 0 0,1 0 0 0 0,14 40 0 0 0,8 42-78 0 0,-27-102-1584 0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7:25.52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83 56 3556 0 0,'-38'-47'3367'0'0,"35"45"-3123"0"0,3 2-273 0 0,-1-1-1 0 0,1 1 0 0 0,0 0 1 0 0,0-1-1 0 0,0 1 1 0 0,-1 0-1 0 0,1-1 0 0 0,0 1 1 0 0,-1 0-1 0 0,1-1 1 0 0,0 1-1 0 0,-1 0 0 0 0,1 0 1 0 0,0-1-1 0 0,-1 1 1 0 0,1 0-1 0 0,0 0 0 0 0,-1 0 1 0 0,1-1-1 0 0,-1 1 1 0 0,1 0-1 0 0,0 0 0 0 0,-1 0 1 0 0,1 0-1 0 0,-1 0 1 0 0,1 0-1 0 0,0 0 0 0 0,-1 0 1 0 0,1 0-1 0 0,-1 0 1 0 0,1 0-1 0 0,-1 0 0 0 0,1 0 1 0 0,-1 1-1 0 0,0-1-230 0 0,-1 0 118 0 0,1 0 0 0 0,-1 0 0 0 0,1 1 0 0 0,0-1 0 0 0,-1 1 0 0 0,1-1 0 0 0,0 1 0 0 0,-1-1 0 0 0,1 1 0 0 0,0 0 0 0 0,0-1 0 0 0,0 1 1 0 0,0 0-1 0 0,-1 0 0 0 0,1 0 0 0 0,-1 1 0 0 0,-2 7-1460 0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7:25.53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154 168 4668 0 0,'0'0'-102'0'0,"1"0"109"0"0,-1 0 0 0 0,0 0-1 0 0,0 0 1 0 0,0-1 0 0 0,0 1 0 0 0,1 0 0 0 0,-1 0 0 0 0,0 0 0 0 0,0 0 0 0 0,0-1 0 0 0,0 1-1 0 0,0 0 1 0 0,0 0 0 0 0,0 0 0 0 0,0 0 0 0 0,0-1 0 0 0,1 1 0 0 0,-1 0 0 0 0,0 0 0 0 0,0 0 0 0 0,0-1-1 0 0,0 1 1 0 0,0 0 0 0 0,0 0 0 0 0,0-1 0 0 0,0 1 0 0 0,0 0 0 0 0,-1 0 0 0 0,1 0 0 0 0,0-1-1 0 0,0 1 1 0 0,0 0 0 0 0,0 0 0 0 0,0 0 0 0 0,0 0 0 0 0,0-1 0 0 0,0 1 0 0 0,0 0 0 0 0,-1 0 0 0 0,1 0-1 0 0,0 0 1 0 0,0-1 0 0 0,0 1 0 0 0,0 0 0 0 0,-1 0 0 0 0,1 0 0 0 0,-4 0-10 0 0,0 0 0 0 0,-1 0 0 0 0,1 0 0 0 0,0 1 0 0 0,0 0-1 0 0,0 0 1 0 0,0 0 0 0 0,0 0 0 0 0,0 0 0 0 0,0 1 0 0 0,0 0 0 0 0,1 0 0 0 0,-1 0 0 0 0,0 0 0 0 0,1 1 0 0 0,0-1 0 0 0,-1 1 0 0 0,1 0 0 0 0,0 0 0 0 0,1 0 0 0 0,-1 0 0 0 0,-2 4 0 0 0,-5 5-20 0 0,1 0 1 0 0,0 1-1 0 0,1 0 0 0 0,0 0 1 0 0,-7 18-1 0 0,13-25 14 0 0,0 0 0 0 0,1 1 0 0 0,-1-1 0 0 0,1 1 0 0 0,1-1 0 0 0,-1 1 0 0 0,1 0 0 0 0,0-1 0 0 0,1 1 0 0 0,0-1 0 0 0,0 1 0 0 0,0-1 0 0 0,0 1 0 0 0,1-1 0 0 0,0 0 0 0 0,1 0-1 0 0,0 0 1 0 0,-1 0 0 0 0,8 10 0 0 0,-8-12 22 0 0,1 0-1 0 0,0-1 0 0 0,0 1 0 0 0,0-1 1 0 0,0 0-1 0 0,0 0 0 0 0,1 0 1 0 0,-1 0-1 0 0,1-1 0 0 0,0 1 0 0 0,0-1 1 0 0,0 0-1 0 0,0 0 0 0 0,0 0 1 0 0,0-1-1 0 0,0 0 0 0 0,1 1 0 0 0,-1-1 1 0 0,0-1-1 0 0,1 1 0 0 0,-1-1 1 0 0,1 0-1 0 0,-1 0 0 0 0,1 0 0 0 0,-1 0 1 0 0,1-1-1 0 0,-1 1 0 0 0,1-1 1 0 0,7-3-1 0 0,-7 1 5 0 0,0 1 0 0 0,0-1 1 0 0,0 0-1 0 0,-1 0 0 0 0,1-1 1 0 0,-1 1-1 0 0,0-1 0 0 0,0 0 1 0 0,0 0-1 0 0,0-1 0 0 0,-1 1 1 0 0,0-1-1 0 0,1 0 0 0 0,-2 1 1 0 0,1-1-1 0 0,-1-1 0 0 0,1 1 1 0 0,-1 0-1 0 0,-1 0 0 0 0,1-1 1 0 0,-1 1-1 0 0,0-1 0 0 0,0 0 1 0 0,0-9-1 0 0,-1 7 1 0 0,1 1 0 0 0,-1-1 0 0 0,-1 1 0 0 0,0-1-1 0 0,0 0 1 0 0,0 1 0 0 0,-1-1 0 0 0,0 1 0 0 0,0 0 0 0 0,-1-1 0 0 0,0 1 0 0 0,0 0 0 0 0,0 1 0 0 0,-1-1-1 0 0,0 1 1 0 0,-1-1 0 0 0,-9-10 0 0 0,-6 4 52 0 0,-1 0 0 0 0,0 1 0 0 0,-40-16 0 0 0,46 21-6 0 0,13 6-32 0 0,1 1-33 0 0,0 0 0 0 0,-1-1 0 0 0,1 1 0 0 0,0 0-1 0 0,0-1 1 0 0,0 1 0 0 0,0-1 0 0 0,0 0 0 0 0,0 1 0 0 0,0-1 0 0 0,0 0-1 0 0,0 0 1 0 0,0 0 0 0 0,0 0 0 0 0,0 0 0 0 0,0 0 0 0 0,-1-2 0 0 0,28-4-58 0 0,0 1 1 0 0,1 2-1 0 0,48-4 1 0 0,90 7-39 0 0,-97 2 308 0 0,-65-1-22 0 0,-2 0-164 0 0,1 0 43 0 0,0-1 0 0 0,0 1 0 0 0,0 0 0 0 0,0 0 0 0 0,0 0 0 0 0,-1 0 0 0 0,1 1 0 0 0,0-1-1 0 0,0 0 1 0 0,0 1 0 0 0,0 0 0 0 0,0-1 0 0 0,1 2 0 0 0,-2 0-65 0 0,0 0-1 0 0,0-1 1 0 0,-1 1 0 0 0,1 0 0 0 0,-1 0 0 0 0,0 0-1 0 0,1 0 1 0 0,-1 0 0 0 0,0 0 0 0 0,0 0-1 0 0,0 0 1 0 0,-1 4 0 0 0,1 1-47 0 0,2 8 16 0 0,1 0-1 0 0,0 0 1 0 0,1 0 0 0 0,0 0 0 0 0,1-1 0 0 0,1 1-1 0 0,12 21 1 0 0,8 22 46 0 0,-20-33 576 0 0,-7-25-572 0 0,1 0 0 0 0,0 1 0 0 0,0-1 0 0 0,0 0 0 0 0,0 0 0 0 0,0 0 0 0 0,-1 0 0 0 0,1 0 0 0 0,0 0 0 0 0,0 1 0 0 0,0-1 0 0 0,0 0 0 0 0,-1 0 0 0 0,1 0 0 0 0,0 0 0 0 0,0 0 0 0 0,0 0 0 0 0,-1 0 0 0 0,1 0 0 0 0,0 0 0 0 0,0 0 0 0 0,0 0 0 0 0,-1 0 0 0 0,1 0 0 0 0,0 0 1 0 0,0 0-1 0 0,0 0 0 0 0,-1 0 0 0 0,1 0 0 0 0,0 0 0 0 0,0-1 0 0 0,0 1 0 0 0,-1 0 0 0 0,1 0 0 0 0,0 0 0 0 0,0 0 0 0 0,0 0 0 0 0,0 0 0 0 0,0 0 0 0 0,-1-1 0 0 0,1 1 0 0 0,0 0 0 0 0,0 0 0 0 0,0 0 0 0 0,0 0 0 0 0,0-1 0 0 0,0 1 0 0 0,0 0 0 0 0,0 0 0 0 0,-1-1 0 0 0,-1-2 69 0 0,-1 0 0 0 0,1 0 0 0 0,0 0 0 0 0,0 0-1 0 0,0-1 1 0 0,0 1 0 0 0,1-1 0 0 0,0 1 0 0 0,-1-1-1 0 0,0-6 1 0 0,1-4-31 0 0,1 1 0 0 0,0-1-1 0 0,1 1 1 0 0,0-1-1 0 0,1 1 1 0 0,1-1 0 0 0,0 1-1 0 0,1 0 1 0 0,1 0 0 0 0,6-14-1 0 0,-5 12-47 0 0,2 1-1 0 0,0 0 0 0 0,0 0 0 0 0,1 0 0 0 0,1 1 0 0 0,0 1 0 0 0,1 0 0 0 0,16-15 0 0 0,-23 24-33 0 0,0 0-1 0 0,-1 0 1 0 0,1 1-1 0 0,0 0 0 0 0,0 0 1 0 0,0 0-1 0 0,0 0 1 0 0,1 1-1 0 0,-1-1 1 0 0,0 1-1 0 0,1 0 1 0 0,-1 0-1 0 0,1 1 0 0 0,-1-1 1 0 0,1 1-1 0 0,-1 0 1 0 0,7 1-1 0 0,-3 1 21 0 0,0-1 1 0 0,-1 2-1 0 0,1-1 0 0 0,-1 1 0 0 0,1 0 0 0 0,-1 1 1 0 0,0-1-1 0 0,0 2 0 0 0,8 5 0 0 0,3 5-313 0 0,0 1 0 0 0,0 1-1 0 0,-2 1 1 0 0,0 0-1 0 0,21 34 1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7:25.53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2723 123 5324 0 0,'0'0'-208'0'0,"-43"-10"424"0"0,-155-29 0 0 0,-151-24 371 0 0,224 53-399 0 0,-152 9 1 0 0,125 3-85 0 0,-117 6 119 0 0,-74 26-123 0 0,307-29-112 0 0,0 2 0 0 0,1 0 1 0 0,0 3-1 0 0,0 1 1 0 0,1 1-1 0 0,1 2 0 0 0,0 1 1 0 0,1 2-1 0 0,-31 21 1 0 0,63-37 10 0 0,-65 45-87 0 0,-92 85 1 0 0,123-99 67 0 0,2 2 1 0 0,1 1-1 0 0,2 2 1 0 0,1 1-1 0 0,2 1 1 0 0,1 1-1 0 0,3 1 1 0 0,-29 70-1 0 0,24-30-26 0 0,-20 104 0 0 0,39-140 22 0 0,2-1-1 0 0,1 2 1 0 0,3-1 0 0 0,4 51-1 0 0,18 103-13 0 0,23 55-63 0 0,-33-209 65 0 0,2-1 0 0 0,3-1 0 0 0,31 68 0 0 0,-15-54 3 0 0,60 86 0 0 0,-56-96 12 0 0,2-2 1 0 0,2-1 0 0 0,2-2 0 0 0,47 36 0 0 0,-58-55 28 0 0,1-1 0 0 0,1-2 0 0 0,1-1 0 0 0,1-2 0 0 0,41 15 1 0 0,183 50-3 0 0,-133-54 33 0 0,196 20 0 0 0,-152-28-6 0 0,160 5 39 0 0,-228-20-45 0 0,230-3 32 0 0,-170-4 35 0 0,-104 0-102 0 0,25 2-20 0 0,327-7 53 0 0,-180 5-30 0 0,-121 3 9 0 0,745-43 36 0 0,-804 37-39 0 0,90-10 56 0 0,170-41 1 0 0,-254 43-13 0 0,-1-3 0 0 0,-1-1 1 0 0,0-3-1 0 0,-1-2 1 0 0,-2-3-1 0 0,75-47 1 0 0,-88 41 293 0 0,-1-1 0 0 0,-1-1 0 0 0,-2-2 0 0 0,-1-2 0 0 0,-2-1 0 0 0,25-41 0 0 0,-29 39 90 0 0,-2-1 0 0 0,-2-1 0 0 0,25-64 0 0 0,-42 93-288 0 0,-1-1 0 0 0,-1 1 0 0 0,0-1-1 0 0,-1 0 1 0 0,-1 0 0 0 0,0 0 0 0 0,-1 0-1 0 0,-2-27 1 0 0,-5 0 129 0 0,-19-66 1 0 0,7 35-153 0 0,9 41-71 0 0,-2 0 1 0 0,-1 1-1 0 0,-1 0 0 0 0,-29-43 1 0 0,-4-5-60 0 0,-4 2 1 0 0,-93-107 0 0 0,101 133-11 0 0,-2 2 1 0 0,-2 2 0 0 0,-3 3 0 0 0,-86-60 0 0 0,70 66-2 0 0,-1 4-1 0 0,-73-26 0 0 0,7 3 19 0 0,-43-12-3 0 0,121 45 14 0 0,-31-11-44 0 0,-91-34 24 0 0,120 47 36 0 0,6 2-32 0 0,-1 1 0 0 0,-1 3 0 0 0,0 2 0 0 0,-63-7-1 0 0,-16 8-27 0 0,36 2 55 0 0,-48-3-16 0 0,37 4-30 0 0,27 4 35 0 0,-13-5 15 0 0,-69-4-35 0 0,160 13 10 0 0,-40-4-28 0 0,27 5 23 0 0,3-2 8 0 0,6 1 3 0 0,-7 0 1 0 0,7 0 9 0 0,-7-1 5 0 0,-36-5-2 0 0,45 6-10 0 0,2 1 0 0 0,-9-2-2 0 0,8 2-5 0 0,-43-8 51 0 0,42 6 624 0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7:25.53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29 768 6493 0 0,'0'0'-446'0'0,"-16"2"1145"0"0,15-3-687 0 0,1 1 1 0 0,-1 0-1 0 0,1 0 0 0 0,-1 0 0 0 0,0-1 1 0 0,1 1-1 0 0,-1 0 0 0 0,1-1 1 0 0,-1 1-1 0 0,1 0 0 0 0,-1-1 0 0 0,1 1 1 0 0,-1-1-1 0 0,1 1 0 0 0,-1-1 1 0 0,1 1-1 0 0,0-1 0 0 0,-1 1 0 0 0,1-1 1 0 0,0 1-1 0 0,-1-1 0 0 0,1 0 1 0 0,0 1-1 0 0,0-1 0 0 0,-1 1 0 0 0,1-1 1 0 0,0 0-1 0 0,0 1 0 0 0,0-1 1 0 0,0 0-1 0 0,0 1 0 0 0,0-1 1 0 0,0 1-1 0 0,0-1 0 0 0,0 0 0 0 0,1 0 1 0 0,-1-1 33 0 0,55-56 156 0 0,-2 23-233 0 0,2 3 0 0 0,2 2 0 0 0,75-29-1 0 0,-58 26 35 0 0,46-23-15 0 0,-32 14-18 0 0,183-60 0 0 0,-76 34-30 0 0,25-3 79 0 0,-174 57-18 0 0,120-35 41 0 0,-117 32 31 0 0,-47 16-63 0 0,0 0-2 0 0,7-2 12 0 0,-7 2-1 0 0,13-2 198 0 0,-23-5-10 0 0,-30-4-98 0 0,-191-4-78 0 0,223 15-33 0 0,-64-1 7 0 0,66 2 4 0 0,1 0-5 0 0,-43-5-19 0 0,43 5 18 0 0,10-2-325 0 0,36-6 293 0 0,1 3 0 0 0,82-2 1 0 0,-4 2 24 0 0,-115 6 6 0 0,50-3 20 0 0,-29 3 0 0 0,15-4-76 0 0,-43 5 50 0 0,0-1 0 0 0,-1 1 0 0 0,1-1 0 0 0,-1 1-1 0 0,1-1 1 0 0,-1 0 0 0 0,0 1 0 0 0,1-1 0 0 0,-1 0-1 0 0,0 0 1 0 0,0 0 0 0 0,0 1 0 0 0,0-1 0 0 0,0 0 0 0 0,0 0-1 0 0,-2 1 1 0 0,2-1 3 0 0,-145 155-89 0 0,144-152 90 0 0,-179 187 11 0 0,180-190-12 0 0,-12 14 350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customXml" Target="../ink/ink9.xml"/><Relationship Id="rId21" Type="http://schemas.openxmlformats.org/officeDocument/2006/relationships/image" Target="../media/image15.png"/><Relationship Id="rId42" Type="http://schemas.openxmlformats.org/officeDocument/2006/relationships/customXml" Target="../ink/ink13.xml"/><Relationship Id="rId47" Type="http://schemas.openxmlformats.org/officeDocument/2006/relationships/image" Target="../media/image28.png"/><Relationship Id="rId50" Type="http://schemas.openxmlformats.org/officeDocument/2006/relationships/customXml" Target="../ink/ink17.xml"/><Relationship Id="rId55" Type="http://schemas.openxmlformats.org/officeDocument/2006/relationships/image" Target="../media/image32.png"/><Relationship Id="rId63" Type="http://schemas.openxmlformats.org/officeDocument/2006/relationships/image" Target="../media/image5.png"/><Relationship Id="rId68" Type="http://schemas.openxmlformats.org/officeDocument/2006/relationships/customXml" Target="../ink/ink26.xml"/><Relationship Id="rId7" Type="http://schemas.openxmlformats.org/officeDocument/2006/relationships/image" Target="../media/image80.png"/><Relationship Id="rId12" Type="http://schemas.openxmlformats.org/officeDocument/2006/relationships/customXml" Target="../ink/ink6.xml"/><Relationship Id="rId17" Type="http://schemas.openxmlformats.org/officeDocument/2006/relationships/image" Target="../media/image13.png"/><Relationship Id="rId46" Type="http://schemas.openxmlformats.org/officeDocument/2006/relationships/customXml" Target="../ink/ink15.xml"/><Relationship Id="rId59" Type="http://schemas.openxmlformats.org/officeDocument/2006/relationships/image" Target="../media/image3.png"/><Relationship Id="rId67" Type="http://schemas.openxmlformats.org/officeDocument/2006/relationships/image" Target="../media/image7.png"/><Relationship Id="rId71" Type="http://schemas.openxmlformats.org/officeDocument/2006/relationships/image" Target="../media/image9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0" Type="http://schemas.openxmlformats.org/officeDocument/2006/relationships/customXml" Target="../ink/ink10.xml"/><Relationship Id="rId41" Type="http://schemas.openxmlformats.org/officeDocument/2006/relationships/image" Target="../media/image25.png"/><Relationship Id="rId54" Type="http://schemas.openxmlformats.org/officeDocument/2006/relationships/customXml" Target="../ink/ink19.xml"/><Relationship Id="rId62" Type="http://schemas.openxmlformats.org/officeDocument/2006/relationships/customXml" Target="../ink/ink23.xml"/><Relationship Id="rId70" Type="http://schemas.openxmlformats.org/officeDocument/2006/relationships/customXml" Target="../ink/ink2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10.png"/><Relationship Id="rId45" Type="http://schemas.openxmlformats.org/officeDocument/2006/relationships/image" Target="../media/image27.png"/><Relationship Id="rId53" Type="http://schemas.openxmlformats.org/officeDocument/2006/relationships/image" Target="../media/image31.png"/><Relationship Id="rId58" Type="http://schemas.openxmlformats.org/officeDocument/2006/relationships/customXml" Target="../ink/ink21.xml"/><Relationship Id="rId66" Type="http://schemas.openxmlformats.org/officeDocument/2006/relationships/customXml" Target="../ink/ink25.xml"/><Relationship Id="rId5" Type="http://schemas.openxmlformats.org/officeDocument/2006/relationships/image" Target="../media/image70.png"/><Relationship Id="rId15" Type="http://schemas.openxmlformats.org/officeDocument/2006/relationships/image" Target="../media/image12.png"/><Relationship Id="rId28" Type="http://schemas.openxmlformats.org/officeDocument/2006/relationships/customXml" Target="../ink/ink12.xml"/><Relationship Id="rId49" Type="http://schemas.openxmlformats.org/officeDocument/2006/relationships/image" Target="../media/image29.png"/><Relationship Id="rId57" Type="http://schemas.openxmlformats.org/officeDocument/2006/relationships/image" Target="../media/image2.png"/><Relationship Id="rId61" Type="http://schemas.openxmlformats.org/officeDocument/2006/relationships/image" Target="../media/image4.png"/><Relationship Id="rId10" Type="http://schemas.openxmlformats.org/officeDocument/2006/relationships/customXml" Target="../ink/ink5.xml"/><Relationship Id="rId19" Type="http://schemas.openxmlformats.org/officeDocument/2006/relationships/image" Target="../media/image14.png"/><Relationship Id="rId44" Type="http://schemas.openxmlformats.org/officeDocument/2006/relationships/customXml" Target="../ink/ink14.xml"/><Relationship Id="rId52" Type="http://schemas.openxmlformats.org/officeDocument/2006/relationships/customXml" Target="../ink/ink18.xml"/><Relationship Id="rId60" Type="http://schemas.openxmlformats.org/officeDocument/2006/relationships/customXml" Target="../ink/ink22.xml"/><Relationship Id="rId65" Type="http://schemas.openxmlformats.org/officeDocument/2006/relationships/image" Target="../media/image6.png"/><Relationship Id="rId73" Type="http://schemas.openxmlformats.org/officeDocument/2006/relationships/image" Target="../media/image16.png"/><Relationship Id="rId4" Type="http://schemas.openxmlformats.org/officeDocument/2006/relationships/customXml" Target="../ink/ink2.xml"/><Relationship Id="rId9" Type="http://schemas.openxmlformats.org/officeDocument/2006/relationships/image" Target="../media/image90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18.png"/><Relationship Id="rId43" Type="http://schemas.openxmlformats.org/officeDocument/2006/relationships/image" Target="../media/image26.png"/><Relationship Id="rId48" Type="http://schemas.openxmlformats.org/officeDocument/2006/relationships/customXml" Target="../ink/ink16.xml"/><Relationship Id="rId56" Type="http://schemas.openxmlformats.org/officeDocument/2006/relationships/customXml" Target="../ink/ink20.xml"/><Relationship Id="rId64" Type="http://schemas.openxmlformats.org/officeDocument/2006/relationships/customXml" Target="../ink/ink24.xml"/><Relationship Id="rId69" Type="http://schemas.openxmlformats.org/officeDocument/2006/relationships/image" Target="../media/image8.png"/><Relationship Id="rId8" Type="http://schemas.openxmlformats.org/officeDocument/2006/relationships/customXml" Target="../ink/ink4.xml"/><Relationship Id="rId51" Type="http://schemas.openxmlformats.org/officeDocument/2006/relationships/image" Target="../media/image30.png"/><Relationship Id="rId72" Type="http://schemas.openxmlformats.org/officeDocument/2006/relationships/customXml" Target="../ink/ink28.xml"/><Relationship Id="rId3" Type="http://schemas.openxmlformats.org/officeDocument/2006/relationships/image" Target="../media/image60.png"/></Relationships>
</file>

<file path=ppt/slides/_rels/slide3.xml.rels><?xml version="1.0" encoding="UTF-8" standalone="yes"?>
<Relationships xmlns="http://schemas.openxmlformats.org/package/2006/relationships"><Relationship Id="rId26" Type="http://schemas.openxmlformats.org/officeDocument/2006/relationships/customXml" Target="../ink/ink39.xml"/><Relationship Id="rId117" Type="http://schemas.openxmlformats.org/officeDocument/2006/relationships/image" Target="../media/image72.png"/><Relationship Id="rId21" Type="http://schemas.openxmlformats.org/officeDocument/2006/relationships/image" Target="../media/image17.png"/><Relationship Id="rId42" Type="http://schemas.openxmlformats.org/officeDocument/2006/relationships/customXml" Target="../ink/ink43.xml"/><Relationship Id="rId47" Type="http://schemas.openxmlformats.org/officeDocument/2006/relationships/image" Target="../media/image39.png"/><Relationship Id="rId63" Type="http://schemas.openxmlformats.org/officeDocument/2006/relationships/image" Target="../media/image33.png"/><Relationship Id="rId68" Type="http://schemas.openxmlformats.org/officeDocument/2006/relationships/customXml" Target="../ink/ink56.xml"/><Relationship Id="rId84" Type="http://schemas.openxmlformats.org/officeDocument/2006/relationships/customXml" Target="../ink/ink64.xml"/><Relationship Id="rId89" Type="http://schemas.openxmlformats.org/officeDocument/2006/relationships/image" Target="../media/image56.png"/><Relationship Id="rId112" Type="http://schemas.openxmlformats.org/officeDocument/2006/relationships/customXml" Target="../ink/ink78.xml"/><Relationship Id="rId133" Type="http://schemas.openxmlformats.org/officeDocument/2006/relationships/image" Target="../media/image81.png"/><Relationship Id="rId16" Type="http://schemas.openxmlformats.org/officeDocument/2006/relationships/customXml" Target="../ink/ink34.xml"/><Relationship Id="rId107" Type="http://schemas.openxmlformats.org/officeDocument/2006/relationships/image" Target="../media/image66.png"/><Relationship Id="rId11" Type="http://schemas.openxmlformats.org/officeDocument/2006/relationships/image" Target="../media/image610.png"/><Relationship Id="rId37" Type="http://schemas.openxmlformats.org/officeDocument/2006/relationships/image" Target="../media/image34.png"/><Relationship Id="rId53" Type="http://schemas.openxmlformats.org/officeDocument/2006/relationships/image" Target="../media/image42.png"/><Relationship Id="rId58" Type="http://schemas.openxmlformats.org/officeDocument/2006/relationships/customXml" Target="../ink/ink51.xml"/><Relationship Id="rId74" Type="http://schemas.openxmlformats.org/officeDocument/2006/relationships/customXml" Target="../ink/ink59.xml"/><Relationship Id="rId79" Type="http://schemas.openxmlformats.org/officeDocument/2006/relationships/image" Target="../media/image51.png"/><Relationship Id="rId102" Type="http://schemas.openxmlformats.org/officeDocument/2006/relationships/customXml" Target="../ink/ink73.xml"/><Relationship Id="rId123" Type="http://schemas.openxmlformats.org/officeDocument/2006/relationships/image" Target="../media/image75.png"/><Relationship Id="rId128" Type="http://schemas.openxmlformats.org/officeDocument/2006/relationships/customXml" Target="../ink/ink86.xml"/><Relationship Id="rId61" Type="http://schemas.openxmlformats.org/officeDocument/2006/relationships/image" Target="../media/image24.png"/><Relationship Id="rId82" Type="http://schemas.openxmlformats.org/officeDocument/2006/relationships/customXml" Target="../ink/ink63.xml"/><Relationship Id="rId90" Type="http://schemas.openxmlformats.org/officeDocument/2006/relationships/customXml" Target="../ink/ink67.xml"/><Relationship Id="rId95" Type="http://schemas.openxmlformats.org/officeDocument/2006/relationships/image" Target="../media/image59.png"/><Relationship Id="rId19" Type="http://schemas.openxmlformats.org/officeDocument/2006/relationships/image" Target="../media/image160.png"/><Relationship Id="rId14" Type="http://schemas.openxmlformats.org/officeDocument/2006/relationships/customXml" Target="../ink/ink33.xml"/><Relationship Id="rId22" Type="http://schemas.openxmlformats.org/officeDocument/2006/relationships/customXml" Target="../ink/ink37.xml"/><Relationship Id="rId27" Type="http://schemas.openxmlformats.org/officeDocument/2006/relationships/image" Target="../media/image21.png"/><Relationship Id="rId43" Type="http://schemas.openxmlformats.org/officeDocument/2006/relationships/image" Target="../media/image37.png"/><Relationship Id="rId48" Type="http://schemas.openxmlformats.org/officeDocument/2006/relationships/customXml" Target="../ink/ink46.xml"/><Relationship Id="rId56" Type="http://schemas.openxmlformats.org/officeDocument/2006/relationships/customXml" Target="../ink/ink50.xml"/><Relationship Id="rId64" Type="http://schemas.openxmlformats.org/officeDocument/2006/relationships/customXml" Target="../ink/ink54.xml"/><Relationship Id="rId69" Type="http://schemas.openxmlformats.org/officeDocument/2006/relationships/image" Target="../media/image46.png"/><Relationship Id="rId77" Type="http://schemas.openxmlformats.org/officeDocument/2006/relationships/image" Target="../media/image50.png"/><Relationship Id="rId100" Type="http://schemas.openxmlformats.org/officeDocument/2006/relationships/customXml" Target="../ink/ink72.xml"/><Relationship Id="rId105" Type="http://schemas.openxmlformats.org/officeDocument/2006/relationships/image" Target="../media/image65.png"/><Relationship Id="rId113" Type="http://schemas.openxmlformats.org/officeDocument/2006/relationships/image" Target="../media/image69.png"/><Relationship Id="rId118" Type="http://schemas.openxmlformats.org/officeDocument/2006/relationships/customXml" Target="../ink/ink81.xml"/><Relationship Id="rId126" Type="http://schemas.openxmlformats.org/officeDocument/2006/relationships/customXml" Target="../ink/ink85.xml"/><Relationship Id="rId134" Type="http://schemas.openxmlformats.org/officeDocument/2006/relationships/customXml" Target="../ink/ink89.xml"/><Relationship Id="rId8" Type="http://schemas.openxmlformats.org/officeDocument/2006/relationships/customXml" Target="../ink/ink30.xml"/><Relationship Id="rId51" Type="http://schemas.openxmlformats.org/officeDocument/2006/relationships/image" Target="../media/image41.png"/><Relationship Id="rId72" Type="http://schemas.openxmlformats.org/officeDocument/2006/relationships/customXml" Target="../ink/ink58.xml"/><Relationship Id="rId80" Type="http://schemas.openxmlformats.org/officeDocument/2006/relationships/customXml" Target="../ink/ink62.xml"/><Relationship Id="rId85" Type="http://schemas.openxmlformats.org/officeDocument/2006/relationships/image" Target="../media/image54.png"/><Relationship Id="rId93" Type="http://schemas.openxmlformats.org/officeDocument/2006/relationships/image" Target="../media/image58.png"/><Relationship Id="rId98" Type="http://schemas.openxmlformats.org/officeDocument/2006/relationships/customXml" Target="../ink/ink71.xml"/><Relationship Id="rId121" Type="http://schemas.openxmlformats.org/officeDocument/2006/relationships/image" Target="../media/image74.png"/><Relationship Id="rId12" Type="http://schemas.openxmlformats.org/officeDocument/2006/relationships/customXml" Target="../ink/ink32.xml"/><Relationship Id="rId17" Type="http://schemas.openxmlformats.org/officeDocument/2006/relationships/image" Target="../media/image910.png"/><Relationship Id="rId25" Type="http://schemas.openxmlformats.org/officeDocument/2006/relationships/image" Target="../media/image20.png"/><Relationship Id="rId38" Type="http://schemas.openxmlformats.org/officeDocument/2006/relationships/customXml" Target="../ink/ink41.xml"/><Relationship Id="rId46" Type="http://schemas.openxmlformats.org/officeDocument/2006/relationships/customXml" Target="../ink/ink45.xml"/><Relationship Id="rId59" Type="http://schemas.openxmlformats.org/officeDocument/2006/relationships/image" Target="../media/image23.png"/><Relationship Id="rId67" Type="http://schemas.openxmlformats.org/officeDocument/2006/relationships/image" Target="../media/image45.png"/><Relationship Id="rId103" Type="http://schemas.openxmlformats.org/officeDocument/2006/relationships/image" Target="../media/image64.png"/><Relationship Id="rId108" Type="http://schemas.openxmlformats.org/officeDocument/2006/relationships/customXml" Target="../ink/ink76.xml"/><Relationship Id="rId116" Type="http://schemas.openxmlformats.org/officeDocument/2006/relationships/customXml" Target="../ink/ink80.xml"/><Relationship Id="rId124" Type="http://schemas.openxmlformats.org/officeDocument/2006/relationships/customXml" Target="../ink/ink84.xml"/><Relationship Id="rId129" Type="http://schemas.openxmlformats.org/officeDocument/2006/relationships/image" Target="../media/image78.png"/><Relationship Id="rId137" Type="http://schemas.openxmlformats.org/officeDocument/2006/relationships/image" Target="../media/image83.png"/><Relationship Id="rId20" Type="http://schemas.openxmlformats.org/officeDocument/2006/relationships/customXml" Target="../ink/ink36.xml"/><Relationship Id="rId41" Type="http://schemas.openxmlformats.org/officeDocument/2006/relationships/image" Target="../media/image36.png"/><Relationship Id="rId54" Type="http://schemas.openxmlformats.org/officeDocument/2006/relationships/customXml" Target="../ink/ink49.xml"/><Relationship Id="rId62" Type="http://schemas.openxmlformats.org/officeDocument/2006/relationships/customXml" Target="../ink/ink53.xml"/><Relationship Id="rId70" Type="http://schemas.openxmlformats.org/officeDocument/2006/relationships/customXml" Target="../ink/ink57.xml"/><Relationship Id="rId75" Type="http://schemas.openxmlformats.org/officeDocument/2006/relationships/image" Target="../media/image49.png"/><Relationship Id="rId83" Type="http://schemas.openxmlformats.org/officeDocument/2006/relationships/image" Target="../media/image53.png"/><Relationship Id="rId88" Type="http://schemas.openxmlformats.org/officeDocument/2006/relationships/customXml" Target="../ink/ink66.xml"/><Relationship Id="rId91" Type="http://schemas.openxmlformats.org/officeDocument/2006/relationships/image" Target="../media/image57.png"/><Relationship Id="rId96" Type="http://schemas.openxmlformats.org/officeDocument/2006/relationships/customXml" Target="../ink/ink70.xml"/><Relationship Id="rId111" Type="http://schemas.openxmlformats.org/officeDocument/2006/relationships/image" Target="../media/image68.png"/><Relationship Id="rId132" Type="http://schemas.openxmlformats.org/officeDocument/2006/relationships/customXml" Target="../ink/ink88.xml"/><Relationship Id="rId1" Type="http://schemas.openxmlformats.org/officeDocument/2006/relationships/slideLayout" Target="../slideLayouts/slideLayout2.xml"/><Relationship Id="rId15" Type="http://schemas.openxmlformats.org/officeDocument/2006/relationships/image" Target="../media/image810.png"/><Relationship Id="rId23" Type="http://schemas.openxmlformats.org/officeDocument/2006/relationships/image" Target="../media/image19.png"/><Relationship Id="rId28" Type="http://schemas.openxmlformats.org/officeDocument/2006/relationships/customXml" Target="../ink/ink40.xml"/><Relationship Id="rId49" Type="http://schemas.openxmlformats.org/officeDocument/2006/relationships/image" Target="../media/image40.png"/><Relationship Id="rId57" Type="http://schemas.openxmlformats.org/officeDocument/2006/relationships/image" Target="../media/image22.png"/><Relationship Id="rId106" Type="http://schemas.openxmlformats.org/officeDocument/2006/relationships/customXml" Target="../ink/ink75.xml"/><Relationship Id="rId114" Type="http://schemas.openxmlformats.org/officeDocument/2006/relationships/customXml" Target="../ink/ink79.xml"/><Relationship Id="rId119" Type="http://schemas.openxmlformats.org/officeDocument/2006/relationships/image" Target="../media/image73.png"/><Relationship Id="rId127" Type="http://schemas.openxmlformats.org/officeDocument/2006/relationships/image" Target="../media/image77.png"/><Relationship Id="rId10" Type="http://schemas.openxmlformats.org/officeDocument/2006/relationships/customXml" Target="../ink/ink31.xml"/><Relationship Id="rId44" Type="http://schemas.openxmlformats.org/officeDocument/2006/relationships/customXml" Target="../ink/ink44.xml"/><Relationship Id="rId52" Type="http://schemas.openxmlformats.org/officeDocument/2006/relationships/customXml" Target="../ink/ink48.xml"/><Relationship Id="rId60" Type="http://schemas.openxmlformats.org/officeDocument/2006/relationships/customXml" Target="../ink/ink52.xml"/><Relationship Id="rId65" Type="http://schemas.openxmlformats.org/officeDocument/2006/relationships/image" Target="../media/image44.png"/><Relationship Id="rId73" Type="http://schemas.openxmlformats.org/officeDocument/2006/relationships/image" Target="../media/image48.png"/><Relationship Id="rId78" Type="http://schemas.openxmlformats.org/officeDocument/2006/relationships/customXml" Target="../ink/ink61.xml"/><Relationship Id="rId81" Type="http://schemas.openxmlformats.org/officeDocument/2006/relationships/image" Target="../media/image52.png"/><Relationship Id="rId86" Type="http://schemas.openxmlformats.org/officeDocument/2006/relationships/customXml" Target="../ink/ink65.xml"/><Relationship Id="rId94" Type="http://schemas.openxmlformats.org/officeDocument/2006/relationships/customXml" Target="../ink/ink69.xml"/><Relationship Id="rId99" Type="http://schemas.openxmlformats.org/officeDocument/2006/relationships/image" Target="../media/image62.png"/><Relationship Id="rId101" Type="http://schemas.openxmlformats.org/officeDocument/2006/relationships/image" Target="../media/image63.png"/><Relationship Id="rId122" Type="http://schemas.openxmlformats.org/officeDocument/2006/relationships/customXml" Target="../ink/ink83.xml"/><Relationship Id="rId130" Type="http://schemas.openxmlformats.org/officeDocument/2006/relationships/customXml" Target="../ink/ink87.xml"/><Relationship Id="rId135" Type="http://schemas.openxmlformats.org/officeDocument/2006/relationships/image" Target="../media/image82.png"/><Relationship Id="rId9" Type="http://schemas.openxmlformats.org/officeDocument/2006/relationships/image" Target="../media/image510.png"/><Relationship Id="rId13" Type="http://schemas.openxmlformats.org/officeDocument/2006/relationships/image" Target="../media/image710.png"/><Relationship Id="rId18" Type="http://schemas.openxmlformats.org/officeDocument/2006/relationships/customXml" Target="../ink/ink35.xml"/><Relationship Id="rId39" Type="http://schemas.openxmlformats.org/officeDocument/2006/relationships/image" Target="../media/image35.png"/><Relationship Id="rId109" Type="http://schemas.openxmlformats.org/officeDocument/2006/relationships/image" Target="../media/image67.png"/><Relationship Id="rId50" Type="http://schemas.openxmlformats.org/officeDocument/2006/relationships/customXml" Target="../ink/ink47.xml"/><Relationship Id="rId55" Type="http://schemas.openxmlformats.org/officeDocument/2006/relationships/image" Target="../media/image43.png"/><Relationship Id="rId76" Type="http://schemas.openxmlformats.org/officeDocument/2006/relationships/customXml" Target="../ink/ink60.xml"/><Relationship Id="rId97" Type="http://schemas.openxmlformats.org/officeDocument/2006/relationships/image" Target="../media/image61.png"/><Relationship Id="rId104" Type="http://schemas.openxmlformats.org/officeDocument/2006/relationships/customXml" Target="../ink/ink74.xml"/><Relationship Id="rId120" Type="http://schemas.openxmlformats.org/officeDocument/2006/relationships/customXml" Target="../ink/ink82.xml"/><Relationship Id="rId125" Type="http://schemas.openxmlformats.org/officeDocument/2006/relationships/image" Target="../media/image76.png"/><Relationship Id="rId7" Type="http://schemas.openxmlformats.org/officeDocument/2006/relationships/image" Target="../media/image410.png"/><Relationship Id="rId71" Type="http://schemas.openxmlformats.org/officeDocument/2006/relationships/image" Target="../media/image47.png"/><Relationship Id="rId92" Type="http://schemas.openxmlformats.org/officeDocument/2006/relationships/customXml" Target="../ink/ink68.xml"/><Relationship Id="rId2" Type="http://schemas.openxmlformats.org/officeDocument/2006/relationships/customXml" Target="../ink/ink29.xml"/><Relationship Id="rId24" Type="http://schemas.openxmlformats.org/officeDocument/2006/relationships/customXml" Target="../ink/ink38.xml"/><Relationship Id="rId40" Type="http://schemas.openxmlformats.org/officeDocument/2006/relationships/customXml" Target="../ink/ink42.xml"/><Relationship Id="rId45" Type="http://schemas.openxmlformats.org/officeDocument/2006/relationships/image" Target="../media/image38.png"/><Relationship Id="rId66" Type="http://schemas.openxmlformats.org/officeDocument/2006/relationships/customXml" Target="../ink/ink55.xml"/><Relationship Id="rId87" Type="http://schemas.openxmlformats.org/officeDocument/2006/relationships/image" Target="../media/image55.png"/><Relationship Id="rId110" Type="http://schemas.openxmlformats.org/officeDocument/2006/relationships/customXml" Target="../ink/ink77.xml"/><Relationship Id="rId115" Type="http://schemas.openxmlformats.org/officeDocument/2006/relationships/image" Target="../media/image71.png"/><Relationship Id="rId131" Type="http://schemas.openxmlformats.org/officeDocument/2006/relationships/image" Target="../media/image79.png"/><Relationship Id="rId136" Type="http://schemas.openxmlformats.org/officeDocument/2006/relationships/customXml" Target="../ink/ink90.xml"/></Relationships>
</file>

<file path=ppt/slides/_rels/slide4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03.xml"/><Relationship Id="rId117" Type="http://schemas.openxmlformats.org/officeDocument/2006/relationships/image" Target="../media/image78.png"/><Relationship Id="rId21" Type="http://schemas.openxmlformats.org/officeDocument/2006/relationships/image" Target="../media/image94.png"/><Relationship Id="rId42" Type="http://schemas.openxmlformats.org/officeDocument/2006/relationships/customXml" Target="../ink/ink111.xml"/><Relationship Id="rId47" Type="http://schemas.openxmlformats.org/officeDocument/2006/relationships/image" Target="../media/image107.png"/><Relationship Id="rId63" Type="http://schemas.openxmlformats.org/officeDocument/2006/relationships/image" Target="../media/image115.png"/><Relationship Id="rId68" Type="http://schemas.openxmlformats.org/officeDocument/2006/relationships/customXml" Target="../ink/ink124.xml"/><Relationship Id="rId84" Type="http://schemas.openxmlformats.org/officeDocument/2006/relationships/customXml" Target="../ink/ink132.xml"/><Relationship Id="rId89" Type="http://schemas.openxmlformats.org/officeDocument/2006/relationships/image" Target="../media/image63.png"/><Relationship Id="rId112" Type="http://schemas.openxmlformats.org/officeDocument/2006/relationships/customXml" Target="../ink/ink146.xml"/><Relationship Id="rId16" Type="http://schemas.openxmlformats.org/officeDocument/2006/relationships/customXml" Target="../ink/ink98.xml"/><Relationship Id="rId107" Type="http://schemas.openxmlformats.org/officeDocument/2006/relationships/image" Target="../media/image73.png"/><Relationship Id="rId11" Type="http://schemas.openxmlformats.org/officeDocument/2006/relationships/image" Target="../media/image88.png"/><Relationship Id="rId32" Type="http://schemas.openxmlformats.org/officeDocument/2006/relationships/customXml" Target="../ink/ink106.xml"/><Relationship Id="rId37" Type="http://schemas.openxmlformats.org/officeDocument/2006/relationships/image" Target="../media/image102.png"/><Relationship Id="rId53" Type="http://schemas.openxmlformats.org/officeDocument/2006/relationships/image" Target="../media/image110.png"/><Relationship Id="rId58" Type="http://schemas.openxmlformats.org/officeDocument/2006/relationships/customXml" Target="../ink/ink119.xml"/><Relationship Id="rId74" Type="http://schemas.openxmlformats.org/officeDocument/2006/relationships/customXml" Target="../ink/ink127.xml"/><Relationship Id="rId79" Type="http://schemas.openxmlformats.org/officeDocument/2006/relationships/image" Target="../media/image123.png"/><Relationship Id="rId102" Type="http://schemas.openxmlformats.org/officeDocument/2006/relationships/customXml" Target="../ink/ink141.xml"/><Relationship Id="rId123" Type="http://schemas.openxmlformats.org/officeDocument/2006/relationships/image" Target="../media/image82.png"/><Relationship Id="rId5" Type="http://schemas.openxmlformats.org/officeDocument/2006/relationships/image" Target="../media/image85.png"/><Relationship Id="rId61" Type="http://schemas.openxmlformats.org/officeDocument/2006/relationships/image" Target="../media/image114.png"/><Relationship Id="rId82" Type="http://schemas.openxmlformats.org/officeDocument/2006/relationships/customXml" Target="../ink/ink131.xml"/><Relationship Id="rId90" Type="http://schemas.openxmlformats.org/officeDocument/2006/relationships/customXml" Target="../ink/ink135.xml"/><Relationship Id="rId95" Type="http://schemas.openxmlformats.org/officeDocument/2006/relationships/image" Target="../media/image66.png"/><Relationship Id="rId19" Type="http://schemas.openxmlformats.org/officeDocument/2006/relationships/image" Target="../media/image93.png"/><Relationship Id="rId14" Type="http://schemas.openxmlformats.org/officeDocument/2006/relationships/customXml" Target="../ink/ink97.xml"/><Relationship Id="rId22" Type="http://schemas.openxmlformats.org/officeDocument/2006/relationships/customXml" Target="../ink/ink101.xml"/><Relationship Id="rId27" Type="http://schemas.openxmlformats.org/officeDocument/2006/relationships/image" Target="../media/image97.png"/><Relationship Id="rId30" Type="http://schemas.openxmlformats.org/officeDocument/2006/relationships/customXml" Target="../ink/ink105.xml"/><Relationship Id="rId35" Type="http://schemas.openxmlformats.org/officeDocument/2006/relationships/image" Target="../media/image101.png"/><Relationship Id="rId43" Type="http://schemas.openxmlformats.org/officeDocument/2006/relationships/image" Target="../media/image105.png"/><Relationship Id="rId48" Type="http://schemas.openxmlformats.org/officeDocument/2006/relationships/customXml" Target="../ink/ink114.xml"/><Relationship Id="rId56" Type="http://schemas.openxmlformats.org/officeDocument/2006/relationships/customXml" Target="../ink/ink118.xml"/><Relationship Id="rId64" Type="http://schemas.openxmlformats.org/officeDocument/2006/relationships/customXml" Target="../ink/ink122.xml"/><Relationship Id="rId69" Type="http://schemas.openxmlformats.org/officeDocument/2006/relationships/image" Target="../media/image118.png"/><Relationship Id="rId77" Type="http://schemas.openxmlformats.org/officeDocument/2006/relationships/image" Target="../media/image122.png"/><Relationship Id="rId100" Type="http://schemas.openxmlformats.org/officeDocument/2006/relationships/customXml" Target="../ink/ink140.xml"/><Relationship Id="rId105" Type="http://schemas.openxmlformats.org/officeDocument/2006/relationships/image" Target="../media/image72.png"/><Relationship Id="rId113" Type="http://schemas.openxmlformats.org/officeDocument/2006/relationships/image" Target="../media/image76.png"/><Relationship Id="rId118" Type="http://schemas.openxmlformats.org/officeDocument/2006/relationships/customXml" Target="../ink/ink149.xml"/><Relationship Id="rId8" Type="http://schemas.openxmlformats.org/officeDocument/2006/relationships/customXml" Target="../ink/ink94.xml"/><Relationship Id="rId51" Type="http://schemas.openxmlformats.org/officeDocument/2006/relationships/image" Target="../media/image109.png"/><Relationship Id="rId72" Type="http://schemas.openxmlformats.org/officeDocument/2006/relationships/customXml" Target="../ink/ink126.xml"/><Relationship Id="rId80" Type="http://schemas.openxmlformats.org/officeDocument/2006/relationships/customXml" Target="../ink/ink130.xml"/><Relationship Id="rId85" Type="http://schemas.openxmlformats.org/officeDocument/2006/relationships/image" Target="../media/image126.png"/><Relationship Id="rId93" Type="http://schemas.openxmlformats.org/officeDocument/2006/relationships/image" Target="../media/image65.png"/><Relationship Id="rId98" Type="http://schemas.openxmlformats.org/officeDocument/2006/relationships/customXml" Target="../ink/ink139.xml"/><Relationship Id="rId121" Type="http://schemas.openxmlformats.org/officeDocument/2006/relationships/image" Target="../media/image81.png"/><Relationship Id="rId3" Type="http://schemas.openxmlformats.org/officeDocument/2006/relationships/image" Target="../media/image84.png"/><Relationship Id="rId12" Type="http://schemas.openxmlformats.org/officeDocument/2006/relationships/customXml" Target="../ink/ink96.xml"/><Relationship Id="rId17" Type="http://schemas.openxmlformats.org/officeDocument/2006/relationships/image" Target="../media/image92.png"/><Relationship Id="rId25" Type="http://schemas.openxmlformats.org/officeDocument/2006/relationships/image" Target="../media/image96.png"/><Relationship Id="rId33" Type="http://schemas.openxmlformats.org/officeDocument/2006/relationships/image" Target="../media/image100.png"/><Relationship Id="rId38" Type="http://schemas.openxmlformats.org/officeDocument/2006/relationships/customXml" Target="../ink/ink109.xml"/><Relationship Id="rId46" Type="http://schemas.openxmlformats.org/officeDocument/2006/relationships/customXml" Target="../ink/ink113.xml"/><Relationship Id="rId59" Type="http://schemas.openxmlformats.org/officeDocument/2006/relationships/image" Target="../media/image113.png"/><Relationship Id="rId67" Type="http://schemas.openxmlformats.org/officeDocument/2006/relationships/image" Target="../media/image117.png"/><Relationship Id="rId103" Type="http://schemas.openxmlformats.org/officeDocument/2006/relationships/image" Target="../media/image71.png"/><Relationship Id="rId108" Type="http://schemas.openxmlformats.org/officeDocument/2006/relationships/customXml" Target="../ink/ink144.xml"/><Relationship Id="rId116" Type="http://schemas.openxmlformats.org/officeDocument/2006/relationships/customXml" Target="../ink/ink148.xml"/><Relationship Id="rId124" Type="http://schemas.openxmlformats.org/officeDocument/2006/relationships/customXml" Target="../ink/ink152.xml"/><Relationship Id="rId20" Type="http://schemas.openxmlformats.org/officeDocument/2006/relationships/customXml" Target="../ink/ink100.xml"/><Relationship Id="rId41" Type="http://schemas.openxmlformats.org/officeDocument/2006/relationships/image" Target="../media/image104.png"/><Relationship Id="rId54" Type="http://schemas.openxmlformats.org/officeDocument/2006/relationships/customXml" Target="../ink/ink117.xml"/><Relationship Id="rId62" Type="http://schemas.openxmlformats.org/officeDocument/2006/relationships/customXml" Target="../ink/ink121.xml"/><Relationship Id="rId70" Type="http://schemas.openxmlformats.org/officeDocument/2006/relationships/customXml" Target="../ink/ink125.xml"/><Relationship Id="rId75" Type="http://schemas.openxmlformats.org/officeDocument/2006/relationships/image" Target="../media/image121.png"/><Relationship Id="rId83" Type="http://schemas.openxmlformats.org/officeDocument/2006/relationships/image" Target="../media/image125.png"/><Relationship Id="rId88" Type="http://schemas.openxmlformats.org/officeDocument/2006/relationships/customXml" Target="../ink/ink134.xml"/><Relationship Id="rId91" Type="http://schemas.openxmlformats.org/officeDocument/2006/relationships/image" Target="../media/image64.png"/><Relationship Id="rId96" Type="http://schemas.openxmlformats.org/officeDocument/2006/relationships/customXml" Target="../ink/ink138.xml"/><Relationship Id="rId111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93.xml"/><Relationship Id="rId15" Type="http://schemas.openxmlformats.org/officeDocument/2006/relationships/image" Target="../media/image91.png"/><Relationship Id="rId23" Type="http://schemas.openxmlformats.org/officeDocument/2006/relationships/image" Target="../media/image95.png"/><Relationship Id="rId28" Type="http://schemas.openxmlformats.org/officeDocument/2006/relationships/customXml" Target="../ink/ink104.xml"/><Relationship Id="rId36" Type="http://schemas.openxmlformats.org/officeDocument/2006/relationships/customXml" Target="../ink/ink108.xml"/><Relationship Id="rId49" Type="http://schemas.openxmlformats.org/officeDocument/2006/relationships/image" Target="../media/image108.png"/><Relationship Id="rId57" Type="http://schemas.openxmlformats.org/officeDocument/2006/relationships/image" Target="../media/image112.png"/><Relationship Id="rId106" Type="http://schemas.openxmlformats.org/officeDocument/2006/relationships/customXml" Target="../ink/ink143.xml"/><Relationship Id="rId114" Type="http://schemas.openxmlformats.org/officeDocument/2006/relationships/customXml" Target="../ink/ink147.xml"/><Relationship Id="rId119" Type="http://schemas.openxmlformats.org/officeDocument/2006/relationships/image" Target="../media/image79.png"/><Relationship Id="rId10" Type="http://schemas.openxmlformats.org/officeDocument/2006/relationships/customXml" Target="../ink/ink95.xml"/><Relationship Id="rId31" Type="http://schemas.openxmlformats.org/officeDocument/2006/relationships/image" Target="../media/image99.png"/><Relationship Id="rId44" Type="http://schemas.openxmlformats.org/officeDocument/2006/relationships/customXml" Target="../ink/ink112.xml"/><Relationship Id="rId52" Type="http://schemas.openxmlformats.org/officeDocument/2006/relationships/customXml" Target="../ink/ink116.xml"/><Relationship Id="rId60" Type="http://schemas.openxmlformats.org/officeDocument/2006/relationships/customXml" Target="../ink/ink120.xml"/><Relationship Id="rId65" Type="http://schemas.openxmlformats.org/officeDocument/2006/relationships/image" Target="../media/image116.png"/><Relationship Id="rId73" Type="http://schemas.openxmlformats.org/officeDocument/2006/relationships/image" Target="../media/image120.png"/><Relationship Id="rId78" Type="http://schemas.openxmlformats.org/officeDocument/2006/relationships/customXml" Target="../ink/ink129.xml"/><Relationship Id="rId81" Type="http://schemas.openxmlformats.org/officeDocument/2006/relationships/image" Target="../media/image124.png"/><Relationship Id="rId86" Type="http://schemas.openxmlformats.org/officeDocument/2006/relationships/customXml" Target="../ink/ink133.xml"/><Relationship Id="rId94" Type="http://schemas.openxmlformats.org/officeDocument/2006/relationships/customXml" Target="../ink/ink137.xml"/><Relationship Id="rId99" Type="http://schemas.openxmlformats.org/officeDocument/2006/relationships/image" Target="../media/image68.png"/><Relationship Id="rId101" Type="http://schemas.openxmlformats.org/officeDocument/2006/relationships/image" Target="../media/image69.png"/><Relationship Id="rId122" Type="http://schemas.openxmlformats.org/officeDocument/2006/relationships/customXml" Target="../ink/ink151.xml"/><Relationship Id="rId4" Type="http://schemas.openxmlformats.org/officeDocument/2006/relationships/customXml" Target="../ink/ink92.xml"/><Relationship Id="rId9" Type="http://schemas.openxmlformats.org/officeDocument/2006/relationships/image" Target="../media/image87.png"/><Relationship Id="rId13" Type="http://schemas.openxmlformats.org/officeDocument/2006/relationships/image" Target="../media/image89.png"/><Relationship Id="rId18" Type="http://schemas.openxmlformats.org/officeDocument/2006/relationships/customXml" Target="../ink/ink99.xml"/><Relationship Id="rId39" Type="http://schemas.openxmlformats.org/officeDocument/2006/relationships/image" Target="../media/image103.png"/><Relationship Id="rId109" Type="http://schemas.openxmlformats.org/officeDocument/2006/relationships/image" Target="../media/image74.png"/><Relationship Id="rId34" Type="http://schemas.openxmlformats.org/officeDocument/2006/relationships/customXml" Target="../ink/ink107.xml"/><Relationship Id="rId50" Type="http://schemas.openxmlformats.org/officeDocument/2006/relationships/customXml" Target="../ink/ink115.xml"/><Relationship Id="rId55" Type="http://schemas.openxmlformats.org/officeDocument/2006/relationships/image" Target="../media/image111.png"/><Relationship Id="rId76" Type="http://schemas.openxmlformats.org/officeDocument/2006/relationships/customXml" Target="../ink/ink128.xml"/><Relationship Id="rId97" Type="http://schemas.openxmlformats.org/officeDocument/2006/relationships/image" Target="../media/image67.png"/><Relationship Id="rId104" Type="http://schemas.openxmlformats.org/officeDocument/2006/relationships/customXml" Target="../ink/ink142.xml"/><Relationship Id="rId120" Type="http://schemas.openxmlformats.org/officeDocument/2006/relationships/customXml" Target="../ink/ink150.xml"/><Relationship Id="rId125" Type="http://schemas.openxmlformats.org/officeDocument/2006/relationships/image" Target="../media/image83.png"/><Relationship Id="rId7" Type="http://schemas.openxmlformats.org/officeDocument/2006/relationships/image" Target="../media/image86.png"/><Relationship Id="rId71" Type="http://schemas.openxmlformats.org/officeDocument/2006/relationships/image" Target="../media/image119.png"/><Relationship Id="rId92" Type="http://schemas.openxmlformats.org/officeDocument/2006/relationships/customXml" Target="../ink/ink136.xml"/><Relationship Id="rId2" Type="http://schemas.openxmlformats.org/officeDocument/2006/relationships/customXml" Target="../ink/ink91.xml"/><Relationship Id="rId29" Type="http://schemas.openxmlformats.org/officeDocument/2006/relationships/image" Target="../media/image98.png"/><Relationship Id="rId24" Type="http://schemas.openxmlformats.org/officeDocument/2006/relationships/customXml" Target="../ink/ink102.xml"/><Relationship Id="rId40" Type="http://schemas.openxmlformats.org/officeDocument/2006/relationships/customXml" Target="../ink/ink110.xml"/><Relationship Id="rId45" Type="http://schemas.openxmlformats.org/officeDocument/2006/relationships/image" Target="../media/image106.png"/><Relationship Id="rId66" Type="http://schemas.openxmlformats.org/officeDocument/2006/relationships/customXml" Target="../ink/ink123.xml"/><Relationship Id="rId87" Type="http://schemas.openxmlformats.org/officeDocument/2006/relationships/image" Target="../media/image127.png"/><Relationship Id="rId110" Type="http://schemas.openxmlformats.org/officeDocument/2006/relationships/customXml" Target="../ink/ink145.xml"/><Relationship Id="rId115" Type="http://schemas.openxmlformats.org/officeDocument/2006/relationships/image" Target="../media/image77.png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65.xml"/><Relationship Id="rId117" Type="http://schemas.openxmlformats.org/officeDocument/2006/relationships/image" Target="../media/image142.png"/><Relationship Id="rId21" Type="http://schemas.openxmlformats.org/officeDocument/2006/relationships/image" Target="../media/image94.png"/><Relationship Id="rId42" Type="http://schemas.openxmlformats.org/officeDocument/2006/relationships/customXml" Target="../ink/ink173.xml"/><Relationship Id="rId47" Type="http://schemas.openxmlformats.org/officeDocument/2006/relationships/image" Target="../media/image107.png"/><Relationship Id="rId63" Type="http://schemas.openxmlformats.org/officeDocument/2006/relationships/image" Target="../media/image115.png"/><Relationship Id="rId68" Type="http://schemas.openxmlformats.org/officeDocument/2006/relationships/customXml" Target="../ink/ink186.xml"/><Relationship Id="rId84" Type="http://schemas.openxmlformats.org/officeDocument/2006/relationships/customXml" Target="../ink/ink194.xml"/><Relationship Id="rId89" Type="http://schemas.openxmlformats.org/officeDocument/2006/relationships/image" Target="../media/image128.png"/><Relationship Id="rId112" Type="http://schemas.openxmlformats.org/officeDocument/2006/relationships/customXml" Target="../ink/ink208.xml"/><Relationship Id="rId16" Type="http://schemas.openxmlformats.org/officeDocument/2006/relationships/customXml" Target="../ink/ink160.xml"/><Relationship Id="rId107" Type="http://schemas.openxmlformats.org/officeDocument/2006/relationships/image" Target="../media/image137.png"/><Relationship Id="rId11" Type="http://schemas.openxmlformats.org/officeDocument/2006/relationships/image" Target="../media/image88.png"/><Relationship Id="rId32" Type="http://schemas.openxmlformats.org/officeDocument/2006/relationships/customXml" Target="../ink/ink168.xml"/><Relationship Id="rId37" Type="http://schemas.openxmlformats.org/officeDocument/2006/relationships/image" Target="../media/image102.png"/><Relationship Id="rId53" Type="http://schemas.openxmlformats.org/officeDocument/2006/relationships/image" Target="../media/image110.png"/><Relationship Id="rId58" Type="http://schemas.openxmlformats.org/officeDocument/2006/relationships/customXml" Target="../ink/ink181.xml"/><Relationship Id="rId74" Type="http://schemas.openxmlformats.org/officeDocument/2006/relationships/customXml" Target="../ink/ink189.xml"/><Relationship Id="rId79" Type="http://schemas.openxmlformats.org/officeDocument/2006/relationships/image" Target="../media/image123.png"/><Relationship Id="rId102" Type="http://schemas.openxmlformats.org/officeDocument/2006/relationships/customXml" Target="../ink/ink203.xml"/><Relationship Id="rId123" Type="http://schemas.openxmlformats.org/officeDocument/2006/relationships/image" Target="../media/image145.png"/><Relationship Id="rId5" Type="http://schemas.openxmlformats.org/officeDocument/2006/relationships/image" Target="../media/image85.png"/><Relationship Id="rId61" Type="http://schemas.openxmlformats.org/officeDocument/2006/relationships/image" Target="../media/image114.png"/><Relationship Id="rId82" Type="http://schemas.openxmlformats.org/officeDocument/2006/relationships/customXml" Target="../ink/ink193.xml"/><Relationship Id="rId90" Type="http://schemas.openxmlformats.org/officeDocument/2006/relationships/customXml" Target="../ink/ink197.xml"/><Relationship Id="rId95" Type="http://schemas.openxmlformats.org/officeDocument/2006/relationships/image" Target="../media/image131.png"/><Relationship Id="rId19" Type="http://schemas.openxmlformats.org/officeDocument/2006/relationships/image" Target="../media/image93.png"/><Relationship Id="rId14" Type="http://schemas.openxmlformats.org/officeDocument/2006/relationships/customXml" Target="../ink/ink159.xml"/><Relationship Id="rId22" Type="http://schemas.openxmlformats.org/officeDocument/2006/relationships/customXml" Target="../ink/ink163.xml"/><Relationship Id="rId27" Type="http://schemas.openxmlformats.org/officeDocument/2006/relationships/image" Target="../media/image97.png"/><Relationship Id="rId30" Type="http://schemas.openxmlformats.org/officeDocument/2006/relationships/customXml" Target="../ink/ink167.xml"/><Relationship Id="rId35" Type="http://schemas.openxmlformats.org/officeDocument/2006/relationships/image" Target="../media/image101.png"/><Relationship Id="rId43" Type="http://schemas.openxmlformats.org/officeDocument/2006/relationships/image" Target="../media/image105.png"/><Relationship Id="rId48" Type="http://schemas.openxmlformats.org/officeDocument/2006/relationships/customXml" Target="../ink/ink176.xml"/><Relationship Id="rId56" Type="http://schemas.openxmlformats.org/officeDocument/2006/relationships/customXml" Target="../ink/ink180.xml"/><Relationship Id="rId64" Type="http://schemas.openxmlformats.org/officeDocument/2006/relationships/customXml" Target="../ink/ink184.xml"/><Relationship Id="rId69" Type="http://schemas.openxmlformats.org/officeDocument/2006/relationships/image" Target="../media/image118.png"/><Relationship Id="rId77" Type="http://schemas.openxmlformats.org/officeDocument/2006/relationships/image" Target="../media/image122.png"/><Relationship Id="rId100" Type="http://schemas.openxmlformats.org/officeDocument/2006/relationships/customXml" Target="../ink/ink202.xml"/><Relationship Id="rId105" Type="http://schemas.openxmlformats.org/officeDocument/2006/relationships/image" Target="../media/image136.png"/><Relationship Id="rId113" Type="http://schemas.openxmlformats.org/officeDocument/2006/relationships/image" Target="../media/image140.png"/><Relationship Id="rId118" Type="http://schemas.openxmlformats.org/officeDocument/2006/relationships/customXml" Target="../ink/ink211.xml"/><Relationship Id="rId8" Type="http://schemas.openxmlformats.org/officeDocument/2006/relationships/customXml" Target="../ink/ink156.xml"/><Relationship Id="rId51" Type="http://schemas.openxmlformats.org/officeDocument/2006/relationships/image" Target="../media/image109.png"/><Relationship Id="rId72" Type="http://schemas.openxmlformats.org/officeDocument/2006/relationships/customXml" Target="../ink/ink188.xml"/><Relationship Id="rId80" Type="http://schemas.openxmlformats.org/officeDocument/2006/relationships/customXml" Target="../ink/ink192.xml"/><Relationship Id="rId85" Type="http://schemas.openxmlformats.org/officeDocument/2006/relationships/image" Target="../media/image126.png"/><Relationship Id="rId93" Type="http://schemas.openxmlformats.org/officeDocument/2006/relationships/image" Target="../media/image130.png"/><Relationship Id="rId98" Type="http://schemas.openxmlformats.org/officeDocument/2006/relationships/customXml" Target="../ink/ink201.xml"/><Relationship Id="rId121" Type="http://schemas.openxmlformats.org/officeDocument/2006/relationships/image" Target="../media/image144.png"/><Relationship Id="rId3" Type="http://schemas.openxmlformats.org/officeDocument/2006/relationships/image" Target="../media/image84.png"/><Relationship Id="rId12" Type="http://schemas.openxmlformats.org/officeDocument/2006/relationships/customXml" Target="../ink/ink158.xml"/><Relationship Id="rId17" Type="http://schemas.openxmlformats.org/officeDocument/2006/relationships/image" Target="../media/image92.png"/><Relationship Id="rId25" Type="http://schemas.openxmlformats.org/officeDocument/2006/relationships/image" Target="../media/image96.png"/><Relationship Id="rId33" Type="http://schemas.openxmlformats.org/officeDocument/2006/relationships/image" Target="../media/image100.png"/><Relationship Id="rId38" Type="http://schemas.openxmlformats.org/officeDocument/2006/relationships/customXml" Target="../ink/ink171.xml"/><Relationship Id="rId46" Type="http://schemas.openxmlformats.org/officeDocument/2006/relationships/customXml" Target="../ink/ink175.xml"/><Relationship Id="rId59" Type="http://schemas.openxmlformats.org/officeDocument/2006/relationships/image" Target="../media/image113.png"/><Relationship Id="rId67" Type="http://schemas.openxmlformats.org/officeDocument/2006/relationships/image" Target="../media/image117.png"/><Relationship Id="rId103" Type="http://schemas.openxmlformats.org/officeDocument/2006/relationships/image" Target="../media/image135.png"/><Relationship Id="rId108" Type="http://schemas.openxmlformats.org/officeDocument/2006/relationships/customXml" Target="../ink/ink206.xml"/><Relationship Id="rId116" Type="http://schemas.openxmlformats.org/officeDocument/2006/relationships/customXml" Target="../ink/ink210.xml"/><Relationship Id="rId124" Type="http://schemas.openxmlformats.org/officeDocument/2006/relationships/customXml" Target="../ink/ink214.xml"/><Relationship Id="rId20" Type="http://schemas.openxmlformats.org/officeDocument/2006/relationships/customXml" Target="../ink/ink162.xml"/><Relationship Id="rId41" Type="http://schemas.openxmlformats.org/officeDocument/2006/relationships/image" Target="../media/image104.png"/><Relationship Id="rId54" Type="http://schemas.openxmlformats.org/officeDocument/2006/relationships/customXml" Target="../ink/ink179.xml"/><Relationship Id="rId62" Type="http://schemas.openxmlformats.org/officeDocument/2006/relationships/customXml" Target="../ink/ink183.xml"/><Relationship Id="rId70" Type="http://schemas.openxmlformats.org/officeDocument/2006/relationships/customXml" Target="../ink/ink187.xml"/><Relationship Id="rId75" Type="http://schemas.openxmlformats.org/officeDocument/2006/relationships/image" Target="../media/image121.png"/><Relationship Id="rId83" Type="http://schemas.openxmlformats.org/officeDocument/2006/relationships/image" Target="../media/image125.png"/><Relationship Id="rId88" Type="http://schemas.openxmlformats.org/officeDocument/2006/relationships/customXml" Target="../ink/ink196.xml"/><Relationship Id="rId91" Type="http://schemas.openxmlformats.org/officeDocument/2006/relationships/image" Target="../media/image129.png"/><Relationship Id="rId96" Type="http://schemas.openxmlformats.org/officeDocument/2006/relationships/customXml" Target="../ink/ink200.xml"/><Relationship Id="rId111" Type="http://schemas.openxmlformats.org/officeDocument/2006/relationships/image" Target="../media/image139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55.xml"/><Relationship Id="rId15" Type="http://schemas.openxmlformats.org/officeDocument/2006/relationships/image" Target="../media/image91.png"/><Relationship Id="rId23" Type="http://schemas.openxmlformats.org/officeDocument/2006/relationships/image" Target="../media/image95.png"/><Relationship Id="rId28" Type="http://schemas.openxmlformats.org/officeDocument/2006/relationships/customXml" Target="../ink/ink166.xml"/><Relationship Id="rId36" Type="http://schemas.openxmlformats.org/officeDocument/2006/relationships/customXml" Target="../ink/ink170.xml"/><Relationship Id="rId49" Type="http://schemas.openxmlformats.org/officeDocument/2006/relationships/image" Target="../media/image108.png"/><Relationship Id="rId57" Type="http://schemas.openxmlformats.org/officeDocument/2006/relationships/image" Target="../media/image112.png"/><Relationship Id="rId106" Type="http://schemas.openxmlformats.org/officeDocument/2006/relationships/customXml" Target="../ink/ink205.xml"/><Relationship Id="rId114" Type="http://schemas.openxmlformats.org/officeDocument/2006/relationships/customXml" Target="../ink/ink209.xml"/><Relationship Id="rId119" Type="http://schemas.openxmlformats.org/officeDocument/2006/relationships/image" Target="../media/image143.png"/><Relationship Id="rId10" Type="http://schemas.openxmlformats.org/officeDocument/2006/relationships/customXml" Target="../ink/ink157.xml"/><Relationship Id="rId31" Type="http://schemas.openxmlformats.org/officeDocument/2006/relationships/image" Target="../media/image99.png"/><Relationship Id="rId44" Type="http://schemas.openxmlformats.org/officeDocument/2006/relationships/customXml" Target="../ink/ink174.xml"/><Relationship Id="rId52" Type="http://schemas.openxmlformats.org/officeDocument/2006/relationships/customXml" Target="../ink/ink178.xml"/><Relationship Id="rId60" Type="http://schemas.openxmlformats.org/officeDocument/2006/relationships/customXml" Target="../ink/ink182.xml"/><Relationship Id="rId65" Type="http://schemas.openxmlformats.org/officeDocument/2006/relationships/image" Target="../media/image116.png"/><Relationship Id="rId73" Type="http://schemas.openxmlformats.org/officeDocument/2006/relationships/image" Target="../media/image120.png"/><Relationship Id="rId78" Type="http://schemas.openxmlformats.org/officeDocument/2006/relationships/customXml" Target="../ink/ink191.xml"/><Relationship Id="rId81" Type="http://schemas.openxmlformats.org/officeDocument/2006/relationships/image" Target="../media/image124.png"/><Relationship Id="rId86" Type="http://schemas.openxmlformats.org/officeDocument/2006/relationships/customXml" Target="../ink/ink195.xml"/><Relationship Id="rId94" Type="http://schemas.openxmlformats.org/officeDocument/2006/relationships/customXml" Target="../ink/ink199.xml"/><Relationship Id="rId99" Type="http://schemas.openxmlformats.org/officeDocument/2006/relationships/image" Target="../media/image133.png"/><Relationship Id="rId101" Type="http://schemas.openxmlformats.org/officeDocument/2006/relationships/image" Target="../media/image134.png"/><Relationship Id="rId122" Type="http://schemas.openxmlformats.org/officeDocument/2006/relationships/customXml" Target="../ink/ink213.xml"/><Relationship Id="rId4" Type="http://schemas.openxmlformats.org/officeDocument/2006/relationships/customXml" Target="../ink/ink154.xml"/><Relationship Id="rId9" Type="http://schemas.openxmlformats.org/officeDocument/2006/relationships/image" Target="../media/image87.png"/><Relationship Id="rId13" Type="http://schemas.openxmlformats.org/officeDocument/2006/relationships/image" Target="../media/image89.png"/><Relationship Id="rId18" Type="http://schemas.openxmlformats.org/officeDocument/2006/relationships/customXml" Target="../ink/ink161.xml"/><Relationship Id="rId39" Type="http://schemas.openxmlformats.org/officeDocument/2006/relationships/image" Target="../media/image103.png"/><Relationship Id="rId109" Type="http://schemas.openxmlformats.org/officeDocument/2006/relationships/image" Target="../media/image138.png"/><Relationship Id="rId34" Type="http://schemas.openxmlformats.org/officeDocument/2006/relationships/customXml" Target="../ink/ink169.xml"/><Relationship Id="rId50" Type="http://schemas.openxmlformats.org/officeDocument/2006/relationships/customXml" Target="../ink/ink177.xml"/><Relationship Id="rId55" Type="http://schemas.openxmlformats.org/officeDocument/2006/relationships/image" Target="../media/image111.png"/><Relationship Id="rId76" Type="http://schemas.openxmlformats.org/officeDocument/2006/relationships/customXml" Target="../ink/ink190.xml"/><Relationship Id="rId97" Type="http://schemas.openxmlformats.org/officeDocument/2006/relationships/image" Target="../media/image132.png"/><Relationship Id="rId104" Type="http://schemas.openxmlformats.org/officeDocument/2006/relationships/customXml" Target="../ink/ink204.xml"/><Relationship Id="rId120" Type="http://schemas.openxmlformats.org/officeDocument/2006/relationships/customXml" Target="../ink/ink212.xml"/><Relationship Id="rId125" Type="http://schemas.openxmlformats.org/officeDocument/2006/relationships/image" Target="../media/image146.png"/><Relationship Id="rId7" Type="http://schemas.openxmlformats.org/officeDocument/2006/relationships/image" Target="../media/image86.png"/><Relationship Id="rId71" Type="http://schemas.openxmlformats.org/officeDocument/2006/relationships/image" Target="../media/image119.png"/><Relationship Id="rId92" Type="http://schemas.openxmlformats.org/officeDocument/2006/relationships/customXml" Target="../ink/ink198.xml"/><Relationship Id="rId2" Type="http://schemas.openxmlformats.org/officeDocument/2006/relationships/customXml" Target="../ink/ink153.xml"/><Relationship Id="rId29" Type="http://schemas.openxmlformats.org/officeDocument/2006/relationships/image" Target="../media/image98.png"/><Relationship Id="rId24" Type="http://schemas.openxmlformats.org/officeDocument/2006/relationships/customXml" Target="../ink/ink164.xml"/><Relationship Id="rId40" Type="http://schemas.openxmlformats.org/officeDocument/2006/relationships/customXml" Target="../ink/ink172.xml"/><Relationship Id="rId45" Type="http://schemas.openxmlformats.org/officeDocument/2006/relationships/image" Target="../media/image106.png"/><Relationship Id="rId66" Type="http://schemas.openxmlformats.org/officeDocument/2006/relationships/customXml" Target="../ink/ink185.xml"/><Relationship Id="rId87" Type="http://schemas.openxmlformats.org/officeDocument/2006/relationships/image" Target="../media/image127.png"/><Relationship Id="rId110" Type="http://schemas.openxmlformats.org/officeDocument/2006/relationships/customXml" Target="../ink/ink207.xml"/><Relationship Id="rId115" Type="http://schemas.openxmlformats.org/officeDocument/2006/relationships/image" Target="../media/image141.png"/></Relationships>
</file>

<file path=ppt/slides/_rels/slide6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27.xml"/><Relationship Id="rId117" Type="http://schemas.openxmlformats.org/officeDocument/2006/relationships/image" Target="../media/image142.png"/><Relationship Id="rId21" Type="http://schemas.openxmlformats.org/officeDocument/2006/relationships/image" Target="../media/image94.png"/><Relationship Id="rId42" Type="http://schemas.openxmlformats.org/officeDocument/2006/relationships/customXml" Target="../ink/ink235.xml"/><Relationship Id="rId47" Type="http://schemas.openxmlformats.org/officeDocument/2006/relationships/image" Target="../media/image107.png"/><Relationship Id="rId63" Type="http://schemas.openxmlformats.org/officeDocument/2006/relationships/image" Target="../media/image115.png"/><Relationship Id="rId68" Type="http://schemas.openxmlformats.org/officeDocument/2006/relationships/customXml" Target="../ink/ink248.xml"/><Relationship Id="rId84" Type="http://schemas.openxmlformats.org/officeDocument/2006/relationships/customXml" Target="../ink/ink256.xml"/><Relationship Id="rId89" Type="http://schemas.openxmlformats.org/officeDocument/2006/relationships/image" Target="../media/image128.png"/><Relationship Id="rId112" Type="http://schemas.openxmlformats.org/officeDocument/2006/relationships/customXml" Target="../ink/ink270.xml"/><Relationship Id="rId16" Type="http://schemas.openxmlformats.org/officeDocument/2006/relationships/customXml" Target="../ink/ink222.xml"/><Relationship Id="rId107" Type="http://schemas.openxmlformats.org/officeDocument/2006/relationships/image" Target="../media/image137.png"/><Relationship Id="rId11" Type="http://schemas.openxmlformats.org/officeDocument/2006/relationships/image" Target="../media/image88.png"/><Relationship Id="rId32" Type="http://schemas.openxmlformats.org/officeDocument/2006/relationships/customXml" Target="../ink/ink230.xml"/><Relationship Id="rId37" Type="http://schemas.openxmlformats.org/officeDocument/2006/relationships/image" Target="../media/image102.png"/><Relationship Id="rId53" Type="http://schemas.openxmlformats.org/officeDocument/2006/relationships/image" Target="../media/image110.png"/><Relationship Id="rId58" Type="http://schemas.openxmlformats.org/officeDocument/2006/relationships/customXml" Target="../ink/ink243.xml"/><Relationship Id="rId74" Type="http://schemas.openxmlformats.org/officeDocument/2006/relationships/customXml" Target="../ink/ink251.xml"/><Relationship Id="rId79" Type="http://schemas.openxmlformats.org/officeDocument/2006/relationships/image" Target="../media/image123.png"/><Relationship Id="rId102" Type="http://schemas.openxmlformats.org/officeDocument/2006/relationships/customXml" Target="../ink/ink265.xml"/><Relationship Id="rId123" Type="http://schemas.openxmlformats.org/officeDocument/2006/relationships/image" Target="../media/image145.png"/><Relationship Id="rId5" Type="http://schemas.openxmlformats.org/officeDocument/2006/relationships/image" Target="../media/image85.png"/><Relationship Id="rId61" Type="http://schemas.openxmlformats.org/officeDocument/2006/relationships/image" Target="../media/image114.png"/><Relationship Id="rId82" Type="http://schemas.openxmlformats.org/officeDocument/2006/relationships/customXml" Target="../ink/ink255.xml"/><Relationship Id="rId90" Type="http://schemas.openxmlformats.org/officeDocument/2006/relationships/customXml" Target="../ink/ink259.xml"/><Relationship Id="rId95" Type="http://schemas.openxmlformats.org/officeDocument/2006/relationships/image" Target="../media/image131.png"/><Relationship Id="rId19" Type="http://schemas.openxmlformats.org/officeDocument/2006/relationships/image" Target="../media/image93.png"/><Relationship Id="rId14" Type="http://schemas.openxmlformats.org/officeDocument/2006/relationships/customXml" Target="../ink/ink221.xml"/><Relationship Id="rId22" Type="http://schemas.openxmlformats.org/officeDocument/2006/relationships/customXml" Target="../ink/ink225.xml"/><Relationship Id="rId27" Type="http://schemas.openxmlformats.org/officeDocument/2006/relationships/image" Target="../media/image97.png"/><Relationship Id="rId30" Type="http://schemas.openxmlformats.org/officeDocument/2006/relationships/customXml" Target="../ink/ink229.xml"/><Relationship Id="rId35" Type="http://schemas.openxmlformats.org/officeDocument/2006/relationships/image" Target="../media/image101.png"/><Relationship Id="rId43" Type="http://schemas.openxmlformats.org/officeDocument/2006/relationships/image" Target="../media/image105.png"/><Relationship Id="rId48" Type="http://schemas.openxmlformats.org/officeDocument/2006/relationships/customXml" Target="../ink/ink238.xml"/><Relationship Id="rId56" Type="http://schemas.openxmlformats.org/officeDocument/2006/relationships/customXml" Target="../ink/ink242.xml"/><Relationship Id="rId64" Type="http://schemas.openxmlformats.org/officeDocument/2006/relationships/customXml" Target="../ink/ink246.xml"/><Relationship Id="rId69" Type="http://schemas.openxmlformats.org/officeDocument/2006/relationships/image" Target="../media/image118.png"/><Relationship Id="rId77" Type="http://schemas.openxmlformats.org/officeDocument/2006/relationships/image" Target="../media/image122.png"/><Relationship Id="rId100" Type="http://schemas.openxmlformats.org/officeDocument/2006/relationships/customXml" Target="../ink/ink264.xml"/><Relationship Id="rId105" Type="http://schemas.openxmlformats.org/officeDocument/2006/relationships/image" Target="../media/image136.png"/><Relationship Id="rId113" Type="http://schemas.openxmlformats.org/officeDocument/2006/relationships/image" Target="../media/image140.png"/><Relationship Id="rId118" Type="http://schemas.openxmlformats.org/officeDocument/2006/relationships/customXml" Target="../ink/ink273.xml"/><Relationship Id="rId8" Type="http://schemas.openxmlformats.org/officeDocument/2006/relationships/customXml" Target="../ink/ink218.xml"/><Relationship Id="rId51" Type="http://schemas.openxmlformats.org/officeDocument/2006/relationships/image" Target="../media/image109.png"/><Relationship Id="rId72" Type="http://schemas.openxmlformats.org/officeDocument/2006/relationships/customXml" Target="../ink/ink250.xml"/><Relationship Id="rId80" Type="http://schemas.openxmlformats.org/officeDocument/2006/relationships/customXml" Target="../ink/ink254.xml"/><Relationship Id="rId85" Type="http://schemas.openxmlformats.org/officeDocument/2006/relationships/image" Target="../media/image126.png"/><Relationship Id="rId93" Type="http://schemas.openxmlformats.org/officeDocument/2006/relationships/image" Target="../media/image130.png"/><Relationship Id="rId98" Type="http://schemas.openxmlformats.org/officeDocument/2006/relationships/customXml" Target="../ink/ink263.xml"/><Relationship Id="rId121" Type="http://schemas.openxmlformats.org/officeDocument/2006/relationships/image" Target="../media/image144.png"/><Relationship Id="rId3" Type="http://schemas.openxmlformats.org/officeDocument/2006/relationships/image" Target="../media/image84.png"/><Relationship Id="rId12" Type="http://schemas.openxmlformats.org/officeDocument/2006/relationships/customXml" Target="../ink/ink220.xml"/><Relationship Id="rId17" Type="http://schemas.openxmlformats.org/officeDocument/2006/relationships/image" Target="../media/image92.png"/><Relationship Id="rId25" Type="http://schemas.openxmlformats.org/officeDocument/2006/relationships/image" Target="../media/image96.png"/><Relationship Id="rId33" Type="http://schemas.openxmlformats.org/officeDocument/2006/relationships/image" Target="../media/image100.png"/><Relationship Id="rId38" Type="http://schemas.openxmlformats.org/officeDocument/2006/relationships/customXml" Target="../ink/ink233.xml"/><Relationship Id="rId46" Type="http://schemas.openxmlformats.org/officeDocument/2006/relationships/customXml" Target="../ink/ink237.xml"/><Relationship Id="rId59" Type="http://schemas.openxmlformats.org/officeDocument/2006/relationships/image" Target="../media/image113.png"/><Relationship Id="rId67" Type="http://schemas.openxmlformats.org/officeDocument/2006/relationships/image" Target="../media/image117.png"/><Relationship Id="rId103" Type="http://schemas.openxmlformats.org/officeDocument/2006/relationships/image" Target="../media/image135.png"/><Relationship Id="rId108" Type="http://schemas.openxmlformats.org/officeDocument/2006/relationships/customXml" Target="../ink/ink268.xml"/><Relationship Id="rId116" Type="http://schemas.openxmlformats.org/officeDocument/2006/relationships/customXml" Target="../ink/ink272.xml"/><Relationship Id="rId124" Type="http://schemas.openxmlformats.org/officeDocument/2006/relationships/customXml" Target="../ink/ink276.xml"/><Relationship Id="rId20" Type="http://schemas.openxmlformats.org/officeDocument/2006/relationships/customXml" Target="../ink/ink224.xml"/><Relationship Id="rId41" Type="http://schemas.openxmlformats.org/officeDocument/2006/relationships/image" Target="../media/image104.png"/><Relationship Id="rId54" Type="http://schemas.openxmlformats.org/officeDocument/2006/relationships/customXml" Target="../ink/ink241.xml"/><Relationship Id="rId62" Type="http://schemas.openxmlformats.org/officeDocument/2006/relationships/customXml" Target="../ink/ink245.xml"/><Relationship Id="rId70" Type="http://schemas.openxmlformats.org/officeDocument/2006/relationships/customXml" Target="../ink/ink249.xml"/><Relationship Id="rId75" Type="http://schemas.openxmlformats.org/officeDocument/2006/relationships/image" Target="../media/image121.png"/><Relationship Id="rId83" Type="http://schemas.openxmlformats.org/officeDocument/2006/relationships/image" Target="../media/image125.png"/><Relationship Id="rId88" Type="http://schemas.openxmlformats.org/officeDocument/2006/relationships/customXml" Target="../ink/ink258.xml"/><Relationship Id="rId91" Type="http://schemas.openxmlformats.org/officeDocument/2006/relationships/image" Target="../media/image129.png"/><Relationship Id="rId96" Type="http://schemas.openxmlformats.org/officeDocument/2006/relationships/customXml" Target="../ink/ink262.xml"/><Relationship Id="rId111" Type="http://schemas.openxmlformats.org/officeDocument/2006/relationships/image" Target="../media/image139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17.xml"/><Relationship Id="rId15" Type="http://schemas.openxmlformats.org/officeDocument/2006/relationships/image" Target="../media/image91.png"/><Relationship Id="rId23" Type="http://schemas.openxmlformats.org/officeDocument/2006/relationships/image" Target="../media/image95.png"/><Relationship Id="rId28" Type="http://schemas.openxmlformats.org/officeDocument/2006/relationships/customXml" Target="../ink/ink228.xml"/><Relationship Id="rId36" Type="http://schemas.openxmlformats.org/officeDocument/2006/relationships/customXml" Target="../ink/ink232.xml"/><Relationship Id="rId49" Type="http://schemas.openxmlformats.org/officeDocument/2006/relationships/image" Target="../media/image108.png"/><Relationship Id="rId57" Type="http://schemas.openxmlformats.org/officeDocument/2006/relationships/image" Target="../media/image112.png"/><Relationship Id="rId106" Type="http://schemas.openxmlformats.org/officeDocument/2006/relationships/customXml" Target="../ink/ink267.xml"/><Relationship Id="rId114" Type="http://schemas.openxmlformats.org/officeDocument/2006/relationships/customXml" Target="../ink/ink271.xml"/><Relationship Id="rId119" Type="http://schemas.openxmlformats.org/officeDocument/2006/relationships/image" Target="../media/image143.png"/><Relationship Id="rId10" Type="http://schemas.openxmlformats.org/officeDocument/2006/relationships/customXml" Target="../ink/ink219.xml"/><Relationship Id="rId31" Type="http://schemas.openxmlformats.org/officeDocument/2006/relationships/image" Target="../media/image99.png"/><Relationship Id="rId44" Type="http://schemas.openxmlformats.org/officeDocument/2006/relationships/customXml" Target="../ink/ink236.xml"/><Relationship Id="rId52" Type="http://schemas.openxmlformats.org/officeDocument/2006/relationships/customXml" Target="../ink/ink240.xml"/><Relationship Id="rId60" Type="http://schemas.openxmlformats.org/officeDocument/2006/relationships/customXml" Target="../ink/ink244.xml"/><Relationship Id="rId65" Type="http://schemas.openxmlformats.org/officeDocument/2006/relationships/image" Target="../media/image116.png"/><Relationship Id="rId73" Type="http://schemas.openxmlformats.org/officeDocument/2006/relationships/image" Target="../media/image120.png"/><Relationship Id="rId78" Type="http://schemas.openxmlformats.org/officeDocument/2006/relationships/customXml" Target="../ink/ink253.xml"/><Relationship Id="rId81" Type="http://schemas.openxmlformats.org/officeDocument/2006/relationships/image" Target="../media/image124.png"/><Relationship Id="rId86" Type="http://schemas.openxmlformats.org/officeDocument/2006/relationships/customXml" Target="../ink/ink257.xml"/><Relationship Id="rId94" Type="http://schemas.openxmlformats.org/officeDocument/2006/relationships/customXml" Target="../ink/ink261.xml"/><Relationship Id="rId99" Type="http://schemas.openxmlformats.org/officeDocument/2006/relationships/image" Target="../media/image133.png"/><Relationship Id="rId101" Type="http://schemas.openxmlformats.org/officeDocument/2006/relationships/image" Target="../media/image134.png"/><Relationship Id="rId122" Type="http://schemas.openxmlformats.org/officeDocument/2006/relationships/customXml" Target="../ink/ink275.xml"/><Relationship Id="rId4" Type="http://schemas.openxmlformats.org/officeDocument/2006/relationships/customXml" Target="../ink/ink216.xml"/><Relationship Id="rId9" Type="http://schemas.openxmlformats.org/officeDocument/2006/relationships/image" Target="../media/image87.png"/><Relationship Id="rId13" Type="http://schemas.openxmlformats.org/officeDocument/2006/relationships/image" Target="../media/image89.png"/><Relationship Id="rId18" Type="http://schemas.openxmlformats.org/officeDocument/2006/relationships/customXml" Target="../ink/ink223.xml"/><Relationship Id="rId39" Type="http://schemas.openxmlformats.org/officeDocument/2006/relationships/image" Target="../media/image103.png"/><Relationship Id="rId109" Type="http://schemas.openxmlformats.org/officeDocument/2006/relationships/image" Target="../media/image138.png"/><Relationship Id="rId34" Type="http://schemas.openxmlformats.org/officeDocument/2006/relationships/customXml" Target="../ink/ink231.xml"/><Relationship Id="rId50" Type="http://schemas.openxmlformats.org/officeDocument/2006/relationships/customXml" Target="../ink/ink239.xml"/><Relationship Id="rId55" Type="http://schemas.openxmlformats.org/officeDocument/2006/relationships/image" Target="../media/image111.png"/><Relationship Id="rId76" Type="http://schemas.openxmlformats.org/officeDocument/2006/relationships/customXml" Target="../ink/ink252.xml"/><Relationship Id="rId97" Type="http://schemas.openxmlformats.org/officeDocument/2006/relationships/image" Target="../media/image132.png"/><Relationship Id="rId104" Type="http://schemas.openxmlformats.org/officeDocument/2006/relationships/customXml" Target="../ink/ink266.xml"/><Relationship Id="rId120" Type="http://schemas.openxmlformats.org/officeDocument/2006/relationships/customXml" Target="../ink/ink274.xml"/><Relationship Id="rId125" Type="http://schemas.openxmlformats.org/officeDocument/2006/relationships/image" Target="../media/image146.png"/><Relationship Id="rId7" Type="http://schemas.openxmlformats.org/officeDocument/2006/relationships/image" Target="../media/image86.png"/><Relationship Id="rId71" Type="http://schemas.openxmlformats.org/officeDocument/2006/relationships/image" Target="../media/image119.png"/><Relationship Id="rId92" Type="http://schemas.openxmlformats.org/officeDocument/2006/relationships/customXml" Target="../ink/ink260.xml"/><Relationship Id="rId2" Type="http://schemas.openxmlformats.org/officeDocument/2006/relationships/customXml" Target="../ink/ink215.xml"/><Relationship Id="rId29" Type="http://schemas.openxmlformats.org/officeDocument/2006/relationships/image" Target="../media/image98.png"/><Relationship Id="rId24" Type="http://schemas.openxmlformats.org/officeDocument/2006/relationships/customXml" Target="../ink/ink226.xml"/><Relationship Id="rId40" Type="http://schemas.openxmlformats.org/officeDocument/2006/relationships/customXml" Target="../ink/ink234.xml"/><Relationship Id="rId45" Type="http://schemas.openxmlformats.org/officeDocument/2006/relationships/image" Target="../media/image106.png"/><Relationship Id="rId66" Type="http://schemas.openxmlformats.org/officeDocument/2006/relationships/customXml" Target="../ink/ink247.xml"/><Relationship Id="rId87" Type="http://schemas.openxmlformats.org/officeDocument/2006/relationships/image" Target="../media/image127.png"/><Relationship Id="rId110" Type="http://schemas.openxmlformats.org/officeDocument/2006/relationships/customXml" Target="../ink/ink269.xml"/><Relationship Id="rId115" Type="http://schemas.openxmlformats.org/officeDocument/2006/relationships/image" Target="../media/image14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8EEAE26-EEC1-43C8-1E10-2F8BA9771177}"/>
              </a:ext>
            </a:extLst>
          </p:cNvPr>
          <p:cNvSpPr txBox="1"/>
          <p:nvPr/>
        </p:nvSpPr>
        <p:spPr>
          <a:xfrm>
            <a:off x="477520" y="1003776"/>
            <a:ext cx="1029208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RAG</a:t>
            </a:r>
          </a:p>
          <a:p>
            <a:pPr algn="ctr">
              <a:buNone/>
            </a:pPr>
            <a:r>
              <a:rPr 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And Compare With Fine Tuning</a:t>
            </a:r>
          </a:p>
          <a:p>
            <a:pPr algn="ctr">
              <a:buNone/>
            </a:pPr>
            <a:endParaRPr lang="en-US" sz="32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algn="ctr">
              <a:buNone/>
            </a:pPr>
            <a:endParaRPr lang="en-US" sz="32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algn="ctr"/>
            <a:r>
              <a:rPr 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RAG (Retrieval-Augmented Generation)</a:t>
            </a:r>
          </a:p>
          <a:p>
            <a:pPr algn="ctr">
              <a:buNone/>
            </a:pPr>
            <a:endParaRPr lang="en-US" sz="32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876CD-79A7-54E4-981D-2F94F8EF2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6DDDEA2-3EA5-BBB1-82DB-8787366C81FB}"/>
              </a:ext>
            </a:extLst>
          </p:cNvPr>
          <p:cNvSpPr txBox="1"/>
          <p:nvPr/>
        </p:nvSpPr>
        <p:spPr>
          <a:xfrm>
            <a:off x="148336" y="199104"/>
            <a:ext cx="1029208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Problem without RAG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Suppose User asks: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“What is the notice period of employee in a company XYZ ?”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Regular LLM: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 do not know the answer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notice period is 90 days (Hallucination)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34E06E64-2BAD-CB49-F418-EEC904645F4D}"/>
              </a:ext>
            </a:extLst>
          </p:cNvPr>
          <p:cNvSpPr/>
          <p:nvPr/>
        </p:nvSpPr>
        <p:spPr>
          <a:xfrm>
            <a:off x="9455904" y="2093976"/>
            <a:ext cx="1306584" cy="11247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9011818-563F-D9FB-E9F3-4F652DCB583E}"/>
              </a:ext>
            </a:extLst>
          </p:cNvPr>
          <p:cNvSpPr/>
          <p:nvPr/>
        </p:nvSpPr>
        <p:spPr>
          <a:xfrm>
            <a:off x="8912352" y="4386072"/>
            <a:ext cx="2316480" cy="96926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LLM</a:t>
            </a:r>
          </a:p>
          <a:p>
            <a:pPr algn="ctr"/>
            <a:r>
              <a:rPr lang="en-US" dirty="0"/>
              <a:t>(ChatGPT,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77286D2-5F53-6A13-D382-C24F6B7D603D}"/>
              </a:ext>
            </a:extLst>
          </p:cNvPr>
          <p:cNvGrpSpPr/>
          <p:nvPr/>
        </p:nvGrpSpPr>
        <p:grpSpPr>
          <a:xfrm>
            <a:off x="9455904" y="3291696"/>
            <a:ext cx="337680" cy="907560"/>
            <a:chOff x="9455904" y="3291696"/>
            <a:chExt cx="337680" cy="907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8426E6E-3230-67F4-43DE-62D9D2CB0666}"/>
                    </a:ext>
                  </a:extLst>
                </p14:cNvPr>
                <p14:cNvContentPartPr/>
                <p14:nvPr/>
              </p14:nvContentPartPr>
              <p14:xfrm>
                <a:off x="9455904" y="3291696"/>
                <a:ext cx="234720" cy="8517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8426E6E-3230-67F4-43DE-62D9D2CB066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437904" y="3273696"/>
                  <a:ext cx="270360" cy="88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899B411-75FA-99E7-D2AF-15C51AAE7A6C}"/>
                    </a:ext>
                  </a:extLst>
                </p14:cNvPr>
                <p14:cNvContentPartPr/>
                <p14:nvPr/>
              </p14:nvContentPartPr>
              <p14:xfrm>
                <a:off x="9515664" y="4010976"/>
                <a:ext cx="277920" cy="1882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899B411-75FA-99E7-D2AF-15C51AAE7A6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497664" y="3993336"/>
                  <a:ext cx="313560" cy="22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08EBFBC-B12C-6BBE-F185-EF96921A268E}"/>
              </a:ext>
            </a:extLst>
          </p:cNvPr>
          <p:cNvGrpSpPr/>
          <p:nvPr/>
        </p:nvGrpSpPr>
        <p:grpSpPr>
          <a:xfrm>
            <a:off x="8273664" y="3241296"/>
            <a:ext cx="894600" cy="563760"/>
            <a:chOff x="8273664" y="3241296"/>
            <a:chExt cx="894600" cy="56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F432866-E2DD-21C0-213C-E528F2E45B0D}"/>
                    </a:ext>
                  </a:extLst>
                </p14:cNvPr>
                <p14:cNvContentPartPr/>
                <p14:nvPr/>
              </p14:nvContentPartPr>
              <p14:xfrm>
                <a:off x="8996904" y="3554856"/>
                <a:ext cx="20880" cy="1425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F432866-E2DD-21C0-213C-E528F2E45B0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979264" y="3536856"/>
                  <a:ext cx="5652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3ECEBC8-7A1A-BBA0-B233-11937321D795}"/>
                    </a:ext>
                  </a:extLst>
                </p14:cNvPr>
                <p14:cNvContentPartPr/>
                <p14:nvPr/>
              </p14:nvContentPartPr>
              <p14:xfrm>
                <a:off x="8814384" y="3456216"/>
                <a:ext cx="353880" cy="3488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3ECEBC8-7A1A-BBA0-B233-11937321D79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796744" y="3438216"/>
                  <a:ext cx="389520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DB8F780-5473-A123-8886-14FDB0BAD76D}"/>
                    </a:ext>
                  </a:extLst>
                </p14:cNvPr>
                <p14:cNvContentPartPr/>
                <p14:nvPr/>
              </p14:nvContentPartPr>
              <p14:xfrm>
                <a:off x="8273664" y="3284496"/>
                <a:ext cx="142560" cy="2304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DB8F780-5473-A123-8886-14FDB0BAD76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256024" y="3266496"/>
                  <a:ext cx="17820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349F2BA-B32B-92E4-31D4-F73206289EE1}"/>
                    </a:ext>
                  </a:extLst>
                </p14:cNvPr>
                <p14:cNvContentPartPr/>
                <p14:nvPr/>
              </p14:nvContentPartPr>
              <p14:xfrm>
                <a:off x="8304264" y="3411936"/>
                <a:ext cx="70560" cy="262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349F2BA-B32B-92E4-31D4-F73206289EE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286264" y="3393936"/>
                  <a:ext cx="10620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ADADBC0-1287-633C-4540-786952FF53FB}"/>
                    </a:ext>
                  </a:extLst>
                </p14:cNvPr>
                <p14:cNvContentPartPr/>
                <p14:nvPr/>
              </p14:nvContentPartPr>
              <p14:xfrm>
                <a:off x="8469864" y="3337056"/>
                <a:ext cx="144000" cy="1306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ADADBC0-1287-633C-4540-786952FF53F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451864" y="3319056"/>
                  <a:ext cx="17964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132E71D-4D5E-4FA4-78C8-6A8D017BFD11}"/>
                    </a:ext>
                  </a:extLst>
                </p14:cNvPr>
                <p14:cNvContentPartPr/>
                <p14:nvPr/>
              </p14:nvContentPartPr>
              <p14:xfrm>
                <a:off x="8612064" y="3241296"/>
                <a:ext cx="74880" cy="2034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132E71D-4D5E-4FA4-78C8-6A8D017BFD1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594424" y="3223296"/>
                  <a:ext cx="11052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43F36F5-E3CC-23E3-985C-A9A698CD7922}"/>
                    </a:ext>
                  </a:extLst>
                </p14:cNvPr>
                <p14:cNvContentPartPr/>
                <p14:nvPr/>
              </p14:nvContentPartPr>
              <p14:xfrm>
                <a:off x="8666784" y="3316536"/>
                <a:ext cx="156240" cy="1112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43F36F5-E3CC-23E3-985C-A9A698CD792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649144" y="3298536"/>
                  <a:ext cx="19188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0CD522A-DB0C-2138-5CC2-93A723F85761}"/>
                    </a:ext>
                  </a:extLst>
                </p14:cNvPr>
                <p14:cNvContentPartPr/>
                <p14:nvPr/>
              </p14:nvContentPartPr>
              <p14:xfrm>
                <a:off x="8856864" y="3309696"/>
                <a:ext cx="109080" cy="939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0CD522A-DB0C-2138-5CC2-93A723F8576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839224" y="3292056"/>
                  <a:ext cx="144720" cy="129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2720D8C6-5A26-04CE-BAD7-201795DCC581}"/>
                  </a:ext>
                </a:extLst>
              </p14:cNvPr>
              <p14:cNvContentPartPr/>
              <p14:nvPr/>
            </p14:nvContentPartPr>
            <p14:xfrm>
              <a:off x="10241064" y="3315816"/>
              <a:ext cx="304920" cy="84492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2720D8C6-5A26-04CE-BAD7-201795DCC581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0223064" y="3298176"/>
                <a:ext cx="340560" cy="88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B4446189-62EA-CC1B-4560-E05CA83E4637}"/>
                  </a:ext>
                </a:extLst>
              </p14:cNvPr>
              <p14:cNvContentPartPr/>
              <p14:nvPr/>
            </p14:nvContentPartPr>
            <p14:xfrm>
              <a:off x="9767664" y="2356056"/>
              <a:ext cx="60480" cy="4752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B4446189-62EA-CC1B-4560-E05CA83E4637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9749664" y="2338416"/>
                <a:ext cx="96120" cy="8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6DDA8256-AC7A-5DD6-374F-7A5DAC3862EC}"/>
                  </a:ext>
                </a:extLst>
              </p14:cNvPr>
              <p14:cNvContentPartPr/>
              <p14:nvPr/>
            </p14:nvContentPartPr>
            <p14:xfrm>
              <a:off x="10340424" y="2388456"/>
              <a:ext cx="65520" cy="3096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6DDA8256-AC7A-5DD6-374F-7A5DAC3862EC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0322784" y="2370816"/>
                <a:ext cx="101160" cy="66600"/>
              </a:xfrm>
              <a:prstGeom prst="rect">
                <a:avLst/>
              </a:prstGeom>
            </p:spPr>
          </p:pic>
        </mc:Fallback>
      </mc:AlternateContent>
      <p:grpSp>
        <p:nvGrpSpPr>
          <p:cNvPr id="45" name="Group 44">
            <a:extLst>
              <a:ext uri="{FF2B5EF4-FFF2-40B4-BE49-F238E27FC236}">
                <a16:creationId xmlns:a16="http://schemas.microsoft.com/office/drawing/2014/main" id="{7B75E350-3089-2A90-FF5D-0BB8BCE93146}"/>
              </a:ext>
            </a:extLst>
          </p:cNvPr>
          <p:cNvGrpSpPr/>
          <p:nvPr/>
        </p:nvGrpSpPr>
        <p:grpSpPr>
          <a:xfrm>
            <a:off x="9602424" y="2761056"/>
            <a:ext cx="894240" cy="239040"/>
            <a:chOff x="9602424" y="2761056"/>
            <a:chExt cx="894240" cy="23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51581A7-6284-89DA-3365-1C060C962501}"/>
                    </a:ext>
                  </a:extLst>
                </p14:cNvPr>
                <p14:cNvContentPartPr/>
                <p14:nvPr/>
              </p14:nvContentPartPr>
              <p14:xfrm>
                <a:off x="9790344" y="2848896"/>
                <a:ext cx="651600" cy="1512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51581A7-6284-89DA-3365-1C060C96250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772344" y="2830896"/>
                  <a:ext cx="68724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951254D-881E-D11D-2245-ADEF168194B2}"/>
                    </a:ext>
                  </a:extLst>
                </p14:cNvPr>
                <p14:cNvContentPartPr/>
                <p14:nvPr/>
              </p14:nvContentPartPr>
              <p14:xfrm>
                <a:off x="10414584" y="2804616"/>
                <a:ext cx="82080" cy="874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951254D-881E-D11D-2245-ADEF168194B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396944" y="2786616"/>
                  <a:ext cx="11772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D87A8007-C872-ED75-9F29-A0D2D116C65B}"/>
                    </a:ext>
                  </a:extLst>
                </p14:cNvPr>
                <p14:cNvContentPartPr/>
                <p14:nvPr/>
              </p14:nvContentPartPr>
              <p14:xfrm>
                <a:off x="9706464" y="2821536"/>
                <a:ext cx="114480" cy="867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87A8007-C872-ED75-9F29-A0D2D116C65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688464" y="2803536"/>
                  <a:ext cx="15012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D5E4451B-F3DC-6488-5BC9-7BE98F3548E0}"/>
                    </a:ext>
                  </a:extLst>
                </p14:cNvPr>
                <p14:cNvContentPartPr/>
                <p14:nvPr/>
              </p14:nvContentPartPr>
              <p14:xfrm>
                <a:off x="9602424" y="2761056"/>
                <a:ext cx="181800" cy="1054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5E4451B-F3DC-6488-5BC9-7BE98F3548E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584424" y="2743416"/>
                  <a:ext cx="217440" cy="141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FAE539F5-1814-F360-E50D-DDCA801CDAED}"/>
                  </a:ext>
                </a:extLst>
              </p14:cNvPr>
              <p14:cNvContentPartPr/>
              <p14:nvPr/>
            </p14:nvContentPartPr>
            <p14:xfrm>
              <a:off x="9732744" y="2354256"/>
              <a:ext cx="96480" cy="7848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FAE539F5-1814-F360-E50D-DDCA801CDAED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9715104" y="2336256"/>
                <a:ext cx="132120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2C841379-515F-EBF3-5CD8-636904F768F6}"/>
                  </a:ext>
                </a:extLst>
              </p14:cNvPr>
              <p14:cNvContentPartPr/>
              <p14:nvPr/>
            </p14:nvContentPartPr>
            <p14:xfrm>
              <a:off x="10298304" y="2368296"/>
              <a:ext cx="97920" cy="9324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2C841379-515F-EBF3-5CD8-636904F768F6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0280664" y="2350296"/>
                <a:ext cx="133560" cy="128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E130F179-A181-DB36-6016-F80EAF274744}"/>
              </a:ext>
            </a:extLst>
          </p:cNvPr>
          <p:cNvGrpSpPr/>
          <p:nvPr/>
        </p:nvGrpSpPr>
        <p:grpSpPr>
          <a:xfrm>
            <a:off x="10608264" y="3508416"/>
            <a:ext cx="1744920" cy="316800"/>
            <a:chOff x="10608264" y="3508416"/>
            <a:chExt cx="1744920" cy="316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C4140DFB-C1AF-D8EE-3B20-4889A7C8BB42}"/>
                    </a:ext>
                  </a:extLst>
                </p14:cNvPr>
                <p14:cNvContentPartPr/>
                <p14:nvPr/>
              </p14:nvContentPartPr>
              <p14:xfrm>
                <a:off x="10663704" y="3612816"/>
                <a:ext cx="149760" cy="1087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C4140DFB-C1AF-D8EE-3B20-4889A7C8BB4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628064" y="3577176"/>
                  <a:ext cx="22140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4C14CA81-2512-BD1E-E280-4CA60EEA9907}"/>
                    </a:ext>
                  </a:extLst>
                </p14:cNvPr>
                <p14:cNvContentPartPr/>
                <p14:nvPr/>
              </p14:nvContentPartPr>
              <p14:xfrm>
                <a:off x="10608264" y="3546576"/>
                <a:ext cx="320400" cy="2365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4C14CA81-2512-BD1E-E280-4CA60EEA9907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572624" y="3510936"/>
                  <a:ext cx="39204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7A2088F-E77E-2723-4790-36F648A9CD91}"/>
                    </a:ext>
                  </a:extLst>
                </p14:cNvPr>
                <p14:cNvContentPartPr/>
                <p14:nvPr/>
              </p14:nvContentPartPr>
              <p14:xfrm>
                <a:off x="11034144" y="3556656"/>
                <a:ext cx="37800" cy="1587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7A2088F-E77E-2723-4790-36F648A9CD9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998144" y="3521016"/>
                  <a:ext cx="10944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150603D0-127D-6AF3-BA6C-245150B6E7F5}"/>
                    </a:ext>
                  </a:extLst>
                </p14:cNvPr>
                <p14:cNvContentPartPr/>
                <p14:nvPr/>
              </p14:nvContentPartPr>
              <p14:xfrm>
                <a:off x="11026224" y="3508416"/>
                <a:ext cx="245520" cy="1922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50603D0-127D-6AF3-BA6C-245150B6E7F5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990224" y="3472416"/>
                  <a:ext cx="31716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FF3EFE9-4980-62FF-69AF-F4D7CD5123FA}"/>
                    </a:ext>
                  </a:extLst>
                </p14:cNvPr>
                <p14:cNvContentPartPr/>
                <p14:nvPr/>
              </p14:nvContentPartPr>
              <p14:xfrm>
                <a:off x="11274624" y="3601296"/>
                <a:ext cx="88560" cy="1101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FF3EFE9-4980-62FF-69AF-F4D7CD5123FA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1238624" y="3565656"/>
                  <a:ext cx="16020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FD4DB7B-352C-51BB-4322-A96B25F72E92}"/>
                    </a:ext>
                  </a:extLst>
                </p14:cNvPr>
                <p14:cNvContentPartPr/>
                <p14:nvPr/>
              </p14:nvContentPartPr>
              <p14:xfrm>
                <a:off x="11354904" y="3573576"/>
                <a:ext cx="133920" cy="1566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FD4DB7B-352C-51BB-4322-A96B25F72E9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1318904" y="3537576"/>
                  <a:ext cx="20556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3D22931-BCD6-43E6-72EB-4D2A5CD8201C}"/>
                    </a:ext>
                  </a:extLst>
                </p14:cNvPr>
                <p14:cNvContentPartPr/>
                <p14:nvPr/>
              </p14:nvContentPartPr>
              <p14:xfrm>
                <a:off x="11520144" y="3576816"/>
                <a:ext cx="155520" cy="2484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3D22931-BCD6-43E6-72EB-4D2A5CD8201C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1484504" y="3541176"/>
                  <a:ext cx="22716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9CE6871-2A5A-9219-4276-C1F4A1A02ED4}"/>
                    </a:ext>
                  </a:extLst>
                </p14:cNvPr>
                <p14:cNvContentPartPr/>
                <p14:nvPr/>
              </p14:nvContentPartPr>
              <p14:xfrm>
                <a:off x="11661984" y="3562776"/>
                <a:ext cx="239400" cy="1414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9CE6871-2A5A-9219-4276-C1F4A1A02ED4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1625984" y="3526776"/>
                  <a:ext cx="31104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A9E593D5-F3F3-A9F1-A259-159B56F159EA}"/>
                    </a:ext>
                  </a:extLst>
                </p14:cNvPr>
                <p14:cNvContentPartPr/>
                <p14:nvPr/>
              </p14:nvContentPartPr>
              <p14:xfrm>
                <a:off x="11928744" y="3561696"/>
                <a:ext cx="424440" cy="1792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9E593D5-F3F3-A9F1-A259-159B56F159E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1893104" y="3525696"/>
                  <a:ext cx="496080" cy="2509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1" name="Rectangle 30">
            <a:extLst>
              <a:ext uri="{FF2B5EF4-FFF2-40B4-BE49-F238E27FC236}">
                <a16:creationId xmlns:a16="http://schemas.microsoft.com/office/drawing/2014/main" id="{821D6D48-4F10-42ED-8736-7720FE31BE03}"/>
              </a:ext>
            </a:extLst>
          </p:cNvPr>
          <p:cNvSpPr/>
          <p:nvPr/>
        </p:nvSpPr>
        <p:spPr>
          <a:xfrm>
            <a:off x="4850028" y="4574160"/>
            <a:ext cx="1754424" cy="798576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Private Data</a:t>
            </a:r>
          </a:p>
          <a:p>
            <a:pPr algn="ctr"/>
            <a:r>
              <a:rPr lang="en-US" dirty="0"/>
              <a:t>PDF, DB, etc.</a:t>
            </a:r>
          </a:p>
        </p:txBody>
      </p:sp>
    </p:spTree>
    <p:extLst>
      <p:ext uri="{BB962C8B-B14F-4D97-AF65-F5344CB8AC3E}">
        <p14:creationId xmlns:p14="http://schemas.microsoft.com/office/powerpoint/2010/main" val="5451050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AD85E-81EB-7A2C-49AA-000A420A1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B87C816-4415-F0A7-0B90-55C375306F2C}"/>
              </a:ext>
            </a:extLst>
          </p:cNvPr>
          <p:cNvSpPr txBox="1"/>
          <p:nvPr/>
        </p:nvSpPr>
        <p:spPr>
          <a:xfrm>
            <a:off x="148336" y="199104"/>
            <a:ext cx="1029208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RAG (Retrieval-Augmented Generation)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Definition: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RAG means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model fetches external data at runtime and uses it to answer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No training required.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actually happens?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User asks question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System searches your data (PDFs, DB, etc.)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Relevant chunks are retrieved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Model generates answer using that context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F688B27D-5939-C881-6CE3-E22526A2CEEE}"/>
              </a:ext>
            </a:extLst>
          </p:cNvPr>
          <p:cNvSpPr/>
          <p:nvPr/>
        </p:nvSpPr>
        <p:spPr>
          <a:xfrm>
            <a:off x="9455904" y="2093976"/>
            <a:ext cx="1306584" cy="11247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CC4B6E6-8BCE-C182-AB0F-AEBF970FABFD}"/>
              </a:ext>
            </a:extLst>
          </p:cNvPr>
          <p:cNvSpPr/>
          <p:nvPr/>
        </p:nvSpPr>
        <p:spPr>
          <a:xfrm>
            <a:off x="8912352" y="4386072"/>
            <a:ext cx="2316480" cy="96926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LLM</a:t>
            </a:r>
          </a:p>
          <a:p>
            <a:pPr algn="ctr"/>
            <a:r>
              <a:rPr lang="en-US" dirty="0"/>
              <a:t>(ChatGPT, etc.)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EE9052F-179B-73A3-9D44-A7541BCB99DF}"/>
              </a:ext>
            </a:extLst>
          </p:cNvPr>
          <p:cNvSpPr/>
          <p:nvPr/>
        </p:nvSpPr>
        <p:spPr>
          <a:xfrm>
            <a:off x="4850028" y="4574160"/>
            <a:ext cx="1754424" cy="798576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Private Data</a:t>
            </a:r>
          </a:p>
          <a:p>
            <a:pPr algn="ctr"/>
            <a:r>
              <a:rPr lang="en-US" dirty="0"/>
              <a:t>PDF, DB, etc.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4FB312A-3A87-50D3-DB6C-99C260A6594A}"/>
              </a:ext>
            </a:extLst>
          </p:cNvPr>
          <p:cNvGrpSpPr/>
          <p:nvPr/>
        </p:nvGrpSpPr>
        <p:grpSpPr>
          <a:xfrm>
            <a:off x="8301096" y="2436624"/>
            <a:ext cx="894600" cy="563760"/>
            <a:chOff x="8273664" y="3241296"/>
            <a:chExt cx="894600" cy="56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18329E9-92F4-4DDE-51C8-1E48A49E31E0}"/>
                    </a:ext>
                  </a:extLst>
                </p14:cNvPr>
                <p14:cNvContentPartPr/>
                <p14:nvPr/>
              </p14:nvContentPartPr>
              <p14:xfrm>
                <a:off x="8996904" y="3554856"/>
                <a:ext cx="20880" cy="1425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18329E9-92F4-4DDE-51C8-1E48A49E31E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978904" y="3536856"/>
                  <a:ext cx="5652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408450C-FC5C-BFC1-AC21-4441900A6718}"/>
                    </a:ext>
                  </a:extLst>
                </p14:cNvPr>
                <p14:cNvContentPartPr/>
                <p14:nvPr/>
              </p14:nvContentPartPr>
              <p14:xfrm>
                <a:off x="8814384" y="3456216"/>
                <a:ext cx="353880" cy="3488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408450C-FC5C-BFC1-AC21-4441900A671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796366" y="3438216"/>
                  <a:ext cx="389556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C7102A8-5F1A-F587-7366-6A19D88BB182}"/>
                    </a:ext>
                  </a:extLst>
                </p14:cNvPr>
                <p14:cNvContentPartPr/>
                <p14:nvPr/>
              </p14:nvContentPartPr>
              <p14:xfrm>
                <a:off x="8273664" y="3284496"/>
                <a:ext cx="142560" cy="2304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C7102A8-5F1A-F587-7366-6A19D88BB18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255664" y="3266524"/>
                  <a:ext cx="178200" cy="26598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BDFA906-6501-1AEB-F402-7CB7E13991E8}"/>
                    </a:ext>
                  </a:extLst>
                </p14:cNvPr>
                <p14:cNvContentPartPr/>
                <p14:nvPr/>
              </p14:nvContentPartPr>
              <p14:xfrm>
                <a:off x="8304264" y="3411936"/>
                <a:ext cx="70560" cy="262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BDFA906-6501-1AEB-F402-7CB7E13991E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286264" y="3394179"/>
                  <a:ext cx="106200" cy="6143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B17624F-2848-DFA0-AB8F-D14269BA947F}"/>
                    </a:ext>
                  </a:extLst>
                </p14:cNvPr>
                <p14:cNvContentPartPr/>
                <p14:nvPr/>
              </p14:nvContentPartPr>
              <p14:xfrm>
                <a:off x="8469864" y="3337056"/>
                <a:ext cx="144000" cy="1306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B17624F-2848-DFA0-AB8F-D14269BA947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451909" y="3319056"/>
                  <a:ext cx="179551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B0D44D9-A798-FE14-9077-F24FD4519A72}"/>
                    </a:ext>
                  </a:extLst>
                </p14:cNvPr>
                <p14:cNvContentPartPr/>
                <p14:nvPr/>
              </p14:nvContentPartPr>
              <p14:xfrm>
                <a:off x="8612064" y="3241296"/>
                <a:ext cx="74880" cy="2034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B0D44D9-A798-FE14-9077-F24FD4519A7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594064" y="3223328"/>
                  <a:ext cx="110520" cy="23897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54EFDDB-398D-B7D5-C561-71B91B1820C2}"/>
                    </a:ext>
                  </a:extLst>
                </p14:cNvPr>
                <p14:cNvContentPartPr/>
                <p14:nvPr/>
              </p14:nvContentPartPr>
              <p14:xfrm>
                <a:off x="8666784" y="3316536"/>
                <a:ext cx="156240" cy="1112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54EFDDB-398D-B7D5-C561-71B91B1820C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648784" y="3298536"/>
                  <a:ext cx="19188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81536E5-D9CD-9FA4-F6CF-2B08A101BDAC}"/>
                    </a:ext>
                  </a:extLst>
                </p14:cNvPr>
                <p14:cNvContentPartPr/>
                <p14:nvPr/>
              </p14:nvContentPartPr>
              <p14:xfrm>
                <a:off x="8856864" y="3309696"/>
                <a:ext cx="109080" cy="939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81536E5-D9CD-9FA4-F6CF-2B08A101BDA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838804" y="3291627"/>
                  <a:ext cx="144838" cy="129737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75FA308-B19D-05F2-DE4F-E35E358F9CB7}"/>
              </a:ext>
            </a:extLst>
          </p:cNvPr>
          <p:cNvGrpSpPr/>
          <p:nvPr/>
        </p:nvGrpSpPr>
        <p:grpSpPr>
          <a:xfrm>
            <a:off x="6874248" y="4831911"/>
            <a:ext cx="1768308" cy="410552"/>
            <a:chOff x="8311824" y="4818096"/>
            <a:chExt cx="551520" cy="126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3660660-8ACE-032F-1C94-F335DB496A3C}"/>
                    </a:ext>
                  </a:extLst>
                </p14:cNvPr>
                <p14:cNvContentPartPr/>
                <p14:nvPr/>
              </p14:nvContentPartPr>
              <p14:xfrm>
                <a:off x="8311824" y="4866336"/>
                <a:ext cx="507960" cy="259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3660660-8ACE-032F-1C94-F335DB496A3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293811" y="4848082"/>
                  <a:ext cx="543625" cy="6206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2674970-8443-EDFE-AABF-DCD40C0A95FC}"/>
                    </a:ext>
                  </a:extLst>
                </p14:cNvPr>
                <p14:cNvContentPartPr/>
                <p14:nvPr/>
              </p14:nvContentPartPr>
              <p14:xfrm>
                <a:off x="8685504" y="4818096"/>
                <a:ext cx="177840" cy="1263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2674970-8443-EDFE-AABF-DCD40C0A95F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667504" y="4800096"/>
                  <a:ext cx="213480" cy="162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16088388-7A43-B9D0-77AE-BB1F908D7703}"/>
                  </a:ext>
                </a:extLst>
              </p14:cNvPr>
              <p14:cNvContentPartPr/>
              <p14:nvPr/>
            </p14:nvContentPartPr>
            <p14:xfrm>
              <a:off x="10241064" y="3315816"/>
              <a:ext cx="304920" cy="84492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16088388-7A43-B9D0-77AE-BB1F908D7703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0223064" y="3297816"/>
                <a:ext cx="340560" cy="880560"/>
              </a:xfrm>
              <a:prstGeom prst="rect">
                <a:avLst/>
              </a:prstGeom>
            </p:spPr>
          </p:pic>
        </mc:Fallback>
      </mc:AlternateContent>
      <p:grpSp>
        <p:nvGrpSpPr>
          <p:cNvPr id="36" name="Group 35">
            <a:extLst>
              <a:ext uri="{FF2B5EF4-FFF2-40B4-BE49-F238E27FC236}">
                <a16:creationId xmlns:a16="http://schemas.microsoft.com/office/drawing/2014/main" id="{01A4E89F-99C3-9618-C3A1-E548964DA0C9}"/>
              </a:ext>
            </a:extLst>
          </p:cNvPr>
          <p:cNvGrpSpPr/>
          <p:nvPr/>
        </p:nvGrpSpPr>
        <p:grpSpPr>
          <a:xfrm>
            <a:off x="10516104" y="3594096"/>
            <a:ext cx="426600" cy="320040"/>
            <a:chOff x="10516104" y="3594096"/>
            <a:chExt cx="426600" cy="320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3784F9E-90C7-BB7D-9217-B9C92A34434B}"/>
                    </a:ext>
                  </a:extLst>
                </p14:cNvPr>
                <p14:cNvContentPartPr/>
                <p14:nvPr/>
              </p14:nvContentPartPr>
              <p14:xfrm>
                <a:off x="10616184" y="3692016"/>
                <a:ext cx="156240" cy="1566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3784F9E-90C7-BB7D-9217-B9C92A34434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598142" y="3674016"/>
                  <a:ext cx="191962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7A8CB541-4DC3-80C4-D24E-2BA0BD1B5BA0}"/>
                    </a:ext>
                  </a:extLst>
                </p14:cNvPr>
                <p14:cNvContentPartPr/>
                <p14:nvPr/>
              </p14:nvContentPartPr>
              <p14:xfrm>
                <a:off x="10516104" y="3594096"/>
                <a:ext cx="426600" cy="3200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A8CB541-4DC3-80C4-D24E-2BA0BD1B5BA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498089" y="3576096"/>
                  <a:ext cx="462270" cy="355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823A3DCF-DF5C-0269-06C5-49962E563A98}"/>
                  </a:ext>
                </a:extLst>
              </p14:cNvPr>
              <p14:cNvContentPartPr/>
              <p14:nvPr/>
            </p14:nvContentPartPr>
            <p14:xfrm>
              <a:off x="9767664" y="2356056"/>
              <a:ext cx="60480" cy="4752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823A3DCF-DF5C-0269-06C5-49962E563A98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9749556" y="2338056"/>
                <a:ext cx="96333" cy="8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66350142-038C-ECE8-B003-397B800239AF}"/>
                  </a:ext>
                </a:extLst>
              </p14:cNvPr>
              <p14:cNvContentPartPr/>
              <p14:nvPr/>
            </p14:nvContentPartPr>
            <p14:xfrm>
              <a:off x="10340424" y="2388456"/>
              <a:ext cx="65520" cy="3096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66350142-038C-ECE8-B003-397B800239AF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0322424" y="2370456"/>
                <a:ext cx="101160" cy="66600"/>
              </a:xfrm>
              <a:prstGeom prst="rect">
                <a:avLst/>
              </a:prstGeom>
            </p:spPr>
          </p:pic>
        </mc:Fallback>
      </mc:AlternateContent>
      <p:grpSp>
        <p:nvGrpSpPr>
          <p:cNvPr id="45" name="Group 44">
            <a:extLst>
              <a:ext uri="{FF2B5EF4-FFF2-40B4-BE49-F238E27FC236}">
                <a16:creationId xmlns:a16="http://schemas.microsoft.com/office/drawing/2014/main" id="{C84E4624-149A-97BC-8ED7-1447C0B21977}"/>
              </a:ext>
            </a:extLst>
          </p:cNvPr>
          <p:cNvGrpSpPr/>
          <p:nvPr/>
        </p:nvGrpSpPr>
        <p:grpSpPr>
          <a:xfrm>
            <a:off x="9602424" y="2761056"/>
            <a:ext cx="894240" cy="239040"/>
            <a:chOff x="9602424" y="2761056"/>
            <a:chExt cx="894240" cy="23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F72B349-8FC1-2C2F-4B95-8EE1E1ECEA2A}"/>
                    </a:ext>
                  </a:extLst>
                </p14:cNvPr>
                <p14:cNvContentPartPr/>
                <p14:nvPr/>
              </p14:nvContentPartPr>
              <p14:xfrm>
                <a:off x="9790344" y="2848896"/>
                <a:ext cx="651600" cy="1512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F72B349-8FC1-2C2F-4B95-8EE1E1ECEA2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772344" y="2830896"/>
                  <a:ext cx="68724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86CFE3F1-FC3A-79C6-3E81-07452F0A56D4}"/>
                    </a:ext>
                  </a:extLst>
                </p14:cNvPr>
                <p14:cNvContentPartPr/>
                <p14:nvPr/>
              </p14:nvContentPartPr>
              <p14:xfrm>
                <a:off x="10414584" y="2804616"/>
                <a:ext cx="82080" cy="874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86CFE3F1-FC3A-79C6-3E81-07452F0A56D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396584" y="2786690"/>
                  <a:ext cx="117720" cy="12297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0A68E59-1A4D-96A9-9732-FE97783FFAB6}"/>
                    </a:ext>
                  </a:extLst>
                </p14:cNvPr>
                <p14:cNvContentPartPr/>
                <p14:nvPr/>
              </p14:nvContentPartPr>
              <p14:xfrm>
                <a:off x="9706464" y="2821536"/>
                <a:ext cx="114480" cy="867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0A68E59-1A4D-96A9-9732-FE97783FFAB6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688464" y="2803536"/>
                  <a:ext cx="15012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9029D72-A41F-5237-C8A2-4165A7BADE2E}"/>
                    </a:ext>
                  </a:extLst>
                </p14:cNvPr>
                <p14:cNvContentPartPr/>
                <p14:nvPr/>
              </p14:nvContentPartPr>
              <p14:xfrm>
                <a:off x="9602424" y="2761056"/>
                <a:ext cx="181800" cy="1054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9029D72-A41F-5237-C8A2-4165A7BADE2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584424" y="2743056"/>
                  <a:ext cx="217440" cy="141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757DB247-2CA8-B57C-DE74-7EF1045AB619}"/>
                  </a:ext>
                </a:extLst>
              </p14:cNvPr>
              <p14:cNvContentPartPr/>
              <p14:nvPr/>
            </p14:nvContentPartPr>
            <p14:xfrm>
              <a:off x="9732744" y="2354256"/>
              <a:ext cx="96480" cy="7848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757DB247-2CA8-B57C-DE74-7EF1045AB619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9714744" y="2336256"/>
                <a:ext cx="132120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1812AC28-CED7-2756-0B01-B5AE8B152FDA}"/>
                  </a:ext>
                </a:extLst>
              </p14:cNvPr>
              <p14:cNvContentPartPr/>
              <p14:nvPr/>
            </p14:nvContentPartPr>
            <p14:xfrm>
              <a:off x="10298304" y="2368296"/>
              <a:ext cx="97920" cy="9324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1812AC28-CED7-2756-0B01-B5AE8B152FDA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0280304" y="2350296"/>
                <a:ext cx="133560" cy="12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DF5E3CBF-730E-44A1-3913-29976EA7E245}"/>
                  </a:ext>
                </a:extLst>
              </p14:cNvPr>
              <p14:cNvContentPartPr/>
              <p14:nvPr/>
            </p14:nvContentPartPr>
            <p14:xfrm>
              <a:off x="624024" y="4074696"/>
              <a:ext cx="12240" cy="1512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DF5E3CBF-730E-44A1-3913-29976EA7E245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606384" y="4057056"/>
                <a:ext cx="47880" cy="50760"/>
              </a:xfrm>
              <a:prstGeom prst="rect">
                <a:avLst/>
              </a:prstGeom>
            </p:spPr>
          </p:pic>
        </mc:Fallback>
      </mc:AlternateContent>
      <p:grpSp>
        <p:nvGrpSpPr>
          <p:cNvPr id="56" name="Group 55">
            <a:extLst>
              <a:ext uri="{FF2B5EF4-FFF2-40B4-BE49-F238E27FC236}">
                <a16:creationId xmlns:a16="http://schemas.microsoft.com/office/drawing/2014/main" id="{26A6BB72-0C31-CCA2-B4B1-2F9470AF3FEA}"/>
              </a:ext>
            </a:extLst>
          </p:cNvPr>
          <p:cNvGrpSpPr/>
          <p:nvPr/>
        </p:nvGrpSpPr>
        <p:grpSpPr>
          <a:xfrm>
            <a:off x="5014944" y="3850992"/>
            <a:ext cx="1209240" cy="725040"/>
            <a:chOff x="6432264" y="3677256"/>
            <a:chExt cx="1209240" cy="725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620E1EA-DA7D-FCF8-32F6-BEC3A5ECD1A4}"/>
                    </a:ext>
                  </a:extLst>
                </p14:cNvPr>
                <p14:cNvContentPartPr/>
                <p14:nvPr/>
              </p14:nvContentPartPr>
              <p14:xfrm>
                <a:off x="6807024" y="4154616"/>
                <a:ext cx="353880" cy="1677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620E1EA-DA7D-FCF8-32F6-BEC3A5ECD1A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771384" y="4118976"/>
                  <a:ext cx="42552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E923899-9902-4BA6-D24A-2A670E36966F}"/>
                    </a:ext>
                  </a:extLst>
                </p14:cNvPr>
                <p14:cNvContentPartPr/>
                <p14:nvPr/>
              </p14:nvContentPartPr>
              <p14:xfrm>
                <a:off x="6634224" y="4073256"/>
                <a:ext cx="643320" cy="3290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E923899-9902-4BA6-D24A-2A670E36966F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598224" y="4037256"/>
                  <a:ext cx="714960" cy="40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DE32E208-F794-72C2-0A78-1E824EB99E80}"/>
                    </a:ext>
                  </a:extLst>
                </p14:cNvPr>
                <p14:cNvContentPartPr/>
                <p14:nvPr/>
              </p14:nvContentPartPr>
              <p14:xfrm>
                <a:off x="6432264" y="3884616"/>
                <a:ext cx="222120" cy="1785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DE32E208-F794-72C2-0A78-1E824EB99E8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396624" y="3848616"/>
                  <a:ext cx="29376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B2C1629-8275-2777-1181-1F7CA7F51D44}"/>
                    </a:ext>
                  </a:extLst>
                </p14:cNvPr>
                <p14:cNvContentPartPr/>
                <p14:nvPr/>
              </p14:nvContentPartPr>
              <p14:xfrm>
                <a:off x="6661584" y="3890376"/>
                <a:ext cx="175320" cy="1328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B2C1629-8275-2777-1181-1F7CA7F51D4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625584" y="3854736"/>
                  <a:ext cx="24696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5E928D73-D69E-0DD2-B43B-E888E17234F6}"/>
                    </a:ext>
                  </a:extLst>
                </p14:cNvPr>
                <p14:cNvContentPartPr/>
                <p14:nvPr/>
              </p14:nvContentPartPr>
              <p14:xfrm>
                <a:off x="6816744" y="3896136"/>
                <a:ext cx="244440" cy="1101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5E928D73-D69E-0DD2-B43B-E888E17234F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780744" y="3860496"/>
                  <a:ext cx="31608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3BE304B4-6DB2-FA07-5BC0-685A9952704D}"/>
                    </a:ext>
                  </a:extLst>
                </p14:cNvPr>
                <p14:cNvContentPartPr/>
                <p14:nvPr/>
              </p14:nvContentPartPr>
              <p14:xfrm>
                <a:off x="7009344" y="3826656"/>
                <a:ext cx="204120" cy="1303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3BE304B4-6DB2-FA07-5BC0-685A9952704D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973704" y="3791016"/>
                  <a:ext cx="27576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85C7D235-918E-AE7E-0244-8B7E1F6E0167}"/>
                    </a:ext>
                  </a:extLst>
                </p14:cNvPr>
                <p14:cNvContentPartPr/>
                <p14:nvPr/>
              </p14:nvContentPartPr>
              <p14:xfrm>
                <a:off x="7252704" y="3677256"/>
                <a:ext cx="388800" cy="2739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5C7D235-918E-AE7E-0244-8B7E1F6E016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217064" y="3641616"/>
                  <a:ext cx="460440" cy="34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46807872-103C-BFE1-F4E1-D5EBCDA05D57}"/>
              </a:ext>
            </a:extLst>
          </p:cNvPr>
          <p:cNvGrpSpPr/>
          <p:nvPr/>
        </p:nvGrpSpPr>
        <p:grpSpPr>
          <a:xfrm>
            <a:off x="6298344" y="3089735"/>
            <a:ext cx="3081872" cy="1831755"/>
            <a:chOff x="6298344" y="3089736"/>
            <a:chExt cx="3027960" cy="1799712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053AEC48-8D3C-255C-B95A-2F1CA9F61538}"/>
                    </a:ext>
                  </a:extLst>
                </p14:cNvPr>
                <p14:cNvContentPartPr/>
                <p14:nvPr/>
              </p14:nvContentPartPr>
              <p14:xfrm>
                <a:off x="7413984" y="4422888"/>
                <a:ext cx="71280" cy="1796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053AEC48-8D3C-255C-B95A-2F1CA9F6153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378697" y="4387879"/>
                  <a:ext cx="141501" cy="25001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9263B41F-708F-4F99-5C71-68E3A993CFD0}"/>
                    </a:ext>
                  </a:extLst>
                </p14:cNvPr>
                <p14:cNvContentPartPr/>
                <p14:nvPr/>
              </p14:nvContentPartPr>
              <p14:xfrm>
                <a:off x="7398864" y="4382928"/>
                <a:ext cx="223560" cy="1929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9263B41F-708F-4F99-5C71-68E3A993CFD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363491" y="4347522"/>
                  <a:ext cx="293953" cy="26341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7678666-2053-0D63-F8F4-72737DDF2C6C}"/>
                    </a:ext>
                  </a:extLst>
                </p14:cNvPr>
                <p14:cNvContentPartPr/>
                <p14:nvPr/>
              </p14:nvContentPartPr>
              <p14:xfrm>
                <a:off x="7636104" y="4473288"/>
                <a:ext cx="133560" cy="961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7678666-2053-0D63-F8F4-72737DDF2C6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600771" y="4437950"/>
                  <a:ext cx="203873" cy="16644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2898DE48-297A-F0C6-9932-4973629AB89D}"/>
                    </a:ext>
                  </a:extLst>
                </p14:cNvPr>
                <p14:cNvContentPartPr/>
                <p14:nvPr/>
              </p14:nvContentPartPr>
              <p14:xfrm>
                <a:off x="7746624" y="4318488"/>
                <a:ext cx="79200" cy="2523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2898DE48-297A-F0C6-9932-4973629AB89D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711620" y="4283497"/>
                  <a:ext cx="149561" cy="32269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18E9DE43-4D18-E61A-68B5-C5ED2FD1B3C3}"/>
                    </a:ext>
                  </a:extLst>
                </p14:cNvPr>
                <p14:cNvContentPartPr/>
                <p14:nvPr/>
              </p14:nvContentPartPr>
              <p14:xfrm>
                <a:off x="7714944" y="4428648"/>
                <a:ext cx="147600" cy="280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18E9DE43-4D18-E61A-68B5-C5ED2FD1B3C3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679633" y="4393899"/>
                  <a:ext cx="217869" cy="979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09881CDD-5E5F-D2BD-D611-A12A46CB168B}"/>
                    </a:ext>
                  </a:extLst>
                </p14:cNvPr>
                <p14:cNvContentPartPr/>
                <p14:nvPr/>
              </p14:nvContentPartPr>
              <p14:xfrm>
                <a:off x="7844184" y="4449168"/>
                <a:ext cx="142920" cy="1177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09881CDD-5E5F-D2BD-D611-A12A46CB168B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808808" y="4414065"/>
                  <a:ext cx="213319" cy="18828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332C5622-88DB-AB0C-F7FA-33DC9004312D}"/>
                    </a:ext>
                  </a:extLst>
                </p14:cNvPr>
                <p14:cNvContentPartPr/>
                <p14:nvPr/>
              </p14:nvContentPartPr>
              <p14:xfrm>
                <a:off x="8032104" y="4434048"/>
                <a:ext cx="41760" cy="1101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332C5622-88DB-AB0C-F7FA-33DC9004312D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996714" y="4398740"/>
                  <a:ext cx="112186" cy="18042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8F15B3F3-EDAE-97FB-F57E-E191247FB726}"/>
                    </a:ext>
                  </a:extLst>
                </p14:cNvPr>
                <p14:cNvContentPartPr/>
                <p14:nvPr/>
              </p14:nvContentPartPr>
              <p14:xfrm>
                <a:off x="8022024" y="4333608"/>
                <a:ext cx="8280" cy="82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8F15B3F3-EDAE-97FB-F57E-E191247FB726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986384" y="4299453"/>
                  <a:ext cx="79920" cy="7693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3FCAC0FE-93B8-4F8F-797E-C8B99154F34A}"/>
                    </a:ext>
                  </a:extLst>
                </p14:cNvPr>
                <p14:cNvContentPartPr/>
                <p14:nvPr/>
              </p14:nvContentPartPr>
              <p14:xfrm>
                <a:off x="8138664" y="4434408"/>
                <a:ext cx="95040" cy="8928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3FCAC0FE-93B8-4F8F-797E-C8B99154F34A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103686" y="4399334"/>
                  <a:ext cx="165348" cy="15978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602AE0B7-0594-F58E-96F3-F1798E1D45E2}"/>
                    </a:ext>
                  </a:extLst>
                </p14:cNvPr>
                <p14:cNvContentPartPr/>
                <p14:nvPr/>
              </p14:nvContentPartPr>
              <p14:xfrm>
                <a:off x="8257104" y="4375368"/>
                <a:ext cx="124920" cy="1296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602AE0B7-0594-F58E-96F3-F1798E1D45E2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221716" y="4340312"/>
                  <a:ext cx="195342" cy="20006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642C4142-0F0D-4910-60B7-D3C0AD535D55}"/>
                    </a:ext>
                  </a:extLst>
                </p14:cNvPr>
                <p14:cNvContentPartPr/>
                <p14:nvPr/>
              </p14:nvContentPartPr>
              <p14:xfrm>
                <a:off x="8476344" y="4389768"/>
                <a:ext cx="153360" cy="9216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642C4142-0F0D-4910-60B7-D3C0AD535D5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441008" y="4354458"/>
                  <a:ext cx="223679" cy="1624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F0A93139-6DFD-8F4E-1485-55B11D5BBB0E}"/>
                    </a:ext>
                  </a:extLst>
                </p14:cNvPr>
                <p14:cNvContentPartPr/>
                <p14:nvPr/>
              </p14:nvContentPartPr>
              <p14:xfrm>
                <a:off x="7358544" y="4699008"/>
                <a:ext cx="137520" cy="1443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F0A93139-6DFD-8F4E-1485-55B11D5BBB0E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323192" y="4663979"/>
                  <a:ext cx="207871" cy="21477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F9149BE5-9703-4DDB-3BC3-73054CE5CBE0}"/>
                    </a:ext>
                  </a:extLst>
                </p14:cNvPr>
                <p14:cNvContentPartPr/>
                <p14:nvPr/>
              </p14:nvContentPartPr>
              <p14:xfrm>
                <a:off x="7297704" y="4620888"/>
                <a:ext cx="282960" cy="2685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F9149BE5-9703-4DDB-3BC3-73054CE5CBE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262334" y="4585551"/>
                  <a:ext cx="353346" cy="3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982F9524-27DC-526B-F655-8BCA0F2CE8E2}"/>
                    </a:ext>
                  </a:extLst>
                </p14:cNvPr>
                <p14:cNvContentPartPr/>
                <p14:nvPr/>
              </p14:nvContentPartPr>
              <p14:xfrm>
                <a:off x="6298344" y="3089736"/>
                <a:ext cx="3027960" cy="13813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982F9524-27DC-526B-F655-8BCA0F2CE8E2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263324" y="3054717"/>
                  <a:ext cx="3098353" cy="1451712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78643829-88A7-2C37-E2C7-59DAF996CFA4}"/>
              </a:ext>
            </a:extLst>
          </p:cNvPr>
          <p:cNvGrpSpPr/>
          <p:nvPr/>
        </p:nvGrpSpPr>
        <p:grpSpPr>
          <a:xfrm>
            <a:off x="7147944" y="5205456"/>
            <a:ext cx="2021040" cy="1207080"/>
            <a:chOff x="7147944" y="5205456"/>
            <a:chExt cx="2021040" cy="1207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A6C0B681-0837-0694-9344-86025271C966}"/>
                    </a:ext>
                  </a:extLst>
                </p14:cNvPr>
                <p14:cNvContentPartPr/>
                <p14:nvPr/>
              </p14:nvContentPartPr>
              <p14:xfrm>
                <a:off x="7419744" y="5477976"/>
                <a:ext cx="302040" cy="23472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A6C0B681-0837-0694-9344-86025271C966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383744" y="5442336"/>
                  <a:ext cx="37368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01A8422F-66DD-FC3E-275A-C105BBE2009A}"/>
                    </a:ext>
                  </a:extLst>
                </p14:cNvPr>
                <p14:cNvContentPartPr/>
                <p14:nvPr/>
              </p14:nvContentPartPr>
              <p14:xfrm>
                <a:off x="7716384" y="5420016"/>
                <a:ext cx="183240" cy="25956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01A8422F-66DD-FC3E-275A-C105BBE2009A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680384" y="5384016"/>
                  <a:ext cx="254880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7D45EB8C-4C54-4BF8-EC82-6F21DC9538C6}"/>
                    </a:ext>
                  </a:extLst>
                </p14:cNvPr>
                <p14:cNvContentPartPr/>
                <p14:nvPr/>
              </p14:nvContentPartPr>
              <p14:xfrm>
                <a:off x="7964424" y="5549256"/>
                <a:ext cx="214560" cy="12960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7D45EB8C-4C54-4BF8-EC82-6F21DC9538C6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928424" y="5513616"/>
                  <a:ext cx="28620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65ADCF41-6BD4-760B-48BB-FA6DF0617296}"/>
                    </a:ext>
                  </a:extLst>
                </p14:cNvPr>
                <p14:cNvContentPartPr/>
                <p14:nvPr/>
              </p14:nvContentPartPr>
              <p14:xfrm>
                <a:off x="8211744" y="5552496"/>
                <a:ext cx="117360" cy="14292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65ADCF41-6BD4-760B-48BB-FA6DF0617296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175744" y="5516856"/>
                  <a:ext cx="18900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F5406D78-4170-F6D3-722F-B05F0E206C47}"/>
                    </a:ext>
                  </a:extLst>
                </p14:cNvPr>
                <p14:cNvContentPartPr/>
                <p14:nvPr/>
              </p14:nvContentPartPr>
              <p14:xfrm>
                <a:off x="8354304" y="5433336"/>
                <a:ext cx="254880" cy="25128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F5406D78-4170-F6D3-722F-B05F0E206C47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318304" y="5397696"/>
                  <a:ext cx="32652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6AB11C08-1F37-8B28-98CE-DEE125F4A972}"/>
                    </a:ext>
                  </a:extLst>
                </p14:cNvPr>
                <p14:cNvContentPartPr/>
                <p14:nvPr/>
              </p14:nvContentPartPr>
              <p14:xfrm>
                <a:off x="7967304" y="5783616"/>
                <a:ext cx="35640" cy="16092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6AB11C08-1F37-8B28-98CE-DEE125F4A972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931664" y="5747976"/>
                  <a:ext cx="10728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049A7DE4-0200-B797-914B-2AF69CB60F95}"/>
                    </a:ext>
                  </a:extLst>
                </p14:cNvPr>
                <p14:cNvContentPartPr/>
                <p14:nvPr/>
              </p14:nvContentPartPr>
              <p14:xfrm>
                <a:off x="7889184" y="5852736"/>
                <a:ext cx="299520" cy="367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049A7DE4-0200-B797-914B-2AF69CB60F95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853544" y="5817096"/>
                  <a:ext cx="37116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A72B3709-F884-4060-A919-41FD4D7F5851}"/>
                    </a:ext>
                  </a:extLst>
                </p14:cNvPr>
                <p14:cNvContentPartPr/>
                <p14:nvPr/>
              </p14:nvContentPartPr>
              <p14:xfrm>
                <a:off x="7497504" y="6089256"/>
                <a:ext cx="332640" cy="22536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A72B3709-F884-4060-A919-41FD4D7F5851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461504" y="6053616"/>
                  <a:ext cx="40428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CD244EE3-1B02-0D0F-B3BE-0200A54531C9}"/>
                    </a:ext>
                  </a:extLst>
                </p14:cNvPr>
                <p14:cNvContentPartPr/>
                <p14:nvPr/>
              </p14:nvContentPartPr>
              <p14:xfrm>
                <a:off x="7672104" y="6205536"/>
                <a:ext cx="163800" cy="13248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CD244EE3-1B02-0D0F-B3BE-0200A54531C9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636104" y="6169536"/>
                  <a:ext cx="23544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17E787E8-AD97-70D5-187F-BF9B061D3FD2}"/>
                    </a:ext>
                  </a:extLst>
                </p14:cNvPr>
                <p14:cNvContentPartPr/>
                <p14:nvPr/>
              </p14:nvContentPartPr>
              <p14:xfrm>
                <a:off x="7917264" y="6191856"/>
                <a:ext cx="196200" cy="939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17E787E8-AD97-70D5-187F-BF9B061D3FD2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881624" y="6156216"/>
                  <a:ext cx="26784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E59B2762-13DF-B2ED-4352-3F77A9A318D7}"/>
                    </a:ext>
                  </a:extLst>
                </p14:cNvPr>
                <p14:cNvContentPartPr/>
                <p14:nvPr/>
              </p14:nvContentPartPr>
              <p14:xfrm>
                <a:off x="8127504" y="6181416"/>
                <a:ext cx="81720" cy="1256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E59B2762-13DF-B2ED-4352-3F77A9A318D7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091864" y="6145416"/>
                  <a:ext cx="15336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AAE19060-ABBB-2AC2-9ECF-33ABDCEAA152}"/>
                    </a:ext>
                  </a:extLst>
                </p14:cNvPr>
                <p14:cNvContentPartPr/>
                <p14:nvPr/>
              </p14:nvContentPartPr>
              <p14:xfrm>
                <a:off x="8293104" y="6173856"/>
                <a:ext cx="105840" cy="11952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AAE19060-ABBB-2AC2-9ECF-33ABDCEAA152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257104" y="6138216"/>
                  <a:ext cx="17748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363FC121-581D-800F-6957-4741D863E2A4}"/>
                    </a:ext>
                  </a:extLst>
                </p14:cNvPr>
                <p14:cNvContentPartPr/>
                <p14:nvPr/>
              </p14:nvContentPartPr>
              <p14:xfrm>
                <a:off x="8420544" y="6058656"/>
                <a:ext cx="51840" cy="24660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363FC121-581D-800F-6957-4741D863E2A4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384544" y="6023016"/>
                  <a:ext cx="12348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0F6CED19-D80F-C578-2221-78F897A0C4E5}"/>
                    </a:ext>
                  </a:extLst>
                </p14:cNvPr>
                <p14:cNvContentPartPr/>
                <p14:nvPr/>
              </p14:nvContentPartPr>
              <p14:xfrm>
                <a:off x="8450424" y="6189336"/>
                <a:ext cx="101520" cy="288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0F6CED19-D80F-C578-2221-78F897A0C4E5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414784" y="6153696"/>
                  <a:ext cx="17316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7549F182-0411-AC94-EFEF-0A8D1D6096BC}"/>
                    </a:ext>
                  </a:extLst>
                </p14:cNvPr>
                <p14:cNvContentPartPr/>
                <p14:nvPr/>
              </p14:nvContentPartPr>
              <p14:xfrm>
                <a:off x="8592264" y="6161976"/>
                <a:ext cx="24840" cy="11016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7549F182-0411-AC94-EFEF-0A8D1D6096BC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556264" y="6125976"/>
                  <a:ext cx="9648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C2677B14-EFBB-4382-FC1E-39F8E3CEA50D}"/>
                    </a:ext>
                  </a:extLst>
                </p14:cNvPr>
                <p14:cNvContentPartPr/>
                <p14:nvPr/>
              </p14:nvContentPartPr>
              <p14:xfrm>
                <a:off x="8579304" y="6052896"/>
                <a:ext cx="29880" cy="2016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C2677B14-EFBB-4382-FC1E-39F8E3CEA50D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8543664" y="6017256"/>
                  <a:ext cx="10152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A4F4FB61-7134-5934-2720-0B83DDF93CA0}"/>
                    </a:ext>
                  </a:extLst>
                </p14:cNvPr>
                <p14:cNvContentPartPr/>
                <p14:nvPr/>
              </p14:nvContentPartPr>
              <p14:xfrm>
                <a:off x="8659224" y="6118416"/>
                <a:ext cx="326160" cy="17424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A4F4FB61-7134-5934-2720-0B83DDF93CA0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623224" y="6082416"/>
                  <a:ext cx="39780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3394C84F-3F5D-E31A-2F43-D95A9F94B251}"/>
                    </a:ext>
                  </a:extLst>
                </p14:cNvPr>
                <p14:cNvContentPartPr/>
                <p14:nvPr/>
              </p14:nvContentPartPr>
              <p14:xfrm>
                <a:off x="7147944" y="5403816"/>
                <a:ext cx="2021040" cy="100872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3394C84F-3F5D-E31A-2F43-D95A9F94B251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111944" y="5367816"/>
                  <a:ext cx="2092680" cy="10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78BA2CAA-A11E-01E6-5168-139DCA4D54EC}"/>
                    </a:ext>
                  </a:extLst>
                </p14:cNvPr>
                <p14:cNvContentPartPr/>
                <p14:nvPr/>
              </p14:nvContentPartPr>
              <p14:xfrm>
                <a:off x="8232264" y="5205456"/>
                <a:ext cx="605880" cy="27720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78BA2CAA-A11E-01E6-5168-139DCA4D54EC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196624" y="5169456"/>
                  <a:ext cx="677520" cy="348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8061542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ACC09-65D2-94D6-7EC8-60DB9EC8F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B3801E07-9CC6-1376-81C3-2C24D3840E2F}"/>
              </a:ext>
            </a:extLst>
          </p:cNvPr>
          <p:cNvSpPr/>
          <p:nvPr/>
        </p:nvSpPr>
        <p:spPr>
          <a:xfrm>
            <a:off x="9455904" y="2093976"/>
            <a:ext cx="1306584" cy="11247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842B9D1-BC59-26B5-A726-24CFCC55109D}"/>
              </a:ext>
            </a:extLst>
          </p:cNvPr>
          <p:cNvSpPr/>
          <p:nvPr/>
        </p:nvSpPr>
        <p:spPr>
          <a:xfrm>
            <a:off x="8912352" y="4386072"/>
            <a:ext cx="2316480" cy="96926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LLM</a:t>
            </a:r>
          </a:p>
          <a:p>
            <a:pPr algn="ctr"/>
            <a:r>
              <a:rPr lang="en-US" dirty="0"/>
              <a:t>(ChatGPT, etc.)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A7C0CCD-7A10-4F3A-CA02-69163DE3521D}"/>
              </a:ext>
            </a:extLst>
          </p:cNvPr>
          <p:cNvSpPr/>
          <p:nvPr/>
        </p:nvSpPr>
        <p:spPr>
          <a:xfrm>
            <a:off x="4850028" y="4574160"/>
            <a:ext cx="1754424" cy="798576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Private Data</a:t>
            </a:r>
          </a:p>
          <a:p>
            <a:pPr algn="ctr"/>
            <a:r>
              <a:rPr lang="en-US" dirty="0"/>
              <a:t>PDF, DB, etc.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5FF9910-F6C7-6D55-47F6-8A4BE9A3C608}"/>
              </a:ext>
            </a:extLst>
          </p:cNvPr>
          <p:cNvGrpSpPr/>
          <p:nvPr/>
        </p:nvGrpSpPr>
        <p:grpSpPr>
          <a:xfrm>
            <a:off x="8301096" y="2436624"/>
            <a:ext cx="894600" cy="563760"/>
            <a:chOff x="8273664" y="3241296"/>
            <a:chExt cx="894600" cy="563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58FCCB0-3E5B-4D3B-8BA4-C01CCEF92C4B}"/>
                    </a:ext>
                  </a:extLst>
                </p14:cNvPr>
                <p14:cNvContentPartPr/>
                <p14:nvPr/>
              </p14:nvContentPartPr>
              <p14:xfrm>
                <a:off x="8996904" y="3554856"/>
                <a:ext cx="20880" cy="1425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58FCCB0-3E5B-4D3B-8BA4-C01CCEF92C4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978904" y="3536856"/>
                  <a:ext cx="5652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D55ABCD-00F3-D19C-B8E5-FB3AC8BEC4A7}"/>
                    </a:ext>
                  </a:extLst>
                </p14:cNvPr>
                <p14:cNvContentPartPr/>
                <p14:nvPr/>
              </p14:nvContentPartPr>
              <p14:xfrm>
                <a:off x="8814384" y="3456216"/>
                <a:ext cx="353880" cy="3488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D55ABCD-00F3-D19C-B8E5-FB3AC8BEC4A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796366" y="3438216"/>
                  <a:ext cx="389556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AF9F7D8-F4D2-EC7B-C0CA-9E821860DE96}"/>
                    </a:ext>
                  </a:extLst>
                </p14:cNvPr>
                <p14:cNvContentPartPr/>
                <p14:nvPr/>
              </p14:nvContentPartPr>
              <p14:xfrm>
                <a:off x="8273664" y="3284496"/>
                <a:ext cx="142560" cy="2304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AF9F7D8-F4D2-EC7B-C0CA-9E821860DE9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255664" y="3266524"/>
                  <a:ext cx="178200" cy="26598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A833DDF-9403-F9DF-08FA-8059CD0BBC01}"/>
                    </a:ext>
                  </a:extLst>
                </p14:cNvPr>
                <p14:cNvContentPartPr/>
                <p14:nvPr/>
              </p14:nvContentPartPr>
              <p14:xfrm>
                <a:off x="8304264" y="3411936"/>
                <a:ext cx="70560" cy="262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A833DDF-9403-F9DF-08FA-8059CD0BBC0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286264" y="3394179"/>
                  <a:ext cx="106200" cy="6143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83AE2C5-22E3-2C84-F96D-D3FEC503EB2C}"/>
                    </a:ext>
                  </a:extLst>
                </p14:cNvPr>
                <p14:cNvContentPartPr/>
                <p14:nvPr/>
              </p14:nvContentPartPr>
              <p14:xfrm>
                <a:off x="8469864" y="3337056"/>
                <a:ext cx="144000" cy="1306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83AE2C5-22E3-2C84-F96D-D3FEC503EB2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451909" y="3319056"/>
                  <a:ext cx="179551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2CCC6E0-5953-5B2A-97FA-2AB8B918C485}"/>
                    </a:ext>
                  </a:extLst>
                </p14:cNvPr>
                <p14:cNvContentPartPr/>
                <p14:nvPr/>
              </p14:nvContentPartPr>
              <p14:xfrm>
                <a:off x="8612064" y="3241296"/>
                <a:ext cx="74880" cy="2034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2CCC6E0-5953-5B2A-97FA-2AB8B918C48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594064" y="3223328"/>
                  <a:ext cx="110520" cy="23897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E43C143-1203-A310-0C80-82285DC7A40B}"/>
                    </a:ext>
                  </a:extLst>
                </p14:cNvPr>
                <p14:cNvContentPartPr/>
                <p14:nvPr/>
              </p14:nvContentPartPr>
              <p14:xfrm>
                <a:off x="8666784" y="3316536"/>
                <a:ext cx="156240" cy="1112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E43C143-1203-A310-0C80-82285DC7A40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648784" y="3298536"/>
                  <a:ext cx="19188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92396A9-7EFD-24D9-3474-8BEC23E8EA30}"/>
                    </a:ext>
                  </a:extLst>
                </p14:cNvPr>
                <p14:cNvContentPartPr/>
                <p14:nvPr/>
              </p14:nvContentPartPr>
              <p14:xfrm>
                <a:off x="8856864" y="3309696"/>
                <a:ext cx="109080" cy="939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992396A9-7EFD-24D9-3474-8BEC23E8EA3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838804" y="3291627"/>
                  <a:ext cx="144838" cy="129737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501A872-CC33-1697-0EF1-05BD30161DCF}"/>
              </a:ext>
            </a:extLst>
          </p:cNvPr>
          <p:cNvGrpSpPr/>
          <p:nvPr/>
        </p:nvGrpSpPr>
        <p:grpSpPr>
          <a:xfrm>
            <a:off x="6874248" y="4831911"/>
            <a:ext cx="1768308" cy="410552"/>
            <a:chOff x="8311824" y="4818096"/>
            <a:chExt cx="551520" cy="126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1D159204-FE58-D098-88AE-BDAF6AA94C4F}"/>
                    </a:ext>
                  </a:extLst>
                </p14:cNvPr>
                <p14:cNvContentPartPr/>
                <p14:nvPr/>
              </p14:nvContentPartPr>
              <p14:xfrm>
                <a:off x="8311824" y="4866336"/>
                <a:ext cx="507960" cy="259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D159204-FE58-D098-88AE-BDAF6AA94C4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306204" y="4860652"/>
                  <a:ext cx="519088" cy="3717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E16C184-8DC7-93E5-FECD-60EDA6732A2C}"/>
                    </a:ext>
                  </a:extLst>
                </p14:cNvPr>
                <p14:cNvContentPartPr/>
                <p14:nvPr/>
              </p14:nvContentPartPr>
              <p14:xfrm>
                <a:off x="8685504" y="4818096"/>
                <a:ext cx="177840" cy="1263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E16C184-8DC7-93E5-FECD-60EDA6732A2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679883" y="4812544"/>
                  <a:ext cx="188969" cy="137353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796DBD38-7965-8052-1933-65951396074F}"/>
                  </a:ext>
                </a:extLst>
              </p14:cNvPr>
              <p14:cNvContentPartPr/>
              <p14:nvPr/>
            </p14:nvContentPartPr>
            <p14:xfrm>
              <a:off x="10241064" y="3315816"/>
              <a:ext cx="304920" cy="84492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796DBD38-7965-8052-1933-65951396074F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0223064" y="3297816"/>
                <a:ext cx="340560" cy="880560"/>
              </a:xfrm>
              <a:prstGeom prst="rect">
                <a:avLst/>
              </a:prstGeom>
            </p:spPr>
          </p:pic>
        </mc:Fallback>
      </mc:AlternateContent>
      <p:grpSp>
        <p:nvGrpSpPr>
          <p:cNvPr id="36" name="Group 35">
            <a:extLst>
              <a:ext uri="{FF2B5EF4-FFF2-40B4-BE49-F238E27FC236}">
                <a16:creationId xmlns:a16="http://schemas.microsoft.com/office/drawing/2014/main" id="{0C885D70-E216-E223-5B58-79EEF0030927}"/>
              </a:ext>
            </a:extLst>
          </p:cNvPr>
          <p:cNvGrpSpPr/>
          <p:nvPr/>
        </p:nvGrpSpPr>
        <p:grpSpPr>
          <a:xfrm>
            <a:off x="10516104" y="3594096"/>
            <a:ext cx="426600" cy="320040"/>
            <a:chOff x="10516104" y="3594096"/>
            <a:chExt cx="426600" cy="320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9F2CC74E-02B1-A514-3A50-CFE43B441712}"/>
                    </a:ext>
                  </a:extLst>
                </p14:cNvPr>
                <p14:cNvContentPartPr/>
                <p14:nvPr/>
              </p14:nvContentPartPr>
              <p14:xfrm>
                <a:off x="10616184" y="3692016"/>
                <a:ext cx="156240" cy="1566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9F2CC74E-02B1-A514-3A50-CFE43B44171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0598142" y="3674016"/>
                  <a:ext cx="191962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8A603FCC-9293-F15F-90AE-E83CB25A1FB8}"/>
                    </a:ext>
                  </a:extLst>
                </p14:cNvPr>
                <p14:cNvContentPartPr/>
                <p14:nvPr/>
              </p14:nvContentPartPr>
              <p14:xfrm>
                <a:off x="10516104" y="3594096"/>
                <a:ext cx="426600" cy="3200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8A603FCC-9293-F15F-90AE-E83CB25A1FB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0498089" y="3576096"/>
                  <a:ext cx="462270" cy="355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B8DF2ACE-28A8-E9C8-79C6-0A2A06414673}"/>
                  </a:ext>
                </a:extLst>
              </p14:cNvPr>
              <p14:cNvContentPartPr/>
              <p14:nvPr/>
            </p14:nvContentPartPr>
            <p14:xfrm>
              <a:off x="9767664" y="2356056"/>
              <a:ext cx="60480" cy="4752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B8DF2ACE-28A8-E9C8-79C6-0A2A06414673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9749556" y="2338056"/>
                <a:ext cx="96333" cy="8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248E1098-E95F-7413-D1D4-26A048E05A7A}"/>
                  </a:ext>
                </a:extLst>
              </p14:cNvPr>
              <p14:cNvContentPartPr/>
              <p14:nvPr/>
            </p14:nvContentPartPr>
            <p14:xfrm>
              <a:off x="10340424" y="2388456"/>
              <a:ext cx="65520" cy="3096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248E1098-E95F-7413-D1D4-26A048E05A7A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0322424" y="2370456"/>
                <a:ext cx="101160" cy="66600"/>
              </a:xfrm>
              <a:prstGeom prst="rect">
                <a:avLst/>
              </a:prstGeom>
            </p:spPr>
          </p:pic>
        </mc:Fallback>
      </mc:AlternateContent>
      <p:grpSp>
        <p:nvGrpSpPr>
          <p:cNvPr id="45" name="Group 44">
            <a:extLst>
              <a:ext uri="{FF2B5EF4-FFF2-40B4-BE49-F238E27FC236}">
                <a16:creationId xmlns:a16="http://schemas.microsoft.com/office/drawing/2014/main" id="{53AF90AD-C047-02C4-3BA7-A190AD02DF63}"/>
              </a:ext>
            </a:extLst>
          </p:cNvPr>
          <p:cNvGrpSpPr/>
          <p:nvPr/>
        </p:nvGrpSpPr>
        <p:grpSpPr>
          <a:xfrm>
            <a:off x="9602424" y="2761056"/>
            <a:ext cx="894240" cy="239040"/>
            <a:chOff x="9602424" y="2761056"/>
            <a:chExt cx="894240" cy="239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FF81919B-C011-2919-059D-9CCDE21D86FA}"/>
                    </a:ext>
                  </a:extLst>
                </p14:cNvPr>
                <p14:cNvContentPartPr/>
                <p14:nvPr/>
              </p14:nvContentPartPr>
              <p14:xfrm>
                <a:off x="9790344" y="2848896"/>
                <a:ext cx="651600" cy="1512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FF81919B-C011-2919-059D-9CCDE21D86F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772344" y="2830896"/>
                  <a:ext cx="68724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52B32C0-72C7-2D46-BB5D-9ABD8334C799}"/>
                    </a:ext>
                  </a:extLst>
                </p14:cNvPr>
                <p14:cNvContentPartPr/>
                <p14:nvPr/>
              </p14:nvContentPartPr>
              <p14:xfrm>
                <a:off x="10414584" y="2804616"/>
                <a:ext cx="82080" cy="874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52B32C0-72C7-2D46-BB5D-9ABD8334C79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0396584" y="2786690"/>
                  <a:ext cx="117720" cy="12297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F3F87E49-04BD-D889-96B8-4CCFFA5ED3BC}"/>
                    </a:ext>
                  </a:extLst>
                </p14:cNvPr>
                <p14:cNvContentPartPr/>
                <p14:nvPr/>
              </p14:nvContentPartPr>
              <p14:xfrm>
                <a:off x="9706464" y="2821536"/>
                <a:ext cx="114480" cy="867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F3F87E49-04BD-D889-96B8-4CCFFA5ED3B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688464" y="2803536"/>
                  <a:ext cx="15012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D5974D1E-4004-C53F-1F90-14326D164933}"/>
                    </a:ext>
                  </a:extLst>
                </p14:cNvPr>
                <p14:cNvContentPartPr/>
                <p14:nvPr/>
              </p14:nvContentPartPr>
              <p14:xfrm>
                <a:off x="9602424" y="2761056"/>
                <a:ext cx="181800" cy="1054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5974D1E-4004-C53F-1F90-14326D16493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584424" y="2743056"/>
                  <a:ext cx="217440" cy="141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33C303D1-2087-58A3-4831-94607DF6276A}"/>
                  </a:ext>
                </a:extLst>
              </p14:cNvPr>
              <p14:cNvContentPartPr/>
              <p14:nvPr/>
            </p14:nvContentPartPr>
            <p14:xfrm>
              <a:off x="9732744" y="2354256"/>
              <a:ext cx="96480" cy="7848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33C303D1-2087-58A3-4831-94607DF6276A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9714744" y="2336256"/>
                <a:ext cx="132120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3CBD3F85-2FA6-27ED-BE56-0444FBD2DD11}"/>
                  </a:ext>
                </a:extLst>
              </p14:cNvPr>
              <p14:cNvContentPartPr/>
              <p14:nvPr/>
            </p14:nvContentPartPr>
            <p14:xfrm>
              <a:off x="10298304" y="2368296"/>
              <a:ext cx="97920" cy="9324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3CBD3F85-2FA6-27ED-BE56-0444FBD2DD11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0280304" y="2350296"/>
                <a:ext cx="133560" cy="12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31707FE6-0277-65A0-FC74-5232FF23E94B}"/>
                  </a:ext>
                </a:extLst>
              </p14:cNvPr>
              <p14:cNvContentPartPr/>
              <p14:nvPr/>
            </p14:nvContentPartPr>
            <p14:xfrm>
              <a:off x="624024" y="4074696"/>
              <a:ext cx="12240" cy="1512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31707FE6-0277-65A0-FC74-5232FF23E94B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606024" y="4056696"/>
                <a:ext cx="47880" cy="50760"/>
              </a:xfrm>
              <a:prstGeom prst="rect">
                <a:avLst/>
              </a:prstGeom>
            </p:spPr>
          </p:pic>
        </mc:Fallback>
      </mc:AlternateContent>
      <p:grpSp>
        <p:nvGrpSpPr>
          <p:cNvPr id="56" name="Group 55">
            <a:extLst>
              <a:ext uri="{FF2B5EF4-FFF2-40B4-BE49-F238E27FC236}">
                <a16:creationId xmlns:a16="http://schemas.microsoft.com/office/drawing/2014/main" id="{30E46451-4001-19B9-7023-6448059F3C15}"/>
              </a:ext>
            </a:extLst>
          </p:cNvPr>
          <p:cNvGrpSpPr/>
          <p:nvPr/>
        </p:nvGrpSpPr>
        <p:grpSpPr>
          <a:xfrm>
            <a:off x="5014944" y="3850992"/>
            <a:ext cx="1209240" cy="725040"/>
            <a:chOff x="6432264" y="3677256"/>
            <a:chExt cx="1209240" cy="725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4C2BF4AF-9378-10B1-52F8-A023363F99D4}"/>
                    </a:ext>
                  </a:extLst>
                </p14:cNvPr>
                <p14:cNvContentPartPr/>
                <p14:nvPr/>
              </p14:nvContentPartPr>
              <p14:xfrm>
                <a:off x="6807024" y="4154616"/>
                <a:ext cx="353880" cy="1677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4C2BF4AF-9378-10B1-52F8-A023363F99D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771024" y="4118539"/>
                  <a:ext cx="425520" cy="23955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8EA47E0-EF13-E913-DAC6-55729334E6FE}"/>
                    </a:ext>
                  </a:extLst>
                </p14:cNvPr>
                <p14:cNvContentPartPr/>
                <p14:nvPr/>
              </p14:nvContentPartPr>
              <p14:xfrm>
                <a:off x="6634224" y="4073256"/>
                <a:ext cx="643320" cy="3290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8EA47E0-EF13-E913-DAC6-55729334E6F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598244" y="4037256"/>
                  <a:ext cx="714920" cy="40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AFD6BDA7-CBA1-CBF0-12E4-6B3FFE372122}"/>
                    </a:ext>
                  </a:extLst>
                </p14:cNvPr>
                <p14:cNvContentPartPr/>
                <p14:nvPr/>
              </p14:nvContentPartPr>
              <p14:xfrm>
                <a:off x="6432264" y="3884616"/>
                <a:ext cx="222120" cy="1785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AFD6BDA7-CBA1-CBF0-12E4-6B3FFE372122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396264" y="3848616"/>
                  <a:ext cx="29376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C967C82-1ACB-F988-CF37-27A830AE17FB}"/>
                    </a:ext>
                  </a:extLst>
                </p14:cNvPr>
                <p14:cNvContentPartPr/>
                <p14:nvPr/>
              </p14:nvContentPartPr>
              <p14:xfrm>
                <a:off x="6661584" y="3890376"/>
                <a:ext cx="175320" cy="1328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C967C82-1ACB-F988-CF37-27A830AE17FB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625658" y="3854278"/>
                  <a:ext cx="246813" cy="20467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185815A1-ECDB-B00D-D1B1-7C3866E3E908}"/>
                    </a:ext>
                  </a:extLst>
                </p14:cNvPr>
                <p14:cNvContentPartPr/>
                <p14:nvPr/>
              </p14:nvContentPartPr>
              <p14:xfrm>
                <a:off x="6816744" y="3896136"/>
                <a:ext cx="244440" cy="1101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185815A1-ECDB-B00D-D1B1-7C3866E3E90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780744" y="3860136"/>
                  <a:ext cx="31608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433833EF-B12C-7DFC-1B6B-6EBEB856774C}"/>
                    </a:ext>
                  </a:extLst>
                </p14:cNvPr>
                <p14:cNvContentPartPr/>
                <p14:nvPr/>
              </p14:nvContentPartPr>
              <p14:xfrm>
                <a:off x="7009344" y="3826656"/>
                <a:ext cx="204120" cy="1303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433833EF-B12C-7DFC-1B6B-6EBEB856774C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973344" y="3790656"/>
                  <a:ext cx="27576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0649178C-296C-2895-E6DC-A19E2713FEFE}"/>
                    </a:ext>
                  </a:extLst>
                </p14:cNvPr>
                <p14:cNvContentPartPr/>
                <p14:nvPr/>
              </p14:nvContentPartPr>
              <p14:xfrm>
                <a:off x="7252704" y="3677256"/>
                <a:ext cx="388800" cy="2739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0649178C-296C-2895-E6DC-A19E2713FEF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216704" y="3641256"/>
                  <a:ext cx="460440" cy="34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AD8B4362-B8D4-0986-48B3-FE116B2DEA37}"/>
              </a:ext>
            </a:extLst>
          </p:cNvPr>
          <p:cNvGrpSpPr/>
          <p:nvPr/>
        </p:nvGrpSpPr>
        <p:grpSpPr>
          <a:xfrm>
            <a:off x="6298344" y="3089735"/>
            <a:ext cx="3081872" cy="1831755"/>
            <a:chOff x="6298344" y="3089736"/>
            <a:chExt cx="3027960" cy="1799712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43E8D48D-C1BC-FCDB-27DA-5E3115D0480E}"/>
                    </a:ext>
                  </a:extLst>
                </p14:cNvPr>
                <p14:cNvContentPartPr/>
                <p14:nvPr/>
              </p14:nvContentPartPr>
              <p14:xfrm>
                <a:off x="7413984" y="4422888"/>
                <a:ext cx="71280" cy="1796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43E8D48D-C1BC-FCDB-27DA-5E3115D0480E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378697" y="4387456"/>
                  <a:ext cx="141501" cy="25015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08144B42-66AB-9A14-8DC4-1CFC9305D21D}"/>
                    </a:ext>
                  </a:extLst>
                </p14:cNvPr>
                <p14:cNvContentPartPr/>
                <p14:nvPr/>
              </p14:nvContentPartPr>
              <p14:xfrm>
                <a:off x="7398864" y="4382928"/>
                <a:ext cx="223560" cy="1929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08144B42-66AB-9A14-8DC4-1CFC9305D21D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363546" y="4347587"/>
                  <a:ext cx="293842" cy="26328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48869AB6-C503-102B-671A-3A05E5111AF3}"/>
                    </a:ext>
                  </a:extLst>
                </p14:cNvPr>
                <p14:cNvContentPartPr/>
                <p14:nvPr/>
              </p14:nvContentPartPr>
              <p14:xfrm>
                <a:off x="7636104" y="4473288"/>
                <a:ext cx="133560" cy="961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48869AB6-C503-102B-671A-3A05E5111AF3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600771" y="4437950"/>
                  <a:ext cx="203873" cy="16644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BAC279A8-0B20-F784-D81C-05637E607F81}"/>
                    </a:ext>
                  </a:extLst>
                </p14:cNvPr>
                <p14:cNvContentPartPr/>
                <p14:nvPr/>
              </p14:nvContentPartPr>
              <p14:xfrm>
                <a:off x="7746624" y="4318488"/>
                <a:ext cx="79200" cy="2523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BAC279A8-0B20-F784-D81C-05637E607F81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711267" y="4283094"/>
                  <a:ext cx="149561" cy="32279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C3F92A50-03E9-D117-94D6-FC1B1AAF51CE}"/>
                    </a:ext>
                  </a:extLst>
                </p14:cNvPr>
                <p14:cNvContentPartPr/>
                <p14:nvPr/>
              </p14:nvContentPartPr>
              <p14:xfrm>
                <a:off x="7714944" y="4428648"/>
                <a:ext cx="147600" cy="280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C3F92A50-03E9-D117-94D6-FC1B1AAF51CE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679633" y="4393548"/>
                  <a:ext cx="217869" cy="979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1C7F86BA-79E8-67E7-F684-CCA94E3B8AC5}"/>
                    </a:ext>
                  </a:extLst>
                </p14:cNvPr>
                <p14:cNvContentPartPr/>
                <p14:nvPr/>
              </p14:nvContentPartPr>
              <p14:xfrm>
                <a:off x="7844184" y="4449168"/>
                <a:ext cx="142920" cy="1177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1C7F86BA-79E8-67E7-F684-CCA94E3B8AC5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808808" y="4413710"/>
                  <a:ext cx="213319" cy="18828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9FC2946B-8AF0-1A02-63BC-4CECFC5952E2}"/>
                    </a:ext>
                  </a:extLst>
                </p14:cNvPr>
                <p14:cNvContentPartPr/>
                <p14:nvPr/>
              </p14:nvContentPartPr>
              <p14:xfrm>
                <a:off x="8032104" y="4434048"/>
                <a:ext cx="41760" cy="1101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9FC2946B-8AF0-1A02-63BC-4CECFC5952E2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996714" y="4398740"/>
                  <a:ext cx="112186" cy="18042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B86F8359-F234-64EA-0CE8-020C62B01F75}"/>
                    </a:ext>
                  </a:extLst>
                </p14:cNvPr>
                <p14:cNvContentPartPr/>
                <p14:nvPr/>
              </p14:nvContentPartPr>
              <p14:xfrm>
                <a:off x="8022024" y="4333608"/>
                <a:ext cx="8280" cy="82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B86F8359-F234-64EA-0CE8-020C62B01F75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986024" y="4297608"/>
                  <a:ext cx="7992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53A35331-0FF5-402B-D684-F4664BDB19E1}"/>
                    </a:ext>
                  </a:extLst>
                </p14:cNvPr>
                <p14:cNvContentPartPr/>
                <p14:nvPr/>
              </p14:nvContentPartPr>
              <p14:xfrm>
                <a:off x="8138664" y="4434408"/>
                <a:ext cx="95040" cy="8928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53A35331-0FF5-402B-D684-F4664BDB19E1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103201" y="4398979"/>
                  <a:ext cx="165611" cy="15978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46DC2CFD-B0E1-14F9-0B30-E2777F7F299D}"/>
                    </a:ext>
                  </a:extLst>
                </p14:cNvPr>
                <p14:cNvContentPartPr/>
                <p14:nvPr/>
              </p14:nvContentPartPr>
              <p14:xfrm>
                <a:off x="8257104" y="4375368"/>
                <a:ext cx="124920" cy="1296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46DC2CFD-B0E1-14F9-0B30-E2777F7F299D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221716" y="4339958"/>
                  <a:ext cx="195342" cy="20006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8175F7E2-CC13-A4EB-C55A-FE9B65644511}"/>
                    </a:ext>
                  </a:extLst>
                </p14:cNvPr>
                <p14:cNvContentPartPr/>
                <p14:nvPr/>
              </p14:nvContentPartPr>
              <p14:xfrm>
                <a:off x="8476344" y="4389768"/>
                <a:ext cx="153360" cy="9216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8175F7E2-CC13-A4EB-C55A-FE9B6564451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441008" y="4354458"/>
                  <a:ext cx="223679" cy="1624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394E4B41-54FF-D43F-1F66-6B921C0EA514}"/>
                    </a:ext>
                  </a:extLst>
                </p14:cNvPr>
                <p14:cNvContentPartPr/>
                <p14:nvPr/>
              </p14:nvContentPartPr>
              <p14:xfrm>
                <a:off x="7358544" y="4699008"/>
                <a:ext cx="137520" cy="1443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394E4B41-54FF-D43F-1F66-6B921C0EA514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323192" y="4663626"/>
                  <a:ext cx="207871" cy="21477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99E347CD-3D1F-4A0F-F4B5-EB808D0FFF8D}"/>
                    </a:ext>
                  </a:extLst>
                </p14:cNvPr>
                <p14:cNvContentPartPr/>
                <p14:nvPr/>
              </p14:nvContentPartPr>
              <p14:xfrm>
                <a:off x="7297704" y="4620888"/>
                <a:ext cx="282960" cy="2685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99E347CD-3D1F-4A0F-F4B5-EB808D0FFF8D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262378" y="4585551"/>
                  <a:ext cx="353258" cy="3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8A22C0D2-6710-095D-4981-2B3F4DC8437F}"/>
                    </a:ext>
                  </a:extLst>
                </p14:cNvPr>
                <p14:cNvContentPartPr/>
                <p14:nvPr/>
              </p14:nvContentPartPr>
              <p14:xfrm>
                <a:off x="6298344" y="3089736"/>
                <a:ext cx="3027960" cy="13813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8A22C0D2-6710-095D-4981-2B3F4DC8437F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262971" y="3054363"/>
                  <a:ext cx="3098353" cy="1451712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1657C1F7-05AB-B434-D926-3753CAF7F464}"/>
              </a:ext>
            </a:extLst>
          </p:cNvPr>
          <p:cNvSpPr txBox="1"/>
          <p:nvPr/>
        </p:nvSpPr>
        <p:spPr>
          <a:xfrm>
            <a:off x="148336" y="199104"/>
            <a:ext cx="6414477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User asks: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“What is refund policy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Loxford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Academy?”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RAG system: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Searches company docs (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Loxford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Finds policy text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Sends it to model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Model answers using that info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“The refund policy of Loxford Academy is 7 days.”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D23E2D8-6768-DD86-274A-423B33951935}"/>
              </a:ext>
            </a:extLst>
          </p:cNvPr>
          <p:cNvGrpSpPr/>
          <p:nvPr/>
        </p:nvGrpSpPr>
        <p:grpSpPr>
          <a:xfrm>
            <a:off x="7147944" y="5205456"/>
            <a:ext cx="2021040" cy="1207080"/>
            <a:chOff x="7147944" y="5205456"/>
            <a:chExt cx="2021040" cy="1207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DF48D883-D8C9-7BBF-54F4-5554897C8162}"/>
                    </a:ext>
                  </a:extLst>
                </p14:cNvPr>
                <p14:cNvContentPartPr/>
                <p14:nvPr/>
              </p14:nvContentPartPr>
              <p14:xfrm>
                <a:off x="7419744" y="5477976"/>
                <a:ext cx="302040" cy="2347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DF48D883-D8C9-7BBF-54F4-5554897C8162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383744" y="5442336"/>
                  <a:ext cx="37368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B137BBC-CB46-39F7-FC0F-17E04E2F466B}"/>
                    </a:ext>
                  </a:extLst>
                </p14:cNvPr>
                <p14:cNvContentPartPr/>
                <p14:nvPr/>
              </p14:nvContentPartPr>
              <p14:xfrm>
                <a:off x="7716384" y="5420016"/>
                <a:ext cx="183240" cy="2595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B137BBC-CB46-39F7-FC0F-17E04E2F466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680384" y="5384016"/>
                  <a:ext cx="254880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6B416D0-DEF1-9162-E8FB-F5BBEE886E5D}"/>
                    </a:ext>
                  </a:extLst>
                </p14:cNvPr>
                <p14:cNvContentPartPr/>
                <p14:nvPr/>
              </p14:nvContentPartPr>
              <p14:xfrm>
                <a:off x="7964424" y="5549256"/>
                <a:ext cx="214560" cy="1296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6B416D0-DEF1-9162-E8FB-F5BBEE886E5D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928424" y="5513616"/>
                  <a:ext cx="28620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D787025-E234-F9C1-FF5B-3E2EDD045552}"/>
                    </a:ext>
                  </a:extLst>
                </p14:cNvPr>
                <p14:cNvContentPartPr/>
                <p14:nvPr/>
              </p14:nvContentPartPr>
              <p14:xfrm>
                <a:off x="8211744" y="5552496"/>
                <a:ext cx="117360" cy="1429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D787025-E234-F9C1-FF5B-3E2EDD045552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175744" y="5516856"/>
                  <a:ext cx="18900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D903588C-D4CF-12C8-138A-72B00F8EC78D}"/>
                    </a:ext>
                  </a:extLst>
                </p14:cNvPr>
                <p14:cNvContentPartPr/>
                <p14:nvPr/>
              </p14:nvContentPartPr>
              <p14:xfrm>
                <a:off x="8354304" y="5433336"/>
                <a:ext cx="254880" cy="2512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D903588C-D4CF-12C8-138A-72B00F8EC78D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318304" y="5397696"/>
                  <a:ext cx="32652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5F8AD65-905A-B1FC-1ACA-ED111CB17CD8}"/>
                    </a:ext>
                  </a:extLst>
                </p14:cNvPr>
                <p14:cNvContentPartPr/>
                <p14:nvPr/>
              </p14:nvContentPartPr>
              <p14:xfrm>
                <a:off x="7967304" y="5783616"/>
                <a:ext cx="35640" cy="1609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5F8AD65-905A-B1FC-1ACA-ED111CB17CD8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931664" y="5747976"/>
                  <a:ext cx="10728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FADCD9D-A67F-A75D-32F7-DE44CCD2061A}"/>
                    </a:ext>
                  </a:extLst>
                </p14:cNvPr>
                <p14:cNvContentPartPr/>
                <p14:nvPr/>
              </p14:nvContentPartPr>
              <p14:xfrm>
                <a:off x="7889184" y="5852736"/>
                <a:ext cx="299520" cy="367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FADCD9D-A67F-A75D-32F7-DE44CCD2061A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853544" y="5817096"/>
                  <a:ext cx="37116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E1AA62AC-55F1-6BD0-DFAB-0A84F3540DAA}"/>
                    </a:ext>
                  </a:extLst>
                </p14:cNvPr>
                <p14:cNvContentPartPr/>
                <p14:nvPr/>
              </p14:nvContentPartPr>
              <p14:xfrm>
                <a:off x="7497504" y="6089256"/>
                <a:ext cx="332640" cy="2253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E1AA62AC-55F1-6BD0-DFAB-0A84F3540DAA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461504" y="6053616"/>
                  <a:ext cx="40428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C7F4E52-31A4-575B-4A37-64D5B81532A1}"/>
                    </a:ext>
                  </a:extLst>
                </p14:cNvPr>
                <p14:cNvContentPartPr/>
                <p14:nvPr/>
              </p14:nvContentPartPr>
              <p14:xfrm>
                <a:off x="7672104" y="6205536"/>
                <a:ext cx="163800" cy="1324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C7F4E52-31A4-575B-4A37-64D5B81532A1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636104" y="6169536"/>
                  <a:ext cx="23544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A5E5C3DC-0115-F586-1E9D-3742F3DC2D75}"/>
                    </a:ext>
                  </a:extLst>
                </p14:cNvPr>
                <p14:cNvContentPartPr/>
                <p14:nvPr/>
              </p14:nvContentPartPr>
              <p14:xfrm>
                <a:off x="7917264" y="6191856"/>
                <a:ext cx="196200" cy="939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A5E5C3DC-0115-F586-1E9D-3742F3DC2D75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881624" y="6156216"/>
                  <a:ext cx="26784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2A6E2418-D6E8-67DC-EDA5-484A21651A01}"/>
                    </a:ext>
                  </a:extLst>
                </p14:cNvPr>
                <p14:cNvContentPartPr/>
                <p14:nvPr/>
              </p14:nvContentPartPr>
              <p14:xfrm>
                <a:off x="8127504" y="6181416"/>
                <a:ext cx="81720" cy="1256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2A6E2418-D6E8-67DC-EDA5-484A21651A01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091864" y="6145416"/>
                  <a:ext cx="15336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69F3095F-15B0-8F66-9233-6BF178C380D8}"/>
                    </a:ext>
                  </a:extLst>
                </p14:cNvPr>
                <p14:cNvContentPartPr/>
                <p14:nvPr/>
              </p14:nvContentPartPr>
              <p14:xfrm>
                <a:off x="8293104" y="6173856"/>
                <a:ext cx="105840" cy="1195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69F3095F-15B0-8F66-9233-6BF178C380D8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257104" y="6138216"/>
                  <a:ext cx="17748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4E500D5E-166F-D5B5-0D45-ACDE50012B53}"/>
                    </a:ext>
                  </a:extLst>
                </p14:cNvPr>
                <p14:cNvContentPartPr/>
                <p14:nvPr/>
              </p14:nvContentPartPr>
              <p14:xfrm>
                <a:off x="8420544" y="6058656"/>
                <a:ext cx="51840" cy="2466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4E500D5E-166F-D5B5-0D45-ACDE50012B5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384544" y="6023016"/>
                  <a:ext cx="12348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D4E2FEBD-4B87-F7EB-0395-3E7F087F2E9D}"/>
                    </a:ext>
                  </a:extLst>
                </p14:cNvPr>
                <p14:cNvContentPartPr/>
                <p14:nvPr/>
              </p14:nvContentPartPr>
              <p14:xfrm>
                <a:off x="8450424" y="6189336"/>
                <a:ext cx="101520" cy="288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D4E2FEBD-4B87-F7EB-0395-3E7F087F2E9D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414784" y="6153696"/>
                  <a:ext cx="17316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68AB143-534C-4F32-B505-90315AD2B1D4}"/>
                    </a:ext>
                  </a:extLst>
                </p14:cNvPr>
                <p14:cNvContentPartPr/>
                <p14:nvPr/>
              </p14:nvContentPartPr>
              <p14:xfrm>
                <a:off x="8592264" y="6161976"/>
                <a:ext cx="24840" cy="1101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68AB143-534C-4F32-B505-90315AD2B1D4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556264" y="6125976"/>
                  <a:ext cx="9648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389C3DA3-1E53-0839-0A24-32329FE9B1F0}"/>
                    </a:ext>
                  </a:extLst>
                </p14:cNvPr>
                <p14:cNvContentPartPr/>
                <p14:nvPr/>
              </p14:nvContentPartPr>
              <p14:xfrm>
                <a:off x="8579304" y="6052896"/>
                <a:ext cx="29880" cy="201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389C3DA3-1E53-0839-0A24-32329FE9B1F0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543664" y="6017256"/>
                  <a:ext cx="10152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A5CCB929-299E-97D2-D460-91D9D9822999}"/>
                    </a:ext>
                  </a:extLst>
                </p14:cNvPr>
                <p14:cNvContentPartPr/>
                <p14:nvPr/>
              </p14:nvContentPartPr>
              <p14:xfrm>
                <a:off x="8659224" y="6118416"/>
                <a:ext cx="326160" cy="1742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A5CCB929-299E-97D2-D460-91D9D982299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623224" y="6082416"/>
                  <a:ext cx="39780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30C86C8A-4947-CB43-24B1-3CBB5B3397E5}"/>
                    </a:ext>
                  </a:extLst>
                </p14:cNvPr>
                <p14:cNvContentPartPr/>
                <p14:nvPr/>
              </p14:nvContentPartPr>
              <p14:xfrm>
                <a:off x="7147944" y="5403816"/>
                <a:ext cx="2021040" cy="10087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30C86C8A-4947-CB43-24B1-3CBB5B3397E5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111944" y="5367816"/>
                  <a:ext cx="2092680" cy="10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34828B93-AC9B-4C3D-AA20-4440B468FF99}"/>
                    </a:ext>
                  </a:extLst>
                </p14:cNvPr>
                <p14:cNvContentPartPr/>
                <p14:nvPr/>
              </p14:nvContentPartPr>
              <p14:xfrm>
                <a:off x="8232264" y="5205456"/>
                <a:ext cx="605880" cy="2772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34828B93-AC9B-4C3D-AA20-4440B468FF99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196624" y="5169456"/>
                  <a:ext cx="677520" cy="348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2171779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A10935-3BFD-DDEF-17EB-929CFF8D4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46B4A440-8EA5-695E-4DB3-624F2CB02140}"/>
              </a:ext>
            </a:extLst>
          </p:cNvPr>
          <p:cNvSpPr/>
          <p:nvPr/>
        </p:nvSpPr>
        <p:spPr>
          <a:xfrm>
            <a:off x="9455904" y="2093976"/>
            <a:ext cx="1306584" cy="11247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32D34AD-BCCB-CE41-6985-2FBF9F455CBA}"/>
              </a:ext>
            </a:extLst>
          </p:cNvPr>
          <p:cNvSpPr/>
          <p:nvPr/>
        </p:nvSpPr>
        <p:spPr>
          <a:xfrm>
            <a:off x="8912352" y="4386072"/>
            <a:ext cx="2316480" cy="96926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LLM</a:t>
            </a:r>
          </a:p>
          <a:p>
            <a:pPr algn="ctr"/>
            <a:r>
              <a:rPr lang="en-US" dirty="0"/>
              <a:t>(ChatGPT, etc.)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B9C77AC-2F5A-CADA-3E61-8DE5EEB8F9CD}"/>
              </a:ext>
            </a:extLst>
          </p:cNvPr>
          <p:cNvSpPr/>
          <p:nvPr/>
        </p:nvSpPr>
        <p:spPr>
          <a:xfrm>
            <a:off x="4850028" y="4574160"/>
            <a:ext cx="1754424" cy="798576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Private Data</a:t>
            </a:r>
          </a:p>
          <a:p>
            <a:pPr algn="ctr"/>
            <a:r>
              <a:rPr lang="en-US" dirty="0"/>
              <a:t>PDF, DB, etc.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A54982D-E1AF-8993-022A-1D047365AB7A}"/>
              </a:ext>
            </a:extLst>
          </p:cNvPr>
          <p:cNvGrpSpPr/>
          <p:nvPr/>
        </p:nvGrpSpPr>
        <p:grpSpPr>
          <a:xfrm>
            <a:off x="8301096" y="2436624"/>
            <a:ext cx="894600" cy="563760"/>
            <a:chOff x="8273664" y="3241296"/>
            <a:chExt cx="894600" cy="563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7A04C939-B888-7CD3-E398-9457DC9D2275}"/>
                    </a:ext>
                  </a:extLst>
                </p14:cNvPr>
                <p14:cNvContentPartPr/>
                <p14:nvPr/>
              </p14:nvContentPartPr>
              <p14:xfrm>
                <a:off x="8996904" y="3554856"/>
                <a:ext cx="20880" cy="1425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7A04C939-B888-7CD3-E398-9457DC9D2275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978904" y="3536856"/>
                  <a:ext cx="5652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64CA13A-B49F-C881-26E6-16DB4E269CE8}"/>
                    </a:ext>
                  </a:extLst>
                </p14:cNvPr>
                <p14:cNvContentPartPr/>
                <p14:nvPr/>
              </p14:nvContentPartPr>
              <p14:xfrm>
                <a:off x="8814384" y="3456216"/>
                <a:ext cx="353880" cy="3488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64CA13A-B49F-C881-26E6-16DB4E269CE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796366" y="3438216"/>
                  <a:ext cx="389556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7A577BA2-3964-5089-DA23-349C17D72976}"/>
                    </a:ext>
                  </a:extLst>
                </p14:cNvPr>
                <p14:cNvContentPartPr/>
                <p14:nvPr/>
              </p14:nvContentPartPr>
              <p14:xfrm>
                <a:off x="8273664" y="3284496"/>
                <a:ext cx="142560" cy="2304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7A577BA2-3964-5089-DA23-349C17D7297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255664" y="3266524"/>
                  <a:ext cx="178200" cy="26598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08440BE-398E-5439-5CD0-60777DEEBFCE}"/>
                    </a:ext>
                  </a:extLst>
                </p14:cNvPr>
                <p14:cNvContentPartPr/>
                <p14:nvPr/>
              </p14:nvContentPartPr>
              <p14:xfrm>
                <a:off x="8304264" y="3411936"/>
                <a:ext cx="70560" cy="262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08440BE-398E-5439-5CD0-60777DEEBFC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286264" y="3394179"/>
                  <a:ext cx="106200" cy="6143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A5E35E6-BE7F-5113-747A-BD87D4683A87}"/>
                    </a:ext>
                  </a:extLst>
                </p14:cNvPr>
                <p14:cNvContentPartPr/>
                <p14:nvPr/>
              </p14:nvContentPartPr>
              <p14:xfrm>
                <a:off x="8469864" y="3337056"/>
                <a:ext cx="144000" cy="1306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A5E35E6-BE7F-5113-747A-BD87D4683A8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451909" y="3319056"/>
                  <a:ext cx="179551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17C4915-8F00-AC75-C463-C60892D8947F}"/>
                    </a:ext>
                  </a:extLst>
                </p14:cNvPr>
                <p14:cNvContentPartPr/>
                <p14:nvPr/>
              </p14:nvContentPartPr>
              <p14:xfrm>
                <a:off x="8612064" y="3241296"/>
                <a:ext cx="74880" cy="2034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17C4915-8F00-AC75-C463-C60892D8947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594064" y="3223328"/>
                  <a:ext cx="110520" cy="23897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9E886A1-37CC-FA1C-FFD8-152D35FD58CA}"/>
                    </a:ext>
                  </a:extLst>
                </p14:cNvPr>
                <p14:cNvContentPartPr/>
                <p14:nvPr/>
              </p14:nvContentPartPr>
              <p14:xfrm>
                <a:off x="8666784" y="3316536"/>
                <a:ext cx="156240" cy="1112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9E886A1-37CC-FA1C-FFD8-152D35FD58C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648784" y="3298536"/>
                  <a:ext cx="19188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D6A6B51-1C68-2939-0A1D-60E463B1DDB7}"/>
                    </a:ext>
                  </a:extLst>
                </p14:cNvPr>
                <p14:cNvContentPartPr/>
                <p14:nvPr/>
              </p14:nvContentPartPr>
              <p14:xfrm>
                <a:off x="8856864" y="3309696"/>
                <a:ext cx="109080" cy="939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D6A6B51-1C68-2939-0A1D-60E463B1DDB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838804" y="3291627"/>
                  <a:ext cx="144838" cy="129737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4486B3CB-6E6B-E748-534A-E3E341570695}"/>
              </a:ext>
            </a:extLst>
          </p:cNvPr>
          <p:cNvGrpSpPr/>
          <p:nvPr/>
        </p:nvGrpSpPr>
        <p:grpSpPr>
          <a:xfrm>
            <a:off x="6874248" y="4831911"/>
            <a:ext cx="1768308" cy="410552"/>
            <a:chOff x="8311824" y="4818096"/>
            <a:chExt cx="551520" cy="126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947FE4B-86DA-9189-C704-FC58E8DEE4B9}"/>
                    </a:ext>
                  </a:extLst>
                </p14:cNvPr>
                <p14:cNvContentPartPr/>
                <p14:nvPr/>
              </p14:nvContentPartPr>
              <p14:xfrm>
                <a:off x="8311824" y="4866336"/>
                <a:ext cx="507960" cy="259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947FE4B-86DA-9189-C704-FC58E8DEE4B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306204" y="4860652"/>
                  <a:ext cx="519088" cy="3717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C060E7E-DFAD-8169-F660-DDC132A99220}"/>
                    </a:ext>
                  </a:extLst>
                </p14:cNvPr>
                <p14:cNvContentPartPr/>
                <p14:nvPr/>
              </p14:nvContentPartPr>
              <p14:xfrm>
                <a:off x="8685504" y="4818096"/>
                <a:ext cx="177840" cy="1263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C060E7E-DFAD-8169-F660-DDC132A9922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679883" y="4812544"/>
                  <a:ext cx="188969" cy="137353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28E9FE2A-03F3-9839-5DF6-D2284082756D}"/>
                  </a:ext>
                </a:extLst>
              </p14:cNvPr>
              <p14:cNvContentPartPr/>
              <p14:nvPr/>
            </p14:nvContentPartPr>
            <p14:xfrm>
              <a:off x="10241064" y="3315816"/>
              <a:ext cx="304920" cy="84492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28E9FE2A-03F3-9839-5DF6-D2284082756D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0223064" y="3297816"/>
                <a:ext cx="340560" cy="880560"/>
              </a:xfrm>
              <a:prstGeom prst="rect">
                <a:avLst/>
              </a:prstGeom>
            </p:spPr>
          </p:pic>
        </mc:Fallback>
      </mc:AlternateContent>
      <p:grpSp>
        <p:nvGrpSpPr>
          <p:cNvPr id="36" name="Group 35">
            <a:extLst>
              <a:ext uri="{FF2B5EF4-FFF2-40B4-BE49-F238E27FC236}">
                <a16:creationId xmlns:a16="http://schemas.microsoft.com/office/drawing/2014/main" id="{F33FC123-C0D0-0210-928B-8EC6B6198354}"/>
              </a:ext>
            </a:extLst>
          </p:cNvPr>
          <p:cNvGrpSpPr/>
          <p:nvPr/>
        </p:nvGrpSpPr>
        <p:grpSpPr>
          <a:xfrm>
            <a:off x="10516104" y="3594096"/>
            <a:ext cx="426600" cy="320040"/>
            <a:chOff x="10516104" y="3594096"/>
            <a:chExt cx="426600" cy="320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50AB076-8911-D6D8-FA91-55730976D274}"/>
                    </a:ext>
                  </a:extLst>
                </p14:cNvPr>
                <p14:cNvContentPartPr/>
                <p14:nvPr/>
              </p14:nvContentPartPr>
              <p14:xfrm>
                <a:off x="10616184" y="3692016"/>
                <a:ext cx="156240" cy="1566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50AB076-8911-D6D8-FA91-55730976D27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0598142" y="3674016"/>
                  <a:ext cx="191962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95F40CC9-860B-1F5C-67B7-7AD5F54FA57F}"/>
                    </a:ext>
                  </a:extLst>
                </p14:cNvPr>
                <p14:cNvContentPartPr/>
                <p14:nvPr/>
              </p14:nvContentPartPr>
              <p14:xfrm>
                <a:off x="10516104" y="3594096"/>
                <a:ext cx="426600" cy="3200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95F40CC9-860B-1F5C-67B7-7AD5F54FA57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0498089" y="3576096"/>
                  <a:ext cx="462270" cy="355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DF9754A0-5601-CFCB-8AEE-9BDAF3515C8A}"/>
                  </a:ext>
                </a:extLst>
              </p14:cNvPr>
              <p14:cNvContentPartPr/>
              <p14:nvPr/>
            </p14:nvContentPartPr>
            <p14:xfrm>
              <a:off x="9767664" y="2356056"/>
              <a:ext cx="60480" cy="4752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DF9754A0-5601-CFCB-8AEE-9BDAF3515C8A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9749556" y="2338056"/>
                <a:ext cx="96333" cy="8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3E5B8923-592B-8DCC-6E0C-5EDCAC1EBDD0}"/>
                  </a:ext>
                </a:extLst>
              </p14:cNvPr>
              <p14:cNvContentPartPr/>
              <p14:nvPr/>
            </p14:nvContentPartPr>
            <p14:xfrm>
              <a:off x="10340424" y="2388456"/>
              <a:ext cx="65520" cy="3096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3E5B8923-592B-8DCC-6E0C-5EDCAC1EBDD0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0322424" y="2370456"/>
                <a:ext cx="101160" cy="66600"/>
              </a:xfrm>
              <a:prstGeom prst="rect">
                <a:avLst/>
              </a:prstGeom>
            </p:spPr>
          </p:pic>
        </mc:Fallback>
      </mc:AlternateContent>
      <p:grpSp>
        <p:nvGrpSpPr>
          <p:cNvPr id="45" name="Group 44">
            <a:extLst>
              <a:ext uri="{FF2B5EF4-FFF2-40B4-BE49-F238E27FC236}">
                <a16:creationId xmlns:a16="http://schemas.microsoft.com/office/drawing/2014/main" id="{FFDC9A62-23DF-54B7-1551-DEA2AAE64CD7}"/>
              </a:ext>
            </a:extLst>
          </p:cNvPr>
          <p:cNvGrpSpPr/>
          <p:nvPr/>
        </p:nvGrpSpPr>
        <p:grpSpPr>
          <a:xfrm>
            <a:off x="9602424" y="2761056"/>
            <a:ext cx="894240" cy="239040"/>
            <a:chOff x="9602424" y="2761056"/>
            <a:chExt cx="894240" cy="239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9D6236A9-BAE3-25F6-9EFE-D56D33A4A876}"/>
                    </a:ext>
                  </a:extLst>
                </p14:cNvPr>
                <p14:cNvContentPartPr/>
                <p14:nvPr/>
              </p14:nvContentPartPr>
              <p14:xfrm>
                <a:off x="9790344" y="2848896"/>
                <a:ext cx="651600" cy="1512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9D6236A9-BAE3-25F6-9EFE-D56D33A4A87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772344" y="2830896"/>
                  <a:ext cx="68724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BCA313B3-A4AD-F487-F283-39CECBF533D8}"/>
                    </a:ext>
                  </a:extLst>
                </p14:cNvPr>
                <p14:cNvContentPartPr/>
                <p14:nvPr/>
              </p14:nvContentPartPr>
              <p14:xfrm>
                <a:off x="10414584" y="2804616"/>
                <a:ext cx="82080" cy="874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BCA313B3-A4AD-F487-F283-39CECBF533D8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0396584" y="2786690"/>
                  <a:ext cx="117720" cy="12297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85B4CF4-C581-DDC2-D80F-5B4494DF562F}"/>
                    </a:ext>
                  </a:extLst>
                </p14:cNvPr>
                <p14:cNvContentPartPr/>
                <p14:nvPr/>
              </p14:nvContentPartPr>
              <p14:xfrm>
                <a:off x="9706464" y="2821536"/>
                <a:ext cx="114480" cy="867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85B4CF4-C581-DDC2-D80F-5B4494DF562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688464" y="2803536"/>
                  <a:ext cx="15012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3A835473-7288-A420-0040-C8EBA472C8FC}"/>
                    </a:ext>
                  </a:extLst>
                </p14:cNvPr>
                <p14:cNvContentPartPr/>
                <p14:nvPr/>
              </p14:nvContentPartPr>
              <p14:xfrm>
                <a:off x="9602424" y="2761056"/>
                <a:ext cx="181800" cy="1054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3A835473-7288-A420-0040-C8EBA472C8F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584424" y="2743056"/>
                  <a:ext cx="217440" cy="141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95EE7530-9B8D-5403-F511-F55121A9602A}"/>
                  </a:ext>
                </a:extLst>
              </p14:cNvPr>
              <p14:cNvContentPartPr/>
              <p14:nvPr/>
            </p14:nvContentPartPr>
            <p14:xfrm>
              <a:off x="9732744" y="2354256"/>
              <a:ext cx="96480" cy="7848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95EE7530-9B8D-5403-F511-F55121A9602A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9714744" y="2336256"/>
                <a:ext cx="132120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7B14D174-23CC-6F2A-7618-725A6EF868AB}"/>
                  </a:ext>
                </a:extLst>
              </p14:cNvPr>
              <p14:cNvContentPartPr/>
              <p14:nvPr/>
            </p14:nvContentPartPr>
            <p14:xfrm>
              <a:off x="10298304" y="2368296"/>
              <a:ext cx="97920" cy="9324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7B14D174-23CC-6F2A-7618-725A6EF868AB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0280304" y="2350296"/>
                <a:ext cx="133560" cy="12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2A513F0F-904C-E230-A5A6-5337BC229AE9}"/>
                  </a:ext>
                </a:extLst>
              </p14:cNvPr>
              <p14:cNvContentPartPr/>
              <p14:nvPr/>
            </p14:nvContentPartPr>
            <p14:xfrm>
              <a:off x="624024" y="4074696"/>
              <a:ext cx="12240" cy="1512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2A513F0F-904C-E230-A5A6-5337BC229AE9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606024" y="4056696"/>
                <a:ext cx="47880" cy="50760"/>
              </a:xfrm>
              <a:prstGeom prst="rect">
                <a:avLst/>
              </a:prstGeom>
            </p:spPr>
          </p:pic>
        </mc:Fallback>
      </mc:AlternateContent>
      <p:grpSp>
        <p:nvGrpSpPr>
          <p:cNvPr id="56" name="Group 55">
            <a:extLst>
              <a:ext uri="{FF2B5EF4-FFF2-40B4-BE49-F238E27FC236}">
                <a16:creationId xmlns:a16="http://schemas.microsoft.com/office/drawing/2014/main" id="{B72C0686-13BB-934B-61A0-6FC7AADBED1A}"/>
              </a:ext>
            </a:extLst>
          </p:cNvPr>
          <p:cNvGrpSpPr/>
          <p:nvPr/>
        </p:nvGrpSpPr>
        <p:grpSpPr>
          <a:xfrm>
            <a:off x="5014944" y="3850992"/>
            <a:ext cx="1209240" cy="725040"/>
            <a:chOff x="6432264" y="3677256"/>
            <a:chExt cx="1209240" cy="725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EBCAC487-40EE-E222-A6E8-D9015B606398}"/>
                    </a:ext>
                  </a:extLst>
                </p14:cNvPr>
                <p14:cNvContentPartPr/>
                <p14:nvPr/>
              </p14:nvContentPartPr>
              <p14:xfrm>
                <a:off x="6807024" y="4154616"/>
                <a:ext cx="353880" cy="1677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EBCAC487-40EE-E222-A6E8-D9015B606398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771024" y="4118539"/>
                  <a:ext cx="425520" cy="23955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DB90E65F-967D-0EEE-9191-53C14A1802E8}"/>
                    </a:ext>
                  </a:extLst>
                </p14:cNvPr>
                <p14:cNvContentPartPr/>
                <p14:nvPr/>
              </p14:nvContentPartPr>
              <p14:xfrm>
                <a:off x="6634224" y="4073256"/>
                <a:ext cx="643320" cy="3290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DB90E65F-967D-0EEE-9191-53C14A1802E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598244" y="4037256"/>
                  <a:ext cx="714920" cy="40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6BC7F5CB-1057-0C7C-8818-5BA212A4850E}"/>
                    </a:ext>
                  </a:extLst>
                </p14:cNvPr>
                <p14:cNvContentPartPr/>
                <p14:nvPr/>
              </p14:nvContentPartPr>
              <p14:xfrm>
                <a:off x="6432264" y="3884616"/>
                <a:ext cx="222120" cy="1785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6BC7F5CB-1057-0C7C-8818-5BA212A4850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396264" y="3848616"/>
                  <a:ext cx="29376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986E70E8-7BDD-BE37-6106-8C147D549C43}"/>
                    </a:ext>
                  </a:extLst>
                </p14:cNvPr>
                <p14:cNvContentPartPr/>
                <p14:nvPr/>
              </p14:nvContentPartPr>
              <p14:xfrm>
                <a:off x="6661584" y="3890376"/>
                <a:ext cx="175320" cy="1328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986E70E8-7BDD-BE37-6106-8C147D549C4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625658" y="3854278"/>
                  <a:ext cx="246813" cy="20467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9AF65CEC-D697-AD57-243D-F1941414BF51}"/>
                    </a:ext>
                  </a:extLst>
                </p14:cNvPr>
                <p14:cNvContentPartPr/>
                <p14:nvPr/>
              </p14:nvContentPartPr>
              <p14:xfrm>
                <a:off x="6816744" y="3896136"/>
                <a:ext cx="244440" cy="1101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9AF65CEC-D697-AD57-243D-F1941414BF5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780744" y="3860136"/>
                  <a:ext cx="31608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6F441A05-EFD1-D211-C9F2-37156C55B5BA}"/>
                    </a:ext>
                  </a:extLst>
                </p14:cNvPr>
                <p14:cNvContentPartPr/>
                <p14:nvPr/>
              </p14:nvContentPartPr>
              <p14:xfrm>
                <a:off x="7009344" y="3826656"/>
                <a:ext cx="204120" cy="1303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6F441A05-EFD1-D211-C9F2-37156C55B5B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973344" y="3790656"/>
                  <a:ext cx="27576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395A8BBF-099C-67B3-6614-62D47D9A8C88}"/>
                    </a:ext>
                  </a:extLst>
                </p14:cNvPr>
                <p14:cNvContentPartPr/>
                <p14:nvPr/>
              </p14:nvContentPartPr>
              <p14:xfrm>
                <a:off x="7252704" y="3677256"/>
                <a:ext cx="388800" cy="2739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395A8BBF-099C-67B3-6614-62D47D9A8C8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216704" y="3641256"/>
                  <a:ext cx="460440" cy="34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7F79691F-7180-EEBA-6DC9-2F871150CCC3}"/>
              </a:ext>
            </a:extLst>
          </p:cNvPr>
          <p:cNvGrpSpPr/>
          <p:nvPr/>
        </p:nvGrpSpPr>
        <p:grpSpPr>
          <a:xfrm>
            <a:off x="6298344" y="3089735"/>
            <a:ext cx="3081872" cy="1831755"/>
            <a:chOff x="6298344" y="3089736"/>
            <a:chExt cx="3027960" cy="1799712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7D50973-02EF-D312-471E-DBD5FE13D486}"/>
                    </a:ext>
                  </a:extLst>
                </p14:cNvPr>
                <p14:cNvContentPartPr/>
                <p14:nvPr/>
              </p14:nvContentPartPr>
              <p14:xfrm>
                <a:off x="7413984" y="4422888"/>
                <a:ext cx="71280" cy="1796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7D50973-02EF-D312-471E-DBD5FE13D48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378697" y="4387456"/>
                  <a:ext cx="141501" cy="25015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B84510F0-6369-FF07-583C-FE4CA0772063}"/>
                    </a:ext>
                  </a:extLst>
                </p14:cNvPr>
                <p14:cNvContentPartPr/>
                <p14:nvPr/>
              </p14:nvContentPartPr>
              <p14:xfrm>
                <a:off x="7398864" y="4382928"/>
                <a:ext cx="223560" cy="1929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B84510F0-6369-FF07-583C-FE4CA077206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363546" y="4347587"/>
                  <a:ext cx="293842" cy="26328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6A3000B-1417-9A16-FB6C-874E1D7F6502}"/>
                    </a:ext>
                  </a:extLst>
                </p14:cNvPr>
                <p14:cNvContentPartPr/>
                <p14:nvPr/>
              </p14:nvContentPartPr>
              <p14:xfrm>
                <a:off x="7636104" y="4473288"/>
                <a:ext cx="133560" cy="961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6A3000B-1417-9A16-FB6C-874E1D7F6502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600771" y="4437950"/>
                  <a:ext cx="203873" cy="16644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6716DE5-6DB2-F85B-89E5-92AFE431E7A6}"/>
                    </a:ext>
                  </a:extLst>
                </p14:cNvPr>
                <p14:cNvContentPartPr/>
                <p14:nvPr/>
              </p14:nvContentPartPr>
              <p14:xfrm>
                <a:off x="7746624" y="4318488"/>
                <a:ext cx="79200" cy="2523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6716DE5-6DB2-F85B-89E5-92AFE431E7A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711267" y="4283094"/>
                  <a:ext cx="149561" cy="32279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323A1875-1F65-DC62-5A39-21C3B54411C7}"/>
                    </a:ext>
                  </a:extLst>
                </p14:cNvPr>
                <p14:cNvContentPartPr/>
                <p14:nvPr/>
              </p14:nvContentPartPr>
              <p14:xfrm>
                <a:off x="7714944" y="4428648"/>
                <a:ext cx="147600" cy="280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323A1875-1F65-DC62-5A39-21C3B54411C7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679633" y="4393548"/>
                  <a:ext cx="217869" cy="979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FF62FE18-1118-FACB-4D37-31A82EA4FA25}"/>
                    </a:ext>
                  </a:extLst>
                </p14:cNvPr>
                <p14:cNvContentPartPr/>
                <p14:nvPr/>
              </p14:nvContentPartPr>
              <p14:xfrm>
                <a:off x="7844184" y="4449168"/>
                <a:ext cx="142920" cy="1177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FF62FE18-1118-FACB-4D37-31A82EA4FA25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808808" y="4413710"/>
                  <a:ext cx="213319" cy="18828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05204B71-35EE-C4A0-B29F-CBCAF4E9509B}"/>
                    </a:ext>
                  </a:extLst>
                </p14:cNvPr>
                <p14:cNvContentPartPr/>
                <p14:nvPr/>
              </p14:nvContentPartPr>
              <p14:xfrm>
                <a:off x="8032104" y="4434048"/>
                <a:ext cx="41760" cy="1101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05204B71-35EE-C4A0-B29F-CBCAF4E9509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996714" y="4398740"/>
                  <a:ext cx="112186" cy="18042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AFB9C19A-9924-9CDB-85F1-284E80855C21}"/>
                    </a:ext>
                  </a:extLst>
                </p14:cNvPr>
                <p14:cNvContentPartPr/>
                <p14:nvPr/>
              </p14:nvContentPartPr>
              <p14:xfrm>
                <a:off x="8022024" y="4333608"/>
                <a:ext cx="8280" cy="82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AFB9C19A-9924-9CDB-85F1-284E80855C21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986024" y="4297608"/>
                  <a:ext cx="7992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62C7784B-D548-3F38-FC78-E2F734DE660D}"/>
                    </a:ext>
                  </a:extLst>
                </p14:cNvPr>
                <p14:cNvContentPartPr/>
                <p14:nvPr/>
              </p14:nvContentPartPr>
              <p14:xfrm>
                <a:off x="8138664" y="4434408"/>
                <a:ext cx="95040" cy="8928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62C7784B-D548-3F38-FC78-E2F734DE660D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103201" y="4398979"/>
                  <a:ext cx="165611" cy="15978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7D1E1517-F4E7-AF94-9809-7F130BFABF86}"/>
                    </a:ext>
                  </a:extLst>
                </p14:cNvPr>
                <p14:cNvContentPartPr/>
                <p14:nvPr/>
              </p14:nvContentPartPr>
              <p14:xfrm>
                <a:off x="8257104" y="4375368"/>
                <a:ext cx="124920" cy="1296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7D1E1517-F4E7-AF94-9809-7F130BFABF8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221716" y="4339958"/>
                  <a:ext cx="195342" cy="20006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09D2671D-23FD-EFF3-6739-C83B6C79CC00}"/>
                    </a:ext>
                  </a:extLst>
                </p14:cNvPr>
                <p14:cNvContentPartPr/>
                <p14:nvPr/>
              </p14:nvContentPartPr>
              <p14:xfrm>
                <a:off x="8476344" y="4389768"/>
                <a:ext cx="153360" cy="9216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09D2671D-23FD-EFF3-6739-C83B6C79CC00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441008" y="4354458"/>
                  <a:ext cx="223679" cy="1624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36956708-BEF1-71BC-0CA1-C8580E20AABD}"/>
                    </a:ext>
                  </a:extLst>
                </p14:cNvPr>
                <p14:cNvContentPartPr/>
                <p14:nvPr/>
              </p14:nvContentPartPr>
              <p14:xfrm>
                <a:off x="7358544" y="4699008"/>
                <a:ext cx="137520" cy="1443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36956708-BEF1-71BC-0CA1-C8580E20AABD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323192" y="4663626"/>
                  <a:ext cx="207871" cy="21477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026D7772-7C02-CB73-117B-47A91206E3D5}"/>
                    </a:ext>
                  </a:extLst>
                </p14:cNvPr>
                <p14:cNvContentPartPr/>
                <p14:nvPr/>
              </p14:nvContentPartPr>
              <p14:xfrm>
                <a:off x="7297704" y="4620888"/>
                <a:ext cx="282960" cy="2685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026D7772-7C02-CB73-117B-47A91206E3D5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262378" y="4585551"/>
                  <a:ext cx="353258" cy="3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ACEBD13E-1B5D-C5FC-EEDC-33E0DB492CFF}"/>
                    </a:ext>
                  </a:extLst>
                </p14:cNvPr>
                <p14:cNvContentPartPr/>
                <p14:nvPr/>
              </p14:nvContentPartPr>
              <p14:xfrm>
                <a:off x="6298344" y="3089736"/>
                <a:ext cx="3027960" cy="13813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ACEBD13E-1B5D-C5FC-EEDC-33E0DB492CFF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262971" y="3054363"/>
                  <a:ext cx="3098353" cy="1451712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9726C1AC-B462-6632-ECD1-90E83BBD1689}"/>
              </a:ext>
            </a:extLst>
          </p:cNvPr>
          <p:cNvGrpSpPr/>
          <p:nvPr/>
        </p:nvGrpSpPr>
        <p:grpSpPr>
          <a:xfrm>
            <a:off x="7147944" y="5205456"/>
            <a:ext cx="2021040" cy="1207080"/>
            <a:chOff x="7147944" y="5205456"/>
            <a:chExt cx="2021040" cy="1207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15D0FD0-B72D-B986-D81F-F816DC1201AB}"/>
                    </a:ext>
                  </a:extLst>
                </p14:cNvPr>
                <p14:cNvContentPartPr/>
                <p14:nvPr/>
              </p14:nvContentPartPr>
              <p14:xfrm>
                <a:off x="7419744" y="5477976"/>
                <a:ext cx="302040" cy="2347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15D0FD0-B72D-B986-D81F-F816DC1201AB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383744" y="5441921"/>
                  <a:ext cx="373680" cy="30647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8A06D38-768A-697E-A1BF-AC7C929BFFD2}"/>
                    </a:ext>
                  </a:extLst>
                </p14:cNvPr>
                <p14:cNvContentPartPr/>
                <p14:nvPr/>
              </p14:nvContentPartPr>
              <p14:xfrm>
                <a:off x="7716384" y="5420016"/>
                <a:ext cx="183240" cy="2595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8A06D38-768A-697E-A1BF-AC7C929BFFD2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680384" y="5384016"/>
                  <a:ext cx="254880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DB2658F-4CC0-0E47-ED27-C37386006102}"/>
                    </a:ext>
                  </a:extLst>
                </p14:cNvPr>
                <p14:cNvContentPartPr/>
                <p14:nvPr/>
              </p14:nvContentPartPr>
              <p14:xfrm>
                <a:off x="7964424" y="5549256"/>
                <a:ext cx="214560" cy="1296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DB2658F-4CC0-0E47-ED27-C37386006102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928424" y="5513256"/>
                  <a:ext cx="28620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719FE17-2215-9410-1752-6270F942B65A}"/>
                    </a:ext>
                  </a:extLst>
                </p14:cNvPr>
                <p14:cNvContentPartPr/>
                <p14:nvPr/>
              </p14:nvContentPartPr>
              <p14:xfrm>
                <a:off x="8211744" y="5552496"/>
                <a:ext cx="117360" cy="1429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719FE17-2215-9410-1752-6270F942B65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175744" y="5516405"/>
                  <a:ext cx="189000" cy="21474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26EFA36-E345-A17A-512C-21ED2DA863AF}"/>
                    </a:ext>
                  </a:extLst>
                </p14:cNvPr>
                <p14:cNvContentPartPr/>
                <p14:nvPr/>
              </p14:nvContentPartPr>
              <p14:xfrm>
                <a:off x="8354304" y="5433336"/>
                <a:ext cx="254880" cy="2512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26EFA36-E345-A17A-512C-21ED2DA863AF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318355" y="5397284"/>
                  <a:ext cx="326419" cy="32302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5EF33E8-D077-D4E1-1F2E-FC4EC6022BB1}"/>
                    </a:ext>
                  </a:extLst>
                </p14:cNvPr>
                <p14:cNvContentPartPr/>
                <p14:nvPr/>
              </p14:nvContentPartPr>
              <p14:xfrm>
                <a:off x="7967304" y="5783616"/>
                <a:ext cx="35640" cy="1609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5EF33E8-D077-D4E1-1F2E-FC4EC6022BB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931304" y="5747535"/>
                  <a:ext cx="107280" cy="23272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BE0AE2CF-4C0C-E980-F7CE-67B997116F5C}"/>
                    </a:ext>
                  </a:extLst>
                </p14:cNvPr>
                <p14:cNvContentPartPr/>
                <p14:nvPr/>
              </p14:nvContentPartPr>
              <p14:xfrm>
                <a:off x="7889184" y="5852736"/>
                <a:ext cx="299520" cy="367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BE0AE2CF-4C0C-E980-F7CE-67B997116F5C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853141" y="5816736"/>
                  <a:ext cx="371246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F9DC32B7-81D8-7E76-E79D-4B9937D51EC0}"/>
                    </a:ext>
                  </a:extLst>
                </p14:cNvPr>
                <p14:cNvContentPartPr/>
                <p14:nvPr/>
              </p14:nvContentPartPr>
              <p14:xfrm>
                <a:off x="7497504" y="6089256"/>
                <a:ext cx="332640" cy="2253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F9DC32B7-81D8-7E76-E79D-4B9937D51EC0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461504" y="6053256"/>
                  <a:ext cx="40428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DDB84E0-2D10-EAF2-03B3-A969D426C871}"/>
                    </a:ext>
                  </a:extLst>
                </p14:cNvPr>
                <p14:cNvContentPartPr/>
                <p14:nvPr/>
              </p14:nvContentPartPr>
              <p14:xfrm>
                <a:off x="7672104" y="6205536"/>
                <a:ext cx="163800" cy="1324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DDB84E0-2D10-EAF2-03B3-A969D426C871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636104" y="6169536"/>
                  <a:ext cx="23544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AEA6BAE-DCC5-937C-F958-99D5076D369D}"/>
                    </a:ext>
                  </a:extLst>
                </p14:cNvPr>
                <p14:cNvContentPartPr/>
                <p14:nvPr/>
              </p14:nvContentPartPr>
              <p14:xfrm>
                <a:off x="7917264" y="6191856"/>
                <a:ext cx="196200" cy="939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6AEA6BAE-DCC5-937C-F958-99D5076D369D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881264" y="6155718"/>
                  <a:ext cx="267840" cy="16587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FA15090-C0ED-EDD6-3D8D-FD6CFF6D5F91}"/>
                    </a:ext>
                  </a:extLst>
                </p14:cNvPr>
                <p14:cNvContentPartPr/>
                <p14:nvPr/>
              </p14:nvContentPartPr>
              <p14:xfrm>
                <a:off x="8127504" y="6181416"/>
                <a:ext cx="81720" cy="1256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FA15090-C0ED-EDD6-3D8D-FD6CFF6D5F91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091504" y="6145416"/>
                  <a:ext cx="15336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5237241-38F4-BA1D-4E5A-D7CCDB80144C}"/>
                    </a:ext>
                  </a:extLst>
                </p14:cNvPr>
                <p14:cNvContentPartPr/>
                <p14:nvPr/>
              </p14:nvContentPartPr>
              <p14:xfrm>
                <a:off x="8293104" y="6173856"/>
                <a:ext cx="105840" cy="1195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5237241-38F4-BA1D-4E5A-D7CCDB80144C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257104" y="6137856"/>
                  <a:ext cx="17748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EC9191FE-0118-BF42-5F03-89A34FE6E428}"/>
                    </a:ext>
                  </a:extLst>
                </p14:cNvPr>
                <p14:cNvContentPartPr/>
                <p14:nvPr/>
              </p14:nvContentPartPr>
              <p14:xfrm>
                <a:off x="8420544" y="6058656"/>
                <a:ext cx="51840" cy="2466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EC9191FE-0118-BF42-5F03-89A34FE6E428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384544" y="6022656"/>
                  <a:ext cx="12348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76456B71-C22A-69A5-F28B-52AC32F040CD}"/>
                    </a:ext>
                  </a:extLst>
                </p14:cNvPr>
                <p14:cNvContentPartPr/>
                <p14:nvPr/>
              </p14:nvContentPartPr>
              <p14:xfrm>
                <a:off x="8450424" y="6189336"/>
                <a:ext cx="101520" cy="288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76456B71-C22A-69A5-F28B-52AC32F040CD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414424" y="6153336"/>
                  <a:ext cx="17316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1C23D812-E6C3-AD73-B266-49E8A87D7B01}"/>
                    </a:ext>
                  </a:extLst>
                </p14:cNvPr>
                <p14:cNvContentPartPr/>
                <p14:nvPr/>
              </p14:nvContentPartPr>
              <p14:xfrm>
                <a:off x="8592264" y="6161976"/>
                <a:ext cx="24840" cy="1101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1C23D812-E6C3-AD73-B266-49E8A87D7B01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556264" y="6125976"/>
                  <a:ext cx="9648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48D6EC7F-5CB1-AA26-FA01-2BDDB4FE911D}"/>
                    </a:ext>
                  </a:extLst>
                </p14:cNvPr>
                <p14:cNvContentPartPr/>
                <p14:nvPr/>
              </p14:nvContentPartPr>
              <p14:xfrm>
                <a:off x="8579304" y="6052896"/>
                <a:ext cx="29880" cy="201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48D6EC7F-5CB1-AA26-FA01-2BDDB4FE911D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543304" y="6016896"/>
                  <a:ext cx="10152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23D6D2F8-6D40-3FF0-2884-3B30CB8CE6B8}"/>
                    </a:ext>
                  </a:extLst>
                </p14:cNvPr>
                <p14:cNvContentPartPr/>
                <p14:nvPr/>
              </p14:nvContentPartPr>
              <p14:xfrm>
                <a:off x="8659224" y="6118416"/>
                <a:ext cx="326160" cy="1742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23D6D2F8-6D40-3FF0-2884-3B30CB8CE6B8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623224" y="6082416"/>
                  <a:ext cx="39780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FBF10FDC-09F2-9132-F8E3-F32AD24B6EAE}"/>
                    </a:ext>
                  </a:extLst>
                </p14:cNvPr>
                <p14:cNvContentPartPr/>
                <p14:nvPr/>
              </p14:nvContentPartPr>
              <p14:xfrm>
                <a:off x="7147944" y="5403816"/>
                <a:ext cx="2021040" cy="10087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FBF10FDC-09F2-9132-F8E3-F32AD24B6EAE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111944" y="5367829"/>
                  <a:ext cx="2092680" cy="10803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A95D28C1-A853-06D3-21F5-DE1340C62A00}"/>
                    </a:ext>
                  </a:extLst>
                </p14:cNvPr>
                <p14:cNvContentPartPr/>
                <p14:nvPr/>
              </p14:nvContentPartPr>
              <p14:xfrm>
                <a:off x="8232264" y="5205456"/>
                <a:ext cx="605880" cy="2772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A95D28C1-A853-06D3-21F5-DE1340C62A00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196264" y="5169503"/>
                  <a:ext cx="677520" cy="348747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6EAC46C7-810C-A037-58DC-B8CA956A3F09}"/>
              </a:ext>
            </a:extLst>
          </p:cNvPr>
          <p:cNvSpPr txBox="1"/>
          <p:nvPr/>
        </p:nvSpPr>
        <p:spPr>
          <a:xfrm>
            <a:off x="149640" y="798636"/>
            <a:ext cx="738632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✅ When to use RAG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have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dynamic data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(docs change often)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need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source-based answers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or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answer that are relevant to your domain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6538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F5478-DF8D-3240-82F2-3CE26650B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22DBD3E9-909F-D923-A362-2FBE60410B3C}"/>
              </a:ext>
            </a:extLst>
          </p:cNvPr>
          <p:cNvSpPr/>
          <p:nvPr/>
        </p:nvSpPr>
        <p:spPr>
          <a:xfrm>
            <a:off x="9455904" y="2093976"/>
            <a:ext cx="1306584" cy="11247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023783A-3321-C08E-EDA9-2F71686C5AD6}"/>
              </a:ext>
            </a:extLst>
          </p:cNvPr>
          <p:cNvSpPr/>
          <p:nvPr/>
        </p:nvSpPr>
        <p:spPr>
          <a:xfrm>
            <a:off x="8912352" y="4386072"/>
            <a:ext cx="2316480" cy="96926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LLM</a:t>
            </a:r>
          </a:p>
          <a:p>
            <a:pPr algn="ctr"/>
            <a:r>
              <a:rPr lang="en-US" dirty="0"/>
              <a:t>(ChatGPT, etc.)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62D146-E227-C6D3-BB69-530990E87220}"/>
              </a:ext>
            </a:extLst>
          </p:cNvPr>
          <p:cNvSpPr/>
          <p:nvPr/>
        </p:nvSpPr>
        <p:spPr>
          <a:xfrm>
            <a:off x="4850028" y="4574160"/>
            <a:ext cx="1754424" cy="798576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Private Data</a:t>
            </a:r>
          </a:p>
          <a:p>
            <a:pPr algn="ctr"/>
            <a:r>
              <a:rPr lang="en-US" dirty="0"/>
              <a:t>PDF, DB, etc.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B7FBBFB-EE16-5BE3-4696-7194EEA24D47}"/>
              </a:ext>
            </a:extLst>
          </p:cNvPr>
          <p:cNvGrpSpPr/>
          <p:nvPr/>
        </p:nvGrpSpPr>
        <p:grpSpPr>
          <a:xfrm>
            <a:off x="8301096" y="2436624"/>
            <a:ext cx="894600" cy="563760"/>
            <a:chOff x="8273664" y="3241296"/>
            <a:chExt cx="894600" cy="563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0EC9414-C678-A582-BCBC-DC412306840F}"/>
                    </a:ext>
                  </a:extLst>
                </p14:cNvPr>
                <p14:cNvContentPartPr/>
                <p14:nvPr/>
              </p14:nvContentPartPr>
              <p14:xfrm>
                <a:off x="8996904" y="3554856"/>
                <a:ext cx="20880" cy="1425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0EC9414-C678-A582-BCBC-DC412306840F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978904" y="3536856"/>
                  <a:ext cx="5652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D982C69-0FF3-B406-F229-C3A008FD7511}"/>
                    </a:ext>
                  </a:extLst>
                </p14:cNvPr>
                <p14:cNvContentPartPr/>
                <p14:nvPr/>
              </p14:nvContentPartPr>
              <p14:xfrm>
                <a:off x="8814384" y="3456216"/>
                <a:ext cx="353880" cy="3488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D982C69-0FF3-B406-F229-C3A008FD751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796366" y="3438216"/>
                  <a:ext cx="389556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553F7F3-FD66-8459-78D1-4674A1D0F447}"/>
                    </a:ext>
                  </a:extLst>
                </p14:cNvPr>
                <p14:cNvContentPartPr/>
                <p14:nvPr/>
              </p14:nvContentPartPr>
              <p14:xfrm>
                <a:off x="8273664" y="3284496"/>
                <a:ext cx="142560" cy="2304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553F7F3-FD66-8459-78D1-4674A1D0F44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255664" y="3266524"/>
                  <a:ext cx="178200" cy="26598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33B4DA8-C7E9-856F-6D3A-043750796023}"/>
                    </a:ext>
                  </a:extLst>
                </p14:cNvPr>
                <p14:cNvContentPartPr/>
                <p14:nvPr/>
              </p14:nvContentPartPr>
              <p14:xfrm>
                <a:off x="8304264" y="3411936"/>
                <a:ext cx="70560" cy="262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33B4DA8-C7E9-856F-6D3A-04375079602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286264" y="3394179"/>
                  <a:ext cx="106200" cy="6143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9ADEE3B-9872-B3ED-E57A-FBAC48C4B32D}"/>
                    </a:ext>
                  </a:extLst>
                </p14:cNvPr>
                <p14:cNvContentPartPr/>
                <p14:nvPr/>
              </p14:nvContentPartPr>
              <p14:xfrm>
                <a:off x="8469864" y="3337056"/>
                <a:ext cx="144000" cy="1306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9ADEE3B-9872-B3ED-E57A-FBAC48C4B32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451909" y="3319056"/>
                  <a:ext cx="179551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395F8B4-931B-3FD7-A1AD-EF7FAD6FA0A3}"/>
                    </a:ext>
                  </a:extLst>
                </p14:cNvPr>
                <p14:cNvContentPartPr/>
                <p14:nvPr/>
              </p14:nvContentPartPr>
              <p14:xfrm>
                <a:off x="8612064" y="3241296"/>
                <a:ext cx="74880" cy="2034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395F8B4-931B-3FD7-A1AD-EF7FAD6FA0A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594064" y="3223328"/>
                  <a:ext cx="110520" cy="23897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DAE443E-FB8F-1551-9E5B-FB10CB3E45D8}"/>
                    </a:ext>
                  </a:extLst>
                </p14:cNvPr>
                <p14:cNvContentPartPr/>
                <p14:nvPr/>
              </p14:nvContentPartPr>
              <p14:xfrm>
                <a:off x="8666784" y="3316536"/>
                <a:ext cx="156240" cy="1112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DAE443E-FB8F-1551-9E5B-FB10CB3E45D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648784" y="3298536"/>
                  <a:ext cx="19188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8DC824C-9107-4618-809E-BAA96C49A074}"/>
                    </a:ext>
                  </a:extLst>
                </p14:cNvPr>
                <p14:cNvContentPartPr/>
                <p14:nvPr/>
              </p14:nvContentPartPr>
              <p14:xfrm>
                <a:off x="8856864" y="3309696"/>
                <a:ext cx="109080" cy="939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8DC824C-9107-4618-809E-BAA96C49A07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838804" y="3291627"/>
                  <a:ext cx="144838" cy="129737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B26ECD5-9DA1-1849-EAC4-DB730F69D33B}"/>
              </a:ext>
            </a:extLst>
          </p:cNvPr>
          <p:cNvGrpSpPr/>
          <p:nvPr/>
        </p:nvGrpSpPr>
        <p:grpSpPr>
          <a:xfrm>
            <a:off x="6874248" y="4831911"/>
            <a:ext cx="1768308" cy="410552"/>
            <a:chOff x="8311824" y="4818096"/>
            <a:chExt cx="551520" cy="126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4488BB59-F7B3-2363-0FDB-CB0644DCCB5F}"/>
                    </a:ext>
                  </a:extLst>
                </p14:cNvPr>
                <p14:cNvContentPartPr/>
                <p14:nvPr/>
              </p14:nvContentPartPr>
              <p14:xfrm>
                <a:off x="8311824" y="4866336"/>
                <a:ext cx="507960" cy="259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4488BB59-F7B3-2363-0FDB-CB0644DCCB5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306204" y="4860652"/>
                  <a:ext cx="519088" cy="3717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4B026D8-F804-BF9E-7D29-F46B59B5AA48}"/>
                    </a:ext>
                  </a:extLst>
                </p14:cNvPr>
                <p14:cNvContentPartPr/>
                <p14:nvPr/>
              </p14:nvContentPartPr>
              <p14:xfrm>
                <a:off x="8685504" y="4818096"/>
                <a:ext cx="177840" cy="1263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4B026D8-F804-BF9E-7D29-F46B59B5AA4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679883" y="4812544"/>
                  <a:ext cx="188969" cy="137353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163E7BC1-2275-F08E-2D3B-5F44CCB3BE67}"/>
                  </a:ext>
                </a:extLst>
              </p14:cNvPr>
              <p14:cNvContentPartPr/>
              <p14:nvPr/>
            </p14:nvContentPartPr>
            <p14:xfrm>
              <a:off x="10241064" y="3315816"/>
              <a:ext cx="304920" cy="84492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163E7BC1-2275-F08E-2D3B-5F44CCB3BE67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0223064" y="3297816"/>
                <a:ext cx="340560" cy="880560"/>
              </a:xfrm>
              <a:prstGeom prst="rect">
                <a:avLst/>
              </a:prstGeom>
            </p:spPr>
          </p:pic>
        </mc:Fallback>
      </mc:AlternateContent>
      <p:grpSp>
        <p:nvGrpSpPr>
          <p:cNvPr id="36" name="Group 35">
            <a:extLst>
              <a:ext uri="{FF2B5EF4-FFF2-40B4-BE49-F238E27FC236}">
                <a16:creationId xmlns:a16="http://schemas.microsoft.com/office/drawing/2014/main" id="{DDFE1C40-5D4C-42BC-AB82-DD13565F87B9}"/>
              </a:ext>
            </a:extLst>
          </p:cNvPr>
          <p:cNvGrpSpPr/>
          <p:nvPr/>
        </p:nvGrpSpPr>
        <p:grpSpPr>
          <a:xfrm>
            <a:off x="10516104" y="3594096"/>
            <a:ext cx="426600" cy="320040"/>
            <a:chOff x="10516104" y="3594096"/>
            <a:chExt cx="426600" cy="320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94F69A6-4A0B-39AB-8D6C-33DA23C35F36}"/>
                    </a:ext>
                  </a:extLst>
                </p14:cNvPr>
                <p14:cNvContentPartPr/>
                <p14:nvPr/>
              </p14:nvContentPartPr>
              <p14:xfrm>
                <a:off x="10616184" y="3692016"/>
                <a:ext cx="156240" cy="1566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94F69A6-4A0B-39AB-8D6C-33DA23C35F3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0598142" y="3674016"/>
                  <a:ext cx="191962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C04C050-17DD-7262-968E-E9B1075C1247}"/>
                    </a:ext>
                  </a:extLst>
                </p14:cNvPr>
                <p14:cNvContentPartPr/>
                <p14:nvPr/>
              </p14:nvContentPartPr>
              <p14:xfrm>
                <a:off x="10516104" y="3594096"/>
                <a:ext cx="426600" cy="3200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C04C050-17DD-7262-968E-E9B1075C124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0498089" y="3576096"/>
                  <a:ext cx="462270" cy="355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69577920-5DA5-A6E9-FB26-B1DDD790528A}"/>
                  </a:ext>
                </a:extLst>
              </p14:cNvPr>
              <p14:cNvContentPartPr/>
              <p14:nvPr/>
            </p14:nvContentPartPr>
            <p14:xfrm>
              <a:off x="9767664" y="2356056"/>
              <a:ext cx="60480" cy="4752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69577920-5DA5-A6E9-FB26-B1DDD790528A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9749556" y="2338056"/>
                <a:ext cx="96333" cy="8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591E2A19-0CDA-6397-CEFE-99E606025FF8}"/>
                  </a:ext>
                </a:extLst>
              </p14:cNvPr>
              <p14:cNvContentPartPr/>
              <p14:nvPr/>
            </p14:nvContentPartPr>
            <p14:xfrm>
              <a:off x="10340424" y="2388456"/>
              <a:ext cx="65520" cy="3096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591E2A19-0CDA-6397-CEFE-99E606025FF8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0322424" y="2370456"/>
                <a:ext cx="101160" cy="66600"/>
              </a:xfrm>
              <a:prstGeom prst="rect">
                <a:avLst/>
              </a:prstGeom>
            </p:spPr>
          </p:pic>
        </mc:Fallback>
      </mc:AlternateContent>
      <p:grpSp>
        <p:nvGrpSpPr>
          <p:cNvPr id="45" name="Group 44">
            <a:extLst>
              <a:ext uri="{FF2B5EF4-FFF2-40B4-BE49-F238E27FC236}">
                <a16:creationId xmlns:a16="http://schemas.microsoft.com/office/drawing/2014/main" id="{4753D0D7-6753-3AC1-41D3-77A199FA51B7}"/>
              </a:ext>
            </a:extLst>
          </p:cNvPr>
          <p:cNvGrpSpPr/>
          <p:nvPr/>
        </p:nvGrpSpPr>
        <p:grpSpPr>
          <a:xfrm>
            <a:off x="9602424" y="2761056"/>
            <a:ext cx="894240" cy="239040"/>
            <a:chOff x="9602424" y="2761056"/>
            <a:chExt cx="894240" cy="239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58B65B5-4A4D-5C96-8F97-59B0D7D9213C}"/>
                    </a:ext>
                  </a:extLst>
                </p14:cNvPr>
                <p14:cNvContentPartPr/>
                <p14:nvPr/>
              </p14:nvContentPartPr>
              <p14:xfrm>
                <a:off x="9790344" y="2848896"/>
                <a:ext cx="651600" cy="1512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58B65B5-4A4D-5C96-8F97-59B0D7D9213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772344" y="2830896"/>
                  <a:ext cx="68724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82894B3-CF59-4DEF-BE6B-C90B9662C5E6}"/>
                    </a:ext>
                  </a:extLst>
                </p14:cNvPr>
                <p14:cNvContentPartPr/>
                <p14:nvPr/>
              </p14:nvContentPartPr>
              <p14:xfrm>
                <a:off x="10414584" y="2804616"/>
                <a:ext cx="82080" cy="874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482894B3-CF59-4DEF-BE6B-C90B9662C5E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0396584" y="2786690"/>
                  <a:ext cx="117720" cy="12297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1495970-3225-8B4D-70B9-A3D833482053}"/>
                    </a:ext>
                  </a:extLst>
                </p14:cNvPr>
                <p14:cNvContentPartPr/>
                <p14:nvPr/>
              </p14:nvContentPartPr>
              <p14:xfrm>
                <a:off x="9706464" y="2821536"/>
                <a:ext cx="114480" cy="867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1495970-3225-8B4D-70B9-A3D83348205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688464" y="2803536"/>
                  <a:ext cx="15012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F84BD76B-426C-E59B-FA26-9BD1340B1B73}"/>
                    </a:ext>
                  </a:extLst>
                </p14:cNvPr>
                <p14:cNvContentPartPr/>
                <p14:nvPr/>
              </p14:nvContentPartPr>
              <p14:xfrm>
                <a:off x="9602424" y="2761056"/>
                <a:ext cx="181800" cy="1054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F84BD76B-426C-E59B-FA26-9BD1340B1B7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584424" y="2743056"/>
                  <a:ext cx="217440" cy="141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971B32EF-B1FE-B948-D3EF-1C8E4CF91B4D}"/>
                  </a:ext>
                </a:extLst>
              </p14:cNvPr>
              <p14:cNvContentPartPr/>
              <p14:nvPr/>
            </p14:nvContentPartPr>
            <p14:xfrm>
              <a:off x="9732744" y="2354256"/>
              <a:ext cx="96480" cy="7848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971B32EF-B1FE-B948-D3EF-1C8E4CF91B4D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9714744" y="2336256"/>
                <a:ext cx="132120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346B4141-36E8-CEEA-EB84-AE33E11BA858}"/>
                  </a:ext>
                </a:extLst>
              </p14:cNvPr>
              <p14:cNvContentPartPr/>
              <p14:nvPr/>
            </p14:nvContentPartPr>
            <p14:xfrm>
              <a:off x="10298304" y="2368296"/>
              <a:ext cx="97920" cy="9324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346B4141-36E8-CEEA-EB84-AE33E11BA858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0280304" y="2350296"/>
                <a:ext cx="133560" cy="12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FDFF6E82-9774-6C7B-0987-A0EE0F399A4A}"/>
                  </a:ext>
                </a:extLst>
              </p14:cNvPr>
              <p14:cNvContentPartPr/>
              <p14:nvPr/>
            </p14:nvContentPartPr>
            <p14:xfrm>
              <a:off x="624024" y="4074696"/>
              <a:ext cx="12240" cy="1512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FDFF6E82-9774-6C7B-0987-A0EE0F399A4A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606024" y="4056696"/>
                <a:ext cx="47880" cy="50760"/>
              </a:xfrm>
              <a:prstGeom prst="rect">
                <a:avLst/>
              </a:prstGeom>
            </p:spPr>
          </p:pic>
        </mc:Fallback>
      </mc:AlternateContent>
      <p:grpSp>
        <p:nvGrpSpPr>
          <p:cNvPr id="56" name="Group 55">
            <a:extLst>
              <a:ext uri="{FF2B5EF4-FFF2-40B4-BE49-F238E27FC236}">
                <a16:creationId xmlns:a16="http://schemas.microsoft.com/office/drawing/2014/main" id="{320CADC0-C873-2F5E-E81D-2E8A745B7201}"/>
              </a:ext>
            </a:extLst>
          </p:cNvPr>
          <p:cNvGrpSpPr/>
          <p:nvPr/>
        </p:nvGrpSpPr>
        <p:grpSpPr>
          <a:xfrm>
            <a:off x="5014944" y="3850992"/>
            <a:ext cx="1209240" cy="725040"/>
            <a:chOff x="6432264" y="3677256"/>
            <a:chExt cx="1209240" cy="725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B6524E7-BB6F-629B-7878-84DEFD07AA64}"/>
                    </a:ext>
                  </a:extLst>
                </p14:cNvPr>
                <p14:cNvContentPartPr/>
                <p14:nvPr/>
              </p14:nvContentPartPr>
              <p14:xfrm>
                <a:off x="6807024" y="4154616"/>
                <a:ext cx="353880" cy="1677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B6524E7-BB6F-629B-7878-84DEFD07AA6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771024" y="4118539"/>
                  <a:ext cx="425520" cy="23955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80CBD344-2C28-979F-13B7-95C9AFCC933F}"/>
                    </a:ext>
                  </a:extLst>
                </p14:cNvPr>
                <p14:cNvContentPartPr/>
                <p14:nvPr/>
              </p14:nvContentPartPr>
              <p14:xfrm>
                <a:off x="6634224" y="4073256"/>
                <a:ext cx="643320" cy="3290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80CBD344-2C28-979F-13B7-95C9AFCC933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598244" y="4037256"/>
                  <a:ext cx="714920" cy="40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82C3DEDE-55C9-E2CF-6688-FE84C8D8E5F6}"/>
                    </a:ext>
                  </a:extLst>
                </p14:cNvPr>
                <p14:cNvContentPartPr/>
                <p14:nvPr/>
              </p14:nvContentPartPr>
              <p14:xfrm>
                <a:off x="6432264" y="3884616"/>
                <a:ext cx="222120" cy="1785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82C3DEDE-55C9-E2CF-6688-FE84C8D8E5F6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396264" y="3848616"/>
                  <a:ext cx="29376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0EB26273-C551-492B-0A44-BF40657ED27B}"/>
                    </a:ext>
                  </a:extLst>
                </p14:cNvPr>
                <p14:cNvContentPartPr/>
                <p14:nvPr/>
              </p14:nvContentPartPr>
              <p14:xfrm>
                <a:off x="6661584" y="3890376"/>
                <a:ext cx="175320" cy="1328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0EB26273-C551-492B-0A44-BF40657ED27B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625658" y="3854278"/>
                  <a:ext cx="246813" cy="20467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CD516EBD-7558-CCBC-C5E0-27BAC5B5927C}"/>
                    </a:ext>
                  </a:extLst>
                </p14:cNvPr>
                <p14:cNvContentPartPr/>
                <p14:nvPr/>
              </p14:nvContentPartPr>
              <p14:xfrm>
                <a:off x="6816744" y="3896136"/>
                <a:ext cx="244440" cy="1101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CD516EBD-7558-CCBC-C5E0-27BAC5B5927C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780744" y="3860136"/>
                  <a:ext cx="31608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5DEE8B06-A610-D611-649F-532818F463DD}"/>
                    </a:ext>
                  </a:extLst>
                </p14:cNvPr>
                <p14:cNvContentPartPr/>
                <p14:nvPr/>
              </p14:nvContentPartPr>
              <p14:xfrm>
                <a:off x="7009344" y="3826656"/>
                <a:ext cx="204120" cy="1303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5DEE8B06-A610-D611-649F-532818F463D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973344" y="3790656"/>
                  <a:ext cx="27576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C1C04AAA-4AEB-D1B3-A41B-4CFB41867EA6}"/>
                    </a:ext>
                  </a:extLst>
                </p14:cNvPr>
                <p14:cNvContentPartPr/>
                <p14:nvPr/>
              </p14:nvContentPartPr>
              <p14:xfrm>
                <a:off x="7252704" y="3677256"/>
                <a:ext cx="388800" cy="2739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C1C04AAA-4AEB-D1B3-A41B-4CFB41867EA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216704" y="3641256"/>
                  <a:ext cx="460440" cy="34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36DF5C20-D041-EAA9-F360-789A80C06959}"/>
              </a:ext>
            </a:extLst>
          </p:cNvPr>
          <p:cNvGrpSpPr/>
          <p:nvPr/>
        </p:nvGrpSpPr>
        <p:grpSpPr>
          <a:xfrm>
            <a:off x="6298344" y="3089735"/>
            <a:ext cx="3081872" cy="1831755"/>
            <a:chOff x="6298344" y="3089736"/>
            <a:chExt cx="3027960" cy="1799712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D9ED1EE3-3227-9862-AD82-1AB99408A235}"/>
                    </a:ext>
                  </a:extLst>
                </p14:cNvPr>
                <p14:cNvContentPartPr/>
                <p14:nvPr/>
              </p14:nvContentPartPr>
              <p14:xfrm>
                <a:off x="7413984" y="4422888"/>
                <a:ext cx="71280" cy="1796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D9ED1EE3-3227-9862-AD82-1AB99408A23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378697" y="4387456"/>
                  <a:ext cx="141501" cy="25015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38C7F4D2-0EFF-6167-42B5-069B1DEA37C6}"/>
                    </a:ext>
                  </a:extLst>
                </p14:cNvPr>
                <p14:cNvContentPartPr/>
                <p14:nvPr/>
              </p14:nvContentPartPr>
              <p14:xfrm>
                <a:off x="7398864" y="4382928"/>
                <a:ext cx="223560" cy="1929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38C7F4D2-0EFF-6167-42B5-069B1DEA37C6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363546" y="4347587"/>
                  <a:ext cx="293842" cy="26328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64BB0DC1-6D9E-019C-2D46-0188409F0E38}"/>
                    </a:ext>
                  </a:extLst>
                </p14:cNvPr>
                <p14:cNvContentPartPr/>
                <p14:nvPr/>
              </p14:nvContentPartPr>
              <p14:xfrm>
                <a:off x="7636104" y="4473288"/>
                <a:ext cx="133560" cy="961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64BB0DC1-6D9E-019C-2D46-0188409F0E3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600771" y="4437950"/>
                  <a:ext cx="203873" cy="16644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774835D1-A876-7378-343C-D0EC417A9D6A}"/>
                    </a:ext>
                  </a:extLst>
                </p14:cNvPr>
                <p14:cNvContentPartPr/>
                <p14:nvPr/>
              </p14:nvContentPartPr>
              <p14:xfrm>
                <a:off x="7746624" y="4318488"/>
                <a:ext cx="79200" cy="2523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774835D1-A876-7378-343C-D0EC417A9D6A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711267" y="4283094"/>
                  <a:ext cx="149561" cy="32279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5C8AE99-3B35-14BF-B177-7D3F04B8678D}"/>
                    </a:ext>
                  </a:extLst>
                </p14:cNvPr>
                <p14:cNvContentPartPr/>
                <p14:nvPr/>
              </p14:nvContentPartPr>
              <p14:xfrm>
                <a:off x="7714944" y="4428648"/>
                <a:ext cx="147600" cy="280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5C8AE99-3B35-14BF-B177-7D3F04B8678D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679633" y="4393548"/>
                  <a:ext cx="217869" cy="979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00E218AB-2F6D-3692-D5B0-3FF34E4C56B6}"/>
                    </a:ext>
                  </a:extLst>
                </p14:cNvPr>
                <p14:cNvContentPartPr/>
                <p14:nvPr/>
              </p14:nvContentPartPr>
              <p14:xfrm>
                <a:off x="7844184" y="4449168"/>
                <a:ext cx="142920" cy="1177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00E218AB-2F6D-3692-D5B0-3FF34E4C56B6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808808" y="4413710"/>
                  <a:ext cx="213319" cy="18828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4DFBA0DF-D7E1-1BD6-AB75-B987A2324722}"/>
                    </a:ext>
                  </a:extLst>
                </p14:cNvPr>
                <p14:cNvContentPartPr/>
                <p14:nvPr/>
              </p14:nvContentPartPr>
              <p14:xfrm>
                <a:off x="8032104" y="4434048"/>
                <a:ext cx="41760" cy="1101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4DFBA0DF-D7E1-1BD6-AB75-B987A2324722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996714" y="4398740"/>
                  <a:ext cx="112186" cy="18042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CAE0A485-7CD2-C66C-BC4B-E043C5D49E69}"/>
                    </a:ext>
                  </a:extLst>
                </p14:cNvPr>
                <p14:cNvContentPartPr/>
                <p14:nvPr/>
              </p14:nvContentPartPr>
              <p14:xfrm>
                <a:off x="8022024" y="4333608"/>
                <a:ext cx="8280" cy="82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CAE0A485-7CD2-C66C-BC4B-E043C5D49E69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986024" y="4297608"/>
                  <a:ext cx="7992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853F4A70-D889-2A81-9FB7-4864C52766BC}"/>
                    </a:ext>
                  </a:extLst>
                </p14:cNvPr>
                <p14:cNvContentPartPr/>
                <p14:nvPr/>
              </p14:nvContentPartPr>
              <p14:xfrm>
                <a:off x="8138664" y="4434408"/>
                <a:ext cx="95040" cy="8928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853F4A70-D889-2A81-9FB7-4864C52766B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103201" y="4398979"/>
                  <a:ext cx="165611" cy="15978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E97B799E-1D00-92EC-1200-F635FC35D80B}"/>
                    </a:ext>
                  </a:extLst>
                </p14:cNvPr>
                <p14:cNvContentPartPr/>
                <p14:nvPr/>
              </p14:nvContentPartPr>
              <p14:xfrm>
                <a:off x="8257104" y="4375368"/>
                <a:ext cx="124920" cy="1296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E97B799E-1D00-92EC-1200-F635FC35D80B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221716" y="4339958"/>
                  <a:ext cx="195342" cy="20006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AAEA960C-DA8D-6D95-FD61-073D27B28CDC}"/>
                    </a:ext>
                  </a:extLst>
                </p14:cNvPr>
                <p14:cNvContentPartPr/>
                <p14:nvPr/>
              </p14:nvContentPartPr>
              <p14:xfrm>
                <a:off x="8476344" y="4389768"/>
                <a:ext cx="153360" cy="9216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AAEA960C-DA8D-6D95-FD61-073D27B28CDC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441008" y="4354458"/>
                  <a:ext cx="223679" cy="1624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16060F31-BD14-3E9C-ACCE-F36D0BC94ABF}"/>
                    </a:ext>
                  </a:extLst>
                </p14:cNvPr>
                <p14:cNvContentPartPr/>
                <p14:nvPr/>
              </p14:nvContentPartPr>
              <p14:xfrm>
                <a:off x="7358544" y="4699008"/>
                <a:ext cx="137520" cy="1443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16060F31-BD14-3E9C-ACCE-F36D0BC94ABF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323192" y="4663626"/>
                  <a:ext cx="207871" cy="21477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EC950E36-B58E-77D3-7F9B-E1920301E4FB}"/>
                    </a:ext>
                  </a:extLst>
                </p14:cNvPr>
                <p14:cNvContentPartPr/>
                <p14:nvPr/>
              </p14:nvContentPartPr>
              <p14:xfrm>
                <a:off x="7297704" y="4620888"/>
                <a:ext cx="282960" cy="2685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EC950E36-B58E-77D3-7F9B-E1920301E4FB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262378" y="4585551"/>
                  <a:ext cx="353258" cy="3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DEDD6B1C-7D8E-AB67-4DDA-33B676B8ED5C}"/>
                    </a:ext>
                  </a:extLst>
                </p14:cNvPr>
                <p14:cNvContentPartPr/>
                <p14:nvPr/>
              </p14:nvContentPartPr>
              <p14:xfrm>
                <a:off x="6298344" y="3089736"/>
                <a:ext cx="3027960" cy="13813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DEDD6B1C-7D8E-AB67-4DDA-33B676B8ED5C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262971" y="3054363"/>
                  <a:ext cx="3098353" cy="1451712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4614DFB1-1031-5129-036C-629A81F9EAC9}"/>
              </a:ext>
            </a:extLst>
          </p:cNvPr>
          <p:cNvGrpSpPr/>
          <p:nvPr/>
        </p:nvGrpSpPr>
        <p:grpSpPr>
          <a:xfrm>
            <a:off x="7147944" y="5205456"/>
            <a:ext cx="2021040" cy="1207080"/>
            <a:chOff x="7147944" y="5205456"/>
            <a:chExt cx="2021040" cy="1207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0D81609-E995-5C11-91A9-ED5168A82D03}"/>
                    </a:ext>
                  </a:extLst>
                </p14:cNvPr>
                <p14:cNvContentPartPr/>
                <p14:nvPr/>
              </p14:nvContentPartPr>
              <p14:xfrm>
                <a:off x="7419744" y="5477976"/>
                <a:ext cx="302040" cy="2347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0D81609-E995-5C11-91A9-ED5168A82D03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383744" y="5441921"/>
                  <a:ext cx="373680" cy="30647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B45645A-06C5-2C56-3A08-A3B87DF9D71D}"/>
                    </a:ext>
                  </a:extLst>
                </p14:cNvPr>
                <p14:cNvContentPartPr/>
                <p14:nvPr/>
              </p14:nvContentPartPr>
              <p14:xfrm>
                <a:off x="7716384" y="5420016"/>
                <a:ext cx="183240" cy="2595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B45645A-06C5-2C56-3A08-A3B87DF9D71D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680384" y="5384016"/>
                  <a:ext cx="254880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40B7152-54ED-3C43-1038-20C61FF66A16}"/>
                    </a:ext>
                  </a:extLst>
                </p14:cNvPr>
                <p14:cNvContentPartPr/>
                <p14:nvPr/>
              </p14:nvContentPartPr>
              <p14:xfrm>
                <a:off x="7964424" y="5549256"/>
                <a:ext cx="214560" cy="1296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40B7152-54ED-3C43-1038-20C61FF66A16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928424" y="5513256"/>
                  <a:ext cx="28620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DB46BD0-D883-2A27-8AC6-6E9582231636}"/>
                    </a:ext>
                  </a:extLst>
                </p14:cNvPr>
                <p14:cNvContentPartPr/>
                <p14:nvPr/>
              </p14:nvContentPartPr>
              <p14:xfrm>
                <a:off x="8211744" y="5552496"/>
                <a:ext cx="117360" cy="1429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DB46BD0-D883-2A27-8AC6-6E9582231636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175744" y="5516405"/>
                  <a:ext cx="189000" cy="21474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04CFA6A-6413-B2BC-18FC-3BC2FDB1BC25}"/>
                    </a:ext>
                  </a:extLst>
                </p14:cNvPr>
                <p14:cNvContentPartPr/>
                <p14:nvPr/>
              </p14:nvContentPartPr>
              <p14:xfrm>
                <a:off x="8354304" y="5433336"/>
                <a:ext cx="254880" cy="2512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04CFA6A-6413-B2BC-18FC-3BC2FDB1BC25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318355" y="5397284"/>
                  <a:ext cx="326419" cy="32302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1C5B0CD8-D5FD-3BB8-915A-C50F44550FE6}"/>
                    </a:ext>
                  </a:extLst>
                </p14:cNvPr>
                <p14:cNvContentPartPr/>
                <p14:nvPr/>
              </p14:nvContentPartPr>
              <p14:xfrm>
                <a:off x="7967304" y="5783616"/>
                <a:ext cx="35640" cy="1609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1C5B0CD8-D5FD-3BB8-915A-C50F44550FE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931304" y="5747535"/>
                  <a:ext cx="107280" cy="23272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A6AD15F-D4E9-3CB6-0B55-15F5C2E1108F}"/>
                    </a:ext>
                  </a:extLst>
                </p14:cNvPr>
                <p14:cNvContentPartPr/>
                <p14:nvPr/>
              </p14:nvContentPartPr>
              <p14:xfrm>
                <a:off x="7889184" y="5852736"/>
                <a:ext cx="299520" cy="367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A6AD15F-D4E9-3CB6-0B55-15F5C2E1108F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853141" y="5816736"/>
                  <a:ext cx="371246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C32766E-6DED-9FBF-5B7F-2C82D11C5816}"/>
                    </a:ext>
                  </a:extLst>
                </p14:cNvPr>
                <p14:cNvContentPartPr/>
                <p14:nvPr/>
              </p14:nvContentPartPr>
              <p14:xfrm>
                <a:off x="7497504" y="6089256"/>
                <a:ext cx="332640" cy="2253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C32766E-6DED-9FBF-5B7F-2C82D11C581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461504" y="6053256"/>
                  <a:ext cx="40428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C9FB537-91FC-098D-7A7C-5E7BA3F45B4B}"/>
                    </a:ext>
                  </a:extLst>
                </p14:cNvPr>
                <p14:cNvContentPartPr/>
                <p14:nvPr/>
              </p14:nvContentPartPr>
              <p14:xfrm>
                <a:off x="7672104" y="6205536"/>
                <a:ext cx="163800" cy="1324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C9FB537-91FC-098D-7A7C-5E7BA3F45B4B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636104" y="6169536"/>
                  <a:ext cx="23544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5CF47DA-5ED7-7C7D-9175-3F01CF895D24}"/>
                    </a:ext>
                  </a:extLst>
                </p14:cNvPr>
                <p14:cNvContentPartPr/>
                <p14:nvPr/>
              </p14:nvContentPartPr>
              <p14:xfrm>
                <a:off x="7917264" y="6191856"/>
                <a:ext cx="196200" cy="939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5CF47DA-5ED7-7C7D-9175-3F01CF895D24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881264" y="6155718"/>
                  <a:ext cx="267840" cy="16587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4B22E7D7-3CDC-1225-EB90-0EFDFAD3A6CA}"/>
                    </a:ext>
                  </a:extLst>
                </p14:cNvPr>
                <p14:cNvContentPartPr/>
                <p14:nvPr/>
              </p14:nvContentPartPr>
              <p14:xfrm>
                <a:off x="8127504" y="6181416"/>
                <a:ext cx="81720" cy="1256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4B22E7D7-3CDC-1225-EB90-0EFDFAD3A6CA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091504" y="6145416"/>
                  <a:ext cx="15336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72E0F672-26DA-37AB-141F-8FCFA05A6496}"/>
                    </a:ext>
                  </a:extLst>
                </p14:cNvPr>
                <p14:cNvContentPartPr/>
                <p14:nvPr/>
              </p14:nvContentPartPr>
              <p14:xfrm>
                <a:off x="8293104" y="6173856"/>
                <a:ext cx="105840" cy="1195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72E0F672-26DA-37AB-141F-8FCFA05A6496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257104" y="6137856"/>
                  <a:ext cx="17748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6741ECAB-9A49-4739-6554-5B37479BC996}"/>
                    </a:ext>
                  </a:extLst>
                </p14:cNvPr>
                <p14:cNvContentPartPr/>
                <p14:nvPr/>
              </p14:nvContentPartPr>
              <p14:xfrm>
                <a:off x="8420544" y="6058656"/>
                <a:ext cx="51840" cy="2466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6741ECAB-9A49-4739-6554-5B37479BC996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384544" y="6022656"/>
                  <a:ext cx="12348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1CA6A803-3229-5308-F6B2-DB353CD84DCC}"/>
                    </a:ext>
                  </a:extLst>
                </p14:cNvPr>
                <p14:cNvContentPartPr/>
                <p14:nvPr/>
              </p14:nvContentPartPr>
              <p14:xfrm>
                <a:off x="8450424" y="6189336"/>
                <a:ext cx="101520" cy="288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1CA6A803-3229-5308-F6B2-DB353CD84DCC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414424" y="6153336"/>
                  <a:ext cx="17316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4C4AA62C-6104-A434-9A3D-79ED052DAA63}"/>
                    </a:ext>
                  </a:extLst>
                </p14:cNvPr>
                <p14:cNvContentPartPr/>
                <p14:nvPr/>
              </p14:nvContentPartPr>
              <p14:xfrm>
                <a:off x="8592264" y="6161976"/>
                <a:ext cx="24840" cy="1101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4C4AA62C-6104-A434-9A3D-79ED052DAA63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556264" y="6125976"/>
                  <a:ext cx="9648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AD46D41B-734F-B67B-5153-C4C6F445920B}"/>
                    </a:ext>
                  </a:extLst>
                </p14:cNvPr>
                <p14:cNvContentPartPr/>
                <p14:nvPr/>
              </p14:nvContentPartPr>
              <p14:xfrm>
                <a:off x="8579304" y="6052896"/>
                <a:ext cx="29880" cy="201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AD46D41B-734F-B67B-5153-C4C6F445920B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543304" y="6016896"/>
                  <a:ext cx="10152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6BE6D675-D161-DBD9-E55F-CA70F45D95EA}"/>
                    </a:ext>
                  </a:extLst>
                </p14:cNvPr>
                <p14:cNvContentPartPr/>
                <p14:nvPr/>
              </p14:nvContentPartPr>
              <p14:xfrm>
                <a:off x="8659224" y="6118416"/>
                <a:ext cx="326160" cy="1742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6BE6D675-D161-DBD9-E55F-CA70F45D95EA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623224" y="6082416"/>
                  <a:ext cx="39780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9F016AD-3508-640A-9EE4-70D23AE864E0}"/>
                    </a:ext>
                  </a:extLst>
                </p14:cNvPr>
                <p14:cNvContentPartPr/>
                <p14:nvPr/>
              </p14:nvContentPartPr>
              <p14:xfrm>
                <a:off x="7147944" y="5403816"/>
                <a:ext cx="2021040" cy="10087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9F016AD-3508-640A-9EE4-70D23AE864E0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111944" y="5367829"/>
                  <a:ext cx="2092680" cy="10803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842C18A3-1AA4-3CE3-EC0D-0C25FCF56F82}"/>
                    </a:ext>
                  </a:extLst>
                </p14:cNvPr>
                <p14:cNvContentPartPr/>
                <p14:nvPr/>
              </p14:nvContentPartPr>
              <p14:xfrm>
                <a:off x="8232264" y="5205456"/>
                <a:ext cx="605880" cy="2772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842C18A3-1AA4-3CE3-EC0D-0C25FCF56F82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196264" y="5169503"/>
                  <a:ext cx="677520" cy="348747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C3C98302-9B30-3B07-183F-81401101C394}"/>
              </a:ext>
            </a:extLst>
          </p:cNvPr>
          <p:cNvSpPr txBox="1"/>
          <p:nvPr/>
        </p:nvSpPr>
        <p:spPr>
          <a:xfrm>
            <a:off x="202672" y="610584"/>
            <a:ext cx="650592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❌ Limitations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Depends on retrieval quality (step 2 and step 3)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Slightly more complex pipeline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Latency (search + generation)</a:t>
            </a:r>
          </a:p>
        </p:txBody>
      </p:sp>
    </p:spTree>
    <p:extLst>
      <p:ext uri="{BB962C8B-B14F-4D97-AF65-F5344CB8AC3E}">
        <p14:creationId xmlns:p14="http://schemas.microsoft.com/office/powerpoint/2010/main" val="10607708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A9C63-97C4-1F94-EB50-33748CC39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E28986C-705E-D7D7-B60A-D9A732184ADD}"/>
              </a:ext>
            </a:extLst>
          </p:cNvPr>
          <p:cNvSpPr txBox="1"/>
          <p:nvPr/>
        </p:nvSpPr>
        <p:spPr>
          <a:xfrm>
            <a:off x="148336" y="199104"/>
            <a:ext cx="10292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Key Differences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691047A-D4DA-B740-14DA-095B85790C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8454026"/>
              </p:ext>
            </p:extLst>
          </p:nvPr>
        </p:nvGraphicFramePr>
        <p:xfrm>
          <a:off x="408432" y="1221518"/>
          <a:ext cx="10515600" cy="320040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23333768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81409249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3702412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Fine-Tuning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RAG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932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Training required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✅ 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❌ 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87563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Updates knowledge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❌ Hard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✅ Easy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1531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Cost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💰 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💰 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86124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Best for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Behavior/style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Knowledge retrieval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57471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Data freshness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Static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Dynamic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54724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Implementation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Simple after training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Pipeline needed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23205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82729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E1B75-886E-0812-B2FD-DD250C225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EXTRA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2F8BE4-9CEA-0DAD-0357-E0A8215F169D}"/>
              </a:ext>
            </a:extLst>
          </p:cNvPr>
          <p:cNvSpPr txBox="1"/>
          <p:nvPr/>
        </p:nvSpPr>
        <p:spPr>
          <a:xfrm>
            <a:off x="274320" y="933117"/>
            <a:ext cx="11658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Ffnbksdfd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Fdslj;f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Fl;ds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1532</TotalTime>
  <Words>324</Words>
  <Application>Microsoft Office PowerPoint</Application>
  <PresentationFormat>Widescreen</PresentationFormat>
  <Paragraphs>97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EXTRA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285</cp:revision>
  <dcterms:created xsi:type="dcterms:W3CDTF">2025-09-22T02:44:38Z</dcterms:created>
  <dcterms:modified xsi:type="dcterms:W3CDTF">2026-08-20T18:11:38Z</dcterms:modified>
</cp:coreProperties>
</file>