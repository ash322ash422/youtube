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pPr algn="ctr">
              <a:buNone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8F84-1D21-6429-6A78-63032060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4804B7-AD36-D53B-93F0-B960D947887B}"/>
              </a:ext>
            </a:extLst>
          </p:cNvPr>
          <p:cNvSpPr txBox="1"/>
          <p:nvPr/>
        </p:nvSpPr>
        <p:spPr>
          <a:xfrm>
            <a:off x="267208" y="226536"/>
            <a:ext cx="10292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Where to Store PDF / Documents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cheap, scalable object storage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☁️ Best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Cloud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Blob Storage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These are industry standard: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PDFs, DOCX, HTML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Cheap (~₹1–2 per GB/month)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49476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9C51-4388-88A5-8E93-C539FF3F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8FD14C-1C5E-40A0-E6B9-81C7E5D9300C}"/>
              </a:ext>
            </a:extLst>
          </p:cNvPr>
          <p:cNvSpPr txBox="1"/>
          <p:nvPr/>
        </p:nvSpPr>
        <p:spPr>
          <a:xfrm>
            <a:off x="267208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Vector Database (Core of RAG)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embeddings + enables similarity search.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🚀 Popular Vector DBs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Pinecone: Fully managed , Easiest to start , Paid but reliable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Open-source + cloud, Good hybrid search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Milvus: High-performance , Used in large-scale systems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Chroma: Local + lightweight , Perfect for demos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Qdrant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Fast + open-source, Good balance of simplicity + performance</a:t>
            </a:r>
          </a:p>
        </p:txBody>
      </p:sp>
    </p:spTree>
    <p:extLst>
      <p:ext uri="{BB962C8B-B14F-4D97-AF65-F5344CB8AC3E}">
        <p14:creationId xmlns:p14="http://schemas.microsoft.com/office/powerpoint/2010/main" val="206058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1D8E-BFBB-6432-40DD-261CDEB85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175390-ABDA-2202-7340-61163EFABACF}"/>
              </a:ext>
            </a:extLst>
          </p:cNvPr>
          <p:cNvSpPr txBox="1"/>
          <p:nvPr/>
        </p:nvSpPr>
        <p:spPr>
          <a:xfrm>
            <a:off x="267208" y="226536"/>
            <a:ext cx="10292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 Options (Brain of RAG)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🌐 API-based Models (Easiest)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(GPT-4 / GPT-4.1 / GPT-5 series)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Anthropic (Claude)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(Gemini)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Pros: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infra needed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quality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Cons: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+ API dependency</a:t>
            </a:r>
          </a:p>
        </p:txBody>
      </p:sp>
    </p:spTree>
    <p:extLst>
      <p:ext uri="{BB962C8B-B14F-4D97-AF65-F5344CB8AC3E}">
        <p14:creationId xmlns:p14="http://schemas.microsoft.com/office/powerpoint/2010/main" val="17147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5DE9-5902-38B6-CE5B-B3EAD66E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1A30FC-F7C8-DAC8-024F-4E4C27A11946}"/>
              </a:ext>
            </a:extLst>
          </p:cNvPr>
          <p:cNvSpPr txBox="1"/>
          <p:nvPr/>
        </p:nvSpPr>
        <p:spPr>
          <a:xfrm>
            <a:off x="267208" y="226536"/>
            <a:ext cx="102920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 Options (Brain of RAG)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Open Source Models (Self-hosted)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Meta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Mistral AI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Mixtral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Mistral)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 Face (hosting + inference)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Deploy via: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vLLM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Ollama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Inference Endpoints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deployment → OpenAI / Claude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control → Mistral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(self-hosted)</a:t>
            </a:r>
          </a:p>
        </p:txBody>
      </p:sp>
    </p:spTree>
    <p:extLst>
      <p:ext uri="{BB962C8B-B14F-4D97-AF65-F5344CB8AC3E}">
        <p14:creationId xmlns:p14="http://schemas.microsoft.com/office/powerpoint/2010/main" val="300936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E065-6806-5874-FCA5-46724598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772C11F-62C6-9250-2AD3-33159A566534}"/>
              </a:ext>
            </a:extLst>
          </p:cNvPr>
          <p:cNvSpPr txBox="1"/>
          <p:nvPr/>
        </p:nvSpPr>
        <p:spPr>
          <a:xfrm>
            <a:off x="267208" y="226536"/>
            <a:ext cx="1029208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API Gateway / Backend Layer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your app logic lives.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⚙️ Backend Frameworks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(🔥 best for RAG)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Node.js (Express/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NestJS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🌍 API Gateway / Hosting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API Gateway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Cloudflare Workers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Vercel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Render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Render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Scalable → AWS API Gateway + Lambda</a:t>
            </a:r>
          </a:p>
        </p:txBody>
      </p:sp>
    </p:spTree>
    <p:extLst>
      <p:ext uri="{BB962C8B-B14F-4D97-AF65-F5344CB8AC3E}">
        <p14:creationId xmlns:p14="http://schemas.microsoft.com/office/powerpoint/2010/main" val="280147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6E93-0CE4-6DE8-7522-D19A75E0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C27B47-2FFC-3770-FCC9-11EF416EA3D7}"/>
              </a:ext>
            </a:extLst>
          </p:cNvPr>
          <p:cNvSpPr txBox="1"/>
          <p:nvPr/>
        </p:nvSpPr>
        <p:spPr>
          <a:xfrm>
            <a:off x="267208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 Models (Very Important)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to convert text → vectors.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Embeddings (text-embedding-3-large)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 Face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Transformers (all-MiniLM-L6-v2)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Tip: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embeddings same across indexing + querying</a:t>
            </a:r>
          </a:p>
        </p:txBody>
      </p:sp>
    </p:spTree>
    <p:extLst>
      <p:ext uri="{BB962C8B-B14F-4D97-AF65-F5344CB8AC3E}">
        <p14:creationId xmlns:p14="http://schemas.microsoft.com/office/powerpoint/2010/main" val="89154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2F1F-CACE-F5B1-D14B-403C063C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ADF5F3-74CF-6B58-0684-36BE1466F452}"/>
              </a:ext>
            </a:extLst>
          </p:cNvPr>
          <p:cNvSpPr txBox="1"/>
          <p:nvPr/>
        </p:nvSpPr>
        <p:spPr>
          <a:xfrm>
            <a:off x="267208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Orchestration Framework (Optional but Powerful)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Helps with: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Pipelines </a:t>
            </a:r>
          </a:p>
        </p:txBody>
      </p:sp>
    </p:spTree>
    <p:extLst>
      <p:ext uri="{BB962C8B-B14F-4D97-AF65-F5344CB8AC3E}">
        <p14:creationId xmlns:p14="http://schemas.microsoft.com/office/powerpoint/2010/main" val="285192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4366-6B89-812E-D741-FE490D4C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E3F381-3E36-07CC-A672-391FA901E13A}"/>
              </a:ext>
            </a:extLst>
          </p:cNvPr>
          <p:cNvSpPr txBox="1"/>
          <p:nvPr/>
        </p:nvSpPr>
        <p:spPr>
          <a:xfrm>
            <a:off x="267208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Deployment Platforms (Where your app runs)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Platforms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Railway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Vercel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/ Scalable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Web Services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Cloud Platform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2706067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2501-0EF4-73BD-FA05-C867911E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35110B7-FFF6-7E23-3538-0EF74533EEFA}"/>
              </a:ext>
            </a:extLst>
          </p:cNvPr>
          <p:cNvSpPr txBox="1"/>
          <p:nvPr/>
        </p:nvSpPr>
        <p:spPr>
          <a:xfrm>
            <a:off x="267208" y="226536"/>
            <a:ext cx="50363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Stacks (Pick One)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 Stack (₹0–₹1000/month)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Supabase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→ Chroma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→ OpenAI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Hosting → Render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3D6B4-DF5F-9504-4247-AB62634AA4EC}"/>
              </a:ext>
            </a:extLst>
          </p:cNvPr>
          <p:cNvSpPr txBox="1"/>
          <p:nvPr/>
        </p:nvSpPr>
        <p:spPr>
          <a:xfrm>
            <a:off x="6021324" y="997357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/ Scalable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→ 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Milvus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Kubernetes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Mixtral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(self-hosted)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Gateway → AWS API Gateway</a:t>
            </a:r>
          </a:p>
        </p:txBody>
      </p:sp>
    </p:spTree>
    <p:extLst>
      <p:ext uri="{BB962C8B-B14F-4D97-AF65-F5344CB8AC3E}">
        <p14:creationId xmlns:p14="http://schemas.microsoft.com/office/powerpoint/2010/main" val="232702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1384</TotalTime>
  <Words>455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245</cp:revision>
  <dcterms:created xsi:type="dcterms:W3CDTF">2025-09-22T02:44:38Z</dcterms:created>
  <dcterms:modified xsi:type="dcterms:W3CDTF">2026-03-28T06:09:00Z</dcterms:modified>
</cp:coreProperties>
</file>