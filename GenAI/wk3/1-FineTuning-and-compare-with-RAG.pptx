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7" r:id="rId2"/>
    <p:sldId id="276" r:id="rId3"/>
    <p:sldId id="277" r:id="rId4"/>
    <p:sldId id="286" r:id="rId5"/>
    <p:sldId id="287" r:id="rId6"/>
    <p:sldId id="289" r:id="rId7"/>
    <p:sldId id="278" r:id="rId8"/>
    <p:sldId id="288" r:id="rId9"/>
    <p:sldId id="279" r:id="rId10"/>
    <p:sldId id="290" r:id="rId11"/>
    <p:sldId id="280" r:id="rId12"/>
    <p:sldId id="281" r:id="rId13"/>
    <p:sldId id="282" r:id="rId14"/>
    <p:sldId id="283" r:id="rId15"/>
    <p:sldId id="284" r:id="rId16"/>
    <p:sldId id="285"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3/26/2026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0.792"/>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1.888"/>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09"/>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10"/>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5"/>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6"/>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59"/>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60"/>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14.575"/>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15.497"/>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16.683"/>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17.997"/>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1.555"/>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2"/>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2.733"/>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3.490"/>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4.346"/>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5.153"/>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8.589"/>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29.257"/>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1:45.302"/>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08.014"/>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09.896"/>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11.211"/>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12.971"/>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15.318"/>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16.887"/>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43.956"/>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45.108"/>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58.213"/>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2:59.041"/>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00.608"/>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01.148"/>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03.021"/>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04.474"/>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1"/>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2"/>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3"/>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4"/>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5"/>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6"/>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7"/>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8"/>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39"/>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0"/>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1"/>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2"/>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3"/>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4"/>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5"/>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6"/>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7"/>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8"/>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49"/>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0"/>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1"/>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2"/>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3"/>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4"/>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5"/>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6"/>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3:33.557"/>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3"/>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4"/>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5"/>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6"/>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7"/>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8"/>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29"/>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0"/>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1"/>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2"/>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3"/>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4"/>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5"/>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6"/>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7"/>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8"/>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39"/>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0"/>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1"/>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2"/>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3"/>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4"/>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5"/>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6"/>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7"/>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8"/>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15.349"/>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0"/>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1"/>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2"/>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3"/>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4"/>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5"/>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6"/>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7"/>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8"/>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39"/>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0"/>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1"/>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2"/>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3"/>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4"/>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5"/>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6"/>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7"/>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8"/>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49"/>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0"/>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1"/>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2"/>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3"/>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4"/>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5"/>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6:34:29.156"/>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3/26/2026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customXml" Target="../ink/ink25.xml"/><Relationship Id="rId26" Type="http://schemas.openxmlformats.org/officeDocument/2006/relationships/customXml" Target="../ink/ink29.xml"/><Relationship Id="rId39" Type="http://schemas.openxmlformats.org/officeDocument/2006/relationships/image" Target="../media/image24.png"/><Relationship Id="rId21" Type="http://schemas.openxmlformats.org/officeDocument/2006/relationships/image" Target="../media/image15.png"/><Relationship Id="rId34" Type="http://schemas.openxmlformats.org/officeDocument/2006/relationships/customXml" Target="../ink/ink33.xml"/><Relationship Id="rId42" Type="http://schemas.openxmlformats.org/officeDocument/2006/relationships/customXml" Target="../ink/ink37.xml"/><Relationship Id="rId47" Type="http://schemas.openxmlformats.org/officeDocument/2006/relationships/image" Target="../media/image28.png"/><Relationship Id="rId50" Type="http://schemas.openxmlformats.org/officeDocument/2006/relationships/customXml" Target="../ink/ink41.xml"/><Relationship Id="rId55" Type="http://schemas.openxmlformats.org/officeDocument/2006/relationships/image" Target="../media/image32.png"/><Relationship Id="rId7" Type="http://schemas.openxmlformats.org/officeDocument/2006/relationships/image" Target="../media/image80.png"/><Relationship Id="rId12" Type="http://schemas.openxmlformats.org/officeDocument/2006/relationships/customXml" Target="../ink/ink22.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35.xml"/><Relationship Id="rId46" Type="http://schemas.openxmlformats.org/officeDocument/2006/relationships/customXml" Target="../ink/ink39.xml"/><Relationship Id="rId2" Type="http://schemas.openxmlformats.org/officeDocument/2006/relationships/customXml" Target="../ink/ink17.xml"/><Relationship Id="rId16" Type="http://schemas.openxmlformats.org/officeDocument/2006/relationships/customXml" Target="../ink/ink24.xml"/><Relationship Id="rId20" Type="http://schemas.openxmlformats.org/officeDocument/2006/relationships/customXml" Target="../ink/ink26.xml"/><Relationship Id="rId29" Type="http://schemas.openxmlformats.org/officeDocument/2006/relationships/image" Target="../media/image19.png"/><Relationship Id="rId41" Type="http://schemas.openxmlformats.org/officeDocument/2006/relationships/image" Target="../media/image25.png"/><Relationship Id="rId54" Type="http://schemas.openxmlformats.org/officeDocument/2006/relationships/customXml" Target="../ink/ink43.xml"/><Relationship Id="rId1" Type="http://schemas.openxmlformats.org/officeDocument/2006/relationships/slideLayout" Target="../slideLayouts/slideLayout2.xml"/><Relationship Id="rId6" Type="http://schemas.openxmlformats.org/officeDocument/2006/relationships/customXml" Target="../ink/ink19.xml"/><Relationship Id="rId11" Type="http://schemas.openxmlformats.org/officeDocument/2006/relationships/image" Target="../media/image10.png"/><Relationship Id="rId24" Type="http://schemas.openxmlformats.org/officeDocument/2006/relationships/customXml" Target="../ink/ink28.xml"/><Relationship Id="rId32" Type="http://schemas.openxmlformats.org/officeDocument/2006/relationships/customXml" Target="../ink/ink32.xml"/><Relationship Id="rId37" Type="http://schemas.openxmlformats.org/officeDocument/2006/relationships/image" Target="../media/image23.png"/><Relationship Id="rId40" Type="http://schemas.openxmlformats.org/officeDocument/2006/relationships/customXml" Target="../ink/ink36.xml"/><Relationship Id="rId45" Type="http://schemas.openxmlformats.org/officeDocument/2006/relationships/image" Target="../media/image27.png"/><Relationship Id="rId53" Type="http://schemas.openxmlformats.org/officeDocument/2006/relationships/image" Target="../media/image31.png"/><Relationship Id="rId5" Type="http://schemas.openxmlformats.org/officeDocument/2006/relationships/image" Target="../media/image70.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30.xml"/><Relationship Id="rId36" Type="http://schemas.openxmlformats.org/officeDocument/2006/relationships/customXml" Target="../ink/ink34.xml"/><Relationship Id="rId49" Type="http://schemas.openxmlformats.org/officeDocument/2006/relationships/image" Target="../media/image29.png"/><Relationship Id="rId10" Type="http://schemas.openxmlformats.org/officeDocument/2006/relationships/customXml" Target="../ink/ink21.xml"/><Relationship Id="rId19"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customXml" Target="../ink/ink38.xml"/><Relationship Id="rId52" Type="http://schemas.openxmlformats.org/officeDocument/2006/relationships/customXml" Target="../ink/ink42.xml"/><Relationship Id="rId4" Type="http://schemas.openxmlformats.org/officeDocument/2006/relationships/customXml" Target="../ink/ink18.xml"/><Relationship Id="rId9" Type="http://schemas.openxmlformats.org/officeDocument/2006/relationships/image" Target="../media/image90.png"/><Relationship Id="rId14" Type="http://schemas.openxmlformats.org/officeDocument/2006/relationships/customXml" Target="../ink/ink23.xml"/><Relationship Id="rId22" Type="http://schemas.openxmlformats.org/officeDocument/2006/relationships/customXml" Target="../ink/ink27.xml"/><Relationship Id="rId27" Type="http://schemas.openxmlformats.org/officeDocument/2006/relationships/image" Target="../media/image18.png"/><Relationship Id="rId30" Type="http://schemas.openxmlformats.org/officeDocument/2006/relationships/customXml" Target="../ink/ink31.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40.xml"/><Relationship Id="rId8" Type="http://schemas.openxmlformats.org/officeDocument/2006/relationships/customXml" Target="../ink/ink20.xml"/><Relationship Id="rId51" Type="http://schemas.openxmlformats.org/officeDocument/2006/relationships/image" Target="../media/image30.png"/><Relationship Id="rId3" Type="http://schemas.openxmlformats.org/officeDocument/2006/relationships/image" Target="../media/image60.png"/></Relationships>
</file>

<file path=ppt/slides/_rels/slide13.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customXml" Target="../ink/ink52.xml"/><Relationship Id="rId26" Type="http://schemas.openxmlformats.org/officeDocument/2006/relationships/customXml" Target="../ink/ink56.xml"/><Relationship Id="rId39" Type="http://schemas.openxmlformats.org/officeDocument/2006/relationships/image" Target="../media/image24.png"/><Relationship Id="rId21" Type="http://schemas.openxmlformats.org/officeDocument/2006/relationships/image" Target="../media/image15.png"/><Relationship Id="rId34" Type="http://schemas.openxmlformats.org/officeDocument/2006/relationships/customXml" Target="../ink/ink60.xml"/><Relationship Id="rId42" Type="http://schemas.openxmlformats.org/officeDocument/2006/relationships/customXml" Target="../ink/ink64.xml"/><Relationship Id="rId47" Type="http://schemas.openxmlformats.org/officeDocument/2006/relationships/image" Target="../media/image28.png"/><Relationship Id="rId50" Type="http://schemas.openxmlformats.org/officeDocument/2006/relationships/customXml" Target="../ink/ink68.xml"/><Relationship Id="rId55" Type="http://schemas.openxmlformats.org/officeDocument/2006/relationships/image" Target="../media/image32.png"/><Relationship Id="rId7" Type="http://schemas.openxmlformats.org/officeDocument/2006/relationships/image" Target="../media/image80.png"/><Relationship Id="rId12" Type="http://schemas.openxmlformats.org/officeDocument/2006/relationships/customXml" Target="../ink/ink49.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62.xml"/><Relationship Id="rId46" Type="http://schemas.openxmlformats.org/officeDocument/2006/relationships/customXml" Target="../ink/ink66.xml"/><Relationship Id="rId2" Type="http://schemas.openxmlformats.org/officeDocument/2006/relationships/customXml" Target="../ink/ink44.xml"/><Relationship Id="rId16" Type="http://schemas.openxmlformats.org/officeDocument/2006/relationships/customXml" Target="../ink/ink51.xml"/><Relationship Id="rId20" Type="http://schemas.openxmlformats.org/officeDocument/2006/relationships/customXml" Target="../ink/ink53.xml"/><Relationship Id="rId29" Type="http://schemas.openxmlformats.org/officeDocument/2006/relationships/image" Target="../media/image19.png"/><Relationship Id="rId41" Type="http://schemas.openxmlformats.org/officeDocument/2006/relationships/image" Target="../media/image25.png"/><Relationship Id="rId54" Type="http://schemas.openxmlformats.org/officeDocument/2006/relationships/customXml" Target="../ink/ink70.xml"/><Relationship Id="rId1" Type="http://schemas.openxmlformats.org/officeDocument/2006/relationships/slideLayout" Target="../slideLayouts/slideLayout2.xml"/><Relationship Id="rId6" Type="http://schemas.openxmlformats.org/officeDocument/2006/relationships/customXml" Target="../ink/ink46.xml"/><Relationship Id="rId11" Type="http://schemas.openxmlformats.org/officeDocument/2006/relationships/image" Target="../media/image10.png"/><Relationship Id="rId24" Type="http://schemas.openxmlformats.org/officeDocument/2006/relationships/customXml" Target="../ink/ink55.xml"/><Relationship Id="rId32" Type="http://schemas.openxmlformats.org/officeDocument/2006/relationships/customXml" Target="../ink/ink59.xml"/><Relationship Id="rId37" Type="http://schemas.openxmlformats.org/officeDocument/2006/relationships/image" Target="../media/image23.png"/><Relationship Id="rId40" Type="http://schemas.openxmlformats.org/officeDocument/2006/relationships/customXml" Target="../ink/ink63.xml"/><Relationship Id="rId45" Type="http://schemas.openxmlformats.org/officeDocument/2006/relationships/image" Target="../media/image27.png"/><Relationship Id="rId53" Type="http://schemas.openxmlformats.org/officeDocument/2006/relationships/image" Target="../media/image31.png"/><Relationship Id="rId5" Type="http://schemas.openxmlformats.org/officeDocument/2006/relationships/image" Target="../media/image70.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57.xml"/><Relationship Id="rId36" Type="http://schemas.openxmlformats.org/officeDocument/2006/relationships/customXml" Target="../ink/ink61.xml"/><Relationship Id="rId49" Type="http://schemas.openxmlformats.org/officeDocument/2006/relationships/image" Target="../media/image29.png"/><Relationship Id="rId10" Type="http://schemas.openxmlformats.org/officeDocument/2006/relationships/customXml" Target="../ink/ink48.xml"/><Relationship Id="rId19"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customXml" Target="../ink/ink65.xml"/><Relationship Id="rId52" Type="http://schemas.openxmlformats.org/officeDocument/2006/relationships/customXml" Target="../ink/ink69.xml"/><Relationship Id="rId4" Type="http://schemas.openxmlformats.org/officeDocument/2006/relationships/customXml" Target="../ink/ink45.xml"/><Relationship Id="rId9" Type="http://schemas.openxmlformats.org/officeDocument/2006/relationships/image" Target="../media/image90.png"/><Relationship Id="rId14" Type="http://schemas.openxmlformats.org/officeDocument/2006/relationships/customXml" Target="../ink/ink50.xml"/><Relationship Id="rId22" Type="http://schemas.openxmlformats.org/officeDocument/2006/relationships/customXml" Target="../ink/ink54.xml"/><Relationship Id="rId27" Type="http://schemas.openxmlformats.org/officeDocument/2006/relationships/image" Target="../media/image18.png"/><Relationship Id="rId30" Type="http://schemas.openxmlformats.org/officeDocument/2006/relationships/customXml" Target="../ink/ink58.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67.xml"/><Relationship Id="rId8" Type="http://schemas.openxmlformats.org/officeDocument/2006/relationships/customXml" Target="../ink/ink47.xml"/><Relationship Id="rId51" Type="http://schemas.openxmlformats.org/officeDocument/2006/relationships/image" Target="../media/image30.png"/><Relationship Id="rId3" Type="http://schemas.openxmlformats.org/officeDocument/2006/relationships/image" Target="../media/image60.png"/></Relationships>
</file>

<file path=ppt/slides/_rels/slide14.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customXml" Target="../ink/ink79.xml"/><Relationship Id="rId26" Type="http://schemas.openxmlformats.org/officeDocument/2006/relationships/customXml" Target="../ink/ink83.xml"/><Relationship Id="rId39" Type="http://schemas.openxmlformats.org/officeDocument/2006/relationships/image" Target="../media/image24.png"/><Relationship Id="rId21" Type="http://schemas.openxmlformats.org/officeDocument/2006/relationships/image" Target="../media/image15.png"/><Relationship Id="rId34" Type="http://schemas.openxmlformats.org/officeDocument/2006/relationships/customXml" Target="../ink/ink87.xml"/><Relationship Id="rId42" Type="http://schemas.openxmlformats.org/officeDocument/2006/relationships/customXml" Target="../ink/ink91.xml"/><Relationship Id="rId47" Type="http://schemas.openxmlformats.org/officeDocument/2006/relationships/image" Target="../media/image28.png"/><Relationship Id="rId50" Type="http://schemas.openxmlformats.org/officeDocument/2006/relationships/customXml" Target="../ink/ink95.xml"/><Relationship Id="rId55" Type="http://schemas.openxmlformats.org/officeDocument/2006/relationships/image" Target="../media/image32.png"/><Relationship Id="rId7" Type="http://schemas.openxmlformats.org/officeDocument/2006/relationships/image" Target="../media/image80.png"/><Relationship Id="rId12" Type="http://schemas.openxmlformats.org/officeDocument/2006/relationships/customXml" Target="../ink/ink76.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89.xml"/><Relationship Id="rId46" Type="http://schemas.openxmlformats.org/officeDocument/2006/relationships/customXml" Target="../ink/ink93.xml"/><Relationship Id="rId2" Type="http://schemas.openxmlformats.org/officeDocument/2006/relationships/customXml" Target="../ink/ink71.xml"/><Relationship Id="rId16" Type="http://schemas.openxmlformats.org/officeDocument/2006/relationships/customXml" Target="../ink/ink78.xml"/><Relationship Id="rId20" Type="http://schemas.openxmlformats.org/officeDocument/2006/relationships/customXml" Target="../ink/ink80.xml"/><Relationship Id="rId29" Type="http://schemas.openxmlformats.org/officeDocument/2006/relationships/image" Target="../media/image19.png"/><Relationship Id="rId41" Type="http://schemas.openxmlformats.org/officeDocument/2006/relationships/image" Target="../media/image25.png"/><Relationship Id="rId54" Type="http://schemas.openxmlformats.org/officeDocument/2006/relationships/customXml" Target="../ink/ink97.xml"/><Relationship Id="rId1" Type="http://schemas.openxmlformats.org/officeDocument/2006/relationships/slideLayout" Target="../slideLayouts/slideLayout2.xml"/><Relationship Id="rId6" Type="http://schemas.openxmlformats.org/officeDocument/2006/relationships/customXml" Target="../ink/ink73.xml"/><Relationship Id="rId11" Type="http://schemas.openxmlformats.org/officeDocument/2006/relationships/image" Target="../media/image10.png"/><Relationship Id="rId24" Type="http://schemas.openxmlformats.org/officeDocument/2006/relationships/customXml" Target="../ink/ink82.xml"/><Relationship Id="rId32" Type="http://schemas.openxmlformats.org/officeDocument/2006/relationships/customXml" Target="../ink/ink86.xml"/><Relationship Id="rId37" Type="http://schemas.openxmlformats.org/officeDocument/2006/relationships/image" Target="../media/image23.png"/><Relationship Id="rId40" Type="http://schemas.openxmlformats.org/officeDocument/2006/relationships/customXml" Target="../ink/ink90.xml"/><Relationship Id="rId45" Type="http://schemas.openxmlformats.org/officeDocument/2006/relationships/image" Target="../media/image27.png"/><Relationship Id="rId53" Type="http://schemas.openxmlformats.org/officeDocument/2006/relationships/image" Target="../media/image31.png"/><Relationship Id="rId5" Type="http://schemas.openxmlformats.org/officeDocument/2006/relationships/image" Target="../media/image70.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84.xml"/><Relationship Id="rId36" Type="http://schemas.openxmlformats.org/officeDocument/2006/relationships/customXml" Target="../ink/ink88.xml"/><Relationship Id="rId49" Type="http://schemas.openxmlformats.org/officeDocument/2006/relationships/image" Target="../media/image29.png"/><Relationship Id="rId10" Type="http://schemas.openxmlformats.org/officeDocument/2006/relationships/customXml" Target="../ink/ink75.xml"/><Relationship Id="rId19"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customXml" Target="../ink/ink92.xml"/><Relationship Id="rId52" Type="http://schemas.openxmlformats.org/officeDocument/2006/relationships/customXml" Target="../ink/ink96.xml"/><Relationship Id="rId4" Type="http://schemas.openxmlformats.org/officeDocument/2006/relationships/customXml" Target="../ink/ink72.xml"/><Relationship Id="rId9" Type="http://schemas.openxmlformats.org/officeDocument/2006/relationships/image" Target="../media/image90.png"/><Relationship Id="rId14" Type="http://schemas.openxmlformats.org/officeDocument/2006/relationships/customXml" Target="../ink/ink77.xml"/><Relationship Id="rId22" Type="http://schemas.openxmlformats.org/officeDocument/2006/relationships/customXml" Target="../ink/ink81.xml"/><Relationship Id="rId27" Type="http://schemas.openxmlformats.org/officeDocument/2006/relationships/image" Target="../media/image18.png"/><Relationship Id="rId30" Type="http://schemas.openxmlformats.org/officeDocument/2006/relationships/customXml" Target="../ink/ink85.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94.xml"/><Relationship Id="rId8" Type="http://schemas.openxmlformats.org/officeDocument/2006/relationships/customXml" Target="../ink/ink74.xml"/><Relationship Id="rId51" Type="http://schemas.openxmlformats.org/officeDocument/2006/relationships/image" Target="../media/image30.png"/><Relationship Id="rId3" Type="http://schemas.openxmlformats.org/officeDocument/2006/relationships/image" Target="../media/image60.png"/></Relationships>
</file>

<file path=ppt/slides/_rels/slide15.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customXml" Target="../ink/ink106.xml"/><Relationship Id="rId26" Type="http://schemas.openxmlformats.org/officeDocument/2006/relationships/customXml" Target="../ink/ink110.xml"/><Relationship Id="rId39" Type="http://schemas.openxmlformats.org/officeDocument/2006/relationships/image" Target="../media/image24.png"/><Relationship Id="rId21" Type="http://schemas.openxmlformats.org/officeDocument/2006/relationships/image" Target="../media/image15.png"/><Relationship Id="rId34" Type="http://schemas.openxmlformats.org/officeDocument/2006/relationships/customXml" Target="../ink/ink114.xml"/><Relationship Id="rId42" Type="http://schemas.openxmlformats.org/officeDocument/2006/relationships/customXml" Target="../ink/ink118.xml"/><Relationship Id="rId47" Type="http://schemas.openxmlformats.org/officeDocument/2006/relationships/image" Target="../media/image28.png"/><Relationship Id="rId50" Type="http://schemas.openxmlformats.org/officeDocument/2006/relationships/customXml" Target="../ink/ink122.xml"/><Relationship Id="rId55" Type="http://schemas.openxmlformats.org/officeDocument/2006/relationships/image" Target="../media/image32.png"/><Relationship Id="rId7" Type="http://schemas.openxmlformats.org/officeDocument/2006/relationships/image" Target="../media/image80.png"/><Relationship Id="rId12" Type="http://schemas.openxmlformats.org/officeDocument/2006/relationships/customXml" Target="../ink/ink103.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116.xml"/><Relationship Id="rId46" Type="http://schemas.openxmlformats.org/officeDocument/2006/relationships/customXml" Target="../ink/ink120.xml"/><Relationship Id="rId2" Type="http://schemas.openxmlformats.org/officeDocument/2006/relationships/customXml" Target="../ink/ink98.xml"/><Relationship Id="rId16" Type="http://schemas.openxmlformats.org/officeDocument/2006/relationships/customXml" Target="../ink/ink105.xml"/><Relationship Id="rId20" Type="http://schemas.openxmlformats.org/officeDocument/2006/relationships/customXml" Target="../ink/ink107.xml"/><Relationship Id="rId29" Type="http://schemas.openxmlformats.org/officeDocument/2006/relationships/image" Target="../media/image19.png"/><Relationship Id="rId41" Type="http://schemas.openxmlformats.org/officeDocument/2006/relationships/image" Target="../media/image25.png"/><Relationship Id="rId54" Type="http://schemas.openxmlformats.org/officeDocument/2006/relationships/customXml" Target="../ink/ink124.xml"/><Relationship Id="rId1" Type="http://schemas.openxmlformats.org/officeDocument/2006/relationships/slideLayout" Target="../slideLayouts/slideLayout2.xml"/><Relationship Id="rId6" Type="http://schemas.openxmlformats.org/officeDocument/2006/relationships/customXml" Target="../ink/ink100.xml"/><Relationship Id="rId11" Type="http://schemas.openxmlformats.org/officeDocument/2006/relationships/image" Target="../media/image10.png"/><Relationship Id="rId24" Type="http://schemas.openxmlformats.org/officeDocument/2006/relationships/customXml" Target="../ink/ink109.xml"/><Relationship Id="rId32" Type="http://schemas.openxmlformats.org/officeDocument/2006/relationships/customXml" Target="../ink/ink113.xml"/><Relationship Id="rId37" Type="http://schemas.openxmlformats.org/officeDocument/2006/relationships/image" Target="../media/image23.png"/><Relationship Id="rId40" Type="http://schemas.openxmlformats.org/officeDocument/2006/relationships/customXml" Target="../ink/ink117.xml"/><Relationship Id="rId45" Type="http://schemas.openxmlformats.org/officeDocument/2006/relationships/image" Target="../media/image27.png"/><Relationship Id="rId53" Type="http://schemas.openxmlformats.org/officeDocument/2006/relationships/image" Target="../media/image31.png"/><Relationship Id="rId5" Type="http://schemas.openxmlformats.org/officeDocument/2006/relationships/image" Target="../media/image70.png"/><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111.xml"/><Relationship Id="rId36" Type="http://schemas.openxmlformats.org/officeDocument/2006/relationships/customXml" Target="../ink/ink115.xml"/><Relationship Id="rId49" Type="http://schemas.openxmlformats.org/officeDocument/2006/relationships/image" Target="../media/image29.png"/><Relationship Id="rId10" Type="http://schemas.openxmlformats.org/officeDocument/2006/relationships/customXml" Target="../ink/ink102.xml"/><Relationship Id="rId19" Type="http://schemas.openxmlformats.org/officeDocument/2006/relationships/image" Target="../media/image14.png"/><Relationship Id="rId31" Type="http://schemas.openxmlformats.org/officeDocument/2006/relationships/image" Target="../media/image20.png"/><Relationship Id="rId44" Type="http://schemas.openxmlformats.org/officeDocument/2006/relationships/customXml" Target="../ink/ink119.xml"/><Relationship Id="rId52" Type="http://schemas.openxmlformats.org/officeDocument/2006/relationships/customXml" Target="../ink/ink123.xml"/><Relationship Id="rId4" Type="http://schemas.openxmlformats.org/officeDocument/2006/relationships/customXml" Target="../ink/ink99.xml"/><Relationship Id="rId9" Type="http://schemas.openxmlformats.org/officeDocument/2006/relationships/image" Target="../media/image90.png"/><Relationship Id="rId14" Type="http://schemas.openxmlformats.org/officeDocument/2006/relationships/customXml" Target="../ink/ink104.xml"/><Relationship Id="rId22" Type="http://schemas.openxmlformats.org/officeDocument/2006/relationships/customXml" Target="../ink/ink108.xml"/><Relationship Id="rId27" Type="http://schemas.openxmlformats.org/officeDocument/2006/relationships/image" Target="../media/image18.png"/><Relationship Id="rId30" Type="http://schemas.openxmlformats.org/officeDocument/2006/relationships/customXml" Target="../ink/ink112.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121.xml"/><Relationship Id="rId8" Type="http://schemas.openxmlformats.org/officeDocument/2006/relationships/customXml" Target="../ink/ink101.xml"/><Relationship Id="rId51" Type="http://schemas.openxmlformats.org/officeDocument/2006/relationships/image" Target="../media/image30.png"/><Relationship Id="rId3" Type="http://schemas.openxmlformats.org/officeDocument/2006/relationships/image" Target="../media/image6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1077218"/>
          </a:xfrm>
          <a:prstGeom prst="rect">
            <a:avLst/>
          </a:prstGeom>
          <a:noFill/>
        </p:spPr>
        <p:txBody>
          <a:bodyPr wrap="square">
            <a:spAutoFit/>
          </a:bodyPr>
          <a:lstStyle/>
          <a:p>
            <a:pPr algn="ctr">
              <a:buNone/>
            </a:pPr>
            <a:r>
              <a:rPr lang="en-US" sz="3200" b="1" dirty="0">
                <a:solidFill>
                  <a:schemeClr val="accent6">
                    <a:lumMod val="60000"/>
                    <a:lumOff val="40000"/>
                  </a:schemeClr>
                </a:solidFill>
              </a:rPr>
              <a:t>What is Fine Tuning </a:t>
            </a:r>
          </a:p>
          <a:p>
            <a:pPr algn="ctr">
              <a:buNone/>
            </a:pPr>
            <a:r>
              <a:rPr lang="en-US" sz="3200" b="1" dirty="0">
                <a:solidFill>
                  <a:schemeClr val="accent6">
                    <a:lumMod val="60000"/>
                    <a:lumOff val="40000"/>
                  </a:schemeClr>
                </a:solidFill>
              </a:rPr>
              <a:t>And Compare With RAG</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0F1FA-0297-7E70-E79A-87F9DB06E89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1C69A7-3C93-939F-7016-9BDF9AB2DF43}"/>
              </a:ext>
            </a:extLst>
          </p:cNvPr>
          <p:cNvSpPr txBox="1"/>
          <p:nvPr/>
        </p:nvSpPr>
        <p:spPr>
          <a:xfrm>
            <a:off x="148336" y="199104"/>
            <a:ext cx="10979912" cy="3416320"/>
          </a:xfrm>
          <a:prstGeom prst="rect">
            <a:avLst/>
          </a:prstGeom>
          <a:noFill/>
        </p:spPr>
        <p:txBody>
          <a:bodyPr wrap="square">
            <a:spAutoFit/>
          </a:bodyPr>
          <a:lstStyle/>
          <a:p>
            <a:r>
              <a:rPr lang="en-US" sz="2400" b="1" dirty="0">
                <a:solidFill>
                  <a:schemeClr val="accent6">
                    <a:lumMod val="60000"/>
                    <a:lumOff val="40000"/>
                  </a:schemeClr>
                </a:solidFill>
              </a:rPr>
              <a:t>1. Fine-Tuning (FT)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Definition:</a:t>
            </a:r>
            <a:br>
              <a:rPr lang="en-US" sz="2400" dirty="0">
                <a:solidFill>
                  <a:schemeClr val="accent6">
                    <a:lumMod val="60000"/>
                    <a:lumOff val="40000"/>
                  </a:schemeClr>
                </a:solidFill>
              </a:rPr>
            </a:br>
            <a:r>
              <a:rPr lang="en-US" sz="2400" dirty="0">
                <a:solidFill>
                  <a:schemeClr val="accent6">
                    <a:lumMod val="60000"/>
                    <a:lumOff val="40000"/>
                  </a:schemeClr>
                </a:solidFill>
              </a:rPr>
              <a:t>Fine-tuning means </a:t>
            </a:r>
            <a:r>
              <a:rPr lang="en-US" sz="2400" b="1" dirty="0">
                <a:solidFill>
                  <a:schemeClr val="accent6">
                    <a:lumMod val="60000"/>
                    <a:lumOff val="40000"/>
                  </a:schemeClr>
                </a:solidFill>
              </a:rPr>
              <a:t>training a model further on your own data</a:t>
            </a:r>
            <a:r>
              <a:rPr lang="en-US" sz="2400" dirty="0">
                <a:solidFill>
                  <a:schemeClr val="accent6">
                    <a:lumMod val="60000"/>
                    <a:lumOff val="40000"/>
                  </a:schemeClr>
                </a:solidFill>
              </a:rPr>
              <a:t> so it </a:t>
            </a:r>
            <a:r>
              <a:rPr lang="en-US" sz="2400" b="1" dirty="0">
                <a:solidFill>
                  <a:schemeClr val="accent4">
                    <a:lumMod val="60000"/>
                    <a:lumOff val="40000"/>
                  </a:schemeClr>
                </a:solidFill>
              </a:rPr>
              <a:t>learns new behavior or knowledge.</a:t>
            </a:r>
          </a:p>
          <a:p>
            <a:r>
              <a:rPr lang="en-US" sz="2400" dirty="0">
                <a:solidFill>
                  <a:schemeClr val="accent6">
                    <a:lumMod val="60000"/>
                    <a:lumOff val="40000"/>
                  </a:schemeClr>
                </a:solidFill>
              </a:rPr>
              <a:t>You are molding/changing the base model to your needs.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actually happens?</a:t>
            </a:r>
          </a:p>
          <a:p>
            <a:r>
              <a:rPr lang="en-US" sz="2400" dirty="0">
                <a:solidFill>
                  <a:schemeClr val="accent6">
                    <a:lumMod val="60000"/>
                    <a:lumOff val="40000"/>
                  </a:schemeClr>
                </a:solidFill>
              </a:rPr>
              <a:t>You take a base model (like OpenAI models) and </a:t>
            </a:r>
            <a:r>
              <a:rPr lang="en-US" sz="2400" b="1" dirty="0">
                <a:solidFill>
                  <a:schemeClr val="accent4">
                    <a:lumMod val="60000"/>
                    <a:lumOff val="40000"/>
                  </a:schemeClr>
                </a:solidFill>
              </a:rPr>
              <a:t>update its weights</a:t>
            </a:r>
            <a:r>
              <a:rPr lang="en-US" sz="2400" dirty="0">
                <a:solidFill>
                  <a:schemeClr val="accent4">
                    <a:lumMod val="60000"/>
                    <a:lumOff val="40000"/>
                  </a:schemeClr>
                </a:solidFill>
              </a:rPr>
              <a:t> </a:t>
            </a:r>
            <a:r>
              <a:rPr lang="en-US" sz="2400" dirty="0">
                <a:solidFill>
                  <a:schemeClr val="accent6">
                    <a:lumMod val="60000"/>
                    <a:lumOff val="40000"/>
                  </a:schemeClr>
                </a:solidFill>
              </a:rPr>
              <a:t>using your dataset.</a:t>
            </a:r>
          </a:p>
        </p:txBody>
      </p:sp>
      <p:sp>
        <p:nvSpPr>
          <p:cNvPr id="3" name="Oval 2">
            <a:extLst>
              <a:ext uri="{FF2B5EF4-FFF2-40B4-BE49-F238E27FC236}">
                <a16:creationId xmlns:a16="http://schemas.microsoft.com/office/drawing/2014/main" id="{F2CD6C6F-108A-B83E-1CEA-057AB3B39368}"/>
              </a:ext>
            </a:extLst>
          </p:cNvPr>
          <p:cNvSpPr/>
          <p:nvPr/>
        </p:nvSpPr>
        <p:spPr>
          <a:xfrm>
            <a:off x="4029456" y="4295052"/>
            <a:ext cx="4684776" cy="14264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18C9B7C7-671B-46C4-A5BA-578E6A31D478}"/>
              </a:ext>
            </a:extLst>
          </p:cNvPr>
          <p:cNvSpPr/>
          <p:nvPr/>
        </p:nvSpPr>
        <p:spPr>
          <a:xfrm>
            <a:off x="548640" y="4069080"/>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11" name="Group 10">
            <a:extLst>
              <a:ext uri="{FF2B5EF4-FFF2-40B4-BE49-F238E27FC236}">
                <a16:creationId xmlns:a16="http://schemas.microsoft.com/office/drawing/2014/main" id="{49B2155C-F6CC-6FC7-6755-E29A94FB2A8B}"/>
              </a:ext>
            </a:extLst>
          </p:cNvPr>
          <p:cNvGrpSpPr/>
          <p:nvPr/>
        </p:nvGrpSpPr>
        <p:grpSpPr>
          <a:xfrm>
            <a:off x="2910024" y="4874904"/>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4AE8ED4E-85C1-A057-6DAC-F9DBDC1F3F6C}"/>
                    </a:ext>
                  </a:extLst>
                </p14:cNvPr>
                <p14:cNvContentPartPr/>
                <p14:nvPr/>
              </p14:nvContentPartPr>
              <p14:xfrm>
                <a:off x="2910024" y="4525776"/>
                <a:ext cx="739440" cy="64800"/>
              </p14:xfrm>
            </p:contentPart>
          </mc:Choice>
          <mc:Fallback xmlns="">
            <p:pic>
              <p:nvPicPr>
                <p:cNvPr id="8" name="Ink 7">
                  <a:extLst>
                    <a:ext uri="{FF2B5EF4-FFF2-40B4-BE49-F238E27FC236}">
                      <a16:creationId xmlns:a16="http://schemas.microsoft.com/office/drawing/2014/main" id="{4AE8ED4E-85C1-A057-6DAC-F9DBDC1F3F6C}"/>
                    </a:ext>
                  </a:extLst>
                </p:cNvPr>
                <p:cNvPicPr/>
                <p:nvPr/>
              </p:nvPicPr>
              <p:blipFill>
                <a:blip r:embed="rId3"/>
                <a:stretch>
                  <a:fillRect/>
                </a:stretch>
              </p:blipFill>
              <p:spPr>
                <a:xfrm>
                  <a:off x="2892024" y="4508136"/>
                  <a:ext cx="7750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1828EEF-FC81-FE9B-591A-88E165309464}"/>
                    </a:ext>
                  </a:extLst>
                </p14:cNvPr>
                <p14:cNvContentPartPr/>
                <p14:nvPr/>
              </p14:nvContentPartPr>
              <p14:xfrm>
                <a:off x="3521304" y="4399416"/>
                <a:ext cx="181440" cy="266760"/>
              </p14:xfrm>
            </p:contentPart>
          </mc:Choice>
          <mc:Fallback xmlns="">
            <p:pic>
              <p:nvPicPr>
                <p:cNvPr id="10" name="Ink 9">
                  <a:extLst>
                    <a:ext uri="{FF2B5EF4-FFF2-40B4-BE49-F238E27FC236}">
                      <a16:creationId xmlns:a16="http://schemas.microsoft.com/office/drawing/2014/main" id="{71828EEF-FC81-FE9B-591A-88E165309464}"/>
                    </a:ext>
                  </a:extLst>
                </p:cNvPr>
                <p:cNvPicPr/>
                <p:nvPr/>
              </p:nvPicPr>
              <p:blipFill>
                <a:blip r:embed="rId5"/>
                <a:stretch>
                  <a:fillRect/>
                </a:stretch>
              </p:blipFill>
              <p:spPr>
                <a:xfrm>
                  <a:off x="3503304" y="4381776"/>
                  <a:ext cx="217080" cy="302400"/>
                </a:xfrm>
                <a:prstGeom prst="rect">
                  <a:avLst/>
                </a:prstGeom>
              </p:spPr>
            </p:pic>
          </mc:Fallback>
        </mc:AlternateContent>
      </p:grpSp>
    </p:spTree>
    <p:extLst>
      <p:ext uri="{BB962C8B-B14F-4D97-AF65-F5344CB8AC3E}">
        <p14:creationId xmlns:p14="http://schemas.microsoft.com/office/powerpoint/2010/main" val="699048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2C47-34CC-11FB-CF47-01AC996B47B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9AA42E-A86A-DF15-1547-4716DB0B563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Legal documents </a:t>
            </a:r>
            <a:r>
              <a:rPr lang="en-US" sz="2400" dirty="0">
                <a:solidFill>
                  <a:schemeClr val="accent6">
                    <a:lumMod val="60000"/>
                    <a:lumOff val="40000"/>
                  </a:schemeClr>
                </a:solidFill>
              </a:rPr>
              <a:t>→ Model becomes better lawyer assistant </a:t>
            </a:r>
          </a:p>
        </p:txBody>
      </p:sp>
      <p:sp>
        <p:nvSpPr>
          <p:cNvPr id="3" name="TextBox 2">
            <a:extLst>
              <a:ext uri="{FF2B5EF4-FFF2-40B4-BE49-F238E27FC236}">
                <a16:creationId xmlns:a16="http://schemas.microsoft.com/office/drawing/2014/main" id="{F1C63AA3-08A9-8F6D-21AA-AF42C7B56547}"/>
              </a:ext>
            </a:extLst>
          </p:cNvPr>
          <p:cNvSpPr txBox="1"/>
          <p:nvPr/>
        </p:nvSpPr>
        <p:spPr>
          <a:xfrm>
            <a:off x="114300" y="1732895"/>
            <a:ext cx="5125212" cy="3447098"/>
          </a:xfrm>
          <a:prstGeom prst="rect">
            <a:avLst/>
          </a:prstGeom>
          <a:noFill/>
        </p:spPr>
        <p:txBody>
          <a:bodyPr wrap="square">
            <a:spAutoFit/>
          </a:bodyPr>
          <a:lstStyle/>
          <a:p>
            <a:pPr>
              <a:buNone/>
            </a:pPr>
            <a:r>
              <a:rPr lang="en-US" sz="2000" b="1" dirty="0">
                <a:solidFill>
                  <a:schemeClr val="accent6">
                    <a:lumMod val="60000"/>
                    <a:lumOff val="40000"/>
                  </a:schemeClr>
                </a:solidFill>
              </a:rPr>
              <a:t>Without Fine-Tuning (Generic Base Model)</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 have not paid your bill. Please pay it as soon as possible to avoid issues.</a:t>
            </a:r>
          </a:p>
          <a:p>
            <a:pPr>
              <a:buNone/>
            </a:pPr>
            <a:endParaRPr lang="en-US" sz="2000" dirty="0">
              <a:solidFill>
                <a:schemeClr val="accent4">
                  <a:lumMod val="60000"/>
                  <a:lumOff val="40000"/>
                </a:schemeClr>
              </a:solidFill>
            </a:endParaRPr>
          </a:p>
          <a:p>
            <a:pPr>
              <a:buNone/>
            </a:pPr>
            <a:endParaRPr lang="en-US" sz="2000" dirty="0">
              <a:solidFill>
                <a:schemeClr val="accent6">
                  <a:lumMod val="60000"/>
                  <a:lumOff val="40000"/>
                </a:schemeClr>
              </a:solidFill>
            </a:endParaRPr>
          </a:p>
          <a:p>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Too casual </a:t>
            </a:r>
          </a:p>
          <a:p>
            <a:pPr marL="285750" indent="-285750">
              <a:buFont typeface="Arial" panose="020B0604020202020204" pitchFamily="34" charset="0"/>
              <a:buChar char="•"/>
            </a:pPr>
            <a:r>
              <a:rPr lang="en-US" sz="2000" dirty="0">
                <a:solidFill>
                  <a:schemeClr val="accent6">
                    <a:lumMod val="60000"/>
                    <a:lumOff val="40000"/>
                  </a:schemeClr>
                </a:solidFill>
              </a:rPr>
              <a:t>Not precise </a:t>
            </a:r>
          </a:p>
          <a:p>
            <a:pPr marL="285750" indent="-285750">
              <a:buFont typeface="Arial" panose="020B0604020202020204" pitchFamily="34" charset="0"/>
              <a:buChar char="•"/>
            </a:pPr>
            <a:r>
              <a:rPr lang="en-US" sz="2000" dirty="0">
                <a:solidFill>
                  <a:schemeClr val="accent6">
                    <a:lumMod val="60000"/>
                    <a:lumOff val="40000"/>
                  </a:schemeClr>
                </a:solidFill>
              </a:rPr>
              <a:t>Not legally safe </a:t>
            </a:r>
          </a:p>
          <a:p>
            <a:pPr marL="285750" indent="-285750">
              <a:buFont typeface="Arial" panose="020B0604020202020204" pitchFamily="34" charset="0"/>
              <a:buChar char="•"/>
            </a:pPr>
            <a:r>
              <a:rPr lang="en-US" sz="2000" dirty="0">
                <a:solidFill>
                  <a:schemeClr val="accent6">
                    <a:lumMod val="60000"/>
                    <a:lumOff val="40000"/>
                  </a:schemeClr>
                </a:solidFill>
              </a:rPr>
              <a:t>Lacks structure</a:t>
            </a:r>
          </a:p>
        </p:txBody>
      </p:sp>
      <p:sp>
        <p:nvSpPr>
          <p:cNvPr id="5" name="TextBox 4">
            <a:extLst>
              <a:ext uri="{FF2B5EF4-FFF2-40B4-BE49-F238E27FC236}">
                <a16:creationId xmlns:a16="http://schemas.microsoft.com/office/drawing/2014/main" id="{B24B084D-E664-6D74-7D95-4980B3E3A159}"/>
              </a:ext>
            </a:extLst>
          </p:cNvPr>
          <p:cNvSpPr txBox="1"/>
          <p:nvPr/>
        </p:nvSpPr>
        <p:spPr>
          <a:xfrm>
            <a:off x="5500116" y="1714375"/>
            <a:ext cx="6190488" cy="470898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(Legal Document Tone)</a:t>
            </a:r>
          </a:p>
          <a:p>
            <a:pPr>
              <a:buNone/>
            </a:pPr>
            <a:endParaRPr lang="en-US" sz="2000" b="1" dirty="0">
              <a:solidFill>
                <a:schemeClr val="accent6">
                  <a:lumMod val="60000"/>
                  <a:lumOff val="40000"/>
                </a:schemeClr>
              </a:solidFill>
            </a:endParaRPr>
          </a:p>
          <a:p>
            <a:pPr>
              <a:buNone/>
            </a:pPr>
            <a:r>
              <a:rPr lang="en-US" sz="2000" b="1" dirty="0">
                <a:solidFill>
                  <a:schemeClr val="accent4">
                    <a:lumMod val="60000"/>
                    <a:lumOff val="40000"/>
                  </a:schemeClr>
                </a:solidFill>
              </a:rPr>
              <a:t>Notice of Outstanding Payment</a:t>
            </a: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is to formally notify you that payment in the amount of ₹10,000 remains outstanding as of the date of this notice.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You are hereby requested to remit the outstanding balance within seven (7) days from receipt of this notice, failing which further action may be initiated in accordance with applicable laws and contractual obligations defined by Rule SC 12.3.A</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notice is issued without prejudice to any other rights or remedies available.</a:t>
            </a:r>
          </a:p>
        </p:txBody>
      </p:sp>
      <p:sp>
        <p:nvSpPr>
          <p:cNvPr id="6" name="Oval 5">
            <a:extLst>
              <a:ext uri="{FF2B5EF4-FFF2-40B4-BE49-F238E27FC236}">
                <a16:creationId xmlns:a16="http://schemas.microsoft.com/office/drawing/2014/main" id="{2429F763-6A7E-F1B8-0BAB-4BAF5DD5D160}"/>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C947BF97-3FE2-6CCE-1759-948CE48EE9CC}"/>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51C7A33B-5B62-0BFD-3CF4-1878D25B08AE}"/>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51C7A33B-5B62-0BFD-3CF4-1878D25B08AE}"/>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22145DF-B926-EC1A-FEA4-4B6AE92D2FDD}"/>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22145DF-B926-EC1A-FEA4-4B6AE92D2FDD}"/>
                    </a:ext>
                  </a:extLst>
                </p:cNvPr>
                <p:cNvPicPr/>
                <p:nvPr/>
              </p:nvPicPr>
              <p:blipFill>
                <a:blip r:embed="rId5"/>
                <a:stretch>
                  <a:fillRect/>
                </a:stretch>
              </p:blipFill>
              <p:spPr>
                <a:xfrm>
                  <a:off x="3514604" y="4381776"/>
                  <a:ext cx="194706" cy="302400"/>
                </a:xfrm>
                <a:prstGeom prst="rect">
                  <a:avLst/>
                </a:prstGeom>
              </p:spPr>
            </p:pic>
          </mc:Fallback>
        </mc:AlternateContent>
      </p:grpSp>
      <p:sp>
        <p:nvSpPr>
          <p:cNvPr id="12" name="Freeform: Shape 11">
            <a:extLst>
              <a:ext uri="{FF2B5EF4-FFF2-40B4-BE49-F238E27FC236}">
                <a16:creationId xmlns:a16="http://schemas.microsoft.com/office/drawing/2014/main" id="{4F94ED1D-6927-41C1-C1D6-461D20B18993}"/>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1913592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D597-447B-36D1-BA6A-9C5586DA0BB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73D0798-9958-3DF2-E941-0DA3F61D5FEB}"/>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Medical records </a:t>
            </a:r>
            <a:r>
              <a:rPr lang="en-US" sz="2400" dirty="0">
                <a:solidFill>
                  <a:schemeClr val="accent6">
                    <a:lumMod val="60000"/>
                    <a:lumOff val="40000"/>
                  </a:schemeClr>
                </a:solidFill>
              </a:rPr>
              <a:t>→ Model becomes healthcare assistant </a:t>
            </a:r>
          </a:p>
        </p:txBody>
      </p:sp>
      <p:sp>
        <p:nvSpPr>
          <p:cNvPr id="3" name="TextBox 2">
            <a:extLst>
              <a:ext uri="{FF2B5EF4-FFF2-40B4-BE49-F238E27FC236}">
                <a16:creationId xmlns:a16="http://schemas.microsoft.com/office/drawing/2014/main" id="{880454C4-B1BE-6BB0-D8D0-3321F319DC73}"/>
              </a:ext>
            </a:extLst>
          </p:cNvPr>
          <p:cNvSpPr txBox="1"/>
          <p:nvPr/>
        </p:nvSpPr>
        <p:spPr>
          <a:xfrm>
            <a:off x="205740" y="1204990"/>
            <a:ext cx="5298948" cy="3170099"/>
          </a:xfrm>
          <a:prstGeom prst="rect">
            <a:avLst/>
          </a:prstGeom>
          <a:noFill/>
        </p:spPr>
        <p:txBody>
          <a:bodyPr wrap="square">
            <a:spAutoFit/>
          </a:bodyPr>
          <a:lstStyle/>
          <a:p>
            <a:r>
              <a:rPr lang="en-US" sz="2000" b="1" dirty="0">
                <a:solidFill>
                  <a:schemeClr val="accent6">
                    <a:lumMod val="60000"/>
                    <a:lumOff val="40000"/>
                  </a:schemeClr>
                </a:solidFill>
              </a:rPr>
              <a:t>Without Fine-Tuning (Generic Base Model)</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The patient was admitted for stomach pain. They got better and are going home with medicines.</a:t>
            </a: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No diagnosis clarity </a:t>
            </a:r>
          </a:p>
          <a:p>
            <a:pPr marL="285750" indent="-285750">
              <a:buFont typeface="Arial" panose="020B0604020202020204" pitchFamily="34" charset="0"/>
              <a:buChar char="•"/>
            </a:pPr>
            <a:r>
              <a:rPr lang="en-US" sz="2000" dirty="0">
                <a:solidFill>
                  <a:schemeClr val="accent6">
                    <a:lumMod val="60000"/>
                    <a:lumOff val="40000"/>
                  </a:schemeClr>
                </a:solidFill>
              </a:rPr>
              <a:t>No timeline </a:t>
            </a:r>
          </a:p>
          <a:p>
            <a:pPr marL="285750" indent="-285750">
              <a:buFont typeface="Arial" panose="020B0604020202020204" pitchFamily="34" charset="0"/>
              <a:buChar char="•"/>
            </a:pPr>
            <a:r>
              <a:rPr lang="en-US" sz="2000" dirty="0">
                <a:solidFill>
                  <a:schemeClr val="accent6">
                    <a:lumMod val="60000"/>
                    <a:lumOff val="40000"/>
                  </a:schemeClr>
                </a:solidFill>
              </a:rPr>
              <a:t>No instructions </a:t>
            </a:r>
          </a:p>
          <a:p>
            <a:pPr marL="285750" indent="-285750">
              <a:buFont typeface="Arial" panose="020B0604020202020204" pitchFamily="34" charset="0"/>
              <a:buChar char="•"/>
            </a:pPr>
            <a:r>
              <a:rPr lang="en-US" sz="2000" dirty="0">
                <a:solidFill>
                  <a:schemeClr val="accent6">
                    <a:lumMod val="60000"/>
                    <a:lumOff val="40000"/>
                  </a:schemeClr>
                </a:solidFill>
              </a:rPr>
              <a:t>Unsafe in real healthcare context</a:t>
            </a:r>
          </a:p>
        </p:txBody>
      </p:sp>
      <p:sp>
        <p:nvSpPr>
          <p:cNvPr id="5" name="TextBox 4">
            <a:extLst>
              <a:ext uri="{FF2B5EF4-FFF2-40B4-BE49-F238E27FC236}">
                <a16:creationId xmlns:a16="http://schemas.microsoft.com/office/drawing/2014/main" id="{1AF23F6A-2E55-0E51-8FA1-E76D2F091E8A}"/>
              </a:ext>
            </a:extLst>
          </p:cNvPr>
          <p:cNvSpPr txBox="1"/>
          <p:nvPr/>
        </p:nvSpPr>
        <p:spPr>
          <a:xfrm>
            <a:off x="5939028" y="1191596"/>
            <a:ext cx="6190488" cy="563231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(Medical Documentation Tone)</a:t>
            </a:r>
          </a:p>
          <a:p>
            <a:pPr>
              <a:buNone/>
            </a:pPr>
            <a:endParaRPr lang="en-US" b="1" dirty="0">
              <a:solidFill>
                <a:schemeClr val="accent6">
                  <a:lumMod val="60000"/>
                  <a:lumOff val="40000"/>
                </a:schemeClr>
              </a:solidFill>
            </a:endParaRPr>
          </a:p>
          <a:p>
            <a:pPr>
              <a:buNone/>
            </a:pPr>
            <a:r>
              <a:rPr lang="en-US" b="1" dirty="0">
                <a:solidFill>
                  <a:schemeClr val="accent4">
                    <a:lumMod val="60000"/>
                    <a:lumOff val="40000"/>
                  </a:schemeClr>
                </a:solidFill>
              </a:rPr>
              <a:t>Discharge Summary</a:t>
            </a:r>
            <a:endParaRPr lang="en-US" dirty="0">
              <a:solidFill>
                <a:schemeClr val="accent4">
                  <a:lumMod val="60000"/>
                  <a:lumOff val="40000"/>
                </a:schemeClr>
              </a:solidFill>
            </a:endParaRPr>
          </a:p>
          <a:p>
            <a:pPr>
              <a:buNone/>
            </a:pPr>
            <a:r>
              <a:rPr lang="en-US" b="1" dirty="0">
                <a:solidFill>
                  <a:schemeClr val="accent4">
                    <a:lumMod val="60000"/>
                    <a:lumOff val="40000"/>
                  </a:schemeClr>
                </a:solidFill>
              </a:rPr>
              <a:t>Admission Date:</a:t>
            </a:r>
            <a:r>
              <a:rPr lang="en-US" dirty="0">
                <a:solidFill>
                  <a:schemeClr val="accent4">
                    <a:lumMod val="60000"/>
                    <a:lumOff val="40000"/>
                  </a:schemeClr>
                </a:solidFill>
              </a:rPr>
              <a:t> 12 March 2018</a:t>
            </a:r>
            <a:br>
              <a:rPr lang="en-US" dirty="0">
                <a:solidFill>
                  <a:schemeClr val="accent4">
                    <a:lumMod val="60000"/>
                    <a:lumOff val="40000"/>
                  </a:schemeClr>
                </a:solidFill>
              </a:rPr>
            </a:br>
            <a:r>
              <a:rPr lang="en-US" b="1" dirty="0">
                <a:solidFill>
                  <a:schemeClr val="accent4">
                    <a:lumMod val="60000"/>
                    <a:lumOff val="40000"/>
                  </a:schemeClr>
                </a:solidFill>
              </a:rPr>
              <a:t>Discharge Date:</a:t>
            </a:r>
            <a:r>
              <a:rPr lang="en-US" dirty="0">
                <a:solidFill>
                  <a:schemeClr val="accent4">
                    <a:lumMod val="60000"/>
                    <a:lumOff val="40000"/>
                  </a:schemeClr>
                </a:solidFill>
              </a:rPr>
              <a:t> 15 March 2018</a:t>
            </a:r>
          </a:p>
          <a:p>
            <a:pPr>
              <a:buNone/>
            </a:pPr>
            <a:endParaRPr lang="en-US" b="1" dirty="0">
              <a:solidFill>
                <a:schemeClr val="accent4">
                  <a:lumMod val="60000"/>
                  <a:lumOff val="40000"/>
                </a:schemeClr>
              </a:solidFill>
            </a:endParaRPr>
          </a:p>
          <a:p>
            <a:pPr>
              <a:buNone/>
            </a:pPr>
            <a:r>
              <a:rPr lang="en-US" b="1" dirty="0">
                <a:solidFill>
                  <a:schemeClr val="accent4">
                    <a:lumMod val="60000"/>
                    <a:lumOff val="40000"/>
                  </a:schemeClr>
                </a:solidFill>
              </a:rPr>
              <a:t>Diagnosis:</a:t>
            </a:r>
            <a:r>
              <a:rPr lang="en-US" dirty="0">
                <a:solidFill>
                  <a:schemeClr val="accent4">
                    <a:lumMod val="60000"/>
                    <a:lumOff val="40000"/>
                  </a:schemeClr>
                </a:solidFill>
              </a:rPr>
              <a:t> Acute gastritis</a:t>
            </a:r>
          </a:p>
          <a:p>
            <a:pPr>
              <a:buNone/>
            </a:pPr>
            <a:r>
              <a:rPr lang="en-US" b="1" dirty="0">
                <a:solidFill>
                  <a:schemeClr val="accent4">
                    <a:lumMod val="60000"/>
                    <a:lumOff val="40000"/>
                  </a:schemeClr>
                </a:solidFill>
              </a:rPr>
              <a:t>Hospital Course:</a:t>
            </a:r>
            <a:br>
              <a:rPr lang="en-US" dirty="0">
                <a:solidFill>
                  <a:schemeClr val="accent4">
                    <a:lumMod val="60000"/>
                    <a:lumOff val="40000"/>
                  </a:schemeClr>
                </a:solidFill>
              </a:rPr>
            </a:br>
            <a:r>
              <a:rPr lang="en-US" dirty="0">
                <a:solidFill>
                  <a:schemeClr val="accent4">
                    <a:lumMod val="60000"/>
                    <a:lumOff val="40000"/>
                  </a:schemeClr>
                </a:solidFill>
              </a:rPr>
              <a:t>The patient was admitted with complaints of epigastric pain and nausea. Laboratory investigations were within normal limits. The patient was managed conservatively with proton pump inhibitors and supportive care, resulting in symptomatic improvement.</a:t>
            </a:r>
          </a:p>
          <a:p>
            <a:pPr>
              <a:buNone/>
            </a:pPr>
            <a:endParaRPr lang="en-US" dirty="0">
              <a:solidFill>
                <a:schemeClr val="accent4">
                  <a:lumMod val="60000"/>
                  <a:lumOff val="40000"/>
                </a:schemeClr>
              </a:solidFill>
            </a:endParaRPr>
          </a:p>
          <a:p>
            <a:pPr>
              <a:buNone/>
            </a:pPr>
            <a:r>
              <a:rPr lang="en-US" b="1" dirty="0">
                <a:solidFill>
                  <a:schemeClr val="accent4">
                    <a:lumMod val="60000"/>
                    <a:lumOff val="40000"/>
                  </a:schemeClr>
                </a:solidFill>
              </a:rPr>
              <a:t>Condition at Discharge:</a:t>
            </a:r>
            <a:r>
              <a:rPr lang="en-US" dirty="0">
                <a:solidFill>
                  <a:schemeClr val="accent4">
                    <a:lumMod val="60000"/>
                    <a:lumOff val="40000"/>
                  </a:schemeClr>
                </a:solidFill>
              </a:rPr>
              <a:t> Stable</a:t>
            </a:r>
          </a:p>
          <a:p>
            <a:pPr>
              <a:buNone/>
            </a:pPr>
            <a:r>
              <a:rPr lang="en-US" b="1" dirty="0">
                <a:solidFill>
                  <a:schemeClr val="accent4">
                    <a:lumMod val="60000"/>
                    <a:lumOff val="40000"/>
                  </a:schemeClr>
                </a:solidFill>
              </a:rPr>
              <a:t>Discharge Medications: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Pantoprazole 40 mg once daily before meals </a:t>
            </a:r>
          </a:p>
          <a:p>
            <a:pPr>
              <a:buNone/>
            </a:pPr>
            <a:r>
              <a:rPr lang="en-US" b="1" dirty="0">
                <a:solidFill>
                  <a:schemeClr val="accent4">
                    <a:lumMod val="60000"/>
                    <a:lumOff val="40000"/>
                  </a:schemeClr>
                </a:solidFill>
              </a:rPr>
              <a:t>Discharge Instructions: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Avoid spicy and oily foods </a:t>
            </a:r>
          </a:p>
          <a:p>
            <a:pPr marL="285750" indent="-285750">
              <a:buFont typeface="Arial" panose="020B0604020202020204" pitchFamily="34" charset="0"/>
              <a:buChar char="•"/>
            </a:pPr>
            <a:r>
              <a:rPr lang="en-US" dirty="0">
                <a:solidFill>
                  <a:schemeClr val="accent4">
                    <a:lumMod val="60000"/>
                    <a:lumOff val="40000"/>
                  </a:schemeClr>
                </a:solidFill>
              </a:rPr>
              <a:t>Follow up in outpatient department after 1 week</a:t>
            </a:r>
          </a:p>
        </p:txBody>
      </p:sp>
    </p:spTree>
    <p:extLst>
      <p:ext uri="{BB962C8B-B14F-4D97-AF65-F5344CB8AC3E}">
        <p14:creationId xmlns:p14="http://schemas.microsoft.com/office/powerpoint/2010/main" val="4070405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A1FA-6B02-3C74-9ACC-FD1D4F323B9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AA22694-26F9-9577-AB5C-2BD74DE9F14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your </a:t>
            </a:r>
            <a:r>
              <a:rPr lang="en-US" sz="2400" b="1" dirty="0">
                <a:solidFill>
                  <a:schemeClr val="accent6">
                    <a:lumMod val="60000"/>
                    <a:lumOff val="40000"/>
                  </a:schemeClr>
                </a:solidFill>
              </a:rPr>
              <a:t>company tone </a:t>
            </a:r>
            <a:r>
              <a:rPr lang="en-US" sz="2400" dirty="0">
                <a:solidFill>
                  <a:schemeClr val="accent6">
                    <a:lumMod val="60000"/>
                    <a:lumOff val="40000"/>
                  </a:schemeClr>
                </a:solidFill>
              </a:rPr>
              <a:t>→ Model replies in your brand voice</a:t>
            </a:r>
          </a:p>
        </p:txBody>
      </p:sp>
      <p:sp>
        <p:nvSpPr>
          <p:cNvPr id="3" name="TextBox 2">
            <a:extLst>
              <a:ext uri="{FF2B5EF4-FFF2-40B4-BE49-F238E27FC236}">
                <a16:creationId xmlns:a16="http://schemas.microsoft.com/office/drawing/2014/main" id="{CFC400AE-8D33-A854-B472-44DA85B94120}"/>
              </a:ext>
            </a:extLst>
          </p:cNvPr>
          <p:cNvSpPr txBox="1"/>
          <p:nvPr/>
        </p:nvSpPr>
        <p:spPr>
          <a:xfrm>
            <a:off x="123444" y="1862251"/>
            <a:ext cx="3753612" cy="1015663"/>
          </a:xfrm>
          <a:prstGeom prst="rect">
            <a:avLst/>
          </a:prstGeom>
          <a:noFill/>
        </p:spPr>
        <p:txBody>
          <a:bodyPr wrap="square">
            <a:spAutoFit/>
          </a:bodyPr>
          <a:lstStyle/>
          <a:p>
            <a:pPr>
              <a:buNone/>
            </a:pPr>
            <a:r>
              <a:rPr lang="en-US" sz="2000" b="1" dirty="0">
                <a:solidFill>
                  <a:schemeClr val="accent6">
                    <a:lumMod val="60000"/>
                    <a:lumOff val="40000"/>
                  </a:schemeClr>
                </a:solidFill>
              </a:rPr>
              <a:t>Generic Base Model</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shipped.</a:t>
            </a:r>
          </a:p>
        </p:txBody>
      </p:sp>
      <p:sp>
        <p:nvSpPr>
          <p:cNvPr id="5" name="TextBox 4">
            <a:extLst>
              <a:ext uri="{FF2B5EF4-FFF2-40B4-BE49-F238E27FC236}">
                <a16:creationId xmlns:a16="http://schemas.microsoft.com/office/drawing/2014/main" id="{69DE0A89-0A07-032A-B120-EFE464763AFF}"/>
              </a:ext>
            </a:extLst>
          </p:cNvPr>
          <p:cNvSpPr txBox="1"/>
          <p:nvPr/>
        </p:nvSpPr>
        <p:spPr>
          <a:xfrm>
            <a:off x="4585716" y="1791546"/>
            <a:ext cx="6190488" cy="4370427"/>
          </a:xfrm>
          <a:prstGeom prst="rect">
            <a:avLst/>
          </a:prstGeom>
          <a:noFill/>
        </p:spPr>
        <p:txBody>
          <a:bodyPr wrap="square">
            <a:spAutoFit/>
          </a:bodyPr>
          <a:lstStyle/>
          <a:p>
            <a:pPr>
              <a:buNone/>
            </a:pPr>
            <a:r>
              <a:rPr lang="en-US" sz="2000" b="1" dirty="0">
                <a:solidFill>
                  <a:schemeClr val="accent6">
                    <a:lumMod val="60000"/>
                    <a:lumOff val="40000"/>
                  </a:schemeClr>
                </a:solidFill>
              </a:rPr>
              <a:t>Fine-Tuned (Luxury Tone)</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carefully prepared and is now on its way to you. We hope it brings you an exceptional experience.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Please leave a review on www.LoxfordAcademy.com</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Thank you</a:t>
            </a:r>
          </a:p>
          <a:p>
            <a:pPr>
              <a:buNone/>
            </a:pPr>
            <a:endParaRPr lang="en-US" sz="2000" dirty="0">
              <a:solidFill>
                <a:schemeClr val="accent6">
                  <a:lumMod val="60000"/>
                  <a:lumOff val="40000"/>
                </a:schemeClr>
              </a:solidFill>
            </a:endParaRPr>
          </a:p>
          <a:p>
            <a:pPr>
              <a:buNone/>
            </a:pPr>
            <a:r>
              <a:rPr lang="en-US" sz="2000" b="1" u="sng" dirty="0">
                <a:solidFill>
                  <a:schemeClr val="accent6">
                    <a:lumMod val="60000"/>
                    <a:lumOff val="40000"/>
                  </a:schemeClr>
                </a:solidFill>
              </a:rPr>
              <a:t>What changed?</a:t>
            </a:r>
            <a:endParaRPr lang="en-US" sz="2000" u="sng" dirty="0">
              <a:solidFill>
                <a:schemeClr val="accent6">
                  <a:lumMod val="60000"/>
                  <a:lumOff val="40000"/>
                </a:schemeClr>
              </a:solidFill>
            </a:endParaRPr>
          </a:p>
          <a:p>
            <a:pPr marL="285750" indent="-285750">
              <a:buFont typeface="Arial" panose="020B0604020202020204" pitchFamily="34" charset="0"/>
              <a:buChar char="•"/>
            </a:pPr>
            <a:r>
              <a:rPr lang="en-US" sz="2000" dirty="0">
                <a:solidFill>
                  <a:schemeClr val="accent6">
                    <a:lumMod val="60000"/>
                    <a:lumOff val="40000"/>
                  </a:schemeClr>
                </a:solidFill>
              </a:rPr>
              <a:t>Elegant wording </a:t>
            </a:r>
          </a:p>
          <a:p>
            <a:pPr marL="285750" indent="-285750">
              <a:buFont typeface="Arial" panose="020B0604020202020204" pitchFamily="34" charset="0"/>
              <a:buChar char="•"/>
            </a:pPr>
            <a:r>
              <a:rPr lang="en-US" sz="2000" dirty="0">
                <a:solidFill>
                  <a:schemeClr val="accent6">
                    <a:lumMod val="60000"/>
                    <a:lumOff val="40000"/>
                  </a:schemeClr>
                </a:solidFill>
              </a:rPr>
              <a:t>Premium feel </a:t>
            </a:r>
          </a:p>
          <a:p>
            <a:pPr marL="285750" indent="-285750">
              <a:buFont typeface="Arial" panose="020B0604020202020204" pitchFamily="34" charset="0"/>
              <a:buChar char="•"/>
            </a:pPr>
            <a:r>
              <a:rPr lang="en-US" sz="2000" dirty="0">
                <a:solidFill>
                  <a:schemeClr val="accent6">
                    <a:lumMod val="60000"/>
                    <a:lumOff val="40000"/>
                  </a:schemeClr>
                </a:solidFill>
              </a:rPr>
              <a:t>Experience-focused language</a:t>
            </a:r>
          </a:p>
        </p:txBody>
      </p:sp>
      <p:sp>
        <p:nvSpPr>
          <p:cNvPr id="6" name="Oval 5">
            <a:extLst>
              <a:ext uri="{FF2B5EF4-FFF2-40B4-BE49-F238E27FC236}">
                <a16:creationId xmlns:a16="http://schemas.microsoft.com/office/drawing/2014/main" id="{ACDE8943-80F1-250E-8B3E-12D8D6D1693F}"/>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290E12A3-FFEA-C3DE-1A5B-C1E343C54A09}"/>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76404261-5549-CAC1-FCA0-56F07066C1D1}"/>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F421EE02-1A4C-5DE7-4500-DFD1677FCB95}"/>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F421EE02-1A4C-5DE7-4500-DFD1677FCB95}"/>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6C33600-82C1-65E3-79EF-0E4B4EBC10A1}"/>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6C33600-82C1-65E3-79EF-0E4B4EBC10A1}"/>
                    </a:ext>
                  </a:extLst>
                </p:cNvPr>
                <p:cNvPicPr/>
                <p:nvPr/>
              </p:nvPicPr>
              <p:blipFill>
                <a:blip r:embed="rId5"/>
                <a:stretch>
                  <a:fillRect/>
                </a:stretch>
              </p:blipFill>
              <p:spPr>
                <a:xfrm>
                  <a:off x="3514604" y="4381776"/>
                  <a:ext cx="194706" cy="302400"/>
                </a:xfrm>
                <a:prstGeom prst="rect">
                  <a:avLst/>
                </a:prstGeom>
              </p:spPr>
            </p:pic>
          </mc:Fallback>
        </mc:AlternateContent>
      </p:grpSp>
    </p:spTree>
    <p:extLst>
      <p:ext uri="{BB962C8B-B14F-4D97-AF65-F5344CB8AC3E}">
        <p14:creationId xmlns:p14="http://schemas.microsoft.com/office/powerpoint/2010/main" val="2073077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6E93-6081-7589-981C-62D80D218E6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421FC9F-E8E2-CEB9-683F-ED5B292E8340}"/>
              </a:ext>
            </a:extLst>
          </p:cNvPr>
          <p:cNvSpPr txBox="1"/>
          <p:nvPr/>
        </p:nvSpPr>
        <p:spPr>
          <a:xfrm>
            <a:off x="148336" y="199104"/>
            <a:ext cx="11199368" cy="1938992"/>
          </a:xfrm>
          <a:prstGeom prst="rect">
            <a:avLst/>
          </a:prstGeom>
          <a:noFill/>
        </p:spPr>
        <p:txBody>
          <a:bodyPr wrap="square">
            <a:spAutoFit/>
          </a:bodyPr>
          <a:lstStyle/>
          <a:p>
            <a:r>
              <a:rPr lang="en-US" sz="2400" b="1" dirty="0">
                <a:solidFill>
                  <a:schemeClr val="accent6">
                    <a:lumMod val="60000"/>
                    <a:lumOff val="40000"/>
                  </a:schemeClr>
                </a:solidFill>
              </a:rPr>
              <a:t>Example</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Sentiment analysis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Fine-tune a classifier to identify sentiment in social media related to your products.</a:t>
            </a:r>
          </a:p>
        </p:txBody>
      </p:sp>
      <p:sp>
        <p:nvSpPr>
          <p:cNvPr id="6" name="Oval 5">
            <a:extLst>
              <a:ext uri="{FF2B5EF4-FFF2-40B4-BE49-F238E27FC236}">
                <a16:creationId xmlns:a16="http://schemas.microsoft.com/office/drawing/2014/main" id="{A0C3FC96-6962-8D1A-5B53-D6D8DCCD26A5}"/>
              </a:ext>
            </a:extLst>
          </p:cNvPr>
          <p:cNvSpPr/>
          <p:nvPr/>
        </p:nvSpPr>
        <p:spPr>
          <a:xfrm>
            <a:off x="6318504" y="2608148"/>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53FACDC1-A9DE-B066-BE04-F7B7A8B0BCAA}"/>
              </a:ext>
            </a:extLst>
          </p:cNvPr>
          <p:cNvSpPr/>
          <p:nvPr/>
        </p:nvSpPr>
        <p:spPr>
          <a:xfrm>
            <a:off x="2183242" y="2467755"/>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835CB6A7-2F47-841C-CBCC-8DF723067D09}"/>
              </a:ext>
            </a:extLst>
          </p:cNvPr>
          <p:cNvGrpSpPr/>
          <p:nvPr/>
        </p:nvGrpSpPr>
        <p:grpSpPr>
          <a:xfrm>
            <a:off x="3809880" y="2641786"/>
            <a:ext cx="2133720" cy="266760"/>
            <a:chOff x="2910024" y="4399416"/>
            <a:chExt cx="792720" cy="266760"/>
          </a:xfrm>
        </p:grpSpPr>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8BB776F3-8E6C-CA3E-634A-F746A2D63484}"/>
                    </a:ext>
                  </a:extLst>
                </p14:cNvPr>
                <p14:cNvContentPartPr/>
                <p14:nvPr/>
              </p14:nvContentPartPr>
              <p14:xfrm>
                <a:off x="2910024" y="4525776"/>
                <a:ext cx="739440" cy="64800"/>
              </p14:xfrm>
            </p:contentPart>
          </mc:Choice>
          <mc:Fallback>
            <p:pic>
              <p:nvPicPr>
                <p:cNvPr id="10" name="Ink 9">
                  <a:extLst>
                    <a:ext uri="{FF2B5EF4-FFF2-40B4-BE49-F238E27FC236}">
                      <a16:creationId xmlns:a16="http://schemas.microsoft.com/office/drawing/2014/main" id="{8BB776F3-8E6C-CA3E-634A-F746A2D63484}"/>
                    </a:ext>
                  </a:extLst>
                </p:cNvPr>
                <p:cNvPicPr/>
                <p:nvPr/>
              </p:nvPicPr>
              <p:blipFill>
                <a:blip r:embed="rId3"/>
                <a:stretch>
                  <a:fillRect/>
                </a:stretch>
              </p:blipFill>
              <p:spPr>
                <a:xfrm>
                  <a:off x="2903336" y="4507776"/>
                  <a:ext cx="752683"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DB39EF24-E30C-ED50-7341-7196EB348B6A}"/>
                    </a:ext>
                  </a:extLst>
                </p14:cNvPr>
                <p14:cNvContentPartPr/>
                <p14:nvPr/>
              </p14:nvContentPartPr>
              <p14:xfrm>
                <a:off x="3521304" y="4399416"/>
                <a:ext cx="181440" cy="266760"/>
              </p14:xfrm>
            </p:contentPart>
          </mc:Choice>
          <mc:Fallback>
            <p:pic>
              <p:nvPicPr>
                <p:cNvPr id="11" name="Ink 10">
                  <a:extLst>
                    <a:ext uri="{FF2B5EF4-FFF2-40B4-BE49-F238E27FC236}">
                      <a16:creationId xmlns:a16="http://schemas.microsoft.com/office/drawing/2014/main" id="{DB39EF24-E30C-ED50-7341-7196EB348B6A}"/>
                    </a:ext>
                  </a:extLst>
                </p:cNvPr>
                <p:cNvPicPr/>
                <p:nvPr/>
              </p:nvPicPr>
              <p:blipFill>
                <a:blip r:embed="rId5"/>
                <a:stretch>
                  <a:fillRect/>
                </a:stretch>
              </p:blipFill>
              <p:spPr>
                <a:xfrm>
                  <a:off x="3514604" y="4381392"/>
                  <a:ext cx="194706" cy="302448"/>
                </a:xfrm>
                <a:prstGeom prst="rect">
                  <a:avLst/>
                </a:prstGeom>
              </p:spPr>
            </p:pic>
          </mc:Fallback>
        </mc:AlternateContent>
      </p:grpSp>
    </p:spTree>
    <p:extLst>
      <p:ext uri="{BB962C8B-B14F-4D97-AF65-F5344CB8AC3E}">
        <p14:creationId xmlns:p14="http://schemas.microsoft.com/office/powerpoint/2010/main" val="4264305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3C7D-B5EC-CE70-7A7C-0616A581D10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9B2A20-AFAF-6C40-474D-FEBDE05ECF54}"/>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When to use fine-tuning</a:t>
            </a:r>
          </a:p>
          <a:p>
            <a:pPr marL="342900" indent="-342900">
              <a:buFont typeface="Arial" panose="020B0604020202020204" pitchFamily="34" charset="0"/>
              <a:buChar char="•"/>
            </a:pPr>
            <a:r>
              <a:rPr lang="en-US" sz="2400" dirty="0">
                <a:solidFill>
                  <a:schemeClr val="accent6">
                    <a:lumMod val="60000"/>
                    <a:lumOff val="40000"/>
                  </a:schemeClr>
                </a:solidFill>
              </a:rPr>
              <a:t>You want </a:t>
            </a:r>
            <a:r>
              <a:rPr lang="en-US" sz="2400" b="1" dirty="0">
                <a:solidFill>
                  <a:schemeClr val="accent6">
                    <a:lumMod val="60000"/>
                    <a:lumOff val="40000"/>
                  </a:schemeClr>
                </a:solidFill>
              </a:rPr>
              <a:t>consistent style or tone</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need </a:t>
            </a:r>
            <a:r>
              <a:rPr lang="en-US" sz="2400" b="1" dirty="0">
                <a:solidFill>
                  <a:schemeClr val="accent6">
                    <a:lumMod val="60000"/>
                    <a:lumOff val="40000"/>
                  </a:schemeClr>
                </a:solidFill>
              </a:rPr>
              <a:t>task-specific behavior</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want model to follow </a:t>
            </a:r>
            <a:r>
              <a:rPr lang="en-US" sz="2400" b="1" dirty="0">
                <a:solidFill>
                  <a:schemeClr val="accent6">
                    <a:lumMod val="60000"/>
                    <a:lumOff val="40000"/>
                  </a:schemeClr>
                </a:solidFill>
              </a:rPr>
              <a:t>strict formats</a:t>
            </a:r>
          </a:p>
        </p:txBody>
      </p:sp>
      <p:sp>
        <p:nvSpPr>
          <p:cNvPr id="2" name="Oval 1">
            <a:extLst>
              <a:ext uri="{FF2B5EF4-FFF2-40B4-BE49-F238E27FC236}">
                <a16:creationId xmlns:a16="http://schemas.microsoft.com/office/drawing/2014/main" id="{B82CE82B-486D-B7D7-0BB8-9A8BE9E1681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344E8735-9E8D-0EFD-92C1-F3B3DE41E29C}"/>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3" name="Group 2">
            <a:extLst>
              <a:ext uri="{FF2B5EF4-FFF2-40B4-BE49-F238E27FC236}">
                <a16:creationId xmlns:a16="http://schemas.microsoft.com/office/drawing/2014/main" id="{9D5EBBA6-C461-7C43-0E5A-E9303A8FAAF4}"/>
              </a:ext>
            </a:extLst>
          </p:cNvPr>
          <p:cNvGrpSpPr/>
          <p:nvPr/>
        </p:nvGrpSpPr>
        <p:grpSpPr>
          <a:xfrm>
            <a:off x="3675888" y="4279392"/>
            <a:ext cx="792720" cy="266760"/>
            <a:chOff x="2910024" y="4399416"/>
            <a:chExt cx="792720" cy="266760"/>
          </a:xfrm>
        </p:grpSpPr>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B734E104-6377-CB61-9EE1-5149FF20B4D0}"/>
                    </a:ext>
                  </a:extLst>
                </p14:cNvPr>
                <p14:cNvContentPartPr/>
                <p14:nvPr/>
              </p14:nvContentPartPr>
              <p14:xfrm>
                <a:off x="2910024" y="4525776"/>
                <a:ext cx="739440" cy="64800"/>
              </p14:xfrm>
            </p:contentPart>
          </mc:Choice>
          <mc:Fallback>
            <p:pic>
              <p:nvPicPr>
                <p:cNvPr id="8" name="Ink 7">
                  <a:extLst>
                    <a:ext uri="{FF2B5EF4-FFF2-40B4-BE49-F238E27FC236}">
                      <a16:creationId xmlns:a16="http://schemas.microsoft.com/office/drawing/2014/main" id="{B734E104-6377-CB61-9EE1-5149FF20B4D0}"/>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8D0EC889-927D-14F3-9504-BDC018AABB00}"/>
                    </a:ext>
                  </a:extLst>
                </p14:cNvPr>
                <p14:cNvContentPartPr/>
                <p14:nvPr/>
              </p14:nvContentPartPr>
              <p14:xfrm>
                <a:off x="3521304" y="4399416"/>
                <a:ext cx="181440" cy="266760"/>
              </p14:xfrm>
            </p:contentPart>
          </mc:Choice>
          <mc:Fallback>
            <p:pic>
              <p:nvPicPr>
                <p:cNvPr id="10" name="Ink 9">
                  <a:extLst>
                    <a:ext uri="{FF2B5EF4-FFF2-40B4-BE49-F238E27FC236}">
                      <a16:creationId xmlns:a16="http://schemas.microsoft.com/office/drawing/2014/main" id="{8D0EC889-927D-14F3-9504-BDC018AABB00}"/>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745250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8F00-DEAD-79BD-8CA3-0A7C12A5A80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8C3F698-F21B-1D92-2FAA-F6B2AC2CD1A4}"/>
              </a:ext>
            </a:extLst>
          </p:cNvPr>
          <p:cNvSpPr txBox="1"/>
          <p:nvPr/>
        </p:nvSpPr>
        <p:spPr>
          <a:xfrm>
            <a:off x="148336" y="199104"/>
            <a:ext cx="10292080" cy="830997"/>
          </a:xfrm>
          <a:prstGeom prst="rect">
            <a:avLst/>
          </a:prstGeom>
          <a:noFill/>
        </p:spPr>
        <p:txBody>
          <a:bodyPr wrap="square">
            <a:spAutoFit/>
          </a:bodyPr>
          <a:lstStyle/>
          <a:p>
            <a:r>
              <a:rPr lang="en-US" sz="2400" dirty="0">
                <a:solidFill>
                  <a:schemeClr val="accent6">
                    <a:lumMod val="60000"/>
                    <a:lumOff val="40000"/>
                  </a:schemeClr>
                </a:solidFill>
              </a:rPr>
              <a:t>NOTE: </a:t>
            </a:r>
          </a:p>
          <a:p>
            <a:r>
              <a:rPr lang="en-US" sz="2400" dirty="0">
                <a:solidFill>
                  <a:schemeClr val="accent6">
                    <a:lumMod val="60000"/>
                    <a:lumOff val="40000"/>
                  </a:schemeClr>
                </a:solidFill>
              </a:rPr>
              <a:t>A </a:t>
            </a:r>
            <a:r>
              <a:rPr lang="en-US" sz="2400" b="1" dirty="0">
                <a:solidFill>
                  <a:schemeClr val="accent6">
                    <a:lumMod val="60000"/>
                    <a:lumOff val="40000"/>
                  </a:schemeClr>
                </a:solidFill>
              </a:rPr>
              <a:t>smaller fine tuned</a:t>
            </a:r>
            <a:r>
              <a:rPr lang="en-US" sz="2400" dirty="0">
                <a:solidFill>
                  <a:schemeClr val="accent6">
                    <a:lumMod val="60000"/>
                    <a:lumOff val="40000"/>
                  </a:schemeClr>
                </a:solidFill>
              </a:rPr>
              <a:t> model can outperform the larger base model</a:t>
            </a:r>
          </a:p>
        </p:txBody>
      </p:sp>
      <p:sp>
        <p:nvSpPr>
          <p:cNvPr id="7" name="Freeform: Shape 6">
            <a:extLst>
              <a:ext uri="{FF2B5EF4-FFF2-40B4-BE49-F238E27FC236}">
                <a16:creationId xmlns:a16="http://schemas.microsoft.com/office/drawing/2014/main" id="{D5F35BEC-DA0B-C59D-411D-689965933345}"/>
              </a:ext>
            </a:extLst>
          </p:cNvPr>
          <p:cNvSpPr/>
          <p:nvPr/>
        </p:nvSpPr>
        <p:spPr>
          <a:xfrm>
            <a:off x="274320" y="2889504"/>
            <a:ext cx="4078224" cy="299008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3" name="Oval 2">
            <a:extLst>
              <a:ext uri="{FF2B5EF4-FFF2-40B4-BE49-F238E27FC236}">
                <a16:creationId xmlns:a16="http://schemas.microsoft.com/office/drawing/2014/main" id="{DE22D1DF-259E-1CC8-F265-D434060099F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33A74F51-6EE3-8480-3F5C-9E35B175339E}"/>
              </a:ext>
            </a:extLst>
          </p:cNvPr>
          <p:cNvGrpSpPr/>
          <p:nvPr/>
        </p:nvGrpSpPr>
        <p:grpSpPr>
          <a:xfrm>
            <a:off x="3675888" y="4279392"/>
            <a:ext cx="792720" cy="266760"/>
            <a:chOff x="2910024" y="4399416"/>
            <a:chExt cx="792720" cy="266760"/>
          </a:xfrm>
        </p:grpSpPr>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CCD839BD-4347-462F-AC29-084818E84A94}"/>
                    </a:ext>
                  </a:extLst>
                </p14:cNvPr>
                <p14:cNvContentPartPr/>
                <p14:nvPr/>
              </p14:nvContentPartPr>
              <p14:xfrm>
                <a:off x="2910024" y="4525776"/>
                <a:ext cx="739440" cy="64800"/>
              </p14:xfrm>
            </p:contentPart>
          </mc:Choice>
          <mc:Fallback>
            <p:pic>
              <p:nvPicPr>
                <p:cNvPr id="10" name="Ink 9">
                  <a:extLst>
                    <a:ext uri="{FF2B5EF4-FFF2-40B4-BE49-F238E27FC236}">
                      <a16:creationId xmlns:a16="http://schemas.microsoft.com/office/drawing/2014/main" id="{CCD839BD-4347-462F-AC29-084818E84A9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EFE146C4-ADD8-516C-5ED4-9A1E3F3B836A}"/>
                    </a:ext>
                  </a:extLst>
                </p14:cNvPr>
                <p14:cNvContentPartPr/>
                <p14:nvPr/>
              </p14:nvContentPartPr>
              <p14:xfrm>
                <a:off x="3521304" y="4399416"/>
                <a:ext cx="181440" cy="266760"/>
              </p14:xfrm>
            </p:contentPart>
          </mc:Choice>
          <mc:Fallback>
            <p:pic>
              <p:nvPicPr>
                <p:cNvPr id="11" name="Ink 10">
                  <a:extLst>
                    <a:ext uri="{FF2B5EF4-FFF2-40B4-BE49-F238E27FC236}">
                      <a16:creationId xmlns:a16="http://schemas.microsoft.com/office/drawing/2014/main" id="{EFE146C4-ADD8-516C-5ED4-9A1E3F3B836A}"/>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1902430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84CC-4929-13D9-91B2-B60EAE3A3F3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0E6666B-181D-D4FE-2B5C-51EB40C8C5B9}"/>
              </a:ext>
            </a:extLst>
          </p:cNvPr>
          <p:cNvSpPr txBox="1"/>
          <p:nvPr/>
        </p:nvSpPr>
        <p:spPr>
          <a:xfrm>
            <a:off x="148336" y="199104"/>
            <a:ext cx="11711432" cy="3416320"/>
          </a:xfrm>
          <a:prstGeom prst="rect">
            <a:avLst/>
          </a:prstGeom>
          <a:noFill/>
        </p:spPr>
        <p:txBody>
          <a:bodyPr wrap="square">
            <a:spAutoFit/>
          </a:bodyPr>
          <a:lstStyle/>
          <a:p>
            <a:r>
              <a:rPr lang="en-US" sz="2400" b="1" dirty="0">
                <a:solidFill>
                  <a:schemeClr val="accent6">
                    <a:lumMod val="60000"/>
                    <a:lumOff val="40000"/>
                  </a:schemeClr>
                </a:solidFill>
              </a:rPr>
              <a:t>When not to fine-tune:</a:t>
            </a:r>
          </a:p>
          <a:p>
            <a:pPr marL="342900" indent="-342900">
              <a:buFont typeface="Arial" panose="020B0604020202020204" pitchFamily="34" charset="0"/>
              <a:buChar char="•"/>
            </a:pPr>
            <a:r>
              <a:rPr lang="en-US" sz="2400" b="1" dirty="0">
                <a:solidFill>
                  <a:schemeClr val="accent6">
                    <a:lumMod val="60000"/>
                    <a:lumOff val="40000"/>
                  </a:schemeClr>
                </a:solidFill>
              </a:rPr>
              <a:t>Your dataset is very small</a:t>
            </a:r>
            <a:r>
              <a:rPr lang="en-US" sz="2400" dirty="0">
                <a:solidFill>
                  <a:schemeClr val="accent6">
                    <a:lumMod val="60000"/>
                    <a:lumOff val="40000"/>
                  </a:schemeClr>
                </a:solidFill>
              </a:rPr>
              <a:t>. Fine-tuning requires hundreds to thousands of quality examples.</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task is extremely dissimilar</a:t>
            </a:r>
            <a:r>
              <a:rPr lang="en-US" sz="2400" dirty="0">
                <a:solidFill>
                  <a:schemeClr val="accent6">
                    <a:lumMod val="60000"/>
                    <a:lumOff val="40000"/>
                  </a:schemeClr>
                </a:solidFill>
              </a:rPr>
              <a:t> from the base model’s training data. The model may struggle to connect its existing knowledge to this new domain.</a:t>
            </a:r>
          </a:p>
          <a:p>
            <a:pPr marL="342900" indent="-342900">
              <a:buFont typeface="Arial" panose="020B0604020202020204" pitchFamily="34" charset="0"/>
              <a:buChar char="•"/>
            </a:pPr>
            <a:r>
              <a:rPr lang="en-US" sz="2400" dirty="0">
                <a:solidFill>
                  <a:schemeClr val="accent6">
                    <a:lumMod val="60000"/>
                    <a:lumOff val="40000"/>
                  </a:schemeClr>
                </a:solidFill>
              </a:rPr>
              <a:t>You need to </a:t>
            </a:r>
            <a:r>
              <a:rPr lang="en-US" sz="2400" b="1" dirty="0">
                <a:solidFill>
                  <a:schemeClr val="accent6">
                    <a:lumMod val="60000"/>
                    <a:lumOff val="40000"/>
                  </a:schemeClr>
                </a:solidFill>
              </a:rPr>
              <a:t>frequently update</a:t>
            </a:r>
            <a:r>
              <a:rPr lang="en-US" sz="2400" dirty="0">
                <a:solidFill>
                  <a:schemeClr val="accent6">
                    <a:lumMod val="60000"/>
                    <a:lumOff val="40000"/>
                  </a:schemeClr>
                </a:solidFill>
              </a:rPr>
              <a:t> the model. Retraining from scratch allows for more flexibility.</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problem can be solved with simpler methods</a:t>
            </a:r>
            <a:r>
              <a:rPr lang="en-US" sz="2400" dirty="0">
                <a:solidFill>
                  <a:schemeClr val="accent6">
                    <a:lumMod val="60000"/>
                    <a:lumOff val="40000"/>
                  </a:schemeClr>
                </a:solidFill>
              </a:rPr>
              <a:t>. Fine-tuning large models can be overkill.</a:t>
            </a:r>
          </a:p>
        </p:txBody>
      </p:sp>
      <p:sp>
        <p:nvSpPr>
          <p:cNvPr id="11" name="Oval 10">
            <a:extLst>
              <a:ext uri="{FF2B5EF4-FFF2-40B4-BE49-F238E27FC236}">
                <a16:creationId xmlns:a16="http://schemas.microsoft.com/office/drawing/2014/main" id="{65B464CF-78FC-91E9-22A1-007969381CD2}"/>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33D3C230-06F9-6A09-1288-1BF7BFFC4055}"/>
              </a:ext>
            </a:extLst>
          </p:cNvPr>
          <p:cNvGrpSpPr/>
          <p:nvPr/>
        </p:nvGrpSpPr>
        <p:grpSpPr>
          <a:xfrm>
            <a:off x="3675888" y="4279392"/>
            <a:ext cx="792720" cy="266760"/>
            <a:chOff x="2910024" y="4399416"/>
            <a:chExt cx="792720" cy="266760"/>
          </a:xfrm>
        </p:grpSpPr>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8185845F-5C03-8707-80BB-7767DA04B8CF}"/>
                    </a:ext>
                  </a:extLst>
                </p14:cNvPr>
                <p14:cNvContentPartPr/>
                <p14:nvPr/>
              </p14:nvContentPartPr>
              <p14:xfrm>
                <a:off x="2910024" y="4525776"/>
                <a:ext cx="739440" cy="64800"/>
              </p14:xfrm>
            </p:contentPart>
          </mc:Choice>
          <mc:Fallback>
            <p:pic>
              <p:nvPicPr>
                <p:cNvPr id="13" name="Ink 12">
                  <a:extLst>
                    <a:ext uri="{FF2B5EF4-FFF2-40B4-BE49-F238E27FC236}">
                      <a16:creationId xmlns:a16="http://schemas.microsoft.com/office/drawing/2014/main" id="{8185845F-5C03-8707-80BB-7767DA04B8CF}"/>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636C7884-F3AE-C9D4-4121-F723C1D044E5}"/>
                    </a:ext>
                  </a:extLst>
                </p14:cNvPr>
                <p14:cNvContentPartPr/>
                <p14:nvPr/>
              </p14:nvContentPartPr>
              <p14:xfrm>
                <a:off x="3521304" y="4399416"/>
                <a:ext cx="181440" cy="266760"/>
              </p14:xfrm>
            </p:contentPart>
          </mc:Choice>
          <mc:Fallback>
            <p:pic>
              <p:nvPicPr>
                <p:cNvPr id="14" name="Ink 13">
                  <a:extLst>
                    <a:ext uri="{FF2B5EF4-FFF2-40B4-BE49-F238E27FC236}">
                      <a16:creationId xmlns:a16="http://schemas.microsoft.com/office/drawing/2014/main" id="{636C7884-F3AE-C9D4-4121-F723C1D044E5}"/>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A1597FDB-B0D0-DFAE-EEFC-7EC7CAFC50E5}"/>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1785913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9F317-A865-F278-C0E2-CF451F11C6A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A009D26-D23A-326C-D837-2E6FAD1FBC4F}"/>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Limitations</a:t>
            </a:r>
          </a:p>
          <a:p>
            <a:pPr marL="342900" indent="-342900">
              <a:buFont typeface="Arial" panose="020B0604020202020204" pitchFamily="34" charset="0"/>
              <a:buChar char="•"/>
            </a:pPr>
            <a:r>
              <a:rPr lang="en-US" sz="2400" dirty="0">
                <a:solidFill>
                  <a:schemeClr val="accent6">
                    <a:lumMod val="60000"/>
                    <a:lumOff val="40000"/>
                  </a:schemeClr>
                </a:solidFill>
              </a:rPr>
              <a:t>Expensive (training cost 💰) </a:t>
            </a:r>
          </a:p>
          <a:p>
            <a:pPr marL="342900" indent="-342900">
              <a:buFont typeface="Arial" panose="020B0604020202020204" pitchFamily="34" charset="0"/>
              <a:buChar char="•"/>
            </a:pPr>
            <a:r>
              <a:rPr lang="en-US" sz="2400" dirty="0">
                <a:solidFill>
                  <a:schemeClr val="accent6">
                    <a:lumMod val="60000"/>
                    <a:lumOff val="40000"/>
                  </a:schemeClr>
                </a:solidFill>
              </a:rPr>
              <a:t>Static knowledge (doesn’t update automatically) </a:t>
            </a:r>
          </a:p>
          <a:p>
            <a:pPr marL="342900" indent="-342900">
              <a:buFont typeface="Arial" panose="020B0604020202020204" pitchFamily="34" charset="0"/>
              <a:buChar char="•"/>
            </a:pPr>
            <a:r>
              <a:rPr lang="en-US" sz="2400" dirty="0">
                <a:solidFill>
                  <a:schemeClr val="accent6">
                    <a:lumMod val="60000"/>
                    <a:lumOff val="40000"/>
                  </a:schemeClr>
                </a:solidFill>
              </a:rPr>
              <a:t>Needs retraining for new data</a:t>
            </a:r>
          </a:p>
        </p:txBody>
      </p:sp>
      <p:sp>
        <p:nvSpPr>
          <p:cNvPr id="11" name="Oval 10">
            <a:extLst>
              <a:ext uri="{FF2B5EF4-FFF2-40B4-BE49-F238E27FC236}">
                <a16:creationId xmlns:a16="http://schemas.microsoft.com/office/drawing/2014/main" id="{89FD650A-4027-D1AA-B8E1-6C367ED776A6}"/>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8236BE1E-01AC-F690-C000-5E4AC0BA4DED}"/>
              </a:ext>
            </a:extLst>
          </p:cNvPr>
          <p:cNvGrpSpPr/>
          <p:nvPr/>
        </p:nvGrpSpPr>
        <p:grpSpPr>
          <a:xfrm>
            <a:off x="3675888" y="4279392"/>
            <a:ext cx="792720" cy="266760"/>
            <a:chOff x="2910024" y="4399416"/>
            <a:chExt cx="792720" cy="266760"/>
          </a:xfrm>
        </p:grpSpPr>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9E7F9CAA-0DE7-0F51-4A9C-40450E0A81C4}"/>
                    </a:ext>
                  </a:extLst>
                </p14:cNvPr>
                <p14:cNvContentPartPr/>
                <p14:nvPr/>
              </p14:nvContentPartPr>
              <p14:xfrm>
                <a:off x="2910024" y="4525776"/>
                <a:ext cx="739440" cy="64800"/>
              </p14:xfrm>
            </p:contentPart>
          </mc:Choice>
          <mc:Fallback>
            <p:pic>
              <p:nvPicPr>
                <p:cNvPr id="13" name="Ink 12">
                  <a:extLst>
                    <a:ext uri="{FF2B5EF4-FFF2-40B4-BE49-F238E27FC236}">
                      <a16:creationId xmlns:a16="http://schemas.microsoft.com/office/drawing/2014/main" id="{9E7F9CAA-0DE7-0F51-4A9C-40450E0A81C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1636769D-E49B-6AF2-04A1-1AA8376ADB9D}"/>
                    </a:ext>
                  </a:extLst>
                </p14:cNvPr>
                <p14:cNvContentPartPr/>
                <p14:nvPr/>
              </p14:nvContentPartPr>
              <p14:xfrm>
                <a:off x="3521304" y="4399416"/>
                <a:ext cx="181440" cy="266760"/>
              </p14:xfrm>
            </p:contentPart>
          </mc:Choice>
          <mc:Fallback>
            <p:pic>
              <p:nvPicPr>
                <p:cNvPr id="14" name="Ink 13">
                  <a:extLst>
                    <a:ext uri="{FF2B5EF4-FFF2-40B4-BE49-F238E27FC236}">
                      <a16:creationId xmlns:a16="http://schemas.microsoft.com/office/drawing/2014/main" id="{1636769D-E49B-6AF2-04A1-1AA8376ADB9D}"/>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6732E60D-6D5A-BD98-EE0D-F647BACCED13}"/>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282673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579DD-590F-82E3-AA5E-E59F6A74F9A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7F488DC-D334-298E-0657-E19CE47754BF}"/>
              </a:ext>
            </a:extLst>
          </p:cNvPr>
          <p:cNvSpPr txBox="1"/>
          <p:nvPr/>
        </p:nvSpPr>
        <p:spPr>
          <a:xfrm>
            <a:off x="148336" y="1122648"/>
            <a:ext cx="10292080" cy="1200329"/>
          </a:xfrm>
          <a:prstGeom prst="rect">
            <a:avLst/>
          </a:prstGeom>
          <a:noFill/>
        </p:spPr>
        <p:txBody>
          <a:bodyPr wrap="square">
            <a:spAutoFit/>
          </a:bodyPr>
          <a:lstStyle/>
          <a:p>
            <a:pPr algn="ctr"/>
            <a:r>
              <a:rPr lang="en-US" sz="3600" b="1" dirty="0">
                <a:solidFill>
                  <a:schemeClr val="accent6">
                    <a:lumMod val="60000"/>
                    <a:lumOff val="40000"/>
                  </a:schemeClr>
                </a:solidFill>
              </a:rPr>
              <a:t>RAG</a:t>
            </a:r>
          </a:p>
          <a:p>
            <a:pPr algn="ctr"/>
            <a:r>
              <a:rPr lang="en-US" sz="3600" b="1" dirty="0">
                <a:solidFill>
                  <a:schemeClr val="accent6">
                    <a:lumMod val="60000"/>
                    <a:lumOff val="40000"/>
                  </a:schemeClr>
                </a:solidFill>
              </a:rPr>
              <a:t>Retrieval-Augmented Generation</a:t>
            </a:r>
          </a:p>
        </p:txBody>
      </p:sp>
    </p:spTree>
    <p:extLst>
      <p:ext uri="{BB962C8B-B14F-4D97-AF65-F5344CB8AC3E}">
        <p14:creationId xmlns:p14="http://schemas.microsoft.com/office/powerpoint/2010/main" val="2339879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76CD-79A7-54E4-981D-2F94F8EF2D7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6DDDEA2-3EA5-BBB1-82DB-8787366C81FB}"/>
              </a:ext>
            </a:extLst>
          </p:cNvPr>
          <p:cNvSpPr txBox="1"/>
          <p:nvPr/>
        </p:nvSpPr>
        <p:spPr>
          <a:xfrm>
            <a:off x="148336" y="199104"/>
            <a:ext cx="10292080" cy="3785652"/>
          </a:xfrm>
          <a:prstGeom prst="rect">
            <a:avLst/>
          </a:prstGeom>
          <a:noFill/>
        </p:spPr>
        <p:txBody>
          <a:bodyPr wrap="square">
            <a:spAutoFit/>
          </a:bodyPr>
          <a:lstStyle/>
          <a:p>
            <a:r>
              <a:rPr lang="en-US" sz="2400" b="1" dirty="0">
                <a:solidFill>
                  <a:schemeClr val="accent6">
                    <a:lumMod val="60000"/>
                    <a:lumOff val="40000"/>
                  </a:schemeClr>
                </a:solidFill>
              </a:rPr>
              <a:t>2. RAG (Retrieval-Augmented Generation)</a:t>
            </a:r>
          </a:p>
          <a:p>
            <a:r>
              <a:rPr lang="en-US" sz="2400" b="1" dirty="0">
                <a:solidFill>
                  <a:schemeClr val="accent6">
                    <a:lumMod val="60000"/>
                    <a:lumOff val="40000"/>
                  </a:schemeClr>
                </a:solidFill>
              </a:rPr>
              <a:t>Definition:</a:t>
            </a:r>
            <a:br>
              <a:rPr lang="en-US" sz="2400" dirty="0">
                <a:solidFill>
                  <a:schemeClr val="accent6">
                    <a:lumMod val="60000"/>
                    <a:lumOff val="40000"/>
                  </a:schemeClr>
                </a:solidFill>
              </a:rPr>
            </a:br>
            <a:r>
              <a:rPr lang="en-US" sz="2400" dirty="0">
                <a:solidFill>
                  <a:schemeClr val="accent6">
                    <a:lumMod val="60000"/>
                    <a:lumOff val="40000"/>
                  </a:schemeClr>
                </a:solidFill>
              </a:rPr>
              <a:t>RAG means </a:t>
            </a:r>
            <a:r>
              <a:rPr lang="en-US" sz="2400" b="1" dirty="0">
                <a:solidFill>
                  <a:schemeClr val="accent6">
                    <a:lumMod val="60000"/>
                    <a:lumOff val="40000"/>
                  </a:schemeClr>
                </a:solidFill>
              </a:rPr>
              <a:t>the model fetches external data at runtime and uses it to answer</a:t>
            </a:r>
            <a:r>
              <a:rPr lang="en-US" sz="2400" dirty="0">
                <a:solidFill>
                  <a:schemeClr val="accent6">
                    <a:lumMod val="60000"/>
                    <a:lumOff val="40000"/>
                  </a:schemeClr>
                </a:solidFill>
              </a:rPr>
              <a:t>.</a:t>
            </a:r>
          </a:p>
          <a:p>
            <a:r>
              <a:rPr lang="en-US" sz="2400" dirty="0">
                <a:solidFill>
                  <a:schemeClr val="accent6">
                    <a:lumMod val="60000"/>
                    <a:lumOff val="40000"/>
                  </a:schemeClr>
                </a:solidFill>
              </a:rPr>
              <a:t>👉 No training required.</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actually happens?</a:t>
            </a:r>
          </a:p>
          <a:p>
            <a:pPr marL="457200" indent="-457200">
              <a:buFont typeface="+mj-lt"/>
              <a:buAutoNum type="arabicPeriod"/>
            </a:pPr>
            <a:r>
              <a:rPr lang="en-US" sz="2400" dirty="0">
                <a:solidFill>
                  <a:schemeClr val="accent6">
                    <a:lumMod val="60000"/>
                    <a:lumOff val="40000"/>
                  </a:schemeClr>
                </a:solidFill>
              </a:rPr>
              <a:t>User asks question </a:t>
            </a:r>
          </a:p>
          <a:p>
            <a:pPr marL="457200" indent="-457200">
              <a:buFont typeface="+mj-lt"/>
              <a:buAutoNum type="arabicPeriod"/>
            </a:pPr>
            <a:r>
              <a:rPr lang="en-US" sz="2400" dirty="0">
                <a:solidFill>
                  <a:schemeClr val="accent6">
                    <a:lumMod val="60000"/>
                    <a:lumOff val="40000"/>
                  </a:schemeClr>
                </a:solidFill>
              </a:rPr>
              <a:t>System searches your data (PDFs, DB, etc.) </a:t>
            </a:r>
          </a:p>
          <a:p>
            <a:pPr marL="457200" indent="-457200">
              <a:buFont typeface="+mj-lt"/>
              <a:buAutoNum type="arabicPeriod"/>
            </a:pPr>
            <a:r>
              <a:rPr lang="en-US" sz="2400" dirty="0">
                <a:solidFill>
                  <a:schemeClr val="accent6">
                    <a:lumMod val="60000"/>
                    <a:lumOff val="40000"/>
                  </a:schemeClr>
                </a:solidFill>
              </a:rPr>
              <a:t>Relevant chunks are retrieved </a:t>
            </a:r>
          </a:p>
          <a:p>
            <a:pPr marL="457200" indent="-457200">
              <a:buFont typeface="+mj-lt"/>
              <a:buAutoNum type="arabicPeriod"/>
            </a:pPr>
            <a:r>
              <a:rPr lang="en-US" sz="2400" dirty="0">
                <a:solidFill>
                  <a:schemeClr val="accent6">
                    <a:lumMod val="60000"/>
                    <a:lumOff val="40000"/>
                  </a:schemeClr>
                </a:solidFill>
              </a:rPr>
              <a:t>Model generates answer using that context</a:t>
            </a:r>
          </a:p>
        </p:txBody>
      </p:sp>
      <p:sp>
        <p:nvSpPr>
          <p:cNvPr id="2" name="Oval 1">
            <a:extLst>
              <a:ext uri="{FF2B5EF4-FFF2-40B4-BE49-F238E27FC236}">
                <a16:creationId xmlns:a16="http://schemas.microsoft.com/office/drawing/2014/main" id="{34E06E64-2BAD-CB49-F418-EEC904645F4D}"/>
              </a:ext>
            </a:extLst>
          </p:cNvPr>
          <p:cNvSpPr/>
          <p:nvPr/>
        </p:nvSpPr>
        <p:spPr>
          <a:xfrm>
            <a:off x="9455904" y="2093976"/>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29011818-563F-D9FB-E9F3-4F652DCB583E}"/>
              </a:ext>
            </a:extLst>
          </p:cNvPr>
          <p:cNvSpPr/>
          <p:nvPr/>
        </p:nvSpPr>
        <p:spPr>
          <a:xfrm>
            <a:off x="8912352" y="4386072"/>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sp>
        <p:nvSpPr>
          <p:cNvPr id="4" name="Rectangle 3">
            <a:extLst>
              <a:ext uri="{FF2B5EF4-FFF2-40B4-BE49-F238E27FC236}">
                <a16:creationId xmlns:a16="http://schemas.microsoft.com/office/drawing/2014/main" id="{4C8B7814-4E14-1317-37DA-AE7AED4717F6}"/>
              </a:ext>
            </a:extLst>
          </p:cNvPr>
          <p:cNvSpPr/>
          <p:nvPr/>
        </p:nvSpPr>
        <p:spPr>
          <a:xfrm>
            <a:off x="6684264" y="4532376"/>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grpSp>
        <p:nvGrpSpPr>
          <p:cNvPr id="11" name="Group 10">
            <a:extLst>
              <a:ext uri="{FF2B5EF4-FFF2-40B4-BE49-F238E27FC236}">
                <a16:creationId xmlns:a16="http://schemas.microsoft.com/office/drawing/2014/main" id="{577286D2-5F53-6A13-D382-C24F6B7D603D}"/>
              </a:ext>
            </a:extLst>
          </p:cNvPr>
          <p:cNvGrpSpPr/>
          <p:nvPr/>
        </p:nvGrpSpPr>
        <p:grpSpPr>
          <a:xfrm>
            <a:off x="9455904" y="3291696"/>
            <a:ext cx="337680" cy="907560"/>
            <a:chOff x="9455904" y="3291696"/>
            <a:chExt cx="337680" cy="9075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88426E6E-3230-67F4-43DE-62D9D2CB0666}"/>
                    </a:ext>
                  </a:extLst>
                </p14:cNvPr>
                <p14:cNvContentPartPr/>
                <p14:nvPr/>
              </p14:nvContentPartPr>
              <p14:xfrm>
                <a:off x="9455904" y="3291696"/>
                <a:ext cx="234720" cy="851760"/>
              </p14:xfrm>
            </p:contentPart>
          </mc:Choice>
          <mc:Fallback xmlns="">
            <p:pic>
              <p:nvPicPr>
                <p:cNvPr id="8" name="Ink 7">
                  <a:extLst>
                    <a:ext uri="{FF2B5EF4-FFF2-40B4-BE49-F238E27FC236}">
                      <a16:creationId xmlns:a16="http://schemas.microsoft.com/office/drawing/2014/main" id="{88426E6E-3230-67F4-43DE-62D9D2CB0666}"/>
                    </a:ext>
                  </a:extLst>
                </p:cNvPr>
                <p:cNvPicPr/>
                <p:nvPr/>
              </p:nvPicPr>
              <p:blipFill>
                <a:blip r:embed="rId3"/>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899B411-75FA-99E7-D2AF-15C51AAE7A6C}"/>
                    </a:ext>
                  </a:extLst>
                </p14:cNvPr>
                <p14:cNvContentPartPr/>
                <p14:nvPr/>
              </p14:nvContentPartPr>
              <p14:xfrm>
                <a:off x="9515664" y="4010976"/>
                <a:ext cx="277920" cy="188280"/>
              </p14:xfrm>
            </p:contentPart>
          </mc:Choice>
          <mc:Fallback xmlns="">
            <p:pic>
              <p:nvPicPr>
                <p:cNvPr id="10" name="Ink 9">
                  <a:extLst>
                    <a:ext uri="{FF2B5EF4-FFF2-40B4-BE49-F238E27FC236}">
                      <a16:creationId xmlns:a16="http://schemas.microsoft.com/office/drawing/2014/main" id="{F899B411-75FA-99E7-D2AF-15C51AAE7A6C}"/>
                    </a:ext>
                  </a:extLst>
                </p:cNvPr>
                <p:cNvPicPr/>
                <p:nvPr/>
              </p:nvPicPr>
              <p:blipFill>
                <a:blip r:embed="rId5"/>
                <a:stretch>
                  <a:fillRect/>
                </a:stretch>
              </p:blipFill>
              <p:spPr>
                <a:xfrm>
                  <a:off x="9497664" y="3993336"/>
                  <a:ext cx="313560" cy="223920"/>
                </a:xfrm>
                <a:prstGeom prst="rect">
                  <a:avLst/>
                </a:prstGeom>
              </p:spPr>
            </p:pic>
          </mc:Fallback>
        </mc:AlternateContent>
      </p:grpSp>
      <p:grpSp>
        <p:nvGrpSpPr>
          <p:cNvPr id="21" name="Group 20">
            <a:extLst>
              <a:ext uri="{FF2B5EF4-FFF2-40B4-BE49-F238E27FC236}">
                <a16:creationId xmlns:a16="http://schemas.microsoft.com/office/drawing/2014/main" id="{208EBFBC-B12C-6BBE-F185-EF96921A268E}"/>
              </a:ext>
            </a:extLst>
          </p:cNvPr>
          <p:cNvGrpSpPr/>
          <p:nvPr/>
        </p:nvGrpSpPr>
        <p:grpSpPr>
          <a:xfrm>
            <a:off x="8273664" y="3241296"/>
            <a:ext cx="894600" cy="563760"/>
            <a:chOff x="8273664" y="3241296"/>
            <a:chExt cx="894600" cy="563760"/>
          </a:xfrm>
        </p:grpSpPr>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DF432866-E2DD-21C0-213C-E528F2E45B0D}"/>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F432866-E2DD-21C0-213C-E528F2E45B0D}"/>
                    </a:ext>
                  </a:extLst>
                </p:cNvPr>
                <p:cNvPicPr/>
                <p:nvPr/>
              </p:nvPicPr>
              <p:blipFill>
                <a:blip r:embed="rId7"/>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43ECEBC8-7A1A-BBA0-B233-11937321D795}"/>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43ECEBC8-7A1A-BBA0-B233-11937321D795}"/>
                    </a:ext>
                  </a:extLst>
                </p:cNvPr>
                <p:cNvPicPr/>
                <p:nvPr/>
              </p:nvPicPr>
              <p:blipFill>
                <a:blip r:embed="rId9"/>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9DB8F780-5473-A123-8886-14FDB0BAD76D}"/>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9DB8F780-5473-A123-8886-14FDB0BAD76D}"/>
                    </a:ext>
                  </a:extLst>
                </p:cNvPr>
                <p:cNvPicPr/>
                <p:nvPr/>
              </p:nvPicPr>
              <p:blipFill>
                <a:blip r:embed="rId11"/>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4349F2BA-B32B-92E4-31D4-F73206289EE1}"/>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4349F2BA-B32B-92E4-31D4-F73206289EE1}"/>
                    </a:ext>
                  </a:extLst>
                </p:cNvPr>
                <p:cNvPicPr/>
                <p:nvPr/>
              </p:nvPicPr>
              <p:blipFill>
                <a:blip r:embed="rId13"/>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4ADADBC0-1287-633C-4540-786952FF53FB}"/>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4ADADBC0-1287-633C-4540-786952FF53FB}"/>
                    </a:ext>
                  </a:extLst>
                </p:cNvPr>
                <p:cNvPicPr/>
                <p:nvPr/>
              </p:nvPicPr>
              <p:blipFill>
                <a:blip r:embed="rId15"/>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B132E71D-4D5E-4FA4-78C8-6A8D017BFD11}"/>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B132E71D-4D5E-4FA4-78C8-6A8D017BFD11}"/>
                    </a:ext>
                  </a:extLst>
                </p:cNvPr>
                <p:cNvPicPr/>
                <p:nvPr/>
              </p:nvPicPr>
              <p:blipFill>
                <a:blip r:embed="rId17"/>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543F36F5-E3CC-23E3-985C-A9A698CD7922}"/>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543F36F5-E3CC-23E3-985C-A9A698CD7922}"/>
                    </a:ext>
                  </a:extLst>
                </p:cNvPr>
                <p:cNvPicPr/>
                <p:nvPr/>
              </p:nvPicPr>
              <p:blipFill>
                <a:blip r:embed="rId19"/>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10CD522A-DB0C-2138-5CC2-93A723F85761}"/>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10CD522A-DB0C-2138-5CC2-93A723F85761}"/>
                    </a:ext>
                  </a:extLst>
                </p:cNvPr>
                <p:cNvPicPr/>
                <p:nvPr/>
              </p:nvPicPr>
              <p:blipFill>
                <a:blip r:embed="rId21"/>
                <a:stretch>
                  <a:fillRect/>
                </a:stretch>
              </p:blipFill>
              <p:spPr>
                <a:xfrm>
                  <a:off x="8839224" y="3292056"/>
                  <a:ext cx="144720" cy="129600"/>
                </a:xfrm>
                <a:prstGeom prst="rect">
                  <a:avLst/>
                </a:prstGeom>
              </p:spPr>
            </p:pic>
          </mc:Fallback>
        </mc:AlternateContent>
      </p:grpSp>
      <p:grpSp>
        <p:nvGrpSpPr>
          <p:cNvPr id="27" name="Group 26">
            <a:extLst>
              <a:ext uri="{FF2B5EF4-FFF2-40B4-BE49-F238E27FC236}">
                <a16:creationId xmlns:a16="http://schemas.microsoft.com/office/drawing/2014/main" id="{11525B0E-8F39-7B0B-3082-A9A4A4D07494}"/>
              </a:ext>
            </a:extLst>
          </p:cNvPr>
          <p:cNvGrpSpPr/>
          <p:nvPr/>
        </p:nvGrpSpPr>
        <p:grpSpPr>
          <a:xfrm>
            <a:off x="8311824" y="4818096"/>
            <a:ext cx="551520" cy="126360"/>
            <a:chOff x="8311824" y="4818096"/>
            <a:chExt cx="551520" cy="126360"/>
          </a:xfrm>
        </p:grpSpPr>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6C181C98-598D-3B44-6EDD-B8F12D2E9027}"/>
                    </a:ext>
                  </a:extLst>
                </p14:cNvPr>
                <p14:cNvContentPartPr/>
                <p14:nvPr/>
              </p14:nvContentPartPr>
              <p14:xfrm>
                <a:off x="8311824" y="4866336"/>
                <a:ext cx="507960" cy="25920"/>
              </p14:xfrm>
            </p:contentPart>
          </mc:Choice>
          <mc:Fallback xmlns="">
            <p:pic>
              <p:nvPicPr>
                <p:cNvPr id="22" name="Ink 21">
                  <a:extLst>
                    <a:ext uri="{FF2B5EF4-FFF2-40B4-BE49-F238E27FC236}">
                      <a16:creationId xmlns:a16="http://schemas.microsoft.com/office/drawing/2014/main" id="{6C181C98-598D-3B44-6EDD-B8F12D2E9027}"/>
                    </a:ext>
                  </a:extLst>
                </p:cNvPr>
                <p:cNvPicPr/>
                <p:nvPr/>
              </p:nvPicPr>
              <p:blipFill>
                <a:blip r:embed="rId23"/>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8AE588F6-4D65-BF1F-B26D-09620B15EB49}"/>
                    </a:ext>
                  </a:extLst>
                </p14:cNvPr>
                <p14:cNvContentPartPr/>
                <p14:nvPr/>
              </p14:nvContentPartPr>
              <p14:xfrm>
                <a:off x="8685504" y="4818096"/>
                <a:ext cx="177840" cy="126360"/>
              </p14:xfrm>
            </p:contentPart>
          </mc:Choice>
          <mc:Fallback xmlns="">
            <p:pic>
              <p:nvPicPr>
                <p:cNvPr id="23" name="Ink 22">
                  <a:extLst>
                    <a:ext uri="{FF2B5EF4-FFF2-40B4-BE49-F238E27FC236}">
                      <a16:creationId xmlns:a16="http://schemas.microsoft.com/office/drawing/2014/main" id="{8AE588F6-4D65-BF1F-B26D-09620B15EB49}"/>
                    </a:ext>
                  </a:extLst>
                </p:cNvPr>
                <p:cNvPicPr/>
                <p:nvPr/>
              </p:nvPicPr>
              <p:blipFill>
                <a:blip r:embed="rId25"/>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2720D8C6-5A26-04CE-BAD7-201795DCC581}"/>
                  </a:ext>
                </a:extLst>
              </p14:cNvPr>
              <p14:cNvContentPartPr/>
              <p14:nvPr/>
            </p14:nvContentPartPr>
            <p14:xfrm>
              <a:off x="10241064" y="3315816"/>
              <a:ext cx="304920" cy="844920"/>
            </p14:xfrm>
          </p:contentPart>
        </mc:Choice>
        <mc:Fallback xmlns="">
          <p:pic>
            <p:nvPicPr>
              <p:cNvPr id="28" name="Ink 27">
                <a:extLst>
                  <a:ext uri="{FF2B5EF4-FFF2-40B4-BE49-F238E27FC236}">
                    <a16:creationId xmlns:a16="http://schemas.microsoft.com/office/drawing/2014/main" id="{2720D8C6-5A26-04CE-BAD7-201795DCC581}"/>
                  </a:ext>
                </a:extLst>
              </p:cNvPr>
              <p:cNvPicPr/>
              <p:nvPr/>
            </p:nvPicPr>
            <p:blipFill>
              <a:blip r:embed="rId27"/>
              <a:stretch>
                <a:fillRect/>
              </a:stretch>
            </p:blipFill>
            <p:spPr>
              <a:xfrm>
                <a:off x="10223064" y="3298176"/>
                <a:ext cx="340560" cy="880560"/>
              </a:xfrm>
              <a:prstGeom prst="rect">
                <a:avLst/>
              </a:prstGeom>
            </p:spPr>
          </p:pic>
        </mc:Fallback>
      </mc:AlternateContent>
      <p:grpSp>
        <p:nvGrpSpPr>
          <p:cNvPr id="33" name="Group 32">
            <a:extLst>
              <a:ext uri="{FF2B5EF4-FFF2-40B4-BE49-F238E27FC236}">
                <a16:creationId xmlns:a16="http://schemas.microsoft.com/office/drawing/2014/main" id="{3CF53778-E3AE-0470-5993-B18DAA27A3CD}"/>
              </a:ext>
            </a:extLst>
          </p:cNvPr>
          <p:cNvGrpSpPr/>
          <p:nvPr/>
        </p:nvGrpSpPr>
        <p:grpSpPr>
          <a:xfrm>
            <a:off x="8164584" y="4225536"/>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CCAAC7A-3C96-E70F-3231-D613E1FF9C44}"/>
                    </a:ext>
                  </a:extLst>
                </p14:cNvPr>
                <p14:cNvContentPartPr/>
                <p14:nvPr/>
              </p14:nvContentPartPr>
              <p14:xfrm>
                <a:off x="8262864" y="4345416"/>
                <a:ext cx="185400" cy="106560"/>
              </p14:xfrm>
            </p:contentPart>
          </mc:Choice>
          <mc:Fallback xmlns="">
            <p:pic>
              <p:nvPicPr>
                <p:cNvPr id="29" name="Ink 28">
                  <a:extLst>
                    <a:ext uri="{FF2B5EF4-FFF2-40B4-BE49-F238E27FC236}">
                      <a16:creationId xmlns:a16="http://schemas.microsoft.com/office/drawing/2014/main" id="{0CCAAC7A-3C96-E70F-3231-D613E1FF9C44}"/>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0" name="Ink 29">
                  <a:extLst>
                    <a:ext uri="{FF2B5EF4-FFF2-40B4-BE49-F238E27FC236}">
                      <a16:creationId xmlns:a16="http://schemas.microsoft.com/office/drawing/2014/main" id="{10ADA723-8238-C03C-1854-C5C46704874D}"/>
                    </a:ext>
                  </a:extLst>
                </p14:cNvPr>
                <p14:cNvContentPartPr/>
                <p14:nvPr/>
              </p14:nvContentPartPr>
              <p14:xfrm>
                <a:off x="8164584" y="4249296"/>
                <a:ext cx="378000" cy="298440"/>
              </p14:xfrm>
            </p:contentPart>
          </mc:Choice>
          <mc:Fallback xmlns="">
            <p:pic>
              <p:nvPicPr>
                <p:cNvPr id="30" name="Ink 29">
                  <a:extLst>
                    <a:ext uri="{FF2B5EF4-FFF2-40B4-BE49-F238E27FC236}">
                      <a16:creationId xmlns:a16="http://schemas.microsoft.com/office/drawing/2014/main" id="{10ADA723-8238-C03C-1854-C5C46704874D}"/>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1" name="Ink 30">
                  <a:extLst>
                    <a:ext uri="{FF2B5EF4-FFF2-40B4-BE49-F238E27FC236}">
                      <a16:creationId xmlns:a16="http://schemas.microsoft.com/office/drawing/2014/main" id="{6AB49C60-6662-8017-B0A6-CDC9C9F8C472}"/>
                    </a:ext>
                  </a:extLst>
                </p14:cNvPr>
                <p14:cNvContentPartPr/>
                <p14:nvPr/>
              </p14:nvContentPartPr>
              <p14:xfrm>
                <a:off x="8740224" y="4314096"/>
                <a:ext cx="177120" cy="158760"/>
              </p14:xfrm>
            </p:contentPart>
          </mc:Choice>
          <mc:Fallback xmlns="">
            <p:pic>
              <p:nvPicPr>
                <p:cNvPr id="31" name="Ink 30">
                  <a:extLst>
                    <a:ext uri="{FF2B5EF4-FFF2-40B4-BE49-F238E27FC236}">
                      <a16:creationId xmlns:a16="http://schemas.microsoft.com/office/drawing/2014/main" id="{6AB49C60-6662-8017-B0A6-CDC9C9F8C472}"/>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54C9E551-A748-36C0-E991-22F3FA161BD1}"/>
                    </a:ext>
                  </a:extLst>
                </p14:cNvPr>
                <p14:cNvContentPartPr/>
                <p14:nvPr/>
              </p14:nvContentPartPr>
              <p14:xfrm>
                <a:off x="8640144" y="4225536"/>
                <a:ext cx="378000" cy="329760"/>
              </p14:xfrm>
            </p:contentPart>
          </mc:Choice>
          <mc:Fallback xmlns="">
            <p:pic>
              <p:nvPicPr>
                <p:cNvPr id="32" name="Ink 31">
                  <a:extLst>
                    <a:ext uri="{FF2B5EF4-FFF2-40B4-BE49-F238E27FC236}">
                      <a16:creationId xmlns:a16="http://schemas.microsoft.com/office/drawing/2014/main" id="{54C9E551-A748-36C0-E991-22F3FA161BD1}"/>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36" name="Group 35">
            <a:extLst>
              <a:ext uri="{FF2B5EF4-FFF2-40B4-BE49-F238E27FC236}">
                <a16:creationId xmlns:a16="http://schemas.microsoft.com/office/drawing/2014/main" id="{1E5E5633-C155-927A-573C-BEDBC63C6773}"/>
              </a:ext>
            </a:extLst>
          </p:cNvPr>
          <p:cNvGrpSpPr/>
          <p:nvPr/>
        </p:nvGrpSpPr>
        <p:grpSpPr>
          <a:xfrm>
            <a:off x="10516104" y="3594096"/>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34" name="Ink 33">
                  <a:extLst>
                    <a:ext uri="{FF2B5EF4-FFF2-40B4-BE49-F238E27FC236}">
                      <a16:creationId xmlns:a16="http://schemas.microsoft.com/office/drawing/2014/main" id="{B6ED7EA7-3CA2-677A-61F7-A8921532BB1C}"/>
                    </a:ext>
                  </a:extLst>
                </p14:cNvPr>
                <p14:cNvContentPartPr/>
                <p14:nvPr/>
              </p14:nvContentPartPr>
              <p14:xfrm>
                <a:off x="10616184" y="3692016"/>
                <a:ext cx="156240" cy="156600"/>
              </p14:xfrm>
            </p:contentPart>
          </mc:Choice>
          <mc:Fallback xmlns="">
            <p:pic>
              <p:nvPicPr>
                <p:cNvPr id="34" name="Ink 33">
                  <a:extLst>
                    <a:ext uri="{FF2B5EF4-FFF2-40B4-BE49-F238E27FC236}">
                      <a16:creationId xmlns:a16="http://schemas.microsoft.com/office/drawing/2014/main" id="{B6ED7EA7-3CA2-677A-61F7-A8921532BB1C}"/>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5" name="Ink 34">
                  <a:extLst>
                    <a:ext uri="{FF2B5EF4-FFF2-40B4-BE49-F238E27FC236}">
                      <a16:creationId xmlns:a16="http://schemas.microsoft.com/office/drawing/2014/main" id="{1EA7B2CC-21B6-2802-DC85-59D99004FD8F}"/>
                    </a:ext>
                  </a:extLst>
                </p14:cNvPr>
                <p14:cNvContentPartPr/>
                <p14:nvPr/>
              </p14:nvContentPartPr>
              <p14:xfrm>
                <a:off x="10516104" y="3594096"/>
                <a:ext cx="426600" cy="320040"/>
              </p14:xfrm>
            </p:contentPart>
          </mc:Choice>
          <mc:Fallback xmlns="">
            <p:pic>
              <p:nvPicPr>
                <p:cNvPr id="35" name="Ink 34">
                  <a:extLst>
                    <a:ext uri="{FF2B5EF4-FFF2-40B4-BE49-F238E27FC236}">
                      <a16:creationId xmlns:a16="http://schemas.microsoft.com/office/drawing/2014/main" id="{1EA7B2CC-21B6-2802-DC85-59D99004FD8F}"/>
                    </a:ext>
                  </a:extLst>
                </p:cNvPr>
                <p:cNvPicPr/>
                <p:nvPr/>
              </p:nvPicPr>
              <p:blipFill>
                <a:blip r:embed="rId39"/>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7" name="Ink 36">
                <a:extLst>
                  <a:ext uri="{FF2B5EF4-FFF2-40B4-BE49-F238E27FC236}">
                    <a16:creationId xmlns:a16="http://schemas.microsoft.com/office/drawing/2014/main" id="{B4446189-62EA-CC1B-4560-E05CA83E4637}"/>
                  </a:ext>
                </a:extLst>
              </p14:cNvPr>
              <p14:cNvContentPartPr/>
              <p14:nvPr/>
            </p14:nvContentPartPr>
            <p14:xfrm>
              <a:off x="9767664" y="2356056"/>
              <a:ext cx="60480" cy="47520"/>
            </p14:xfrm>
          </p:contentPart>
        </mc:Choice>
        <mc:Fallback xmlns="">
          <p:pic>
            <p:nvPicPr>
              <p:cNvPr id="37" name="Ink 36">
                <a:extLst>
                  <a:ext uri="{FF2B5EF4-FFF2-40B4-BE49-F238E27FC236}">
                    <a16:creationId xmlns:a16="http://schemas.microsoft.com/office/drawing/2014/main" id="{B4446189-62EA-CC1B-4560-E05CA83E4637}"/>
                  </a:ext>
                </a:extLst>
              </p:cNvPr>
              <p:cNvPicPr/>
              <p:nvPr/>
            </p:nvPicPr>
            <p:blipFill>
              <a:blip r:embed="rId41"/>
              <a:stretch>
                <a:fillRect/>
              </a:stretch>
            </p:blipFill>
            <p:spPr>
              <a:xfrm>
                <a:off x="9749664" y="2338416"/>
                <a:ext cx="961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6DDA8256-AC7A-5DD6-374F-7A5DAC3862EC}"/>
                  </a:ext>
                </a:extLst>
              </p14:cNvPr>
              <p14:cNvContentPartPr/>
              <p14:nvPr/>
            </p14:nvContentPartPr>
            <p14:xfrm>
              <a:off x="10340424" y="2388456"/>
              <a:ext cx="65520" cy="30960"/>
            </p14:xfrm>
          </p:contentPart>
        </mc:Choice>
        <mc:Fallback xmlns="">
          <p:pic>
            <p:nvPicPr>
              <p:cNvPr id="38" name="Ink 37">
                <a:extLst>
                  <a:ext uri="{FF2B5EF4-FFF2-40B4-BE49-F238E27FC236}">
                    <a16:creationId xmlns:a16="http://schemas.microsoft.com/office/drawing/2014/main" id="{6DDA8256-AC7A-5DD6-374F-7A5DAC3862EC}"/>
                  </a:ext>
                </a:extLst>
              </p:cNvPr>
              <p:cNvPicPr/>
              <p:nvPr/>
            </p:nvPicPr>
            <p:blipFill>
              <a:blip r:embed="rId43"/>
              <a:stretch>
                <a:fillRect/>
              </a:stretch>
            </p:blipFill>
            <p:spPr>
              <a:xfrm>
                <a:off x="10322784" y="2370816"/>
                <a:ext cx="101160" cy="66600"/>
              </a:xfrm>
              <a:prstGeom prst="rect">
                <a:avLst/>
              </a:prstGeom>
            </p:spPr>
          </p:pic>
        </mc:Fallback>
      </mc:AlternateContent>
      <p:grpSp>
        <p:nvGrpSpPr>
          <p:cNvPr id="45" name="Group 44">
            <a:extLst>
              <a:ext uri="{FF2B5EF4-FFF2-40B4-BE49-F238E27FC236}">
                <a16:creationId xmlns:a16="http://schemas.microsoft.com/office/drawing/2014/main" id="{7B75E350-3089-2A90-FF5D-0BB8BCE93146}"/>
              </a:ext>
            </a:extLst>
          </p:cNvPr>
          <p:cNvGrpSpPr/>
          <p:nvPr/>
        </p:nvGrpSpPr>
        <p:grpSpPr>
          <a:xfrm>
            <a:off x="9602424" y="2761056"/>
            <a:ext cx="894240" cy="239040"/>
            <a:chOff x="9602424" y="2761056"/>
            <a:chExt cx="894240" cy="239040"/>
          </a:xfrm>
        </p:grpSpPr>
        <mc:AlternateContent xmlns:mc="http://schemas.openxmlformats.org/markup-compatibility/2006" xmlns:p14="http://schemas.microsoft.com/office/powerpoint/2010/main">
          <mc:Choice Requires="p14">
            <p:contentPart p14:bwMode="auto" r:id="rId44">
              <p14:nvContentPartPr>
                <p14:cNvPr id="40" name="Ink 39">
                  <a:extLst>
                    <a:ext uri="{FF2B5EF4-FFF2-40B4-BE49-F238E27FC236}">
                      <a16:creationId xmlns:a16="http://schemas.microsoft.com/office/drawing/2014/main" id="{A51581A7-6284-89DA-3365-1C060C962501}"/>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A51581A7-6284-89DA-3365-1C060C962501}"/>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1" name="Ink 40">
                  <a:extLst>
                    <a:ext uri="{FF2B5EF4-FFF2-40B4-BE49-F238E27FC236}">
                      <a16:creationId xmlns:a16="http://schemas.microsoft.com/office/drawing/2014/main" id="{6951254D-881E-D11D-2245-ADEF168194B2}"/>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6951254D-881E-D11D-2245-ADEF168194B2}"/>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3" name="Ink 42">
                  <a:extLst>
                    <a:ext uri="{FF2B5EF4-FFF2-40B4-BE49-F238E27FC236}">
                      <a16:creationId xmlns:a16="http://schemas.microsoft.com/office/drawing/2014/main" id="{D87A8007-C872-ED75-9F29-A0D2D116C65B}"/>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D87A8007-C872-ED75-9F29-A0D2D116C65B}"/>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4" name="Ink 43">
                  <a:extLst>
                    <a:ext uri="{FF2B5EF4-FFF2-40B4-BE49-F238E27FC236}">
                      <a16:creationId xmlns:a16="http://schemas.microsoft.com/office/drawing/2014/main" id="{D5E4451B-F3DC-6488-5BC9-7BE98F3548E0}"/>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D5E4451B-F3DC-6488-5BC9-7BE98F3548E0}"/>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6" name="Ink 45">
                <a:extLst>
                  <a:ext uri="{FF2B5EF4-FFF2-40B4-BE49-F238E27FC236}">
                    <a16:creationId xmlns:a16="http://schemas.microsoft.com/office/drawing/2014/main" id="{FAE539F5-1814-F360-E50D-DDCA801CDAED}"/>
                  </a:ext>
                </a:extLst>
              </p14:cNvPr>
              <p14:cNvContentPartPr/>
              <p14:nvPr/>
            </p14:nvContentPartPr>
            <p14:xfrm>
              <a:off x="9732744" y="2354256"/>
              <a:ext cx="96480" cy="78480"/>
            </p14:xfrm>
          </p:contentPart>
        </mc:Choice>
        <mc:Fallback xmlns="">
          <p:pic>
            <p:nvPicPr>
              <p:cNvPr id="46" name="Ink 45">
                <a:extLst>
                  <a:ext uri="{FF2B5EF4-FFF2-40B4-BE49-F238E27FC236}">
                    <a16:creationId xmlns:a16="http://schemas.microsoft.com/office/drawing/2014/main" id="{FAE539F5-1814-F360-E50D-DDCA801CDAED}"/>
                  </a:ext>
                </a:extLst>
              </p:cNvPr>
              <p:cNvPicPr/>
              <p:nvPr/>
            </p:nvPicPr>
            <p:blipFill>
              <a:blip r:embed="rId53"/>
              <a:stretch>
                <a:fillRect/>
              </a:stretch>
            </p:blipFill>
            <p:spPr>
              <a:xfrm>
                <a:off x="9715104" y="2336256"/>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7" name="Ink 46">
                <a:extLst>
                  <a:ext uri="{FF2B5EF4-FFF2-40B4-BE49-F238E27FC236}">
                    <a16:creationId xmlns:a16="http://schemas.microsoft.com/office/drawing/2014/main" id="{2C841379-515F-EBF3-5CD8-636904F768F6}"/>
                  </a:ext>
                </a:extLst>
              </p14:cNvPr>
              <p14:cNvContentPartPr/>
              <p14:nvPr/>
            </p14:nvContentPartPr>
            <p14:xfrm>
              <a:off x="10298304" y="2368296"/>
              <a:ext cx="97920" cy="93240"/>
            </p14:xfrm>
          </p:contentPart>
        </mc:Choice>
        <mc:Fallback xmlns="">
          <p:pic>
            <p:nvPicPr>
              <p:cNvPr id="47" name="Ink 46">
                <a:extLst>
                  <a:ext uri="{FF2B5EF4-FFF2-40B4-BE49-F238E27FC236}">
                    <a16:creationId xmlns:a16="http://schemas.microsoft.com/office/drawing/2014/main" id="{2C841379-515F-EBF3-5CD8-636904F768F6}"/>
                  </a:ext>
                </a:extLst>
              </p:cNvPr>
              <p:cNvPicPr/>
              <p:nvPr/>
            </p:nvPicPr>
            <p:blipFill>
              <a:blip r:embed="rId55"/>
              <a:stretch>
                <a:fillRect/>
              </a:stretch>
            </p:blipFill>
            <p:spPr>
              <a:xfrm>
                <a:off x="10280664" y="2350296"/>
                <a:ext cx="133560" cy="128880"/>
              </a:xfrm>
              <a:prstGeom prst="rect">
                <a:avLst/>
              </a:prstGeom>
            </p:spPr>
          </p:pic>
        </mc:Fallback>
      </mc:AlternateContent>
    </p:spTree>
    <p:extLst>
      <p:ext uri="{BB962C8B-B14F-4D97-AF65-F5344CB8AC3E}">
        <p14:creationId xmlns:p14="http://schemas.microsoft.com/office/powerpoint/2010/main" val="545105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7D97-80EF-453D-D43C-D36A5311A4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5E41BDB-051D-1855-7891-957FC4E35013}"/>
              </a:ext>
            </a:extLst>
          </p:cNvPr>
          <p:cNvSpPr txBox="1"/>
          <p:nvPr/>
        </p:nvSpPr>
        <p:spPr>
          <a:xfrm>
            <a:off x="148336" y="199104"/>
            <a:ext cx="10292080" cy="3785652"/>
          </a:xfrm>
          <a:prstGeom prst="rect">
            <a:avLst/>
          </a:prstGeom>
          <a:noFill/>
        </p:spPr>
        <p:txBody>
          <a:bodyPr wrap="square">
            <a:spAutoFit/>
          </a:bodyPr>
          <a:lstStyle/>
          <a:p>
            <a:r>
              <a:rPr lang="en-US" sz="2400" b="1" dirty="0">
                <a:solidFill>
                  <a:schemeClr val="accent6">
                    <a:lumMod val="60000"/>
                    <a:lumOff val="40000"/>
                  </a:schemeClr>
                </a:solidFill>
              </a:rPr>
              <a:t>Example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User asks:</a:t>
            </a:r>
            <a:br>
              <a:rPr lang="en-US" sz="2400" dirty="0">
                <a:solidFill>
                  <a:schemeClr val="accent6">
                    <a:lumMod val="60000"/>
                    <a:lumOff val="40000"/>
                  </a:schemeClr>
                </a:solidFill>
              </a:rPr>
            </a:br>
            <a:r>
              <a:rPr lang="en-US" sz="2400" dirty="0">
                <a:solidFill>
                  <a:schemeClr val="accent6">
                    <a:lumMod val="60000"/>
                    <a:lumOff val="40000"/>
                  </a:schemeClr>
                </a:solidFill>
              </a:rPr>
              <a:t>👉 “What is refund policy </a:t>
            </a:r>
            <a:r>
              <a:rPr lang="en-US" sz="2400" dirty="0" err="1">
                <a:solidFill>
                  <a:schemeClr val="accent6">
                    <a:lumMod val="60000"/>
                    <a:lumOff val="40000"/>
                  </a:schemeClr>
                </a:solidFill>
              </a:rPr>
              <a:t>Loxford</a:t>
            </a:r>
            <a:r>
              <a:rPr lang="en-US" sz="2400" dirty="0">
                <a:solidFill>
                  <a:schemeClr val="accent6">
                    <a:lumMod val="60000"/>
                    <a:lumOff val="40000"/>
                  </a:schemeClr>
                </a:solidFill>
              </a:rPr>
              <a:t> Academy?”</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RAG system:</a:t>
            </a:r>
          </a:p>
          <a:p>
            <a:pPr marL="457200" indent="-457200">
              <a:buFont typeface="+mj-lt"/>
              <a:buAutoNum type="arabicPeriod"/>
            </a:pPr>
            <a:r>
              <a:rPr lang="en-US" sz="2400" dirty="0">
                <a:solidFill>
                  <a:schemeClr val="accent6">
                    <a:lumMod val="60000"/>
                    <a:lumOff val="40000"/>
                  </a:schemeClr>
                </a:solidFill>
              </a:rPr>
              <a:t>Searches company docs (</a:t>
            </a:r>
            <a:r>
              <a:rPr lang="en-US" sz="2400" dirty="0" err="1">
                <a:solidFill>
                  <a:schemeClr val="accent6">
                    <a:lumMod val="60000"/>
                    <a:lumOff val="40000"/>
                  </a:schemeClr>
                </a:solidFill>
              </a:rPr>
              <a:t>Loxford</a:t>
            </a:r>
            <a:r>
              <a:rPr lang="en-US" sz="2400" dirty="0">
                <a:solidFill>
                  <a:schemeClr val="accent6">
                    <a:lumMod val="60000"/>
                    <a:lumOff val="40000"/>
                  </a:schemeClr>
                </a:solidFill>
              </a:rPr>
              <a:t>)</a:t>
            </a:r>
          </a:p>
          <a:p>
            <a:pPr marL="457200" indent="-457200">
              <a:buFont typeface="+mj-lt"/>
              <a:buAutoNum type="arabicPeriod"/>
            </a:pPr>
            <a:r>
              <a:rPr lang="en-US" sz="2400" dirty="0">
                <a:solidFill>
                  <a:schemeClr val="accent6">
                    <a:lumMod val="60000"/>
                    <a:lumOff val="40000"/>
                  </a:schemeClr>
                </a:solidFill>
              </a:rPr>
              <a:t>Finds policy text </a:t>
            </a:r>
          </a:p>
          <a:p>
            <a:pPr marL="457200" indent="-457200">
              <a:buFont typeface="+mj-lt"/>
              <a:buAutoNum type="arabicPeriod"/>
            </a:pPr>
            <a:r>
              <a:rPr lang="en-US" sz="2400" dirty="0">
                <a:solidFill>
                  <a:schemeClr val="accent6">
                    <a:lumMod val="60000"/>
                    <a:lumOff val="40000"/>
                  </a:schemeClr>
                </a:solidFill>
              </a:rPr>
              <a:t>Sends it to model </a:t>
            </a:r>
          </a:p>
          <a:p>
            <a:pPr marL="457200" indent="-457200">
              <a:buFont typeface="+mj-lt"/>
              <a:buAutoNum type="arabicPeriod"/>
            </a:pPr>
            <a:r>
              <a:rPr lang="en-US" sz="2400" dirty="0">
                <a:solidFill>
                  <a:schemeClr val="accent6">
                    <a:lumMod val="60000"/>
                    <a:lumOff val="40000"/>
                  </a:schemeClr>
                </a:solidFill>
              </a:rPr>
              <a:t>Model answers using that info</a:t>
            </a:r>
          </a:p>
        </p:txBody>
      </p:sp>
      <p:sp>
        <p:nvSpPr>
          <p:cNvPr id="2" name="Oval 1">
            <a:extLst>
              <a:ext uri="{FF2B5EF4-FFF2-40B4-BE49-F238E27FC236}">
                <a16:creationId xmlns:a16="http://schemas.microsoft.com/office/drawing/2014/main" id="{7D37DA83-1A71-D62B-B101-716E04DB2B4F}"/>
              </a:ext>
            </a:extLst>
          </p:cNvPr>
          <p:cNvSpPr/>
          <p:nvPr/>
        </p:nvSpPr>
        <p:spPr>
          <a:xfrm>
            <a:off x="9455904" y="2093976"/>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B2B65D29-3E6A-DBFC-211B-A76A0C88A552}"/>
              </a:ext>
            </a:extLst>
          </p:cNvPr>
          <p:cNvSpPr/>
          <p:nvPr/>
        </p:nvSpPr>
        <p:spPr>
          <a:xfrm>
            <a:off x="8912352" y="4386072"/>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grpSp>
        <p:nvGrpSpPr>
          <p:cNvPr id="5" name="Group 4">
            <a:extLst>
              <a:ext uri="{FF2B5EF4-FFF2-40B4-BE49-F238E27FC236}">
                <a16:creationId xmlns:a16="http://schemas.microsoft.com/office/drawing/2014/main" id="{489137A8-EBA8-D23C-BFF2-8187DA89D590}"/>
              </a:ext>
            </a:extLst>
          </p:cNvPr>
          <p:cNvGrpSpPr/>
          <p:nvPr/>
        </p:nvGrpSpPr>
        <p:grpSpPr>
          <a:xfrm>
            <a:off x="9455904" y="3291696"/>
            <a:ext cx="337680" cy="907560"/>
            <a:chOff x="9455904" y="3291696"/>
            <a:chExt cx="337680" cy="90756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45DE571-067B-A557-47D4-49A626EF085E}"/>
                    </a:ext>
                  </a:extLst>
                </p14:cNvPr>
                <p14:cNvContentPartPr/>
                <p14:nvPr/>
              </p14:nvContentPartPr>
              <p14:xfrm>
                <a:off x="9455904" y="3291696"/>
                <a:ext cx="234720" cy="851760"/>
              </p14:xfrm>
            </p:contentPart>
          </mc:Choice>
          <mc:Fallback xmlns="">
            <p:pic>
              <p:nvPicPr>
                <p:cNvPr id="6" name="Ink 5">
                  <a:extLst>
                    <a:ext uri="{FF2B5EF4-FFF2-40B4-BE49-F238E27FC236}">
                      <a16:creationId xmlns:a16="http://schemas.microsoft.com/office/drawing/2014/main" id="{D45DE571-067B-A557-47D4-49A626EF085E}"/>
                    </a:ext>
                  </a:extLst>
                </p:cNvPr>
                <p:cNvPicPr/>
                <p:nvPr/>
              </p:nvPicPr>
              <p:blipFill>
                <a:blip r:embed="rId3"/>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EC53BB46-7730-E02C-615B-AF79DE78261A}"/>
                    </a:ext>
                  </a:extLst>
                </p14:cNvPr>
                <p14:cNvContentPartPr/>
                <p14:nvPr/>
              </p14:nvContentPartPr>
              <p14:xfrm>
                <a:off x="9515664" y="4010976"/>
                <a:ext cx="277920" cy="188280"/>
              </p14:xfrm>
            </p:contentPart>
          </mc:Choice>
          <mc:Fallback xmlns="">
            <p:pic>
              <p:nvPicPr>
                <p:cNvPr id="7" name="Ink 6">
                  <a:extLst>
                    <a:ext uri="{FF2B5EF4-FFF2-40B4-BE49-F238E27FC236}">
                      <a16:creationId xmlns:a16="http://schemas.microsoft.com/office/drawing/2014/main" id="{EC53BB46-7730-E02C-615B-AF79DE78261A}"/>
                    </a:ext>
                  </a:extLst>
                </p:cNvPr>
                <p:cNvPicPr/>
                <p:nvPr/>
              </p:nvPicPr>
              <p:blipFill>
                <a:blip r:embed="rId5"/>
                <a:stretch>
                  <a:fillRect/>
                </a:stretch>
              </p:blipFill>
              <p:spPr>
                <a:xfrm>
                  <a:off x="9497664" y="3993336"/>
                  <a:ext cx="313560" cy="223920"/>
                </a:xfrm>
                <a:prstGeom prst="rect">
                  <a:avLst/>
                </a:prstGeom>
              </p:spPr>
            </p:pic>
          </mc:Fallback>
        </mc:AlternateContent>
      </p:grpSp>
      <p:grpSp>
        <p:nvGrpSpPr>
          <p:cNvPr id="8" name="Group 7">
            <a:extLst>
              <a:ext uri="{FF2B5EF4-FFF2-40B4-BE49-F238E27FC236}">
                <a16:creationId xmlns:a16="http://schemas.microsoft.com/office/drawing/2014/main" id="{860D67BC-1628-270C-68A6-DFAF7A4909AD}"/>
              </a:ext>
            </a:extLst>
          </p:cNvPr>
          <p:cNvGrpSpPr/>
          <p:nvPr/>
        </p:nvGrpSpPr>
        <p:grpSpPr>
          <a:xfrm>
            <a:off x="8273664" y="3241296"/>
            <a:ext cx="894600" cy="563760"/>
            <a:chOff x="8273664" y="3241296"/>
            <a:chExt cx="894600" cy="56376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B642A0D7-AAAD-37C6-C6EE-9FC5F84410CD}"/>
                    </a:ext>
                  </a:extLst>
                </p14:cNvPr>
                <p14:cNvContentPartPr/>
                <p14:nvPr/>
              </p14:nvContentPartPr>
              <p14:xfrm>
                <a:off x="8996904" y="3554856"/>
                <a:ext cx="20880" cy="142560"/>
              </p14:xfrm>
            </p:contentPart>
          </mc:Choice>
          <mc:Fallback xmlns="">
            <p:pic>
              <p:nvPicPr>
                <p:cNvPr id="10" name="Ink 9">
                  <a:extLst>
                    <a:ext uri="{FF2B5EF4-FFF2-40B4-BE49-F238E27FC236}">
                      <a16:creationId xmlns:a16="http://schemas.microsoft.com/office/drawing/2014/main" id="{B642A0D7-AAAD-37C6-C6EE-9FC5F84410CD}"/>
                    </a:ext>
                  </a:extLst>
                </p:cNvPr>
                <p:cNvPicPr/>
                <p:nvPr/>
              </p:nvPicPr>
              <p:blipFill>
                <a:blip r:embed="rId7"/>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614ABEF1-1A54-982B-759C-036935765DE6}"/>
                    </a:ext>
                  </a:extLst>
                </p14:cNvPr>
                <p14:cNvContentPartPr/>
                <p14:nvPr/>
              </p14:nvContentPartPr>
              <p14:xfrm>
                <a:off x="8814384" y="3456216"/>
                <a:ext cx="353880" cy="348840"/>
              </p14:xfrm>
            </p:contentPart>
          </mc:Choice>
          <mc:Fallback xmlns="">
            <p:pic>
              <p:nvPicPr>
                <p:cNvPr id="11" name="Ink 10">
                  <a:extLst>
                    <a:ext uri="{FF2B5EF4-FFF2-40B4-BE49-F238E27FC236}">
                      <a16:creationId xmlns:a16="http://schemas.microsoft.com/office/drawing/2014/main" id="{614ABEF1-1A54-982B-759C-036935765DE6}"/>
                    </a:ext>
                  </a:extLst>
                </p:cNvPr>
                <p:cNvPicPr/>
                <p:nvPr/>
              </p:nvPicPr>
              <p:blipFill>
                <a:blip r:embed="rId9"/>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9ECCDE6E-E3AF-5365-1871-B15F2C9F9586}"/>
                    </a:ext>
                  </a:extLst>
                </p14:cNvPr>
                <p14:cNvContentPartPr/>
                <p14:nvPr/>
              </p14:nvContentPartPr>
              <p14:xfrm>
                <a:off x="8273664" y="3284496"/>
                <a:ext cx="142560" cy="230400"/>
              </p14:xfrm>
            </p:contentPart>
          </mc:Choice>
          <mc:Fallback xmlns="">
            <p:pic>
              <p:nvPicPr>
                <p:cNvPr id="12" name="Ink 11">
                  <a:extLst>
                    <a:ext uri="{FF2B5EF4-FFF2-40B4-BE49-F238E27FC236}">
                      <a16:creationId xmlns:a16="http://schemas.microsoft.com/office/drawing/2014/main" id="{9ECCDE6E-E3AF-5365-1871-B15F2C9F9586}"/>
                    </a:ext>
                  </a:extLst>
                </p:cNvPr>
                <p:cNvPicPr/>
                <p:nvPr/>
              </p:nvPicPr>
              <p:blipFill>
                <a:blip r:embed="rId11"/>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05A86506-0D97-66E4-EFD8-89EB0478880C}"/>
                    </a:ext>
                  </a:extLst>
                </p14:cNvPr>
                <p14:cNvContentPartPr/>
                <p14:nvPr/>
              </p14:nvContentPartPr>
              <p14:xfrm>
                <a:off x="8304264" y="3411936"/>
                <a:ext cx="70560" cy="26280"/>
              </p14:xfrm>
            </p:contentPart>
          </mc:Choice>
          <mc:Fallback xmlns="">
            <p:pic>
              <p:nvPicPr>
                <p:cNvPr id="13" name="Ink 12">
                  <a:extLst>
                    <a:ext uri="{FF2B5EF4-FFF2-40B4-BE49-F238E27FC236}">
                      <a16:creationId xmlns:a16="http://schemas.microsoft.com/office/drawing/2014/main" id="{05A86506-0D97-66E4-EFD8-89EB0478880C}"/>
                    </a:ext>
                  </a:extLst>
                </p:cNvPr>
                <p:cNvPicPr/>
                <p:nvPr/>
              </p:nvPicPr>
              <p:blipFill>
                <a:blip r:embed="rId13"/>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454A921F-B879-5492-786E-A16FAE664C5D}"/>
                    </a:ext>
                  </a:extLst>
                </p14:cNvPr>
                <p14:cNvContentPartPr/>
                <p14:nvPr/>
              </p14:nvContentPartPr>
              <p14:xfrm>
                <a:off x="8469864" y="3337056"/>
                <a:ext cx="144000" cy="130680"/>
              </p14:xfrm>
            </p:contentPart>
          </mc:Choice>
          <mc:Fallback xmlns="">
            <p:pic>
              <p:nvPicPr>
                <p:cNvPr id="14" name="Ink 13">
                  <a:extLst>
                    <a:ext uri="{FF2B5EF4-FFF2-40B4-BE49-F238E27FC236}">
                      <a16:creationId xmlns:a16="http://schemas.microsoft.com/office/drawing/2014/main" id="{454A921F-B879-5492-786E-A16FAE664C5D}"/>
                    </a:ext>
                  </a:extLst>
                </p:cNvPr>
                <p:cNvPicPr/>
                <p:nvPr/>
              </p:nvPicPr>
              <p:blipFill>
                <a:blip r:embed="rId15"/>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3FBBC30D-730C-C808-E59F-C5D92816A7E0}"/>
                    </a:ext>
                  </a:extLst>
                </p14:cNvPr>
                <p14:cNvContentPartPr/>
                <p14:nvPr/>
              </p14:nvContentPartPr>
              <p14:xfrm>
                <a:off x="8612064" y="3241296"/>
                <a:ext cx="74880" cy="203400"/>
              </p14:xfrm>
            </p:contentPart>
          </mc:Choice>
          <mc:Fallback xmlns="">
            <p:pic>
              <p:nvPicPr>
                <p:cNvPr id="15" name="Ink 14">
                  <a:extLst>
                    <a:ext uri="{FF2B5EF4-FFF2-40B4-BE49-F238E27FC236}">
                      <a16:creationId xmlns:a16="http://schemas.microsoft.com/office/drawing/2014/main" id="{3FBBC30D-730C-C808-E59F-C5D92816A7E0}"/>
                    </a:ext>
                  </a:extLst>
                </p:cNvPr>
                <p:cNvPicPr/>
                <p:nvPr/>
              </p:nvPicPr>
              <p:blipFill>
                <a:blip r:embed="rId17"/>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671D0262-2CB3-4D39-02CA-ACFC7B9C6092}"/>
                    </a:ext>
                  </a:extLst>
                </p14:cNvPr>
                <p14:cNvContentPartPr/>
                <p14:nvPr/>
              </p14:nvContentPartPr>
              <p14:xfrm>
                <a:off x="8666784" y="3316536"/>
                <a:ext cx="156240" cy="111240"/>
              </p14:xfrm>
            </p:contentPart>
          </mc:Choice>
          <mc:Fallback xmlns="">
            <p:pic>
              <p:nvPicPr>
                <p:cNvPr id="16" name="Ink 15">
                  <a:extLst>
                    <a:ext uri="{FF2B5EF4-FFF2-40B4-BE49-F238E27FC236}">
                      <a16:creationId xmlns:a16="http://schemas.microsoft.com/office/drawing/2014/main" id="{671D0262-2CB3-4D39-02CA-ACFC7B9C6092}"/>
                    </a:ext>
                  </a:extLst>
                </p:cNvPr>
                <p:cNvPicPr/>
                <p:nvPr/>
              </p:nvPicPr>
              <p:blipFill>
                <a:blip r:embed="rId19"/>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CCF2D15E-0935-D1E5-47EE-47BC9D7C2B90}"/>
                    </a:ext>
                  </a:extLst>
                </p14:cNvPr>
                <p14:cNvContentPartPr/>
                <p14:nvPr/>
              </p14:nvContentPartPr>
              <p14:xfrm>
                <a:off x="8856864" y="3309696"/>
                <a:ext cx="109080" cy="93960"/>
              </p14:xfrm>
            </p:contentPart>
          </mc:Choice>
          <mc:Fallback xmlns="">
            <p:pic>
              <p:nvPicPr>
                <p:cNvPr id="17" name="Ink 16">
                  <a:extLst>
                    <a:ext uri="{FF2B5EF4-FFF2-40B4-BE49-F238E27FC236}">
                      <a16:creationId xmlns:a16="http://schemas.microsoft.com/office/drawing/2014/main" id="{CCF2D15E-0935-D1E5-47EE-47BC9D7C2B90}"/>
                    </a:ext>
                  </a:extLst>
                </p:cNvPr>
                <p:cNvPicPr/>
                <p:nvPr/>
              </p:nvPicPr>
              <p:blipFill>
                <a:blip r:embed="rId21"/>
                <a:stretch>
                  <a:fillRect/>
                </a:stretch>
              </p:blipFill>
              <p:spPr>
                <a:xfrm>
                  <a:off x="8839224" y="3292056"/>
                  <a:ext cx="144720" cy="129600"/>
                </a:xfrm>
                <a:prstGeom prst="rect">
                  <a:avLst/>
                </a:prstGeom>
              </p:spPr>
            </p:pic>
          </mc:Fallback>
        </mc:AlternateContent>
      </p:grpSp>
      <p:grpSp>
        <p:nvGrpSpPr>
          <p:cNvPr id="18" name="Group 17">
            <a:extLst>
              <a:ext uri="{FF2B5EF4-FFF2-40B4-BE49-F238E27FC236}">
                <a16:creationId xmlns:a16="http://schemas.microsoft.com/office/drawing/2014/main" id="{2A7B0B57-E7AF-251D-BBB2-E8B0681FED83}"/>
              </a:ext>
            </a:extLst>
          </p:cNvPr>
          <p:cNvGrpSpPr/>
          <p:nvPr/>
        </p:nvGrpSpPr>
        <p:grpSpPr>
          <a:xfrm>
            <a:off x="8311824" y="4818096"/>
            <a:ext cx="551520" cy="126360"/>
            <a:chOff x="8311824" y="4818096"/>
            <a:chExt cx="551520" cy="126360"/>
          </a:xfrm>
        </p:grpSpPr>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3C2AEB44-F845-5809-08FF-3BEF2EBED4B9}"/>
                    </a:ext>
                  </a:extLst>
                </p14:cNvPr>
                <p14:cNvContentPartPr/>
                <p14:nvPr/>
              </p14:nvContentPartPr>
              <p14:xfrm>
                <a:off x="8311824" y="4866336"/>
                <a:ext cx="507960" cy="25920"/>
              </p14:xfrm>
            </p:contentPart>
          </mc:Choice>
          <mc:Fallback xmlns="">
            <p:pic>
              <p:nvPicPr>
                <p:cNvPr id="19" name="Ink 18">
                  <a:extLst>
                    <a:ext uri="{FF2B5EF4-FFF2-40B4-BE49-F238E27FC236}">
                      <a16:creationId xmlns:a16="http://schemas.microsoft.com/office/drawing/2014/main" id="{3C2AEB44-F845-5809-08FF-3BEF2EBED4B9}"/>
                    </a:ext>
                  </a:extLst>
                </p:cNvPr>
                <p:cNvPicPr/>
                <p:nvPr/>
              </p:nvPicPr>
              <p:blipFill>
                <a:blip r:embed="rId23"/>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B257939D-D54D-3274-5FE4-85C455F4BFCA}"/>
                    </a:ext>
                  </a:extLst>
                </p14:cNvPr>
                <p14:cNvContentPartPr/>
                <p14:nvPr/>
              </p14:nvContentPartPr>
              <p14:xfrm>
                <a:off x="8685504" y="4818096"/>
                <a:ext cx="177840" cy="126360"/>
              </p14:xfrm>
            </p:contentPart>
          </mc:Choice>
          <mc:Fallback xmlns="">
            <p:pic>
              <p:nvPicPr>
                <p:cNvPr id="20" name="Ink 19">
                  <a:extLst>
                    <a:ext uri="{FF2B5EF4-FFF2-40B4-BE49-F238E27FC236}">
                      <a16:creationId xmlns:a16="http://schemas.microsoft.com/office/drawing/2014/main" id="{B257939D-D54D-3274-5FE4-85C455F4BFCA}"/>
                    </a:ext>
                  </a:extLst>
                </p:cNvPr>
                <p:cNvPicPr/>
                <p:nvPr/>
              </p:nvPicPr>
              <p:blipFill>
                <a:blip r:embed="rId25"/>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A95DDA06-CBD5-0822-F3B9-8C4AFD7A0AB2}"/>
                  </a:ext>
                </a:extLst>
              </p14:cNvPr>
              <p14:cNvContentPartPr/>
              <p14:nvPr/>
            </p14:nvContentPartPr>
            <p14:xfrm>
              <a:off x="10241064" y="3315816"/>
              <a:ext cx="304920" cy="844920"/>
            </p14:xfrm>
          </p:contentPart>
        </mc:Choice>
        <mc:Fallback xmlns="">
          <p:pic>
            <p:nvPicPr>
              <p:cNvPr id="21" name="Ink 20">
                <a:extLst>
                  <a:ext uri="{FF2B5EF4-FFF2-40B4-BE49-F238E27FC236}">
                    <a16:creationId xmlns:a16="http://schemas.microsoft.com/office/drawing/2014/main" id="{A95DDA06-CBD5-0822-F3B9-8C4AFD7A0AB2}"/>
                  </a:ext>
                </a:extLst>
              </p:cNvPr>
              <p:cNvPicPr/>
              <p:nvPr/>
            </p:nvPicPr>
            <p:blipFill>
              <a:blip r:embed="rId27"/>
              <a:stretch>
                <a:fillRect/>
              </a:stretch>
            </p:blipFill>
            <p:spPr>
              <a:xfrm>
                <a:off x="10223064" y="3298176"/>
                <a:ext cx="340560" cy="880560"/>
              </a:xfrm>
              <a:prstGeom prst="rect">
                <a:avLst/>
              </a:prstGeom>
            </p:spPr>
          </p:pic>
        </mc:Fallback>
      </mc:AlternateContent>
      <p:grpSp>
        <p:nvGrpSpPr>
          <p:cNvPr id="22" name="Group 21">
            <a:extLst>
              <a:ext uri="{FF2B5EF4-FFF2-40B4-BE49-F238E27FC236}">
                <a16:creationId xmlns:a16="http://schemas.microsoft.com/office/drawing/2014/main" id="{C2576C92-A0AD-6B99-EC05-847A8A544211}"/>
              </a:ext>
            </a:extLst>
          </p:cNvPr>
          <p:cNvGrpSpPr/>
          <p:nvPr/>
        </p:nvGrpSpPr>
        <p:grpSpPr>
          <a:xfrm>
            <a:off x="8164584" y="4225536"/>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45F043F1-9DDE-2985-6BCA-4894F52D319C}"/>
                    </a:ext>
                  </a:extLst>
                </p14:cNvPr>
                <p14:cNvContentPartPr/>
                <p14:nvPr/>
              </p14:nvContentPartPr>
              <p14:xfrm>
                <a:off x="8262864" y="4345416"/>
                <a:ext cx="185400" cy="106560"/>
              </p14:xfrm>
            </p:contentPart>
          </mc:Choice>
          <mc:Fallback xmlns="">
            <p:pic>
              <p:nvPicPr>
                <p:cNvPr id="23" name="Ink 22">
                  <a:extLst>
                    <a:ext uri="{FF2B5EF4-FFF2-40B4-BE49-F238E27FC236}">
                      <a16:creationId xmlns:a16="http://schemas.microsoft.com/office/drawing/2014/main" id="{45F043F1-9DDE-2985-6BCA-4894F52D319C}"/>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8ABE0034-F7A0-A042-CDCC-035C11217F85}"/>
                    </a:ext>
                  </a:extLst>
                </p14:cNvPr>
                <p14:cNvContentPartPr/>
                <p14:nvPr/>
              </p14:nvContentPartPr>
              <p14:xfrm>
                <a:off x="8164584" y="4249296"/>
                <a:ext cx="378000" cy="298440"/>
              </p14:xfrm>
            </p:contentPart>
          </mc:Choice>
          <mc:Fallback xmlns="">
            <p:pic>
              <p:nvPicPr>
                <p:cNvPr id="24" name="Ink 23">
                  <a:extLst>
                    <a:ext uri="{FF2B5EF4-FFF2-40B4-BE49-F238E27FC236}">
                      <a16:creationId xmlns:a16="http://schemas.microsoft.com/office/drawing/2014/main" id="{8ABE0034-F7A0-A042-CDCC-035C11217F85}"/>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34A02EC4-37C8-4AFA-68A8-C6EBA9CF1575}"/>
                    </a:ext>
                  </a:extLst>
                </p14:cNvPr>
                <p14:cNvContentPartPr/>
                <p14:nvPr/>
              </p14:nvContentPartPr>
              <p14:xfrm>
                <a:off x="8740224" y="4314096"/>
                <a:ext cx="177120" cy="158760"/>
              </p14:xfrm>
            </p:contentPart>
          </mc:Choice>
          <mc:Fallback xmlns="">
            <p:pic>
              <p:nvPicPr>
                <p:cNvPr id="25" name="Ink 24">
                  <a:extLst>
                    <a:ext uri="{FF2B5EF4-FFF2-40B4-BE49-F238E27FC236}">
                      <a16:creationId xmlns:a16="http://schemas.microsoft.com/office/drawing/2014/main" id="{34A02EC4-37C8-4AFA-68A8-C6EBA9CF1575}"/>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E404F060-5E7F-A566-1C7A-E26F2E37D074}"/>
                    </a:ext>
                  </a:extLst>
                </p14:cNvPr>
                <p14:cNvContentPartPr/>
                <p14:nvPr/>
              </p14:nvContentPartPr>
              <p14:xfrm>
                <a:off x="8640144" y="4225536"/>
                <a:ext cx="378000" cy="329760"/>
              </p14:xfrm>
            </p:contentPart>
          </mc:Choice>
          <mc:Fallback xmlns="">
            <p:pic>
              <p:nvPicPr>
                <p:cNvPr id="26" name="Ink 25">
                  <a:extLst>
                    <a:ext uri="{FF2B5EF4-FFF2-40B4-BE49-F238E27FC236}">
                      <a16:creationId xmlns:a16="http://schemas.microsoft.com/office/drawing/2014/main" id="{E404F060-5E7F-A566-1C7A-E26F2E37D074}"/>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27" name="Group 26">
            <a:extLst>
              <a:ext uri="{FF2B5EF4-FFF2-40B4-BE49-F238E27FC236}">
                <a16:creationId xmlns:a16="http://schemas.microsoft.com/office/drawing/2014/main" id="{22B7E829-6ED8-665F-94C8-33AED7DAF9F5}"/>
              </a:ext>
            </a:extLst>
          </p:cNvPr>
          <p:cNvGrpSpPr/>
          <p:nvPr/>
        </p:nvGrpSpPr>
        <p:grpSpPr>
          <a:xfrm>
            <a:off x="10516104" y="3594096"/>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C3DA4CF9-9F1F-DE98-C433-C28539D16049}"/>
                    </a:ext>
                  </a:extLst>
                </p14:cNvPr>
                <p14:cNvContentPartPr/>
                <p14:nvPr/>
              </p14:nvContentPartPr>
              <p14:xfrm>
                <a:off x="10616184" y="3692016"/>
                <a:ext cx="156240" cy="156600"/>
              </p14:xfrm>
            </p:contentPart>
          </mc:Choice>
          <mc:Fallback xmlns="">
            <p:pic>
              <p:nvPicPr>
                <p:cNvPr id="28" name="Ink 27">
                  <a:extLst>
                    <a:ext uri="{FF2B5EF4-FFF2-40B4-BE49-F238E27FC236}">
                      <a16:creationId xmlns:a16="http://schemas.microsoft.com/office/drawing/2014/main" id="{C3DA4CF9-9F1F-DE98-C433-C28539D16049}"/>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6FC52A01-A7BD-EE50-8C04-650449BE3508}"/>
                    </a:ext>
                  </a:extLst>
                </p14:cNvPr>
                <p14:cNvContentPartPr/>
                <p14:nvPr/>
              </p14:nvContentPartPr>
              <p14:xfrm>
                <a:off x="10516104" y="3594096"/>
                <a:ext cx="426600" cy="320040"/>
              </p14:xfrm>
            </p:contentPart>
          </mc:Choice>
          <mc:Fallback xmlns="">
            <p:pic>
              <p:nvPicPr>
                <p:cNvPr id="29" name="Ink 28">
                  <a:extLst>
                    <a:ext uri="{FF2B5EF4-FFF2-40B4-BE49-F238E27FC236}">
                      <a16:creationId xmlns:a16="http://schemas.microsoft.com/office/drawing/2014/main" id="{6FC52A01-A7BD-EE50-8C04-650449BE3508}"/>
                    </a:ext>
                  </a:extLst>
                </p:cNvPr>
                <p:cNvPicPr/>
                <p:nvPr/>
              </p:nvPicPr>
              <p:blipFill>
                <a:blip r:embed="rId39"/>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1B3A9C33-1DA7-4C9C-ED83-CA8C5A61BCDE}"/>
                  </a:ext>
                </a:extLst>
              </p14:cNvPr>
              <p14:cNvContentPartPr/>
              <p14:nvPr/>
            </p14:nvContentPartPr>
            <p14:xfrm>
              <a:off x="9767664" y="2356056"/>
              <a:ext cx="60480" cy="47520"/>
            </p14:xfrm>
          </p:contentPart>
        </mc:Choice>
        <mc:Fallback xmlns="">
          <p:pic>
            <p:nvPicPr>
              <p:cNvPr id="30" name="Ink 29">
                <a:extLst>
                  <a:ext uri="{FF2B5EF4-FFF2-40B4-BE49-F238E27FC236}">
                    <a16:creationId xmlns:a16="http://schemas.microsoft.com/office/drawing/2014/main" id="{1B3A9C33-1DA7-4C9C-ED83-CA8C5A61BCDE}"/>
                  </a:ext>
                </a:extLst>
              </p:cNvPr>
              <p:cNvPicPr/>
              <p:nvPr/>
            </p:nvPicPr>
            <p:blipFill>
              <a:blip r:embed="rId41"/>
              <a:stretch>
                <a:fillRect/>
              </a:stretch>
            </p:blipFill>
            <p:spPr>
              <a:xfrm>
                <a:off x="9749664" y="2338416"/>
                <a:ext cx="961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3E1B4303-7272-A836-1F41-4D9B602798B2}"/>
                  </a:ext>
                </a:extLst>
              </p14:cNvPr>
              <p14:cNvContentPartPr/>
              <p14:nvPr/>
            </p14:nvContentPartPr>
            <p14:xfrm>
              <a:off x="10340424" y="2388456"/>
              <a:ext cx="65520" cy="30960"/>
            </p14:xfrm>
          </p:contentPart>
        </mc:Choice>
        <mc:Fallback xmlns="">
          <p:pic>
            <p:nvPicPr>
              <p:cNvPr id="31" name="Ink 30">
                <a:extLst>
                  <a:ext uri="{FF2B5EF4-FFF2-40B4-BE49-F238E27FC236}">
                    <a16:creationId xmlns:a16="http://schemas.microsoft.com/office/drawing/2014/main" id="{3E1B4303-7272-A836-1F41-4D9B602798B2}"/>
                  </a:ext>
                </a:extLst>
              </p:cNvPr>
              <p:cNvPicPr/>
              <p:nvPr/>
            </p:nvPicPr>
            <p:blipFill>
              <a:blip r:embed="rId43"/>
              <a:stretch>
                <a:fillRect/>
              </a:stretch>
            </p:blipFill>
            <p:spPr>
              <a:xfrm>
                <a:off x="10322784" y="2370816"/>
                <a:ext cx="101160" cy="66600"/>
              </a:xfrm>
              <a:prstGeom prst="rect">
                <a:avLst/>
              </a:prstGeom>
            </p:spPr>
          </p:pic>
        </mc:Fallback>
      </mc:AlternateContent>
      <p:grpSp>
        <p:nvGrpSpPr>
          <p:cNvPr id="32" name="Group 31">
            <a:extLst>
              <a:ext uri="{FF2B5EF4-FFF2-40B4-BE49-F238E27FC236}">
                <a16:creationId xmlns:a16="http://schemas.microsoft.com/office/drawing/2014/main" id="{7FB528A8-1001-7FCD-6585-099D50C06B17}"/>
              </a:ext>
            </a:extLst>
          </p:cNvPr>
          <p:cNvGrpSpPr/>
          <p:nvPr/>
        </p:nvGrpSpPr>
        <p:grpSpPr>
          <a:xfrm>
            <a:off x="9602424" y="2761056"/>
            <a:ext cx="894240" cy="239040"/>
            <a:chOff x="9602424" y="2761056"/>
            <a:chExt cx="894240" cy="239040"/>
          </a:xfrm>
        </p:grpSpPr>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F3678A5C-12BF-68D8-EE70-C6EA290CBB70}"/>
                    </a:ext>
                  </a:extLst>
                </p14:cNvPr>
                <p14:cNvContentPartPr/>
                <p14:nvPr/>
              </p14:nvContentPartPr>
              <p14:xfrm>
                <a:off x="9790344" y="2848896"/>
                <a:ext cx="651600" cy="151200"/>
              </p14:xfrm>
            </p:contentPart>
          </mc:Choice>
          <mc:Fallback xmlns="">
            <p:pic>
              <p:nvPicPr>
                <p:cNvPr id="33" name="Ink 32">
                  <a:extLst>
                    <a:ext uri="{FF2B5EF4-FFF2-40B4-BE49-F238E27FC236}">
                      <a16:creationId xmlns:a16="http://schemas.microsoft.com/office/drawing/2014/main" id="{F3678A5C-12BF-68D8-EE70-C6EA290CBB70}"/>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k 33">
                  <a:extLst>
                    <a:ext uri="{FF2B5EF4-FFF2-40B4-BE49-F238E27FC236}">
                      <a16:creationId xmlns:a16="http://schemas.microsoft.com/office/drawing/2014/main" id="{1F23BB7B-18FE-D3CE-30CE-BD309EEFF823}"/>
                    </a:ext>
                  </a:extLst>
                </p14:cNvPr>
                <p14:cNvContentPartPr/>
                <p14:nvPr/>
              </p14:nvContentPartPr>
              <p14:xfrm>
                <a:off x="10414584" y="2804616"/>
                <a:ext cx="82080" cy="87480"/>
              </p14:xfrm>
            </p:contentPart>
          </mc:Choice>
          <mc:Fallback xmlns="">
            <p:pic>
              <p:nvPicPr>
                <p:cNvPr id="34" name="Ink 33">
                  <a:extLst>
                    <a:ext uri="{FF2B5EF4-FFF2-40B4-BE49-F238E27FC236}">
                      <a16:creationId xmlns:a16="http://schemas.microsoft.com/office/drawing/2014/main" id="{1F23BB7B-18FE-D3CE-30CE-BD309EEFF823}"/>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24CAD0DC-8B1E-5676-FA36-A4FD3ECCFD88}"/>
                    </a:ext>
                  </a:extLst>
                </p14:cNvPr>
                <p14:cNvContentPartPr/>
                <p14:nvPr/>
              </p14:nvContentPartPr>
              <p14:xfrm>
                <a:off x="9706464" y="2821536"/>
                <a:ext cx="114480" cy="86760"/>
              </p14:xfrm>
            </p:contentPart>
          </mc:Choice>
          <mc:Fallback xmlns="">
            <p:pic>
              <p:nvPicPr>
                <p:cNvPr id="35" name="Ink 34">
                  <a:extLst>
                    <a:ext uri="{FF2B5EF4-FFF2-40B4-BE49-F238E27FC236}">
                      <a16:creationId xmlns:a16="http://schemas.microsoft.com/office/drawing/2014/main" id="{24CAD0DC-8B1E-5676-FA36-A4FD3ECCFD88}"/>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4DF2FA98-8961-A586-A73C-76B04E6C216B}"/>
                    </a:ext>
                  </a:extLst>
                </p14:cNvPr>
                <p14:cNvContentPartPr/>
                <p14:nvPr/>
              </p14:nvContentPartPr>
              <p14:xfrm>
                <a:off x="9602424" y="2761056"/>
                <a:ext cx="181800" cy="105480"/>
              </p14:xfrm>
            </p:contentPart>
          </mc:Choice>
          <mc:Fallback xmlns="">
            <p:pic>
              <p:nvPicPr>
                <p:cNvPr id="36" name="Ink 35">
                  <a:extLst>
                    <a:ext uri="{FF2B5EF4-FFF2-40B4-BE49-F238E27FC236}">
                      <a16:creationId xmlns:a16="http://schemas.microsoft.com/office/drawing/2014/main" id="{4DF2FA98-8961-A586-A73C-76B04E6C216B}"/>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772574C8-817C-E97A-E82A-C22644CAB327}"/>
                  </a:ext>
                </a:extLst>
              </p14:cNvPr>
              <p14:cNvContentPartPr/>
              <p14:nvPr/>
            </p14:nvContentPartPr>
            <p14:xfrm>
              <a:off x="9732744" y="2354256"/>
              <a:ext cx="96480" cy="78480"/>
            </p14:xfrm>
          </p:contentPart>
        </mc:Choice>
        <mc:Fallback xmlns="">
          <p:pic>
            <p:nvPicPr>
              <p:cNvPr id="37" name="Ink 36">
                <a:extLst>
                  <a:ext uri="{FF2B5EF4-FFF2-40B4-BE49-F238E27FC236}">
                    <a16:creationId xmlns:a16="http://schemas.microsoft.com/office/drawing/2014/main" id="{772574C8-817C-E97A-E82A-C22644CAB327}"/>
                  </a:ext>
                </a:extLst>
              </p:cNvPr>
              <p:cNvPicPr/>
              <p:nvPr/>
            </p:nvPicPr>
            <p:blipFill>
              <a:blip r:embed="rId53"/>
              <a:stretch>
                <a:fillRect/>
              </a:stretch>
            </p:blipFill>
            <p:spPr>
              <a:xfrm>
                <a:off x="9715104" y="2336256"/>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14F868A0-6088-4ED7-7C95-8F0AD8B049C9}"/>
                  </a:ext>
                </a:extLst>
              </p14:cNvPr>
              <p14:cNvContentPartPr/>
              <p14:nvPr/>
            </p14:nvContentPartPr>
            <p14:xfrm>
              <a:off x="10298304" y="2368296"/>
              <a:ext cx="97920" cy="93240"/>
            </p14:xfrm>
          </p:contentPart>
        </mc:Choice>
        <mc:Fallback xmlns="">
          <p:pic>
            <p:nvPicPr>
              <p:cNvPr id="38" name="Ink 37">
                <a:extLst>
                  <a:ext uri="{FF2B5EF4-FFF2-40B4-BE49-F238E27FC236}">
                    <a16:creationId xmlns:a16="http://schemas.microsoft.com/office/drawing/2014/main" id="{14F868A0-6088-4ED7-7C95-8F0AD8B049C9}"/>
                  </a:ext>
                </a:extLst>
              </p:cNvPr>
              <p:cNvPicPr/>
              <p:nvPr/>
            </p:nvPicPr>
            <p:blipFill>
              <a:blip r:embed="rId55"/>
              <a:stretch>
                <a:fillRect/>
              </a:stretch>
            </p:blipFill>
            <p:spPr>
              <a:xfrm>
                <a:off x="10280664" y="2350296"/>
                <a:ext cx="133560" cy="128880"/>
              </a:xfrm>
              <a:prstGeom prst="rect">
                <a:avLst/>
              </a:prstGeom>
            </p:spPr>
          </p:pic>
        </mc:Fallback>
      </mc:AlternateContent>
      <p:sp>
        <p:nvSpPr>
          <p:cNvPr id="39" name="Rectangle 38">
            <a:extLst>
              <a:ext uri="{FF2B5EF4-FFF2-40B4-BE49-F238E27FC236}">
                <a16:creationId xmlns:a16="http://schemas.microsoft.com/office/drawing/2014/main" id="{372AFCF9-BDEE-FAE2-FD75-876BE4523C50}"/>
              </a:ext>
            </a:extLst>
          </p:cNvPr>
          <p:cNvSpPr/>
          <p:nvPr/>
        </p:nvSpPr>
        <p:spPr>
          <a:xfrm>
            <a:off x="6684264" y="4532376"/>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a:p>
            <a:pPr algn="ctr"/>
            <a:r>
              <a:rPr lang="en-US" dirty="0" err="1"/>
              <a:t>Loxford</a:t>
            </a:r>
            <a:r>
              <a:rPr lang="en-US" dirty="0"/>
              <a:t> Academy</a:t>
            </a:r>
          </a:p>
        </p:txBody>
      </p:sp>
    </p:spTree>
    <p:extLst>
      <p:ext uri="{BB962C8B-B14F-4D97-AF65-F5344CB8AC3E}">
        <p14:creationId xmlns:p14="http://schemas.microsoft.com/office/powerpoint/2010/main" val="3843239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1539F-183D-0BF4-93D5-58F6A5F7126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51C0798-4C17-6C1D-5770-50FEFDD72498}"/>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When to use RAG</a:t>
            </a:r>
          </a:p>
          <a:p>
            <a:pPr marL="342900" indent="-342900">
              <a:buFont typeface="Arial" panose="020B0604020202020204" pitchFamily="34" charset="0"/>
              <a:buChar char="•"/>
            </a:pPr>
            <a:r>
              <a:rPr lang="en-US" sz="2400" dirty="0">
                <a:solidFill>
                  <a:schemeClr val="accent6">
                    <a:lumMod val="60000"/>
                    <a:lumOff val="40000"/>
                  </a:schemeClr>
                </a:solidFill>
              </a:rPr>
              <a:t>You have </a:t>
            </a:r>
            <a:r>
              <a:rPr lang="en-US" sz="2400" b="1" dirty="0">
                <a:solidFill>
                  <a:schemeClr val="accent6">
                    <a:lumMod val="60000"/>
                    <a:lumOff val="40000"/>
                  </a:schemeClr>
                </a:solidFill>
              </a:rPr>
              <a:t>dynamic data</a:t>
            </a:r>
            <a:r>
              <a:rPr lang="en-US" sz="2400" dirty="0">
                <a:solidFill>
                  <a:schemeClr val="accent6">
                    <a:lumMod val="60000"/>
                    <a:lumOff val="40000"/>
                  </a:schemeClr>
                </a:solidFill>
              </a:rPr>
              <a:t> (docs change often) </a:t>
            </a:r>
          </a:p>
          <a:p>
            <a:pPr marL="342900" indent="-342900">
              <a:buFont typeface="Arial" panose="020B0604020202020204" pitchFamily="34" charset="0"/>
              <a:buChar char="•"/>
            </a:pPr>
            <a:r>
              <a:rPr lang="en-US" sz="2400" dirty="0">
                <a:solidFill>
                  <a:schemeClr val="accent6">
                    <a:lumMod val="60000"/>
                    <a:lumOff val="40000"/>
                  </a:schemeClr>
                </a:solidFill>
              </a:rPr>
              <a:t>You want </a:t>
            </a:r>
            <a:r>
              <a:rPr lang="en-US" sz="2400" b="1" dirty="0">
                <a:solidFill>
                  <a:schemeClr val="accent6">
                    <a:lumMod val="60000"/>
                    <a:lumOff val="40000"/>
                  </a:schemeClr>
                </a:solidFill>
              </a:rPr>
              <a:t>factual accuracy</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need </a:t>
            </a:r>
            <a:r>
              <a:rPr lang="en-US" sz="2400" b="1" dirty="0">
                <a:solidFill>
                  <a:schemeClr val="accent6">
                    <a:lumMod val="60000"/>
                    <a:lumOff val="40000"/>
                  </a:schemeClr>
                </a:solidFill>
              </a:rPr>
              <a:t>source-based answers</a:t>
            </a:r>
            <a:r>
              <a:rPr lang="en-US" sz="2400" dirty="0">
                <a:solidFill>
                  <a:schemeClr val="accent6">
                    <a:lumMod val="60000"/>
                    <a:lumOff val="40000"/>
                  </a:schemeClr>
                </a:solidFill>
              </a:rPr>
              <a:t> </a:t>
            </a:r>
          </a:p>
        </p:txBody>
      </p:sp>
      <p:sp>
        <p:nvSpPr>
          <p:cNvPr id="2" name="Oval 1">
            <a:extLst>
              <a:ext uri="{FF2B5EF4-FFF2-40B4-BE49-F238E27FC236}">
                <a16:creationId xmlns:a16="http://schemas.microsoft.com/office/drawing/2014/main" id="{443DE1B0-A56D-2FF2-6CB4-F21652857B32}"/>
              </a:ext>
            </a:extLst>
          </p:cNvPr>
          <p:cNvSpPr/>
          <p:nvPr/>
        </p:nvSpPr>
        <p:spPr>
          <a:xfrm>
            <a:off x="9455904" y="2093976"/>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BFA593C4-1615-8BDE-A473-76A5CC590E9D}"/>
              </a:ext>
            </a:extLst>
          </p:cNvPr>
          <p:cNvSpPr/>
          <p:nvPr/>
        </p:nvSpPr>
        <p:spPr>
          <a:xfrm>
            <a:off x="8912352" y="4386072"/>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grpSp>
        <p:nvGrpSpPr>
          <p:cNvPr id="5" name="Group 4">
            <a:extLst>
              <a:ext uri="{FF2B5EF4-FFF2-40B4-BE49-F238E27FC236}">
                <a16:creationId xmlns:a16="http://schemas.microsoft.com/office/drawing/2014/main" id="{EB1AEDE1-5211-9EBB-3F89-D9605BCCF156}"/>
              </a:ext>
            </a:extLst>
          </p:cNvPr>
          <p:cNvGrpSpPr/>
          <p:nvPr/>
        </p:nvGrpSpPr>
        <p:grpSpPr>
          <a:xfrm>
            <a:off x="9455904" y="3291696"/>
            <a:ext cx="337680" cy="907560"/>
            <a:chOff x="9455904" y="3291696"/>
            <a:chExt cx="337680" cy="90756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2E1990FC-FC08-4E84-2177-D40F102A6D68}"/>
                    </a:ext>
                  </a:extLst>
                </p14:cNvPr>
                <p14:cNvContentPartPr/>
                <p14:nvPr/>
              </p14:nvContentPartPr>
              <p14:xfrm>
                <a:off x="9455904" y="3291696"/>
                <a:ext cx="234720" cy="851760"/>
              </p14:xfrm>
            </p:contentPart>
          </mc:Choice>
          <mc:Fallback xmlns="">
            <p:pic>
              <p:nvPicPr>
                <p:cNvPr id="6" name="Ink 5">
                  <a:extLst>
                    <a:ext uri="{FF2B5EF4-FFF2-40B4-BE49-F238E27FC236}">
                      <a16:creationId xmlns:a16="http://schemas.microsoft.com/office/drawing/2014/main" id="{2E1990FC-FC08-4E84-2177-D40F102A6D68}"/>
                    </a:ext>
                  </a:extLst>
                </p:cNvPr>
                <p:cNvPicPr/>
                <p:nvPr/>
              </p:nvPicPr>
              <p:blipFill>
                <a:blip r:embed="rId3"/>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FE7C10EF-F3E9-CE77-7C0D-1669964B706B}"/>
                    </a:ext>
                  </a:extLst>
                </p14:cNvPr>
                <p14:cNvContentPartPr/>
                <p14:nvPr/>
              </p14:nvContentPartPr>
              <p14:xfrm>
                <a:off x="9515664" y="4010976"/>
                <a:ext cx="277920" cy="188280"/>
              </p14:xfrm>
            </p:contentPart>
          </mc:Choice>
          <mc:Fallback xmlns="">
            <p:pic>
              <p:nvPicPr>
                <p:cNvPr id="7" name="Ink 6">
                  <a:extLst>
                    <a:ext uri="{FF2B5EF4-FFF2-40B4-BE49-F238E27FC236}">
                      <a16:creationId xmlns:a16="http://schemas.microsoft.com/office/drawing/2014/main" id="{FE7C10EF-F3E9-CE77-7C0D-1669964B706B}"/>
                    </a:ext>
                  </a:extLst>
                </p:cNvPr>
                <p:cNvPicPr/>
                <p:nvPr/>
              </p:nvPicPr>
              <p:blipFill>
                <a:blip r:embed="rId5"/>
                <a:stretch>
                  <a:fillRect/>
                </a:stretch>
              </p:blipFill>
              <p:spPr>
                <a:xfrm>
                  <a:off x="9497664" y="3993336"/>
                  <a:ext cx="313560" cy="223920"/>
                </a:xfrm>
                <a:prstGeom prst="rect">
                  <a:avLst/>
                </a:prstGeom>
              </p:spPr>
            </p:pic>
          </mc:Fallback>
        </mc:AlternateContent>
      </p:grpSp>
      <p:grpSp>
        <p:nvGrpSpPr>
          <p:cNvPr id="8" name="Group 7">
            <a:extLst>
              <a:ext uri="{FF2B5EF4-FFF2-40B4-BE49-F238E27FC236}">
                <a16:creationId xmlns:a16="http://schemas.microsoft.com/office/drawing/2014/main" id="{B76A9D55-C851-A023-0B35-DF402DCF8F52}"/>
              </a:ext>
            </a:extLst>
          </p:cNvPr>
          <p:cNvGrpSpPr/>
          <p:nvPr/>
        </p:nvGrpSpPr>
        <p:grpSpPr>
          <a:xfrm>
            <a:off x="8273664" y="3241296"/>
            <a:ext cx="894600" cy="563760"/>
            <a:chOff x="8273664" y="3241296"/>
            <a:chExt cx="894600" cy="56376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C6DB53D7-09AD-AA9E-D0BB-4631C8E41BB2}"/>
                    </a:ext>
                  </a:extLst>
                </p14:cNvPr>
                <p14:cNvContentPartPr/>
                <p14:nvPr/>
              </p14:nvContentPartPr>
              <p14:xfrm>
                <a:off x="8996904" y="3554856"/>
                <a:ext cx="20880" cy="142560"/>
              </p14:xfrm>
            </p:contentPart>
          </mc:Choice>
          <mc:Fallback xmlns="">
            <p:pic>
              <p:nvPicPr>
                <p:cNvPr id="10" name="Ink 9">
                  <a:extLst>
                    <a:ext uri="{FF2B5EF4-FFF2-40B4-BE49-F238E27FC236}">
                      <a16:creationId xmlns:a16="http://schemas.microsoft.com/office/drawing/2014/main" id="{C6DB53D7-09AD-AA9E-D0BB-4631C8E41BB2}"/>
                    </a:ext>
                  </a:extLst>
                </p:cNvPr>
                <p:cNvPicPr/>
                <p:nvPr/>
              </p:nvPicPr>
              <p:blipFill>
                <a:blip r:embed="rId7"/>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CFB4C261-F972-424E-DFE4-F4F460EAD062}"/>
                    </a:ext>
                  </a:extLst>
                </p14:cNvPr>
                <p14:cNvContentPartPr/>
                <p14:nvPr/>
              </p14:nvContentPartPr>
              <p14:xfrm>
                <a:off x="8814384" y="3456216"/>
                <a:ext cx="353880" cy="348840"/>
              </p14:xfrm>
            </p:contentPart>
          </mc:Choice>
          <mc:Fallback xmlns="">
            <p:pic>
              <p:nvPicPr>
                <p:cNvPr id="11" name="Ink 10">
                  <a:extLst>
                    <a:ext uri="{FF2B5EF4-FFF2-40B4-BE49-F238E27FC236}">
                      <a16:creationId xmlns:a16="http://schemas.microsoft.com/office/drawing/2014/main" id="{CFB4C261-F972-424E-DFE4-F4F460EAD062}"/>
                    </a:ext>
                  </a:extLst>
                </p:cNvPr>
                <p:cNvPicPr/>
                <p:nvPr/>
              </p:nvPicPr>
              <p:blipFill>
                <a:blip r:embed="rId9"/>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7D00FC5C-79AC-F6FD-36A8-AE861101D35D}"/>
                    </a:ext>
                  </a:extLst>
                </p14:cNvPr>
                <p14:cNvContentPartPr/>
                <p14:nvPr/>
              </p14:nvContentPartPr>
              <p14:xfrm>
                <a:off x="8273664" y="3284496"/>
                <a:ext cx="142560" cy="230400"/>
              </p14:xfrm>
            </p:contentPart>
          </mc:Choice>
          <mc:Fallback xmlns="">
            <p:pic>
              <p:nvPicPr>
                <p:cNvPr id="12" name="Ink 11">
                  <a:extLst>
                    <a:ext uri="{FF2B5EF4-FFF2-40B4-BE49-F238E27FC236}">
                      <a16:creationId xmlns:a16="http://schemas.microsoft.com/office/drawing/2014/main" id="{7D00FC5C-79AC-F6FD-36A8-AE861101D35D}"/>
                    </a:ext>
                  </a:extLst>
                </p:cNvPr>
                <p:cNvPicPr/>
                <p:nvPr/>
              </p:nvPicPr>
              <p:blipFill>
                <a:blip r:embed="rId11"/>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4086B5F1-3B72-D86A-989D-8C39E5CA975F}"/>
                    </a:ext>
                  </a:extLst>
                </p14:cNvPr>
                <p14:cNvContentPartPr/>
                <p14:nvPr/>
              </p14:nvContentPartPr>
              <p14:xfrm>
                <a:off x="8304264" y="3411936"/>
                <a:ext cx="70560" cy="26280"/>
              </p14:xfrm>
            </p:contentPart>
          </mc:Choice>
          <mc:Fallback xmlns="">
            <p:pic>
              <p:nvPicPr>
                <p:cNvPr id="13" name="Ink 12">
                  <a:extLst>
                    <a:ext uri="{FF2B5EF4-FFF2-40B4-BE49-F238E27FC236}">
                      <a16:creationId xmlns:a16="http://schemas.microsoft.com/office/drawing/2014/main" id="{4086B5F1-3B72-D86A-989D-8C39E5CA975F}"/>
                    </a:ext>
                  </a:extLst>
                </p:cNvPr>
                <p:cNvPicPr/>
                <p:nvPr/>
              </p:nvPicPr>
              <p:blipFill>
                <a:blip r:embed="rId13"/>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C098D440-37D5-7A78-C66B-ED19A0447C04}"/>
                    </a:ext>
                  </a:extLst>
                </p14:cNvPr>
                <p14:cNvContentPartPr/>
                <p14:nvPr/>
              </p14:nvContentPartPr>
              <p14:xfrm>
                <a:off x="8469864" y="3337056"/>
                <a:ext cx="144000" cy="130680"/>
              </p14:xfrm>
            </p:contentPart>
          </mc:Choice>
          <mc:Fallback xmlns="">
            <p:pic>
              <p:nvPicPr>
                <p:cNvPr id="14" name="Ink 13">
                  <a:extLst>
                    <a:ext uri="{FF2B5EF4-FFF2-40B4-BE49-F238E27FC236}">
                      <a16:creationId xmlns:a16="http://schemas.microsoft.com/office/drawing/2014/main" id="{C098D440-37D5-7A78-C66B-ED19A0447C04}"/>
                    </a:ext>
                  </a:extLst>
                </p:cNvPr>
                <p:cNvPicPr/>
                <p:nvPr/>
              </p:nvPicPr>
              <p:blipFill>
                <a:blip r:embed="rId15"/>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8529948A-01BB-C70E-BC06-03D9F6F9CF20}"/>
                    </a:ext>
                  </a:extLst>
                </p14:cNvPr>
                <p14:cNvContentPartPr/>
                <p14:nvPr/>
              </p14:nvContentPartPr>
              <p14:xfrm>
                <a:off x="8612064" y="3241296"/>
                <a:ext cx="74880" cy="203400"/>
              </p14:xfrm>
            </p:contentPart>
          </mc:Choice>
          <mc:Fallback xmlns="">
            <p:pic>
              <p:nvPicPr>
                <p:cNvPr id="15" name="Ink 14">
                  <a:extLst>
                    <a:ext uri="{FF2B5EF4-FFF2-40B4-BE49-F238E27FC236}">
                      <a16:creationId xmlns:a16="http://schemas.microsoft.com/office/drawing/2014/main" id="{8529948A-01BB-C70E-BC06-03D9F6F9CF20}"/>
                    </a:ext>
                  </a:extLst>
                </p:cNvPr>
                <p:cNvPicPr/>
                <p:nvPr/>
              </p:nvPicPr>
              <p:blipFill>
                <a:blip r:embed="rId17"/>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6CEB4358-6AFA-285D-22DA-0EB647489CEE}"/>
                    </a:ext>
                  </a:extLst>
                </p14:cNvPr>
                <p14:cNvContentPartPr/>
                <p14:nvPr/>
              </p14:nvContentPartPr>
              <p14:xfrm>
                <a:off x="8666784" y="3316536"/>
                <a:ext cx="156240" cy="111240"/>
              </p14:xfrm>
            </p:contentPart>
          </mc:Choice>
          <mc:Fallback xmlns="">
            <p:pic>
              <p:nvPicPr>
                <p:cNvPr id="16" name="Ink 15">
                  <a:extLst>
                    <a:ext uri="{FF2B5EF4-FFF2-40B4-BE49-F238E27FC236}">
                      <a16:creationId xmlns:a16="http://schemas.microsoft.com/office/drawing/2014/main" id="{6CEB4358-6AFA-285D-22DA-0EB647489CEE}"/>
                    </a:ext>
                  </a:extLst>
                </p:cNvPr>
                <p:cNvPicPr/>
                <p:nvPr/>
              </p:nvPicPr>
              <p:blipFill>
                <a:blip r:embed="rId19"/>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FB1161D8-35EA-CC9E-3D42-DDCC3DA4C0C7}"/>
                    </a:ext>
                  </a:extLst>
                </p14:cNvPr>
                <p14:cNvContentPartPr/>
                <p14:nvPr/>
              </p14:nvContentPartPr>
              <p14:xfrm>
                <a:off x="8856864" y="3309696"/>
                <a:ext cx="109080" cy="93960"/>
              </p14:xfrm>
            </p:contentPart>
          </mc:Choice>
          <mc:Fallback xmlns="">
            <p:pic>
              <p:nvPicPr>
                <p:cNvPr id="17" name="Ink 16">
                  <a:extLst>
                    <a:ext uri="{FF2B5EF4-FFF2-40B4-BE49-F238E27FC236}">
                      <a16:creationId xmlns:a16="http://schemas.microsoft.com/office/drawing/2014/main" id="{FB1161D8-35EA-CC9E-3D42-DDCC3DA4C0C7}"/>
                    </a:ext>
                  </a:extLst>
                </p:cNvPr>
                <p:cNvPicPr/>
                <p:nvPr/>
              </p:nvPicPr>
              <p:blipFill>
                <a:blip r:embed="rId21"/>
                <a:stretch>
                  <a:fillRect/>
                </a:stretch>
              </p:blipFill>
              <p:spPr>
                <a:xfrm>
                  <a:off x="8839224" y="3292056"/>
                  <a:ext cx="144720" cy="129600"/>
                </a:xfrm>
                <a:prstGeom prst="rect">
                  <a:avLst/>
                </a:prstGeom>
              </p:spPr>
            </p:pic>
          </mc:Fallback>
        </mc:AlternateContent>
      </p:grpSp>
      <p:grpSp>
        <p:nvGrpSpPr>
          <p:cNvPr id="18" name="Group 17">
            <a:extLst>
              <a:ext uri="{FF2B5EF4-FFF2-40B4-BE49-F238E27FC236}">
                <a16:creationId xmlns:a16="http://schemas.microsoft.com/office/drawing/2014/main" id="{B1B43953-BB47-0430-5434-81E7634C4BFC}"/>
              </a:ext>
            </a:extLst>
          </p:cNvPr>
          <p:cNvGrpSpPr/>
          <p:nvPr/>
        </p:nvGrpSpPr>
        <p:grpSpPr>
          <a:xfrm>
            <a:off x="8311824" y="4818096"/>
            <a:ext cx="551520" cy="126360"/>
            <a:chOff x="8311824" y="4818096"/>
            <a:chExt cx="551520" cy="126360"/>
          </a:xfrm>
        </p:grpSpPr>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FF1F565C-8D90-EDAA-2512-2521F38CC5B6}"/>
                    </a:ext>
                  </a:extLst>
                </p14:cNvPr>
                <p14:cNvContentPartPr/>
                <p14:nvPr/>
              </p14:nvContentPartPr>
              <p14:xfrm>
                <a:off x="8311824" y="4866336"/>
                <a:ext cx="507960" cy="25920"/>
              </p14:xfrm>
            </p:contentPart>
          </mc:Choice>
          <mc:Fallback xmlns="">
            <p:pic>
              <p:nvPicPr>
                <p:cNvPr id="19" name="Ink 18">
                  <a:extLst>
                    <a:ext uri="{FF2B5EF4-FFF2-40B4-BE49-F238E27FC236}">
                      <a16:creationId xmlns:a16="http://schemas.microsoft.com/office/drawing/2014/main" id="{FF1F565C-8D90-EDAA-2512-2521F38CC5B6}"/>
                    </a:ext>
                  </a:extLst>
                </p:cNvPr>
                <p:cNvPicPr/>
                <p:nvPr/>
              </p:nvPicPr>
              <p:blipFill>
                <a:blip r:embed="rId23"/>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6316DC7-340E-B73F-B758-46853A46B395}"/>
                    </a:ext>
                  </a:extLst>
                </p14:cNvPr>
                <p14:cNvContentPartPr/>
                <p14:nvPr/>
              </p14:nvContentPartPr>
              <p14:xfrm>
                <a:off x="8685504" y="4818096"/>
                <a:ext cx="177840" cy="126360"/>
              </p14:xfrm>
            </p:contentPart>
          </mc:Choice>
          <mc:Fallback xmlns="">
            <p:pic>
              <p:nvPicPr>
                <p:cNvPr id="20" name="Ink 19">
                  <a:extLst>
                    <a:ext uri="{FF2B5EF4-FFF2-40B4-BE49-F238E27FC236}">
                      <a16:creationId xmlns:a16="http://schemas.microsoft.com/office/drawing/2014/main" id="{C6316DC7-340E-B73F-B758-46853A46B395}"/>
                    </a:ext>
                  </a:extLst>
                </p:cNvPr>
                <p:cNvPicPr/>
                <p:nvPr/>
              </p:nvPicPr>
              <p:blipFill>
                <a:blip r:embed="rId25"/>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949A8E1D-41EF-9CD9-5846-E7766EE7DE73}"/>
                  </a:ext>
                </a:extLst>
              </p14:cNvPr>
              <p14:cNvContentPartPr/>
              <p14:nvPr/>
            </p14:nvContentPartPr>
            <p14:xfrm>
              <a:off x="10241064" y="3315816"/>
              <a:ext cx="304920" cy="844920"/>
            </p14:xfrm>
          </p:contentPart>
        </mc:Choice>
        <mc:Fallback xmlns="">
          <p:pic>
            <p:nvPicPr>
              <p:cNvPr id="21" name="Ink 20">
                <a:extLst>
                  <a:ext uri="{FF2B5EF4-FFF2-40B4-BE49-F238E27FC236}">
                    <a16:creationId xmlns:a16="http://schemas.microsoft.com/office/drawing/2014/main" id="{949A8E1D-41EF-9CD9-5846-E7766EE7DE73}"/>
                  </a:ext>
                </a:extLst>
              </p:cNvPr>
              <p:cNvPicPr/>
              <p:nvPr/>
            </p:nvPicPr>
            <p:blipFill>
              <a:blip r:embed="rId27"/>
              <a:stretch>
                <a:fillRect/>
              </a:stretch>
            </p:blipFill>
            <p:spPr>
              <a:xfrm>
                <a:off x="10223064" y="3298176"/>
                <a:ext cx="340560" cy="880560"/>
              </a:xfrm>
              <a:prstGeom prst="rect">
                <a:avLst/>
              </a:prstGeom>
            </p:spPr>
          </p:pic>
        </mc:Fallback>
      </mc:AlternateContent>
      <p:grpSp>
        <p:nvGrpSpPr>
          <p:cNvPr id="22" name="Group 21">
            <a:extLst>
              <a:ext uri="{FF2B5EF4-FFF2-40B4-BE49-F238E27FC236}">
                <a16:creationId xmlns:a16="http://schemas.microsoft.com/office/drawing/2014/main" id="{7615EB88-8C74-A9C5-A7D6-2C8A9DA80651}"/>
              </a:ext>
            </a:extLst>
          </p:cNvPr>
          <p:cNvGrpSpPr/>
          <p:nvPr/>
        </p:nvGrpSpPr>
        <p:grpSpPr>
          <a:xfrm>
            <a:off x="8164584" y="4225536"/>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4EAB6A3C-AFB8-7C26-85C5-F66B7E552358}"/>
                    </a:ext>
                  </a:extLst>
                </p14:cNvPr>
                <p14:cNvContentPartPr/>
                <p14:nvPr/>
              </p14:nvContentPartPr>
              <p14:xfrm>
                <a:off x="8262864" y="4345416"/>
                <a:ext cx="185400" cy="106560"/>
              </p14:xfrm>
            </p:contentPart>
          </mc:Choice>
          <mc:Fallback xmlns="">
            <p:pic>
              <p:nvPicPr>
                <p:cNvPr id="23" name="Ink 22">
                  <a:extLst>
                    <a:ext uri="{FF2B5EF4-FFF2-40B4-BE49-F238E27FC236}">
                      <a16:creationId xmlns:a16="http://schemas.microsoft.com/office/drawing/2014/main" id="{4EAB6A3C-AFB8-7C26-85C5-F66B7E552358}"/>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C5D4982F-D29F-813B-A14A-AC64954AA4DF}"/>
                    </a:ext>
                  </a:extLst>
                </p14:cNvPr>
                <p14:cNvContentPartPr/>
                <p14:nvPr/>
              </p14:nvContentPartPr>
              <p14:xfrm>
                <a:off x="8164584" y="4249296"/>
                <a:ext cx="378000" cy="298440"/>
              </p14:xfrm>
            </p:contentPart>
          </mc:Choice>
          <mc:Fallback xmlns="">
            <p:pic>
              <p:nvPicPr>
                <p:cNvPr id="24" name="Ink 23">
                  <a:extLst>
                    <a:ext uri="{FF2B5EF4-FFF2-40B4-BE49-F238E27FC236}">
                      <a16:creationId xmlns:a16="http://schemas.microsoft.com/office/drawing/2014/main" id="{C5D4982F-D29F-813B-A14A-AC64954AA4DF}"/>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6012A07F-9F7F-4F6C-AA81-F49C00B60C1B}"/>
                    </a:ext>
                  </a:extLst>
                </p14:cNvPr>
                <p14:cNvContentPartPr/>
                <p14:nvPr/>
              </p14:nvContentPartPr>
              <p14:xfrm>
                <a:off x="8740224" y="4314096"/>
                <a:ext cx="177120" cy="158760"/>
              </p14:xfrm>
            </p:contentPart>
          </mc:Choice>
          <mc:Fallback xmlns="">
            <p:pic>
              <p:nvPicPr>
                <p:cNvPr id="25" name="Ink 24">
                  <a:extLst>
                    <a:ext uri="{FF2B5EF4-FFF2-40B4-BE49-F238E27FC236}">
                      <a16:creationId xmlns:a16="http://schemas.microsoft.com/office/drawing/2014/main" id="{6012A07F-9F7F-4F6C-AA81-F49C00B60C1B}"/>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BD038038-A1B4-BC9E-D607-5C47554FF391}"/>
                    </a:ext>
                  </a:extLst>
                </p14:cNvPr>
                <p14:cNvContentPartPr/>
                <p14:nvPr/>
              </p14:nvContentPartPr>
              <p14:xfrm>
                <a:off x="8640144" y="4225536"/>
                <a:ext cx="378000" cy="329760"/>
              </p14:xfrm>
            </p:contentPart>
          </mc:Choice>
          <mc:Fallback xmlns="">
            <p:pic>
              <p:nvPicPr>
                <p:cNvPr id="26" name="Ink 25">
                  <a:extLst>
                    <a:ext uri="{FF2B5EF4-FFF2-40B4-BE49-F238E27FC236}">
                      <a16:creationId xmlns:a16="http://schemas.microsoft.com/office/drawing/2014/main" id="{BD038038-A1B4-BC9E-D607-5C47554FF391}"/>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27" name="Group 26">
            <a:extLst>
              <a:ext uri="{FF2B5EF4-FFF2-40B4-BE49-F238E27FC236}">
                <a16:creationId xmlns:a16="http://schemas.microsoft.com/office/drawing/2014/main" id="{AFFEBF09-8B22-126E-789D-33504FE86BC2}"/>
              </a:ext>
            </a:extLst>
          </p:cNvPr>
          <p:cNvGrpSpPr/>
          <p:nvPr/>
        </p:nvGrpSpPr>
        <p:grpSpPr>
          <a:xfrm>
            <a:off x="10516104" y="3594096"/>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8144ED6E-0DB1-885A-7E0E-6014E498B5A8}"/>
                    </a:ext>
                  </a:extLst>
                </p14:cNvPr>
                <p14:cNvContentPartPr/>
                <p14:nvPr/>
              </p14:nvContentPartPr>
              <p14:xfrm>
                <a:off x="10616184" y="3692016"/>
                <a:ext cx="156240" cy="156600"/>
              </p14:xfrm>
            </p:contentPart>
          </mc:Choice>
          <mc:Fallback xmlns="">
            <p:pic>
              <p:nvPicPr>
                <p:cNvPr id="28" name="Ink 27">
                  <a:extLst>
                    <a:ext uri="{FF2B5EF4-FFF2-40B4-BE49-F238E27FC236}">
                      <a16:creationId xmlns:a16="http://schemas.microsoft.com/office/drawing/2014/main" id="{8144ED6E-0DB1-885A-7E0E-6014E498B5A8}"/>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30DA67AC-3C1C-D8DF-B552-A37BBAC40D3B}"/>
                    </a:ext>
                  </a:extLst>
                </p14:cNvPr>
                <p14:cNvContentPartPr/>
                <p14:nvPr/>
              </p14:nvContentPartPr>
              <p14:xfrm>
                <a:off x="10516104" y="3594096"/>
                <a:ext cx="426600" cy="320040"/>
              </p14:xfrm>
            </p:contentPart>
          </mc:Choice>
          <mc:Fallback xmlns="">
            <p:pic>
              <p:nvPicPr>
                <p:cNvPr id="29" name="Ink 28">
                  <a:extLst>
                    <a:ext uri="{FF2B5EF4-FFF2-40B4-BE49-F238E27FC236}">
                      <a16:creationId xmlns:a16="http://schemas.microsoft.com/office/drawing/2014/main" id="{30DA67AC-3C1C-D8DF-B552-A37BBAC40D3B}"/>
                    </a:ext>
                  </a:extLst>
                </p:cNvPr>
                <p:cNvPicPr/>
                <p:nvPr/>
              </p:nvPicPr>
              <p:blipFill>
                <a:blip r:embed="rId39"/>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185B485F-4B93-D247-165F-5DE8F6265047}"/>
                  </a:ext>
                </a:extLst>
              </p14:cNvPr>
              <p14:cNvContentPartPr/>
              <p14:nvPr/>
            </p14:nvContentPartPr>
            <p14:xfrm>
              <a:off x="9767664" y="2356056"/>
              <a:ext cx="60480" cy="47520"/>
            </p14:xfrm>
          </p:contentPart>
        </mc:Choice>
        <mc:Fallback xmlns="">
          <p:pic>
            <p:nvPicPr>
              <p:cNvPr id="30" name="Ink 29">
                <a:extLst>
                  <a:ext uri="{FF2B5EF4-FFF2-40B4-BE49-F238E27FC236}">
                    <a16:creationId xmlns:a16="http://schemas.microsoft.com/office/drawing/2014/main" id="{185B485F-4B93-D247-165F-5DE8F6265047}"/>
                  </a:ext>
                </a:extLst>
              </p:cNvPr>
              <p:cNvPicPr/>
              <p:nvPr/>
            </p:nvPicPr>
            <p:blipFill>
              <a:blip r:embed="rId41"/>
              <a:stretch>
                <a:fillRect/>
              </a:stretch>
            </p:blipFill>
            <p:spPr>
              <a:xfrm>
                <a:off x="9749664" y="2338416"/>
                <a:ext cx="961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5ED2B7CD-0559-4996-F71B-80D38FFE9D93}"/>
                  </a:ext>
                </a:extLst>
              </p14:cNvPr>
              <p14:cNvContentPartPr/>
              <p14:nvPr/>
            </p14:nvContentPartPr>
            <p14:xfrm>
              <a:off x="10340424" y="2388456"/>
              <a:ext cx="65520" cy="30960"/>
            </p14:xfrm>
          </p:contentPart>
        </mc:Choice>
        <mc:Fallback xmlns="">
          <p:pic>
            <p:nvPicPr>
              <p:cNvPr id="31" name="Ink 30">
                <a:extLst>
                  <a:ext uri="{FF2B5EF4-FFF2-40B4-BE49-F238E27FC236}">
                    <a16:creationId xmlns:a16="http://schemas.microsoft.com/office/drawing/2014/main" id="{5ED2B7CD-0559-4996-F71B-80D38FFE9D93}"/>
                  </a:ext>
                </a:extLst>
              </p:cNvPr>
              <p:cNvPicPr/>
              <p:nvPr/>
            </p:nvPicPr>
            <p:blipFill>
              <a:blip r:embed="rId43"/>
              <a:stretch>
                <a:fillRect/>
              </a:stretch>
            </p:blipFill>
            <p:spPr>
              <a:xfrm>
                <a:off x="10322784" y="2370816"/>
                <a:ext cx="101160" cy="66600"/>
              </a:xfrm>
              <a:prstGeom prst="rect">
                <a:avLst/>
              </a:prstGeom>
            </p:spPr>
          </p:pic>
        </mc:Fallback>
      </mc:AlternateContent>
      <p:grpSp>
        <p:nvGrpSpPr>
          <p:cNvPr id="32" name="Group 31">
            <a:extLst>
              <a:ext uri="{FF2B5EF4-FFF2-40B4-BE49-F238E27FC236}">
                <a16:creationId xmlns:a16="http://schemas.microsoft.com/office/drawing/2014/main" id="{A72F6B61-DB0D-F419-5E68-26FDE1266D5C}"/>
              </a:ext>
            </a:extLst>
          </p:cNvPr>
          <p:cNvGrpSpPr/>
          <p:nvPr/>
        </p:nvGrpSpPr>
        <p:grpSpPr>
          <a:xfrm>
            <a:off x="9602424" y="2761056"/>
            <a:ext cx="894240" cy="239040"/>
            <a:chOff x="9602424" y="2761056"/>
            <a:chExt cx="894240" cy="239040"/>
          </a:xfrm>
        </p:grpSpPr>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7B66CE8A-B4A2-9A72-E2C9-25F5F26A0BBD}"/>
                    </a:ext>
                  </a:extLst>
                </p14:cNvPr>
                <p14:cNvContentPartPr/>
                <p14:nvPr/>
              </p14:nvContentPartPr>
              <p14:xfrm>
                <a:off x="9790344" y="2848896"/>
                <a:ext cx="651600" cy="151200"/>
              </p14:xfrm>
            </p:contentPart>
          </mc:Choice>
          <mc:Fallback xmlns="">
            <p:pic>
              <p:nvPicPr>
                <p:cNvPr id="33" name="Ink 32">
                  <a:extLst>
                    <a:ext uri="{FF2B5EF4-FFF2-40B4-BE49-F238E27FC236}">
                      <a16:creationId xmlns:a16="http://schemas.microsoft.com/office/drawing/2014/main" id="{7B66CE8A-B4A2-9A72-E2C9-25F5F26A0BBD}"/>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k 33">
                  <a:extLst>
                    <a:ext uri="{FF2B5EF4-FFF2-40B4-BE49-F238E27FC236}">
                      <a16:creationId xmlns:a16="http://schemas.microsoft.com/office/drawing/2014/main" id="{09AD1F8B-0817-88CF-2FB9-E149FC2635B4}"/>
                    </a:ext>
                  </a:extLst>
                </p14:cNvPr>
                <p14:cNvContentPartPr/>
                <p14:nvPr/>
              </p14:nvContentPartPr>
              <p14:xfrm>
                <a:off x="10414584" y="2804616"/>
                <a:ext cx="82080" cy="87480"/>
              </p14:xfrm>
            </p:contentPart>
          </mc:Choice>
          <mc:Fallback xmlns="">
            <p:pic>
              <p:nvPicPr>
                <p:cNvPr id="34" name="Ink 33">
                  <a:extLst>
                    <a:ext uri="{FF2B5EF4-FFF2-40B4-BE49-F238E27FC236}">
                      <a16:creationId xmlns:a16="http://schemas.microsoft.com/office/drawing/2014/main" id="{09AD1F8B-0817-88CF-2FB9-E149FC2635B4}"/>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9FD62D6F-46C1-4BB7-DD9C-B949FD4C06E8}"/>
                    </a:ext>
                  </a:extLst>
                </p14:cNvPr>
                <p14:cNvContentPartPr/>
                <p14:nvPr/>
              </p14:nvContentPartPr>
              <p14:xfrm>
                <a:off x="9706464" y="2821536"/>
                <a:ext cx="114480" cy="86760"/>
              </p14:xfrm>
            </p:contentPart>
          </mc:Choice>
          <mc:Fallback xmlns="">
            <p:pic>
              <p:nvPicPr>
                <p:cNvPr id="35" name="Ink 34">
                  <a:extLst>
                    <a:ext uri="{FF2B5EF4-FFF2-40B4-BE49-F238E27FC236}">
                      <a16:creationId xmlns:a16="http://schemas.microsoft.com/office/drawing/2014/main" id="{9FD62D6F-46C1-4BB7-DD9C-B949FD4C06E8}"/>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E752437F-7BCF-AF10-7B9C-8AB7E20339E8}"/>
                    </a:ext>
                  </a:extLst>
                </p14:cNvPr>
                <p14:cNvContentPartPr/>
                <p14:nvPr/>
              </p14:nvContentPartPr>
              <p14:xfrm>
                <a:off x="9602424" y="2761056"/>
                <a:ext cx="181800" cy="105480"/>
              </p14:xfrm>
            </p:contentPart>
          </mc:Choice>
          <mc:Fallback xmlns="">
            <p:pic>
              <p:nvPicPr>
                <p:cNvPr id="36" name="Ink 35">
                  <a:extLst>
                    <a:ext uri="{FF2B5EF4-FFF2-40B4-BE49-F238E27FC236}">
                      <a16:creationId xmlns:a16="http://schemas.microsoft.com/office/drawing/2014/main" id="{E752437F-7BCF-AF10-7B9C-8AB7E20339E8}"/>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9A309FA7-805A-250D-FB06-398332B1F08B}"/>
                  </a:ext>
                </a:extLst>
              </p14:cNvPr>
              <p14:cNvContentPartPr/>
              <p14:nvPr/>
            </p14:nvContentPartPr>
            <p14:xfrm>
              <a:off x="9732744" y="2354256"/>
              <a:ext cx="96480" cy="78480"/>
            </p14:xfrm>
          </p:contentPart>
        </mc:Choice>
        <mc:Fallback xmlns="">
          <p:pic>
            <p:nvPicPr>
              <p:cNvPr id="37" name="Ink 36">
                <a:extLst>
                  <a:ext uri="{FF2B5EF4-FFF2-40B4-BE49-F238E27FC236}">
                    <a16:creationId xmlns:a16="http://schemas.microsoft.com/office/drawing/2014/main" id="{9A309FA7-805A-250D-FB06-398332B1F08B}"/>
                  </a:ext>
                </a:extLst>
              </p:cNvPr>
              <p:cNvPicPr/>
              <p:nvPr/>
            </p:nvPicPr>
            <p:blipFill>
              <a:blip r:embed="rId53"/>
              <a:stretch>
                <a:fillRect/>
              </a:stretch>
            </p:blipFill>
            <p:spPr>
              <a:xfrm>
                <a:off x="9715104" y="2336256"/>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9AEA22CC-654A-11F2-FA11-283001CC5C2D}"/>
                  </a:ext>
                </a:extLst>
              </p14:cNvPr>
              <p14:cNvContentPartPr/>
              <p14:nvPr/>
            </p14:nvContentPartPr>
            <p14:xfrm>
              <a:off x="10298304" y="2368296"/>
              <a:ext cx="97920" cy="93240"/>
            </p14:xfrm>
          </p:contentPart>
        </mc:Choice>
        <mc:Fallback xmlns="">
          <p:pic>
            <p:nvPicPr>
              <p:cNvPr id="38" name="Ink 37">
                <a:extLst>
                  <a:ext uri="{FF2B5EF4-FFF2-40B4-BE49-F238E27FC236}">
                    <a16:creationId xmlns:a16="http://schemas.microsoft.com/office/drawing/2014/main" id="{9AEA22CC-654A-11F2-FA11-283001CC5C2D}"/>
                  </a:ext>
                </a:extLst>
              </p:cNvPr>
              <p:cNvPicPr/>
              <p:nvPr/>
            </p:nvPicPr>
            <p:blipFill>
              <a:blip r:embed="rId55"/>
              <a:stretch>
                <a:fillRect/>
              </a:stretch>
            </p:blipFill>
            <p:spPr>
              <a:xfrm>
                <a:off x="10280664" y="2350296"/>
                <a:ext cx="133560" cy="128880"/>
              </a:xfrm>
              <a:prstGeom prst="rect">
                <a:avLst/>
              </a:prstGeom>
            </p:spPr>
          </p:pic>
        </mc:Fallback>
      </mc:AlternateContent>
      <p:sp>
        <p:nvSpPr>
          <p:cNvPr id="39" name="Rectangle 38">
            <a:extLst>
              <a:ext uri="{FF2B5EF4-FFF2-40B4-BE49-F238E27FC236}">
                <a16:creationId xmlns:a16="http://schemas.microsoft.com/office/drawing/2014/main" id="{52C15B74-7D77-9C75-BD21-C6725A977499}"/>
              </a:ext>
            </a:extLst>
          </p:cNvPr>
          <p:cNvSpPr/>
          <p:nvPr/>
        </p:nvSpPr>
        <p:spPr>
          <a:xfrm>
            <a:off x="6684264" y="4532376"/>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spTree>
    <p:extLst>
      <p:ext uri="{BB962C8B-B14F-4D97-AF65-F5344CB8AC3E}">
        <p14:creationId xmlns:p14="http://schemas.microsoft.com/office/powerpoint/2010/main" val="2883276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21FF5-3406-CFBC-6C62-17BFC58E52D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30DCF83-6D85-9591-6FD1-E37A18C48F88}"/>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Limitations</a:t>
            </a:r>
          </a:p>
          <a:p>
            <a:pPr marL="342900" indent="-342900">
              <a:buFont typeface="Arial" panose="020B0604020202020204" pitchFamily="34" charset="0"/>
              <a:buChar char="•"/>
            </a:pPr>
            <a:r>
              <a:rPr lang="en-US" sz="2400" dirty="0">
                <a:solidFill>
                  <a:schemeClr val="accent6">
                    <a:lumMod val="60000"/>
                    <a:lumOff val="40000"/>
                  </a:schemeClr>
                </a:solidFill>
              </a:rPr>
              <a:t>Depends on retrieval quality </a:t>
            </a:r>
          </a:p>
          <a:p>
            <a:pPr marL="342900" indent="-342900">
              <a:buFont typeface="Arial" panose="020B0604020202020204" pitchFamily="34" charset="0"/>
              <a:buChar char="•"/>
            </a:pPr>
            <a:r>
              <a:rPr lang="en-US" sz="2400" dirty="0">
                <a:solidFill>
                  <a:schemeClr val="accent6">
                    <a:lumMod val="60000"/>
                    <a:lumOff val="40000"/>
                  </a:schemeClr>
                </a:solidFill>
              </a:rPr>
              <a:t>Slightly more complex pipeline </a:t>
            </a:r>
          </a:p>
          <a:p>
            <a:pPr marL="342900" indent="-342900">
              <a:buFont typeface="Arial" panose="020B0604020202020204" pitchFamily="34" charset="0"/>
              <a:buChar char="•"/>
            </a:pPr>
            <a:r>
              <a:rPr lang="en-US" sz="2400" dirty="0">
                <a:solidFill>
                  <a:schemeClr val="accent6">
                    <a:lumMod val="60000"/>
                    <a:lumOff val="40000"/>
                  </a:schemeClr>
                </a:solidFill>
              </a:rPr>
              <a:t>Latency (search + generation)</a:t>
            </a:r>
          </a:p>
        </p:txBody>
      </p:sp>
      <p:sp>
        <p:nvSpPr>
          <p:cNvPr id="2" name="Oval 1">
            <a:extLst>
              <a:ext uri="{FF2B5EF4-FFF2-40B4-BE49-F238E27FC236}">
                <a16:creationId xmlns:a16="http://schemas.microsoft.com/office/drawing/2014/main" id="{DF81A69F-1A54-1D7E-09CE-E5D99F09BBF9}"/>
              </a:ext>
            </a:extLst>
          </p:cNvPr>
          <p:cNvSpPr/>
          <p:nvPr/>
        </p:nvSpPr>
        <p:spPr>
          <a:xfrm>
            <a:off x="9455904" y="2093976"/>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1FE69B41-2950-4685-4F4C-49DE6E876946}"/>
              </a:ext>
            </a:extLst>
          </p:cNvPr>
          <p:cNvSpPr/>
          <p:nvPr/>
        </p:nvSpPr>
        <p:spPr>
          <a:xfrm>
            <a:off x="8912352" y="4386072"/>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grpSp>
        <p:nvGrpSpPr>
          <p:cNvPr id="5" name="Group 4">
            <a:extLst>
              <a:ext uri="{FF2B5EF4-FFF2-40B4-BE49-F238E27FC236}">
                <a16:creationId xmlns:a16="http://schemas.microsoft.com/office/drawing/2014/main" id="{4A8905C9-B984-2484-A449-4A037DB1A80A}"/>
              </a:ext>
            </a:extLst>
          </p:cNvPr>
          <p:cNvGrpSpPr/>
          <p:nvPr/>
        </p:nvGrpSpPr>
        <p:grpSpPr>
          <a:xfrm>
            <a:off x="9455904" y="3291696"/>
            <a:ext cx="337680" cy="907560"/>
            <a:chOff x="9455904" y="3291696"/>
            <a:chExt cx="337680" cy="90756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A79ED83B-9F74-0F78-4E64-8B8618CADBBF}"/>
                    </a:ext>
                  </a:extLst>
                </p14:cNvPr>
                <p14:cNvContentPartPr/>
                <p14:nvPr/>
              </p14:nvContentPartPr>
              <p14:xfrm>
                <a:off x="9455904" y="3291696"/>
                <a:ext cx="234720" cy="851760"/>
              </p14:xfrm>
            </p:contentPart>
          </mc:Choice>
          <mc:Fallback xmlns="">
            <p:pic>
              <p:nvPicPr>
                <p:cNvPr id="6" name="Ink 5">
                  <a:extLst>
                    <a:ext uri="{FF2B5EF4-FFF2-40B4-BE49-F238E27FC236}">
                      <a16:creationId xmlns:a16="http://schemas.microsoft.com/office/drawing/2014/main" id="{A79ED83B-9F74-0F78-4E64-8B8618CADBBF}"/>
                    </a:ext>
                  </a:extLst>
                </p:cNvPr>
                <p:cNvPicPr/>
                <p:nvPr/>
              </p:nvPicPr>
              <p:blipFill>
                <a:blip r:embed="rId3"/>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CDD112D-72FD-89A9-A284-2D74D5942758}"/>
                    </a:ext>
                  </a:extLst>
                </p14:cNvPr>
                <p14:cNvContentPartPr/>
                <p14:nvPr/>
              </p14:nvContentPartPr>
              <p14:xfrm>
                <a:off x="9515664" y="4010976"/>
                <a:ext cx="277920" cy="188280"/>
              </p14:xfrm>
            </p:contentPart>
          </mc:Choice>
          <mc:Fallback xmlns="">
            <p:pic>
              <p:nvPicPr>
                <p:cNvPr id="7" name="Ink 6">
                  <a:extLst>
                    <a:ext uri="{FF2B5EF4-FFF2-40B4-BE49-F238E27FC236}">
                      <a16:creationId xmlns:a16="http://schemas.microsoft.com/office/drawing/2014/main" id="{7CDD112D-72FD-89A9-A284-2D74D5942758}"/>
                    </a:ext>
                  </a:extLst>
                </p:cNvPr>
                <p:cNvPicPr/>
                <p:nvPr/>
              </p:nvPicPr>
              <p:blipFill>
                <a:blip r:embed="rId5"/>
                <a:stretch>
                  <a:fillRect/>
                </a:stretch>
              </p:blipFill>
              <p:spPr>
                <a:xfrm>
                  <a:off x="9497664" y="3993336"/>
                  <a:ext cx="313560" cy="223920"/>
                </a:xfrm>
                <a:prstGeom prst="rect">
                  <a:avLst/>
                </a:prstGeom>
              </p:spPr>
            </p:pic>
          </mc:Fallback>
        </mc:AlternateContent>
      </p:grpSp>
      <p:grpSp>
        <p:nvGrpSpPr>
          <p:cNvPr id="8" name="Group 7">
            <a:extLst>
              <a:ext uri="{FF2B5EF4-FFF2-40B4-BE49-F238E27FC236}">
                <a16:creationId xmlns:a16="http://schemas.microsoft.com/office/drawing/2014/main" id="{98424848-D4C0-02AA-B738-3B62EFAA3239}"/>
              </a:ext>
            </a:extLst>
          </p:cNvPr>
          <p:cNvGrpSpPr/>
          <p:nvPr/>
        </p:nvGrpSpPr>
        <p:grpSpPr>
          <a:xfrm>
            <a:off x="8273664" y="3241296"/>
            <a:ext cx="894600" cy="563760"/>
            <a:chOff x="8273664" y="3241296"/>
            <a:chExt cx="894600" cy="56376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1FF26108-B75C-15B1-F854-DD29F3CCA67B}"/>
                    </a:ext>
                  </a:extLst>
                </p14:cNvPr>
                <p14:cNvContentPartPr/>
                <p14:nvPr/>
              </p14:nvContentPartPr>
              <p14:xfrm>
                <a:off x="8996904" y="3554856"/>
                <a:ext cx="20880" cy="142560"/>
              </p14:xfrm>
            </p:contentPart>
          </mc:Choice>
          <mc:Fallback xmlns="">
            <p:pic>
              <p:nvPicPr>
                <p:cNvPr id="10" name="Ink 9">
                  <a:extLst>
                    <a:ext uri="{FF2B5EF4-FFF2-40B4-BE49-F238E27FC236}">
                      <a16:creationId xmlns:a16="http://schemas.microsoft.com/office/drawing/2014/main" id="{1FF26108-B75C-15B1-F854-DD29F3CCA67B}"/>
                    </a:ext>
                  </a:extLst>
                </p:cNvPr>
                <p:cNvPicPr/>
                <p:nvPr/>
              </p:nvPicPr>
              <p:blipFill>
                <a:blip r:embed="rId7"/>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DD9EDB5E-3736-364E-0E00-79313BDCB596}"/>
                    </a:ext>
                  </a:extLst>
                </p14:cNvPr>
                <p14:cNvContentPartPr/>
                <p14:nvPr/>
              </p14:nvContentPartPr>
              <p14:xfrm>
                <a:off x="8814384" y="3456216"/>
                <a:ext cx="353880" cy="348840"/>
              </p14:xfrm>
            </p:contentPart>
          </mc:Choice>
          <mc:Fallback xmlns="">
            <p:pic>
              <p:nvPicPr>
                <p:cNvPr id="11" name="Ink 10">
                  <a:extLst>
                    <a:ext uri="{FF2B5EF4-FFF2-40B4-BE49-F238E27FC236}">
                      <a16:creationId xmlns:a16="http://schemas.microsoft.com/office/drawing/2014/main" id="{DD9EDB5E-3736-364E-0E00-79313BDCB596}"/>
                    </a:ext>
                  </a:extLst>
                </p:cNvPr>
                <p:cNvPicPr/>
                <p:nvPr/>
              </p:nvPicPr>
              <p:blipFill>
                <a:blip r:embed="rId9"/>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E63F3F90-ED54-30B5-4E4E-DEC6ED6BFADD}"/>
                    </a:ext>
                  </a:extLst>
                </p14:cNvPr>
                <p14:cNvContentPartPr/>
                <p14:nvPr/>
              </p14:nvContentPartPr>
              <p14:xfrm>
                <a:off x="8273664" y="3284496"/>
                <a:ext cx="142560" cy="230400"/>
              </p14:xfrm>
            </p:contentPart>
          </mc:Choice>
          <mc:Fallback xmlns="">
            <p:pic>
              <p:nvPicPr>
                <p:cNvPr id="12" name="Ink 11">
                  <a:extLst>
                    <a:ext uri="{FF2B5EF4-FFF2-40B4-BE49-F238E27FC236}">
                      <a16:creationId xmlns:a16="http://schemas.microsoft.com/office/drawing/2014/main" id="{E63F3F90-ED54-30B5-4E4E-DEC6ED6BFADD}"/>
                    </a:ext>
                  </a:extLst>
                </p:cNvPr>
                <p:cNvPicPr/>
                <p:nvPr/>
              </p:nvPicPr>
              <p:blipFill>
                <a:blip r:embed="rId11"/>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33B0A8C6-E340-9A34-1ED8-765AD7D9FCE1}"/>
                    </a:ext>
                  </a:extLst>
                </p14:cNvPr>
                <p14:cNvContentPartPr/>
                <p14:nvPr/>
              </p14:nvContentPartPr>
              <p14:xfrm>
                <a:off x="8304264" y="3411936"/>
                <a:ext cx="70560" cy="26280"/>
              </p14:xfrm>
            </p:contentPart>
          </mc:Choice>
          <mc:Fallback xmlns="">
            <p:pic>
              <p:nvPicPr>
                <p:cNvPr id="13" name="Ink 12">
                  <a:extLst>
                    <a:ext uri="{FF2B5EF4-FFF2-40B4-BE49-F238E27FC236}">
                      <a16:creationId xmlns:a16="http://schemas.microsoft.com/office/drawing/2014/main" id="{33B0A8C6-E340-9A34-1ED8-765AD7D9FCE1}"/>
                    </a:ext>
                  </a:extLst>
                </p:cNvPr>
                <p:cNvPicPr/>
                <p:nvPr/>
              </p:nvPicPr>
              <p:blipFill>
                <a:blip r:embed="rId13"/>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B6305C3B-D16D-5878-BF72-4BDF290CEA7A}"/>
                    </a:ext>
                  </a:extLst>
                </p14:cNvPr>
                <p14:cNvContentPartPr/>
                <p14:nvPr/>
              </p14:nvContentPartPr>
              <p14:xfrm>
                <a:off x="8469864" y="3337056"/>
                <a:ext cx="144000" cy="130680"/>
              </p14:xfrm>
            </p:contentPart>
          </mc:Choice>
          <mc:Fallback xmlns="">
            <p:pic>
              <p:nvPicPr>
                <p:cNvPr id="14" name="Ink 13">
                  <a:extLst>
                    <a:ext uri="{FF2B5EF4-FFF2-40B4-BE49-F238E27FC236}">
                      <a16:creationId xmlns:a16="http://schemas.microsoft.com/office/drawing/2014/main" id="{B6305C3B-D16D-5878-BF72-4BDF290CEA7A}"/>
                    </a:ext>
                  </a:extLst>
                </p:cNvPr>
                <p:cNvPicPr/>
                <p:nvPr/>
              </p:nvPicPr>
              <p:blipFill>
                <a:blip r:embed="rId15"/>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1E9CAC87-0378-F5F6-1060-1C8D4E4677FA}"/>
                    </a:ext>
                  </a:extLst>
                </p14:cNvPr>
                <p14:cNvContentPartPr/>
                <p14:nvPr/>
              </p14:nvContentPartPr>
              <p14:xfrm>
                <a:off x="8612064" y="3241296"/>
                <a:ext cx="74880" cy="203400"/>
              </p14:xfrm>
            </p:contentPart>
          </mc:Choice>
          <mc:Fallback xmlns="">
            <p:pic>
              <p:nvPicPr>
                <p:cNvPr id="15" name="Ink 14">
                  <a:extLst>
                    <a:ext uri="{FF2B5EF4-FFF2-40B4-BE49-F238E27FC236}">
                      <a16:creationId xmlns:a16="http://schemas.microsoft.com/office/drawing/2014/main" id="{1E9CAC87-0378-F5F6-1060-1C8D4E4677FA}"/>
                    </a:ext>
                  </a:extLst>
                </p:cNvPr>
                <p:cNvPicPr/>
                <p:nvPr/>
              </p:nvPicPr>
              <p:blipFill>
                <a:blip r:embed="rId17"/>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0BB825B2-44CE-6586-6C34-7280F96DF0A2}"/>
                    </a:ext>
                  </a:extLst>
                </p14:cNvPr>
                <p14:cNvContentPartPr/>
                <p14:nvPr/>
              </p14:nvContentPartPr>
              <p14:xfrm>
                <a:off x="8666784" y="3316536"/>
                <a:ext cx="156240" cy="111240"/>
              </p14:xfrm>
            </p:contentPart>
          </mc:Choice>
          <mc:Fallback xmlns="">
            <p:pic>
              <p:nvPicPr>
                <p:cNvPr id="16" name="Ink 15">
                  <a:extLst>
                    <a:ext uri="{FF2B5EF4-FFF2-40B4-BE49-F238E27FC236}">
                      <a16:creationId xmlns:a16="http://schemas.microsoft.com/office/drawing/2014/main" id="{0BB825B2-44CE-6586-6C34-7280F96DF0A2}"/>
                    </a:ext>
                  </a:extLst>
                </p:cNvPr>
                <p:cNvPicPr/>
                <p:nvPr/>
              </p:nvPicPr>
              <p:blipFill>
                <a:blip r:embed="rId19"/>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D3E6F81D-A61E-E72D-DD36-B9AD6E970387}"/>
                    </a:ext>
                  </a:extLst>
                </p14:cNvPr>
                <p14:cNvContentPartPr/>
                <p14:nvPr/>
              </p14:nvContentPartPr>
              <p14:xfrm>
                <a:off x="8856864" y="3309696"/>
                <a:ext cx="109080" cy="93960"/>
              </p14:xfrm>
            </p:contentPart>
          </mc:Choice>
          <mc:Fallback xmlns="">
            <p:pic>
              <p:nvPicPr>
                <p:cNvPr id="17" name="Ink 16">
                  <a:extLst>
                    <a:ext uri="{FF2B5EF4-FFF2-40B4-BE49-F238E27FC236}">
                      <a16:creationId xmlns:a16="http://schemas.microsoft.com/office/drawing/2014/main" id="{D3E6F81D-A61E-E72D-DD36-B9AD6E970387}"/>
                    </a:ext>
                  </a:extLst>
                </p:cNvPr>
                <p:cNvPicPr/>
                <p:nvPr/>
              </p:nvPicPr>
              <p:blipFill>
                <a:blip r:embed="rId21"/>
                <a:stretch>
                  <a:fillRect/>
                </a:stretch>
              </p:blipFill>
              <p:spPr>
                <a:xfrm>
                  <a:off x="8839224" y="3292056"/>
                  <a:ext cx="144720" cy="129600"/>
                </a:xfrm>
                <a:prstGeom prst="rect">
                  <a:avLst/>
                </a:prstGeom>
              </p:spPr>
            </p:pic>
          </mc:Fallback>
        </mc:AlternateContent>
      </p:grpSp>
      <p:grpSp>
        <p:nvGrpSpPr>
          <p:cNvPr id="18" name="Group 17">
            <a:extLst>
              <a:ext uri="{FF2B5EF4-FFF2-40B4-BE49-F238E27FC236}">
                <a16:creationId xmlns:a16="http://schemas.microsoft.com/office/drawing/2014/main" id="{AA411F43-67CE-E30A-E4D3-F4C9A96C67ED}"/>
              </a:ext>
            </a:extLst>
          </p:cNvPr>
          <p:cNvGrpSpPr/>
          <p:nvPr/>
        </p:nvGrpSpPr>
        <p:grpSpPr>
          <a:xfrm>
            <a:off x="8311824" y="4818096"/>
            <a:ext cx="551520" cy="126360"/>
            <a:chOff x="8311824" y="4818096"/>
            <a:chExt cx="551520" cy="126360"/>
          </a:xfrm>
        </p:grpSpPr>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1155CBA7-4AD9-B02D-201B-C25B1125C40D}"/>
                    </a:ext>
                  </a:extLst>
                </p14:cNvPr>
                <p14:cNvContentPartPr/>
                <p14:nvPr/>
              </p14:nvContentPartPr>
              <p14:xfrm>
                <a:off x="8311824" y="4866336"/>
                <a:ext cx="507960" cy="25920"/>
              </p14:xfrm>
            </p:contentPart>
          </mc:Choice>
          <mc:Fallback xmlns="">
            <p:pic>
              <p:nvPicPr>
                <p:cNvPr id="19" name="Ink 18">
                  <a:extLst>
                    <a:ext uri="{FF2B5EF4-FFF2-40B4-BE49-F238E27FC236}">
                      <a16:creationId xmlns:a16="http://schemas.microsoft.com/office/drawing/2014/main" id="{1155CBA7-4AD9-B02D-201B-C25B1125C40D}"/>
                    </a:ext>
                  </a:extLst>
                </p:cNvPr>
                <p:cNvPicPr/>
                <p:nvPr/>
              </p:nvPicPr>
              <p:blipFill>
                <a:blip r:embed="rId23"/>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EDF82050-8FE7-7E55-2F40-DBA94B9411BA}"/>
                    </a:ext>
                  </a:extLst>
                </p14:cNvPr>
                <p14:cNvContentPartPr/>
                <p14:nvPr/>
              </p14:nvContentPartPr>
              <p14:xfrm>
                <a:off x="8685504" y="4818096"/>
                <a:ext cx="177840" cy="126360"/>
              </p14:xfrm>
            </p:contentPart>
          </mc:Choice>
          <mc:Fallback xmlns="">
            <p:pic>
              <p:nvPicPr>
                <p:cNvPr id="20" name="Ink 19">
                  <a:extLst>
                    <a:ext uri="{FF2B5EF4-FFF2-40B4-BE49-F238E27FC236}">
                      <a16:creationId xmlns:a16="http://schemas.microsoft.com/office/drawing/2014/main" id="{EDF82050-8FE7-7E55-2F40-DBA94B9411BA}"/>
                    </a:ext>
                  </a:extLst>
                </p:cNvPr>
                <p:cNvPicPr/>
                <p:nvPr/>
              </p:nvPicPr>
              <p:blipFill>
                <a:blip r:embed="rId25"/>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E8780809-C622-27EC-B8E5-5DE92E43FA43}"/>
                  </a:ext>
                </a:extLst>
              </p14:cNvPr>
              <p14:cNvContentPartPr/>
              <p14:nvPr/>
            </p14:nvContentPartPr>
            <p14:xfrm>
              <a:off x="10241064" y="3315816"/>
              <a:ext cx="304920" cy="844920"/>
            </p14:xfrm>
          </p:contentPart>
        </mc:Choice>
        <mc:Fallback xmlns="">
          <p:pic>
            <p:nvPicPr>
              <p:cNvPr id="21" name="Ink 20">
                <a:extLst>
                  <a:ext uri="{FF2B5EF4-FFF2-40B4-BE49-F238E27FC236}">
                    <a16:creationId xmlns:a16="http://schemas.microsoft.com/office/drawing/2014/main" id="{E8780809-C622-27EC-B8E5-5DE92E43FA43}"/>
                  </a:ext>
                </a:extLst>
              </p:cNvPr>
              <p:cNvPicPr/>
              <p:nvPr/>
            </p:nvPicPr>
            <p:blipFill>
              <a:blip r:embed="rId27"/>
              <a:stretch>
                <a:fillRect/>
              </a:stretch>
            </p:blipFill>
            <p:spPr>
              <a:xfrm>
                <a:off x="10223064" y="3298176"/>
                <a:ext cx="340560" cy="880560"/>
              </a:xfrm>
              <a:prstGeom prst="rect">
                <a:avLst/>
              </a:prstGeom>
            </p:spPr>
          </p:pic>
        </mc:Fallback>
      </mc:AlternateContent>
      <p:grpSp>
        <p:nvGrpSpPr>
          <p:cNvPr id="22" name="Group 21">
            <a:extLst>
              <a:ext uri="{FF2B5EF4-FFF2-40B4-BE49-F238E27FC236}">
                <a16:creationId xmlns:a16="http://schemas.microsoft.com/office/drawing/2014/main" id="{8A8BD192-FDA5-90F7-FD2D-A7AB596C8DC7}"/>
              </a:ext>
            </a:extLst>
          </p:cNvPr>
          <p:cNvGrpSpPr/>
          <p:nvPr/>
        </p:nvGrpSpPr>
        <p:grpSpPr>
          <a:xfrm>
            <a:off x="8164584" y="4225536"/>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3FA0A8FF-9FE4-F909-39B9-58813182452F}"/>
                    </a:ext>
                  </a:extLst>
                </p14:cNvPr>
                <p14:cNvContentPartPr/>
                <p14:nvPr/>
              </p14:nvContentPartPr>
              <p14:xfrm>
                <a:off x="8262864" y="4345416"/>
                <a:ext cx="185400" cy="106560"/>
              </p14:xfrm>
            </p:contentPart>
          </mc:Choice>
          <mc:Fallback xmlns="">
            <p:pic>
              <p:nvPicPr>
                <p:cNvPr id="23" name="Ink 22">
                  <a:extLst>
                    <a:ext uri="{FF2B5EF4-FFF2-40B4-BE49-F238E27FC236}">
                      <a16:creationId xmlns:a16="http://schemas.microsoft.com/office/drawing/2014/main" id="{3FA0A8FF-9FE4-F909-39B9-58813182452F}"/>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F1864159-CDFD-3B3C-F6EE-7E5C16329A14}"/>
                    </a:ext>
                  </a:extLst>
                </p14:cNvPr>
                <p14:cNvContentPartPr/>
                <p14:nvPr/>
              </p14:nvContentPartPr>
              <p14:xfrm>
                <a:off x="8164584" y="4249296"/>
                <a:ext cx="378000" cy="298440"/>
              </p14:xfrm>
            </p:contentPart>
          </mc:Choice>
          <mc:Fallback xmlns="">
            <p:pic>
              <p:nvPicPr>
                <p:cNvPr id="24" name="Ink 23">
                  <a:extLst>
                    <a:ext uri="{FF2B5EF4-FFF2-40B4-BE49-F238E27FC236}">
                      <a16:creationId xmlns:a16="http://schemas.microsoft.com/office/drawing/2014/main" id="{F1864159-CDFD-3B3C-F6EE-7E5C16329A14}"/>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B2C6898E-EBDC-01B8-ECAB-57B56227DA23}"/>
                    </a:ext>
                  </a:extLst>
                </p14:cNvPr>
                <p14:cNvContentPartPr/>
                <p14:nvPr/>
              </p14:nvContentPartPr>
              <p14:xfrm>
                <a:off x="8740224" y="4314096"/>
                <a:ext cx="177120" cy="158760"/>
              </p14:xfrm>
            </p:contentPart>
          </mc:Choice>
          <mc:Fallback xmlns="">
            <p:pic>
              <p:nvPicPr>
                <p:cNvPr id="25" name="Ink 24">
                  <a:extLst>
                    <a:ext uri="{FF2B5EF4-FFF2-40B4-BE49-F238E27FC236}">
                      <a16:creationId xmlns:a16="http://schemas.microsoft.com/office/drawing/2014/main" id="{B2C6898E-EBDC-01B8-ECAB-57B56227DA23}"/>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2484729F-BCB1-A147-3FD6-4AA3967B4B1D}"/>
                    </a:ext>
                  </a:extLst>
                </p14:cNvPr>
                <p14:cNvContentPartPr/>
                <p14:nvPr/>
              </p14:nvContentPartPr>
              <p14:xfrm>
                <a:off x="8640144" y="4225536"/>
                <a:ext cx="378000" cy="329760"/>
              </p14:xfrm>
            </p:contentPart>
          </mc:Choice>
          <mc:Fallback xmlns="">
            <p:pic>
              <p:nvPicPr>
                <p:cNvPr id="26" name="Ink 25">
                  <a:extLst>
                    <a:ext uri="{FF2B5EF4-FFF2-40B4-BE49-F238E27FC236}">
                      <a16:creationId xmlns:a16="http://schemas.microsoft.com/office/drawing/2014/main" id="{2484729F-BCB1-A147-3FD6-4AA3967B4B1D}"/>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27" name="Group 26">
            <a:extLst>
              <a:ext uri="{FF2B5EF4-FFF2-40B4-BE49-F238E27FC236}">
                <a16:creationId xmlns:a16="http://schemas.microsoft.com/office/drawing/2014/main" id="{269E37AF-C4F7-54E1-4614-42CD14F43B5C}"/>
              </a:ext>
            </a:extLst>
          </p:cNvPr>
          <p:cNvGrpSpPr/>
          <p:nvPr/>
        </p:nvGrpSpPr>
        <p:grpSpPr>
          <a:xfrm>
            <a:off x="10516104" y="3594096"/>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10960768-31CA-5FA2-1628-1ACCD8E15EE7}"/>
                    </a:ext>
                  </a:extLst>
                </p14:cNvPr>
                <p14:cNvContentPartPr/>
                <p14:nvPr/>
              </p14:nvContentPartPr>
              <p14:xfrm>
                <a:off x="10616184" y="3692016"/>
                <a:ext cx="156240" cy="156600"/>
              </p14:xfrm>
            </p:contentPart>
          </mc:Choice>
          <mc:Fallback xmlns="">
            <p:pic>
              <p:nvPicPr>
                <p:cNvPr id="28" name="Ink 27">
                  <a:extLst>
                    <a:ext uri="{FF2B5EF4-FFF2-40B4-BE49-F238E27FC236}">
                      <a16:creationId xmlns:a16="http://schemas.microsoft.com/office/drawing/2014/main" id="{10960768-31CA-5FA2-1628-1ACCD8E15EE7}"/>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11D7DC78-CA83-B56C-080F-C2EB0C2E1C7E}"/>
                    </a:ext>
                  </a:extLst>
                </p14:cNvPr>
                <p14:cNvContentPartPr/>
                <p14:nvPr/>
              </p14:nvContentPartPr>
              <p14:xfrm>
                <a:off x="10516104" y="3594096"/>
                <a:ext cx="426600" cy="320040"/>
              </p14:xfrm>
            </p:contentPart>
          </mc:Choice>
          <mc:Fallback xmlns="">
            <p:pic>
              <p:nvPicPr>
                <p:cNvPr id="29" name="Ink 28">
                  <a:extLst>
                    <a:ext uri="{FF2B5EF4-FFF2-40B4-BE49-F238E27FC236}">
                      <a16:creationId xmlns:a16="http://schemas.microsoft.com/office/drawing/2014/main" id="{11D7DC78-CA83-B56C-080F-C2EB0C2E1C7E}"/>
                    </a:ext>
                  </a:extLst>
                </p:cNvPr>
                <p:cNvPicPr/>
                <p:nvPr/>
              </p:nvPicPr>
              <p:blipFill>
                <a:blip r:embed="rId39"/>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C1B6CC49-F708-7486-8A40-AFC46A6AB3C7}"/>
                  </a:ext>
                </a:extLst>
              </p14:cNvPr>
              <p14:cNvContentPartPr/>
              <p14:nvPr/>
            </p14:nvContentPartPr>
            <p14:xfrm>
              <a:off x="9767664" y="2356056"/>
              <a:ext cx="60480" cy="47520"/>
            </p14:xfrm>
          </p:contentPart>
        </mc:Choice>
        <mc:Fallback xmlns="">
          <p:pic>
            <p:nvPicPr>
              <p:cNvPr id="30" name="Ink 29">
                <a:extLst>
                  <a:ext uri="{FF2B5EF4-FFF2-40B4-BE49-F238E27FC236}">
                    <a16:creationId xmlns:a16="http://schemas.microsoft.com/office/drawing/2014/main" id="{C1B6CC49-F708-7486-8A40-AFC46A6AB3C7}"/>
                  </a:ext>
                </a:extLst>
              </p:cNvPr>
              <p:cNvPicPr/>
              <p:nvPr/>
            </p:nvPicPr>
            <p:blipFill>
              <a:blip r:embed="rId41"/>
              <a:stretch>
                <a:fillRect/>
              </a:stretch>
            </p:blipFill>
            <p:spPr>
              <a:xfrm>
                <a:off x="9749664" y="2338416"/>
                <a:ext cx="961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CC91106B-9A36-221E-1298-F393BECA8BEE}"/>
                  </a:ext>
                </a:extLst>
              </p14:cNvPr>
              <p14:cNvContentPartPr/>
              <p14:nvPr/>
            </p14:nvContentPartPr>
            <p14:xfrm>
              <a:off x="10340424" y="2388456"/>
              <a:ext cx="65520" cy="30960"/>
            </p14:xfrm>
          </p:contentPart>
        </mc:Choice>
        <mc:Fallback xmlns="">
          <p:pic>
            <p:nvPicPr>
              <p:cNvPr id="31" name="Ink 30">
                <a:extLst>
                  <a:ext uri="{FF2B5EF4-FFF2-40B4-BE49-F238E27FC236}">
                    <a16:creationId xmlns:a16="http://schemas.microsoft.com/office/drawing/2014/main" id="{CC91106B-9A36-221E-1298-F393BECA8BEE}"/>
                  </a:ext>
                </a:extLst>
              </p:cNvPr>
              <p:cNvPicPr/>
              <p:nvPr/>
            </p:nvPicPr>
            <p:blipFill>
              <a:blip r:embed="rId43"/>
              <a:stretch>
                <a:fillRect/>
              </a:stretch>
            </p:blipFill>
            <p:spPr>
              <a:xfrm>
                <a:off x="10322784" y="2370816"/>
                <a:ext cx="101160" cy="66600"/>
              </a:xfrm>
              <a:prstGeom prst="rect">
                <a:avLst/>
              </a:prstGeom>
            </p:spPr>
          </p:pic>
        </mc:Fallback>
      </mc:AlternateContent>
      <p:grpSp>
        <p:nvGrpSpPr>
          <p:cNvPr id="32" name="Group 31">
            <a:extLst>
              <a:ext uri="{FF2B5EF4-FFF2-40B4-BE49-F238E27FC236}">
                <a16:creationId xmlns:a16="http://schemas.microsoft.com/office/drawing/2014/main" id="{2B67EF16-CC2C-C234-2F84-D11874335268}"/>
              </a:ext>
            </a:extLst>
          </p:cNvPr>
          <p:cNvGrpSpPr/>
          <p:nvPr/>
        </p:nvGrpSpPr>
        <p:grpSpPr>
          <a:xfrm>
            <a:off x="9602424" y="2761056"/>
            <a:ext cx="894240" cy="239040"/>
            <a:chOff x="9602424" y="2761056"/>
            <a:chExt cx="894240" cy="239040"/>
          </a:xfrm>
        </p:grpSpPr>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03A5AB48-91C7-8F5B-E175-B79E9F32D5B9}"/>
                    </a:ext>
                  </a:extLst>
                </p14:cNvPr>
                <p14:cNvContentPartPr/>
                <p14:nvPr/>
              </p14:nvContentPartPr>
              <p14:xfrm>
                <a:off x="9790344" y="2848896"/>
                <a:ext cx="651600" cy="151200"/>
              </p14:xfrm>
            </p:contentPart>
          </mc:Choice>
          <mc:Fallback xmlns="">
            <p:pic>
              <p:nvPicPr>
                <p:cNvPr id="33" name="Ink 32">
                  <a:extLst>
                    <a:ext uri="{FF2B5EF4-FFF2-40B4-BE49-F238E27FC236}">
                      <a16:creationId xmlns:a16="http://schemas.microsoft.com/office/drawing/2014/main" id="{03A5AB48-91C7-8F5B-E175-B79E9F32D5B9}"/>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k 33">
                  <a:extLst>
                    <a:ext uri="{FF2B5EF4-FFF2-40B4-BE49-F238E27FC236}">
                      <a16:creationId xmlns:a16="http://schemas.microsoft.com/office/drawing/2014/main" id="{DC4AB7FF-A3AE-6B78-78FF-66925CDB4CE8}"/>
                    </a:ext>
                  </a:extLst>
                </p14:cNvPr>
                <p14:cNvContentPartPr/>
                <p14:nvPr/>
              </p14:nvContentPartPr>
              <p14:xfrm>
                <a:off x="10414584" y="2804616"/>
                <a:ext cx="82080" cy="87480"/>
              </p14:xfrm>
            </p:contentPart>
          </mc:Choice>
          <mc:Fallback xmlns="">
            <p:pic>
              <p:nvPicPr>
                <p:cNvPr id="34" name="Ink 33">
                  <a:extLst>
                    <a:ext uri="{FF2B5EF4-FFF2-40B4-BE49-F238E27FC236}">
                      <a16:creationId xmlns:a16="http://schemas.microsoft.com/office/drawing/2014/main" id="{DC4AB7FF-A3AE-6B78-78FF-66925CDB4CE8}"/>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B5459D5D-0241-3C3E-C9BF-0613FB2BAFA4}"/>
                    </a:ext>
                  </a:extLst>
                </p14:cNvPr>
                <p14:cNvContentPartPr/>
                <p14:nvPr/>
              </p14:nvContentPartPr>
              <p14:xfrm>
                <a:off x="9706464" y="2821536"/>
                <a:ext cx="114480" cy="86760"/>
              </p14:xfrm>
            </p:contentPart>
          </mc:Choice>
          <mc:Fallback xmlns="">
            <p:pic>
              <p:nvPicPr>
                <p:cNvPr id="35" name="Ink 34">
                  <a:extLst>
                    <a:ext uri="{FF2B5EF4-FFF2-40B4-BE49-F238E27FC236}">
                      <a16:creationId xmlns:a16="http://schemas.microsoft.com/office/drawing/2014/main" id="{B5459D5D-0241-3C3E-C9BF-0613FB2BAFA4}"/>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62A4FE8C-B39B-2D39-7782-6E17B0D03E4A}"/>
                    </a:ext>
                  </a:extLst>
                </p14:cNvPr>
                <p14:cNvContentPartPr/>
                <p14:nvPr/>
              </p14:nvContentPartPr>
              <p14:xfrm>
                <a:off x="9602424" y="2761056"/>
                <a:ext cx="181800" cy="105480"/>
              </p14:xfrm>
            </p:contentPart>
          </mc:Choice>
          <mc:Fallback xmlns="">
            <p:pic>
              <p:nvPicPr>
                <p:cNvPr id="36" name="Ink 35">
                  <a:extLst>
                    <a:ext uri="{FF2B5EF4-FFF2-40B4-BE49-F238E27FC236}">
                      <a16:creationId xmlns:a16="http://schemas.microsoft.com/office/drawing/2014/main" id="{62A4FE8C-B39B-2D39-7782-6E17B0D03E4A}"/>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4B371EEC-CB82-069B-4C57-28F59B2AFA0C}"/>
                  </a:ext>
                </a:extLst>
              </p14:cNvPr>
              <p14:cNvContentPartPr/>
              <p14:nvPr/>
            </p14:nvContentPartPr>
            <p14:xfrm>
              <a:off x="9732744" y="2354256"/>
              <a:ext cx="96480" cy="78480"/>
            </p14:xfrm>
          </p:contentPart>
        </mc:Choice>
        <mc:Fallback xmlns="">
          <p:pic>
            <p:nvPicPr>
              <p:cNvPr id="37" name="Ink 36">
                <a:extLst>
                  <a:ext uri="{FF2B5EF4-FFF2-40B4-BE49-F238E27FC236}">
                    <a16:creationId xmlns:a16="http://schemas.microsoft.com/office/drawing/2014/main" id="{4B371EEC-CB82-069B-4C57-28F59B2AFA0C}"/>
                  </a:ext>
                </a:extLst>
              </p:cNvPr>
              <p:cNvPicPr/>
              <p:nvPr/>
            </p:nvPicPr>
            <p:blipFill>
              <a:blip r:embed="rId53"/>
              <a:stretch>
                <a:fillRect/>
              </a:stretch>
            </p:blipFill>
            <p:spPr>
              <a:xfrm>
                <a:off x="9715104" y="2336256"/>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B42E773A-D036-0862-7537-A159D6D5E54C}"/>
                  </a:ext>
                </a:extLst>
              </p14:cNvPr>
              <p14:cNvContentPartPr/>
              <p14:nvPr/>
            </p14:nvContentPartPr>
            <p14:xfrm>
              <a:off x="10298304" y="2368296"/>
              <a:ext cx="97920" cy="93240"/>
            </p14:xfrm>
          </p:contentPart>
        </mc:Choice>
        <mc:Fallback xmlns="">
          <p:pic>
            <p:nvPicPr>
              <p:cNvPr id="38" name="Ink 37">
                <a:extLst>
                  <a:ext uri="{FF2B5EF4-FFF2-40B4-BE49-F238E27FC236}">
                    <a16:creationId xmlns:a16="http://schemas.microsoft.com/office/drawing/2014/main" id="{B42E773A-D036-0862-7537-A159D6D5E54C}"/>
                  </a:ext>
                </a:extLst>
              </p:cNvPr>
              <p:cNvPicPr/>
              <p:nvPr/>
            </p:nvPicPr>
            <p:blipFill>
              <a:blip r:embed="rId55"/>
              <a:stretch>
                <a:fillRect/>
              </a:stretch>
            </p:blipFill>
            <p:spPr>
              <a:xfrm>
                <a:off x="10280664" y="2350296"/>
                <a:ext cx="133560" cy="128880"/>
              </a:xfrm>
              <a:prstGeom prst="rect">
                <a:avLst/>
              </a:prstGeom>
            </p:spPr>
          </p:pic>
        </mc:Fallback>
      </mc:AlternateContent>
      <p:sp>
        <p:nvSpPr>
          <p:cNvPr id="39" name="Rectangle 38">
            <a:extLst>
              <a:ext uri="{FF2B5EF4-FFF2-40B4-BE49-F238E27FC236}">
                <a16:creationId xmlns:a16="http://schemas.microsoft.com/office/drawing/2014/main" id="{72A3C99A-8B43-1FBC-4376-D30DB127507B}"/>
              </a:ext>
            </a:extLst>
          </p:cNvPr>
          <p:cNvSpPr/>
          <p:nvPr/>
        </p:nvSpPr>
        <p:spPr>
          <a:xfrm>
            <a:off x="6684264" y="4532376"/>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spTree>
    <p:extLst>
      <p:ext uri="{BB962C8B-B14F-4D97-AF65-F5344CB8AC3E}">
        <p14:creationId xmlns:p14="http://schemas.microsoft.com/office/powerpoint/2010/main" val="4202954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9C63-97C4-1F94-EB50-33748CC3918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E28986C-705E-D7D7-B60A-D9A732184ADD}"/>
              </a:ext>
            </a:extLst>
          </p:cNvPr>
          <p:cNvSpPr txBox="1"/>
          <p:nvPr/>
        </p:nvSpPr>
        <p:spPr>
          <a:xfrm>
            <a:off x="148336" y="199104"/>
            <a:ext cx="10292080" cy="461665"/>
          </a:xfrm>
          <a:prstGeom prst="rect">
            <a:avLst/>
          </a:prstGeom>
          <a:noFill/>
        </p:spPr>
        <p:txBody>
          <a:bodyPr wrap="square">
            <a:spAutoFit/>
          </a:bodyPr>
          <a:lstStyle/>
          <a:p>
            <a:r>
              <a:rPr lang="en-US" sz="2400" dirty="0">
                <a:solidFill>
                  <a:schemeClr val="accent6">
                    <a:lumMod val="60000"/>
                    <a:lumOff val="40000"/>
                  </a:schemeClr>
                </a:solidFill>
              </a:rPr>
              <a:t>Key Differences</a:t>
            </a:r>
          </a:p>
        </p:txBody>
      </p:sp>
      <p:graphicFrame>
        <p:nvGraphicFramePr>
          <p:cNvPr id="2" name="Table 1">
            <a:extLst>
              <a:ext uri="{FF2B5EF4-FFF2-40B4-BE49-F238E27FC236}">
                <a16:creationId xmlns:a16="http://schemas.microsoft.com/office/drawing/2014/main" id="{B691047A-D4DA-B740-14DA-095B85790CFE}"/>
              </a:ext>
            </a:extLst>
          </p:cNvPr>
          <p:cNvGraphicFramePr>
            <a:graphicFrameLocks noGrp="1"/>
          </p:cNvGraphicFramePr>
          <p:nvPr>
            <p:extLst>
              <p:ext uri="{D42A27DB-BD31-4B8C-83A1-F6EECF244321}">
                <p14:modId xmlns:p14="http://schemas.microsoft.com/office/powerpoint/2010/main" val="158420938"/>
              </p:ext>
            </p:extLst>
          </p:nvPr>
        </p:nvGraphicFramePr>
        <p:xfrm>
          <a:off x="408432" y="1221518"/>
          <a:ext cx="10515600" cy="3200400"/>
        </p:xfrm>
        <a:graphic>
          <a:graphicData uri="http://schemas.openxmlformats.org/drawingml/2006/table">
            <a:tbl>
              <a:tblPr/>
              <a:tblGrid>
                <a:gridCol w="3505200">
                  <a:extLst>
                    <a:ext uri="{9D8B030D-6E8A-4147-A177-3AD203B41FA5}">
                      <a16:colId xmlns:a16="http://schemas.microsoft.com/office/drawing/2014/main" val="1233337680"/>
                    </a:ext>
                  </a:extLst>
                </a:gridCol>
                <a:gridCol w="3505200">
                  <a:extLst>
                    <a:ext uri="{9D8B030D-6E8A-4147-A177-3AD203B41FA5}">
                      <a16:colId xmlns:a16="http://schemas.microsoft.com/office/drawing/2014/main" val="814092496"/>
                    </a:ext>
                  </a:extLst>
                </a:gridCol>
                <a:gridCol w="3505200">
                  <a:extLst>
                    <a:ext uri="{9D8B030D-6E8A-4147-A177-3AD203B41FA5}">
                      <a16:colId xmlns:a16="http://schemas.microsoft.com/office/drawing/2014/main" val="1370241260"/>
                    </a:ext>
                  </a:extLst>
                </a:gridCol>
              </a:tblGrid>
              <a:tr h="0">
                <a:tc>
                  <a:txBody>
                    <a:bodyPr/>
                    <a:lstStyle/>
                    <a:p>
                      <a:pPr>
                        <a:buNone/>
                      </a:pPr>
                      <a:r>
                        <a:rPr lang="en-US" sz="2400">
                          <a:solidFill>
                            <a:schemeClr val="accent6">
                              <a:lumMod val="60000"/>
                              <a:lumOff val="40000"/>
                            </a:schemeClr>
                          </a:solidFill>
                        </a:rPr>
                        <a:t>Feature</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Fine-Tuning</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RAG</a:t>
                      </a:r>
                    </a:p>
                  </a:txBody>
                  <a:tcPr anchor="ctr">
                    <a:lnL>
                      <a:noFill/>
                    </a:lnL>
                    <a:lnR>
                      <a:noFill/>
                    </a:lnR>
                    <a:lnT>
                      <a:noFill/>
                    </a:lnT>
                    <a:lnB>
                      <a:noFill/>
                    </a:lnB>
                    <a:noFill/>
                  </a:tcPr>
                </a:tc>
                <a:extLst>
                  <a:ext uri="{0D108BD9-81ED-4DB2-BD59-A6C34878D82A}">
                    <a16:rowId xmlns:a16="http://schemas.microsoft.com/office/drawing/2014/main" val="26693298"/>
                  </a:ext>
                </a:extLst>
              </a:tr>
              <a:tr h="0">
                <a:tc>
                  <a:txBody>
                    <a:bodyPr/>
                    <a:lstStyle/>
                    <a:p>
                      <a:pPr>
                        <a:buNone/>
                      </a:pPr>
                      <a:r>
                        <a:rPr lang="en-US" sz="2400">
                          <a:solidFill>
                            <a:schemeClr val="accent6">
                              <a:lumMod val="60000"/>
                              <a:lumOff val="40000"/>
                            </a:schemeClr>
                          </a:solidFill>
                        </a:rPr>
                        <a:t>Training required</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 Yes</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 No</a:t>
                      </a:r>
                    </a:p>
                  </a:txBody>
                  <a:tcPr anchor="ctr">
                    <a:lnL>
                      <a:noFill/>
                    </a:lnL>
                    <a:lnR>
                      <a:noFill/>
                    </a:lnR>
                    <a:lnT>
                      <a:noFill/>
                    </a:lnT>
                    <a:lnB>
                      <a:noFill/>
                    </a:lnB>
                    <a:noFill/>
                  </a:tcPr>
                </a:tc>
                <a:extLst>
                  <a:ext uri="{0D108BD9-81ED-4DB2-BD59-A6C34878D82A}">
                    <a16:rowId xmlns:a16="http://schemas.microsoft.com/office/drawing/2014/main" val="1408756368"/>
                  </a:ext>
                </a:extLst>
              </a:tr>
              <a:tr h="0">
                <a:tc>
                  <a:txBody>
                    <a:bodyPr/>
                    <a:lstStyle/>
                    <a:p>
                      <a:pPr>
                        <a:buNone/>
                      </a:pPr>
                      <a:r>
                        <a:rPr lang="en-US" sz="2400">
                          <a:solidFill>
                            <a:schemeClr val="accent6">
                              <a:lumMod val="60000"/>
                              <a:lumOff val="40000"/>
                            </a:schemeClr>
                          </a:solidFill>
                        </a:rPr>
                        <a:t>Updates knowledge</a:t>
                      </a:r>
                    </a:p>
                  </a:txBody>
                  <a:tcPr anchor="ctr">
                    <a:lnL>
                      <a:noFill/>
                    </a:lnL>
                    <a:lnR>
                      <a:noFill/>
                    </a:lnR>
                    <a:lnT>
                      <a:noFill/>
                    </a:lnT>
                    <a:lnB>
                      <a:noFill/>
                    </a:lnB>
                    <a:noFill/>
                  </a:tcPr>
                </a:tc>
                <a:tc>
                  <a:txBody>
                    <a:bodyPr/>
                    <a:lstStyle/>
                    <a:p>
                      <a:pPr>
                        <a:buNone/>
                      </a:pPr>
                      <a:r>
                        <a:rPr lang="en-US" sz="2400" dirty="0">
                          <a:solidFill>
                            <a:schemeClr val="accent6">
                              <a:lumMod val="60000"/>
                              <a:lumOff val="40000"/>
                            </a:schemeClr>
                          </a:solidFill>
                        </a:rPr>
                        <a:t>❌ Hard</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 Easy</a:t>
                      </a:r>
                    </a:p>
                  </a:txBody>
                  <a:tcPr anchor="ctr">
                    <a:lnL>
                      <a:noFill/>
                    </a:lnL>
                    <a:lnR>
                      <a:noFill/>
                    </a:lnR>
                    <a:lnT>
                      <a:noFill/>
                    </a:lnT>
                    <a:lnB>
                      <a:noFill/>
                    </a:lnB>
                    <a:noFill/>
                  </a:tcPr>
                </a:tc>
                <a:extLst>
                  <a:ext uri="{0D108BD9-81ED-4DB2-BD59-A6C34878D82A}">
                    <a16:rowId xmlns:a16="http://schemas.microsoft.com/office/drawing/2014/main" val="571531715"/>
                  </a:ext>
                </a:extLst>
              </a:tr>
              <a:tr h="0">
                <a:tc>
                  <a:txBody>
                    <a:bodyPr/>
                    <a:lstStyle/>
                    <a:p>
                      <a:pPr>
                        <a:buNone/>
                      </a:pPr>
                      <a:r>
                        <a:rPr lang="en-US" sz="2400">
                          <a:solidFill>
                            <a:schemeClr val="accent6">
                              <a:lumMod val="60000"/>
                              <a:lumOff val="40000"/>
                            </a:schemeClr>
                          </a:solidFill>
                        </a:rPr>
                        <a:t>Cost</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 High</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 Low</a:t>
                      </a:r>
                    </a:p>
                  </a:txBody>
                  <a:tcPr anchor="ctr">
                    <a:lnL>
                      <a:noFill/>
                    </a:lnL>
                    <a:lnR>
                      <a:noFill/>
                    </a:lnR>
                    <a:lnT>
                      <a:noFill/>
                    </a:lnT>
                    <a:lnB>
                      <a:noFill/>
                    </a:lnB>
                    <a:noFill/>
                  </a:tcPr>
                </a:tc>
                <a:extLst>
                  <a:ext uri="{0D108BD9-81ED-4DB2-BD59-A6C34878D82A}">
                    <a16:rowId xmlns:a16="http://schemas.microsoft.com/office/drawing/2014/main" val="1578612437"/>
                  </a:ext>
                </a:extLst>
              </a:tr>
              <a:tr h="0">
                <a:tc>
                  <a:txBody>
                    <a:bodyPr/>
                    <a:lstStyle/>
                    <a:p>
                      <a:pPr>
                        <a:buNone/>
                      </a:pPr>
                      <a:r>
                        <a:rPr lang="en-US" sz="2400">
                          <a:solidFill>
                            <a:schemeClr val="accent6">
                              <a:lumMod val="60000"/>
                              <a:lumOff val="40000"/>
                            </a:schemeClr>
                          </a:solidFill>
                        </a:rPr>
                        <a:t>Best for</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Behavior/style</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Knowledge retrieval</a:t>
                      </a:r>
                    </a:p>
                  </a:txBody>
                  <a:tcPr anchor="ctr">
                    <a:lnL>
                      <a:noFill/>
                    </a:lnL>
                    <a:lnR>
                      <a:noFill/>
                    </a:lnR>
                    <a:lnT>
                      <a:noFill/>
                    </a:lnT>
                    <a:lnB>
                      <a:noFill/>
                    </a:lnB>
                    <a:noFill/>
                  </a:tcPr>
                </a:tc>
                <a:extLst>
                  <a:ext uri="{0D108BD9-81ED-4DB2-BD59-A6C34878D82A}">
                    <a16:rowId xmlns:a16="http://schemas.microsoft.com/office/drawing/2014/main" val="4045747103"/>
                  </a:ext>
                </a:extLst>
              </a:tr>
              <a:tr h="0">
                <a:tc>
                  <a:txBody>
                    <a:bodyPr/>
                    <a:lstStyle/>
                    <a:p>
                      <a:pPr>
                        <a:buNone/>
                      </a:pPr>
                      <a:r>
                        <a:rPr lang="en-US" sz="2400">
                          <a:solidFill>
                            <a:schemeClr val="accent6">
                              <a:lumMod val="60000"/>
                              <a:lumOff val="40000"/>
                            </a:schemeClr>
                          </a:solidFill>
                        </a:rPr>
                        <a:t>Data freshness</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Static</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Dynamic</a:t>
                      </a:r>
                    </a:p>
                  </a:txBody>
                  <a:tcPr anchor="ctr">
                    <a:lnL>
                      <a:noFill/>
                    </a:lnL>
                    <a:lnR>
                      <a:noFill/>
                    </a:lnR>
                    <a:lnT>
                      <a:noFill/>
                    </a:lnT>
                    <a:lnB>
                      <a:noFill/>
                    </a:lnB>
                    <a:noFill/>
                  </a:tcPr>
                </a:tc>
                <a:extLst>
                  <a:ext uri="{0D108BD9-81ED-4DB2-BD59-A6C34878D82A}">
                    <a16:rowId xmlns:a16="http://schemas.microsoft.com/office/drawing/2014/main" val="785472415"/>
                  </a:ext>
                </a:extLst>
              </a:tr>
              <a:tr h="0">
                <a:tc>
                  <a:txBody>
                    <a:bodyPr/>
                    <a:lstStyle/>
                    <a:p>
                      <a:pPr>
                        <a:buNone/>
                      </a:pPr>
                      <a:r>
                        <a:rPr lang="en-US" sz="2400">
                          <a:solidFill>
                            <a:schemeClr val="accent6">
                              <a:lumMod val="60000"/>
                              <a:lumOff val="40000"/>
                            </a:schemeClr>
                          </a:solidFill>
                        </a:rPr>
                        <a:t>Implementation</a:t>
                      </a:r>
                    </a:p>
                  </a:txBody>
                  <a:tcPr anchor="ctr">
                    <a:lnL>
                      <a:noFill/>
                    </a:lnL>
                    <a:lnR>
                      <a:noFill/>
                    </a:lnR>
                    <a:lnT>
                      <a:noFill/>
                    </a:lnT>
                    <a:lnB>
                      <a:noFill/>
                    </a:lnB>
                    <a:noFill/>
                  </a:tcPr>
                </a:tc>
                <a:tc>
                  <a:txBody>
                    <a:bodyPr/>
                    <a:lstStyle/>
                    <a:p>
                      <a:pPr>
                        <a:buNone/>
                      </a:pPr>
                      <a:r>
                        <a:rPr lang="en-US" sz="2400">
                          <a:solidFill>
                            <a:schemeClr val="accent6">
                              <a:lumMod val="60000"/>
                              <a:lumOff val="40000"/>
                            </a:schemeClr>
                          </a:solidFill>
                        </a:rPr>
                        <a:t>Simple after training</a:t>
                      </a:r>
                    </a:p>
                  </a:txBody>
                  <a:tcPr anchor="ctr">
                    <a:lnL>
                      <a:noFill/>
                    </a:lnL>
                    <a:lnR>
                      <a:noFill/>
                    </a:lnR>
                    <a:lnT>
                      <a:noFill/>
                    </a:lnT>
                    <a:lnB>
                      <a:noFill/>
                    </a:lnB>
                    <a:noFill/>
                  </a:tcPr>
                </a:tc>
                <a:tc>
                  <a:txBody>
                    <a:bodyPr/>
                    <a:lstStyle/>
                    <a:p>
                      <a:pPr>
                        <a:buNone/>
                      </a:pPr>
                      <a:r>
                        <a:rPr lang="en-US" sz="2400" dirty="0">
                          <a:solidFill>
                            <a:schemeClr val="accent6">
                              <a:lumMod val="60000"/>
                              <a:lumOff val="40000"/>
                            </a:schemeClr>
                          </a:solidFill>
                        </a:rPr>
                        <a:t>Pipeline needed</a:t>
                      </a:r>
                    </a:p>
                  </a:txBody>
                  <a:tcPr anchor="ctr">
                    <a:lnL>
                      <a:noFill/>
                    </a:lnL>
                    <a:lnR>
                      <a:noFill/>
                    </a:lnR>
                    <a:lnT>
                      <a:noFill/>
                    </a:lnT>
                    <a:lnB>
                      <a:noFill/>
                    </a:lnB>
                    <a:noFill/>
                  </a:tcPr>
                </a:tc>
                <a:extLst>
                  <a:ext uri="{0D108BD9-81ED-4DB2-BD59-A6C34878D82A}">
                    <a16:rowId xmlns:a16="http://schemas.microsoft.com/office/drawing/2014/main" val="1612320558"/>
                  </a:ext>
                </a:extLst>
              </a:tr>
            </a:tbl>
          </a:graphicData>
        </a:graphic>
      </p:graphicFrame>
    </p:spTree>
    <p:extLst>
      <p:ext uri="{BB962C8B-B14F-4D97-AF65-F5344CB8AC3E}">
        <p14:creationId xmlns:p14="http://schemas.microsoft.com/office/powerpoint/2010/main" val="2828272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1501</TotalTime>
  <Words>845</Words>
  <Application>Microsoft Office PowerPoint</Application>
  <PresentationFormat>Widescreen</PresentationFormat>
  <Paragraphs>179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275</cp:revision>
  <dcterms:created xsi:type="dcterms:W3CDTF">2025-09-22T02:44:38Z</dcterms:created>
  <dcterms:modified xsi:type="dcterms:W3CDTF">2026-03-26T08:16:11Z</dcterms:modified>
</cp:coreProperties>
</file>