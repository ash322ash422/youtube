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Fine Tune vs Prompt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E95E-1680-B32B-D1BB-98AB133B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72FD39-B13C-45BE-51E7-BF2776C95ABC}"/>
              </a:ext>
            </a:extLst>
          </p:cNvPr>
          <p:cNvSpPr txBox="1"/>
          <p:nvPr/>
        </p:nvSpPr>
        <p:spPr>
          <a:xfrm>
            <a:off x="477520" y="418560"/>
            <a:ext cx="102920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Idea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prompting. Move to fine-tuning only if needed.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=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giving instructions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=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the model’s behavior permanently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42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7EEE-7FC9-1B47-E99A-6DC77DED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B26D12-B084-C6C0-9420-7D66E43B7760}"/>
              </a:ext>
            </a:extLst>
          </p:cNvPr>
          <p:cNvSpPr txBox="1"/>
          <p:nvPr/>
        </p:nvSpPr>
        <p:spPr>
          <a:xfrm>
            <a:off x="477520" y="418560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vs Fine-Tuning (Quick Comparison)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683312-8761-FBCB-0314-18EFD7627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310189"/>
              </p:ext>
            </p:extLst>
          </p:nvPr>
        </p:nvGraphicFramePr>
        <p:xfrm>
          <a:off x="362712" y="1559846"/>
          <a:ext cx="8991600" cy="3200400"/>
        </p:xfrm>
        <a:graphic>
          <a:graphicData uri="http://schemas.openxmlformats.org/drawingml/2006/table">
            <a:tbl>
              <a:tblPr/>
              <a:tblGrid>
                <a:gridCol w="3066288">
                  <a:extLst>
                    <a:ext uri="{9D8B030D-6E8A-4147-A177-3AD203B41FA5}">
                      <a16:colId xmlns:a16="http://schemas.microsoft.com/office/drawing/2014/main" val="2767143287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3950265080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100654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Prompting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777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14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08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 to implement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59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08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1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Repetitive structured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37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05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4282-6F89-1EBA-78C1-A3BBABBD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0965203-57E1-9EEF-445A-D249A4ED1F34}"/>
              </a:ext>
            </a:extLst>
          </p:cNvPr>
          <p:cNvSpPr txBox="1"/>
          <p:nvPr/>
        </p:nvSpPr>
        <p:spPr>
          <a:xfrm>
            <a:off x="367792" y="0"/>
            <a:ext cx="109616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Prompting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prompting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80–90% of cases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Good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Q&amp;A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Teaching concepts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generation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Example: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medical advice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"You are a medical expert. Explain Type 2 diabetes in simple terms. If you  do not know the answer, say I do not know."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You can change behavior instantly just by changing prompt.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"You are a software architect. How should I design RAG system for FinTech company"</a:t>
            </a:r>
          </a:p>
        </p:txBody>
      </p:sp>
    </p:spTree>
    <p:extLst>
      <p:ext uri="{BB962C8B-B14F-4D97-AF65-F5344CB8AC3E}">
        <p14:creationId xmlns:p14="http://schemas.microsoft.com/office/powerpoint/2010/main" val="10076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E6D9-FA04-9E14-61F5-84A31F3E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637A0F-B0A6-EB8E-6C50-8D659F51CA7F}"/>
              </a:ext>
            </a:extLst>
          </p:cNvPr>
          <p:cNvSpPr txBox="1"/>
          <p:nvPr/>
        </p:nvSpPr>
        <p:spPr>
          <a:xfrm>
            <a:off x="477520" y="418560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Prompting When: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changes frequently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Teaching multiple topics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student levels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don’t have training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dataset → no fine-tuning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using RAG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 comes from documents, not model memory</a:t>
            </a:r>
          </a:p>
        </p:txBody>
      </p:sp>
    </p:spTree>
    <p:extLst>
      <p:ext uri="{BB962C8B-B14F-4D97-AF65-F5344CB8AC3E}">
        <p14:creationId xmlns:p14="http://schemas.microsoft.com/office/powerpoint/2010/main" val="69039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0696-4FF8-46E5-24C3-6D524A0E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796E73-7C40-497D-A1EE-7C50873A4D89}"/>
              </a:ext>
            </a:extLst>
          </p:cNvPr>
          <p:cNvSpPr txBox="1"/>
          <p:nvPr/>
        </p:nvSpPr>
        <p:spPr>
          <a:xfrm>
            <a:off x="148336" y="418560"/>
            <a:ext cx="763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Fine-Tuning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fine-tuning when prompting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starts failing consistently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Good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Repetitive structured outputs - Style consistency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Domain-specific language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Reducing prompt size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E85C0-4F52-E9F4-9CBE-C87382A31956}"/>
              </a:ext>
            </a:extLst>
          </p:cNvPr>
          <p:cNvSpPr txBox="1"/>
          <p:nvPr/>
        </p:nvSpPr>
        <p:spPr>
          <a:xfrm>
            <a:off x="4873752" y="2750326"/>
            <a:ext cx="70728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writing this every time: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Extract: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- Patient Name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- Date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- Diagnosis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Return in JSON format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You fine-tune model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output this format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6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D7EF5-A2E7-FF9C-DB6A-A0D8D074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E4E211-32F9-58CF-F240-B3D4EE74FBC5}"/>
              </a:ext>
            </a:extLst>
          </p:cNvPr>
          <p:cNvSpPr txBox="1"/>
          <p:nvPr/>
        </p:nvSpPr>
        <p:spPr>
          <a:xfrm>
            <a:off x="148336" y="418560"/>
            <a:ext cx="62798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Fine-Tuning When: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consistent output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extraction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reports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documents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is getting too long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Huge system prompts = expensive + slow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labeled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medical text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structured JSON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910DE-D83D-F8C3-F80A-C5024E21DAF5}"/>
              </a:ext>
            </a:extLst>
          </p:cNvPr>
          <p:cNvSpPr txBox="1"/>
          <p:nvPr/>
        </p:nvSpPr>
        <p:spPr>
          <a:xfrm>
            <a:off x="6496812" y="2296698"/>
            <a:ext cx="59476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keeps making same mistakes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not fixing it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lower latency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Fine-tuned models need shorter prompts</a:t>
            </a:r>
          </a:p>
        </p:txBody>
      </p:sp>
    </p:spTree>
    <p:extLst>
      <p:ext uri="{BB962C8B-B14F-4D97-AF65-F5344CB8AC3E}">
        <p14:creationId xmlns:p14="http://schemas.microsoft.com/office/powerpoint/2010/main" val="51289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CCF5-4164-FABC-7EAE-43A5964B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361CF89-0650-3DA5-28AE-E91C200466CC}"/>
              </a:ext>
            </a:extLst>
          </p:cNvPr>
          <p:cNvSpPr txBox="1"/>
          <p:nvPr/>
        </p:nvSpPr>
        <p:spPr>
          <a:xfrm>
            <a:off x="148336" y="418560"/>
            <a:ext cx="111627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Golden Decision Rule: Prompt or Fine-tune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Ask this: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“Is my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or repetitive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Dynamic → ✅ Prompting  (Asking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advice/legal advice/Coding advice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Repetitive → ✅ Fine-tuning (Asking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advice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only)</a:t>
            </a:r>
          </a:p>
        </p:txBody>
      </p:sp>
    </p:spTree>
    <p:extLst>
      <p:ext uri="{BB962C8B-B14F-4D97-AF65-F5344CB8AC3E}">
        <p14:creationId xmlns:p14="http://schemas.microsoft.com/office/powerpoint/2010/main" val="374098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7525-D987-3286-7D61-4C09BEBB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1198DB-22C5-B938-7670-07D0AAB46142}"/>
              </a:ext>
            </a:extLst>
          </p:cNvPr>
          <p:cNvSpPr txBox="1"/>
          <p:nvPr/>
        </p:nvSpPr>
        <p:spPr>
          <a:xfrm>
            <a:off x="148336" y="418560"/>
            <a:ext cx="59476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Hybrid Approach (Industry Standard)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real systems use: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Prompting + RAG + Fine-Tuning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pipeline: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documents (RAG)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prompt for reasoning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Fine-tuned model for structured output</a:t>
            </a:r>
          </a:p>
        </p:txBody>
      </p:sp>
    </p:spTree>
    <p:extLst>
      <p:ext uri="{BB962C8B-B14F-4D97-AF65-F5344CB8AC3E}">
        <p14:creationId xmlns:p14="http://schemas.microsoft.com/office/powerpoint/2010/main" val="2521744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1539</TotalTime>
  <Words>395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284</cp:revision>
  <dcterms:created xsi:type="dcterms:W3CDTF">2025-09-22T02:44:38Z</dcterms:created>
  <dcterms:modified xsi:type="dcterms:W3CDTF">2026-05-20T15:24:34Z</dcterms:modified>
</cp:coreProperties>
</file>