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257" r:id="rId2"/>
    <p:sldId id="276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7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33BD1-3BA8-448D-9D08-7846095EA517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63499C-1FAC-4F66-96F8-6DA2CC28B7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53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8EEAE26-EEC1-43C8-1E10-2F8BA9771177}"/>
              </a:ext>
            </a:extLst>
          </p:cNvPr>
          <p:cNvSpPr txBox="1"/>
          <p:nvPr/>
        </p:nvSpPr>
        <p:spPr>
          <a:xfrm>
            <a:off x="477520" y="1003776"/>
            <a:ext cx="10292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2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Fine Tune vs Prompt</a:t>
            </a:r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2E95E-1680-B32B-D1BB-98AB133B1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372FD39-B13C-45BE-51E7-BF2776C95ABC}"/>
              </a:ext>
            </a:extLst>
          </p:cNvPr>
          <p:cNvSpPr txBox="1"/>
          <p:nvPr/>
        </p:nvSpPr>
        <p:spPr>
          <a:xfrm>
            <a:off x="477520" y="418560"/>
            <a:ext cx="1029208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Core Idea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Start with prompting. Move to fine-tuning only if needed.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 =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giving instructions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Fine-tuning = </a:t>
            </a:r>
            <a:r>
              <a:rPr lang="en-US" sz="2400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changing the model’s behavior permanently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4429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A7EEE-7FC9-1B47-E99A-6DC77DED1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4B26D12-B084-C6C0-9420-7D66E43B7760}"/>
              </a:ext>
            </a:extLst>
          </p:cNvPr>
          <p:cNvSpPr txBox="1"/>
          <p:nvPr/>
        </p:nvSpPr>
        <p:spPr>
          <a:xfrm>
            <a:off x="477520" y="418560"/>
            <a:ext cx="1029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 vs Fine-Tuning (Quick Comparison)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683312-8761-FBCB-0314-18EFD7627F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310189"/>
              </p:ext>
            </p:extLst>
          </p:nvPr>
        </p:nvGraphicFramePr>
        <p:xfrm>
          <a:off x="362712" y="1559846"/>
          <a:ext cx="8991600" cy="3200400"/>
        </p:xfrm>
        <a:graphic>
          <a:graphicData uri="http://schemas.openxmlformats.org/drawingml/2006/table">
            <a:tbl>
              <a:tblPr/>
              <a:tblGrid>
                <a:gridCol w="3066288">
                  <a:extLst>
                    <a:ext uri="{9D8B030D-6E8A-4147-A177-3AD203B41FA5}">
                      <a16:colId xmlns:a16="http://schemas.microsoft.com/office/drawing/2014/main" val="2767143287"/>
                    </a:ext>
                  </a:extLst>
                </a:gridCol>
                <a:gridCol w="2295144">
                  <a:extLst>
                    <a:ext uri="{9D8B030D-6E8A-4147-A177-3AD203B41FA5}">
                      <a16:colId xmlns:a16="http://schemas.microsoft.com/office/drawing/2014/main" val="3950265080"/>
                    </a:ext>
                  </a:extLst>
                </a:gridCol>
                <a:gridCol w="3630168">
                  <a:extLst>
                    <a:ext uri="{9D8B030D-6E8A-4147-A177-3AD203B41FA5}">
                      <a16:colId xmlns:a16="http://schemas.microsoft.com/office/drawing/2014/main" val="10065433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Aspect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Prompting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Fine-Tuning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67776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Effort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1496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Cheap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Expensive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6086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Speed to implement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1590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Flexibility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High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5080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Control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Limited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Strong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08102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Best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Dynamic tasks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Repetitive structured tasks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379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90589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4282-6F89-1EBA-78C1-A3BBABBDC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0965203-57E1-9EEF-445A-D249A4ED1F34}"/>
              </a:ext>
            </a:extLst>
          </p:cNvPr>
          <p:cNvSpPr txBox="1"/>
          <p:nvPr/>
        </p:nvSpPr>
        <p:spPr>
          <a:xfrm>
            <a:off x="367792" y="0"/>
            <a:ext cx="10961624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Prompting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prompting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80–90% of cases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Good for: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General Q&amp;A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Teaching concepts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Chatbots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RAG systems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 generation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💡 Example: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want medical advice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"You are a </a:t>
            </a:r>
            <a:r>
              <a:rPr lang="en-US" sz="24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medical expert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. Explain Type 2 diabetes in simple terms. If you  do not know the answer, say I do not know."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You can change behavior instantly just by changing prompt.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"You are a </a:t>
            </a:r>
            <a:r>
              <a:rPr lang="en-US" sz="24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software architect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. How should I design RAG system for FinTech company"</a:t>
            </a:r>
          </a:p>
        </p:txBody>
      </p:sp>
    </p:spTree>
    <p:extLst>
      <p:ext uri="{BB962C8B-B14F-4D97-AF65-F5344CB8AC3E}">
        <p14:creationId xmlns:p14="http://schemas.microsoft.com/office/powerpoint/2010/main" val="1007640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EE6D9-FA04-9E14-61F5-84A31F3E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9637A0F-B0A6-EB8E-6C50-8D659F51CA7F}"/>
              </a:ext>
            </a:extLst>
          </p:cNvPr>
          <p:cNvSpPr txBox="1"/>
          <p:nvPr/>
        </p:nvSpPr>
        <p:spPr>
          <a:xfrm>
            <a:off x="477520" y="418560"/>
            <a:ext cx="1029208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Prompting When: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 changes frequently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Teaching multiple topics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Different student levels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don’t have training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 dataset → no fine-tuning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using RAG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Knowledge comes from documents, not model memory</a:t>
            </a:r>
          </a:p>
        </p:txBody>
      </p:sp>
    </p:spTree>
    <p:extLst>
      <p:ext uri="{BB962C8B-B14F-4D97-AF65-F5344CB8AC3E}">
        <p14:creationId xmlns:p14="http://schemas.microsoft.com/office/powerpoint/2010/main" val="690390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70696-4FF8-46E5-24C3-6D524A0E2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F796E73-7C40-497D-A1EE-7C50873A4D89}"/>
              </a:ext>
            </a:extLst>
          </p:cNvPr>
          <p:cNvSpPr txBox="1"/>
          <p:nvPr/>
        </p:nvSpPr>
        <p:spPr>
          <a:xfrm>
            <a:off x="148336" y="418560"/>
            <a:ext cx="763320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When to Use Fine-Tuning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fine-tuning when prompting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starts failing consistently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✅ Good for: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Repetitive structured outputs - Style consistency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Domain-specific language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Reducing prompt size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9E85C0-4F52-E9F4-9CBE-C87382A31956}"/>
              </a:ext>
            </a:extLst>
          </p:cNvPr>
          <p:cNvSpPr txBox="1"/>
          <p:nvPr/>
        </p:nvSpPr>
        <p:spPr>
          <a:xfrm>
            <a:off x="4873752" y="2750326"/>
            <a:ext cx="707288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pPr>
              <a:buNone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writing this every time: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Extract: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- Patient Name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- Date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- Diagnosis</a:t>
            </a:r>
          </a:p>
          <a:p>
            <a:pPr rtl="0"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latin typeface="Courier New" panose="02070309020205020404" pitchFamily="49" charset="0"/>
              </a:rPr>
              <a:t>Return in JSON format</a:t>
            </a:r>
          </a:p>
          <a:p>
            <a:pPr rtl="0"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You fine-tune model to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always output this format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71689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D7EF5-A2E7-FF9C-DB6A-A0D8D0741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1E4E211-32F9-58CF-F240-B3D4EE74FBC5}"/>
              </a:ext>
            </a:extLst>
          </p:cNvPr>
          <p:cNvSpPr txBox="1"/>
          <p:nvPr/>
        </p:nvSpPr>
        <p:spPr>
          <a:xfrm>
            <a:off x="148336" y="418560"/>
            <a:ext cx="627989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Fine-Tuning When: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need consistent output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JSON extraction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reports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Legal documents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is getting too long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Huge system prompts = expensive + slow 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have labeled data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Input: medical text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Output: structured JSON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910DE-D83D-F8C3-F80A-C5024E21DAF5}"/>
              </a:ext>
            </a:extLst>
          </p:cNvPr>
          <p:cNvSpPr txBox="1"/>
          <p:nvPr/>
        </p:nvSpPr>
        <p:spPr>
          <a:xfrm>
            <a:off x="6496812" y="2296698"/>
            <a:ext cx="5947664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keeps making same mistakes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 not fixing it </a:t>
            </a: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lvl="1"/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want lower latency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Fine-tuned models need shorter prompts</a:t>
            </a:r>
          </a:p>
        </p:txBody>
      </p:sp>
    </p:spTree>
    <p:extLst>
      <p:ext uri="{BB962C8B-B14F-4D97-AF65-F5344CB8AC3E}">
        <p14:creationId xmlns:p14="http://schemas.microsoft.com/office/powerpoint/2010/main" val="512896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5CCF5-4164-FABC-7EAE-43A5964B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361CF89-0650-3DA5-28AE-E91C200466CC}"/>
              </a:ext>
            </a:extLst>
          </p:cNvPr>
          <p:cNvSpPr txBox="1"/>
          <p:nvPr/>
        </p:nvSpPr>
        <p:spPr>
          <a:xfrm>
            <a:off x="148336" y="418560"/>
            <a:ext cx="11162792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Golden Decision Rule: Prompt or Fine-tune 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Ask this: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“Is my task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dynamic or repetitive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?”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Dynamic → ✅ Prompting  (Asking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advice/legal advice/Coding advice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Repetitive → ✅ Fine-tuning (Asking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medical advice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only)</a:t>
            </a:r>
          </a:p>
        </p:txBody>
      </p:sp>
    </p:spTree>
    <p:extLst>
      <p:ext uri="{BB962C8B-B14F-4D97-AF65-F5344CB8AC3E}">
        <p14:creationId xmlns:p14="http://schemas.microsoft.com/office/powerpoint/2010/main" val="3740980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A7525-D987-3286-7D61-4C09BEBBF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1198DB-22C5-B938-7670-07D0AAB46142}"/>
              </a:ext>
            </a:extLst>
          </p:cNvPr>
          <p:cNvSpPr txBox="1"/>
          <p:nvPr/>
        </p:nvSpPr>
        <p:spPr>
          <a:xfrm>
            <a:off x="148336" y="418560"/>
            <a:ext cx="59476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Hybrid Approach (Industry Standard)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real systems use: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👉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Prompting + RAG + Fine-Tuning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pipeline: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Retrieve documents (RAG)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prompt for reasoning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Fine-tuned model for structured output</a:t>
            </a:r>
          </a:p>
        </p:txBody>
      </p:sp>
    </p:spTree>
    <p:extLst>
      <p:ext uri="{BB962C8B-B14F-4D97-AF65-F5344CB8AC3E}">
        <p14:creationId xmlns:p14="http://schemas.microsoft.com/office/powerpoint/2010/main" val="25217444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31D7F-4279-DA2E-FA64-6CF3C441D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E1B75-886E-0812-B2FD-DD250C2255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36525"/>
            <a:ext cx="11466576" cy="832739"/>
          </a:xfrm>
        </p:spPr>
        <p:txBody>
          <a:bodyPr>
            <a:normAutofit/>
          </a:bodyPr>
          <a:lstStyle/>
          <a:p>
            <a:r>
              <a:rPr lang="en-US" sz="3600" dirty="0"/>
              <a:t>EXTRA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2F8BE4-9CEA-0DAD-0357-E0A8215F169D}"/>
              </a:ext>
            </a:extLst>
          </p:cNvPr>
          <p:cNvSpPr txBox="1"/>
          <p:nvPr/>
        </p:nvSpPr>
        <p:spPr>
          <a:xfrm>
            <a:off x="274320" y="933117"/>
            <a:ext cx="116586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Ffnbksdfd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Fdslj;f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Fl;ds</a:t>
            </a: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1542</TotalTime>
  <Words>395</Words>
  <Application>Microsoft Office PowerPoint</Application>
  <PresentationFormat>Widescreen</PresentationFormat>
  <Paragraphs>116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285</cp:revision>
  <dcterms:created xsi:type="dcterms:W3CDTF">2025-09-22T02:44:38Z</dcterms:created>
  <dcterms:modified xsi:type="dcterms:W3CDTF">2026-06-10T10:41:20Z</dcterms:modified>
</cp:coreProperties>
</file>