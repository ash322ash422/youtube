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74" r:id="rId2"/>
    <p:sldId id="275" r:id="rId3"/>
    <p:sldId id="276" r:id="rId4"/>
    <p:sldId id="277" r:id="rId5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7B6ACBE-D663-4FAA-B46C-D7DD8D149DFB}" type="datetimeFigureOut">
              <a:rPr lang="en-IN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AA4AAC8-7C6D-4FBC-855A-0C13C3D3B595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7B6ACBE-D663-4FAA-B46C-D7DD8D149DFB}" type="datetimeFigureOut">
              <a:rPr lang="en-IN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AA4AAC8-7C6D-4FBC-855A-0C13C3D3B595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7B6ACBE-D663-4FAA-B46C-D7DD8D149DFB}" type="datetimeFigureOut">
              <a:rPr lang="en-IN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AA4AAC8-7C6D-4FBC-855A-0C13C3D3B595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7B6ACBE-D663-4FAA-B46C-D7DD8D149DFB}" type="datetimeFigureOut">
              <a:rPr lang="en-IN"/>
              <a:t>26-03-2026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AA4AAC8-7C6D-4FBC-855A-0C13C3D3B595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7B6ACBE-D663-4FAA-B46C-D7DD8D149DFB}" type="datetimeFigureOut">
              <a:rPr lang="en-IN"/>
              <a:t>26-03-2026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AA4AAC8-7C6D-4FBC-855A-0C13C3D3B595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7B6ACBE-D663-4FAA-B46C-D7DD8D149DFB}" type="datetimeFigureOut">
              <a:rPr lang="en-IN"/>
              <a:t>26-03-2026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AA4AAC8-7C6D-4FBC-855A-0C13C3D3B595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7B6ACBE-D663-4FAA-B46C-D7DD8D149DFB}" type="datetimeFigureOut">
              <a:rPr lang="en-IN"/>
              <a:t>26-03-2026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AA4AAC8-7C6D-4FBC-855A-0C13C3D3B595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7B6ACBE-D663-4FAA-B46C-D7DD8D149DFB}" type="datetimeFigureOut">
              <a:rPr lang="en-IN"/>
              <a:t>26-03-2026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AA4AAC8-7C6D-4FBC-855A-0C13C3D3B595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7B6ACBE-D663-4FAA-B46C-D7DD8D149DFB}" type="datetimeFigureOut">
              <a:rPr lang="en-IN"/>
              <a:t>26-03-2026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AA4AAC8-7C6D-4FBC-855A-0C13C3D3B595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7B6ACBE-D663-4FAA-B46C-D7DD8D149DFB}" type="datetimeFigureOut">
              <a:rPr lang="en-IN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AA4AAC8-7C6D-4FBC-855A-0C13C3D3B595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7B6ACBE-D663-4FAA-B46C-D7DD8D149DFB}" type="datetimeFigureOut">
              <a:rPr lang="en-IN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AA4AAC8-7C6D-4FBC-855A-0C13C3D3B595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7B6ACBE-D663-4FAA-B46C-D7DD8D149DFB}" type="datetimeFigureOut">
              <a:rPr lang="en-IN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AA4AAC8-7C6D-4FBC-855A-0C13C3D3B595}" type="slidenum">
              <a:rPr lang="en-IN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61BCC-2BA8-7254-C878-DE52B21C6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approaches to LLM in  production: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6F1F3-9CC8-5A6C-653D-74F1E4202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Prompt Engineering</a:t>
            </a:r>
          </a:p>
          <a:p>
            <a:r>
              <a:rPr lang="en-US" dirty="0"/>
              <a:t>RAG System</a:t>
            </a:r>
          </a:p>
          <a:p>
            <a:r>
              <a:rPr lang="en-US" dirty="0"/>
              <a:t>Fine Tuning</a:t>
            </a:r>
          </a:p>
          <a:p>
            <a:r>
              <a:rPr lang="en-US" dirty="0"/>
              <a:t>Train </a:t>
            </a:r>
            <a:r>
              <a:rPr lang="en-US"/>
              <a:t>Model from </a:t>
            </a:r>
            <a:r>
              <a:rPr lang="en-US" dirty="0"/>
              <a:t>scratch</a:t>
            </a:r>
          </a:p>
        </p:txBody>
      </p:sp>
    </p:spTree>
    <p:extLst>
      <p:ext uri="{BB962C8B-B14F-4D97-AF65-F5344CB8AC3E}">
        <p14:creationId xmlns:p14="http://schemas.microsoft.com/office/powerpoint/2010/main" val="1406694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992A8-4186-403F-D3C3-FA715EE68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5752"/>
          </a:xfrm>
        </p:spPr>
        <p:txBody>
          <a:bodyPr>
            <a:noAutofit/>
          </a:bodyPr>
          <a:lstStyle/>
          <a:p>
            <a:r>
              <a:rPr lang="en-US" sz="2000" b="1" dirty="0"/>
              <a:t>4 different strategies for using large language models (LLMs) in production depending on your goals, data availability, compute budget, and desired level of control.</a:t>
            </a:r>
            <a:endParaRPr lang="en-IN" sz="2000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F023590-6044-2C2F-D6EF-D5EAF9DE09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5077" y="1049972"/>
            <a:ext cx="1077673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1. Prompt Engineering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What it is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Crafting well-structured, carefully worded prompts to get the LLM to perform the task you want — without changing the model itself.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How it works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You send the LLM a context-rich instruction like: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"You are a medical report summarizer. Summarize the following patient history into 3 bullet points."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When to use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You want quick results without retraining the model.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Your needs are mostly instruction-based.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(or very little) proprietary data needs to be “learned” by the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Fast, cheap, zero retraining.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Limited control, model might still make mistakes or hallucinate if your prompt is unclear.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698B23-1BA6-7C8A-21E0-59F342C3630F}"/>
              </a:ext>
            </a:extLst>
          </p:cNvPr>
          <p:cNvSpPr txBox="1"/>
          <p:nvPr/>
        </p:nvSpPr>
        <p:spPr>
          <a:xfrm>
            <a:off x="383458" y="3763328"/>
            <a:ext cx="1106129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2. RAG System (Retrieval-Augmented Generation)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What it is</a:t>
            </a:r>
            <a:r>
              <a:rPr lang="en-US" sz="1400" dirty="0"/>
              <a:t>: A hybrid approach where you give the LLM access to an external </a:t>
            </a:r>
            <a:r>
              <a:rPr lang="en-US" sz="1400" b="1" dirty="0"/>
              <a:t>knowledge base</a:t>
            </a:r>
            <a:r>
              <a:rPr lang="en-US" sz="1400" dirty="0"/>
              <a:t> at runtime.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How it works</a:t>
            </a:r>
            <a:r>
              <a:rPr lang="en-US" sz="1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User asks a question.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The system </a:t>
            </a:r>
            <a:r>
              <a:rPr lang="en-US" sz="1400" b="1" dirty="0"/>
              <a:t>retrieves</a:t>
            </a:r>
            <a:r>
              <a:rPr lang="en-US" sz="1400" dirty="0"/>
              <a:t> relevant documents from a database/vector store (e.g., FAISS, Pinecone).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The retrieved text is </a:t>
            </a:r>
            <a:r>
              <a:rPr lang="en-US" sz="1400" b="1" dirty="0"/>
              <a:t>added to the prompt</a:t>
            </a:r>
            <a:r>
              <a:rPr lang="en-US" sz="1400" dirty="0"/>
              <a:t> so the LLM can answer based on that info.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Example</a:t>
            </a:r>
            <a:r>
              <a:rPr lang="en-US" sz="1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Chatbot for your company’s internal policies.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Instead of retraining, you store policies in a vector DB and have the LLM pull them on demand.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When to use</a:t>
            </a:r>
            <a:r>
              <a:rPr lang="en-US" sz="1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Your domain knowledge changes often.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You have a lot of proprietary documents.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Pros</a:t>
            </a:r>
            <a:r>
              <a:rPr lang="en-US" sz="1400" dirty="0"/>
              <a:t>: Always uses the latest data, avoids full retraining.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Cons</a:t>
            </a:r>
            <a:r>
              <a:rPr lang="en-US" sz="1400" dirty="0"/>
              <a:t>: Requires a retrieval pipeline, some latency overhead.</a:t>
            </a:r>
          </a:p>
        </p:txBody>
      </p:sp>
    </p:spTree>
    <p:extLst>
      <p:ext uri="{BB962C8B-B14F-4D97-AF65-F5344CB8AC3E}">
        <p14:creationId xmlns:p14="http://schemas.microsoft.com/office/powerpoint/2010/main" val="737026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AA302-23C5-24B8-B589-6FAF5F098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75BF4-8637-C35A-7546-07BE228ED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5752"/>
          </a:xfrm>
        </p:spPr>
        <p:txBody>
          <a:bodyPr>
            <a:noAutofit/>
          </a:bodyPr>
          <a:lstStyle/>
          <a:p>
            <a:r>
              <a:rPr lang="en-US" sz="2000" b="1" dirty="0"/>
              <a:t>4 different strategies for using large language models (LLMs) in production depending on your goals, data availability, compute budget, and desired level of control.</a:t>
            </a:r>
            <a:endParaRPr lang="en-IN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FB0555-17A2-3BB9-2302-AE2353484E3F}"/>
              </a:ext>
            </a:extLst>
          </p:cNvPr>
          <p:cNvSpPr txBox="1"/>
          <p:nvPr/>
        </p:nvSpPr>
        <p:spPr>
          <a:xfrm>
            <a:off x="245805" y="1169301"/>
            <a:ext cx="1106129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3. Fine-tuning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What it is</a:t>
            </a:r>
            <a:r>
              <a:rPr lang="en-US" sz="1400" dirty="0"/>
              <a:t>: Adjusting an existing LLM’s parameters slightly by training it on your </a:t>
            </a:r>
            <a:r>
              <a:rPr lang="en-US" sz="1400" b="1" dirty="0"/>
              <a:t>task-specific or domain-specific dataset</a:t>
            </a:r>
            <a:r>
              <a:rPr lang="en-US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How it works</a:t>
            </a:r>
            <a:r>
              <a:rPr lang="en-US" sz="1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Start with a base model (like GPT, </a:t>
            </a:r>
            <a:r>
              <a:rPr lang="en-US" sz="1400" dirty="0" err="1"/>
              <a:t>LLaMA</a:t>
            </a:r>
            <a:r>
              <a:rPr lang="en-US" sz="1400" dirty="0"/>
              <a:t>, etc.).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Provide examples of inputs and desired outputs (supervised fine-tuning).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Model parameters are updated slightly so it “learns” your style or domain.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When to use</a:t>
            </a:r>
            <a:r>
              <a:rPr lang="en-US" sz="1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You need consistent formatting or tone.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You have recurring specialized tasks.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Prompt engineering alone isn’t enough.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Pros</a:t>
            </a:r>
            <a:r>
              <a:rPr lang="en-US" sz="1400" dirty="0"/>
              <a:t>: Model better aligned to your needs, smaller prompts.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Cons</a:t>
            </a:r>
            <a:r>
              <a:rPr lang="en-US" sz="1400" dirty="0"/>
              <a:t>: Requires labeled data, some training cost, harder to update with new info.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DC0B0B-03DB-40E8-6113-A3A5F4463A17}"/>
              </a:ext>
            </a:extLst>
          </p:cNvPr>
          <p:cNvSpPr txBox="1"/>
          <p:nvPr/>
        </p:nvSpPr>
        <p:spPr>
          <a:xfrm>
            <a:off x="255637" y="4237819"/>
            <a:ext cx="1017638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4. Train Model from Scratch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What it is</a:t>
            </a:r>
            <a:r>
              <a:rPr lang="en-US" sz="1400" dirty="0"/>
              <a:t>: Building an LLM entirely from the ground up using raw text data and a lot of compute.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How it works</a:t>
            </a:r>
            <a:r>
              <a:rPr lang="en-US" sz="1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Gather billions of tokens of text.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Train a neural network (transformer) from random initialization until it learns language patterns.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When to use</a:t>
            </a:r>
            <a:r>
              <a:rPr lang="en-US" sz="1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You need </a:t>
            </a:r>
            <a:r>
              <a:rPr lang="en-US" sz="1400" b="1" dirty="0"/>
              <a:t>complete control</a:t>
            </a:r>
            <a:r>
              <a:rPr lang="en-US" sz="1400" dirty="0"/>
              <a:t> over architecture, weights, and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You have </a:t>
            </a:r>
            <a:r>
              <a:rPr lang="en-US" sz="1400" b="1" dirty="0"/>
              <a:t>huge compute resources</a:t>
            </a:r>
            <a:r>
              <a:rPr lang="en-US" sz="1400" dirty="0"/>
              <a:t> and massive proprietary datasets.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Pros</a:t>
            </a:r>
            <a:r>
              <a:rPr lang="en-US" sz="1400" dirty="0"/>
              <a:t>: Total customization, full IP ownership.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Cons</a:t>
            </a:r>
            <a:r>
              <a:rPr lang="en-US" sz="1400" dirty="0"/>
              <a:t>: Extremely expensive, time-consuming, high risk of poor performance if not done well.</a:t>
            </a:r>
          </a:p>
        </p:txBody>
      </p:sp>
    </p:spTree>
    <p:extLst>
      <p:ext uri="{BB962C8B-B14F-4D97-AF65-F5344CB8AC3E}">
        <p14:creationId xmlns:p14="http://schemas.microsoft.com/office/powerpoint/2010/main" val="4085915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2409E-353F-6E85-2685-D06A33C44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6E6BD-ABA7-D375-F3D0-9113A0DC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5752"/>
          </a:xfrm>
        </p:spPr>
        <p:txBody>
          <a:bodyPr>
            <a:noAutofit/>
          </a:bodyPr>
          <a:lstStyle/>
          <a:p>
            <a:r>
              <a:rPr lang="en-US" sz="2000" b="1" dirty="0"/>
              <a:t>4 different strategies for using large language models (LLMs) in production depending on your goals, data availability, compute budget, and desired level of control.</a:t>
            </a:r>
            <a:endParaRPr lang="en-IN" sz="20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5A4B395-EDF9-E48E-1F60-5AD9C4999A14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401094"/>
          <a:ext cx="10515600" cy="3200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68341990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0640499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9218987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6692145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543542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Approach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Speed to Deploy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Customization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Best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9405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Prompt Engineering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Quick experiments, general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666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RAG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Medium-High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Dynamic knowledge, private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178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Fine-tuning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Medium-High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Domain-specific style/tasks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547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Train from Scratch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Slow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Large-scale proprietary LLMs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128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1875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655</Words>
  <Application>Microsoft Office PowerPoint</Application>
  <PresentationFormat>Widescreen</PresentationFormat>
  <Paragraphs>79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4 approaches to LLM in  production:</vt:lpstr>
      <vt:lpstr>4 different strategies for using large language models (LLMs) in production depending on your goals, data availability, compute budget, and desired level of control.</vt:lpstr>
      <vt:lpstr>4 different strategies for using large language models (LLMs) in production depending on your goals, data availability, compute budget, and desired level of control.</vt:lpstr>
      <vt:lpstr>4 different strategies for using large language models (LLMs) in production depending on your goals, data availability, compute budget, and desired level of control.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GenAI Prompt Engineering</dc:title>
  <dc:creator>Apurv Adhikary</dc:creator>
  <cp:lastModifiedBy>Ashwani Kumar</cp:lastModifiedBy>
  <cp:revision>23</cp:revision>
  <dcterms:created xsi:type="dcterms:W3CDTF">2025-04-08T09:48:35Z</dcterms:created>
  <dcterms:modified xsi:type="dcterms:W3CDTF">2026-03-26T14:34:33Z</dcterms:modified>
</cp:coreProperties>
</file>