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75" r:id="rId4"/>
    <p:sldId id="279" r:id="rId5"/>
    <p:sldId id="278" r:id="rId6"/>
    <p:sldId id="277" r:id="rId7"/>
    <p:sldId id="281" r:id="rId8"/>
    <p:sldId id="280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53051-98B8-98C7-321D-74A90C81EDA9}"/>
              </a:ext>
            </a:extLst>
          </p:cNvPr>
          <p:cNvSpPr txBox="1"/>
          <p:nvPr/>
        </p:nvSpPr>
        <p:spPr>
          <a:xfrm>
            <a:off x="429768" y="447378"/>
            <a:ext cx="108447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Dataset Format Matters in GenAI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Generative AI, the model learns patterns from data.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data format is inconsistent, the model learns incorrectly or performs poorly.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idea: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models come from well-structured data, not just large data.”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5F1A6-FFA9-B9BF-64E3-76FD26F7BA99}"/>
              </a:ext>
            </a:extLst>
          </p:cNvPr>
          <p:cNvSpPr txBox="1"/>
          <p:nvPr/>
        </p:nvSpPr>
        <p:spPr>
          <a:xfrm>
            <a:off x="0" y="326059"/>
            <a:ext cx="8718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Dataset Types in GenAI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uses different formats depending on the task: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26F6-F691-E479-C7D3-D3176BE4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1C3454-C31F-9FAE-0348-78F0597887F3}"/>
              </a:ext>
            </a:extLst>
          </p:cNvPr>
          <p:cNvSpPr txBox="1"/>
          <p:nvPr/>
        </p:nvSpPr>
        <p:spPr>
          <a:xfrm>
            <a:off x="235458" y="98566"/>
            <a:ext cx="104264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Text-only Dataset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Chatbots, LLM training, text generation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Plain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(instruction format)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(Plain Text):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Artificial Intelligence is the simulation of human intelligence in machines.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B2E5C-B1A0-AF5C-5D9F-C026188913DA}"/>
              </a:ext>
            </a:extLst>
          </p:cNvPr>
          <p:cNvSpPr txBox="1"/>
          <p:nvPr/>
        </p:nvSpPr>
        <p:spPr>
          <a:xfrm>
            <a:off x="235458" y="4014877"/>
            <a:ext cx="106207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(Instruction Format JSON):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"prompt": "What is AI?",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"completion": "AI is the simulation of human intelligence in machines."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432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9C1D-D52C-D552-3692-267A1BFE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16BF9-C482-3DE7-7E8F-8083E19C05F8}"/>
              </a:ext>
            </a:extLst>
          </p:cNvPr>
          <p:cNvSpPr txBox="1"/>
          <p:nvPr/>
        </p:nvSpPr>
        <p:spPr>
          <a:xfrm>
            <a:off x="146304" y="205615"/>
            <a:ext cx="10981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2. Instruction-Following Dataset (Most Important for LLMs)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ChatGPT-style models, fine-tuning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"instruction": "Summarize the text",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"input": "AI is transforming industries rapidly. It is transforming the world in ways that is revolutionary.",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"output": "AI is changing many industries quickly."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F39E2-2110-E556-AB13-B2E471C79683}"/>
              </a:ext>
            </a:extLst>
          </p:cNvPr>
          <p:cNvSpPr txBox="1"/>
          <p:nvPr/>
        </p:nvSpPr>
        <p:spPr>
          <a:xfrm>
            <a:off x="0" y="3932831"/>
            <a:ext cx="92400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"instruction": "Translate to Hindi",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"input": "Good morning",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"output":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सुप्रभात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966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5FF7-F862-6530-9502-C30F4540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0DD6C-122A-CFF8-458C-D0E626A60FEE}"/>
              </a:ext>
            </a:extLst>
          </p:cNvPr>
          <p:cNvSpPr txBox="1"/>
          <p:nvPr/>
        </p:nvSpPr>
        <p:spPr>
          <a:xfrm>
            <a:off x="121920" y="166360"/>
            <a:ext cx="12070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Chat Format Dataset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Conversational AI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"messages": [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{"role": "user",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"content": "What is deep learning?"},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{"role": "assistant",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"content": "Deep learning is a subset of machine learning..."}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926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5491-C3E7-F062-60DF-D9BEF048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A465F-DE3F-DE51-C51C-A38BE2548498}"/>
              </a:ext>
            </a:extLst>
          </p:cNvPr>
          <p:cNvSpPr txBox="1"/>
          <p:nvPr/>
        </p:nvSpPr>
        <p:spPr>
          <a:xfrm>
            <a:off x="121920" y="166360"/>
            <a:ext cx="12070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Multi-turn conversation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"messages": [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"user", "content": "Hello"},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"assistant", "content": "Hi! How can I help you?"},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"user", "content": "Explain AI"},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"assistant", "content": "AI is..."}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500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3CCE-BC6D-30A2-7915-0ACF4107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28ED4C-050F-9D75-3E9D-E301023ADF85}"/>
              </a:ext>
            </a:extLst>
          </p:cNvPr>
          <p:cNvSpPr txBox="1"/>
          <p:nvPr/>
        </p:nvSpPr>
        <p:spPr>
          <a:xfrm>
            <a:off x="329184" y="281446"/>
            <a:ext cx="83713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Image Dataset Format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Diffusion models, computer vision GenAI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file + label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metadata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image: cat_001.jpg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label: "A cat sitting on a sofa"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3FAC-C2B7-C1C3-A80C-0EB4C5635DBE}"/>
              </a:ext>
            </a:extLst>
          </p:cNvPr>
          <p:cNvSpPr txBox="1"/>
          <p:nvPr/>
        </p:nvSpPr>
        <p:spPr>
          <a:xfrm>
            <a:off x="214884" y="4482560"/>
            <a:ext cx="95691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version: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"image": "cat_001.jpg",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"caption": "A cat sitting on a sofa"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160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49B9-8D97-930B-A526-7A3E1E97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EC61EF-6DDF-B939-8AF0-871862049A86}"/>
              </a:ext>
            </a:extLst>
          </p:cNvPr>
          <p:cNvSpPr txBox="1"/>
          <p:nvPr/>
        </p:nvSpPr>
        <p:spPr>
          <a:xfrm>
            <a:off x="448056" y="382012"/>
            <a:ext cx="10213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Multimodal Dataset (Text + Image + Audio)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GPT-4V, Gemini-like models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"image": "invoice.png",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"question": "What is the total amount?",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"answer": "₹2,450"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30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AEC7-832A-623A-8D0C-8DCAC4F0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761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1131</TotalTime>
  <Words>479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2026-05-01T19:15:36Z</dcterms:modified>
</cp:coreProperties>
</file>