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78" r:id="rId5"/>
    <p:sldId id="275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LLMs are Trained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ED8D8-0D62-6553-F01E-1BE9B852998C}"/>
              </a:ext>
            </a:extLst>
          </p:cNvPr>
          <p:cNvSpPr txBox="1"/>
          <p:nvPr/>
        </p:nvSpPr>
        <p:spPr>
          <a:xfrm>
            <a:off x="566928" y="1909310"/>
            <a:ext cx="7360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Pretraining + Fine-Tuning Explained Simply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594360" y="762292"/>
            <a:ext cx="717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Big Picture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“LLMs learn in 2 main stages:”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→ Learn language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Fine-tuning → Learn behavior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3018-03AA-EF7E-0247-CCA35432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23616A-6588-70D3-0B36-A8922555E54A}"/>
              </a:ext>
            </a:extLst>
          </p:cNvPr>
          <p:cNvSpPr txBox="1"/>
          <p:nvPr/>
        </p:nvSpPr>
        <p:spPr>
          <a:xfrm>
            <a:off x="594360" y="762292"/>
            <a:ext cx="7178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</a:t>
            </a:r>
          </a:p>
        </p:txBody>
      </p:sp>
    </p:spTree>
    <p:extLst>
      <p:ext uri="{BB962C8B-B14F-4D97-AF65-F5344CB8AC3E}">
        <p14:creationId xmlns:p14="http://schemas.microsoft.com/office/powerpoint/2010/main" val="199939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372D-C5B2-17B5-B3EF-BF569D99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43C40E-71F4-04F0-D079-91F535D1295E}"/>
              </a:ext>
            </a:extLst>
          </p:cNvPr>
          <p:cNvSpPr txBox="1"/>
          <p:nvPr/>
        </p:nvSpPr>
        <p:spPr>
          <a:xfrm>
            <a:off x="594360" y="762292"/>
            <a:ext cx="71780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2. Pretraining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is Pretraining?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Training a model on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massive text data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Goal: Learn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patterns of language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sources: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Websites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Articles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73460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0979-F1D3-A82D-50C5-140546B4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BD2D79-BCE0-7359-71E6-9085427B55B2}"/>
              </a:ext>
            </a:extLst>
          </p:cNvPr>
          <p:cNvSpPr txBox="1"/>
          <p:nvPr/>
        </p:nvSpPr>
        <p:spPr>
          <a:xfrm>
            <a:off x="594360" y="762292"/>
            <a:ext cx="71780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How does it learn? (Very Important)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Task used: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Next Word Prediction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Input: "Machine learning is very ____"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predicts: "powerful"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Guesses next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Compares with actual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Adjusts weights (learning happens)</a:t>
            </a:r>
          </a:p>
        </p:txBody>
      </p:sp>
    </p:spTree>
    <p:extLst>
      <p:ext uri="{BB962C8B-B14F-4D97-AF65-F5344CB8AC3E}">
        <p14:creationId xmlns:p14="http://schemas.microsoft.com/office/powerpoint/2010/main" val="333197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9424-E748-7785-3A32-16B5D148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77F9D8-AA62-2529-5AC1-2B2AE396EE56}"/>
              </a:ext>
            </a:extLst>
          </p:cNvPr>
          <p:cNvSpPr txBox="1"/>
          <p:nvPr/>
        </p:nvSpPr>
        <p:spPr>
          <a:xfrm>
            <a:off x="594360" y="762292"/>
            <a:ext cx="71780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does it learn?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Grammar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Facts (somewhat)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Reasoning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Writing styles</a:t>
            </a:r>
          </a:p>
          <a:p>
            <a:b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Key Point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does NOT mean understanding like humans</a:t>
            </a:r>
            <a:b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It’s learning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patterns, not true knowledge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82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CE97-CFBE-D1ED-8838-F0362C4B9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01EFCC-83B4-1F59-4E88-E55E68E6D528}"/>
              </a:ext>
            </a:extLst>
          </p:cNvPr>
          <p:cNvSpPr txBox="1"/>
          <p:nvPr/>
        </p:nvSpPr>
        <p:spPr>
          <a:xfrm>
            <a:off x="594360" y="762292"/>
            <a:ext cx="7178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92175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1064-10FE-27B2-7EFA-06FA7F49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2A9289-5AF9-16A6-B739-C3C7E6248E9C}"/>
              </a:ext>
            </a:extLst>
          </p:cNvPr>
          <p:cNvSpPr txBox="1"/>
          <p:nvPr/>
        </p:nvSpPr>
        <p:spPr>
          <a:xfrm>
            <a:off x="594360" y="762292"/>
            <a:ext cx="7690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is Fine-Tuning?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Training the pretrained model on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specific tasks or behavior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79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5879-0F97-8010-379C-C39832C8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B01F00-A69D-B7D2-38E9-354C6DFB198F}"/>
              </a:ext>
            </a:extLst>
          </p:cNvPr>
          <p:cNvSpPr txBox="1"/>
          <p:nvPr/>
        </p:nvSpPr>
        <p:spPr>
          <a:xfrm>
            <a:off x="594360" y="762292"/>
            <a:ext cx="76901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Types of Fine-Tuning</a:t>
            </a: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1. Supervised Fine-Tuning (SFT)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Humans provide examples: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429711-C995-3359-CE63-4D53F463F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31599"/>
              </p:ext>
            </p:extLst>
          </p:nvPr>
        </p:nvGraphicFramePr>
        <p:xfrm>
          <a:off x="324612" y="2683605"/>
          <a:ext cx="8229600" cy="1737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69330507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6548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41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Explain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AI is Artificial Intelligence. AI is field where ….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73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Translate Hello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Hola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0878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DB55735-3C29-2213-B13A-1568D7B93482}"/>
              </a:ext>
            </a:extLst>
          </p:cNvPr>
          <p:cNvSpPr txBox="1"/>
          <p:nvPr/>
        </p:nvSpPr>
        <p:spPr>
          <a:xfrm>
            <a:off x="676656" y="5125319"/>
            <a:ext cx="6848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learns:</a:t>
            </a:r>
          </a:p>
          <a:p>
            <a:pPr>
              <a:buNone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“When I see this input → give this type of output”</a:t>
            </a:r>
          </a:p>
        </p:txBody>
      </p:sp>
    </p:spTree>
    <p:extLst>
      <p:ext uri="{BB962C8B-B14F-4D97-AF65-F5344CB8AC3E}">
        <p14:creationId xmlns:p14="http://schemas.microsoft.com/office/powerpoint/2010/main" val="1527707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7ADD-F8E1-A588-A5D0-0B156A99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CDB65D-FF9F-EE36-70B8-2192AE38ED18}"/>
              </a:ext>
            </a:extLst>
          </p:cNvPr>
          <p:cNvSpPr txBox="1"/>
          <p:nvPr/>
        </p:nvSpPr>
        <p:spPr>
          <a:xfrm>
            <a:off x="594360" y="762292"/>
            <a:ext cx="76901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2. Instruction Tuning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Teach model to follow instructions: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"Summarize this paragraph"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"Write an email"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"Explain like I am 5"</a:t>
            </a:r>
          </a:p>
        </p:txBody>
      </p:sp>
    </p:spTree>
    <p:extLst>
      <p:ext uri="{BB962C8B-B14F-4D97-AF65-F5344CB8AC3E}">
        <p14:creationId xmlns:p14="http://schemas.microsoft.com/office/powerpoint/2010/main" val="188982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DEC1-362A-95F1-68B8-76B2E1D5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5D939F-981A-26AA-1CFC-93685076C3A7}"/>
              </a:ext>
            </a:extLst>
          </p:cNvPr>
          <p:cNvSpPr txBox="1"/>
          <p:nvPr/>
        </p:nvSpPr>
        <p:spPr>
          <a:xfrm>
            <a:off x="594360" y="762292"/>
            <a:ext cx="76901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3. RLHF (Reinforcement Learning from Human Feedback)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This is what makes models like ChatGPT useful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gives multiple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Humans rank them (good vs bad)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learns which answers are better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More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Safer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Less toxic</a:t>
            </a:r>
          </a:p>
        </p:txBody>
      </p:sp>
    </p:spTree>
    <p:extLst>
      <p:ext uri="{BB962C8B-B14F-4D97-AF65-F5344CB8AC3E}">
        <p14:creationId xmlns:p14="http://schemas.microsoft.com/office/powerpoint/2010/main" val="1369391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869E-3657-CD06-67F3-8DB80CDA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0EFAD3-4583-3524-31E1-16A3BED9975F}"/>
              </a:ext>
            </a:extLst>
          </p:cNvPr>
          <p:cNvSpPr txBox="1"/>
          <p:nvPr/>
        </p:nvSpPr>
        <p:spPr>
          <a:xfrm>
            <a:off x="594360" y="762292"/>
            <a:ext cx="769010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Visual Flow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Raw Text Data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(Next Word Prediction)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Base Model (knows language)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Fine-Tuning (Human guidance)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Helpful AI Model (like ChatGPT)</a:t>
            </a:r>
          </a:p>
        </p:txBody>
      </p:sp>
    </p:spTree>
    <p:extLst>
      <p:ext uri="{BB962C8B-B14F-4D97-AF65-F5344CB8AC3E}">
        <p14:creationId xmlns:p14="http://schemas.microsoft.com/office/powerpoint/2010/main" val="239320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3C33-5448-1A44-075C-46DF8790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C8D3CA-DCC1-4BC5-F630-DB98C4129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60784"/>
              </p:ext>
            </p:extLst>
          </p:nvPr>
        </p:nvGraphicFramePr>
        <p:xfrm>
          <a:off x="457200" y="2363565"/>
          <a:ext cx="8229600" cy="2286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856452957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6497596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9265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6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Learn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Learn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98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Huge (internet-scale)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Smaller, curated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94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Very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Less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36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Raw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Useful assistant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11087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94EF1CD-540F-00FC-5AB9-1EDECFCB3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54118"/>
            <a:ext cx="25138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Key Differences</a:t>
            </a:r>
          </a:p>
        </p:txBody>
      </p:sp>
    </p:spTree>
    <p:extLst>
      <p:ext uri="{BB962C8B-B14F-4D97-AF65-F5344CB8AC3E}">
        <p14:creationId xmlns:p14="http://schemas.microsoft.com/office/powerpoint/2010/main" val="111313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223C-7DBB-8C4B-52F5-98B81FD0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0B50-081E-FF36-49B9-CA9FD80C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</a:t>
            </a:r>
          </a:p>
        </p:txBody>
      </p:sp>
    </p:spTree>
    <p:extLst>
      <p:ext uri="{BB962C8B-B14F-4D97-AF65-F5344CB8AC3E}">
        <p14:creationId xmlns:p14="http://schemas.microsoft.com/office/powerpoint/2010/main" val="248131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338</Words>
  <Application>Microsoft Office PowerPoint</Application>
  <PresentationFormat>On-screen Show (4:3)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How LLMs are Trained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 Picture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Ashwani Kumar</cp:lastModifiedBy>
  <cp:revision>11</cp:revision>
  <dcterms:created xsi:type="dcterms:W3CDTF">2013-01-27T09:14:16Z</dcterms:created>
  <dcterms:modified xsi:type="dcterms:W3CDTF">2026-03-18T13:17:08Z</dcterms:modified>
  <cp:category/>
</cp:coreProperties>
</file>