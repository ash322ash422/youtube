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6" r:id="rId2"/>
    <p:sldId id="274" r:id="rId3"/>
    <p:sldId id="275" r:id="rId4"/>
    <p:sldId id="281" r:id="rId5"/>
    <p:sldId id="279" r:id="rId6"/>
    <p:sldId id="282" r:id="rId7"/>
    <p:sldId id="283" r:id="rId8"/>
    <p:sldId id="277" r:id="rId9"/>
    <p:sldId id="280" r:id="rId10"/>
    <p:sldId id="284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EF0812F-81A5-34EB-0B16-F65968549FAB}"/>
              </a:ext>
            </a:extLst>
          </p:cNvPr>
          <p:cNvSpPr txBox="1"/>
          <p:nvPr/>
        </p:nvSpPr>
        <p:spPr>
          <a:xfrm>
            <a:off x="2619756" y="2924521"/>
            <a:ext cx="61904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 Tuning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Model from scratch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753690-0AE2-1140-DD6E-9E886E13E6DA}"/>
              </a:ext>
            </a:extLst>
          </p:cNvPr>
          <p:cNvSpPr txBox="1"/>
          <p:nvPr/>
        </p:nvSpPr>
        <p:spPr>
          <a:xfrm>
            <a:off x="926592" y="1040380"/>
            <a:ext cx="1112824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 different strategies for using large language models (LLMs) in production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69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71E45F-8F0A-CE32-73A0-CBB57719515C}"/>
              </a:ext>
            </a:extLst>
          </p:cNvPr>
          <p:cNvSpPr txBox="1"/>
          <p:nvPr/>
        </p:nvSpPr>
        <p:spPr>
          <a:xfrm>
            <a:off x="329184" y="526518"/>
            <a:ext cx="118628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Prompt Engineering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What it 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: Crafting well-structured, carefully worded prompts to get the LLM to perform the task you want — without changing the model itself.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How it works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You send the LLM a context-rich instruction like: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"You are a medical report summarizer.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Summarize the following patient history into 3 bullet points. 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[Put Patient history here]</a:t>
            </a:r>
            <a:r>
              <a:rPr lang="en-US" alt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</a:t>
            </a:r>
            <a:endParaRPr kumimoji="0" lang="en-US" altLang="en-US" sz="2400" b="0" i="1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37026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B5207-AE0E-8310-BBE1-80587321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600BA5-FE23-E961-979E-030523B729CD}"/>
              </a:ext>
            </a:extLst>
          </p:cNvPr>
          <p:cNvSpPr txBox="1"/>
          <p:nvPr/>
        </p:nvSpPr>
        <p:spPr>
          <a:xfrm>
            <a:off x="329184" y="526518"/>
            <a:ext cx="118628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When to use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: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You want quick results without retraining the model.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Your needs are mostly instruction-based.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No (or very little) proprietary data needs to be “learned” by the model.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Pros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: Fast, cheap, zero retraining.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Cons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: Limited control, model might still make mistakes or hallucinate if your prompt is unclear.</a:t>
            </a:r>
          </a:p>
        </p:txBody>
      </p:sp>
    </p:spTree>
    <p:extLst>
      <p:ext uri="{BB962C8B-B14F-4D97-AF65-F5344CB8AC3E}">
        <p14:creationId xmlns:p14="http://schemas.microsoft.com/office/powerpoint/2010/main" val="157806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5DA3-5BAF-87ED-B36B-6A6630BD7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35012A-A640-A67D-07C1-C37D2072C73D}"/>
              </a:ext>
            </a:extLst>
          </p:cNvPr>
          <p:cNvSpPr txBox="1"/>
          <p:nvPr/>
        </p:nvSpPr>
        <p:spPr>
          <a:xfrm>
            <a:off x="310798" y="169736"/>
            <a:ext cx="1168613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RAG System (Retrieval-Augmented Generation)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 hybrid approach where you give the LLM access to an external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knowledge base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at runtime.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 a question.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system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relevant documents from a database/vector store (e.g., FAISS, Pinecone).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retrieved text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added to the prompt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so the LLM can answer based on that info.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Chatbot for your company’s internal policies.</a:t>
            </a:r>
          </a:p>
        </p:txBody>
      </p:sp>
    </p:spTree>
    <p:extLst>
      <p:ext uri="{BB962C8B-B14F-4D97-AF65-F5344CB8AC3E}">
        <p14:creationId xmlns:p14="http://schemas.microsoft.com/office/powerpoint/2010/main" val="50919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E30F8-79EF-DD9B-CB88-EBCA03AF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0B3235-4F92-96A2-3FBA-A784D287426F}"/>
              </a:ext>
            </a:extLst>
          </p:cNvPr>
          <p:cNvSpPr txBox="1"/>
          <p:nvPr/>
        </p:nvSpPr>
        <p:spPr>
          <a:xfrm>
            <a:off x="310798" y="169736"/>
            <a:ext cx="116861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domain knowledge changes often.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a lot of proprietary documents.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Always uses the latest data, avoids full retraining.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Requires a retrieval pipeline, some latency overhead.</a:t>
            </a:r>
          </a:p>
        </p:txBody>
      </p:sp>
    </p:spTree>
    <p:extLst>
      <p:ext uri="{BB962C8B-B14F-4D97-AF65-F5344CB8AC3E}">
        <p14:creationId xmlns:p14="http://schemas.microsoft.com/office/powerpoint/2010/main" val="292007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B0CF5-EA14-3A0E-430F-CBFE9041C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ED7FBE-2CC0-7BEF-7A91-A8E97259F012}"/>
              </a:ext>
            </a:extLst>
          </p:cNvPr>
          <p:cNvSpPr txBox="1"/>
          <p:nvPr/>
        </p:nvSpPr>
        <p:spPr>
          <a:xfrm>
            <a:off x="273237" y="145173"/>
            <a:ext cx="110612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Fine-tuning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Adjusting an existing LLM’s parameters slightly by training it on your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task-specific or domain-specific dataset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Start with a base model (like GPT,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examples of inputs and desired outputs (supervised fine-tuning).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parameters are updated slightly so it “learns” your style or domain.</a:t>
            </a:r>
          </a:p>
        </p:txBody>
      </p:sp>
    </p:spTree>
    <p:extLst>
      <p:ext uri="{BB962C8B-B14F-4D97-AF65-F5344CB8AC3E}">
        <p14:creationId xmlns:p14="http://schemas.microsoft.com/office/powerpoint/2010/main" val="3469255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AA302-23C5-24B8-B589-6FAF5F098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7FB0555-17A2-3BB9-2302-AE2353484E3F}"/>
              </a:ext>
            </a:extLst>
          </p:cNvPr>
          <p:cNvSpPr txBox="1"/>
          <p:nvPr/>
        </p:nvSpPr>
        <p:spPr>
          <a:xfrm>
            <a:off x="273237" y="145173"/>
            <a:ext cx="1106129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consistent formatting or tone.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recurring specialized tasks.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 alone isn’t enough.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Model better aligned to your needs, smaller prompts.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Requires labeled data, some training cost, harder to update with new info.</a:t>
            </a:r>
          </a:p>
        </p:txBody>
      </p:sp>
    </p:spTree>
    <p:extLst>
      <p:ext uri="{BB962C8B-B14F-4D97-AF65-F5344CB8AC3E}">
        <p14:creationId xmlns:p14="http://schemas.microsoft.com/office/powerpoint/2010/main" val="4085915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B7DA4-9BF2-A18A-038D-358E27CDD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32A788D-8C73-2A4D-1B75-94462A9FB65C}"/>
              </a:ext>
            </a:extLst>
          </p:cNvPr>
          <p:cNvSpPr txBox="1"/>
          <p:nvPr/>
        </p:nvSpPr>
        <p:spPr>
          <a:xfrm>
            <a:off x="284790" y="286119"/>
            <a:ext cx="1162241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Train Model from Scratch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Building an LLM entirely from the ground up using raw text data and a lot of compute.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works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Gather billions of tokens of text.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 a neural network (transformer) from random initialization until it learns language patterns.</a:t>
            </a:r>
          </a:p>
        </p:txBody>
      </p:sp>
    </p:spTree>
    <p:extLst>
      <p:ext uri="{BB962C8B-B14F-4D97-AF65-F5344CB8AC3E}">
        <p14:creationId xmlns:p14="http://schemas.microsoft.com/office/powerpoint/2010/main" val="176804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B1997-50F3-CCDC-026E-91CC1F4DE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EA950FF-CAD1-2285-7898-B19914217C8C}"/>
              </a:ext>
            </a:extLst>
          </p:cNvPr>
          <p:cNvSpPr txBox="1"/>
          <p:nvPr/>
        </p:nvSpPr>
        <p:spPr>
          <a:xfrm>
            <a:off x="211638" y="395847"/>
            <a:ext cx="116224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to use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complete control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over architecture, weights, and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have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huge compute resources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massive proprietary datasets.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Total customization, full IP ownership.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Extremely expensive, time-consuming, high risk of poor performance if not done well.</a:t>
            </a:r>
          </a:p>
        </p:txBody>
      </p:sp>
    </p:spTree>
    <p:extLst>
      <p:ext uri="{BB962C8B-B14F-4D97-AF65-F5344CB8AC3E}">
        <p14:creationId xmlns:p14="http://schemas.microsoft.com/office/powerpoint/2010/main" val="2989895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2409E-353F-6E85-2685-D06A33C44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A4B395-EDF9-E48E-1F60-5AD9C4999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838058"/>
              </p:ext>
            </p:extLst>
          </p:nvPr>
        </p:nvGraphicFramePr>
        <p:xfrm>
          <a:off x="838200" y="2401094"/>
          <a:ext cx="10515600" cy="3200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6834199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064049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921898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669214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543542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Speed to Deploy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Customization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405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non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Prompt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Quick experiments, general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666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non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RAG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Medium-High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Dynamic knowledge, private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178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non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Fine-tuning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Medium-High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Domain-specific style/tasks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547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non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Train from Scratch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Slow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Large-scale proprietary LLMs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128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87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1275</TotalTime>
  <Words>555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197</cp:revision>
  <dcterms:created xsi:type="dcterms:W3CDTF">2025-09-22T02:44:38Z</dcterms:created>
  <dcterms:modified xsi:type="dcterms:W3CDTF">2026-09-24T17:31:30Z</dcterms:modified>
</cp:coreProperties>
</file>